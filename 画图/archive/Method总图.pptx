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8_51F486EC.xml" ContentType="application/vnd.ms-powerpoint.comments+xml"/>
  <Override PartName="/ppt/notesSlides/notesSlide2.xml" ContentType="application/vnd.openxmlformats-officedocument.presentationml.notesSlide+xml"/>
  <Override PartName="/ppt/comments/modernComment_10D_9E97A5A5.xml" ContentType="application/vnd.ms-powerpoint.comments+xml"/>
  <Override PartName="/ppt/notesSlides/notesSlide3.xml" ContentType="application/vnd.openxmlformats-officedocument.presentationml.notesSlide+xml"/>
  <Override PartName="/ppt/comments/modernComment_10E_32F8FEB7.xml" ContentType="application/vnd.ms-powerpoint.comments+xml"/>
  <Override PartName="/ppt/notesSlides/notesSlide4.xml" ContentType="application/vnd.openxmlformats-officedocument.presentationml.notesSlide+xml"/>
  <Override PartName="/ppt/comments/modernComment_10F_ACD76DD8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4" r:id="rId2"/>
    <p:sldId id="269" r:id="rId3"/>
    <p:sldId id="270" r:id="rId4"/>
    <p:sldId id="271" r:id="rId5"/>
  </p:sldIdLst>
  <p:sldSz cx="6480175" cy="44688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344" autoAdjust="0"/>
  </p:normalViewPr>
  <p:slideViewPr>
    <p:cSldViewPr snapToGrid="0">
      <p:cViewPr varScale="1">
        <p:scale>
          <a:sx n="134" d="100"/>
          <a:sy n="134" d="100"/>
        </p:scale>
        <p:origin x="5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omments/modernComment_10D_9E97A5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4EB7D32-305B-4ECB-928F-E5FF654DD37C}" authorId="{D3F71A66-0C34-DF1A-5236-FECDBC820DCB}" created="2026-10-22T02:42:32.147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@@fig-method-v7</a:t>
        </a:r>
      </a:p>
    </p188:txBody>
  </p188:cm>
</p188:cmLst>
</file>

<file path=ppt/comments/modernComment_10E_32F8FE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23FE07-C53F-4D37-BAE7-59D92DE1295C}" authorId="{D3F71A66-0C34-DF1A-5236-FECDBC820DCB}" created="2026-10-22T02:42:32.147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@@fig-method-v8</a:t>
        </a:r>
      </a:p>
    </p188:txBody>
  </p188:cm>
  <p188:cm id="{DA0CA50E-1716-41F4-8276-66A17604B9C4}" authorId="{D3F71A66-0C34-DF1A-5236-FECDBC820DCB}" created="2026-10-22T15:53:22.981Z">
    <pc:sldMkLst xmlns:pc="http://schemas.microsoft.com/office/powerpoint/2013/main/command">
      <pc:docMk/>
      <pc:sldMk cId="0" sldId="269"/>
    </pc:sldMkLst>
    <p188:txBody>
      <a:bodyPr/>
      <a:lstStyle/>
      <a:p>
        <a:r>
          <a:t>PROVENANCE v1</a:t>
        </a:r>
      </a:p>
      <a:p>
        <a:r>
          <a:t>id: fig-method-v8</a:t>
        </a:r>
      </a:p>
      <a:p>
        <a:r>
          <a:t>source: 画图/画图代码/e2e/visualization/图表追溯.md</a:t>
        </a:r>
      </a:p>
      <a:p>
        <a:r>
          <a:t/>
        </a:r>
      </a:p>
      <a:p>
        <a:r>
          <a:t>## fig-method-v8｜共享输入与三阶段网络架构</a:t>
        </a:r>
      </a:p>
      <a:p>
        <a:r>
          <a:t/>
        </a:r>
      </a:p>
      <a:p>
        <a:r>
          <a:t>历史方法页保留在 `画图/archive/Method总图.pptx`，当前正文采用 `@@fig-method-v9`。当前作者基底的完整副本另存于本轮冻结来源。</a:t>
        </a:r>
      </a:p>
      <a:p>
        <a:r>
          <a:t/>
        </a:r>
      </a:p>
      <a:p>
        <a:r>
          <a:t>**共享关系与本图选择。** 本图的直接生成逻辑保存在本图长期目录；其冻结来源可能同时被其他实验使用，但当前入口不转发到其他具体图目录。 本次完整入口按稳定图名 `fig-method-v8` 选择图或所在共享图组。</a:t>
        </a:r>
      </a:p>
      <a:p>
        <a:r>
          <a:t/>
        </a:r>
      </a:p>
      <a:p>
        <a:r>
          <a:t>**清空temp后的完整重建。** 从仓库根执行 `python -X utf8 -B 转换工具/ops/rebuild_figures.py --figure fig-method-v8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**当前页与科学性质。** 中文和英文正文使用 `画图/Method总图.pptx` 第5页 `fig-method-v8`。这是网络和数据流示意，不展示一次真实推理的概率矩阵、邻点或预测构象成绩。56通道密度库、50维受体原子特征、Find／Match／Build输入与模块关系由Methods定义和实现支撑；特征条、邻点、框和高亮位置是示意编码。真实分子和密度素材依下面的病例与显示条件分别追溯，不把整页解释成单个病例的完整推理。</a:t>
        </a:r>
      </a:p>
      <a:p>
        <a:r>
          <a:t/>
        </a:r>
      </a:p>
      <a:p>
        <a:r>
          <a:t>**直接装配链。** `e2e/visualization/fig-method-v8/assemble.py` 的模块主流程读取冻结作者基底 `e2e/output/fig-method-v8/disk-before.pptx`，按对象ID局部修改第5页，保留作者Build布局，补充Embedding head空心邻点、中心表征、特征条和聚合箭头，调整输入分组、身份评分高亮与双语图注。它随后调用 `ops/replace_density.py`，将对象15、306、967替换为最终对应实验密度。先前只有局部形状编辑的候选缺少这一步，不能代表最终作者页。原作者手工绘图没有可恢复为单个函数的从零生成过程，冻结基底保存其原生对象与素材。</a:t>
        </a:r>
      </a:p>
      <a:p>
        <a:r>
          <a:t/>
        </a:r>
      </a:p>
      <a:p>
        <a:r>
          <a:t>**三处密度与Find／Match受体。** 当前三幅灰色Density均为9LLG原始实验地图在CryoAtom2受体C1链蛋白原子周围3.5 Å内的等值面，不再使用总览的9HJX显示资产。直接渲染入口 `ops/render_density.py` 读取 `e2e/output/e2e-flow/views/9llg/assets/full_density.mrc` 和同目录 `ca2_receptor.cif`；以 `geometry.json` 的原始阈值 `0.009667073376476765` 绘制，设置 `normalize_ccp4_maps=0`，不重新归一化密度。MRC为 `(208,208,208)` 的ZYX float32采样，与 `views/source/9llg/exp.npy` 第一通道逐值完全相等；XYZ间距均为 `1.0015385150909424 Å`，首体素中心为 `(0.5007692575454712,0.5007692575454712,0.5007692575454712) Å`。原始数组SHA-256为 `cc7c0814a78bf39e8cc587258ece3f4e972495dc250fb260debbd92d71e18378`；MRC为 `b2c89c6f85c4db1083c3b2946c98d1469c6a7769cfb2a79289e5d570c6e626e8`。</a:t>
        </a:r>
      </a:p>
      <a:p>
        <a:r>
          <a:t/>
        </a:r>
      </a:p>
      <a:p>
        <a:r>
          <a:t>Find和Match蓝色受体来自 `ops/render_receptor.py`，显示9LLG的C1链，共2913个所选蛋白原子，原子坐标不变。`e2e/output/fig-method-v8/receptor-9llg/receptor_views.json` 保存完整18项PyMOL相机向量；密度使用同一 `views.final`，完整向量逐项相同。渲染图为1800×1800透明背景PNG，按透明通道外包框裁切后四周各保留24像素，最终嵌入图975×931像素。`late-density-20261022/` 保存原PNG、裁切PNG、82.5 MB `density_corresponding.pse` 和 `density_provenance.json`；`receptor-9llg/` 保存受体PNG、PSE及相机。两类图只调整颜色、光照和显示，不改坐标、地图值或原阈值。</a:t>
        </a:r>
      </a:p>
      <a:p>
        <a:r>
          <a:t/>
        </a:r>
      </a:p>
      <a:p>
        <a:r>
          <a:t>**Build输出的独立真实素材。** 当前第5页Build底部结构图实际是9BJJ，不是9LLG。正式媒体 `image17.png` 与 `e2e/output/fig-method-v8/build-pose-9bjj/9bjj_a.png` 字节相同，SHA-256为 `c613c1561d1beac9ccd79babda2a9ee0a1530d451c324a0126eeb8def0a2dcb6`。直接入口 `ops/render_build_pose.py` 读取 `e2e/output/e2e-flow/views/9bjj/assets/ca2_receptor.cif` 和 `prediction.sdf`，沿原 `render_pose_refined.py` 的选择、颜色与相机绘制口袋cartoon和预测配体sticks。先取距配体7 Å内的整残基；按链将残基号间隔不超过3的邻组连成片段，至少3个命中残基的片段两端各延伸2个编号，显示原坐标。精确8个链／残基区间和相机保存在 `build-pose-9bjj/refined_views.json` 的 `9bjj_a`，PSE也已保全。原案例为ATP B:901，目标 `matched_occurrence_id=4`、`source_blob_index=0`，预测为local-c1自排序首位 `sample_index=21`；原候选及模型来源见 `e2e/output/e2e-flow/source/source/9bjj/facts.json`。这幅图说明构象输出的形态，不在方法图中另作准确率或同病例对应的声明。</a:t>
        </a:r>
      </a:p>
      <a:p>
        <a:r>
          <a:t/>
        </a:r>
      </a:p>
      <a:p>
        <a:r>
          <a:t>**晚期资产保全与验证。** `late-density-20261022/source_receipt.json` 逐文件记录21份原临时素材、生成脚本和发布证据的原位置、新位置、字节数与SHA-256，保留原文件；旧 `disk-before.pptx`、旧候选和此前冻结证据未覆盖。原始 `render_density.py`、`replace_density.py` 作为当时实际入口留档；长期入口已改稳定来源，替换程序只写候选，不发布正式PPT或Word。旧发布记录只列两个变化部件，描述的是密度替换前版本；晚期发布额外改变第5页关系并新增 `fig2_density_corresponding.png`，不能再用旧记录概括最终页。</a:t>
        </a:r>
      </a:p>
      <a:p>
        <a:r>
          <a:t/>
        </a:r>
      </a:p>
      <a:p>
        <a:r>
          <a:t>从仓库根执行 `python -X utf8 -B 画图/画图代码/e2e/visualization/fig-method-v8/assemble.py`，依次生成 `temp/fig-method-v8/candidate_before_density.pptx` 与最终 `candidate.pptx`。本轮已实际重放：最终候选第5页XML、关系、双语备注及全部媒体与当前正式PPT逐字节相同；整包只有来源批注部件存在差异，没有增加或遗漏其他部件。原实验数组与MRC逐值核对、完整相机相等、裁切像素一致及21份救回文件散列均通过，报告为 `temp/fig-method-v8/late-density-verification.json`。该前次核验没有启动PyMOL。2026-10-23完整入口现已实际重渲染9LLG受体、对应密度及9BJJ姿态，再装配新候选，旧temp读取被屏蔽；不覆盖正式PPT或Word。重渲染用的三个 `ops/render_*.py` 默认只写 `temp/fig-method-v8/rendered/`；原生PSE和PNG提供冻结显示证据。</a:t>
        </a:r>
      </a:p>
    </p188:txBody>
  </p188:cm>
</p188:cmLst>
</file>

<file path=ppt/comments/modernComment_10F_ACD76D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77152-ECE0-4451-BE2C-7417B3884E7F}" authorId="{D3F71A66-0C34-DF1A-5236-FECDBC820DCB}" created="2026-10-22T02:42:32.147">
    <pc:sldMkLst xmlns:pc="http://schemas.microsoft.com/office/powerpoint/2013/main/command">
      <pc:docMk/>
      <pc:sldMk cId="0" sldId="269"/>
    </pc:sldMkLst>
    <p188:txBody>
      <a:bodyPr/>
      <a:lstStyle/>
      <a:p>
        <a:r>
          <a:rPr lang="zh-CN" altLang="en-US"/>
          <a:t>@@fig-method-v9</a:t>
        </a:r>
      </a:p>
    </p188:txBody>
  </p188:cm>
</p188:cmLst>
</file>

<file path=ppt/comments/modernComment_108_51F486E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5D51F7-3CB1-4B36-BB20-9743BD6D70F8}" authorId="{D3F71A66-0C34-DF1A-5236-FECDBC820DCB}" created="2026-10-02T04:04:18.672">
    <pc:sldMkLst xmlns:pc="http://schemas.microsoft.com/office/powerpoint/2013/main/command">
      <pc:docMk/>
      <pc:sldMk cId="1374979820" sldId="263"/>
    </pc:sldMkLst>
    <p188:txBody>
      <a:bodyPr/>
      <a:lstStyle/>
      <a:p>
        <a:r>
          <a:rPr lang="zh-CN" altLang="en-US"/>
          <a:t>v4 方法示意图。第 2 页保留生成式密度插图，第 3 页将指定 10 个 BOX 替换为原生可编辑形状。位点深蓝点表示 blob 的几何中心；输出配体为可编辑的三维球棍示意，保留原稿的连接关系。示意图不表示实验测量值，模块尺寸与数目不表示精确网络层数。</a:t>
        </a:r>
      </a:p>
    </p188:txBody>
  </p188:cm>
  <p188:cm id="{DA1AD77A-04DA-4271-A6CF-BB6B05634610}" authorId="{D3F71A66-0C34-DF1A-5236-FECDBC820DCB}" created="2026-10-02T04:04:56.395">
    <pc:sldMkLst xmlns:pc="http://schemas.microsoft.com/office/powerpoint/2013/main/command">
      <pc:docMk/>
      <pc:sldMk cId="1374979820" sldId="263"/>
    </pc:sldMkLst>
    <p188:txBody>
      <a:bodyPr/>
      <a:lstStyle/>
      <a:p>
        <a:r>
          <a:rPr lang="zh-CN" altLang="en-US"/>
          <a:t>@@fig-method-v4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AF93-95A5-E700-EB3E-D633DC144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1D0DC-1B34-631C-1675-038262F91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5DC54-749E-52ED-6A38-7450AEE2B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LigandSeek 的 Find–Match–Build 框架的网络结构与数据流。</a:t>
            </a:r>
          </a:p>
          <a:p>
            <a:r>
              <a:rPr lang="zh-CN" altLang="zh-CN" b="1" dirty="0"/>
              <a:t>a</a:t>
            </a:r>
            <a:r>
              <a:rPr lang="zh-CN" altLang="zh-CN" dirty="0"/>
              <a:t>，共享输入。实验冷冻电镜密度 $M_{\mathrm{exp}}$、受体模拟密度 $M_{\mathrm{sim}}$、差异密度 $M_{\mathrm{diff}}$ 和正差异密度 $M_{\mathrm{diff}}^{+}$ 构成基础密度场。未归一化与 z-score 归一化表示经过七种空间变换，包括高斯平滑、差分高斯（DoG）滤波和受体邻域抑制，形成 56 通道多视角密度库。蛋白质和核酸受体原子的 50 维特征编码其化学与几何信息。</a:t>
            </a:r>
          </a:p>
          <a:p>
            <a:r>
              <a:rPr lang="zh-CN" altLang="zh-CN" b="1" dirty="0"/>
              <a:t>b</a:t>
            </a:r>
            <a:r>
              <a:rPr lang="zh-CN" altLang="zh-CN" dirty="0"/>
              <a:t>，Find 的体素–点云联合定位。3D U-Net 融合密度与受体原子特征，预测逐体素的配体区域概率。同时，Point Transformer V3 编码受体原子及从高概率结合区域采样的伪原子，通过多尺度特征采样融入体素信息。AlphaFold3 风格的迭代回收机制逐轮改善两个分支的预测。预测的受体原子结合概率用于在推理时为候选配体区域打分，提取的 blob 与伪原子则为 Match 提供局部线索。</a:t>
            </a:r>
          </a:p>
          <a:p>
            <a:r>
              <a:rPr lang="zh-CN" altLang="zh-CN" b="1" dirty="0"/>
              <a:t>c</a:t>
            </a:r>
            <a:r>
              <a:rPr lang="zh-CN" altLang="zh-CN" dirty="0"/>
              <a:t>，Match 的前景判别与身份指派。候选编码器使用 U-Net 处理以各 blob 为中心的 48³ 网格，得到体素摘要 $h_j^{\mathrm{vox}}$。Find 提供的 blob、口袋与伪原子特征通过双重池化、交叉注意力和特征线性调制（FiLM）调制 $h_j^{\mathrm{vox}}$，得到候选表示 $h_j$。身份编码器以 SMI-TED 语言嵌入为查询，通过图注意力读取图神经网络（GNN）编码的分子图特征；上下文注意力融入同一 PDB 中其他配体</a:t>
            </a:r>
            <a:r>
              <a:rPr lang="zh-CN" altLang="en-US" dirty="0"/>
              <a:t>的信息</a:t>
            </a:r>
            <a:r>
              <a:rPr lang="zh-CN" altLang="zh-CN" dirty="0"/>
              <a:t>，得到身份表示 $g_k$。最后，前景头根据 $h_j$ 预测前景概率 $p_j^{\mathrm{fg}}$，$h_j$ 与 $g_k$ 之间的可学习余弦评分生成身份指派分数矩阵 $s_{j,k}$。</a:t>
            </a:r>
          </a:p>
          <a:p>
            <a:r>
              <a:rPr lang="zh-CN" altLang="zh-CN" b="1" dirty="0"/>
              <a:t>d</a:t>
            </a:r>
            <a:r>
              <a:rPr lang="zh-CN" altLang="zh-CN" dirty="0"/>
              <a:t>，Build 的构象重建。blob 的几何中心 $p$、Match 指派的配体身份和口袋环境传入对接工具，生成配体构象。默认工具为经过密度引导微调的 PocketXMol，也支持 Vina、DiffDock 和 EMERALD。</a:t>
            </a:r>
          </a:p>
          <a:p>
            <a:pPr marL="0" algn="l" defTabSz="914400" rtl="0" eaLnBrk="1" latinLnBrk="0" hangingPunct="1"/>
            <a:r>
              <a:rPr lang="en-US" altLang="zh-CN" sz="1200" kern="1200" dirty="0"/>
              <a:t>ENGLISH：</a:t>
            </a:r>
          </a:p>
          <a:p>
            <a:pPr marL="0" algn="l" defTabSz="914400" rtl="0" eaLnBrk="1" latinLnBrk="0" hangingPunct="1"/>
            <a:r>
              <a:rPr lang="en-US" altLang="zh-CN" sz="1200" kern="1200" dirty="0"/>
              <a:t>Network architecture and data flow of </a:t>
            </a:r>
            <a:r>
              <a:rPr lang="zh-CN" altLang="zh-CN" dirty="0"/>
              <a:t>LigandSeek’s</a:t>
            </a:r>
            <a:r>
              <a:rPr lang="en-US" altLang="zh-CN" sz="1200" kern="1200" dirty="0"/>
              <a:t> Find–Match–Build framework.</a:t>
            </a:r>
          </a:p>
          <a:p>
            <a:pPr marL="0" algn="l" defTabSz="914400" rtl="0" eaLnBrk="1" latinLnBrk="0" hangingPunct="1"/>
            <a:r>
              <a:rPr lang="en-US" altLang="zh-CN" sz="1200" b="1" kern="1200" dirty="0"/>
              <a:t>a</a:t>
            </a:r>
            <a:r>
              <a:rPr lang="en-US" altLang="zh-CN" sz="1200" kern="1200" dirty="0"/>
              <a:t>, Shared inputs. Experimental cryo-electron microscopy density $M_{\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{exp}}$, simulated receptor density $M_{\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{sim}}$, difference density $M_{\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{diff}}$ and positive difference density $M_{\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{diff}}^{+}$ form the base fields. </a:t>
            </a:r>
            <a:r>
              <a:rPr lang="en-US" altLang="zh-CN" sz="1200" kern="1200" dirty="0" err="1"/>
              <a:t>Unnormalised</a:t>
            </a:r>
            <a:r>
              <a:rPr lang="en-US" altLang="zh-CN" sz="1200" kern="1200" dirty="0"/>
              <a:t> and z-score-</a:t>
            </a:r>
            <a:r>
              <a:rPr lang="en-US" altLang="zh-CN" sz="1200" kern="1200" dirty="0" err="1"/>
              <a:t>normalised</a:t>
            </a:r>
            <a:r>
              <a:rPr lang="en-US" altLang="zh-CN" sz="1200" kern="1200" dirty="0"/>
              <a:t> representations undergo seven spatial transformations, including Gaussian smoothing, difference-of-Gaussians (</a:t>
            </a:r>
            <a:r>
              <a:rPr lang="en-US" altLang="zh-CN" sz="1200" kern="1200" dirty="0" err="1"/>
              <a:t>DoG</a:t>
            </a:r>
            <a:r>
              <a:rPr lang="en-US" altLang="zh-CN" sz="1200" kern="1200" dirty="0"/>
              <a:t>) filtering and receptor-</a:t>
            </a:r>
            <a:r>
              <a:rPr lang="en-US" altLang="zh-CN" sz="1200" kern="1200" dirty="0" err="1"/>
              <a:t>neighbourhood</a:t>
            </a:r>
            <a:r>
              <a:rPr lang="en-US" altLang="zh-CN" sz="1200" kern="1200" dirty="0"/>
              <a:t> suppression, producing a 56-channel multi-view density bank. Protein and nucleic acid receptor atoms have 50-dimensional features encoding chemical and geometric information.</a:t>
            </a:r>
          </a:p>
          <a:p>
            <a:pPr marL="0" algn="l" defTabSz="914400" rtl="0" eaLnBrk="1" latinLnBrk="0" hangingPunct="1"/>
            <a:r>
              <a:rPr lang="en-US" altLang="zh-CN" sz="1200" b="1" kern="1200" dirty="0"/>
              <a:t>b</a:t>
            </a:r>
            <a:r>
              <a:rPr lang="en-US" altLang="zh-CN" sz="1200" kern="1200" dirty="0"/>
              <a:t>, Joint voxel and point-cloud </a:t>
            </a:r>
            <a:r>
              <a:rPr lang="en-US" altLang="zh-CN" sz="1200" kern="1200" dirty="0" err="1"/>
              <a:t>localisation</a:t>
            </a:r>
            <a:r>
              <a:rPr lang="en-US" altLang="zh-CN" sz="1200" kern="1200" dirty="0"/>
              <a:t> in Find. </a:t>
            </a:r>
            <a:r>
              <a:rPr lang="zh-CN" altLang="zh-CN" dirty="0"/>
              <a:t>A 3D U-Net combines density and receptor-atom features</a:t>
            </a:r>
            <a:r>
              <a:rPr lang="en-US" altLang="zh-CN" dirty="0"/>
              <a:t> to </a:t>
            </a:r>
            <a:r>
              <a:rPr lang="zh-CN" altLang="zh-CN" dirty="0"/>
              <a:t>predict voxelwise ligand-region probabilities.</a:t>
            </a:r>
            <a:r>
              <a:rPr lang="en-US" altLang="zh-CN" sz="1200" kern="1200" dirty="0"/>
              <a:t> In parallel, Point Transformer V3 encodes receptor atoms and pseudo atoms sampled from high-probability binding regions, incorporating voxel information through multiscale feature sampling. An AlphaFold3-style recycling mechanism iteratively </a:t>
            </a:r>
            <a:r>
              <a:rPr lang="zh-CN" altLang="zh-CN" sz="1200" kern="1200" dirty="0"/>
              <a:t>refines</a:t>
            </a:r>
            <a:r>
              <a:rPr lang="en-US" altLang="zh-CN" sz="1200" kern="1200" dirty="0"/>
              <a:t> predictions across both branches. Predicted receptor-atom binding probabilities are used to score candidate ligand regions during inference, while extracted blobs and pseudo atoms provide local cues for Match.</a:t>
            </a:r>
          </a:p>
          <a:p>
            <a:pPr marL="0" algn="l" defTabSz="914400" rtl="0" eaLnBrk="1" latinLnBrk="0" hangingPunct="1"/>
            <a:r>
              <a:rPr lang="en-US" altLang="zh-CN" sz="1200" b="1" kern="1200" dirty="0"/>
              <a:t>c</a:t>
            </a:r>
            <a:r>
              <a:rPr lang="en-US" altLang="zh-CN" sz="1200" kern="1200" dirty="0"/>
              <a:t>, Foreground classification and identity assignment in Match. The candidate encoder processes a 48³ grid </a:t>
            </a:r>
            <a:r>
              <a:rPr lang="en-US" altLang="zh-CN" sz="1200" kern="1200" dirty="0" err="1"/>
              <a:t>centred</a:t>
            </a:r>
            <a:r>
              <a:rPr lang="en-US" altLang="zh-CN" sz="1200" kern="1200" dirty="0"/>
              <a:t> on each blob with a U-Net to generate voxel summary $</a:t>
            </a:r>
            <a:r>
              <a:rPr lang="en-US" altLang="zh-CN" sz="1200" kern="1200" dirty="0" err="1"/>
              <a:t>h_j</a:t>
            </a:r>
            <a:r>
              <a:rPr lang="en-US" altLang="zh-CN" sz="1200" kern="1200" dirty="0"/>
              <a:t>^{\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{vox}}$. Find-derived blob, pocket and pseudo atom features modulate $</a:t>
            </a:r>
            <a:r>
              <a:rPr lang="en-US" altLang="zh-CN" sz="1200" kern="1200" dirty="0" err="1"/>
              <a:t>h_j</a:t>
            </a:r>
            <a:r>
              <a:rPr lang="en-US" altLang="zh-CN" sz="1200" kern="1200" dirty="0"/>
              <a:t>^{\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{vox}}$ via dual pooling, cross-attention and </a:t>
            </a:r>
            <a:r>
              <a:rPr lang="en-US" altLang="zh-CN" sz="1200" kern="1200" dirty="0" err="1"/>
              <a:t>FiLM</a:t>
            </a:r>
            <a:r>
              <a:rPr lang="en-US" altLang="zh-CN" sz="1200" kern="1200" dirty="0"/>
              <a:t>, yielding candidate representation $</a:t>
            </a:r>
            <a:r>
              <a:rPr lang="en-US" altLang="zh-CN" sz="1200" kern="1200" dirty="0" err="1"/>
              <a:t>h_j</a:t>
            </a:r>
            <a:r>
              <a:rPr lang="en-US" altLang="zh-CN" sz="1200" kern="1200" dirty="0"/>
              <a:t>$. The identity encoder uses SMI-TED language embeddings to query GNN-encoded molecular graph features via graph attention, while context attention incorporates other ligand identities in the same PDB entry, yielding identity representation $</a:t>
            </a:r>
            <a:r>
              <a:rPr lang="en-US" altLang="zh-CN" sz="1200" kern="1200" dirty="0" err="1"/>
              <a:t>g_k</a:t>
            </a:r>
            <a:r>
              <a:rPr lang="en-US" altLang="zh-CN" sz="1200" kern="1200" dirty="0"/>
              <a:t>$. Finally, a foreground head predicts foreground probability $</a:t>
            </a:r>
            <a:r>
              <a:rPr lang="en-US" altLang="zh-CN" sz="1200" kern="1200" dirty="0" err="1"/>
              <a:t>p_j</a:t>
            </a:r>
            <a:r>
              <a:rPr lang="en-US" altLang="zh-CN" sz="1200" kern="1200" dirty="0"/>
              <a:t>^{\</a:t>
            </a:r>
            <a:r>
              <a:rPr lang="en-US" altLang="zh-CN" sz="1200" kern="1200" dirty="0" err="1"/>
              <a:t>mathrm</a:t>
            </a:r>
            <a:r>
              <a:rPr lang="en-US" altLang="zh-CN" sz="1200" kern="1200" dirty="0"/>
              <a:t>{</a:t>
            </a:r>
            <a:r>
              <a:rPr lang="en-US" altLang="zh-CN" sz="1200" kern="1200" dirty="0" err="1"/>
              <a:t>fg</a:t>
            </a:r>
            <a:r>
              <a:rPr lang="en-US" altLang="zh-CN" sz="1200" kern="1200" dirty="0"/>
              <a:t>}}$ from $</a:t>
            </a:r>
            <a:r>
              <a:rPr lang="en-US" altLang="zh-CN" sz="1200" kern="1200" dirty="0" err="1"/>
              <a:t>h_j</a:t>
            </a:r>
            <a:r>
              <a:rPr lang="en-US" altLang="zh-CN" sz="1200" kern="1200" dirty="0"/>
              <a:t>$, and learned cosine scoring between $</a:t>
            </a:r>
            <a:r>
              <a:rPr lang="en-US" altLang="zh-CN" sz="1200" kern="1200" dirty="0" err="1"/>
              <a:t>h_j</a:t>
            </a:r>
            <a:r>
              <a:rPr lang="en-US" altLang="zh-CN" sz="1200" kern="1200" dirty="0"/>
              <a:t>$ and $</a:t>
            </a:r>
            <a:r>
              <a:rPr lang="en-US" altLang="zh-CN" sz="1200" kern="1200" dirty="0" err="1"/>
              <a:t>g_k</a:t>
            </a:r>
            <a:r>
              <a:rPr lang="en-US" altLang="zh-CN" sz="1200" kern="1200" dirty="0"/>
              <a:t>$ produces the assignment matrix $s_{</a:t>
            </a:r>
            <a:r>
              <a:rPr lang="en-US" altLang="zh-CN" sz="1200" kern="1200" dirty="0" err="1"/>
              <a:t>j,k</a:t>
            </a:r>
            <a:r>
              <a:rPr lang="en-US" altLang="zh-CN" sz="1200" kern="1200" dirty="0"/>
              <a:t>}$. </a:t>
            </a:r>
          </a:p>
          <a:p>
            <a:pPr marL="0" algn="l" defTabSz="914400" rtl="0" eaLnBrk="1" latinLnBrk="0" hangingPunct="1"/>
            <a:r>
              <a:rPr lang="en-US" altLang="zh-CN" sz="1200" b="1" kern="1200" dirty="0"/>
              <a:t>d</a:t>
            </a:r>
            <a:r>
              <a:rPr lang="en-US" altLang="zh-CN" sz="1200" kern="1200" dirty="0"/>
              <a:t>, Pose reconstruction in Build. The blob geometric </a:t>
            </a:r>
            <a:r>
              <a:rPr lang="en-US" altLang="zh-CN" sz="1200" kern="1200" dirty="0" err="1"/>
              <a:t>centre</a:t>
            </a:r>
            <a:r>
              <a:rPr lang="en-US" altLang="zh-CN" sz="1200" kern="1200" dirty="0"/>
              <a:t> $p$, Match-assigned ligand identity and pocket environment are supplied to docking tools to generate ligand poses. The default tool is </a:t>
            </a:r>
            <a:r>
              <a:rPr lang="en-US" altLang="zh-CN" sz="1200" kern="1200" dirty="0" err="1"/>
              <a:t>PocketXMol</a:t>
            </a:r>
            <a:r>
              <a:rPr lang="en-US" altLang="zh-CN" sz="1200" kern="1200" dirty="0"/>
              <a:t> fine-tuned with density guidance. </a:t>
            </a:r>
            <a:r>
              <a:rPr lang="zh-CN" altLang="zh-CN" dirty="0"/>
              <a:t>Vina, DiffDock and EMERALD are also supported.</a:t>
            </a:r>
            <a:endParaRPr lang="en-US" altLang="zh-CN" sz="1200" kern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2A1B0-47C1-F87B-2343-1BB93F298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00209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A75C1-0A29-503D-D14F-DD30A366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8C2D6-AFFA-F424-2DB6-226AA2DC74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E0A96-C68D-3680-517F-4A70750DF5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LigandSeek</a:t>
            </a:r>
            <a:r>
              <a:rPr dirty="0"/>
              <a:t> 的 Find–Match–Build </a:t>
            </a:r>
            <a:r>
              <a:rPr dirty="0" err="1"/>
              <a:t>框架的网络结构与数据流</a:t>
            </a:r>
            <a:r>
              <a:rPr dirty="0"/>
              <a:t>。</a:t>
            </a:r>
          </a:p>
          <a:p>
            <a:r>
              <a:rPr dirty="0" err="1"/>
              <a:t>a，Find</a:t>
            </a:r>
            <a:r>
              <a:rPr dirty="0"/>
              <a:t> </a:t>
            </a:r>
            <a:r>
              <a:rPr dirty="0" err="1"/>
              <a:t>将密度与受体信息编码为候选配体区域（blobs）及辅助特征。体素分支和点云分支通过体素到点的特征融合及迭代回收连接</a:t>
            </a:r>
            <a:r>
              <a:rPr dirty="0"/>
              <a:t>。</a:t>
            </a:r>
          </a:p>
          <a:p>
            <a:r>
              <a:rPr dirty="0" err="1"/>
              <a:t>b，Match</a:t>
            </a:r>
            <a:r>
              <a:rPr dirty="0"/>
              <a:t> 对候选区域进行前景判别和身份指派。3D U-Net </a:t>
            </a:r>
            <a:r>
              <a:rPr dirty="0" err="1"/>
              <a:t>编码局部体素块；口袋与</a:t>
            </a:r>
            <a:r>
              <a:rPr dirty="0"/>
              <a:t> blob </a:t>
            </a:r>
            <a:r>
              <a:rPr dirty="0" err="1"/>
              <a:t>的辅助特征经池化、交叉注意力和</a:t>
            </a:r>
            <a:r>
              <a:rPr dirty="0"/>
              <a:t> </a:t>
            </a:r>
            <a:r>
              <a:rPr dirty="0" err="1"/>
              <a:t>FiLM</a:t>
            </a:r>
            <a:r>
              <a:rPr dirty="0"/>
              <a:t> </a:t>
            </a:r>
            <a:r>
              <a:rPr dirty="0" err="1"/>
              <a:t>调制候选表示。身份编码器整合分子图、SMI-TED</a:t>
            </a:r>
            <a:r>
              <a:rPr dirty="0"/>
              <a:t> </a:t>
            </a:r>
            <a:r>
              <a:rPr dirty="0" err="1"/>
              <a:t>语言表示及同一</a:t>
            </a:r>
            <a:r>
              <a:rPr dirty="0"/>
              <a:t> PDB </a:t>
            </a:r>
            <a:r>
              <a:rPr dirty="0" err="1"/>
              <a:t>中的身份上下文。前景头输出前景概率，余弦评分产生候选与身份的匹配分数</a:t>
            </a:r>
            <a:r>
              <a:rPr dirty="0"/>
              <a:t>。</a:t>
            </a:r>
          </a:p>
          <a:p>
            <a:r>
              <a:rPr dirty="0" err="1"/>
              <a:t>c，Build</a:t>
            </a:r>
            <a:r>
              <a:rPr dirty="0"/>
              <a:t> </a:t>
            </a:r>
            <a:r>
              <a:rPr dirty="0" err="1"/>
              <a:t>结合位点、SMILES</a:t>
            </a:r>
            <a:r>
              <a:rPr dirty="0"/>
              <a:t> </a:t>
            </a:r>
            <a:r>
              <a:rPr dirty="0" err="1"/>
              <a:t>身份、口袋与密度信息，通过下游对接工具重建全原子配体构象。PocketXMol-tuned</a:t>
            </a:r>
            <a:r>
              <a:rPr dirty="0"/>
              <a:t> </a:t>
            </a:r>
            <a:r>
              <a:rPr dirty="0" err="1"/>
              <a:t>为默认选项</a:t>
            </a:r>
            <a:r>
              <a:rPr dirty="0"/>
              <a:t>。</a:t>
            </a:r>
          </a:p>
          <a:p>
            <a:r>
              <a:rPr dirty="0"/>
              <a:t>ENGLISH:</a:t>
            </a:r>
          </a:p>
          <a:p>
            <a:r>
              <a:rPr dirty="0"/>
              <a:t>Network architecture and data flow of the </a:t>
            </a:r>
            <a:r>
              <a:rPr dirty="0" err="1"/>
              <a:t>LigandSeek</a:t>
            </a:r>
            <a:r>
              <a:rPr dirty="0"/>
              <a:t> Find–Match–Build framework.</a:t>
            </a:r>
          </a:p>
          <a:p>
            <a:r>
              <a:rPr dirty="0"/>
              <a:t>a, Find encodes density and receptor information to produce candidate ligand regions (blobs) and auxiliary features. Voxel-to-point fusion and recycling connect the voxel and point-cloud branches.</a:t>
            </a:r>
          </a:p>
          <a:p>
            <a:r>
              <a:rPr dirty="0"/>
              <a:t>b, Match classifies candidates as foreground or background and assigns ligand identities. A 3D U-Net encodes a local voxel crop. Pooling, cross-attention and </a:t>
            </a:r>
            <a:r>
              <a:rPr dirty="0" err="1"/>
              <a:t>FiLM</a:t>
            </a:r>
            <a:r>
              <a:rPr dirty="0"/>
              <a:t> integrate auxiliary features from the pocket and blob into the candidate representation. The identity encoder combines molecular graph features, SMI-TED language representations and identity context within the same PDB entry. A foreground head predicts foreground probability, and cosine scoring produces candidate-to-identity matching scores.</a:t>
            </a:r>
          </a:p>
          <a:p>
            <a:r>
              <a:rPr dirty="0"/>
              <a:t>c, Build uses the site, SMILES identity, pocket and density information with downstream docking tools to reconstruct an all-atom ligand pose. </a:t>
            </a:r>
            <a:r>
              <a:rPr dirty="0" err="1"/>
              <a:t>PocketXMol</a:t>
            </a:r>
            <a:r>
              <a:rPr dirty="0"/>
              <a:t>-tuned is the default option.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C79C0-8F9F-74A5-AE98-BD5A4E418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11583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653D-FFEF-1750-5ED2-52D8C2D4A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96515-36F4-8FF6-E2EC-D28BFADEF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C0162-011C-BE17-DEF7-145E54339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LigandSeek</a:t>
            </a:r>
            <a:r>
              <a:rPr lang="en-US" altLang="zh-CN" dirty="0"/>
              <a:t> Find–Match–Build </a:t>
            </a:r>
            <a:r>
              <a:rPr lang="zh-CN" altLang="en-US" dirty="0"/>
              <a:t>框架的网络架构和数据流。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Find </a:t>
            </a:r>
            <a:r>
              <a:rPr lang="zh-CN" altLang="en-US" dirty="0"/>
              <a:t>部分对密度和受体信息进行编码，生成候选配体区域（</a:t>
            </a:r>
            <a:r>
              <a:rPr lang="en-US" altLang="zh-CN" dirty="0"/>
              <a:t>$\</a:t>
            </a:r>
            <a:r>
              <a:rPr lang="en-US" altLang="zh-CN" dirty="0" err="1"/>
              <a:t>mathbb</a:t>
            </a:r>
            <a:r>
              <a:rPr lang="en-US" altLang="zh-CN" dirty="0"/>
              <a:t>{R}^3$ </a:t>
            </a:r>
            <a:r>
              <a:rPr lang="zh-CN" altLang="en-US" dirty="0"/>
              <a:t>中的 </a:t>
            </a:r>
            <a:r>
              <a:rPr lang="en-US" altLang="zh-CN" dirty="0"/>
              <a:t>blob</a:t>
            </a:r>
            <a:r>
              <a:rPr lang="zh-CN" altLang="en-US" dirty="0"/>
              <a:t>）和辅助特征。受体嵌入头对原子表示进行编码并提供它。</a:t>
            </a:r>
            <a:r>
              <a:rPr lang="en-US" altLang="zh-CN" dirty="0"/>
              <a:t>3D </a:t>
            </a:r>
            <a:r>
              <a:rPr lang="zh-CN" altLang="en-US" dirty="0"/>
              <a:t>体素 </a:t>
            </a:r>
            <a:r>
              <a:rPr lang="en-US" altLang="zh-CN" dirty="0"/>
              <a:t>U-Net </a:t>
            </a:r>
            <a:r>
              <a:rPr lang="zh-CN" altLang="en-US" dirty="0"/>
              <a:t>和 </a:t>
            </a:r>
            <a:r>
              <a:rPr lang="en-US" altLang="zh-CN" dirty="0"/>
              <a:t>Point Transformer V3 </a:t>
            </a:r>
            <a:r>
              <a:rPr lang="zh-CN" altLang="en-US" dirty="0"/>
              <a:t>结合密度和受体原子特征，并对其进行进一步编码。</a:t>
            </a:r>
            <a:r>
              <a:rPr lang="en-US" altLang="zh-CN" dirty="0"/>
              <a:t>AlphaFold3 </a:t>
            </a:r>
            <a:r>
              <a:rPr lang="zh-CN" altLang="en-US" dirty="0"/>
              <a:t>式的循环机制迭代地优化两个分支的预测结果。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Match </a:t>
            </a:r>
            <a:r>
              <a:rPr lang="zh-CN" altLang="en-US" dirty="0"/>
              <a:t>部分将候选配体分类为前景或背景，并分配配体身份。</a:t>
            </a:r>
            <a:r>
              <a:rPr lang="en-US" altLang="zh-CN" dirty="0"/>
              <a:t>3D U-Net </a:t>
            </a:r>
            <a:r>
              <a:rPr lang="zh-CN" altLang="en-US" dirty="0"/>
              <a:t>对局部体素区域进行编码。池化、交叉注意力机制和 </a:t>
            </a:r>
            <a:r>
              <a:rPr lang="en-US" altLang="zh-CN" dirty="0" err="1"/>
              <a:t>FiLM</a:t>
            </a:r>
            <a:r>
              <a:rPr lang="en-US" altLang="zh-CN" dirty="0"/>
              <a:t> </a:t>
            </a:r>
            <a:r>
              <a:rPr lang="zh-CN" altLang="en-US" dirty="0"/>
              <a:t>将口袋和 </a:t>
            </a:r>
            <a:r>
              <a:rPr lang="en-US" altLang="zh-CN" dirty="0"/>
              <a:t>blob </a:t>
            </a:r>
            <a:r>
              <a:rPr lang="zh-CN" altLang="en-US" dirty="0"/>
              <a:t>信息与 </a:t>
            </a:r>
            <a:r>
              <a:rPr lang="en-US" altLang="zh-CN" dirty="0"/>
              <a:t>Find </a:t>
            </a:r>
            <a:r>
              <a:rPr lang="zh-CN" altLang="en-US" dirty="0"/>
              <a:t>部分的辅助特征整合到候选配体表示中。身份编码器将分子图特征、</a:t>
            </a:r>
            <a:r>
              <a:rPr lang="en-US" altLang="zh-CN" dirty="0"/>
              <a:t>SMI-TED </a:t>
            </a:r>
            <a:r>
              <a:rPr lang="zh-CN" altLang="en-US" dirty="0"/>
              <a:t>语言表示和身份上下文整合到同一个 </a:t>
            </a:r>
            <a:r>
              <a:rPr lang="en-US" altLang="zh-CN" dirty="0"/>
              <a:t>PDB </a:t>
            </a:r>
            <a:r>
              <a:rPr lang="zh-CN" altLang="en-US" dirty="0"/>
              <a:t>条目中。前景头部预测前景概率，余弦评分生成候选配体与身份匹配分数。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，构建过程利用结合位点、</a:t>
            </a:r>
            <a:r>
              <a:rPr lang="en-US" altLang="zh-CN" dirty="0"/>
              <a:t>SMILES </a:t>
            </a:r>
            <a:r>
              <a:rPr lang="zh-CN" altLang="en-US" dirty="0"/>
              <a:t>标识符、口袋和密度信息以及下游对接工具，重建全原子配体姿态。默认选项为 </a:t>
            </a:r>
            <a:r>
              <a:rPr lang="en-US" altLang="zh-CN" dirty="0" err="1"/>
              <a:t>PocketXMol</a:t>
            </a:r>
            <a:r>
              <a:rPr lang="en-US" altLang="zh-CN" dirty="0"/>
              <a:t>-tuned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  <a:p>
            <a:r>
              <a:rPr b="1" dirty="0"/>
              <a:t>ENGLISH:</a:t>
            </a:r>
            <a:endParaRPr lang="en-US" b="1" dirty="0"/>
          </a:p>
          <a:p>
            <a:r>
              <a:rPr lang="en-US" dirty="0"/>
              <a:t>Network architecture and data flow of the </a:t>
            </a:r>
            <a:r>
              <a:rPr lang="en-US" dirty="0" err="1"/>
              <a:t>LigandSeek</a:t>
            </a:r>
            <a:r>
              <a:rPr lang="en-US" dirty="0"/>
              <a:t> Find–Match–Build framework.</a:t>
            </a:r>
          </a:p>
          <a:p>
            <a:r>
              <a:rPr lang="en-US" b="1" dirty="0"/>
              <a:t>a, </a:t>
            </a:r>
            <a:r>
              <a:rPr lang="en-US" dirty="0"/>
              <a:t>Find encodes density and receptor information to produce candidate ligand regions (blobs in $\</a:t>
            </a:r>
            <a:r>
              <a:rPr lang="en-US" dirty="0" err="1"/>
              <a:t>mathbb</a:t>
            </a:r>
            <a:r>
              <a:rPr lang="en-US" dirty="0"/>
              <a:t>{R}^3$) and auxiliary features. The receptor embedding head encodes and supplies atom representations. A 3D voxel U-Net and Point Transformer V3 combine density and receptor-atom features and further encode them. An AlphaFold3-style recycling mechanism iteratively refines predictions across both branches.</a:t>
            </a:r>
          </a:p>
          <a:p>
            <a:r>
              <a:rPr lang="en-US" sz="1200" b="1" kern="1200" dirty="0"/>
              <a:t>b, </a:t>
            </a:r>
            <a:r>
              <a:rPr lang="en-US" dirty="0"/>
              <a:t>Match classifies candidates as foreground or background and assigns ligand identities. A 3D U-Net encodes a local voxel crop. </a:t>
            </a:r>
            <a:r>
              <a:rPr lang="zh-CN" altLang="zh-CN" dirty="0"/>
              <a:t>Pooling, cross-attention and FiLM integrate pocket and blob information with auxiliary features from Find into the candidate representation.</a:t>
            </a:r>
            <a:r>
              <a:rPr lang="en-US" altLang="zh-CN" dirty="0"/>
              <a:t> </a:t>
            </a:r>
            <a:r>
              <a:rPr lang="en-US" dirty="0"/>
              <a:t>The identity encoder combines molecular graph features, SMI-TED language representations and identity context within the same PDB entry. A foreground head predicts foreground probability, and cosine scoring produces candidate-to-identity matching scores.</a:t>
            </a:r>
          </a:p>
          <a:p>
            <a:r>
              <a:rPr lang="en-US" sz="1200" b="1" kern="1200" dirty="0"/>
              <a:t>c, </a:t>
            </a:r>
            <a:r>
              <a:rPr lang="en-US" dirty="0"/>
              <a:t>Build uses the binding site, SMILES identity, pocket and density information with downstream docking tools to reconstruct an all-atom ligand pose. </a:t>
            </a:r>
            <a:r>
              <a:rPr lang="en-US" dirty="0" err="1"/>
              <a:t>PocketXMol</a:t>
            </a:r>
            <a:r>
              <a:rPr lang="en-US" dirty="0"/>
              <a:t>-tuned is the default option.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4DA0-50CC-4D1B-325C-9E2795E8B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22463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FE49-5DA4-F327-2341-5C6C9A47D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E64168-A7DD-66D7-17F1-61CBA0132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D1279-D9F3-0200-5439-F3BEE5F15F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LigandSeek</a:t>
            </a:r>
            <a:r>
              <a:rPr lang="en-US" altLang="zh-CN" dirty="0"/>
              <a:t> Find–Match–Build </a:t>
            </a:r>
            <a:r>
              <a:rPr lang="zh-CN" altLang="en-US" dirty="0"/>
              <a:t>框架的网络架构和数据流。</a:t>
            </a:r>
          </a:p>
          <a:p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Find </a:t>
            </a:r>
            <a:r>
              <a:rPr lang="zh-CN" altLang="en-US" dirty="0"/>
              <a:t>部分对密度和受体信息进行编码，生成候选配体区域（</a:t>
            </a:r>
            <a:r>
              <a:rPr lang="en-US" altLang="zh-CN" dirty="0"/>
              <a:t>$\</a:t>
            </a:r>
            <a:r>
              <a:rPr lang="en-US" altLang="zh-CN" dirty="0" err="1"/>
              <a:t>mathbb</a:t>
            </a:r>
            <a:r>
              <a:rPr lang="en-US" altLang="zh-CN" dirty="0"/>
              <a:t>{R}^3$ </a:t>
            </a:r>
            <a:r>
              <a:rPr lang="zh-CN" altLang="en-US" dirty="0"/>
              <a:t>中的 </a:t>
            </a:r>
            <a:r>
              <a:rPr lang="en-US" altLang="zh-CN" dirty="0"/>
              <a:t>blob</a:t>
            </a:r>
            <a:r>
              <a:rPr lang="zh-CN" altLang="en-US" dirty="0"/>
              <a:t>）和辅助特征。受体嵌入头对原子表示进行编码并提供它。</a:t>
            </a:r>
            <a:r>
              <a:rPr lang="en-US" altLang="zh-CN" dirty="0"/>
              <a:t>3D </a:t>
            </a:r>
            <a:r>
              <a:rPr lang="zh-CN" altLang="en-US" dirty="0"/>
              <a:t>体素 </a:t>
            </a:r>
            <a:r>
              <a:rPr lang="en-US" altLang="zh-CN" dirty="0"/>
              <a:t>U-Net </a:t>
            </a:r>
            <a:r>
              <a:rPr lang="zh-CN" altLang="en-US" dirty="0"/>
              <a:t>和 </a:t>
            </a:r>
            <a:r>
              <a:rPr lang="en-US" altLang="zh-CN" dirty="0"/>
              <a:t>Point Transformer V3 </a:t>
            </a:r>
            <a:r>
              <a:rPr lang="zh-CN" altLang="en-US" dirty="0"/>
              <a:t>结合密度和受体原子特征，并对其进行进一步编码。</a:t>
            </a:r>
            <a:r>
              <a:rPr lang="en-US" altLang="zh-CN" dirty="0"/>
              <a:t>AlphaFold3 </a:t>
            </a:r>
            <a:r>
              <a:rPr lang="zh-CN" altLang="en-US" dirty="0"/>
              <a:t>式的循环机制迭代地优化两个分支的预测结果。</a:t>
            </a:r>
          </a:p>
          <a:p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Match </a:t>
            </a:r>
            <a:r>
              <a:rPr lang="zh-CN" altLang="en-US" dirty="0"/>
              <a:t>部分将候选配体分类为前景或背景，并分配配体身份。</a:t>
            </a:r>
            <a:r>
              <a:rPr lang="en-US" altLang="zh-CN" dirty="0"/>
              <a:t>3D U-Net </a:t>
            </a:r>
            <a:r>
              <a:rPr lang="zh-CN" altLang="en-US" dirty="0"/>
              <a:t>对局部体素区域进行编码。池化、交叉注意力机制和 </a:t>
            </a:r>
            <a:r>
              <a:rPr lang="en-US" altLang="zh-CN" dirty="0" err="1"/>
              <a:t>FiLM</a:t>
            </a:r>
            <a:r>
              <a:rPr lang="en-US" altLang="zh-CN" dirty="0"/>
              <a:t> </a:t>
            </a:r>
            <a:r>
              <a:rPr lang="zh-CN" altLang="en-US" dirty="0"/>
              <a:t>将口袋和 </a:t>
            </a:r>
            <a:r>
              <a:rPr lang="en-US" altLang="zh-CN" dirty="0"/>
              <a:t>blob </a:t>
            </a:r>
            <a:r>
              <a:rPr lang="zh-CN" altLang="en-US" dirty="0"/>
              <a:t>信息与 </a:t>
            </a:r>
            <a:r>
              <a:rPr lang="en-US" altLang="zh-CN" dirty="0"/>
              <a:t>Find </a:t>
            </a:r>
            <a:r>
              <a:rPr lang="zh-CN" altLang="en-US" dirty="0"/>
              <a:t>部分的辅助特征整合到候选配体表示中。身份编码器将分子图特征、</a:t>
            </a:r>
            <a:r>
              <a:rPr lang="en-US" altLang="zh-CN" dirty="0"/>
              <a:t>SMI-TED </a:t>
            </a:r>
            <a:r>
              <a:rPr lang="zh-CN" altLang="en-US" dirty="0"/>
              <a:t>语言表示和身份上下文整合到同一个 </a:t>
            </a:r>
            <a:r>
              <a:rPr lang="en-US" altLang="zh-CN" dirty="0"/>
              <a:t>PDB </a:t>
            </a:r>
            <a:r>
              <a:rPr lang="zh-CN" altLang="en-US" dirty="0"/>
              <a:t>条目中。前景头部预测前景概率，余弦评分生成候选配体与身份匹配分数。</a:t>
            </a:r>
          </a:p>
          <a:p>
            <a:r>
              <a:rPr lang="en-US" altLang="zh-CN" dirty="0"/>
              <a:t>c</a:t>
            </a:r>
            <a:r>
              <a:rPr lang="zh-CN" altLang="en-US" dirty="0"/>
              <a:t>，构建过程利用结合位点、</a:t>
            </a:r>
            <a:r>
              <a:rPr lang="en-US" altLang="zh-CN" dirty="0"/>
              <a:t>SMILES </a:t>
            </a:r>
            <a:r>
              <a:rPr lang="zh-CN" altLang="en-US" dirty="0"/>
              <a:t>标识符、口袋和密度信息以及下游对接工具，重建全原子配体姿态。默认选项为 </a:t>
            </a:r>
            <a:r>
              <a:rPr lang="en-US" altLang="zh-CN" dirty="0" err="1"/>
              <a:t>PocketXMol</a:t>
            </a:r>
            <a:r>
              <a:rPr lang="en-US" altLang="zh-CN" dirty="0"/>
              <a:t>-tuned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dirty="0"/>
          </a:p>
          <a:p>
            <a:r>
              <a:rPr b="1" dirty="0"/>
              <a:t>ENGLISH:</a:t>
            </a:r>
            <a:endParaRPr lang="en-US" b="1" dirty="0"/>
          </a:p>
          <a:p>
            <a:r>
              <a:rPr lang="en-US" dirty="0"/>
              <a:t>Network architecture and data flow of the </a:t>
            </a:r>
            <a:r>
              <a:rPr lang="en-US" dirty="0" err="1"/>
              <a:t>LigandSeek</a:t>
            </a:r>
            <a:r>
              <a:rPr lang="en-US" dirty="0"/>
              <a:t> Find–Match–Build framework.</a:t>
            </a:r>
          </a:p>
          <a:p>
            <a:r>
              <a:rPr lang="en-US" b="1" dirty="0"/>
              <a:t>a, </a:t>
            </a:r>
            <a:r>
              <a:rPr lang="en-US" dirty="0"/>
              <a:t>Find encodes density and receptor information to produce candidate ligand regions (blobs in $\</a:t>
            </a:r>
            <a:r>
              <a:rPr lang="en-US" dirty="0" err="1"/>
              <a:t>mathbb</a:t>
            </a:r>
            <a:r>
              <a:rPr lang="en-US" dirty="0"/>
              <a:t>{R}^3$) and auxiliary features. The receptor embedding head encodes and supplies atom representations. A 3D voxel U-Net and Point Transformer V3 combine density and receptor-atom features and further encode them. An AlphaFold3-style recycling mechanism iteratively refines predictions across both branches.</a:t>
            </a:r>
          </a:p>
          <a:p>
            <a:r>
              <a:rPr lang="en-US" sz="1200" b="1" kern="1200" dirty="0"/>
              <a:t>b, </a:t>
            </a:r>
            <a:r>
              <a:rPr lang="en-US" dirty="0"/>
              <a:t>Match classifies candidates as foreground or background and assigns ligand identities. A 3D U-Net encodes a local voxel crop. </a:t>
            </a:r>
            <a:r>
              <a:rPr lang="zh-CN" altLang="zh-CN" dirty="0"/>
              <a:t>Pooling, cross-attention and FiLM integrate pocket and blob information with auxiliary features from Find into the candidate representation.</a:t>
            </a:r>
            <a:r>
              <a:rPr lang="en-US" altLang="zh-CN" dirty="0"/>
              <a:t> </a:t>
            </a:r>
            <a:r>
              <a:rPr lang="en-US" dirty="0"/>
              <a:t>The identity encoder combines molecular graph features, SMI-TED language representations and identity context within the same PDB entry. A foreground head predicts foreground probability, and cosine scoring produces candidate-to-identity matching scores.</a:t>
            </a:r>
          </a:p>
          <a:p>
            <a:r>
              <a:rPr lang="en-US" sz="1200" b="1" kern="1200" dirty="0"/>
              <a:t>c, </a:t>
            </a:r>
            <a:r>
              <a:rPr lang="en-US" dirty="0"/>
              <a:t>Build uses the binding site, SMILES identity, pocket and density information with downstream docking tools to reconstruct an all-atom ligand pose. </a:t>
            </a:r>
            <a:r>
              <a:rPr lang="en-US" dirty="0" err="1"/>
              <a:t>PocketXMol</a:t>
            </a:r>
            <a:r>
              <a:rPr lang="en-US" dirty="0"/>
              <a:t>-tuned is the default option.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967F6-10B3-385E-E2B8-A13B6962FB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88232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1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5.png"/><Relationship Id="rId3" Type="http://schemas.microsoft.com/office/2018/10/relationships/comments" Target="../comments/modernComment_108_51F486EC.xml"/><Relationship Id="rId7" Type="http://schemas.openxmlformats.org/officeDocument/2006/relationships/image" Target="../media/image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3.png"/><Relationship Id="rId5" Type="http://schemas.openxmlformats.org/officeDocument/2006/relationships/image" Target="../media/image7.png"/><Relationship Id="rId10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18/10/relationships/comments" Target="../comments/modernComment_10D_9E97A5A5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18/10/relationships/comments" Target="../comments/modernComment_10E_32F8FEB7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18/10/relationships/comments" Target="../comments/modernComment_10F_ACD76DD8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D9F4-6FE8-3002-7C36-65E297006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001">
            <a:extLst>
              <a:ext uri="{FF2B5EF4-FFF2-40B4-BE49-F238E27FC236}">
                <a16:creationId xmlns:a16="http://schemas.microsoft.com/office/drawing/2014/main" id="{188D4DB8-D0C5-D085-536B-072D491662D7}"/>
              </a:ext>
            </a:extLst>
          </p:cNvPr>
          <p:cNvSpPr/>
          <p:nvPr/>
        </p:nvSpPr>
        <p:spPr>
          <a:xfrm>
            <a:off x="1405608" y="47036"/>
            <a:ext cx="639689" cy="3774638"/>
          </a:xfrm>
          <a:prstGeom prst="roundRect">
            <a:avLst>
              <a:gd name="adj" fmla="val 4412"/>
            </a:avLst>
          </a:prstGeom>
          <a:solidFill>
            <a:srgbClr val="F9FBFD"/>
          </a:solidFill>
          <a:ln w="6480" cap="rnd" cmpd="sng" algn="ctr">
            <a:solidFill>
              <a:srgbClr val="C3D2E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3" name="a | panel label">
            <a:extLst>
              <a:ext uri="{FF2B5EF4-FFF2-40B4-BE49-F238E27FC236}">
                <a16:creationId xmlns:a16="http://schemas.microsoft.com/office/drawing/2014/main" id="{058DC455-4ED7-2C23-82AA-0600700AE8B7}"/>
              </a:ext>
            </a:extLst>
          </p:cNvPr>
          <p:cNvSpPr txBox="1"/>
          <p:nvPr/>
        </p:nvSpPr>
        <p:spPr>
          <a:xfrm>
            <a:off x="1450292" y="61147"/>
            <a:ext cx="98818" cy="136922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r>
              <a:rPr lang="en-US" sz="760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a</a:t>
            </a:r>
            <a:endParaRPr lang="en-US" sz="760" dirty="0"/>
          </a:p>
        </p:txBody>
      </p:sp>
      <p:grpSp>
        <p:nvGrpSpPr>
          <p:cNvPr id="4" name="Text | Shared input / representation">
            <a:extLst>
              <a:ext uri="{FF2B5EF4-FFF2-40B4-BE49-F238E27FC236}">
                <a16:creationId xmlns:a16="http://schemas.microsoft.com/office/drawing/2014/main" id="{FF7FC1AA-0DF5-F3C7-D2BE-CF13CC4ABD19}"/>
              </a:ext>
            </a:extLst>
          </p:cNvPr>
          <p:cNvGrpSpPr/>
          <p:nvPr/>
        </p:nvGrpSpPr>
        <p:grpSpPr>
          <a:xfrm>
            <a:off x="1528000" y="77610"/>
            <a:ext cx="487000" cy="183863"/>
            <a:chOff x="266085" y="108405"/>
            <a:chExt cx="835165" cy="256821"/>
          </a:xfrm>
        </p:grpSpPr>
        <p:sp>
          <p:nvSpPr>
            <p:cNvPr id="5" name="Text | Shared input">
              <a:extLst>
                <a:ext uri="{FF2B5EF4-FFF2-40B4-BE49-F238E27FC236}">
                  <a16:creationId xmlns:a16="http://schemas.microsoft.com/office/drawing/2014/main" id="{6D4793C7-55E6-7138-8894-8797F2C64D96}"/>
                </a:ext>
              </a:extLst>
            </p:cNvPr>
            <p:cNvSpPr txBox="1"/>
            <p:nvPr/>
          </p:nvSpPr>
          <p:spPr>
            <a:xfrm>
              <a:off x="266085" y="108405"/>
              <a:ext cx="729063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3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Shared input</a:t>
              </a:r>
              <a:endParaRPr lang="en-US" sz="537"/>
            </a:p>
          </p:txBody>
        </p:sp>
        <p:sp>
          <p:nvSpPr>
            <p:cNvPr id="6" name="Text | representation">
              <a:extLst>
                <a:ext uri="{FF2B5EF4-FFF2-40B4-BE49-F238E27FC236}">
                  <a16:creationId xmlns:a16="http://schemas.microsoft.com/office/drawing/2014/main" id="{C172DF06-9920-048A-052D-FADE9A7BA489}"/>
                </a:ext>
              </a:extLst>
            </p:cNvPr>
            <p:cNvSpPr txBox="1"/>
            <p:nvPr/>
          </p:nvSpPr>
          <p:spPr>
            <a:xfrm>
              <a:off x="266085" y="229950"/>
              <a:ext cx="835165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3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representation</a:t>
              </a:r>
              <a:endParaRPr lang="en-US" sz="537" dirty="0"/>
            </a:p>
          </p:txBody>
        </p:sp>
      </p:grpSp>
      <p:sp>
        <p:nvSpPr>
          <p:cNvPr id="7" name="Text | Density bank">
            <a:extLst>
              <a:ext uri="{FF2B5EF4-FFF2-40B4-BE49-F238E27FC236}">
                <a16:creationId xmlns:a16="http://schemas.microsoft.com/office/drawing/2014/main" id="{FFABFE88-4E85-C0B4-7C93-573819E29107}"/>
              </a:ext>
            </a:extLst>
          </p:cNvPr>
          <p:cNvSpPr txBox="1"/>
          <p:nvPr/>
        </p:nvSpPr>
        <p:spPr>
          <a:xfrm>
            <a:off x="1457798" y="335050"/>
            <a:ext cx="535308" cy="10309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530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Density bank</a:t>
            </a:r>
            <a:endParaRPr lang="en-US" sz="530" dirty="0"/>
          </a:p>
        </p:txBody>
      </p:sp>
      <p:sp>
        <p:nvSpPr>
          <p:cNvPr id="8" name="Text | M">
            <a:extLst>
              <a:ext uri="{FF2B5EF4-FFF2-40B4-BE49-F238E27FC236}">
                <a16:creationId xmlns:a16="http://schemas.microsoft.com/office/drawing/2014/main" id="{59909A0E-F21F-062C-587C-F8049D64136E}"/>
              </a:ext>
            </a:extLst>
          </p:cNvPr>
          <p:cNvSpPr txBox="1"/>
          <p:nvPr/>
        </p:nvSpPr>
        <p:spPr>
          <a:xfrm>
            <a:off x="1450067" y="711339"/>
            <a:ext cx="257731" cy="82474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72" i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379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exp</a:t>
            </a:r>
            <a:endParaRPr lang="en-US" sz="472" dirty="0"/>
          </a:p>
        </p:txBody>
      </p:sp>
      <p:sp>
        <p:nvSpPr>
          <p:cNvPr id="9" name="Text | M">
            <a:extLst>
              <a:ext uri="{FF2B5EF4-FFF2-40B4-BE49-F238E27FC236}">
                <a16:creationId xmlns:a16="http://schemas.microsoft.com/office/drawing/2014/main" id="{497A7773-9017-BB07-86C6-D82801375E62}"/>
              </a:ext>
            </a:extLst>
          </p:cNvPr>
          <p:cNvSpPr txBox="1"/>
          <p:nvPr/>
        </p:nvSpPr>
        <p:spPr>
          <a:xfrm>
            <a:off x="1743107" y="711339"/>
            <a:ext cx="257731" cy="82474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72" i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379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sim</a:t>
            </a:r>
            <a:endParaRPr lang="en-US" sz="472" dirty="0"/>
          </a:p>
        </p:txBody>
      </p:sp>
      <p:sp>
        <p:nvSpPr>
          <p:cNvPr id="10" name="Text | M">
            <a:extLst>
              <a:ext uri="{FF2B5EF4-FFF2-40B4-BE49-F238E27FC236}">
                <a16:creationId xmlns:a16="http://schemas.microsoft.com/office/drawing/2014/main" id="{5CCADE51-1D32-91AF-C3B0-AB9B37C106E1}"/>
              </a:ext>
            </a:extLst>
          </p:cNvPr>
          <p:cNvSpPr txBox="1"/>
          <p:nvPr/>
        </p:nvSpPr>
        <p:spPr>
          <a:xfrm>
            <a:off x="1450067" y="1046389"/>
            <a:ext cx="257731" cy="82474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72" i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379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endParaRPr lang="en-US" sz="472" dirty="0"/>
          </a:p>
        </p:txBody>
      </p:sp>
      <p:sp>
        <p:nvSpPr>
          <p:cNvPr id="11" name="Text | M">
            <a:extLst>
              <a:ext uri="{FF2B5EF4-FFF2-40B4-BE49-F238E27FC236}">
                <a16:creationId xmlns:a16="http://schemas.microsoft.com/office/drawing/2014/main" id="{46BDFE23-98D7-8796-90A1-C6666245A72F}"/>
              </a:ext>
            </a:extLst>
          </p:cNvPr>
          <p:cNvSpPr txBox="1"/>
          <p:nvPr/>
        </p:nvSpPr>
        <p:spPr>
          <a:xfrm>
            <a:off x="1743107" y="1046389"/>
            <a:ext cx="257731" cy="82474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72" i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</a:t>
            </a:r>
            <a:r>
              <a:rPr lang="en-US" sz="379" baseline="-25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diff</a:t>
            </a:r>
            <a:r>
              <a:rPr lang="en-US" sz="379" baseline="3000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+</a:t>
            </a:r>
            <a:endParaRPr lang="en-US" sz="472" dirty="0"/>
          </a:p>
        </p:txBody>
      </p:sp>
      <p:cxnSp>
        <p:nvCxnSpPr>
          <p:cNvPr id="12" name="path_0515">
            <a:extLst>
              <a:ext uri="{FF2B5EF4-FFF2-40B4-BE49-F238E27FC236}">
                <a16:creationId xmlns:a16="http://schemas.microsoft.com/office/drawing/2014/main" id="{9709B70B-8DAC-84CD-86CB-B390E423FD26}"/>
              </a:ext>
            </a:extLst>
          </p:cNvPr>
          <p:cNvCxnSpPr/>
          <p:nvPr/>
        </p:nvCxnSpPr>
        <p:spPr>
          <a:xfrm>
            <a:off x="1492624" y="1152381"/>
            <a:ext cx="465656" cy="0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path_0516">
            <a:extLst>
              <a:ext uri="{FF2B5EF4-FFF2-40B4-BE49-F238E27FC236}">
                <a16:creationId xmlns:a16="http://schemas.microsoft.com/office/drawing/2014/main" id="{6A6A7581-7523-8E06-10C3-890DE5D87502}"/>
              </a:ext>
            </a:extLst>
          </p:cNvPr>
          <p:cNvCxnSpPr/>
          <p:nvPr/>
        </p:nvCxnSpPr>
        <p:spPr>
          <a:xfrm>
            <a:off x="1492624" y="1131216"/>
            <a:ext cx="0" cy="21166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path_0517">
            <a:extLst>
              <a:ext uri="{FF2B5EF4-FFF2-40B4-BE49-F238E27FC236}">
                <a16:creationId xmlns:a16="http://schemas.microsoft.com/office/drawing/2014/main" id="{B8D41E7F-746D-8A4C-B222-FC2D754E1AAD}"/>
              </a:ext>
            </a:extLst>
          </p:cNvPr>
          <p:cNvCxnSpPr/>
          <p:nvPr/>
        </p:nvCxnSpPr>
        <p:spPr>
          <a:xfrm>
            <a:off x="1958280" y="1131216"/>
            <a:ext cx="0" cy="21166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 | 4 base fields">
            <a:extLst>
              <a:ext uri="{FF2B5EF4-FFF2-40B4-BE49-F238E27FC236}">
                <a16:creationId xmlns:a16="http://schemas.microsoft.com/office/drawing/2014/main" id="{4A2E43B8-602F-1078-C2D3-48985FBE8B4C}"/>
              </a:ext>
            </a:extLst>
          </p:cNvPr>
          <p:cNvSpPr txBox="1"/>
          <p:nvPr/>
        </p:nvSpPr>
        <p:spPr>
          <a:xfrm>
            <a:off x="1457798" y="1172678"/>
            <a:ext cx="535308" cy="90206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94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base fields</a:t>
            </a:r>
            <a:endParaRPr lang="en-US" sz="494" dirty="0"/>
          </a:p>
        </p:txBody>
      </p:sp>
      <p:grpSp>
        <p:nvGrpSpPr>
          <p:cNvPr id="16" name="a | arrow base fields to normalizations">
            <a:extLst>
              <a:ext uri="{FF2B5EF4-FFF2-40B4-BE49-F238E27FC236}">
                <a16:creationId xmlns:a16="http://schemas.microsoft.com/office/drawing/2014/main" id="{2F916DEA-74E2-7961-4A0E-35C9630CD920}"/>
              </a:ext>
            </a:extLst>
          </p:cNvPr>
          <p:cNvGrpSpPr/>
          <p:nvPr/>
        </p:nvGrpSpPr>
        <p:grpSpPr>
          <a:xfrm>
            <a:off x="1715492" y="1265268"/>
            <a:ext cx="19920" cy="68202"/>
            <a:chOff x="498548" y="1767330"/>
            <a:chExt cx="27824" cy="95265"/>
          </a:xfrm>
        </p:grpSpPr>
        <p:cxnSp>
          <p:nvCxnSpPr>
            <p:cNvPr id="17" name="Arrow |  →  | path">
              <a:extLst>
                <a:ext uri="{FF2B5EF4-FFF2-40B4-BE49-F238E27FC236}">
                  <a16:creationId xmlns:a16="http://schemas.microsoft.com/office/drawing/2014/main" id="{6CEADEF2-D050-FB8E-2A69-148F5E853E61}"/>
                </a:ext>
              </a:extLst>
            </p:cNvPr>
            <p:cNvCxnSpPr/>
            <p:nvPr/>
          </p:nvCxnSpPr>
          <p:spPr>
            <a:xfrm>
              <a:off x="512460" y="1767330"/>
              <a:ext cx="0" cy="9526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Arrow |  →  | editable arrowhead">
              <a:extLst>
                <a:ext uri="{FF2B5EF4-FFF2-40B4-BE49-F238E27FC236}">
                  <a16:creationId xmlns:a16="http://schemas.microsoft.com/office/drawing/2014/main" id="{CA40F147-95AB-1C77-E663-D94B304BA0EC}"/>
                </a:ext>
              </a:extLst>
            </p:cNvPr>
            <p:cNvSpPr/>
            <p:nvPr/>
          </p:nvSpPr>
          <p:spPr>
            <a:xfrm>
              <a:off x="498548" y="1830238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9" name="Text | 2 normalizations">
            <a:extLst>
              <a:ext uri="{FF2B5EF4-FFF2-40B4-BE49-F238E27FC236}">
                <a16:creationId xmlns:a16="http://schemas.microsoft.com/office/drawing/2014/main" id="{ECAECD21-319F-A44E-72D4-D19DAB35EBAF}"/>
              </a:ext>
            </a:extLst>
          </p:cNvPr>
          <p:cNvSpPr txBox="1"/>
          <p:nvPr/>
        </p:nvSpPr>
        <p:spPr>
          <a:xfrm>
            <a:off x="1457798" y="1340203"/>
            <a:ext cx="535308" cy="9278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87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2 normalisations</a:t>
            </a:r>
            <a:endParaRPr lang="en-US" sz="487" dirty="0"/>
          </a:p>
        </p:txBody>
      </p:sp>
      <p:sp>
        <p:nvSpPr>
          <p:cNvPr id="20" name="Text | Raw">
            <a:extLst>
              <a:ext uri="{FF2B5EF4-FFF2-40B4-BE49-F238E27FC236}">
                <a16:creationId xmlns:a16="http://schemas.microsoft.com/office/drawing/2014/main" id="{B6673C5E-23F9-7C20-7D7E-32529C73C54F}"/>
              </a:ext>
            </a:extLst>
          </p:cNvPr>
          <p:cNvSpPr txBox="1"/>
          <p:nvPr/>
        </p:nvSpPr>
        <p:spPr>
          <a:xfrm>
            <a:off x="1452644" y="1460049"/>
            <a:ext cx="252577" cy="81185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44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Raw</a:t>
            </a:r>
            <a:endParaRPr lang="en-US" sz="444" dirty="0"/>
          </a:p>
        </p:txBody>
      </p:sp>
      <p:sp>
        <p:nvSpPr>
          <p:cNvPr id="21" name="Text | Z-score">
            <a:extLst>
              <a:ext uri="{FF2B5EF4-FFF2-40B4-BE49-F238E27FC236}">
                <a16:creationId xmlns:a16="http://schemas.microsoft.com/office/drawing/2014/main" id="{D33584F5-416B-3C0E-5E2F-51854247A3D1}"/>
              </a:ext>
            </a:extLst>
          </p:cNvPr>
          <p:cNvSpPr txBox="1"/>
          <p:nvPr/>
        </p:nvSpPr>
        <p:spPr>
          <a:xfrm>
            <a:off x="1745684" y="1460049"/>
            <a:ext cx="252577" cy="81185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44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Z-score</a:t>
            </a:r>
            <a:endParaRPr lang="en-US" sz="444" dirty="0"/>
          </a:p>
        </p:txBody>
      </p:sp>
      <p:grpSp>
        <p:nvGrpSpPr>
          <p:cNvPr id="22" name="a | arrow normalizations to views">
            <a:extLst>
              <a:ext uri="{FF2B5EF4-FFF2-40B4-BE49-F238E27FC236}">
                <a16:creationId xmlns:a16="http://schemas.microsoft.com/office/drawing/2014/main" id="{0A72C3BA-DEA4-CB7C-782B-AF7E77EAB54E}"/>
              </a:ext>
            </a:extLst>
          </p:cNvPr>
          <p:cNvGrpSpPr/>
          <p:nvPr/>
        </p:nvGrpSpPr>
        <p:grpSpPr>
          <a:xfrm>
            <a:off x="1715492" y="1768553"/>
            <a:ext cx="19920" cy="79961"/>
            <a:chOff x="498548" y="2470320"/>
            <a:chExt cx="27824" cy="111690"/>
          </a:xfrm>
        </p:grpSpPr>
        <p:cxnSp>
          <p:nvCxnSpPr>
            <p:cNvPr id="23" name="Arrow |  →  | path">
              <a:extLst>
                <a:ext uri="{FF2B5EF4-FFF2-40B4-BE49-F238E27FC236}">
                  <a16:creationId xmlns:a16="http://schemas.microsoft.com/office/drawing/2014/main" id="{42E37C84-D9B1-E724-2B76-D64638C929A7}"/>
                </a:ext>
              </a:extLst>
            </p:cNvPr>
            <p:cNvCxnSpPr/>
            <p:nvPr/>
          </p:nvCxnSpPr>
          <p:spPr>
            <a:xfrm>
              <a:off x="512460" y="2470320"/>
              <a:ext cx="0" cy="11169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" name="Arrow |  →  | editable arrowhead">
              <a:extLst>
                <a:ext uri="{FF2B5EF4-FFF2-40B4-BE49-F238E27FC236}">
                  <a16:creationId xmlns:a16="http://schemas.microsoft.com/office/drawing/2014/main" id="{C18BFCB3-02B5-040F-2F0D-5164F37D359B}"/>
                </a:ext>
              </a:extLst>
            </p:cNvPr>
            <p:cNvSpPr/>
            <p:nvPr/>
          </p:nvSpPr>
          <p:spPr>
            <a:xfrm>
              <a:off x="498548" y="25496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5" name="Text | 7 spatial views">
            <a:extLst>
              <a:ext uri="{FF2B5EF4-FFF2-40B4-BE49-F238E27FC236}">
                <a16:creationId xmlns:a16="http://schemas.microsoft.com/office/drawing/2014/main" id="{40925002-DB9B-B5F6-AFED-58D66164FFF2}"/>
              </a:ext>
            </a:extLst>
          </p:cNvPr>
          <p:cNvSpPr txBox="1"/>
          <p:nvPr/>
        </p:nvSpPr>
        <p:spPr>
          <a:xfrm>
            <a:off x="1457798" y="1876285"/>
            <a:ext cx="535308" cy="9278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87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7 spatial views</a:t>
            </a:r>
            <a:endParaRPr lang="en-US" sz="487" dirty="0"/>
          </a:p>
        </p:txBody>
      </p:sp>
      <p:sp>
        <p:nvSpPr>
          <p:cNvPr id="26" name="Text | Identity">
            <a:extLst>
              <a:ext uri="{FF2B5EF4-FFF2-40B4-BE49-F238E27FC236}">
                <a16:creationId xmlns:a16="http://schemas.microsoft.com/office/drawing/2014/main" id="{93B90548-6C8A-23F1-711D-A7122C184B0B}"/>
              </a:ext>
            </a:extLst>
          </p:cNvPr>
          <p:cNvSpPr txBox="1"/>
          <p:nvPr/>
        </p:nvSpPr>
        <p:spPr>
          <a:xfrm>
            <a:off x="1452644" y="2201026"/>
            <a:ext cx="252577" cy="77319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19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Identity</a:t>
            </a:r>
            <a:endParaRPr lang="en-US" sz="419" dirty="0"/>
          </a:p>
        </p:txBody>
      </p:sp>
      <p:sp>
        <p:nvSpPr>
          <p:cNvPr id="27" name="Text | Gaussian ×2">
            <a:extLst>
              <a:ext uri="{FF2B5EF4-FFF2-40B4-BE49-F238E27FC236}">
                <a16:creationId xmlns:a16="http://schemas.microsoft.com/office/drawing/2014/main" id="{1C639667-E0DF-8EF0-5427-165D14B333DC}"/>
              </a:ext>
            </a:extLst>
          </p:cNvPr>
          <p:cNvSpPr txBox="1"/>
          <p:nvPr/>
        </p:nvSpPr>
        <p:spPr>
          <a:xfrm>
            <a:off x="1732798" y="2201026"/>
            <a:ext cx="278350" cy="77319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04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Gaussian ×2</a:t>
            </a:r>
            <a:endParaRPr lang="en-US" sz="404" dirty="0"/>
          </a:p>
        </p:txBody>
      </p:sp>
      <p:sp>
        <p:nvSpPr>
          <p:cNvPr id="28" name="Text | DoG ×2">
            <a:extLst>
              <a:ext uri="{FF2B5EF4-FFF2-40B4-BE49-F238E27FC236}">
                <a16:creationId xmlns:a16="http://schemas.microsoft.com/office/drawing/2014/main" id="{4E220102-8AC1-048F-DB4C-17387DE06A01}"/>
              </a:ext>
            </a:extLst>
          </p:cNvPr>
          <p:cNvSpPr txBox="1"/>
          <p:nvPr/>
        </p:nvSpPr>
        <p:spPr>
          <a:xfrm>
            <a:off x="1452644" y="2487108"/>
            <a:ext cx="252577" cy="77319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19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DoG ×2</a:t>
            </a:r>
            <a:endParaRPr lang="en-US" sz="419" dirty="0"/>
          </a:p>
        </p:txBody>
      </p:sp>
      <p:sp>
        <p:nvSpPr>
          <p:cNvPr id="29" name="Text | Receptor / suppression / ×2">
            <a:extLst>
              <a:ext uri="{FF2B5EF4-FFF2-40B4-BE49-F238E27FC236}">
                <a16:creationId xmlns:a16="http://schemas.microsoft.com/office/drawing/2014/main" id="{08F9C2D5-DFBF-635A-5751-F75B7BB8D644}"/>
              </a:ext>
            </a:extLst>
          </p:cNvPr>
          <p:cNvSpPr txBox="1"/>
          <p:nvPr/>
        </p:nvSpPr>
        <p:spPr>
          <a:xfrm>
            <a:off x="1732798" y="2484531"/>
            <a:ext cx="278350" cy="185567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397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</a:t>
            </a:r>
            <a:endParaRPr lang="en-US" sz="397" dirty="0"/>
          </a:p>
          <a:p>
            <a:pPr algn="ctr"/>
            <a:r>
              <a:rPr lang="en-US" sz="397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suppression</a:t>
            </a:r>
            <a:endParaRPr lang="en-US" sz="397" dirty="0"/>
          </a:p>
          <a:p>
            <a:pPr algn="ctr"/>
            <a:r>
              <a:rPr lang="en-US" sz="397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×2</a:t>
            </a:r>
            <a:endParaRPr lang="en-US" sz="397" dirty="0"/>
          </a:p>
        </p:txBody>
      </p:sp>
      <p:grpSp>
        <p:nvGrpSpPr>
          <p:cNvPr id="30" name="a | arrow views to 56 channels">
            <a:extLst>
              <a:ext uri="{FF2B5EF4-FFF2-40B4-BE49-F238E27FC236}">
                <a16:creationId xmlns:a16="http://schemas.microsoft.com/office/drawing/2014/main" id="{FF8705FD-9F43-86F3-63B6-CA09EAFB25F4}"/>
              </a:ext>
            </a:extLst>
          </p:cNvPr>
          <p:cNvGrpSpPr/>
          <p:nvPr/>
        </p:nvGrpSpPr>
        <p:grpSpPr>
          <a:xfrm>
            <a:off x="1715530" y="2680407"/>
            <a:ext cx="19845" cy="69587"/>
            <a:chOff x="498548" y="3682485"/>
            <a:chExt cx="27824" cy="101835"/>
          </a:xfrm>
        </p:grpSpPr>
        <p:cxnSp>
          <p:nvCxnSpPr>
            <p:cNvPr id="31" name="Arrow |  →  | path">
              <a:extLst>
                <a:ext uri="{FF2B5EF4-FFF2-40B4-BE49-F238E27FC236}">
                  <a16:creationId xmlns:a16="http://schemas.microsoft.com/office/drawing/2014/main" id="{B5652EDA-ABBF-CE78-4C71-B8222DC8CCB7}"/>
                </a:ext>
              </a:extLst>
            </p:cNvPr>
            <p:cNvCxnSpPr/>
            <p:nvPr/>
          </p:nvCxnSpPr>
          <p:spPr>
            <a:xfrm>
              <a:off x="512460" y="3682485"/>
              <a:ext cx="0" cy="10183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Arrow |  →  | editable arrowhead">
              <a:extLst>
                <a:ext uri="{FF2B5EF4-FFF2-40B4-BE49-F238E27FC236}">
                  <a16:creationId xmlns:a16="http://schemas.microsoft.com/office/drawing/2014/main" id="{92E4E440-BBC8-BD39-887C-D9C0DB01ECE8}"/>
                </a:ext>
              </a:extLst>
            </p:cNvPr>
            <p:cNvSpPr/>
            <p:nvPr/>
          </p:nvSpPr>
          <p:spPr>
            <a:xfrm>
              <a:off x="498548" y="375196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33" name="Text | 56 channels">
            <a:extLst>
              <a:ext uri="{FF2B5EF4-FFF2-40B4-BE49-F238E27FC236}">
                <a16:creationId xmlns:a16="http://schemas.microsoft.com/office/drawing/2014/main" id="{929F6C72-15D0-0B31-BCF7-3B7A0D2AF603}"/>
              </a:ext>
            </a:extLst>
          </p:cNvPr>
          <p:cNvSpPr txBox="1"/>
          <p:nvPr/>
        </p:nvSpPr>
        <p:spPr>
          <a:xfrm>
            <a:off x="1457798" y="3036076"/>
            <a:ext cx="535308" cy="10309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537" b="1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56 channels</a:t>
            </a:r>
            <a:endParaRPr lang="en-US" sz="537" dirty="0"/>
          </a:p>
        </p:txBody>
      </p:sp>
      <p:sp>
        <p:nvSpPr>
          <p:cNvPr id="34" name="Text | 4 × 2 × 7">
            <a:extLst>
              <a:ext uri="{FF2B5EF4-FFF2-40B4-BE49-F238E27FC236}">
                <a16:creationId xmlns:a16="http://schemas.microsoft.com/office/drawing/2014/main" id="{2ADB5EED-E64E-051D-D7B2-9989249A0DC0}"/>
              </a:ext>
            </a:extLst>
          </p:cNvPr>
          <p:cNvSpPr txBox="1"/>
          <p:nvPr/>
        </p:nvSpPr>
        <p:spPr>
          <a:xfrm>
            <a:off x="1457798" y="3144323"/>
            <a:ext cx="535308" cy="82474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5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× 2 × 7</a:t>
            </a:r>
            <a:endParaRPr lang="en-US" sz="451" dirty="0"/>
          </a:p>
        </p:txBody>
      </p:sp>
      <p:cxnSp>
        <p:nvCxnSpPr>
          <p:cNvPr id="35" name="path_1422">
            <a:extLst>
              <a:ext uri="{FF2B5EF4-FFF2-40B4-BE49-F238E27FC236}">
                <a16:creationId xmlns:a16="http://schemas.microsoft.com/office/drawing/2014/main" id="{6687D725-F3F1-06B7-4514-93AAC956C930}"/>
              </a:ext>
            </a:extLst>
          </p:cNvPr>
          <p:cNvCxnSpPr/>
          <p:nvPr/>
        </p:nvCxnSpPr>
        <p:spPr>
          <a:xfrm>
            <a:off x="1454996" y="3276056"/>
            <a:ext cx="543266" cy="0"/>
          </a:xfrm>
          <a:prstGeom prst="line">
            <a:avLst/>
          </a:prstGeom>
          <a:noFill/>
          <a:ln w="12700" cap="rnd" cmpd="sng" algn="ctr">
            <a:solidFill>
              <a:srgbClr val="C5D4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Text | Receptor atoms">
            <a:extLst>
              <a:ext uri="{FF2B5EF4-FFF2-40B4-BE49-F238E27FC236}">
                <a16:creationId xmlns:a16="http://schemas.microsoft.com/office/drawing/2014/main" id="{10D98193-3092-5A51-78AB-266FEA12BD2D}"/>
              </a:ext>
            </a:extLst>
          </p:cNvPr>
          <p:cNvSpPr txBox="1"/>
          <p:nvPr/>
        </p:nvSpPr>
        <p:spPr>
          <a:xfrm>
            <a:off x="1457798" y="3293808"/>
            <a:ext cx="535308" cy="9278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87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Receptor atoms</a:t>
            </a:r>
            <a:endParaRPr lang="en-US" sz="487" dirty="0"/>
          </a:p>
        </p:txBody>
      </p:sp>
      <p:grpSp>
        <p:nvGrpSpPr>
          <p:cNvPr id="37" name="Arrow |  → ">
            <a:extLst>
              <a:ext uri="{FF2B5EF4-FFF2-40B4-BE49-F238E27FC236}">
                <a16:creationId xmlns:a16="http://schemas.microsoft.com/office/drawing/2014/main" id="{8F8B2DF1-CF62-D81F-8AC5-2E5BEE58E97E}"/>
              </a:ext>
            </a:extLst>
          </p:cNvPr>
          <p:cNvGrpSpPr/>
          <p:nvPr/>
        </p:nvGrpSpPr>
        <p:grpSpPr>
          <a:xfrm>
            <a:off x="1701935" y="3517892"/>
            <a:ext cx="54091" cy="19614"/>
            <a:chOff x="479610" y="4913802"/>
            <a:chExt cx="75555" cy="27397"/>
          </a:xfrm>
        </p:grpSpPr>
        <p:cxnSp>
          <p:nvCxnSpPr>
            <p:cNvPr id="38" name="Arrow |  →  | path">
              <a:extLst>
                <a:ext uri="{FF2B5EF4-FFF2-40B4-BE49-F238E27FC236}">
                  <a16:creationId xmlns:a16="http://schemas.microsoft.com/office/drawing/2014/main" id="{469DB95A-1C34-70E2-C6F2-6F26107F5D37}"/>
                </a:ext>
              </a:extLst>
            </p:cNvPr>
            <p:cNvCxnSpPr/>
            <p:nvPr/>
          </p:nvCxnSpPr>
          <p:spPr>
            <a:xfrm>
              <a:off x="479610" y="4927500"/>
              <a:ext cx="75555" cy="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9" name="Arrow |  →  | editable arrowhead">
              <a:extLst>
                <a:ext uri="{FF2B5EF4-FFF2-40B4-BE49-F238E27FC236}">
                  <a16:creationId xmlns:a16="http://schemas.microsoft.com/office/drawing/2014/main" id="{F5BFCBD6-E75C-A7D3-6ABB-81586359D73C}"/>
                </a:ext>
              </a:extLst>
            </p:cNvPr>
            <p:cNvSpPr/>
            <p:nvPr/>
          </p:nvSpPr>
          <p:spPr>
            <a:xfrm>
              <a:off x="523301" y="4913802"/>
              <a:ext cx="31864" cy="27397"/>
            </a:xfrm>
            <a:custGeom>
              <a:avLst/>
              <a:gdLst/>
              <a:ahLst/>
              <a:cxnLst/>
              <a:rect l="0" t="0" r="w" b="h"/>
              <a:pathLst>
                <a:path w="31864" h="27397" stroke="0" extrusionOk="0">
                  <a:moveTo>
                    <a:pt x="31864" y="13698"/>
                  </a:moveTo>
                  <a:lnTo>
                    <a:pt x="0" y="2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180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40" name="Text | 50 features / atom">
            <a:extLst>
              <a:ext uri="{FF2B5EF4-FFF2-40B4-BE49-F238E27FC236}">
                <a16:creationId xmlns:a16="http://schemas.microsoft.com/office/drawing/2014/main" id="{CB851B93-B009-1F33-C221-182E48E34603}"/>
              </a:ext>
            </a:extLst>
          </p:cNvPr>
          <p:cNvSpPr txBox="1"/>
          <p:nvPr/>
        </p:nvSpPr>
        <p:spPr>
          <a:xfrm>
            <a:off x="1444912" y="3659786"/>
            <a:ext cx="561081" cy="9278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algn="ctr"/>
            <a:r>
              <a:rPr lang="en-US" sz="444" b="1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50 features / atom</a:t>
            </a:r>
            <a:endParaRPr lang="en-US" sz="444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C9A8D0EA-47EA-796B-9CB4-729188E4A88E}"/>
              </a:ext>
            </a:extLst>
          </p:cNvPr>
          <p:cNvGrpSpPr/>
          <p:nvPr/>
        </p:nvGrpSpPr>
        <p:grpSpPr>
          <a:xfrm>
            <a:off x="2111147" y="1706392"/>
            <a:ext cx="2963268" cy="2118971"/>
            <a:chOff x="2111147" y="1706392"/>
            <a:chExt cx="2963268" cy="2118971"/>
          </a:xfrm>
        </p:grpSpPr>
        <p:sp>
          <p:nvSpPr>
            <p:cNvPr id="42" name="c | panel background">
              <a:extLst>
                <a:ext uri="{FF2B5EF4-FFF2-40B4-BE49-F238E27FC236}">
                  <a16:creationId xmlns:a16="http://schemas.microsoft.com/office/drawing/2014/main" id="{043D4405-E4B8-A25B-DF91-EC223C798C7E}"/>
                </a:ext>
              </a:extLst>
            </p:cNvPr>
            <p:cNvSpPr/>
            <p:nvPr/>
          </p:nvSpPr>
          <p:spPr>
            <a:xfrm>
              <a:off x="2111147" y="1706392"/>
              <a:ext cx="2963268" cy="2118971"/>
            </a:xfrm>
            <a:prstGeom prst="roundRect">
              <a:avLst>
                <a:gd name="adj" fmla="val 1332"/>
              </a:avLst>
            </a:prstGeom>
            <a:solidFill>
              <a:srgbClr val="F5FBF8"/>
            </a:solidFill>
            <a:ln w="6480" cap="rnd" cmpd="sng" algn="ctr">
              <a:solidFill>
                <a:srgbClr val="BFDC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 sz="1289" dirty="0"/>
            </a:p>
          </p:txBody>
        </p:sp>
        <p:sp>
          <p:nvSpPr>
            <p:cNvPr id="43" name="Text | c">
              <a:extLst>
                <a:ext uri="{FF2B5EF4-FFF2-40B4-BE49-F238E27FC236}">
                  <a16:creationId xmlns:a16="http://schemas.microsoft.com/office/drawing/2014/main" id="{619B6E7B-DBFD-56C1-BB12-4CCB114F7D1E}"/>
                </a:ext>
              </a:extLst>
            </p:cNvPr>
            <p:cNvSpPr txBox="1"/>
            <p:nvPr/>
          </p:nvSpPr>
          <p:spPr>
            <a:xfrm>
              <a:off x="2162887" y="1707407"/>
              <a:ext cx="90908" cy="1369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76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760"/>
            </a:p>
          </p:txBody>
        </p:sp>
        <p:sp>
          <p:nvSpPr>
            <p:cNvPr id="44" name="Text | Match: candidate-to-identity assignment">
              <a:extLst>
                <a:ext uri="{FF2B5EF4-FFF2-40B4-BE49-F238E27FC236}">
                  <a16:creationId xmlns:a16="http://schemas.microsoft.com/office/drawing/2014/main" id="{D9A08404-ABF7-8087-B9E2-4DFBF6AFC588}"/>
                </a:ext>
              </a:extLst>
            </p:cNvPr>
            <p:cNvSpPr txBox="1"/>
            <p:nvPr/>
          </p:nvSpPr>
          <p:spPr>
            <a:xfrm>
              <a:off x="2264014" y="1721517"/>
              <a:ext cx="1873065" cy="11354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629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Match: candidate-to-identity assignment</a:t>
              </a:r>
              <a:endParaRPr lang="en-US" sz="629"/>
            </a:p>
          </p:txBody>
        </p:sp>
      </p:grpSp>
      <p:sp>
        <p:nvSpPr>
          <p:cNvPr id="45" name="Label 3 Candidate encoder">
            <a:extLst>
              <a:ext uri="{FF2B5EF4-FFF2-40B4-BE49-F238E27FC236}">
                <a16:creationId xmlns:a16="http://schemas.microsoft.com/office/drawing/2014/main" id="{6B5CC0A8-8762-17E5-D7D9-D13F1C0AF7D4}"/>
              </a:ext>
            </a:extLst>
          </p:cNvPr>
          <p:cNvSpPr>
            <a:spLocks noGrp="1"/>
          </p:cNvSpPr>
          <p:nvPr/>
        </p:nvSpPr>
        <p:spPr>
          <a:xfrm>
            <a:off x="2217416" y="1911126"/>
            <a:ext cx="1175089" cy="715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6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86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Candidate encoder</a:t>
            </a:r>
          </a:p>
        </p:txBody>
      </p:sp>
      <p:sp>
        <p:nvSpPr>
          <p:cNvPr id="46" name="Label 4 Identity encoder">
            <a:extLst>
              <a:ext uri="{FF2B5EF4-FFF2-40B4-BE49-F238E27FC236}">
                <a16:creationId xmlns:a16="http://schemas.microsoft.com/office/drawing/2014/main" id="{3D0D0DE1-DD97-023E-ABFA-932CE9AEFFD0}"/>
              </a:ext>
            </a:extLst>
          </p:cNvPr>
          <p:cNvSpPr>
            <a:spLocks noGrp="1"/>
          </p:cNvSpPr>
          <p:nvPr/>
        </p:nvSpPr>
        <p:spPr>
          <a:xfrm>
            <a:off x="3658177" y="1911126"/>
            <a:ext cx="1246616" cy="715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86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86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Identity encoder</a:t>
            </a:r>
          </a:p>
        </p:txBody>
      </p:sp>
      <p:sp>
        <p:nvSpPr>
          <p:cNvPr id="47" name="Line 5">
            <a:extLst>
              <a:ext uri="{FF2B5EF4-FFF2-40B4-BE49-F238E27FC236}">
                <a16:creationId xmlns:a16="http://schemas.microsoft.com/office/drawing/2014/main" id="{684C6A81-834D-3CCC-F90D-A5A4DB999787}"/>
              </a:ext>
            </a:extLst>
          </p:cNvPr>
          <p:cNvSpPr>
            <a:spLocks noGrp="1"/>
          </p:cNvSpPr>
          <p:nvPr/>
        </p:nvSpPr>
        <p:spPr>
          <a:xfrm>
            <a:off x="3572345" y="1915213"/>
            <a:ext cx="20" cy="1525947"/>
          </a:xfrm>
          <a:custGeom>
            <a:avLst/>
            <a:gdLst/>
            <a:ahLst/>
            <a:cxnLst/>
            <a:rect l="0" t="0" r="0" b="0"/>
            <a:pathLst>
              <a:path w="95" h="6534150">
                <a:moveTo>
                  <a:pt x="0" y="0"/>
                </a:moveTo>
                <a:lnTo>
                  <a:pt x="0" y="6534150"/>
                </a:lnTo>
              </a:path>
            </a:pathLst>
          </a:custGeom>
          <a:noFill/>
          <a:ln w="2452">
            <a:solidFill>
              <a:srgbClr val="DCE6E5"/>
            </a:solidFill>
            <a:prstDash val="solid"/>
          </a:ln>
        </p:spPr>
      </p:sp>
      <p:sp>
        <p:nvSpPr>
          <p:cNvPr id="48" name="Label 6 Density + atoms">
            <a:extLst>
              <a:ext uri="{FF2B5EF4-FFF2-40B4-BE49-F238E27FC236}">
                <a16:creationId xmlns:a16="http://schemas.microsoft.com/office/drawing/2014/main" id="{D2EE3D99-D294-E7D6-3998-2F237446FAB3}"/>
              </a:ext>
            </a:extLst>
          </p:cNvPr>
          <p:cNvSpPr>
            <a:spLocks noGrp="1"/>
          </p:cNvSpPr>
          <p:nvPr/>
        </p:nvSpPr>
        <p:spPr>
          <a:xfrm>
            <a:off x="2196980" y="2025555"/>
            <a:ext cx="367854" cy="61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Density + atoms</a:t>
            </a:r>
          </a:p>
        </p:txBody>
      </p:sp>
      <p:sp>
        <p:nvSpPr>
          <p:cNvPr id="49" name="Label 7 48³ crop">
            <a:extLst>
              <a:ext uri="{FF2B5EF4-FFF2-40B4-BE49-F238E27FC236}">
                <a16:creationId xmlns:a16="http://schemas.microsoft.com/office/drawing/2014/main" id="{62CE9B43-060C-7D46-C9DF-A7F291DBF061}"/>
              </a:ext>
            </a:extLst>
          </p:cNvPr>
          <p:cNvSpPr>
            <a:spLocks noGrp="1"/>
          </p:cNvSpPr>
          <p:nvPr/>
        </p:nvSpPr>
        <p:spPr>
          <a:xfrm>
            <a:off x="2184718" y="2305496"/>
            <a:ext cx="322894" cy="61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48³ crop</a:t>
            </a:r>
          </a:p>
        </p:txBody>
      </p:sp>
      <p:sp>
        <p:nvSpPr>
          <p:cNvPr id="50" name="Label 8 Base summary">
            <a:extLst>
              <a:ext uri="{FF2B5EF4-FFF2-40B4-BE49-F238E27FC236}">
                <a16:creationId xmlns:a16="http://schemas.microsoft.com/office/drawing/2014/main" id="{7A98FB6B-7A85-C552-8B84-5CB0F969F45A}"/>
              </a:ext>
            </a:extLst>
          </p:cNvPr>
          <p:cNvSpPr>
            <a:spLocks noGrp="1"/>
          </p:cNvSpPr>
          <p:nvPr/>
        </p:nvSpPr>
        <p:spPr>
          <a:xfrm>
            <a:off x="3165662" y="2023511"/>
            <a:ext cx="363767" cy="592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Base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Label 9 h">
                <a:extLst>
                  <a:ext uri="{FF2B5EF4-FFF2-40B4-BE49-F238E27FC236}">
                    <a16:creationId xmlns:a16="http://schemas.microsoft.com/office/drawing/2014/main" id="{5DF582D7-D297-C8BA-AA78-95998ADE49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96454" y="2086856"/>
                <a:ext cx="153272" cy="77648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ℎ</m:t>
                          </m:r>
                        </m:e>
                        <m:sub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vox</m:t>
                          </m:r>
                        </m:sup>
                      </m:sSubSup>
                    </m:oMath>
                  </m:oMathPara>
                </a14:m>
                <a:endParaRPr lang="en-US" sz="486"/>
              </a:p>
            </p:txBody>
          </p:sp>
        </mc:Choice>
        <mc:Fallback xmlns="">
          <p:sp>
            <p:nvSpPr>
              <p:cNvPr id="52" name="Label 9 h">
                <a:extLst>
                  <a:ext uri="{FF2B5EF4-FFF2-40B4-BE49-F238E27FC236}">
                    <a16:creationId xmlns:a16="http://schemas.microsoft.com/office/drawing/2014/main" id="{5DF582D7-D297-C8BA-AA78-95998ADE49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6454" y="2086856"/>
                <a:ext cx="153272" cy="77648"/>
              </a:xfrm>
              <a:prstGeom prst="rect">
                <a:avLst/>
              </a:prstGeom>
              <a:blipFill>
                <a:blip r:embed="rId4"/>
                <a:stretch>
                  <a:fillRect l="-16000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Arrow 10">
            <a:extLst>
              <a:ext uri="{FF2B5EF4-FFF2-40B4-BE49-F238E27FC236}">
                <a16:creationId xmlns:a16="http://schemas.microsoft.com/office/drawing/2014/main" id="{027A2625-F72A-D6EE-BACA-BDFA25FDC76B}"/>
              </a:ext>
            </a:extLst>
          </p:cNvPr>
          <p:cNvSpPr>
            <a:spLocks noGrp="1"/>
          </p:cNvSpPr>
          <p:nvPr/>
        </p:nvSpPr>
        <p:spPr>
          <a:xfrm>
            <a:off x="2464696" y="2215588"/>
            <a:ext cx="230931" cy="20"/>
          </a:xfrm>
          <a:custGeom>
            <a:avLst/>
            <a:gdLst/>
            <a:ahLst/>
            <a:cxnLst/>
            <a:rect l="0" t="0" r="0" b="0"/>
            <a:pathLst>
              <a:path w="1076325" h="95">
                <a:moveTo>
                  <a:pt x="0" y="0"/>
                </a:moveTo>
                <a:lnTo>
                  <a:pt x="1076325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54" name="Arrow 11">
            <a:extLst>
              <a:ext uri="{FF2B5EF4-FFF2-40B4-BE49-F238E27FC236}">
                <a16:creationId xmlns:a16="http://schemas.microsoft.com/office/drawing/2014/main" id="{27EB9761-3EDA-57F1-1AF1-66459B946F6A}"/>
              </a:ext>
            </a:extLst>
          </p:cNvPr>
          <p:cNvSpPr>
            <a:spLocks noGrp="1"/>
          </p:cNvSpPr>
          <p:nvPr/>
        </p:nvSpPr>
        <p:spPr>
          <a:xfrm>
            <a:off x="2942906" y="2215588"/>
            <a:ext cx="249323" cy="20"/>
          </a:xfrm>
          <a:custGeom>
            <a:avLst/>
            <a:gdLst/>
            <a:ahLst/>
            <a:cxnLst/>
            <a:rect l="0" t="0" r="0" b="0"/>
            <a:pathLst>
              <a:path w="1162050" h="9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55" name="Arrow 12">
            <a:extLst>
              <a:ext uri="{FF2B5EF4-FFF2-40B4-BE49-F238E27FC236}">
                <a16:creationId xmlns:a16="http://schemas.microsoft.com/office/drawing/2014/main" id="{71ECFB26-8ACE-178D-5C11-4CF1E93053C7}"/>
              </a:ext>
            </a:extLst>
          </p:cNvPr>
          <p:cNvSpPr>
            <a:spLocks noGrp="1"/>
          </p:cNvSpPr>
          <p:nvPr/>
        </p:nvSpPr>
        <p:spPr>
          <a:xfrm>
            <a:off x="3347545" y="2242151"/>
            <a:ext cx="20" cy="914066"/>
          </a:xfrm>
          <a:custGeom>
            <a:avLst/>
            <a:gdLst/>
            <a:ahLst/>
            <a:cxnLst/>
            <a:rect l="0" t="0" r="0" b="0"/>
            <a:pathLst>
              <a:path w="95" h="3609975">
                <a:moveTo>
                  <a:pt x="0" y="0"/>
                </a:moveTo>
                <a:lnTo>
                  <a:pt x="0" y="3609975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56" name="Operator ">
            <a:extLst>
              <a:ext uri="{FF2B5EF4-FFF2-40B4-BE49-F238E27FC236}">
                <a16:creationId xmlns:a16="http://schemas.microsoft.com/office/drawing/2014/main" id="{6EAA2B1B-24A8-D38E-708D-FEF2546F7541}"/>
              </a:ext>
            </a:extLst>
          </p:cNvPr>
          <p:cNvSpPr>
            <a:spLocks noGrp="1"/>
          </p:cNvSpPr>
          <p:nvPr/>
        </p:nvSpPr>
        <p:spPr>
          <a:xfrm>
            <a:off x="2250114" y="2483269"/>
            <a:ext cx="976856" cy="292201"/>
          </a:xfrm>
          <a:prstGeom prst="roundRect">
            <a:avLst>
              <a:gd name="adj" fmla="val 4895"/>
            </a:avLst>
          </a:prstGeom>
          <a:solidFill>
            <a:srgbClr val="FCFEFD"/>
          </a:solidFill>
          <a:ln w="3270">
            <a:solidFill>
              <a:srgbClr val="C6DDD5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7" name="Line 13">
            <a:extLst>
              <a:ext uri="{FF2B5EF4-FFF2-40B4-BE49-F238E27FC236}">
                <a16:creationId xmlns:a16="http://schemas.microsoft.com/office/drawing/2014/main" id="{9E5EED50-4B4F-91A4-C0CA-19F2B0BB5D4A}"/>
              </a:ext>
            </a:extLst>
          </p:cNvPr>
          <p:cNvSpPr>
            <a:spLocks noGrp="1"/>
          </p:cNvSpPr>
          <p:nvPr/>
        </p:nvSpPr>
        <p:spPr>
          <a:xfrm>
            <a:off x="2613881" y="2511876"/>
            <a:ext cx="20" cy="234987"/>
          </a:xfrm>
          <a:custGeom>
            <a:avLst/>
            <a:gdLst/>
            <a:ahLst/>
            <a:cxnLst/>
            <a:rect l="0" t="0" r="0" b="0"/>
            <a:pathLst>
              <a:path w="95" h="1095375">
                <a:moveTo>
                  <a:pt x="0" y="0"/>
                </a:moveTo>
                <a:lnTo>
                  <a:pt x="0" y="1095375"/>
                </a:lnTo>
              </a:path>
            </a:pathLst>
          </a:custGeom>
          <a:noFill/>
          <a:ln w="2452">
            <a:solidFill>
              <a:srgbClr val="C6DDD5"/>
            </a:solidFill>
            <a:prstDash val="dash"/>
          </a:ln>
        </p:spPr>
      </p:sp>
      <p:sp>
        <p:nvSpPr>
          <p:cNvPr id="58" name="Label 14 Pocket">
            <a:extLst>
              <a:ext uri="{FF2B5EF4-FFF2-40B4-BE49-F238E27FC236}">
                <a16:creationId xmlns:a16="http://schemas.microsoft.com/office/drawing/2014/main" id="{0DAA6646-3F9C-48C3-230D-0DCC7DCEDBDD}"/>
              </a:ext>
            </a:extLst>
          </p:cNvPr>
          <p:cNvSpPr>
            <a:spLocks noGrp="1"/>
          </p:cNvSpPr>
          <p:nvPr/>
        </p:nvSpPr>
        <p:spPr>
          <a:xfrm>
            <a:off x="2278725" y="2499616"/>
            <a:ext cx="302458" cy="61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Pocket</a:t>
            </a:r>
          </a:p>
        </p:txBody>
      </p:sp>
      <p:sp>
        <p:nvSpPr>
          <p:cNvPr id="59" name="Label 15 Cues from Find">
            <a:extLst>
              <a:ext uri="{FF2B5EF4-FFF2-40B4-BE49-F238E27FC236}">
                <a16:creationId xmlns:a16="http://schemas.microsoft.com/office/drawing/2014/main" id="{810AF5C5-B80A-93E7-E7AC-8029CDB05A54}"/>
              </a:ext>
            </a:extLst>
          </p:cNvPr>
          <p:cNvSpPr>
            <a:spLocks noGrp="1"/>
          </p:cNvSpPr>
          <p:nvPr/>
        </p:nvSpPr>
        <p:spPr>
          <a:xfrm>
            <a:off x="2628186" y="2499616"/>
            <a:ext cx="578348" cy="61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Cues from Find</a:t>
            </a:r>
          </a:p>
        </p:txBody>
      </p:sp>
      <p:sp>
        <p:nvSpPr>
          <p:cNvPr id="60" name="Label 16 Blob">
            <a:extLst>
              <a:ext uri="{FF2B5EF4-FFF2-40B4-BE49-F238E27FC236}">
                <a16:creationId xmlns:a16="http://schemas.microsoft.com/office/drawing/2014/main" id="{D1876F22-A386-B0DF-356A-08A522844E35}"/>
              </a:ext>
            </a:extLst>
          </p:cNvPr>
          <p:cNvSpPr>
            <a:spLocks noGrp="1"/>
          </p:cNvSpPr>
          <p:nvPr/>
        </p:nvSpPr>
        <p:spPr>
          <a:xfrm>
            <a:off x="2667488" y="2703952"/>
            <a:ext cx="214581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203646"/>
                </a:solidFill>
                <a:latin typeface="Arial"/>
                <a:ea typeface="Arial"/>
                <a:cs typeface="Arial"/>
              </a:rPr>
              <a:t>Blob</a:t>
            </a:r>
          </a:p>
        </p:txBody>
      </p:sp>
      <p:sp>
        <p:nvSpPr>
          <p:cNvPr id="61" name="Label 17 Pseudo">
            <a:extLst>
              <a:ext uri="{FF2B5EF4-FFF2-40B4-BE49-F238E27FC236}">
                <a16:creationId xmlns:a16="http://schemas.microsoft.com/office/drawing/2014/main" id="{3E752924-07D9-EC42-74EE-C2FAF92C30F8}"/>
              </a:ext>
            </a:extLst>
          </p:cNvPr>
          <p:cNvSpPr>
            <a:spLocks noGrp="1"/>
          </p:cNvSpPr>
          <p:nvPr/>
        </p:nvSpPr>
        <p:spPr>
          <a:xfrm>
            <a:off x="2939405" y="2703952"/>
            <a:ext cx="214581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203646"/>
                </a:solidFill>
                <a:latin typeface="Arial"/>
                <a:ea typeface="Arial"/>
                <a:cs typeface="Arial"/>
              </a:rPr>
              <a:t>Pseudo</a:t>
            </a:r>
            <a:r>
              <a:rPr lang="en-US" sz="400" b="0" dirty="0">
                <a:solidFill>
                  <a:srgbClr val="203646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400" b="0" dirty="0">
                <a:solidFill>
                  <a:srgbClr val="203646"/>
                </a:solidFill>
                <a:latin typeface="Arial"/>
                <a:ea typeface="Arial"/>
                <a:cs typeface="Arial"/>
              </a:rPr>
              <a:t>atoms</a:t>
            </a:r>
            <a:endParaRPr sz="400" b="0" dirty="0">
              <a:solidFill>
                <a:srgbClr val="2036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Operator Mean/max pool">
            <a:extLst>
              <a:ext uri="{FF2B5EF4-FFF2-40B4-BE49-F238E27FC236}">
                <a16:creationId xmlns:a16="http://schemas.microsoft.com/office/drawing/2014/main" id="{B21DBCD8-D2E8-5DD6-C7BB-8F83821B1013}"/>
              </a:ext>
            </a:extLst>
          </p:cNvPr>
          <p:cNvSpPr>
            <a:spLocks noGrp="1"/>
          </p:cNvSpPr>
          <p:nvPr/>
        </p:nvSpPr>
        <p:spPr>
          <a:xfrm>
            <a:off x="2250114" y="2967547"/>
            <a:ext cx="429163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Mean/max pool</a:t>
            </a:r>
          </a:p>
        </p:txBody>
      </p:sp>
      <p:sp>
        <p:nvSpPr>
          <p:cNvPr id="63" name="Operator Attention">
            <a:extLst>
              <a:ext uri="{FF2B5EF4-FFF2-40B4-BE49-F238E27FC236}">
                <a16:creationId xmlns:a16="http://schemas.microsoft.com/office/drawing/2014/main" id="{75697375-DCF2-CFE3-2105-BF97EE533EC0}"/>
              </a:ext>
            </a:extLst>
          </p:cNvPr>
          <p:cNvSpPr>
            <a:spLocks noGrp="1"/>
          </p:cNvSpPr>
          <p:nvPr/>
        </p:nvSpPr>
        <p:spPr>
          <a:xfrm>
            <a:off x="2797808" y="2967547"/>
            <a:ext cx="429163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Cross-attention</a:t>
            </a:r>
          </a:p>
        </p:txBody>
      </p:sp>
      <p:sp>
        <p:nvSpPr>
          <p:cNvPr id="64" name="Line 18">
            <a:extLst>
              <a:ext uri="{FF2B5EF4-FFF2-40B4-BE49-F238E27FC236}">
                <a16:creationId xmlns:a16="http://schemas.microsoft.com/office/drawing/2014/main" id="{554A97B3-7202-D966-A61C-33F3450A53A6}"/>
              </a:ext>
            </a:extLst>
          </p:cNvPr>
          <p:cNvSpPr>
            <a:spLocks noGrp="1"/>
          </p:cNvSpPr>
          <p:nvPr/>
        </p:nvSpPr>
        <p:spPr>
          <a:xfrm>
            <a:off x="2738543" y="2775470"/>
            <a:ext cx="20" cy="61301"/>
          </a:xfrm>
          <a:custGeom>
            <a:avLst/>
            <a:gdLst/>
            <a:ahLst/>
            <a:cxnLst/>
            <a:rect l="0" t="0" r="0" b="0"/>
            <a:pathLst>
              <a:path w="95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65" name="Line 19">
            <a:extLst>
              <a:ext uri="{FF2B5EF4-FFF2-40B4-BE49-F238E27FC236}">
                <a16:creationId xmlns:a16="http://schemas.microsoft.com/office/drawing/2014/main" id="{4B50FF33-24F3-5F84-237D-C648C293E7A8}"/>
              </a:ext>
            </a:extLst>
          </p:cNvPr>
          <p:cNvSpPr>
            <a:spLocks noGrp="1"/>
          </p:cNvSpPr>
          <p:nvPr/>
        </p:nvSpPr>
        <p:spPr>
          <a:xfrm>
            <a:off x="2464696" y="2836771"/>
            <a:ext cx="547694" cy="47"/>
          </a:xfrm>
          <a:custGeom>
            <a:avLst/>
            <a:gdLst/>
            <a:ahLst/>
            <a:cxnLst/>
            <a:rect l="0" t="0" r="0" b="0"/>
            <a:pathLst>
              <a:path w="2552700" h="95">
                <a:moveTo>
                  <a:pt x="0" y="0"/>
                </a:moveTo>
                <a:lnTo>
                  <a:pt x="2552700" y="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66" name="Arrow 20">
            <a:extLst>
              <a:ext uri="{FF2B5EF4-FFF2-40B4-BE49-F238E27FC236}">
                <a16:creationId xmlns:a16="http://schemas.microsoft.com/office/drawing/2014/main" id="{B4A0F68D-D635-C5EE-AE4F-09DA0A8583D5}"/>
              </a:ext>
            </a:extLst>
          </p:cNvPr>
          <p:cNvSpPr>
            <a:spLocks noGrp="1"/>
          </p:cNvSpPr>
          <p:nvPr/>
        </p:nvSpPr>
        <p:spPr>
          <a:xfrm>
            <a:off x="2464696" y="2836771"/>
            <a:ext cx="20" cy="102752"/>
          </a:xfrm>
          <a:custGeom>
            <a:avLst/>
            <a:gdLst/>
            <a:ahLst/>
            <a:cxnLst/>
            <a:rect l="0" t="0" r="0" b="0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67" name="Arrow 21">
            <a:extLst>
              <a:ext uri="{FF2B5EF4-FFF2-40B4-BE49-F238E27FC236}">
                <a16:creationId xmlns:a16="http://schemas.microsoft.com/office/drawing/2014/main" id="{738FF7B0-EF10-61B7-298E-2F2ABB2E5983}"/>
              </a:ext>
            </a:extLst>
          </p:cNvPr>
          <p:cNvSpPr>
            <a:spLocks noGrp="1"/>
          </p:cNvSpPr>
          <p:nvPr/>
        </p:nvSpPr>
        <p:spPr>
          <a:xfrm>
            <a:off x="3012389" y="2836771"/>
            <a:ext cx="20" cy="102752"/>
          </a:xfrm>
          <a:custGeom>
            <a:avLst/>
            <a:gdLst/>
            <a:ahLst/>
            <a:cxnLst/>
            <a:rect l="0" t="0" r="0" b="0"/>
            <a:pathLst>
              <a:path w="9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68" name="Label 22 K, V">
            <a:extLst>
              <a:ext uri="{FF2B5EF4-FFF2-40B4-BE49-F238E27FC236}">
                <a16:creationId xmlns:a16="http://schemas.microsoft.com/office/drawing/2014/main" id="{9C772881-4E10-C6B0-DC4A-4E96E0582DA0}"/>
              </a:ext>
            </a:extLst>
          </p:cNvPr>
          <p:cNvSpPr>
            <a:spLocks noGrp="1"/>
          </p:cNvSpPr>
          <p:nvPr/>
        </p:nvSpPr>
        <p:spPr>
          <a:xfrm>
            <a:off x="3028738" y="2834414"/>
            <a:ext cx="134880" cy="12379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2B887C"/>
                </a:solidFill>
                <a:latin typeface="Arial"/>
                <a:ea typeface="Arial"/>
                <a:cs typeface="Arial"/>
              </a:rPr>
              <a:t>K, V</a:t>
            </a:r>
          </a:p>
        </p:txBody>
      </p:sp>
      <p:sp>
        <p:nvSpPr>
          <p:cNvPr id="69" name="Arrow 23">
            <a:extLst>
              <a:ext uri="{FF2B5EF4-FFF2-40B4-BE49-F238E27FC236}">
                <a16:creationId xmlns:a16="http://schemas.microsoft.com/office/drawing/2014/main" id="{A785A34E-AF3C-C366-183C-FF56BE0BE69A}"/>
              </a:ext>
            </a:extLst>
          </p:cNvPr>
          <p:cNvSpPr>
            <a:spLocks noGrp="1"/>
          </p:cNvSpPr>
          <p:nvPr/>
        </p:nvSpPr>
        <p:spPr>
          <a:xfrm>
            <a:off x="3237189" y="3016588"/>
            <a:ext cx="110356" cy="20"/>
          </a:xfrm>
          <a:custGeom>
            <a:avLst/>
            <a:gdLst/>
            <a:ahLst/>
            <a:cxnLst/>
            <a:rect l="0" t="0" r="0" b="0"/>
            <a:pathLst>
              <a:path w="514350" h="95">
                <a:moveTo>
                  <a:pt x="514350" y="0"/>
                </a:moveTo>
                <a:lnTo>
                  <a:pt x="0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70" name="Label 24 Q">
            <a:extLst>
              <a:ext uri="{FF2B5EF4-FFF2-40B4-BE49-F238E27FC236}">
                <a16:creationId xmlns:a16="http://schemas.microsoft.com/office/drawing/2014/main" id="{84552AEB-3A9B-7E9F-A1E7-9E7E269AAAB2}"/>
              </a:ext>
            </a:extLst>
          </p:cNvPr>
          <p:cNvSpPr>
            <a:spLocks noGrp="1"/>
          </p:cNvSpPr>
          <p:nvPr/>
        </p:nvSpPr>
        <p:spPr>
          <a:xfrm>
            <a:off x="3269887" y="2930182"/>
            <a:ext cx="59265" cy="78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397FA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397FA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71" name="Line 25">
            <a:extLst>
              <a:ext uri="{FF2B5EF4-FFF2-40B4-BE49-F238E27FC236}">
                <a16:creationId xmlns:a16="http://schemas.microsoft.com/office/drawing/2014/main" id="{901444A3-1252-A452-7196-CBCD827D40AA}"/>
              </a:ext>
            </a:extLst>
          </p:cNvPr>
          <p:cNvSpPr>
            <a:spLocks noGrp="1"/>
          </p:cNvSpPr>
          <p:nvPr/>
        </p:nvSpPr>
        <p:spPr>
          <a:xfrm>
            <a:off x="2464696" y="3067672"/>
            <a:ext cx="273847" cy="75897"/>
          </a:xfrm>
          <a:custGeom>
            <a:avLst/>
            <a:gdLst/>
            <a:ahLst/>
            <a:cxnLst/>
            <a:rect l="0" t="0" r="0" b="0"/>
            <a:pathLst>
              <a:path w="1276350" h="285750">
                <a:moveTo>
                  <a:pt x="0" y="0"/>
                </a:moveTo>
                <a:lnTo>
                  <a:pt x="0" y="285750"/>
                </a:lnTo>
                <a:lnTo>
                  <a:pt x="1276350" y="2857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72" name="Arrow 26">
            <a:extLst>
              <a:ext uri="{FF2B5EF4-FFF2-40B4-BE49-F238E27FC236}">
                <a16:creationId xmlns:a16="http://schemas.microsoft.com/office/drawing/2014/main" id="{90EC0380-EA66-7028-D5C4-F64175DE6093}"/>
              </a:ext>
            </a:extLst>
          </p:cNvPr>
          <p:cNvSpPr>
            <a:spLocks noGrp="1"/>
          </p:cNvSpPr>
          <p:nvPr/>
        </p:nvSpPr>
        <p:spPr>
          <a:xfrm>
            <a:off x="2738543" y="3067672"/>
            <a:ext cx="273847" cy="106255"/>
          </a:xfrm>
          <a:custGeom>
            <a:avLst/>
            <a:gdLst/>
            <a:ahLst/>
            <a:cxnLst/>
            <a:rect l="0" t="0" r="0" b="0"/>
            <a:pathLst>
              <a:path w="1276350" h="400050">
                <a:moveTo>
                  <a:pt x="1276350" y="0"/>
                </a:moveTo>
                <a:lnTo>
                  <a:pt x="1276350" y="285750"/>
                </a:lnTo>
                <a:lnTo>
                  <a:pt x="0" y="285750"/>
                </a:lnTo>
                <a:lnTo>
                  <a:pt x="0" y="4000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73" name="Label 27 Concat">
            <a:extLst>
              <a:ext uri="{FF2B5EF4-FFF2-40B4-BE49-F238E27FC236}">
                <a16:creationId xmlns:a16="http://schemas.microsoft.com/office/drawing/2014/main" id="{FAA71DC9-AFE7-D234-8E7A-EA5573BA1B8C}"/>
              </a:ext>
            </a:extLst>
          </p:cNvPr>
          <p:cNvSpPr>
            <a:spLocks noGrp="1"/>
          </p:cNvSpPr>
          <p:nvPr/>
        </p:nvSpPr>
        <p:spPr>
          <a:xfrm>
            <a:off x="2646579" y="3070202"/>
            <a:ext cx="183927" cy="632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74" name="Operator MLP">
            <a:extLst>
              <a:ext uri="{FF2B5EF4-FFF2-40B4-BE49-F238E27FC236}">
                <a16:creationId xmlns:a16="http://schemas.microsoft.com/office/drawing/2014/main" id="{E8D7AAA4-507E-0CE4-2C54-AB24314D5AAC}"/>
              </a:ext>
            </a:extLst>
          </p:cNvPr>
          <p:cNvSpPr>
            <a:spLocks noGrp="1"/>
          </p:cNvSpPr>
          <p:nvPr/>
        </p:nvSpPr>
        <p:spPr>
          <a:xfrm>
            <a:off x="2632274" y="3182100"/>
            <a:ext cx="212538" cy="8582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MLP</a:t>
            </a:r>
          </a:p>
        </p:txBody>
      </p:sp>
      <p:sp>
        <p:nvSpPr>
          <p:cNvPr id="75" name="Arrow 28">
            <a:extLst>
              <a:ext uri="{FF2B5EF4-FFF2-40B4-BE49-F238E27FC236}">
                <a16:creationId xmlns:a16="http://schemas.microsoft.com/office/drawing/2014/main" id="{C539AC33-382F-CD2C-B8E4-47E49C75CDE5}"/>
              </a:ext>
            </a:extLst>
          </p:cNvPr>
          <p:cNvSpPr>
            <a:spLocks noGrp="1"/>
          </p:cNvSpPr>
          <p:nvPr/>
        </p:nvSpPr>
        <p:spPr>
          <a:xfrm>
            <a:off x="2844811" y="3225011"/>
            <a:ext cx="392377" cy="20"/>
          </a:xfrm>
          <a:custGeom>
            <a:avLst/>
            <a:gdLst/>
            <a:ahLst/>
            <a:cxnLst/>
            <a:rect l="0" t="0" r="0" b="0"/>
            <a:pathLst>
              <a:path w="1828800" h="9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76" name="Operator FiLM">
            <a:extLst>
              <a:ext uri="{FF2B5EF4-FFF2-40B4-BE49-F238E27FC236}">
                <a16:creationId xmlns:a16="http://schemas.microsoft.com/office/drawing/2014/main" id="{4E577D02-6153-A76E-35D2-301A0DC2210B}"/>
              </a:ext>
            </a:extLst>
          </p:cNvPr>
          <p:cNvSpPr>
            <a:spLocks noGrp="1"/>
          </p:cNvSpPr>
          <p:nvPr/>
        </p:nvSpPr>
        <p:spPr>
          <a:xfrm>
            <a:off x="3249451" y="3173927"/>
            <a:ext cx="196189" cy="100125"/>
          </a:xfrm>
          <a:prstGeom prst="roundRect">
            <a:avLst>
              <a:gd name="adj" fmla="val 14286"/>
            </a:avLst>
          </a:prstGeom>
          <a:solidFill>
            <a:srgbClr val="F4F0F8"/>
          </a:solidFill>
          <a:ln w="3270">
            <a:solidFill>
              <a:srgbClr val="9988B8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17" b="1">
                <a:solidFill>
                  <a:srgbClr val="9988B8"/>
                </a:solidFill>
                <a:latin typeface="Arial"/>
                <a:ea typeface="Arial"/>
                <a:cs typeface="Arial"/>
              </a:defRPr>
            </a:pPr>
            <a:r>
              <a:rPr sz="417" b="1">
                <a:solidFill>
                  <a:srgbClr val="9988B8"/>
                </a:solidFill>
                <a:latin typeface="Arial"/>
                <a:ea typeface="Arial"/>
                <a:cs typeface="Arial"/>
              </a:rPr>
              <a:t>FiLM</a:t>
            </a:r>
          </a:p>
        </p:txBody>
      </p:sp>
      <p:sp>
        <p:nvSpPr>
          <p:cNvPr id="77" name="Arrow 29">
            <a:extLst>
              <a:ext uri="{FF2B5EF4-FFF2-40B4-BE49-F238E27FC236}">
                <a16:creationId xmlns:a16="http://schemas.microsoft.com/office/drawing/2014/main" id="{0FF15C68-D630-C9EE-6B8D-3F6F2C456C7F}"/>
              </a:ext>
            </a:extLst>
          </p:cNvPr>
          <p:cNvSpPr>
            <a:spLocks noGrp="1"/>
          </p:cNvSpPr>
          <p:nvPr/>
        </p:nvSpPr>
        <p:spPr>
          <a:xfrm>
            <a:off x="3347545" y="3274052"/>
            <a:ext cx="20" cy="75605"/>
          </a:xfrm>
          <a:custGeom>
            <a:avLst/>
            <a:gdLst/>
            <a:ahLst/>
            <a:cxnLst/>
            <a:rect l="0" t="0" r="0" b="0"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Label 30 h">
                <a:extLst>
                  <a:ext uri="{FF2B5EF4-FFF2-40B4-BE49-F238E27FC236}">
                    <a16:creationId xmlns:a16="http://schemas.microsoft.com/office/drawing/2014/main" id="{089F8EB0-D83F-0171-C063-0DB714962BA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16753" y="3284269"/>
                <a:ext cx="106269" cy="694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ℎ</m:t>
                          </m:r>
                        </m:e>
                        <m:sub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486"/>
              </a:p>
            </p:txBody>
          </p:sp>
        </mc:Choice>
        <mc:Fallback xmlns="">
          <p:sp>
            <p:nvSpPr>
              <p:cNvPr id="79" name="Label 30 h">
                <a:extLst>
                  <a:ext uri="{FF2B5EF4-FFF2-40B4-BE49-F238E27FC236}">
                    <a16:creationId xmlns:a16="http://schemas.microsoft.com/office/drawing/2014/main" id="{089F8EB0-D83F-0171-C063-0DB714962B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753" y="3284269"/>
                <a:ext cx="106269" cy="69474"/>
              </a:xfrm>
              <a:prstGeom prst="rect">
                <a:avLst/>
              </a:prstGeom>
              <a:blipFill>
                <a:blip r:embed="rId5"/>
                <a:stretch>
                  <a:fillRect l="-23529" b="-5454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Label 31 User-provided SMILES · same PDB">
            <a:extLst>
              <a:ext uri="{FF2B5EF4-FFF2-40B4-BE49-F238E27FC236}">
                <a16:creationId xmlns:a16="http://schemas.microsoft.com/office/drawing/2014/main" id="{FA697514-484F-ABDD-66D0-BF7E69D0AB09}"/>
              </a:ext>
            </a:extLst>
          </p:cNvPr>
          <p:cNvSpPr>
            <a:spLocks noGrp="1"/>
          </p:cNvSpPr>
          <p:nvPr/>
        </p:nvSpPr>
        <p:spPr>
          <a:xfrm>
            <a:off x="3705181" y="1986731"/>
            <a:ext cx="1238441" cy="653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17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17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User-provided SMILES · same PDB</a:t>
            </a:r>
          </a:p>
        </p:txBody>
      </p:sp>
      <p:sp>
        <p:nvSpPr>
          <p:cNvPr id="81" name="Operator ">
            <a:extLst>
              <a:ext uri="{FF2B5EF4-FFF2-40B4-BE49-F238E27FC236}">
                <a16:creationId xmlns:a16="http://schemas.microsoft.com/office/drawing/2014/main" id="{C43941CD-8F4C-D34C-B0D4-8D2799101932}"/>
              </a:ext>
            </a:extLst>
          </p:cNvPr>
          <p:cNvSpPr>
            <a:spLocks noGrp="1"/>
          </p:cNvSpPr>
          <p:nvPr/>
        </p:nvSpPr>
        <p:spPr>
          <a:xfrm>
            <a:off x="4068947" y="2062335"/>
            <a:ext cx="439381" cy="349776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3270">
            <a:solidFill>
              <a:srgbClr val="BFD9CF"/>
            </a:solidFill>
          </a:ln>
        </p:spPr>
      </p:sp>
      <p:sp>
        <p:nvSpPr>
          <p:cNvPr id="82" name="Operator ">
            <a:extLst>
              <a:ext uri="{FF2B5EF4-FFF2-40B4-BE49-F238E27FC236}">
                <a16:creationId xmlns:a16="http://schemas.microsoft.com/office/drawing/2014/main" id="{44AA21B6-7457-1D5F-80E0-9F24ADCA9426}"/>
              </a:ext>
            </a:extLst>
          </p:cNvPr>
          <p:cNvSpPr>
            <a:spLocks noGrp="1"/>
          </p:cNvSpPr>
          <p:nvPr/>
        </p:nvSpPr>
        <p:spPr>
          <a:xfrm>
            <a:off x="4081209" y="2248282"/>
            <a:ext cx="414857" cy="69474"/>
          </a:xfrm>
          <a:prstGeom prst="roundRect">
            <a:avLst>
              <a:gd name="adj" fmla="val 20588"/>
            </a:avLst>
          </a:prstGeom>
          <a:solidFill>
            <a:srgbClr val="EDF6F1"/>
          </a:solidFill>
          <a:ln w="3270">
            <a:solidFill>
              <a:srgbClr val="2B887C"/>
            </a:solidFill>
          </a:ln>
        </p:spPr>
      </p:sp>
      <p:sp>
        <p:nvSpPr>
          <p:cNvPr id="83" name="Label 32 1">
            <a:extLst>
              <a:ext uri="{FF2B5EF4-FFF2-40B4-BE49-F238E27FC236}">
                <a16:creationId xmlns:a16="http://schemas.microsoft.com/office/drawing/2014/main" id="{4A69C17C-F264-822C-57C9-F3CDEAF2A48B}"/>
              </a:ext>
            </a:extLst>
          </p:cNvPr>
          <p:cNvSpPr>
            <a:spLocks noGrp="1"/>
          </p:cNvSpPr>
          <p:nvPr/>
        </p:nvSpPr>
        <p:spPr>
          <a:xfrm>
            <a:off x="4091427" y="2074595"/>
            <a:ext cx="5313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5D83A8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5D83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4" name="Label 33 CCO">
            <a:extLst>
              <a:ext uri="{FF2B5EF4-FFF2-40B4-BE49-F238E27FC236}">
                <a16:creationId xmlns:a16="http://schemas.microsoft.com/office/drawing/2014/main" id="{B01DB248-E9F9-73E1-3BD1-4C7C8D161ABD}"/>
              </a:ext>
            </a:extLst>
          </p:cNvPr>
          <p:cNvSpPr>
            <a:spLocks noGrp="1"/>
          </p:cNvSpPr>
          <p:nvPr/>
        </p:nvSpPr>
        <p:spPr>
          <a:xfrm>
            <a:off x="4160911" y="2074595"/>
            <a:ext cx="32289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00" b="0">
                <a:solidFill>
                  <a:srgbClr val="5D83A8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5D83A8"/>
                </a:solidFill>
                <a:latin typeface="Arial"/>
                <a:ea typeface="Arial"/>
                <a:cs typeface="Arial"/>
              </a:rPr>
              <a:t>CCO</a:t>
            </a:r>
          </a:p>
        </p:txBody>
      </p:sp>
      <p:sp>
        <p:nvSpPr>
          <p:cNvPr id="85" name="Label 34 2">
            <a:extLst>
              <a:ext uri="{FF2B5EF4-FFF2-40B4-BE49-F238E27FC236}">
                <a16:creationId xmlns:a16="http://schemas.microsoft.com/office/drawing/2014/main" id="{1B5E384B-A0CD-27E4-E74F-A790939BE2B9}"/>
              </a:ext>
            </a:extLst>
          </p:cNvPr>
          <p:cNvSpPr>
            <a:spLocks noGrp="1"/>
          </p:cNvSpPr>
          <p:nvPr/>
        </p:nvSpPr>
        <p:spPr>
          <a:xfrm>
            <a:off x="4091427" y="2164504"/>
            <a:ext cx="5313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AC844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AC84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6" name="Label 35 CC(=O)O">
            <a:extLst>
              <a:ext uri="{FF2B5EF4-FFF2-40B4-BE49-F238E27FC236}">
                <a16:creationId xmlns:a16="http://schemas.microsoft.com/office/drawing/2014/main" id="{C0176642-9B10-5B68-9F0F-61B79A6B9DE4}"/>
              </a:ext>
            </a:extLst>
          </p:cNvPr>
          <p:cNvSpPr>
            <a:spLocks noGrp="1"/>
          </p:cNvSpPr>
          <p:nvPr/>
        </p:nvSpPr>
        <p:spPr>
          <a:xfrm>
            <a:off x="4160911" y="2164504"/>
            <a:ext cx="32289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00" b="0">
                <a:solidFill>
                  <a:srgbClr val="AC844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AC844C"/>
                </a:solidFill>
                <a:latin typeface="Arial"/>
                <a:ea typeface="Arial"/>
                <a:cs typeface="Arial"/>
              </a:rPr>
              <a:t>CC(=O)O</a:t>
            </a:r>
          </a:p>
        </p:txBody>
      </p:sp>
      <p:sp>
        <p:nvSpPr>
          <p:cNvPr id="87" name="Label 36 k">
            <a:extLst>
              <a:ext uri="{FF2B5EF4-FFF2-40B4-BE49-F238E27FC236}">
                <a16:creationId xmlns:a16="http://schemas.microsoft.com/office/drawing/2014/main" id="{0363D78B-C5B7-8069-E283-358882294AC5}"/>
              </a:ext>
            </a:extLst>
          </p:cNvPr>
          <p:cNvSpPr>
            <a:spLocks noGrp="1"/>
          </p:cNvSpPr>
          <p:nvPr/>
        </p:nvSpPr>
        <p:spPr>
          <a:xfrm>
            <a:off x="4091427" y="2254412"/>
            <a:ext cx="5313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88" name="Label 37 Cc1ccccc1">
            <a:extLst>
              <a:ext uri="{FF2B5EF4-FFF2-40B4-BE49-F238E27FC236}">
                <a16:creationId xmlns:a16="http://schemas.microsoft.com/office/drawing/2014/main" id="{245A7B3C-25EC-E0F7-6FDB-508C962B5B13}"/>
              </a:ext>
            </a:extLst>
          </p:cNvPr>
          <p:cNvSpPr>
            <a:spLocks noGrp="1"/>
          </p:cNvSpPr>
          <p:nvPr/>
        </p:nvSpPr>
        <p:spPr>
          <a:xfrm>
            <a:off x="4160911" y="2254412"/>
            <a:ext cx="32289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Cc1ccccc1</a:t>
            </a:r>
          </a:p>
        </p:txBody>
      </p:sp>
      <p:sp>
        <p:nvSpPr>
          <p:cNvPr id="89" name="Label 38 K">
            <a:extLst>
              <a:ext uri="{FF2B5EF4-FFF2-40B4-BE49-F238E27FC236}">
                <a16:creationId xmlns:a16="http://schemas.microsoft.com/office/drawing/2014/main" id="{A2582FA0-9309-416A-A8C7-FB7EC673887A}"/>
              </a:ext>
            </a:extLst>
          </p:cNvPr>
          <p:cNvSpPr>
            <a:spLocks noGrp="1"/>
          </p:cNvSpPr>
          <p:nvPr/>
        </p:nvSpPr>
        <p:spPr>
          <a:xfrm>
            <a:off x="4091427" y="2344320"/>
            <a:ext cx="5313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9580A8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9580A8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90" name="Label 39 CC(N)=O">
            <a:extLst>
              <a:ext uri="{FF2B5EF4-FFF2-40B4-BE49-F238E27FC236}">
                <a16:creationId xmlns:a16="http://schemas.microsoft.com/office/drawing/2014/main" id="{7EBDBA4B-FF2E-EBAF-BF93-48D7944940C0}"/>
              </a:ext>
            </a:extLst>
          </p:cNvPr>
          <p:cNvSpPr>
            <a:spLocks noGrp="1"/>
          </p:cNvSpPr>
          <p:nvPr/>
        </p:nvSpPr>
        <p:spPr>
          <a:xfrm>
            <a:off x="4160911" y="2344320"/>
            <a:ext cx="322894" cy="5721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00" b="0">
                <a:solidFill>
                  <a:srgbClr val="9580A8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9580A8"/>
                </a:solidFill>
                <a:latin typeface="Arial"/>
                <a:ea typeface="Arial"/>
                <a:cs typeface="Arial"/>
              </a:rPr>
              <a:t>CC(N)=O</a:t>
            </a:r>
          </a:p>
        </p:txBody>
      </p:sp>
      <p:sp>
        <p:nvSpPr>
          <p:cNvPr id="91" name="Label 40 ···">
            <a:extLst>
              <a:ext uri="{FF2B5EF4-FFF2-40B4-BE49-F238E27FC236}">
                <a16:creationId xmlns:a16="http://schemas.microsoft.com/office/drawing/2014/main" id="{8AAB699A-96EE-C243-4E66-4CB449FB094D}"/>
              </a:ext>
            </a:extLst>
          </p:cNvPr>
          <p:cNvSpPr>
            <a:spLocks noGrp="1"/>
          </p:cNvSpPr>
          <p:nvPr/>
        </p:nvSpPr>
        <p:spPr>
          <a:xfrm>
            <a:off x="4100000" y="2219675"/>
            <a:ext cx="90000" cy="286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92" name="Label 41 ···">
            <a:extLst>
              <a:ext uri="{FF2B5EF4-FFF2-40B4-BE49-F238E27FC236}">
                <a16:creationId xmlns:a16="http://schemas.microsoft.com/office/drawing/2014/main" id="{12B6820B-0F14-5308-3392-17E2564CAF01}"/>
              </a:ext>
            </a:extLst>
          </p:cNvPr>
          <p:cNvSpPr>
            <a:spLocks noGrp="1"/>
          </p:cNvSpPr>
          <p:nvPr/>
        </p:nvSpPr>
        <p:spPr>
          <a:xfrm>
            <a:off x="4100000" y="2320021"/>
            <a:ext cx="90000" cy="2860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···</a:t>
            </a:r>
          </a:p>
        </p:txBody>
      </p:sp>
      <p:sp>
        <p:nvSpPr>
          <p:cNvPr id="93" name="Arrow 42">
            <a:extLst>
              <a:ext uri="{FF2B5EF4-FFF2-40B4-BE49-F238E27FC236}">
                <a16:creationId xmlns:a16="http://schemas.microsoft.com/office/drawing/2014/main" id="{4949391B-1FC1-2300-D73B-6D911D83C4E2}"/>
              </a:ext>
            </a:extLst>
          </p:cNvPr>
          <p:cNvSpPr>
            <a:spLocks noGrp="1"/>
          </p:cNvSpPr>
          <p:nvPr/>
        </p:nvSpPr>
        <p:spPr>
          <a:xfrm>
            <a:off x="3817581" y="2283019"/>
            <a:ext cx="251367" cy="182461"/>
          </a:xfrm>
          <a:custGeom>
            <a:avLst/>
            <a:gdLst/>
            <a:ahLst/>
            <a:cxnLst/>
            <a:rect l="0" t="0" r="0" b="0"/>
            <a:pathLst>
              <a:path w="1171575" h="704850">
                <a:moveTo>
                  <a:pt x="1171575" y="0"/>
                </a:moveTo>
                <a:lnTo>
                  <a:pt x="0" y="0"/>
                </a:lnTo>
                <a:lnTo>
                  <a:pt x="0" y="7048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94" name="Label 43 RDKit">
            <a:extLst>
              <a:ext uri="{FF2B5EF4-FFF2-40B4-BE49-F238E27FC236}">
                <a16:creationId xmlns:a16="http://schemas.microsoft.com/office/drawing/2014/main" id="{EA6A0A7B-6C99-76D4-DFB9-5BDB63019736}"/>
              </a:ext>
            </a:extLst>
          </p:cNvPr>
          <p:cNvSpPr>
            <a:spLocks noGrp="1"/>
          </p:cNvSpPr>
          <p:nvPr/>
        </p:nvSpPr>
        <p:spPr>
          <a:xfrm>
            <a:off x="3858453" y="2295279"/>
            <a:ext cx="173709" cy="551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RDKit</a:t>
            </a:r>
          </a:p>
        </p:txBody>
      </p:sp>
      <p:sp>
        <p:nvSpPr>
          <p:cNvPr id="95" name="Arrow 44">
            <a:extLst>
              <a:ext uri="{FF2B5EF4-FFF2-40B4-BE49-F238E27FC236}">
                <a16:creationId xmlns:a16="http://schemas.microsoft.com/office/drawing/2014/main" id="{3EE6140F-6046-1F49-EF96-A10F0CDE2EFA}"/>
              </a:ext>
            </a:extLst>
          </p:cNvPr>
          <p:cNvSpPr>
            <a:spLocks noGrp="1"/>
          </p:cNvSpPr>
          <p:nvPr/>
        </p:nvSpPr>
        <p:spPr>
          <a:xfrm>
            <a:off x="4287616" y="2412112"/>
            <a:ext cx="20" cy="87504"/>
          </a:xfrm>
          <a:custGeom>
            <a:avLst/>
            <a:gdLst/>
            <a:ahLst/>
            <a:cxnLst/>
            <a:rect l="0" t="0" r="0" b="0"/>
            <a:pathLst>
              <a:path w="9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96" name="Arrow 45">
            <a:extLst>
              <a:ext uri="{FF2B5EF4-FFF2-40B4-BE49-F238E27FC236}">
                <a16:creationId xmlns:a16="http://schemas.microsoft.com/office/drawing/2014/main" id="{8495221C-813F-353C-5B2E-09C3191AAD68}"/>
              </a:ext>
            </a:extLst>
          </p:cNvPr>
          <p:cNvSpPr>
            <a:spLocks noGrp="1"/>
          </p:cNvSpPr>
          <p:nvPr/>
        </p:nvSpPr>
        <p:spPr>
          <a:xfrm>
            <a:off x="4508329" y="2103203"/>
            <a:ext cx="249323" cy="394370"/>
          </a:xfrm>
          <a:custGeom>
            <a:avLst/>
            <a:gdLst/>
            <a:ahLst/>
            <a:cxnLst/>
            <a:rect l="0" t="0" r="0" b="0"/>
            <a:pathLst>
              <a:path w="1162050" h="1647825">
                <a:moveTo>
                  <a:pt x="0" y="0"/>
                </a:moveTo>
                <a:lnTo>
                  <a:pt x="1162050" y="0"/>
                </a:lnTo>
                <a:lnTo>
                  <a:pt x="1162050" y="164782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97" name="Line 46">
            <a:extLst>
              <a:ext uri="{FF2B5EF4-FFF2-40B4-BE49-F238E27FC236}">
                <a16:creationId xmlns:a16="http://schemas.microsoft.com/office/drawing/2014/main" id="{4F3CE4A4-D177-F12C-C10E-D90A64ABF7FF}"/>
              </a:ext>
            </a:extLst>
          </p:cNvPr>
          <p:cNvSpPr>
            <a:spLocks noGrp="1"/>
          </p:cNvSpPr>
          <p:nvPr/>
        </p:nvSpPr>
        <p:spPr>
          <a:xfrm>
            <a:off x="4508329" y="2193111"/>
            <a:ext cx="249323" cy="20"/>
          </a:xfrm>
          <a:custGeom>
            <a:avLst/>
            <a:gdLst/>
            <a:ahLst/>
            <a:cxnLst/>
            <a:rect l="0" t="0" r="0" b="0"/>
            <a:pathLst>
              <a:path w="1162050" h="9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98" name="Line 47">
            <a:extLst>
              <a:ext uri="{FF2B5EF4-FFF2-40B4-BE49-F238E27FC236}">
                <a16:creationId xmlns:a16="http://schemas.microsoft.com/office/drawing/2014/main" id="{7E96D21D-C570-B5DF-20F8-7582F53B0972}"/>
              </a:ext>
            </a:extLst>
          </p:cNvPr>
          <p:cNvSpPr>
            <a:spLocks noGrp="1"/>
          </p:cNvSpPr>
          <p:nvPr/>
        </p:nvSpPr>
        <p:spPr>
          <a:xfrm>
            <a:off x="4508329" y="2372927"/>
            <a:ext cx="249323" cy="20"/>
          </a:xfrm>
          <a:custGeom>
            <a:avLst/>
            <a:gdLst/>
            <a:ahLst/>
            <a:cxnLst/>
            <a:rect l="0" t="0" r="0" b="0"/>
            <a:pathLst>
              <a:path w="1162050" h="95">
                <a:moveTo>
                  <a:pt x="0" y="0"/>
                </a:moveTo>
                <a:lnTo>
                  <a:pt x="1162050" y="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99" name="Label 48 Other identities">
            <a:extLst>
              <a:ext uri="{FF2B5EF4-FFF2-40B4-BE49-F238E27FC236}">
                <a16:creationId xmlns:a16="http://schemas.microsoft.com/office/drawing/2014/main" id="{9C320152-FD98-B124-42EE-9F646A579FD3}"/>
              </a:ext>
            </a:extLst>
          </p:cNvPr>
          <p:cNvSpPr>
            <a:spLocks noGrp="1"/>
          </p:cNvSpPr>
          <p:nvPr/>
        </p:nvSpPr>
        <p:spPr>
          <a:xfrm>
            <a:off x="4788306" y="2254412"/>
            <a:ext cx="235018" cy="1103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Other</a:t>
            </a:r>
          </a:p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lang="en-US"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 </a:t>
            </a: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identities</a:t>
            </a:r>
          </a:p>
        </p:txBody>
      </p:sp>
      <p:sp>
        <p:nvSpPr>
          <p:cNvPr id="100" name="Label 49 Own graph">
            <a:extLst>
              <a:ext uri="{FF2B5EF4-FFF2-40B4-BE49-F238E27FC236}">
                <a16:creationId xmlns:a16="http://schemas.microsoft.com/office/drawing/2014/main" id="{DC2A5F9F-F1A3-4ACF-4DEF-15FAF9AF2FF3}"/>
              </a:ext>
            </a:extLst>
          </p:cNvPr>
          <p:cNvSpPr>
            <a:spLocks noGrp="1"/>
          </p:cNvSpPr>
          <p:nvPr/>
        </p:nvSpPr>
        <p:spPr>
          <a:xfrm>
            <a:off x="3660678" y="2607209"/>
            <a:ext cx="308589" cy="613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Own graph</a:t>
            </a:r>
          </a:p>
        </p:txBody>
      </p:sp>
      <p:sp>
        <p:nvSpPr>
          <p:cNvPr id="101" name="Operator SMI-TED">
            <a:extLst>
              <a:ext uri="{FF2B5EF4-FFF2-40B4-BE49-F238E27FC236}">
                <a16:creationId xmlns:a16="http://schemas.microsoft.com/office/drawing/2014/main" id="{E69760B1-2472-8F46-B6F6-F5AD7F6FF29A}"/>
              </a:ext>
            </a:extLst>
          </p:cNvPr>
          <p:cNvSpPr>
            <a:spLocks noGrp="1"/>
          </p:cNvSpPr>
          <p:nvPr/>
        </p:nvSpPr>
        <p:spPr>
          <a:xfrm>
            <a:off x="4126169" y="2509833"/>
            <a:ext cx="322894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SMI-TED</a:t>
            </a:r>
          </a:p>
        </p:txBody>
      </p:sp>
      <p:sp>
        <p:nvSpPr>
          <p:cNvPr id="102" name="Label 50 + linear">
            <a:extLst>
              <a:ext uri="{FF2B5EF4-FFF2-40B4-BE49-F238E27FC236}">
                <a16:creationId xmlns:a16="http://schemas.microsoft.com/office/drawing/2014/main" id="{04763126-86F8-6DB8-51A3-6E0EDA9A64E3}"/>
              </a:ext>
            </a:extLst>
          </p:cNvPr>
          <p:cNvSpPr>
            <a:spLocks noGrp="1"/>
          </p:cNvSpPr>
          <p:nvPr/>
        </p:nvSpPr>
        <p:spPr>
          <a:xfrm>
            <a:off x="4154780" y="2624261"/>
            <a:ext cx="265672" cy="592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+ linear</a:t>
            </a:r>
          </a:p>
        </p:txBody>
      </p:sp>
      <p:sp>
        <p:nvSpPr>
          <p:cNvPr id="103" name="Operator SMI-TED">
            <a:extLst>
              <a:ext uri="{FF2B5EF4-FFF2-40B4-BE49-F238E27FC236}">
                <a16:creationId xmlns:a16="http://schemas.microsoft.com/office/drawing/2014/main" id="{F2499873-06D4-C024-E0B1-12F59EA91405}"/>
              </a:ext>
            </a:extLst>
          </p:cNvPr>
          <p:cNvSpPr>
            <a:spLocks noGrp="1"/>
          </p:cNvSpPr>
          <p:nvPr/>
        </p:nvSpPr>
        <p:spPr>
          <a:xfrm>
            <a:off x="4596205" y="2509833"/>
            <a:ext cx="322894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 dirty="0">
                <a:solidFill>
                  <a:srgbClr val="2B887C"/>
                </a:solidFill>
                <a:latin typeface="Arial"/>
                <a:ea typeface="Arial"/>
                <a:cs typeface="Arial"/>
              </a:rPr>
              <a:t>SMI-TED</a:t>
            </a:r>
          </a:p>
        </p:txBody>
      </p:sp>
      <p:sp>
        <p:nvSpPr>
          <p:cNvPr id="104" name="Label 51 + linear">
            <a:extLst>
              <a:ext uri="{FF2B5EF4-FFF2-40B4-BE49-F238E27FC236}">
                <a16:creationId xmlns:a16="http://schemas.microsoft.com/office/drawing/2014/main" id="{15867061-6249-1FCE-15E9-8DC4B3ABC78D}"/>
              </a:ext>
            </a:extLst>
          </p:cNvPr>
          <p:cNvSpPr>
            <a:spLocks noGrp="1"/>
          </p:cNvSpPr>
          <p:nvPr/>
        </p:nvSpPr>
        <p:spPr>
          <a:xfrm>
            <a:off x="4624816" y="2624261"/>
            <a:ext cx="265672" cy="592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6F8290"/>
                </a:solidFill>
                <a:latin typeface="Arial"/>
                <a:ea typeface="Arial"/>
                <a:cs typeface="Arial"/>
              </a:rPr>
              <a:t>+ linear</a:t>
            </a:r>
          </a:p>
        </p:txBody>
      </p:sp>
      <p:sp>
        <p:nvSpPr>
          <p:cNvPr id="105" name="Operator GNN">
            <a:extLst>
              <a:ext uri="{FF2B5EF4-FFF2-40B4-BE49-F238E27FC236}">
                <a16:creationId xmlns:a16="http://schemas.microsoft.com/office/drawing/2014/main" id="{E38BD2FC-A6FC-4D0D-24AE-52449EB2583A}"/>
              </a:ext>
            </a:extLst>
          </p:cNvPr>
          <p:cNvSpPr>
            <a:spLocks noGrp="1"/>
          </p:cNvSpPr>
          <p:nvPr/>
        </p:nvSpPr>
        <p:spPr>
          <a:xfrm>
            <a:off x="3692919" y="2726429"/>
            <a:ext cx="249323" cy="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GNN</a:t>
            </a:r>
          </a:p>
        </p:txBody>
      </p:sp>
      <p:sp>
        <p:nvSpPr>
          <p:cNvPr id="106" name="Arrow 53">
            <a:extLst>
              <a:ext uri="{FF2B5EF4-FFF2-40B4-BE49-F238E27FC236}">
                <a16:creationId xmlns:a16="http://schemas.microsoft.com/office/drawing/2014/main" id="{F3627657-2168-E99B-6008-5921C5F1458C}"/>
              </a:ext>
            </a:extLst>
          </p:cNvPr>
          <p:cNvSpPr>
            <a:spLocks noGrp="1"/>
          </p:cNvSpPr>
          <p:nvPr/>
        </p:nvSpPr>
        <p:spPr>
          <a:xfrm>
            <a:off x="3817581" y="2817909"/>
            <a:ext cx="20" cy="116943"/>
          </a:xfrm>
          <a:custGeom>
            <a:avLst/>
            <a:gdLst/>
            <a:ahLst/>
            <a:cxnLst/>
            <a:rect l="0" t="0" r="0" b="0"/>
            <a:pathLst>
              <a:path w="95" h="276225">
                <a:moveTo>
                  <a:pt x="0" y="0"/>
                </a:moveTo>
                <a:lnTo>
                  <a:pt x="0" y="27622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07" name="Label 54 K, V">
            <a:extLst>
              <a:ext uri="{FF2B5EF4-FFF2-40B4-BE49-F238E27FC236}">
                <a16:creationId xmlns:a16="http://schemas.microsoft.com/office/drawing/2014/main" id="{58B4240A-BF47-B045-8F48-6439DC6FC05A}"/>
              </a:ext>
            </a:extLst>
          </p:cNvPr>
          <p:cNvSpPr>
            <a:spLocks noGrp="1"/>
          </p:cNvSpPr>
          <p:nvPr/>
        </p:nvSpPr>
        <p:spPr>
          <a:xfrm>
            <a:off x="3840061" y="2827340"/>
            <a:ext cx="130792" cy="11685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2B887C"/>
                </a:solidFill>
                <a:latin typeface="Arial"/>
                <a:ea typeface="Arial"/>
                <a:cs typeface="Arial"/>
              </a:rPr>
              <a:t>K, V</a:t>
            </a:r>
          </a:p>
        </p:txBody>
      </p:sp>
      <p:sp>
        <p:nvSpPr>
          <p:cNvPr id="108" name="Arrow 55">
            <a:extLst>
              <a:ext uri="{FF2B5EF4-FFF2-40B4-BE49-F238E27FC236}">
                <a16:creationId xmlns:a16="http://schemas.microsoft.com/office/drawing/2014/main" id="{484305CF-18F5-01FF-92C1-745A9CEA16A6}"/>
              </a:ext>
            </a:extLst>
          </p:cNvPr>
          <p:cNvSpPr>
            <a:spLocks noGrp="1"/>
          </p:cNvSpPr>
          <p:nvPr/>
        </p:nvSpPr>
        <p:spPr>
          <a:xfrm>
            <a:off x="4287616" y="2689649"/>
            <a:ext cx="20" cy="281985"/>
          </a:xfrm>
          <a:custGeom>
            <a:avLst/>
            <a:gdLst/>
            <a:ahLst/>
            <a:cxnLst/>
            <a:rect l="0" t="0" r="0" b="0"/>
            <a:pathLst>
              <a:path w="95" h="933450">
                <a:moveTo>
                  <a:pt x="0" y="0"/>
                </a:moveTo>
                <a:lnTo>
                  <a:pt x="0" y="93345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09" name="Arrow 56">
            <a:extLst>
              <a:ext uri="{FF2B5EF4-FFF2-40B4-BE49-F238E27FC236}">
                <a16:creationId xmlns:a16="http://schemas.microsoft.com/office/drawing/2014/main" id="{C948A762-8A8C-E431-BEE9-2DC218B4416B}"/>
              </a:ext>
            </a:extLst>
          </p:cNvPr>
          <p:cNvSpPr>
            <a:spLocks noGrp="1"/>
          </p:cNvSpPr>
          <p:nvPr/>
        </p:nvSpPr>
        <p:spPr>
          <a:xfrm>
            <a:off x="4757652" y="2689649"/>
            <a:ext cx="20" cy="30651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10" name="Label 57 1">
            <a:extLst>
              <a:ext uri="{FF2B5EF4-FFF2-40B4-BE49-F238E27FC236}">
                <a16:creationId xmlns:a16="http://schemas.microsoft.com/office/drawing/2014/main" id="{E9FBC214-80FC-9830-A738-A1577D3C5E61}"/>
              </a:ext>
            </a:extLst>
          </p:cNvPr>
          <p:cNvSpPr>
            <a:spLocks noGrp="1"/>
          </p:cNvSpPr>
          <p:nvPr/>
        </p:nvSpPr>
        <p:spPr>
          <a:xfrm>
            <a:off x="4575768" y="2726429"/>
            <a:ext cx="40873" cy="469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5D83A8"/>
                </a:solidFill>
                <a:latin typeface="Arial"/>
                <a:ea typeface="Arial"/>
                <a:cs typeface="Arial"/>
              </a:defRPr>
            </a:pPr>
            <a:r>
              <a:rPr sz="400" b="0" dirty="0">
                <a:solidFill>
                  <a:srgbClr val="5D83A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1" name="Label 58 2">
            <a:extLst>
              <a:ext uri="{FF2B5EF4-FFF2-40B4-BE49-F238E27FC236}">
                <a16:creationId xmlns:a16="http://schemas.microsoft.com/office/drawing/2014/main" id="{96CAE005-E910-E9D7-8741-274A97D77171}"/>
              </a:ext>
            </a:extLst>
          </p:cNvPr>
          <p:cNvSpPr>
            <a:spLocks noGrp="1"/>
          </p:cNvSpPr>
          <p:nvPr/>
        </p:nvSpPr>
        <p:spPr>
          <a:xfrm>
            <a:off x="4575768" y="2763210"/>
            <a:ext cx="40873" cy="5234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AC844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AC844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2" name="Label 59 K">
            <a:extLst>
              <a:ext uri="{FF2B5EF4-FFF2-40B4-BE49-F238E27FC236}">
                <a16:creationId xmlns:a16="http://schemas.microsoft.com/office/drawing/2014/main" id="{014BCA9F-A880-5687-FFE9-96D99890FE2A}"/>
              </a:ext>
            </a:extLst>
          </p:cNvPr>
          <p:cNvSpPr>
            <a:spLocks noGrp="1"/>
          </p:cNvSpPr>
          <p:nvPr/>
        </p:nvSpPr>
        <p:spPr>
          <a:xfrm>
            <a:off x="4575768" y="2803763"/>
            <a:ext cx="40873" cy="750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9580A8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9580A8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13" name="Arrow 60">
            <a:extLst>
              <a:ext uri="{FF2B5EF4-FFF2-40B4-BE49-F238E27FC236}">
                <a16:creationId xmlns:a16="http://schemas.microsoft.com/office/drawing/2014/main" id="{95C980F5-0951-5492-B4F9-8F1CE9970C88}"/>
              </a:ext>
            </a:extLst>
          </p:cNvPr>
          <p:cNvSpPr>
            <a:spLocks noGrp="1"/>
          </p:cNvSpPr>
          <p:nvPr/>
        </p:nvSpPr>
        <p:spPr>
          <a:xfrm>
            <a:off x="4757652" y="2860124"/>
            <a:ext cx="20" cy="74729"/>
          </a:xfrm>
          <a:custGeom>
            <a:avLst/>
            <a:gdLst/>
            <a:ahLst/>
            <a:cxnLst/>
            <a:rect l="0" t="0" r="0" b="0"/>
            <a:pathLst>
              <a:path w="95" h="152400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14" name="Label 61 K, V">
            <a:extLst>
              <a:ext uri="{FF2B5EF4-FFF2-40B4-BE49-F238E27FC236}">
                <a16:creationId xmlns:a16="http://schemas.microsoft.com/office/drawing/2014/main" id="{EB9E2BB1-4DCA-3431-378B-AD9C088C239A}"/>
              </a:ext>
            </a:extLst>
          </p:cNvPr>
          <p:cNvSpPr>
            <a:spLocks noGrp="1"/>
          </p:cNvSpPr>
          <p:nvPr/>
        </p:nvSpPr>
        <p:spPr>
          <a:xfrm>
            <a:off x="4780132" y="2836771"/>
            <a:ext cx="132836" cy="1261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2B887C"/>
                </a:solidFill>
                <a:latin typeface="Arial"/>
                <a:ea typeface="Arial"/>
                <a:cs typeface="Arial"/>
              </a:rPr>
              <a:t>K, V</a:t>
            </a:r>
          </a:p>
        </p:txBody>
      </p:sp>
      <p:sp>
        <p:nvSpPr>
          <p:cNvPr id="115" name="Operator Graph attention">
            <a:extLst>
              <a:ext uri="{FF2B5EF4-FFF2-40B4-BE49-F238E27FC236}">
                <a16:creationId xmlns:a16="http://schemas.microsoft.com/office/drawing/2014/main" id="{45862160-521F-2636-BF59-8913BC2A6A7E}"/>
              </a:ext>
            </a:extLst>
          </p:cNvPr>
          <p:cNvSpPr>
            <a:spLocks noGrp="1"/>
          </p:cNvSpPr>
          <p:nvPr/>
        </p:nvSpPr>
        <p:spPr>
          <a:xfrm>
            <a:off x="3597890" y="2967547"/>
            <a:ext cx="439381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Graph attention</a:t>
            </a:r>
          </a:p>
        </p:txBody>
      </p:sp>
      <p:sp>
        <p:nvSpPr>
          <p:cNvPr id="116" name="Operator Context attention">
            <a:extLst>
              <a:ext uri="{FF2B5EF4-FFF2-40B4-BE49-F238E27FC236}">
                <a16:creationId xmlns:a16="http://schemas.microsoft.com/office/drawing/2014/main" id="{0986BA87-B3D8-E361-473F-F19987D8757B}"/>
              </a:ext>
            </a:extLst>
          </p:cNvPr>
          <p:cNvSpPr>
            <a:spLocks noGrp="1"/>
          </p:cNvSpPr>
          <p:nvPr/>
        </p:nvSpPr>
        <p:spPr>
          <a:xfrm>
            <a:off x="4537961" y="2967547"/>
            <a:ext cx="439381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Context attention</a:t>
            </a:r>
          </a:p>
        </p:txBody>
      </p:sp>
      <p:sp>
        <p:nvSpPr>
          <p:cNvPr id="117" name="Operator ">
            <a:extLst>
              <a:ext uri="{FF2B5EF4-FFF2-40B4-BE49-F238E27FC236}">
                <a16:creationId xmlns:a16="http://schemas.microsoft.com/office/drawing/2014/main" id="{CAECD7E3-2F51-98D2-A452-93C177558ED1}"/>
              </a:ext>
            </a:extLst>
          </p:cNvPr>
          <p:cNvSpPr>
            <a:spLocks noGrp="1"/>
          </p:cNvSpPr>
          <p:nvPr/>
        </p:nvSpPr>
        <p:spPr>
          <a:xfrm>
            <a:off x="4152736" y="2985937"/>
            <a:ext cx="269760" cy="65388"/>
          </a:xfrm>
          <a:prstGeom prst="roundRect">
            <a:avLst>
              <a:gd name="adj" fmla="val 21875"/>
            </a:avLst>
          </a:prstGeom>
          <a:solidFill>
            <a:srgbClr val="F7FBF8"/>
          </a:solidFill>
          <a:ln w="3270">
            <a:solidFill>
              <a:srgbClr val="8AB9AB"/>
            </a:solidFill>
          </a:ln>
        </p:spPr>
      </p:sp>
      <p:sp>
        <p:nvSpPr>
          <p:cNvPr id="118" name="Arrow 62">
            <a:extLst>
              <a:ext uri="{FF2B5EF4-FFF2-40B4-BE49-F238E27FC236}">
                <a16:creationId xmlns:a16="http://schemas.microsoft.com/office/drawing/2014/main" id="{86502F14-5EDB-19DF-7465-62CDD89BF59B}"/>
              </a:ext>
            </a:extLst>
          </p:cNvPr>
          <p:cNvSpPr>
            <a:spLocks noGrp="1"/>
          </p:cNvSpPr>
          <p:nvPr/>
        </p:nvSpPr>
        <p:spPr>
          <a:xfrm>
            <a:off x="4048511" y="3018631"/>
            <a:ext cx="91963" cy="20"/>
          </a:xfrm>
          <a:custGeom>
            <a:avLst/>
            <a:gdLst/>
            <a:ahLst/>
            <a:cxnLst/>
            <a:rect l="0" t="0" r="0" b="0"/>
            <a:pathLst>
              <a:path w="428625" h="95">
                <a:moveTo>
                  <a:pt x="428625" y="0"/>
                </a:moveTo>
                <a:lnTo>
                  <a:pt x="0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119" name="Arrow 63">
            <a:extLst>
              <a:ext uri="{FF2B5EF4-FFF2-40B4-BE49-F238E27FC236}">
                <a16:creationId xmlns:a16="http://schemas.microsoft.com/office/drawing/2014/main" id="{F64D0815-CA02-CF7F-842F-6CF18C49B885}"/>
              </a:ext>
            </a:extLst>
          </p:cNvPr>
          <p:cNvSpPr>
            <a:spLocks noGrp="1"/>
          </p:cNvSpPr>
          <p:nvPr/>
        </p:nvSpPr>
        <p:spPr>
          <a:xfrm>
            <a:off x="4434758" y="3018631"/>
            <a:ext cx="91963" cy="20"/>
          </a:xfrm>
          <a:custGeom>
            <a:avLst/>
            <a:gdLst/>
            <a:ahLst/>
            <a:cxnLst/>
            <a:rect l="0" t="0" r="0" b="0"/>
            <a:pathLst>
              <a:path w="428625" h="95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120" name="Label 64 Q">
            <a:extLst>
              <a:ext uri="{FF2B5EF4-FFF2-40B4-BE49-F238E27FC236}">
                <a16:creationId xmlns:a16="http://schemas.microsoft.com/office/drawing/2014/main" id="{5EF18B64-250E-C92E-9F18-6DC535008F55}"/>
              </a:ext>
            </a:extLst>
          </p:cNvPr>
          <p:cNvSpPr>
            <a:spLocks noGrp="1"/>
          </p:cNvSpPr>
          <p:nvPr/>
        </p:nvSpPr>
        <p:spPr>
          <a:xfrm>
            <a:off x="4065882" y="2930182"/>
            <a:ext cx="57222" cy="78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397FA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397FA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1" name="Label 65 Q">
            <a:extLst>
              <a:ext uri="{FF2B5EF4-FFF2-40B4-BE49-F238E27FC236}">
                <a16:creationId xmlns:a16="http://schemas.microsoft.com/office/drawing/2014/main" id="{C9672941-7A86-0A34-C752-00290DA1EC17}"/>
              </a:ext>
            </a:extLst>
          </p:cNvPr>
          <p:cNvSpPr>
            <a:spLocks noGrp="1"/>
          </p:cNvSpPr>
          <p:nvPr/>
        </p:nvSpPr>
        <p:spPr>
          <a:xfrm>
            <a:off x="4452129" y="2930182"/>
            <a:ext cx="57222" cy="782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397FA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397FA6"/>
                </a:solidFill>
                <a:latin typeface="Arial"/>
                <a:ea typeface="Arial"/>
                <a:cs typeface="Arial"/>
              </a:rPr>
              <a:t>Q</a:t>
            </a:r>
          </a:p>
        </p:txBody>
      </p:sp>
      <p:sp>
        <p:nvSpPr>
          <p:cNvPr id="122" name="Arrow 66">
            <a:extLst>
              <a:ext uri="{FF2B5EF4-FFF2-40B4-BE49-F238E27FC236}">
                <a16:creationId xmlns:a16="http://schemas.microsoft.com/office/drawing/2014/main" id="{1BA103FF-DBD8-BFC1-D02E-0CC2D6FB52B6}"/>
              </a:ext>
            </a:extLst>
          </p:cNvPr>
          <p:cNvSpPr>
            <a:spLocks noGrp="1"/>
          </p:cNvSpPr>
          <p:nvPr/>
        </p:nvSpPr>
        <p:spPr>
          <a:xfrm>
            <a:off x="3817581" y="3067672"/>
            <a:ext cx="322894" cy="157339"/>
          </a:xfrm>
          <a:custGeom>
            <a:avLst/>
            <a:gdLst/>
            <a:ahLst/>
            <a:cxnLst/>
            <a:rect l="0" t="0" r="0" b="0"/>
            <a:pathLst>
              <a:path w="1504950" h="638175">
                <a:moveTo>
                  <a:pt x="0" y="0"/>
                </a:moveTo>
                <a:lnTo>
                  <a:pt x="0" y="638175"/>
                </a:lnTo>
                <a:lnTo>
                  <a:pt x="1504950" y="63817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23" name="Arrow 67">
            <a:extLst>
              <a:ext uri="{FF2B5EF4-FFF2-40B4-BE49-F238E27FC236}">
                <a16:creationId xmlns:a16="http://schemas.microsoft.com/office/drawing/2014/main" id="{6022DAD3-D200-0BE5-F8A9-F84111EF44E3}"/>
              </a:ext>
            </a:extLst>
          </p:cNvPr>
          <p:cNvSpPr>
            <a:spLocks noGrp="1"/>
          </p:cNvSpPr>
          <p:nvPr/>
        </p:nvSpPr>
        <p:spPr>
          <a:xfrm>
            <a:off x="4434758" y="3067672"/>
            <a:ext cx="322894" cy="157339"/>
          </a:xfrm>
          <a:custGeom>
            <a:avLst/>
            <a:gdLst/>
            <a:ahLst/>
            <a:cxnLst/>
            <a:rect l="0" t="0" r="0" b="0"/>
            <a:pathLst>
              <a:path w="1504950" h="638175">
                <a:moveTo>
                  <a:pt x="1504950" y="0"/>
                </a:moveTo>
                <a:lnTo>
                  <a:pt x="1504950" y="638175"/>
                </a:lnTo>
                <a:lnTo>
                  <a:pt x="0" y="63817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24" name="Arrow 68">
            <a:extLst>
              <a:ext uri="{FF2B5EF4-FFF2-40B4-BE49-F238E27FC236}">
                <a16:creationId xmlns:a16="http://schemas.microsoft.com/office/drawing/2014/main" id="{B50DAD2C-198E-5DF3-361A-A521F1FD2720}"/>
              </a:ext>
            </a:extLst>
          </p:cNvPr>
          <p:cNvSpPr>
            <a:spLocks noGrp="1"/>
          </p:cNvSpPr>
          <p:nvPr/>
        </p:nvSpPr>
        <p:spPr>
          <a:xfrm>
            <a:off x="4287616" y="3039065"/>
            <a:ext cx="20" cy="117153"/>
          </a:xfrm>
          <a:custGeom>
            <a:avLst/>
            <a:gdLst/>
            <a:ahLst/>
            <a:cxnLst/>
            <a:rect l="0" t="0" r="0" b="0"/>
            <a:pathLst>
              <a:path w="9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25" name="Operator Fusion">
            <a:extLst>
              <a:ext uri="{FF2B5EF4-FFF2-40B4-BE49-F238E27FC236}">
                <a16:creationId xmlns:a16="http://schemas.microsoft.com/office/drawing/2014/main" id="{8DF3CDA5-486E-FCFB-2E37-85FF0141FA37}"/>
              </a:ext>
            </a:extLst>
          </p:cNvPr>
          <p:cNvSpPr>
            <a:spLocks noGrp="1"/>
          </p:cNvSpPr>
          <p:nvPr/>
        </p:nvSpPr>
        <p:spPr>
          <a:xfrm>
            <a:off x="4160911" y="3173927"/>
            <a:ext cx="253410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Fusion</a:t>
            </a:r>
          </a:p>
        </p:txBody>
      </p:sp>
      <p:sp>
        <p:nvSpPr>
          <p:cNvPr id="126" name="Arrow 69">
            <a:extLst>
              <a:ext uri="{FF2B5EF4-FFF2-40B4-BE49-F238E27FC236}">
                <a16:creationId xmlns:a16="http://schemas.microsoft.com/office/drawing/2014/main" id="{A1E840CA-D0DB-1C8E-74D8-40D4E822C41E}"/>
              </a:ext>
            </a:extLst>
          </p:cNvPr>
          <p:cNvSpPr>
            <a:spLocks noGrp="1"/>
          </p:cNvSpPr>
          <p:nvPr/>
        </p:nvSpPr>
        <p:spPr>
          <a:xfrm>
            <a:off x="4287616" y="3274052"/>
            <a:ext cx="20" cy="75605"/>
          </a:xfrm>
          <a:custGeom>
            <a:avLst/>
            <a:gdLst/>
            <a:ahLst/>
            <a:cxnLst/>
            <a:rect l="0" t="0" r="0" b="0"/>
            <a:pathLst>
              <a:path w="9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Label 70 g">
                <a:extLst>
                  <a:ext uri="{FF2B5EF4-FFF2-40B4-BE49-F238E27FC236}">
                    <a16:creationId xmlns:a16="http://schemas.microsoft.com/office/drawing/2014/main" id="{95039D09-D019-DE45-D974-F91B50B8EF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4402" y="3284269"/>
                <a:ext cx="106269" cy="69474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486"/>
              </a:p>
            </p:txBody>
          </p:sp>
        </mc:Choice>
        <mc:Fallback xmlns="">
          <p:sp>
            <p:nvSpPr>
              <p:cNvPr id="128" name="Label 70 g">
                <a:extLst>
                  <a:ext uri="{FF2B5EF4-FFF2-40B4-BE49-F238E27FC236}">
                    <a16:creationId xmlns:a16="http://schemas.microsoft.com/office/drawing/2014/main" id="{95039D09-D019-DE45-D974-F91B50B8E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4402" y="3284269"/>
                <a:ext cx="106269" cy="69474"/>
              </a:xfrm>
              <a:prstGeom prst="rect">
                <a:avLst/>
              </a:prstGeom>
              <a:blipFill>
                <a:blip r:embed="rId6"/>
                <a:stretch>
                  <a:fillRect l="-22222" b="-3636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Arrow 71">
            <a:extLst>
              <a:ext uri="{FF2B5EF4-FFF2-40B4-BE49-F238E27FC236}">
                <a16:creationId xmlns:a16="http://schemas.microsoft.com/office/drawing/2014/main" id="{9019090D-BD08-F4E9-D2BD-52F8CD9A2219}"/>
              </a:ext>
            </a:extLst>
          </p:cNvPr>
          <p:cNvSpPr>
            <a:spLocks noGrp="1"/>
          </p:cNvSpPr>
          <p:nvPr/>
        </p:nvSpPr>
        <p:spPr>
          <a:xfrm>
            <a:off x="2464696" y="3390524"/>
            <a:ext cx="747970" cy="131549"/>
          </a:xfrm>
          <a:custGeom>
            <a:avLst/>
            <a:gdLst/>
            <a:ahLst/>
            <a:cxnLst/>
            <a:rect l="0" t="0" r="0" b="0"/>
            <a:pathLst>
              <a:path w="3486150" h="800100">
                <a:moveTo>
                  <a:pt x="3486150" y="0"/>
                </a:moveTo>
                <a:lnTo>
                  <a:pt x="0" y="0"/>
                </a:lnTo>
                <a:lnTo>
                  <a:pt x="0" y="80010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130" name="Operator Foreground head">
            <a:extLst>
              <a:ext uri="{FF2B5EF4-FFF2-40B4-BE49-F238E27FC236}">
                <a16:creationId xmlns:a16="http://schemas.microsoft.com/office/drawing/2014/main" id="{1D8A515A-8554-E8D2-DFC3-6BF9C7766DB8}"/>
              </a:ext>
            </a:extLst>
          </p:cNvPr>
          <p:cNvSpPr>
            <a:spLocks noGrp="1"/>
          </p:cNvSpPr>
          <p:nvPr/>
        </p:nvSpPr>
        <p:spPr>
          <a:xfrm>
            <a:off x="2241940" y="3535603"/>
            <a:ext cx="470036" cy="100125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 w="3270">
            <a:solidFill>
              <a:srgbClr val="397FA6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17" b="1">
                <a:solidFill>
                  <a:srgbClr val="397FA6"/>
                </a:solidFill>
                <a:latin typeface="Arial"/>
                <a:ea typeface="Arial"/>
                <a:cs typeface="Arial"/>
              </a:defRPr>
            </a:pPr>
            <a:r>
              <a:rPr sz="417" b="1">
                <a:solidFill>
                  <a:srgbClr val="397FA6"/>
                </a:solidFill>
                <a:latin typeface="Arial"/>
                <a:ea typeface="Arial"/>
                <a:cs typeface="Arial"/>
              </a:rPr>
              <a:t>Foreground head</a:t>
            </a:r>
          </a:p>
        </p:txBody>
      </p:sp>
      <p:sp>
        <p:nvSpPr>
          <p:cNvPr id="131" name="Arrow 72">
            <a:extLst>
              <a:ext uri="{FF2B5EF4-FFF2-40B4-BE49-F238E27FC236}">
                <a16:creationId xmlns:a16="http://schemas.microsoft.com/office/drawing/2014/main" id="{E7069013-050E-EF95-8793-5951E35D91A9}"/>
              </a:ext>
            </a:extLst>
          </p:cNvPr>
          <p:cNvSpPr>
            <a:spLocks noGrp="1"/>
          </p:cNvSpPr>
          <p:nvPr/>
        </p:nvSpPr>
        <p:spPr>
          <a:xfrm>
            <a:off x="2711975" y="3584644"/>
            <a:ext cx="85833" cy="20"/>
          </a:xfrm>
          <a:custGeom>
            <a:avLst/>
            <a:gdLst/>
            <a:ahLst/>
            <a:cxnLst/>
            <a:rect l="0" t="0" r="0" b="0"/>
            <a:pathLst>
              <a:path w="400050" h="9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132" name="Label 73 Foreground probability">
            <a:extLst>
              <a:ext uri="{FF2B5EF4-FFF2-40B4-BE49-F238E27FC236}">
                <a16:creationId xmlns:a16="http://schemas.microsoft.com/office/drawing/2014/main" id="{424FB3D7-22E3-704A-9BF5-DDD5487EFA10}"/>
              </a:ext>
            </a:extLst>
          </p:cNvPr>
          <p:cNvSpPr>
            <a:spLocks noGrp="1"/>
          </p:cNvSpPr>
          <p:nvPr/>
        </p:nvSpPr>
        <p:spPr>
          <a:xfrm>
            <a:off x="2250114" y="3666378"/>
            <a:ext cx="633526" cy="592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Foreground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Label 74 p">
                <a:extLst>
                  <a:ext uri="{FF2B5EF4-FFF2-40B4-BE49-F238E27FC236}">
                    <a16:creationId xmlns:a16="http://schemas.microsoft.com/office/drawing/2014/main" id="{0DBD01DD-97A5-9934-A8AF-B7DF40A73A1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28462" y="3543776"/>
                <a:ext cx="153272" cy="8786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Sup>
                        <m:sSubSupPr>
                          <m:ctrl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fg</m:t>
                          </m:r>
                        </m:sup>
                      </m:sSubSup>
                    </m:oMath>
                  </m:oMathPara>
                </a14:m>
                <a:endParaRPr lang="en-US" sz="486"/>
              </a:p>
            </p:txBody>
          </p:sp>
        </mc:Choice>
        <mc:Fallback xmlns="">
          <p:sp>
            <p:nvSpPr>
              <p:cNvPr id="134" name="Label 74 p">
                <a:extLst>
                  <a:ext uri="{FF2B5EF4-FFF2-40B4-BE49-F238E27FC236}">
                    <a16:creationId xmlns:a16="http://schemas.microsoft.com/office/drawing/2014/main" id="{0DBD01DD-97A5-9934-A8AF-B7DF40A73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8462" y="3543776"/>
                <a:ext cx="153272" cy="87865"/>
              </a:xfrm>
              <a:prstGeom prst="rect">
                <a:avLst/>
              </a:prstGeom>
              <a:blipFill>
                <a:blip r:embed="rId7"/>
                <a:stretch>
                  <a:fillRect l="-16000" t="-13333" b="-33333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" name="Arrow 75">
            <a:extLst>
              <a:ext uri="{FF2B5EF4-FFF2-40B4-BE49-F238E27FC236}">
                <a16:creationId xmlns:a16="http://schemas.microsoft.com/office/drawing/2014/main" id="{3E3D9597-2220-958C-5A86-5B4EE49EC1A1}"/>
              </a:ext>
            </a:extLst>
          </p:cNvPr>
          <p:cNvSpPr>
            <a:spLocks noGrp="1"/>
          </p:cNvSpPr>
          <p:nvPr/>
        </p:nvSpPr>
        <p:spPr>
          <a:xfrm>
            <a:off x="3347545" y="3417088"/>
            <a:ext cx="286109" cy="167556"/>
          </a:xfrm>
          <a:custGeom>
            <a:avLst/>
            <a:gdLst/>
            <a:ahLst/>
            <a:cxnLst/>
            <a:rect l="0" t="0" r="0" b="0"/>
            <a:pathLst>
              <a:path w="1333500" h="971550">
                <a:moveTo>
                  <a:pt x="0" y="0"/>
                </a:moveTo>
                <a:lnTo>
                  <a:pt x="0" y="971550"/>
                </a:lnTo>
                <a:lnTo>
                  <a:pt x="1333500" y="97155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sp>
        <p:nvSpPr>
          <p:cNvPr id="136" name="Arrow 76">
            <a:extLst>
              <a:ext uri="{FF2B5EF4-FFF2-40B4-BE49-F238E27FC236}">
                <a16:creationId xmlns:a16="http://schemas.microsoft.com/office/drawing/2014/main" id="{62E6D500-3AC0-70E4-6C20-9CBF72052708}"/>
              </a:ext>
            </a:extLst>
          </p:cNvPr>
          <p:cNvSpPr>
            <a:spLocks noGrp="1"/>
          </p:cNvSpPr>
          <p:nvPr/>
        </p:nvSpPr>
        <p:spPr>
          <a:xfrm>
            <a:off x="3850279" y="3417088"/>
            <a:ext cx="437337" cy="106918"/>
          </a:xfrm>
          <a:custGeom>
            <a:avLst/>
            <a:gdLst/>
            <a:ahLst/>
            <a:cxnLst/>
            <a:rect l="0" t="0" r="0" b="0"/>
            <a:pathLst>
              <a:path w="2038350" h="685800">
                <a:moveTo>
                  <a:pt x="2038350" y="0"/>
                </a:moveTo>
                <a:lnTo>
                  <a:pt x="2038350" y="390525"/>
                </a:lnTo>
                <a:lnTo>
                  <a:pt x="0" y="390525"/>
                </a:lnTo>
                <a:lnTo>
                  <a:pt x="0" y="68580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137" name="Operator Cosine score">
            <a:extLst>
              <a:ext uri="{FF2B5EF4-FFF2-40B4-BE49-F238E27FC236}">
                <a16:creationId xmlns:a16="http://schemas.microsoft.com/office/drawing/2014/main" id="{7D68BEBD-7530-F35C-9298-CA6AD212CF9E}"/>
              </a:ext>
            </a:extLst>
          </p:cNvPr>
          <p:cNvSpPr>
            <a:spLocks noGrp="1"/>
          </p:cNvSpPr>
          <p:nvPr/>
        </p:nvSpPr>
        <p:spPr>
          <a:xfrm>
            <a:off x="3645915" y="3535603"/>
            <a:ext cx="408727" cy="10012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270">
            <a:solidFill>
              <a:srgbClr val="2B887C"/>
            </a:solidFill>
          </a:ln>
        </p:spPr>
        <p:txBody>
          <a:bodyPr wrap="none" lIns="28575" tIns="9525" rIns="28575" bIns="9525" anchor="ctr">
            <a:noAutofit/>
          </a:bodyPr>
          <a:lstStyle/>
          <a:p>
            <a:pPr algn="ctr">
              <a:defRPr sz="417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17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Cosine score</a:t>
            </a:r>
          </a:p>
        </p:txBody>
      </p:sp>
      <p:sp>
        <p:nvSpPr>
          <p:cNvPr id="138" name="Label 77 Learned projections">
            <a:extLst>
              <a:ext uri="{FF2B5EF4-FFF2-40B4-BE49-F238E27FC236}">
                <a16:creationId xmlns:a16="http://schemas.microsoft.com/office/drawing/2014/main" id="{BDEF934F-272E-4362-A308-0800A799CA44}"/>
              </a:ext>
            </a:extLst>
          </p:cNvPr>
          <p:cNvSpPr>
            <a:spLocks noGrp="1"/>
          </p:cNvSpPr>
          <p:nvPr/>
        </p:nvSpPr>
        <p:spPr>
          <a:xfrm>
            <a:off x="3617305" y="3666378"/>
            <a:ext cx="465948" cy="5925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Learned projections</a:t>
            </a:r>
          </a:p>
        </p:txBody>
      </p:sp>
      <p:sp>
        <p:nvSpPr>
          <p:cNvPr id="139" name="Arrow 78">
            <a:extLst>
              <a:ext uri="{FF2B5EF4-FFF2-40B4-BE49-F238E27FC236}">
                <a16:creationId xmlns:a16="http://schemas.microsoft.com/office/drawing/2014/main" id="{1693717B-FB48-9D75-B0C5-CB111549EBBE}"/>
              </a:ext>
            </a:extLst>
          </p:cNvPr>
          <p:cNvSpPr>
            <a:spLocks noGrp="1"/>
          </p:cNvSpPr>
          <p:nvPr/>
        </p:nvSpPr>
        <p:spPr>
          <a:xfrm>
            <a:off x="4054642" y="3584644"/>
            <a:ext cx="314719" cy="20"/>
          </a:xfrm>
          <a:custGeom>
            <a:avLst/>
            <a:gdLst/>
            <a:ahLst/>
            <a:cxnLst/>
            <a:rect l="0" t="0" r="0" b="0"/>
            <a:pathLst>
              <a:path w="1466850" h="95">
                <a:moveTo>
                  <a:pt x="0" y="0"/>
                </a:moveTo>
                <a:lnTo>
                  <a:pt x="1466850" y="0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Label 79 s">
                <a:extLst>
                  <a:ext uri="{FF2B5EF4-FFF2-40B4-BE49-F238E27FC236}">
                    <a16:creationId xmlns:a16="http://schemas.microsoft.com/office/drawing/2014/main" id="{DA75BA9B-BD58-4E9A-233D-9FDD9E904C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67042" y="3491146"/>
                <a:ext cx="159403" cy="71021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𝑗</m:t>
                          </m:r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sz="486">
                              <a:solidFill>
                                <a:srgbClr val="203646"/>
                              </a:solidFill>
                              <a:latin typeface="Cambria Math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486"/>
              </a:p>
            </p:txBody>
          </p:sp>
        </mc:Choice>
        <mc:Fallback xmlns="">
          <p:sp>
            <p:nvSpPr>
              <p:cNvPr id="141" name="Label 79 s">
                <a:extLst>
                  <a:ext uri="{FF2B5EF4-FFF2-40B4-BE49-F238E27FC236}">
                    <a16:creationId xmlns:a16="http://schemas.microsoft.com/office/drawing/2014/main" id="{DA75BA9B-BD58-4E9A-233D-9FDD9E904C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7042" y="3491146"/>
                <a:ext cx="159403" cy="71021"/>
              </a:xfrm>
              <a:prstGeom prst="rect">
                <a:avLst/>
              </a:prstGeom>
              <a:blipFill>
                <a:blip r:embed="rId8"/>
                <a:stretch>
                  <a:fillRect l="-11538" b="-54545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Label 80 Identity scores">
            <a:extLst>
              <a:ext uri="{FF2B5EF4-FFF2-40B4-BE49-F238E27FC236}">
                <a16:creationId xmlns:a16="http://schemas.microsoft.com/office/drawing/2014/main" id="{E543B700-3761-8516-4C83-15515D9A3604}"/>
              </a:ext>
            </a:extLst>
          </p:cNvPr>
          <p:cNvSpPr>
            <a:spLocks noGrp="1"/>
          </p:cNvSpPr>
          <p:nvPr/>
        </p:nvSpPr>
        <p:spPr>
          <a:xfrm>
            <a:off x="4385711" y="3408914"/>
            <a:ext cx="506821" cy="368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0364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03646"/>
                </a:solidFill>
                <a:latin typeface="Arial"/>
                <a:ea typeface="Arial"/>
                <a:cs typeface="Arial"/>
              </a:rPr>
              <a:t>Identity scores</a:t>
            </a:r>
          </a:p>
        </p:txBody>
      </p:sp>
      <p:sp>
        <p:nvSpPr>
          <p:cNvPr id="143" name="Highlighted identity column k">
            <a:extLst>
              <a:ext uri="{FF2B5EF4-FFF2-40B4-BE49-F238E27FC236}">
                <a16:creationId xmlns:a16="http://schemas.microsoft.com/office/drawing/2014/main" id="{7345592F-318B-CAE0-3CCB-9E05E52833DA}"/>
              </a:ext>
            </a:extLst>
          </p:cNvPr>
          <p:cNvSpPr>
            <a:spLocks noGrp="1"/>
          </p:cNvSpPr>
          <p:nvPr/>
        </p:nvSpPr>
        <p:spPr>
          <a:xfrm>
            <a:off x="4553288" y="3502743"/>
            <a:ext cx="91963" cy="218806"/>
          </a:xfrm>
          <a:prstGeom prst="rect">
            <a:avLst/>
          </a:prstGeom>
          <a:solidFill>
            <a:srgbClr val="EDF6F1"/>
          </a:solidFill>
          <a:ln w="0">
            <a:noFill/>
          </a:ln>
        </p:spPr>
      </p:sp>
      <p:sp>
        <p:nvSpPr>
          <p:cNvPr id="144" name="Current pair score j,k">
            <a:extLst>
              <a:ext uri="{FF2B5EF4-FFF2-40B4-BE49-F238E27FC236}">
                <a16:creationId xmlns:a16="http://schemas.microsoft.com/office/drawing/2014/main" id="{00899EEE-8E68-EA8E-882E-15700BBB7534}"/>
              </a:ext>
            </a:extLst>
          </p:cNvPr>
          <p:cNvSpPr>
            <a:spLocks noGrp="1"/>
          </p:cNvSpPr>
          <p:nvPr/>
        </p:nvSpPr>
        <p:spPr>
          <a:xfrm>
            <a:off x="4553288" y="3556037"/>
            <a:ext cx="91963" cy="55171"/>
          </a:xfrm>
          <a:prstGeom prst="rect">
            <a:avLst/>
          </a:prstGeom>
          <a:solidFill>
            <a:srgbClr val="4C9D8F"/>
          </a:solidFill>
          <a:ln w="0">
            <a:noFill/>
          </a:ln>
        </p:spPr>
      </p:sp>
      <p:sp>
        <p:nvSpPr>
          <p:cNvPr id="145" name="Line 81">
            <a:extLst>
              <a:ext uri="{FF2B5EF4-FFF2-40B4-BE49-F238E27FC236}">
                <a16:creationId xmlns:a16="http://schemas.microsoft.com/office/drawing/2014/main" id="{37F92E9C-61A8-8C34-B10E-7D4D59007431}"/>
              </a:ext>
            </a:extLst>
          </p:cNvPr>
          <p:cNvSpPr>
            <a:spLocks noGrp="1"/>
          </p:cNvSpPr>
          <p:nvPr/>
        </p:nvSpPr>
        <p:spPr>
          <a:xfrm>
            <a:off x="4461325" y="3502743"/>
            <a:ext cx="20" cy="218806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46" name="Line 82">
            <a:extLst>
              <a:ext uri="{FF2B5EF4-FFF2-40B4-BE49-F238E27FC236}">
                <a16:creationId xmlns:a16="http://schemas.microsoft.com/office/drawing/2014/main" id="{4A3ADE88-CE92-DAA4-C291-98A609BE20E7}"/>
              </a:ext>
            </a:extLst>
          </p:cNvPr>
          <p:cNvSpPr>
            <a:spLocks noGrp="1"/>
          </p:cNvSpPr>
          <p:nvPr/>
        </p:nvSpPr>
        <p:spPr>
          <a:xfrm>
            <a:off x="4553288" y="3502743"/>
            <a:ext cx="20" cy="218806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47" name="Line 83">
            <a:extLst>
              <a:ext uri="{FF2B5EF4-FFF2-40B4-BE49-F238E27FC236}">
                <a16:creationId xmlns:a16="http://schemas.microsoft.com/office/drawing/2014/main" id="{B1F41B2C-C4C6-8853-4DB6-EDA15436F89F}"/>
              </a:ext>
            </a:extLst>
          </p:cNvPr>
          <p:cNvSpPr>
            <a:spLocks noGrp="1"/>
          </p:cNvSpPr>
          <p:nvPr/>
        </p:nvSpPr>
        <p:spPr>
          <a:xfrm>
            <a:off x="4645252" y="3502743"/>
            <a:ext cx="20" cy="218806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48" name="Line 84">
            <a:extLst>
              <a:ext uri="{FF2B5EF4-FFF2-40B4-BE49-F238E27FC236}">
                <a16:creationId xmlns:a16="http://schemas.microsoft.com/office/drawing/2014/main" id="{FDDEC517-C595-3646-39D9-A172B8995DB6}"/>
              </a:ext>
            </a:extLst>
          </p:cNvPr>
          <p:cNvSpPr>
            <a:spLocks noGrp="1"/>
          </p:cNvSpPr>
          <p:nvPr/>
        </p:nvSpPr>
        <p:spPr>
          <a:xfrm>
            <a:off x="4737215" y="3502743"/>
            <a:ext cx="20" cy="218806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49" name="Line 85">
            <a:extLst>
              <a:ext uri="{FF2B5EF4-FFF2-40B4-BE49-F238E27FC236}">
                <a16:creationId xmlns:a16="http://schemas.microsoft.com/office/drawing/2014/main" id="{F6AE34E6-EB46-D3EB-CF33-8B77C03355A1}"/>
              </a:ext>
            </a:extLst>
          </p:cNvPr>
          <p:cNvSpPr>
            <a:spLocks noGrp="1"/>
          </p:cNvSpPr>
          <p:nvPr/>
        </p:nvSpPr>
        <p:spPr>
          <a:xfrm>
            <a:off x="4829179" y="3502743"/>
            <a:ext cx="20" cy="218806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0" name="Line 86">
            <a:extLst>
              <a:ext uri="{FF2B5EF4-FFF2-40B4-BE49-F238E27FC236}">
                <a16:creationId xmlns:a16="http://schemas.microsoft.com/office/drawing/2014/main" id="{F869626D-CA7F-2466-6BD7-DF95905567E8}"/>
              </a:ext>
            </a:extLst>
          </p:cNvPr>
          <p:cNvSpPr>
            <a:spLocks noGrp="1"/>
          </p:cNvSpPr>
          <p:nvPr/>
        </p:nvSpPr>
        <p:spPr>
          <a:xfrm>
            <a:off x="4461325" y="3502743"/>
            <a:ext cx="367854" cy="19"/>
          </a:xfrm>
          <a:custGeom>
            <a:avLst/>
            <a:gdLst/>
            <a:ahLst/>
            <a:cxnLst/>
            <a:rect l="0" t="0" r="0" b="0"/>
            <a:pathLst>
              <a:path w="1714500" h="9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1" name="Line 87">
            <a:extLst>
              <a:ext uri="{FF2B5EF4-FFF2-40B4-BE49-F238E27FC236}">
                <a16:creationId xmlns:a16="http://schemas.microsoft.com/office/drawing/2014/main" id="{66D1BB76-B1CD-320A-E37A-6507AAFB8943}"/>
              </a:ext>
            </a:extLst>
          </p:cNvPr>
          <p:cNvSpPr>
            <a:spLocks noGrp="1"/>
          </p:cNvSpPr>
          <p:nvPr/>
        </p:nvSpPr>
        <p:spPr>
          <a:xfrm>
            <a:off x="4461325" y="3556037"/>
            <a:ext cx="367854" cy="20"/>
          </a:xfrm>
          <a:custGeom>
            <a:avLst/>
            <a:gdLst/>
            <a:ahLst/>
            <a:cxnLst/>
            <a:rect l="0" t="0" r="0" b="0"/>
            <a:pathLst>
              <a:path w="1714500" h="9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2" name="Line 88">
            <a:extLst>
              <a:ext uri="{FF2B5EF4-FFF2-40B4-BE49-F238E27FC236}">
                <a16:creationId xmlns:a16="http://schemas.microsoft.com/office/drawing/2014/main" id="{D1740987-881C-C836-A7B1-081C50B1481E}"/>
              </a:ext>
            </a:extLst>
          </p:cNvPr>
          <p:cNvSpPr>
            <a:spLocks noGrp="1"/>
          </p:cNvSpPr>
          <p:nvPr/>
        </p:nvSpPr>
        <p:spPr>
          <a:xfrm>
            <a:off x="4461325" y="3611207"/>
            <a:ext cx="367854" cy="20"/>
          </a:xfrm>
          <a:custGeom>
            <a:avLst/>
            <a:gdLst/>
            <a:ahLst/>
            <a:cxnLst/>
            <a:rect l="0" t="0" r="0" b="0"/>
            <a:pathLst>
              <a:path w="1714500" h="9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3" name="Line 89">
            <a:extLst>
              <a:ext uri="{FF2B5EF4-FFF2-40B4-BE49-F238E27FC236}">
                <a16:creationId xmlns:a16="http://schemas.microsoft.com/office/drawing/2014/main" id="{ED72388D-2E87-8C78-DFB1-8F34D51BFC9E}"/>
              </a:ext>
            </a:extLst>
          </p:cNvPr>
          <p:cNvSpPr>
            <a:spLocks noGrp="1"/>
          </p:cNvSpPr>
          <p:nvPr/>
        </p:nvSpPr>
        <p:spPr>
          <a:xfrm>
            <a:off x="4461325" y="3666378"/>
            <a:ext cx="367854" cy="20"/>
          </a:xfrm>
          <a:custGeom>
            <a:avLst/>
            <a:gdLst/>
            <a:ahLst/>
            <a:cxnLst/>
            <a:rect l="0" t="0" r="0" b="0"/>
            <a:pathLst>
              <a:path w="1714500" h="9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4" name="Line 90">
            <a:extLst>
              <a:ext uri="{FF2B5EF4-FFF2-40B4-BE49-F238E27FC236}">
                <a16:creationId xmlns:a16="http://schemas.microsoft.com/office/drawing/2014/main" id="{B97FA063-1452-26AD-19FA-772701C95A53}"/>
              </a:ext>
            </a:extLst>
          </p:cNvPr>
          <p:cNvSpPr>
            <a:spLocks noGrp="1"/>
          </p:cNvSpPr>
          <p:nvPr/>
        </p:nvSpPr>
        <p:spPr>
          <a:xfrm>
            <a:off x="4461325" y="3721549"/>
            <a:ext cx="367854" cy="20"/>
          </a:xfrm>
          <a:custGeom>
            <a:avLst/>
            <a:gdLst/>
            <a:ahLst/>
            <a:cxnLst/>
            <a:rect l="0" t="0" r="0" b="0"/>
            <a:pathLst>
              <a:path w="1714500" h="95">
                <a:moveTo>
                  <a:pt x="0" y="0"/>
                </a:moveTo>
                <a:lnTo>
                  <a:pt x="1714500" y="0"/>
                </a:lnTo>
              </a:path>
            </a:pathLst>
          </a:custGeom>
          <a:noFill/>
          <a:ln w="2452">
            <a:solidFill>
              <a:srgbClr val="A7C4BD"/>
            </a:solidFill>
            <a:prstDash val="solid"/>
          </a:ln>
        </p:spPr>
      </p:sp>
      <p:sp>
        <p:nvSpPr>
          <p:cNvPr id="155" name="Label 91 k">
            <a:extLst>
              <a:ext uri="{FF2B5EF4-FFF2-40B4-BE49-F238E27FC236}">
                <a16:creationId xmlns:a16="http://schemas.microsoft.com/office/drawing/2014/main" id="{E6CAFB7F-54C5-DA10-9165-EBF15690BE17}"/>
              </a:ext>
            </a:extLst>
          </p:cNvPr>
          <p:cNvSpPr>
            <a:spLocks noGrp="1"/>
          </p:cNvSpPr>
          <p:nvPr/>
        </p:nvSpPr>
        <p:spPr>
          <a:xfrm>
            <a:off x="4573725" y="3458354"/>
            <a:ext cx="51091" cy="42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2B887C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2B887C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156" name="Label 92 j">
            <a:extLst>
              <a:ext uri="{FF2B5EF4-FFF2-40B4-BE49-F238E27FC236}">
                <a16:creationId xmlns:a16="http://schemas.microsoft.com/office/drawing/2014/main" id="{9C7137D5-1F94-2106-B1CB-0CDFB89AC6FE}"/>
              </a:ext>
            </a:extLst>
          </p:cNvPr>
          <p:cNvSpPr>
            <a:spLocks noGrp="1"/>
          </p:cNvSpPr>
          <p:nvPr/>
        </p:nvSpPr>
        <p:spPr>
          <a:xfrm>
            <a:off x="4404103" y="3556037"/>
            <a:ext cx="42916" cy="551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1">
                <a:solidFill>
                  <a:srgbClr val="397FA6"/>
                </a:solidFill>
                <a:latin typeface="Arial"/>
                <a:ea typeface="Arial"/>
                <a:cs typeface="Arial"/>
              </a:defRPr>
            </a:pPr>
            <a:r>
              <a:rPr sz="400" b="1">
                <a:solidFill>
                  <a:srgbClr val="397FA6"/>
                </a:solidFill>
                <a:latin typeface="Arial"/>
                <a:ea typeface="Arial"/>
                <a:cs typeface="Arial"/>
              </a:rPr>
              <a:t>j</a:t>
            </a:r>
          </a:p>
        </p:txBody>
      </p:sp>
      <p:sp>
        <p:nvSpPr>
          <p:cNvPr id="157" name="Label 93 J × K">
            <a:extLst>
              <a:ext uri="{FF2B5EF4-FFF2-40B4-BE49-F238E27FC236}">
                <a16:creationId xmlns:a16="http://schemas.microsoft.com/office/drawing/2014/main" id="{0B9F65FC-5EAE-FBC4-FAE5-9938AF1EA42B}"/>
              </a:ext>
            </a:extLst>
          </p:cNvPr>
          <p:cNvSpPr>
            <a:spLocks noGrp="1"/>
          </p:cNvSpPr>
          <p:nvPr/>
        </p:nvSpPr>
        <p:spPr>
          <a:xfrm>
            <a:off x="4506285" y="3742494"/>
            <a:ext cx="279978" cy="444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00" b="0">
                <a:solidFill>
                  <a:srgbClr val="6F8290"/>
                </a:solidFill>
                <a:latin typeface="Arial"/>
                <a:ea typeface="Arial"/>
                <a:cs typeface="Arial"/>
              </a:defRPr>
            </a:pPr>
            <a:r>
              <a:rPr sz="400" b="0">
                <a:solidFill>
                  <a:srgbClr val="6F8290"/>
                </a:solidFill>
                <a:latin typeface="Arial"/>
                <a:ea typeface="Arial"/>
                <a:cs typeface="Arial"/>
              </a:rPr>
              <a:t>J × K</a:t>
            </a:r>
          </a:p>
        </p:txBody>
      </p:sp>
      <p:sp>
        <p:nvSpPr>
          <p:cNvPr id="158" name="c | shared input to candidate crop">
            <a:extLst>
              <a:ext uri="{FF2B5EF4-FFF2-40B4-BE49-F238E27FC236}">
                <a16:creationId xmlns:a16="http://schemas.microsoft.com/office/drawing/2014/main" id="{CAE56C1C-0D87-AB59-F11F-77F9F30289FE}"/>
              </a:ext>
            </a:extLst>
          </p:cNvPr>
          <p:cNvSpPr>
            <a:spLocks noGrp="1"/>
          </p:cNvSpPr>
          <p:nvPr/>
        </p:nvSpPr>
        <p:spPr>
          <a:xfrm>
            <a:off x="2045751" y="2215588"/>
            <a:ext cx="188014" cy="0"/>
          </a:xfrm>
          <a:custGeom>
            <a:avLst/>
            <a:gdLst/>
            <a:ahLst/>
            <a:cxnLst/>
            <a:rect l="0" t="0" r="0" b="0"/>
            <a:pathLst>
              <a:path w="876300" h="1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3474">
            <a:solidFill>
              <a:srgbClr val="397FA6"/>
            </a:solidFill>
            <a:prstDash val="solid"/>
          </a:ln>
        </p:spPr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58FD75F-EABE-3EF1-ABA7-ED372EDC1C8F}"/>
              </a:ext>
            </a:extLst>
          </p:cNvPr>
          <p:cNvGrpSpPr/>
          <p:nvPr/>
        </p:nvGrpSpPr>
        <p:grpSpPr>
          <a:xfrm>
            <a:off x="2215373" y="2129766"/>
            <a:ext cx="2668984" cy="1462030"/>
            <a:chOff x="2215373" y="2129766"/>
            <a:chExt cx="2668984" cy="1462030"/>
          </a:xfrm>
        </p:grpSpPr>
        <p:grpSp>
          <p:nvGrpSpPr>
            <p:cNvPr id="160" name="Density voxel illustration | exp">
              <a:extLst>
                <a:ext uri="{FF2B5EF4-FFF2-40B4-BE49-F238E27FC236}">
                  <a16:creationId xmlns:a16="http://schemas.microsoft.com/office/drawing/2014/main" id="{7554C1AE-7DBA-4B37-62A9-A160A0276FA0}"/>
                </a:ext>
              </a:extLst>
            </p:cNvPr>
            <p:cNvGrpSpPr/>
            <p:nvPr/>
          </p:nvGrpSpPr>
          <p:grpSpPr>
            <a:xfrm>
              <a:off x="2250114" y="2129766"/>
              <a:ext cx="194145" cy="171643"/>
              <a:chOff x="1179315" y="2886201"/>
              <a:chExt cx="295650" cy="262800"/>
            </a:xfrm>
          </p:grpSpPr>
          <p:sp>
            <p:nvSpPr>
              <p:cNvPr id="161" name="path_2370">
                <a:extLst>
                  <a:ext uri="{FF2B5EF4-FFF2-40B4-BE49-F238E27FC236}">
                    <a16:creationId xmlns:a16="http://schemas.microsoft.com/office/drawing/2014/main" id="{A64C28A7-1BD2-CDFC-89EB-2BF0078AA2E6}"/>
                  </a:ext>
                </a:extLst>
              </p:cNvPr>
              <p:cNvSpPr/>
              <p:nvPr/>
            </p:nvSpPr>
            <p:spPr>
              <a:xfrm>
                <a:off x="1179315" y="2886201"/>
                <a:ext cx="295650" cy="47304"/>
              </a:xfrm>
              <a:custGeom>
                <a:avLst/>
                <a:gdLst/>
                <a:ahLst/>
                <a:cxnLst/>
                <a:rect l="0" t="0" r="w" b="h"/>
                <a:pathLst>
                  <a:path w="295650" h="47304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295650" y="0"/>
                    </a:lnTo>
                    <a:lnTo>
                      <a:pt x="248346" y="47304"/>
                    </a:lnTo>
                    <a:close/>
                  </a:path>
                </a:pathLst>
              </a:custGeom>
              <a:solidFill>
                <a:srgbClr val="EEF6FB">
                  <a:alpha val="70000"/>
                </a:srgbClr>
              </a:solidFill>
              <a:ln w="1202" cap="rnd" cmpd="sng" algn="ctr">
                <a:solidFill>
                  <a:srgbClr val="367FB7">
                    <a:alpha val="7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2" name="path_2371">
                <a:extLst>
                  <a:ext uri="{FF2B5EF4-FFF2-40B4-BE49-F238E27FC236}">
                    <a16:creationId xmlns:a16="http://schemas.microsoft.com/office/drawing/2014/main" id="{151E8809-B54E-8473-66BA-4EB96EC2EA92}"/>
                  </a:ext>
                </a:extLst>
              </p:cNvPr>
              <p:cNvSpPr/>
              <p:nvPr/>
            </p:nvSpPr>
            <p:spPr>
              <a:xfrm>
                <a:off x="1427661" y="2886201"/>
                <a:ext cx="47304" cy="262800"/>
              </a:xfrm>
              <a:custGeom>
                <a:avLst/>
                <a:gdLst/>
                <a:ahLst/>
                <a:cxnLst/>
                <a:rect l="0" t="0" r="w" b="h"/>
                <a:pathLst>
                  <a:path w="47304" h="262800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47304" y="215496"/>
                    </a:lnTo>
                    <a:lnTo>
                      <a:pt x="0" y="262800"/>
                    </a:lnTo>
                    <a:close/>
                  </a:path>
                </a:pathLst>
              </a:custGeom>
              <a:solidFill>
                <a:srgbClr val="E1EEF6">
                  <a:alpha val="60000"/>
                </a:srgbClr>
              </a:solidFill>
              <a:ln w="1202" cap="rnd" cmpd="sng" algn="ctr">
                <a:solidFill>
                  <a:srgbClr val="367FB7">
                    <a:alpha val="6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3" name="rect_2372">
                <a:extLst>
                  <a:ext uri="{FF2B5EF4-FFF2-40B4-BE49-F238E27FC236}">
                    <a16:creationId xmlns:a16="http://schemas.microsoft.com/office/drawing/2014/main" id="{54391157-1F86-371C-F583-96C9AB94A647}"/>
                  </a:ext>
                </a:extLst>
              </p:cNvPr>
              <p:cNvSpPr/>
              <p:nvPr/>
            </p:nvSpPr>
            <p:spPr>
              <a:xfrm>
                <a:off x="1179315" y="2933505"/>
                <a:ext cx="248346" cy="215496"/>
              </a:xfrm>
              <a:prstGeom prst="rect">
                <a:avLst/>
              </a:prstGeom>
              <a:solidFill>
                <a:srgbClr val="F7FBFE"/>
              </a:solidFill>
              <a:ln w="1202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4" name="Density voxel cell">
                <a:extLst>
                  <a:ext uri="{FF2B5EF4-FFF2-40B4-BE49-F238E27FC236}">
                    <a16:creationId xmlns:a16="http://schemas.microsoft.com/office/drawing/2014/main" id="{B3562BCD-67E1-A7FA-5AE0-641D575C2F2A}"/>
                  </a:ext>
                </a:extLst>
              </p:cNvPr>
              <p:cNvSpPr/>
              <p:nvPr/>
            </p:nvSpPr>
            <p:spPr>
              <a:xfrm>
                <a:off x="1180465" y="2934655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5" name="Density voxel cell">
                <a:extLst>
                  <a:ext uri="{FF2B5EF4-FFF2-40B4-BE49-F238E27FC236}">
                    <a16:creationId xmlns:a16="http://schemas.microsoft.com/office/drawing/2014/main" id="{857C78D2-EEDE-4F74-289C-B523B3DCB75C}"/>
                  </a:ext>
                </a:extLst>
              </p:cNvPr>
              <p:cNvSpPr/>
              <p:nvPr/>
            </p:nvSpPr>
            <p:spPr>
              <a:xfrm>
                <a:off x="1203042" y="2934655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6" name="Density voxel cell">
                <a:extLst>
                  <a:ext uri="{FF2B5EF4-FFF2-40B4-BE49-F238E27FC236}">
                    <a16:creationId xmlns:a16="http://schemas.microsoft.com/office/drawing/2014/main" id="{BCC92039-EBB8-E95B-5463-FE47131E2E14}"/>
                  </a:ext>
                </a:extLst>
              </p:cNvPr>
              <p:cNvSpPr/>
              <p:nvPr/>
            </p:nvSpPr>
            <p:spPr>
              <a:xfrm>
                <a:off x="1225619" y="2934655"/>
                <a:ext cx="20277" cy="17291"/>
              </a:xfrm>
              <a:prstGeom prst="rect">
                <a:avLst/>
              </a:prstGeom>
              <a:solidFill>
                <a:srgbClr val="D3E5F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7" name="Density voxel cell">
                <a:extLst>
                  <a:ext uri="{FF2B5EF4-FFF2-40B4-BE49-F238E27FC236}">
                    <a16:creationId xmlns:a16="http://schemas.microsoft.com/office/drawing/2014/main" id="{9FC4C503-0ACF-69B5-6E4B-2B92F49315FC}"/>
                  </a:ext>
                </a:extLst>
              </p:cNvPr>
              <p:cNvSpPr/>
              <p:nvPr/>
            </p:nvSpPr>
            <p:spPr>
              <a:xfrm>
                <a:off x="1248195" y="2934655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8" name="Density voxel cell">
                <a:extLst>
                  <a:ext uri="{FF2B5EF4-FFF2-40B4-BE49-F238E27FC236}">
                    <a16:creationId xmlns:a16="http://schemas.microsoft.com/office/drawing/2014/main" id="{B011FE1A-F200-AB66-2DC6-9A7D08FD72D4}"/>
                  </a:ext>
                </a:extLst>
              </p:cNvPr>
              <p:cNvSpPr/>
              <p:nvPr/>
            </p:nvSpPr>
            <p:spPr>
              <a:xfrm>
                <a:off x="1270772" y="2934655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69" name="Density voxel cell">
                <a:extLst>
                  <a:ext uri="{FF2B5EF4-FFF2-40B4-BE49-F238E27FC236}">
                    <a16:creationId xmlns:a16="http://schemas.microsoft.com/office/drawing/2014/main" id="{2E9E5D18-341D-EBCE-F636-4DA4332F9303}"/>
                  </a:ext>
                </a:extLst>
              </p:cNvPr>
              <p:cNvSpPr/>
              <p:nvPr/>
            </p:nvSpPr>
            <p:spPr>
              <a:xfrm>
                <a:off x="1293349" y="2934655"/>
                <a:ext cx="20277" cy="17291"/>
              </a:xfrm>
              <a:prstGeom prst="rect">
                <a:avLst/>
              </a:prstGeom>
              <a:solidFill>
                <a:srgbClr val="D9E8F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0" name="Density voxel cell">
                <a:extLst>
                  <a:ext uri="{FF2B5EF4-FFF2-40B4-BE49-F238E27FC236}">
                    <a16:creationId xmlns:a16="http://schemas.microsoft.com/office/drawing/2014/main" id="{0D6193D7-9E92-74CC-7484-ADAF187396E8}"/>
                  </a:ext>
                </a:extLst>
              </p:cNvPr>
              <p:cNvSpPr/>
              <p:nvPr/>
            </p:nvSpPr>
            <p:spPr>
              <a:xfrm>
                <a:off x="1315926" y="2934655"/>
                <a:ext cx="20277" cy="17291"/>
              </a:xfrm>
              <a:prstGeom prst="rect">
                <a:avLst/>
              </a:prstGeom>
              <a:solidFill>
                <a:srgbClr val="E9F3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1" name="Density voxel cell">
                <a:extLst>
                  <a:ext uri="{FF2B5EF4-FFF2-40B4-BE49-F238E27FC236}">
                    <a16:creationId xmlns:a16="http://schemas.microsoft.com/office/drawing/2014/main" id="{45E669EE-B6B0-1DF7-D5FB-64B83F3EAD8D}"/>
                  </a:ext>
                </a:extLst>
              </p:cNvPr>
              <p:cNvSpPr/>
              <p:nvPr/>
            </p:nvSpPr>
            <p:spPr>
              <a:xfrm>
                <a:off x="1338503" y="2934655"/>
                <a:ext cx="20277" cy="17291"/>
              </a:xfrm>
              <a:prstGeom prst="rect">
                <a:avLst/>
              </a:prstGeom>
              <a:solidFill>
                <a:srgbClr val="F3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" name="Density voxel cell">
                <a:extLst>
                  <a:ext uri="{FF2B5EF4-FFF2-40B4-BE49-F238E27FC236}">
                    <a16:creationId xmlns:a16="http://schemas.microsoft.com/office/drawing/2014/main" id="{BD5835EE-CAEB-31AD-0BB2-73CD62677858}"/>
                  </a:ext>
                </a:extLst>
              </p:cNvPr>
              <p:cNvSpPr/>
              <p:nvPr/>
            </p:nvSpPr>
            <p:spPr>
              <a:xfrm>
                <a:off x="1361080" y="2934655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" name="Density voxel cell">
                <a:extLst>
                  <a:ext uri="{FF2B5EF4-FFF2-40B4-BE49-F238E27FC236}">
                    <a16:creationId xmlns:a16="http://schemas.microsoft.com/office/drawing/2014/main" id="{7F3A22F1-B2C9-E3CC-5EA2-D529C18D2B46}"/>
                  </a:ext>
                </a:extLst>
              </p:cNvPr>
              <p:cNvSpPr/>
              <p:nvPr/>
            </p:nvSpPr>
            <p:spPr>
              <a:xfrm>
                <a:off x="1383657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" name="Density voxel cell">
                <a:extLst>
                  <a:ext uri="{FF2B5EF4-FFF2-40B4-BE49-F238E27FC236}">
                    <a16:creationId xmlns:a16="http://schemas.microsoft.com/office/drawing/2014/main" id="{A528C46E-7AA1-7A77-E07A-A5CB931BE752}"/>
                  </a:ext>
                </a:extLst>
              </p:cNvPr>
              <p:cNvSpPr/>
              <p:nvPr/>
            </p:nvSpPr>
            <p:spPr>
              <a:xfrm>
                <a:off x="1406234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" name="Density voxel cell">
                <a:extLst>
                  <a:ext uri="{FF2B5EF4-FFF2-40B4-BE49-F238E27FC236}">
                    <a16:creationId xmlns:a16="http://schemas.microsoft.com/office/drawing/2014/main" id="{C40E175C-75CF-D68A-50D0-67650A30C0E5}"/>
                  </a:ext>
                </a:extLst>
              </p:cNvPr>
              <p:cNvSpPr/>
              <p:nvPr/>
            </p:nvSpPr>
            <p:spPr>
              <a:xfrm>
                <a:off x="1180465" y="2954245"/>
                <a:ext cx="20277" cy="17291"/>
              </a:xfrm>
              <a:prstGeom prst="rect">
                <a:avLst/>
              </a:prstGeom>
              <a:solidFill>
                <a:srgbClr val="EBF3F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" name="Density voxel cell">
                <a:extLst>
                  <a:ext uri="{FF2B5EF4-FFF2-40B4-BE49-F238E27FC236}">
                    <a16:creationId xmlns:a16="http://schemas.microsoft.com/office/drawing/2014/main" id="{35B57B64-CEC2-0E58-C1DB-E5B2AFB0C977}"/>
                  </a:ext>
                </a:extLst>
              </p:cNvPr>
              <p:cNvSpPr/>
              <p:nvPr/>
            </p:nvSpPr>
            <p:spPr>
              <a:xfrm>
                <a:off x="1203042" y="2954245"/>
                <a:ext cx="20277" cy="17291"/>
              </a:xfrm>
              <a:prstGeom prst="rect">
                <a:avLst/>
              </a:prstGeom>
              <a:solidFill>
                <a:srgbClr val="D4E5F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" name="Density voxel cell">
                <a:extLst>
                  <a:ext uri="{FF2B5EF4-FFF2-40B4-BE49-F238E27FC236}">
                    <a16:creationId xmlns:a16="http://schemas.microsoft.com/office/drawing/2014/main" id="{A43D2A87-A2C8-11A3-49CC-978867E85EF9}"/>
                  </a:ext>
                </a:extLst>
              </p:cNvPr>
              <p:cNvSpPr/>
              <p:nvPr/>
            </p:nvSpPr>
            <p:spPr>
              <a:xfrm>
                <a:off x="1225619" y="2954245"/>
                <a:ext cx="20277" cy="17291"/>
              </a:xfrm>
              <a:prstGeom prst="rect">
                <a:avLst/>
              </a:prstGeom>
              <a:solidFill>
                <a:srgbClr val="B1D0E5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" name="Density voxel cell">
                <a:extLst>
                  <a:ext uri="{FF2B5EF4-FFF2-40B4-BE49-F238E27FC236}">
                    <a16:creationId xmlns:a16="http://schemas.microsoft.com/office/drawing/2014/main" id="{85DB840F-FB00-6D55-5049-7EEF2C085E38}"/>
                  </a:ext>
                </a:extLst>
              </p:cNvPr>
              <p:cNvSpPr/>
              <p:nvPr/>
            </p:nvSpPr>
            <p:spPr>
              <a:xfrm>
                <a:off x="1248195" y="2954245"/>
                <a:ext cx="20277" cy="17291"/>
              </a:xfrm>
              <a:prstGeom prst="rect">
                <a:avLst/>
              </a:prstGeom>
              <a:solidFill>
                <a:srgbClr val="98C0D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" name="Density voxel cell">
                <a:extLst>
                  <a:ext uri="{FF2B5EF4-FFF2-40B4-BE49-F238E27FC236}">
                    <a16:creationId xmlns:a16="http://schemas.microsoft.com/office/drawing/2014/main" id="{C4A03D4C-CEF5-6FE6-6909-EA143610AA15}"/>
                  </a:ext>
                </a:extLst>
              </p:cNvPr>
              <p:cNvSpPr/>
              <p:nvPr/>
            </p:nvSpPr>
            <p:spPr>
              <a:xfrm>
                <a:off x="1270772" y="2954245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" name="Density voxel cell">
                <a:extLst>
                  <a:ext uri="{FF2B5EF4-FFF2-40B4-BE49-F238E27FC236}">
                    <a16:creationId xmlns:a16="http://schemas.microsoft.com/office/drawing/2014/main" id="{3B1E108E-D7E5-3573-BE4D-FEBD1A7EBC77}"/>
                  </a:ext>
                </a:extLst>
              </p:cNvPr>
              <p:cNvSpPr/>
              <p:nvPr/>
            </p:nvSpPr>
            <p:spPr>
              <a:xfrm>
                <a:off x="1293349" y="2954245"/>
                <a:ext cx="20277" cy="17291"/>
              </a:xfrm>
              <a:prstGeom prst="rect">
                <a:avLst/>
              </a:prstGeom>
              <a:solidFill>
                <a:srgbClr val="BCD6E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" name="Density voxel cell">
                <a:extLst>
                  <a:ext uri="{FF2B5EF4-FFF2-40B4-BE49-F238E27FC236}">
                    <a16:creationId xmlns:a16="http://schemas.microsoft.com/office/drawing/2014/main" id="{08F9BCDB-C50D-D26F-D76B-94EC2D1B9270}"/>
                  </a:ext>
                </a:extLst>
              </p:cNvPr>
              <p:cNvSpPr/>
              <p:nvPr/>
            </p:nvSpPr>
            <p:spPr>
              <a:xfrm>
                <a:off x="1315926" y="2954245"/>
                <a:ext cx="20277" cy="17291"/>
              </a:xfrm>
              <a:prstGeom prst="rect">
                <a:avLst/>
              </a:prstGeom>
              <a:solidFill>
                <a:srgbClr val="DCEAF5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2" name="Density voxel cell">
                <a:extLst>
                  <a:ext uri="{FF2B5EF4-FFF2-40B4-BE49-F238E27FC236}">
                    <a16:creationId xmlns:a16="http://schemas.microsoft.com/office/drawing/2014/main" id="{1193F7BB-8FE9-EA07-81C4-EE358FFDF6A5}"/>
                  </a:ext>
                </a:extLst>
              </p:cNvPr>
              <p:cNvSpPr/>
              <p:nvPr/>
            </p:nvSpPr>
            <p:spPr>
              <a:xfrm>
                <a:off x="1338503" y="2954245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" name="Density voxel cell">
                <a:extLst>
                  <a:ext uri="{FF2B5EF4-FFF2-40B4-BE49-F238E27FC236}">
                    <a16:creationId xmlns:a16="http://schemas.microsoft.com/office/drawing/2014/main" id="{E0416E94-AEF1-2D84-F1FE-80C85A776D39}"/>
                  </a:ext>
                </a:extLst>
              </p:cNvPr>
              <p:cNvSpPr/>
              <p:nvPr/>
            </p:nvSpPr>
            <p:spPr>
              <a:xfrm>
                <a:off x="1361080" y="2954245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" name="Density voxel cell">
                <a:extLst>
                  <a:ext uri="{FF2B5EF4-FFF2-40B4-BE49-F238E27FC236}">
                    <a16:creationId xmlns:a16="http://schemas.microsoft.com/office/drawing/2014/main" id="{F064FF9A-6946-2021-5A26-9F0BA3448131}"/>
                  </a:ext>
                </a:extLst>
              </p:cNvPr>
              <p:cNvSpPr/>
              <p:nvPr/>
            </p:nvSpPr>
            <p:spPr>
              <a:xfrm>
                <a:off x="1383657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5" name="Density voxel cell">
                <a:extLst>
                  <a:ext uri="{FF2B5EF4-FFF2-40B4-BE49-F238E27FC236}">
                    <a16:creationId xmlns:a16="http://schemas.microsoft.com/office/drawing/2014/main" id="{B04AF741-E365-4266-2827-122DF6405388}"/>
                  </a:ext>
                </a:extLst>
              </p:cNvPr>
              <p:cNvSpPr/>
              <p:nvPr/>
            </p:nvSpPr>
            <p:spPr>
              <a:xfrm>
                <a:off x="1406234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6" name="Density voxel cell">
                <a:extLst>
                  <a:ext uri="{FF2B5EF4-FFF2-40B4-BE49-F238E27FC236}">
                    <a16:creationId xmlns:a16="http://schemas.microsoft.com/office/drawing/2014/main" id="{07A1C081-EF49-FA92-3255-66597910F766}"/>
                  </a:ext>
                </a:extLst>
              </p:cNvPr>
              <p:cNvSpPr/>
              <p:nvPr/>
            </p:nvSpPr>
            <p:spPr>
              <a:xfrm>
                <a:off x="1180465" y="2973836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7" name="Density voxel cell">
                <a:extLst>
                  <a:ext uri="{FF2B5EF4-FFF2-40B4-BE49-F238E27FC236}">
                    <a16:creationId xmlns:a16="http://schemas.microsoft.com/office/drawing/2014/main" id="{FE22F421-92E3-BE7A-1152-3165E1201F60}"/>
                  </a:ext>
                </a:extLst>
              </p:cNvPr>
              <p:cNvSpPr/>
              <p:nvPr/>
            </p:nvSpPr>
            <p:spPr>
              <a:xfrm>
                <a:off x="1203042" y="2973836"/>
                <a:ext cx="20277" cy="17291"/>
              </a:xfrm>
              <a:prstGeom prst="rect">
                <a:avLst/>
              </a:prstGeom>
              <a:solidFill>
                <a:srgbClr val="C0D9E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8" name="Density voxel cell">
                <a:extLst>
                  <a:ext uri="{FF2B5EF4-FFF2-40B4-BE49-F238E27FC236}">
                    <a16:creationId xmlns:a16="http://schemas.microsoft.com/office/drawing/2014/main" id="{8B865566-CB91-7E15-5018-ABAB975BF254}"/>
                  </a:ext>
                </a:extLst>
              </p:cNvPr>
              <p:cNvSpPr/>
              <p:nvPr/>
            </p:nvSpPr>
            <p:spPr>
              <a:xfrm>
                <a:off x="1225619" y="2973836"/>
                <a:ext cx="20277" cy="17291"/>
              </a:xfrm>
              <a:prstGeom prst="rect">
                <a:avLst/>
              </a:prstGeom>
              <a:solidFill>
                <a:srgbClr val="8BB8D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9" name="Density voxel cell">
                <a:extLst>
                  <a:ext uri="{FF2B5EF4-FFF2-40B4-BE49-F238E27FC236}">
                    <a16:creationId xmlns:a16="http://schemas.microsoft.com/office/drawing/2014/main" id="{979D7DBD-152B-6CBB-9DD1-ADBD084C88B6}"/>
                  </a:ext>
                </a:extLst>
              </p:cNvPr>
              <p:cNvSpPr/>
              <p:nvPr/>
            </p:nvSpPr>
            <p:spPr>
              <a:xfrm>
                <a:off x="1248195" y="2973836"/>
                <a:ext cx="20277" cy="17291"/>
              </a:xfrm>
              <a:prstGeom prst="rect">
                <a:avLst/>
              </a:prstGeom>
              <a:solidFill>
                <a:srgbClr val="64A0C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0" name="Density voxel cell">
                <a:extLst>
                  <a:ext uri="{FF2B5EF4-FFF2-40B4-BE49-F238E27FC236}">
                    <a16:creationId xmlns:a16="http://schemas.microsoft.com/office/drawing/2014/main" id="{D0973FE3-4EEA-001E-E7E8-C4E3F08A6AE2}"/>
                  </a:ext>
                </a:extLst>
              </p:cNvPr>
              <p:cNvSpPr/>
              <p:nvPr/>
            </p:nvSpPr>
            <p:spPr>
              <a:xfrm>
                <a:off x="1270772" y="2973836"/>
                <a:ext cx="20277" cy="17291"/>
              </a:xfrm>
              <a:prstGeom prst="rect">
                <a:avLst/>
              </a:prstGeom>
              <a:solidFill>
                <a:srgbClr val="6BA4C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1" name="Density voxel cell">
                <a:extLst>
                  <a:ext uri="{FF2B5EF4-FFF2-40B4-BE49-F238E27FC236}">
                    <a16:creationId xmlns:a16="http://schemas.microsoft.com/office/drawing/2014/main" id="{4CEF3BBF-F82F-2500-99FA-FABB2E3BAB48}"/>
                  </a:ext>
                </a:extLst>
              </p:cNvPr>
              <p:cNvSpPr/>
              <p:nvPr/>
            </p:nvSpPr>
            <p:spPr>
              <a:xfrm>
                <a:off x="1293349" y="2973836"/>
                <a:ext cx="20277" cy="17291"/>
              </a:xfrm>
              <a:prstGeom prst="rect">
                <a:avLst/>
              </a:prstGeom>
              <a:solidFill>
                <a:srgbClr val="9CC2D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" name="Density voxel cell">
                <a:extLst>
                  <a:ext uri="{FF2B5EF4-FFF2-40B4-BE49-F238E27FC236}">
                    <a16:creationId xmlns:a16="http://schemas.microsoft.com/office/drawing/2014/main" id="{A0FA66FE-E6D5-06A9-1665-1F856CE7EE6F}"/>
                  </a:ext>
                </a:extLst>
              </p:cNvPr>
              <p:cNvSpPr/>
              <p:nvPr/>
            </p:nvSpPr>
            <p:spPr>
              <a:xfrm>
                <a:off x="1315926" y="2973836"/>
                <a:ext cx="20277" cy="17291"/>
              </a:xfrm>
              <a:prstGeom prst="rect">
                <a:avLst/>
              </a:prstGeom>
              <a:solidFill>
                <a:srgbClr val="CDE1E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" name="Density voxel cell">
                <a:extLst>
                  <a:ext uri="{FF2B5EF4-FFF2-40B4-BE49-F238E27FC236}">
                    <a16:creationId xmlns:a16="http://schemas.microsoft.com/office/drawing/2014/main" id="{927E81B2-C52B-3914-5002-491C794F45B5}"/>
                  </a:ext>
                </a:extLst>
              </p:cNvPr>
              <p:cNvSpPr/>
              <p:nvPr/>
            </p:nvSpPr>
            <p:spPr>
              <a:xfrm>
                <a:off x="1338503" y="2973836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" name="Density voxel cell">
                <a:extLst>
                  <a:ext uri="{FF2B5EF4-FFF2-40B4-BE49-F238E27FC236}">
                    <a16:creationId xmlns:a16="http://schemas.microsoft.com/office/drawing/2014/main" id="{E3E91A75-36DC-348A-8A02-814F6437475D}"/>
                  </a:ext>
                </a:extLst>
              </p:cNvPr>
              <p:cNvSpPr/>
              <p:nvPr/>
            </p:nvSpPr>
            <p:spPr>
              <a:xfrm>
                <a:off x="1361080" y="2973836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" name="Density voxel cell">
                <a:extLst>
                  <a:ext uri="{FF2B5EF4-FFF2-40B4-BE49-F238E27FC236}">
                    <a16:creationId xmlns:a16="http://schemas.microsoft.com/office/drawing/2014/main" id="{B732C9D7-6C9D-2C8A-9428-88F17F863BB0}"/>
                  </a:ext>
                </a:extLst>
              </p:cNvPr>
              <p:cNvSpPr/>
              <p:nvPr/>
            </p:nvSpPr>
            <p:spPr>
              <a:xfrm>
                <a:off x="1383657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" name="Density voxel cell">
                <a:extLst>
                  <a:ext uri="{FF2B5EF4-FFF2-40B4-BE49-F238E27FC236}">
                    <a16:creationId xmlns:a16="http://schemas.microsoft.com/office/drawing/2014/main" id="{84A5015C-A135-14CF-4010-C281DD9C5597}"/>
                  </a:ext>
                </a:extLst>
              </p:cNvPr>
              <p:cNvSpPr/>
              <p:nvPr/>
            </p:nvSpPr>
            <p:spPr>
              <a:xfrm>
                <a:off x="1406234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" name="Density voxel cell">
                <a:extLst>
                  <a:ext uri="{FF2B5EF4-FFF2-40B4-BE49-F238E27FC236}">
                    <a16:creationId xmlns:a16="http://schemas.microsoft.com/office/drawing/2014/main" id="{DC31AEFE-9F4A-6213-8926-0953F2EDCD60}"/>
                  </a:ext>
                </a:extLst>
              </p:cNvPr>
              <p:cNvSpPr/>
              <p:nvPr/>
            </p:nvSpPr>
            <p:spPr>
              <a:xfrm>
                <a:off x="1180465" y="2993426"/>
                <a:ext cx="20277" cy="17291"/>
              </a:xfrm>
              <a:prstGeom prst="rect">
                <a:avLst/>
              </a:prstGeom>
              <a:solidFill>
                <a:srgbClr val="E0ECF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" name="Density voxel cell">
                <a:extLst>
                  <a:ext uri="{FF2B5EF4-FFF2-40B4-BE49-F238E27FC236}">
                    <a16:creationId xmlns:a16="http://schemas.microsoft.com/office/drawing/2014/main" id="{4836DC28-DC4A-BFDC-7398-7BBD8F4A54AC}"/>
                  </a:ext>
                </a:extLst>
              </p:cNvPr>
              <p:cNvSpPr/>
              <p:nvPr/>
            </p:nvSpPr>
            <p:spPr>
              <a:xfrm>
                <a:off x="1203042" y="2993426"/>
                <a:ext cx="20277" cy="17291"/>
              </a:xfrm>
              <a:prstGeom prst="rect">
                <a:avLst/>
              </a:prstGeom>
              <a:solidFill>
                <a:srgbClr val="B4D2E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9" name="Density voxel cell">
                <a:extLst>
                  <a:ext uri="{FF2B5EF4-FFF2-40B4-BE49-F238E27FC236}">
                    <a16:creationId xmlns:a16="http://schemas.microsoft.com/office/drawing/2014/main" id="{9AA5D7E0-2E92-2F37-809E-685C0623A909}"/>
                  </a:ext>
                </a:extLst>
              </p:cNvPr>
              <p:cNvSpPr/>
              <p:nvPr/>
            </p:nvSpPr>
            <p:spPr>
              <a:xfrm>
                <a:off x="1225619" y="2993426"/>
                <a:ext cx="20277" cy="17291"/>
              </a:xfrm>
              <a:prstGeom prst="rect">
                <a:avLst/>
              </a:prstGeom>
              <a:solidFill>
                <a:srgbClr val="73A9C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0" name="Density voxel cell">
                <a:extLst>
                  <a:ext uri="{FF2B5EF4-FFF2-40B4-BE49-F238E27FC236}">
                    <a16:creationId xmlns:a16="http://schemas.microsoft.com/office/drawing/2014/main" id="{85F4B038-D667-F5C4-D34E-6FC408C58ED5}"/>
                  </a:ext>
                </a:extLst>
              </p:cNvPr>
              <p:cNvSpPr/>
              <p:nvPr/>
            </p:nvSpPr>
            <p:spPr>
              <a:xfrm>
                <a:off x="1248195" y="2993426"/>
                <a:ext cx="20277" cy="17291"/>
              </a:xfrm>
              <a:prstGeom prst="rect">
                <a:avLst/>
              </a:prstGeom>
              <a:solidFill>
                <a:srgbClr val="458DB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" name="Density voxel cell">
                <a:extLst>
                  <a:ext uri="{FF2B5EF4-FFF2-40B4-BE49-F238E27FC236}">
                    <a16:creationId xmlns:a16="http://schemas.microsoft.com/office/drawing/2014/main" id="{CEBDC04B-4E04-1DDA-30DF-6A45FA0A1B01}"/>
                  </a:ext>
                </a:extLst>
              </p:cNvPr>
              <p:cNvSpPr/>
              <p:nvPr/>
            </p:nvSpPr>
            <p:spPr>
              <a:xfrm>
                <a:off x="1270772" y="2993426"/>
                <a:ext cx="20277" cy="17291"/>
              </a:xfrm>
              <a:prstGeom prst="rect">
                <a:avLst/>
              </a:prstGeom>
              <a:solidFill>
                <a:srgbClr val="4C91C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2" name="Density voxel cell">
                <a:extLst>
                  <a:ext uri="{FF2B5EF4-FFF2-40B4-BE49-F238E27FC236}">
                    <a16:creationId xmlns:a16="http://schemas.microsoft.com/office/drawing/2014/main" id="{7F950873-4C2B-3FC3-576D-1219E865F656}"/>
                  </a:ext>
                </a:extLst>
              </p:cNvPr>
              <p:cNvSpPr/>
              <p:nvPr/>
            </p:nvSpPr>
            <p:spPr>
              <a:xfrm>
                <a:off x="1293349" y="2993426"/>
                <a:ext cx="20277" cy="17291"/>
              </a:xfrm>
              <a:prstGeom prst="rect">
                <a:avLst/>
              </a:prstGeom>
              <a:solidFill>
                <a:srgbClr val="87B6D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3" name="Density voxel cell">
                <a:extLst>
                  <a:ext uri="{FF2B5EF4-FFF2-40B4-BE49-F238E27FC236}">
                    <a16:creationId xmlns:a16="http://schemas.microsoft.com/office/drawing/2014/main" id="{F9B723B7-EC98-B4AE-4EB5-707EE2FBA3AD}"/>
                  </a:ext>
                </a:extLst>
              </p:cNvPr>
              <p:cNvSpPr/>
              <p:nvPr/>
            </p:nvSpPr>
            <p:spPr>
              <a:xfrm>
                <a:off x="1315926" y="2993426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4" name="Density voxel cell">
                <a:extLst>
                  <a:ext uri="{FF2B5EF4-FFF2-40B4-BE49-F238E27FC236}">
                    <a16:creationId xmlns:a16="http://schemas.microsoft.com/office/drawing/2014/main" id="{FFCE638D-AE74-178B-755F-9B03C0BBAA8D}"/>
                  </a:ext>
                </a:extLst>
              </p:cNvPr>
              <p:cNvSpPr/>
              <p:nvPr/>
            </p:nvSpPr>
            <p:spPr>
              <a:xfrm>
                <a:off x="1338503" y="2993426"/>
                <a:ext cx="20277" cy="17291"/>
              </a:xfrm>
              <a:prstGeom prst="rect">
                <a:avLst/>
              </a:prstGeom>
              <a:solidFill>
                <a:srgbClr val="E7F1F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5" name="Density voxel cell">
                <a:extLst>
                  <a:ext uri="{FF2B5EF4-FFF2-40B4-BE49-F238E27FC236}">
                    <a16:creationId xmlns:a16="http://schemas.microsoft.com/office/drawing/2014/main" id="{1E63B371-78D5-95C8-E98D-ACC0A772305B}"/>
                  </a:ext>
                </a:extLst>
              </p:cNvPr>
              <p:cNvSpPr/>
              <p:nvPr/>
            </p:nvSpPr>
            <p:spPr>
              <a:xfrm>
                <a:off x="1361080" y="2993426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6" name="Density voxel cell">
                <a:extLst>
                  <a:ext uri="{FF2B5EF4-FFF2-40B4-BE49-F238E27FC236}">
                    <a16:creationId xmlns:a16="http://schemas.microsoft.com/office/drawing/2014/main" id="{CEE853DD-E525-4C28-5D64-6F3763967E33}"/>
                  </a:ext>
                </a:extLst>
              </p:cNvPr>
              <p:cNvSpPr/>
              <p:nvPr/>
            </p:nvSpPr>
            <p:spPr>
              <a:xfrm>
                <a:off x="1383657" y="2993426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7" name="Density voxel cell">
                <a:extLst>
                  <a:ext uri="{FF2B5EF4-FFF2-40B4-BE49-F238E27FC236}">
                    <a16:creationId xmlns:a16="http://schemas.microsoft.com/office/drawing/2014/main" id="{660C34B6-2A7B-43C8-4D5F-B27ED83CFD3B}"/>
                  </a:ext>
                </a:extLst>
              </p:cNvPr>
              <p:cNvSpPr/>
              <p:nvPr/>
            </p:nvSpPr>
            <p:spPr>
              <a:xfrm>
                <a:off x="1406234" y="299342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8" name="Density voxel cell">
                <a:extLst>
                  <a:ext uri="{FF2B5EF4-FFF2-40B4-BE49-F238E27FC236}">
                    <a16:creationId xmlns:a16="http://schemas.microsoft.com/office/drawing/2014/main" id="{97B45E87-DEA0-0AA5-42A8-A3D3382E5984}"/>
                  </a:ext>
                </a:extLst>
              </p:cNvPr>
              <p:cNvSpPr/>
              <p:nvPr/>
            </p:nvSpPr>
            <p:spPr>
              <a:xfrm>
                <a:off x="1180465" y="3013017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9" name="Density voxel cell">
                <a:extLst>
                  <a:ext uri="{FF2B5EF4-FFF2-40B4-BE49-F238E27FC236}">
                    <a16:creationId xmlns:a16="http://schemas.microsoft.com/office/drawing/2014/main" id="{C85B627B-77A0-D4ED-53DA-3EB262C81E10}"/>
                  </a:ext>
                </a:extLst>
              </p:cNvPr>
              <p:cNvSpPr/>
              <p:nvPr/>
            </p:nvSpPr>
            <p:spPr>
              <a:xfrm>
                <a:off x="1203042" y="3013017"/>
                <a:ext cx="20277" cy="17291"/>
              </a:xfrm>
              <a:prstGeom prst="rect">
                <a:avLst/>
              </a:prstGeom>
              <a:solidFill>
                <a:srgbClr val="B6D3E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0" name="Density voxel cell">
                <a:extLst>
                  <a:ext uri="{FF2B5EF4-FFF2-40B4-BE49-F238E27FC236}">
                    <a16:creationId xmlns:a16="http://schemas.microsoft.com/office/drawing/2014/main" id="{636B1B51-58A6-FD0F-1A22-4DF72DAE9105}"/>
                  </a:ext>
                </a:extLst>
              </p:cNvPr>
              <p:cNvSpPr/>
              <p:nvPr/>
            </p:nvSpPr>
            <p:spPr>
              <a:xfrm>
                <a:off x="1225619" y="301301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1" name="Density voxel cell">
                <a:extLst>
                  <a:ext uri="{FF2B5EF4-FFF2-40B4-BE49-F238E27FC236}">
                    <a16:creationId xmlns:a16="http://schemas.microsoft.com/office/drawing/2014/main" id="{FBEE5BD5-4A9E-7DF8-408A-E92F0C3373FB}"/>
                  </a:ext>
                </a:extLst>
              </p:cNvPr>
              <p:cNvSpPr/>
              <p:nvPr/>
            </p:nvSpPr>
            <p:spPr>
              <a:xfrm>
                <a:off x="1248195" y="3013017"/>
                <a:ext cx="20277" cy="17291"/>
              </a:xfrm>
              <a:prstGeom prst="rect">
                <a:avLst/>
              </a:prstGeom>
              <a:solidFill>
                <a:srgbClr val="498FC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2" name="Density voxel cell">
                <a:extLst>
                  <a:ext uri="{FF2B5EF4-FFF2-40B4-BE49-F238E27FC236}">
                    <a16:creationId xmlns:a16="http://schemas.microsoft.com/office/drawing/2014/main" id="{FC99B672-3F4F-C319-45C2-B67E0953AAEB}"/>
                  </a:ext>
                </a:extLst>
              </p:cNvPr>
              <p:cNvSpPr/>
              <p:nvPr/>
            </p:nvSpPr>
            <p:spPr>
              <a:xfrm>
                <a:off x="1270772" y="3013017"/>
                <a:ext cx="20277" cy="17291"/>
              </a:xfrm>
              <a:prstGeom prst="rect">
                <a:avLst/>
              </a:prstGeom>
              <a:solidFill>
                <a:srgbClr val="5295C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3" name="Density voxel cell">
                <a:extLst>
                  <a:ext uri="{FF2B5EF4-FFF2-40B4-BE49-F238E27FC236}">
                    <a16:creationId xmlns:a16="http://schemas.microsoft.com/office/drawing/2014/main" id="{237AC6E3-9A4E-6D26-0D95-5909F5548CA6}"/>
                  </a:ext>
                </a:extLst>
              </p:cNvPr>
              <p:cNvSpPr/>
              <p:nvPr/>
            </p:nvSpPr>
            <p:spPr>
              <a:xfrm>
                <a:off x="1293349" y="3013017"/>
                <a:ext cx="20277" cy="17291"/>
              </a:xfrm>
              <a:prstGeom prst="rect">
                <a:avLst/>
              </a:prstGeom>
              <a:solidFill>
                <a:srgbClr val="8AB7D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4" name="Density voxel cell">
                <a:extLst>
                  <a:ext uri="{FF2B5EF4-FFF2-40B4-BE49-F238E27FC236}">
                    <a16:creationId xmlns:a16="http://schemas.microsoft.com/office/drawing/2014/main" id="{7B5D9E32-132F-C2F0-114B-58E7C7A96AE5}"/>
                  </a:ext>
                </a:extLst>
              </p:cNvPr>
              <p:cNvSpPr/>
              <p:nvPr/>
            </p:nvSpPr>
            <p:spPr>
              <a:xfrm>
                <a:off x="1315926" y="3013017"/>
                <a:ext cx="20277" cy="17291"/>
              </a:xfrm>
              <a:prstGeom prst="rect">
                <a:avLst/>
              </a:prstGeom>
              <a:solidFill>
                <a:srgbClr val="C3DBE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5" name="Density voxel cell">
                <a:extLst>
                  <a:ext uri="{FF2B5EF4-FFF2-40B4-BE49-F238E27FC236}">
                    <a16:creationId xmlns:a16="http://schemas.microsoft.com/office/drawing/2014/main" id="{F9D2F5D8-E3DA-300A-55B0-533727D65406}"/>
                  </a:ext>
                </a:extLst>
              </p:cNvPr>
              <p:cNvSpPr/>
              <p:nvPr/>
            </p:nvSpPr>
            <p:spPr>
              <a:xfrm>
                <a:off x="1338503" y="3013017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6" name="Density voxel cell">
                <a:extLst>
                  <a:ext uri="{FF2B5EF4-FFF2-40B4-BE49-F238E27FC236}">
                    <a16:creationId xmlns:a16="http://schemas.microsoft.com/office/drawing/2014/main" id="{528D86D7-652E-AF3E-D589-25864DD282ED}"/>
                  </a:ext>
                </a:extLst>
              </p:cNvPr>
              <p:cNvSpPr/>
              <p:nvPr/>
            </p:nvSpPr>
            <p:spPr>
              <a:xfrm>
                <a:off x="1361080" y="3013017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7" name="Density voxel cell">
                <a:extLst>
                  <a:ext uri="{FF2B5EF4-FFF2-40B4-BE49-F238E27FC236}">
                    <a16:creationId xmlns:a16="http://schemas.microsoft.com/office/drawing/2014/main" id="{681FAFCC-1A68-2DFA-75C8-4F2468518FB3}"/>
                  </a:ext>
                </a:extLst>
              </p:cNvPr>
              <p:cNvSpPr/>
              <p:nvPr/>
            </p:nvSpPr>
            <p:spPr>
              <a:xfrm>
                <a:off x="1383657" y="3013017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8" name="Density voxel cell">
                <a:extLst>
                  <a:ext uri="{FF2B5EF4-FFF2-40B4-BE49-F238E27FC236}">
                    <a16:creationId xmlns:a16="http://schemas.microsoft.com/office/drawing/2014/main" id="{D7CC0FC5-56DE-A8F0-9EF2-DAB7518394ED}"/>
                  </a:ext>
                </a:extLst>
              </p:cNvPr>
              <p:cNvSpPr/>
              <p:nvPr/>
            </p:nvSpPr>
            <p:spPr>
              <a:xfrm>
                <a:off x="1406234" y="3013017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" name="Density voxel cell">
                <a:extLst>
                  <a:ext uri="{FF2B5EF4-FFF2-40B4-BE49-F238E27FC236}">
                    <a16:creationId xmlns:a16="http://schemas.microsoft.com/office/drawing/2014/main" id="{574E3DC4-5E44-8DD0-F780-FB75D5756559}"/>
                  </a:ext>
                </a:extLst>
              </p:cNvPr>
              <p:cNvSpPr/>
              <p:nvPr/>
            </p:nvSpPr>
            <p:spPr>
              <a:xfrm>
                <a:off x="1180465" y="3032607"/>
                <a:ext cx="20277" cy="17291"/>
              </a:xfrm>
              <a:prstGeom prst="rect">
                <a:avLst/>
              </a:prstGeom>
              <a:solidFill>
                <a:srgbClr val="E6F0F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" name="Density voxel cell">
                <a:extLst>
                  <a:ext uri="{FF2B5EF4-FFF2-40B4-BE49-F238E27FC236}">
                    <a16:creationId xmlns:a16="http://schemas.microsoft.com/office/drawing/2014/main" id="{059F871D-6A56-E8E5-652D-437585DC26BF}"/>
                  </a:ext>
                </a:extLst>
              </p:cNvPr>
              <p:cNvSpPr/>
              <p:nvPr/>
            </p:nvSpPr>
            <p:spPr>
              <a:xfrm>
                <a:off x="1203042" y="3032607"/>
                <a:ext cx="20277" cy="17291"/>
              </a:xfrm>
              <a:prstGeom prst="rect">
                <a:avLst/>
              </a:prstGeom>
              <a:solidFill>
                <a:srgbClr val="C6DCE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" name="Density voxel cell">
                <a:extLst>
                  <a:ext uri="{FF2B5EF4-FFF2-40B4-BE49-F238E27FC236}">
                    <a16:creationId xmlns:a16="http://schemas.microsoft.com/office/drawing/2014/main" id="{93CCB7C1-DDE3-075C-B3C1-3AC9AC53EB41}"/>
                  </a:ext>
                </a:extLst>
              </p:cNvPr>
              <p:cNvSpPr/>
              <p:nvPr/>
            </p:nvSpPr>
            <p:spPr>
              <a:xfrm>
                <a:off x="1225619" y="3032607"/>
                <a:ext cx="20277" cy="17291"/>
              </a:xfrm>
              <a:prstGeom prst="rect">
                <a:avLst/>
              </a:prstGeom>
              <a:solidFill>
                <a:srgbClr val="96BFD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" name="Density voxel cell">
                <a:extLst>
                  <a:ext uri="{FF2B5EF4-FFF2-40B4-BE49-F238E27FC236}">
                    <a16:creationId xmlns:a16="http://schemas.microsoft.com/office/drawing/2014/main" id="{49ADA5D1-26E9-95E5-E177-88A1AC833CEB}"/>
                  </a:ext>
                </a:extLst>
              </p:cNvPr>
              <p:cNvSpPr/>
              <p:nvPr/>
            </p:nvSpPr>
            <p:spPr>
              <a:xfrm>
                <a:off x="1248195" y="3032607"/>
                <a:ext cx="20277" cy="17291"/>
              </a:xfrm>
              <a:prstGeom prst="rect">
                <a:avLst/>
              </a:prstGeom>
              <a:solidFill>
                <a:srgbClr val="72A9C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" name="Density voxel cell">
                <a:extLst>
                  <a:ext uri="{FF2B5EF4-FFF2-40B4-BE49-F238E27FC236}">
                    <a16:creationId xmlns:a16="http://schemas.microsoft.com/office/drawing/2014/main" id="{E22925A7-0CF2-A29A-D058-6940CA10E4B3}"/>
                  </a:ext>
                </a:extLst>
              </p:cNvPr>
              <p:cNvSpPr/>
              <p:nvPr/>
            </p:nvSpPr>
            <p:spPr>
              <a:xfrm>
                <a:off x="1270772" y="303260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" name="Density voxel cell">
                <a:extLst>
                  <a:ext uri="{FF2B5EF4-FFF2-40B4-BE49-F238E27FC236}">
                    <a16:creationId xmlns:a16="http://schemas.microsoft.com/office/drawing/2014/main" id="{F6244290-BFA6-23EB-98EB-FF4400DF5CB2}"/>
                  </a:ext>
                </a:extLst>
              </p:cNvPr>
              <p:cNvSpPr/>
              <p:nvPr/>
            </p:nvSpPr>
            <p:spPr>
              <a:xfrm>
                <a:off x="1293349" y="3032607"/>
                <a:ext cx="20277" cy="17291"/>
              </a:xfrm>
              <a:prstGeom prst="rect">
                <a:avLst/>
              </a:prstGeom>
              <a:solidFill>
                <a:srgbClr val="9CC3D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" name="Density voxel cell">
                <a:extLst>
                  <a:ext uri="{FF2B5EF4-FFF2-40B4-BE49-F238E27FC236}">
                    <a16:creationId xmlns:a16="http://schemas.microsoft.com/office/drawing/2014/main" id="{7C7B0021-84CF-0AD9-63B2-1769B11B08F3}"/>
                  </a:ext>
                </a:extLst>
              </p:cNvPr>
              <p:cNvSpPr/>
              <p:nvPr/>
            </p:nvSpPr>
            <p:spPr>
              <a:xfrm>
                <a:off x="1315926" y="3032607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" name="Density voxel cell">
                <a:extLst>
                  <a:ext uri="{FF2B5EF4-FFF2-40B4-BE49-F238E27FC236}">
                    <a16:creationId xmlns:a16="http://schemas.microsoft.com/office/drawing/2014/main" id="{65A38201-95D2-E414-31E6-9966A70DFE06}"/>
                  </a:ext>
                </a:extLst>
              </p:cNvPr>
              <p:cNvSpPr/>
              <p:nvPr/>
            </p:nvSpPr>
            <p:spPr>
              <a:xfrm>
                <a:off x="1338503" y="3032607"/>
                <a:ext cx="20277" cy="17291"/>
              </a:xfrm>
              <a:prstGeom prst="rect">
                <a:avLst/>
              </a:prstGeom>
              <a:solidFill>
                <a:srgbClr val="D2E4F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" name="Density voxel cell">
                <a:extLst>
                  <a:ext uri="{FF2B5EF4-FFF2-40B4-BE49-F238E27FC236}">
                    <a16:creationId xmlns:a16="http://schemas.microsoft.com/office/drawing/2014/main" id="{AF51E881-1468-17B4-5BD2-77DC9BE367C8}"/>
                  </a:ext>
                </a:extLst>
              </p:cNvPr>
              <p:cNvSpPr/>
              <p:nvPr/>
            </p:nvSpPr>
            <p:spPr>
              <a:xfrm>
                <a:off x="1361080" y="3032607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" name="Density voxel cell">
                <a:extLst>
                  <a:ext uri="{FF2B5EF4-FFF2-40B4-BE49-F238E27FC236}">
                    <a16:creationId xmlns:a16="http://schemas.microsoft.com/office/drawing/2014/main" id="{50C78A58-9C16-F5E5-13B2-15FB37E9926D}"/>
                  </a:ext>
                </a:extLst>
              </p:cNvPr>
              <p:cNvSpPr/>
              <p:nvPr/>
            </p:nvSpPr>
            <p:spPr>
              <a:xfrm>
                <a:off x="1383657" y="3032607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" name="Density voxel cell">
                <a:extLst>
                  <a:ext uri="{FF2B5EF4-FFF2-40B4-BE49-F238E27FC236}">
                    <a16:creationId xmlns:a16="http://schemas.microsoft.com/office/drawing/2014/main" id="{7C11EF6C-10F8-744F-1262-CD786B11AB8A}"/>
                  </a:ext>
                </a:extLst>
              </p:cNvPr>
              <p:cNvSpPr/>
              <p:nvPr/>
            </p:nvSpPr>
            <p:spPr>
              <a:xfrm>
                <a:off x="1406234" y="3032607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" name="Density voxel cell">
                <a:extLst>
                  <a:ext uri="{FF2B5EF4-FFF2-40B4-BE49-F238E27FC236}">
                    <a16:creationId xmlns:a16="http://schemas.microsoft.com/office/drawing/2014/main" id="{E9554859-B6CA-158C-8C0F-DD68180C2588}"/>
                  </a:ext>
                </a:extLst>
              </p:cNvPr>
              <p:cNvSpPr/>
              <p:nvPr/>
            </p:nvSpPr>
            <p:spPr>
              <a:xfrm>
                <a:off x="1180465" y="3052198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" name="Density voxel cell">
                <a:extLst>
                  <a:ext uri="{FF2B5EF4-FFF2-40B4-BE49-F238E27FC236}">
                    <a16:creationId xmlns:a16="http://schemas.microsoft.com/office/drawing/2014/main" id="{C7D6AA3D-64A4-6DCE-30C7-6D2642B1969B}"/>
                  </a:ext>
                </a:extLst>
              </p:cNvPr>
              <p:cNvSpPr/>
              <p:nvPr/>
            </p:nvSpPr>
            <p:spPr>
              <a:xfrm>
                <a:off x="1203042" y="3052198"/>
                <a:ext cx="20277" cy="17291"/>
              </a:xfrm>
              <a:prstGeom prst="rect">
                <a:avLst/>
              </a:prstGeom>
              <a:solidFill>
                <a:srgbClr val="D9E9F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" name="Density voxel cell">
                <a:extLst>
                  <a:ext uri="{FF2B5EF4-FFF2-40B4-BE49-F238E27FC236}">
                    <a16:creationId xmlns:a16="http://schemas.microsoft.com/office/drawing/2014/main" id="{D6C01435-004F-EDC3-12C0-AB1BFF0F5D82}"/>
                  </a:ext>
                </a:extLst>
              </p:cNvPr>
              <p:cNvSpPr/>
              <p:nvPr/>
            </p:nvSpPr>
            <p:spPr>
              <a:xfrm>
                <a:off x="1225619" y="3052198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" name="Density voxel cell">
                <a:extLst>
                  <a:ext uri="{FF2B5EF4-FFF2-40B4-BE49-F238E27FC236}">
                    <a16:creationId xmlns:a16="http://schemas.microsoft.com/office/drawing/2014/main" id="{0719D4EA-44BB-E5F1-F020-2BB4D3664CA2}"/>
                  </a:ext>
                </a:extLst>
              </p:cNvPr>
              <p:cNvSpPr/>
              <p:nvPr/>
            </p:nvSpPr>
            <p:spPr>
              <a:xfrm>
                <a:off x="1248195" y="3052198"/>
                <a:ext cx="20277" cy="17291"/>
              </a:xfrm>
              <a:prstGeom prst="rect">
                <a:avLst/>
              </a:prstGeom>
              <a:solidFill>
                <a:srgbClr val="A7C9E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" name="Density voxel cell">
                <a:extLst>
                  <a:ext uri="{FF2B5EF4-FFF2-40B4-BE49-F238E27FC236}">
                    <a16:creationId xmlns:a16="http://schemas.microsoft.com/office/drawing/2014/main" id="{D2C8C5FA-8281-C82F-BDED-02DA543313C3}"/>
                  </a:ext>
                </a:extLst>
              </p:cNvPr>
              <p:cNvSpPr/>
              <p:nvPr/>
            </p:nvSpPr>
            <p:spPr>
              <a:xfrm>
                <a:off x="1270772" y="3052198"/>
                <a:ext cx="20277" cy="17291"/>
              </a:xfrm>
              <a:prstGeom prst="rect">
                <a:avLst/>
              </a:prstGeom>
              <a:solidFill>
                <a:srgbClr val="A5C8E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" name="Density voxel cell">
                <a:extLst>
                  <a:ext uri="{FF2B5EF4-FFF2-40B4-BE49-F238E27FC236}">
                    <a16:creationId xmlns:a16="http://schemas.microsoft.com/office/drawing/2014/main" id="{C6D81F29-08CC-BA05-3212-CBBBC83CBBFF}"/>
                  </a:ext>
                </a:extLst>
              </p:cNvPr>
              <p:cNvSpPr/>
              <p:nvPr/>
            </p:nvSpPr>
            <p:spPr>
              <a:xfrm>
                <a:off x="1293349" y="3052198"/>
                <a:ext cx="20277" cy="17291"/>
              </a:xfrm>
              <a:prstGeom prst="rect">
                <a:avLst/>
              </a:prstGeom>
              <a:solidFill>
                <a:srgbClr val="A8CAE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" name="Density voxel cell">
                <a:extLst>
                  <a:ext uri="{FF2B5EF4-FFF2-40B4-BE49-F238E27FC236}">
                    <a16:creationId xmlns:a16="http://schemas.microsoft.com/office/drawing/2014/main" id="{60BE34D8-DD52-D71A-BCCD-570A5567A81B}"/>
                  </a:ext>
                </a:extLst>
              </p:cNvPr>
              <p:cNvSpPr/>
              <p:nvPr/>
            </p:nvSpPr>
            <p:spPr>
              <a:xfrm>
                <a:off x="1315926" y="3052198"/>
                <a:ext cx="20277" cy="17291"/>
              </a:xfrm>
              <a:prstGeom prst="rect">
                <a:avLst/>
              </a:prstGeom>
              <a:solidFill>
                <a:srgbClr val="9BC2D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" name="Density voxel cell">
                <a:extLst>
                  <a:ext uri="{FF2B5EF4-FFF2-40B4-BE49-F238E27FC236}">
                    <a16:creationId xmlns:a16="http://schemas.microsoft.com/office/drawing/2014/main" id="{A69869E9-753C-D98E-6B1D-D7274B8C0461}"/>
                  </a:ext>
                </a:extLst>
              </p:cNvPr>
              <p:cNvSpPr/>
              <p:nvPr/>
            </p:nvSpPr>
            <p:spPr>
              <a:xfrm>
                <a:off x="1338503" y="3052198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" name="Density voxel cell">
                <a:extLst>
                  <a:ext uri="{FF2B5EF4-FFF2-40B4-BE49-F238E27FC236}">
                    <a16:creationId xmlns:a16="http://schemas.microsoft.com/office/drawing/2014/main" id="{2ABB63F7-26F8-0396-2145-0183D0241583}"/>
                  </a:ext>
                </a:extLst>
              </p:cNvPr>
              <p:cNvSpPr/>
              <p:nvPr/>
            </p:nvSpPr>
            <p:spPr>
              <a:xfrm>
                <a:off x="1361080" y="3052198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" name="Density voxel cell">
                <a:extLst>
                  <a:ext uri="{FF2B5EF4-FFF2-40B4-BE49-F238E27FC236}">
                    <a16:creationId xmlns:a16="http://schemas.microsoft.com/office/drawing/2014/main" id="{F856EFE2-91E8-F016-0D10-5FB8C8EFC1BB}"/>
                  </a:ext>
                </a:extLst>
              </p:cNvPr>
              <p:cNvSpPr/>
              <p:nvPr/>
            </p:nvSpPr>
            <p:spPr>
              <a:xfrm>
                <a:off x="1383657" y="3052198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" name="Density voxel cell">
                <a:extLst>
                  <a:ext uri="{FF2B5EF4-FFF2-40B4-BE49-F238E27FC236}">
                    <a16:creationId xmlns:a16="http://schemas.microsoft.com/office/drawing/2014/main" id="{C9C4BA42-DB08-89D9-442B-7455DC398D59}"/>
                  </a:ext>
                </a:extLst>
              </p:cNvPr>
              <p:cNvSpPr/>
              <p:nvPr/>
            </p:nvSpPr>
            <p:spPr>
              <a:xfrm>
                <a:off x="1406234" y="3052198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" name="Density voxel cell">
                <a:extLst>
                  <a:ext uri="{FF2B5EF4-FFF2-40B4-BE49-F238E27FC236}">
                    <a16:creationId xmlns:a16="http://schemas.microsoft.com/office/drawing/2014/main" id="{CD125B0F-990F-7FBE-FF89-5CBE399634D9}"/>
                  </a:ext>
                </a:extLst>
              </p:cNvPr>
              <p:cNvSpPr/>
              <p:nvPr/>
            </p:nvSpPr>
            <p:spPr>
              <a:xfrm>
                <a:off x="1180465" y="307178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2" name="Density voxel cell">
                <a:extLst>
                  <a:ext uri="{FF2B5EF4-FFF2-40B4-BE49-F238E27FC236}">
                    <a16:creationId xmlns:a16="http://schemas.microsoft.com/office/drawing/2014/main" id="{BCE74C19-1CEF-5CE6-3D23-CB6CB7524269}"/>
                  </a:ext>
                </a:extLst>
              </p:cNvPr>
              <p:cNvSpPr/>
              <p:nvPr/>
            </p:nvSpPr>
            <p:spPr>
              <a:xfrm>
                <a:off x="1203042" y="3071789"/>
                <a:ext cx="20277" cy="17291"/>
              </a:xfrm>
              <a:prstGeom prst="rect">
                <a:avLst/>
              </a:prstGeom>
              <a:solidFill>
                <a:srgbClr val="E9F2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3" name="Density voxel cell">
                <a:extLst>
                  <a:ext uri="{FF2B5EF4-FFF2-40B4-BE49-F238E27FC236}">
                    <a16:creationId xmlns:a16="http://schemas.microsoft.com/office/drawing/2014/main" id="{1B51DDE4-E8C5-F703-69B3-F8CB6C9693E5}"/>
                  </a:ext>
                </a:extLst>
              </p:cNvPr>
              <p:cNvSpPr/>
              <p:nvPr/>
            </p:nvSpPr>
            <p:spPr>
              <a:xfrm>
                <a:off x="1225619" y="3071789"/>
                <a:ext cx="20277" cy="17291"/>
              </a:xfrm>
              <a:prstGeom prst="rect">
                <a:avLst/>
              </a:prstGeom>
              <a:solidFill>
                <a:srgbClr val="DBEAF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4" name="Density voxel cell">
                <a:extLst>
                  <a:ext uri="{FF2B5EF4-FFF2-40B4-BE49-F238E27FC236}">
                    <a16:creationId xmlns:a16="http://schemas.microsoft.com/office/drawing/2014/main" id="{EADAC848-BA41-3291-DC6D-C5F4756A4447}"/>
                  </a:ext>
                </a:extLst>
              </p:cNvPr>
              <p:cNvSpPr/>
              <p:nvPr/>
            </p:nvSpPr>
            <p:spPr>
              <a:xfrm>
                <a:off x="1248195" y="3071789"/>
                <a:ext cx="20277" cy="17291"/>
              </a:xfrm>
              <a:prstGeom prst="rect">
                <a:avLst/>
              </a:prstGeom>
              <a:solidFill>
                <a:srgbClr val="D0E3F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5" name="Density voxel cell">
                <a:extLst>
                  <a:ext uri="{FF2B5EF4-FFF2-40B4-BE49-F238E27FC236}">
                    <a16:creationId xmlns:a16="http://schemas.microsoft.com/office/drawing/2014/main" id="{8705B9C5-4922-B9D5-F58E-42710BA7346B}"/>
                  </a:ext>
                </a:extLst>
              </p:cNvPr>
              <p:cNvSpPr/>
              <p:nvPr/>
            </p:nvSpPr>
            <p:spPr>
              <a:xfrm>
                <a:off x="1270772" y="3071789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" name="Density voxel cell">
                <a:extLst>
                  <a:ext uri="{FF2B5EF4-FFF2-40B4-BE49-F238E27FC236}">
                    <a16:creationId xmlns:a16="http://schemas.microsoft.com/office/drawing/2014/main" id="{B45F2FA5-9261-6BE7-7736-339393DD6A85}"/>
                  </a:ext>
                </a:extLst>
              </p:cNvPr>
              <p:cNvSpPr/>
              <p:nvPr/>
            </p:nvSpPr>
            <p:spPr>
              <a:xfrm>
                <a:off x="1293349" y="3071789"/>
                <a:ext cx="20277" cy="17291"/>
              </a:xfrm>
              <a:prstGeom prst="rect">
                <a:avLst/>
              </a:prstGeom>
              <a:solidFill>
                <a:srgbClr val="AECDE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" name="Density voxel cell">
                <a:extLst>
                  <a:ext uri="{FF2B5EF4-FFF2-40B4-BE49-F238E27FC236}">
                    <a16:creationId xmlns:a16="http://schemas.microsoft.com/office/drawing/2014/main" id="{65399441-47AA-A22C-0A0E-53B679B0A944}"/>
                  </a:ext>
                </a:extLst>
              </p:cNvPr>
              <p:cNvSpPr/>
              <p:nvPr/>
            </p:nvSpPr>
            <p:spPr>
              <a:xfrm>
                <a:off x="1315926" y="3071789"/>
                <a:ext cx="20277" cy="17291"/>
              </a:xfrm>
              <a:prstGeom prst="rect">
                <a:avLst/>
              </a:prstGeom>
              <a:solidFill>
                <a:srgbClr val="76AB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" name="Density voxel cell">
                <a:extLst>
                  <a:ext uri="{FF2B5EF4-FFF2-40B4-BE49-F238E27FC236}">
                    <a16:creationId xmlns:a16="http://schemas.microsoft.com/office/drawing/2014/main" id="{951AF83B-B033-DB3F-7391-115C648DF7D5}"/>
                  </a:ext>
                </a:extLst>
              </p:cNvPr>
              <p:cNvSpPr/>
              <p:nvPr/>
            </p:nvSpPr>
            <p:spPr>
              <a:xfrm>
                <a:off x="1338503" y="3071789"/>
                <a:ext cx="20277" cy="17291"/>
              </a:xfrm>
              <a:prstGeom prst="rect">
                <a:avLst/>
              </a:prstGeom>
              <a:solidFill>
                <a:srgbClr val="66A1C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" name="Density voxel cell">
                <a:extLst>
                  <a:ext uri="{FF2B5EF4-FFF2-40B4-BE49-F238E27FC236}">
                    <a16:creationId xmlns:a16="http://schemas.microsoft.com/office/drawing/2014/main" id="{3918A26E-E009-5646-17E0-61396E0EA10B}"/>
                  </a:ext>
                </a:extLst>
              </p:cNvPr>
              <p:cNvSpPr/>
              <p:nvPr/>
            </p:nvSpPr>
            <p:spPr>
              <a:xfrm>
                <a:off x="1361080" y="3071789"/>
                <a:ext cx="20277" cy="17291"/>
              </a:xfrm>
              <a:prstGeom prst="rect">
                <a:avLst/>
              </a:prstGeom>
              <a:solidFill>
                <a:srgbClr val="A1C6E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" name="Density voxel cell">
                <a:extLst>
                  <a:ext uri="{FF2B5EF4-FFF2-40B4-BE49-F238E27FC236}">
                    <a16:creationId xmlns:a16="http://schemas.microsoft.com/office/drawing/2014/main" id="{F4BA6155-50C4-3EAA-5313-71B8F01A014C}"/>
                  </a:ext>
                </a:extLst>
              </p:cNvPr>
              <p:cNvSpPr/>
              <p:nvPr/>
            </p:nvSpPr>
            <p:spPr>
              <a:xfrm>
                <a:off x="1383657" y="3071789"/>
                <a:ext cx="20277" cy="17291"/>
              </a:xfrm>
              <a:prstGeom prst="rect">
                <a:avLst/>
              </a:prstGeom>
              <a:solidFill>
                <a:srgbClr val="DDEBF5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" name="Density voxel cell">
                <a:extLst>
                  <a:ext uri="{FF2B5EF4-FFF2-40B4-BE49-F238E27FC236}">
                    <a16:creationId xmlns:a16="http://schemas.microsoft.com/office/drawing/2014/main" id="{065233E7-95A3-B205-BE8A-05AB9FF1193B}"/>
                  </a:ext>
                </a:extLst>
              </p:cNvPr>
              <p:cNvSpPr/>
              <p:nvPr/>
            </p:nvSpPr>
            <p:spPr>
              <a:xfrm>
                <a:off x="1406234" y="3071789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" name="Density voxel cell">
                <a:extLst>
                  <a:ext uri="{FF2B5EF4-FFF2-40B4-BE49-F238E27FC236}">
                    <a16:creationId xmlns:a16="http://schemas.microsoft.com/office/drawing/2014/main" id="{DD574E9B-1FD8-9B6F-295A-E96DEACA2400}"/>
                  </a:ext>
                </a:extLst>
              </p:cNvPr>
              <p:cNvSpPr/>
              <p:nvPr/>
            </p:nvSpPr>
            <p:spPr>
              <a:xfrm>
                <a:off x="1180465" y="3091379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" name="Density voxel cell">
                <a:extLst>
                  <a:ext uri="{FF2B5EF4-FFF2-40B4-BE49-F238E27FC236}">
                    <a16:creationId xmlns:a16="http://schemas.microsoft.com/office/drawing/2014/main" id="{71E9CFFC-319E-6086-551D-8B2BA5D8CA79}"/>
                  </a:ext>
                </a:extLst>
              </p:cNvPr>
              <p:cNvSpPr/>
              <p:nvPr/>
            </p:nvSpPr>
            <p:spPr>
              <a:xfrm>
                <a:off x="1203042" y="309137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" name="Density voxel cell">
                <a:extLst>
                  <a:ext uri="{FF2B5EF4-FFF2-40B4-BE49-F238E27FC236}">
                    <a16:creationId xmlns:a16="http://schemas.microsoft.com/office/drawing/2014/main" id="{417A06B7-2D14-8D2F-6310-7DA1561B37ED}"/>
                  </a:ext>
                </a:extLst>
              </p:cNvPr>
              <p:cNvSpPr/>
              <p:nvPr/>
            </p:nvSpPr>
            <p:spPr>
              <a:xfrm>
                <a:off x="1225619" y="3091379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" name="Density voxel cell">
                <a:extLst>
                  <a:ext uri="{FF2B5EF4-FFF2-40B4-BE49-F238E27FC236}">
                    <a16:creationId xmlns:a16="http://schemas.microsoft.com/office/drawing/2014/main" id="{9FEFA80D-2C42-163C-4684-7838205F413E}"/>
                  </a:ext>
                </a:extLst>
              </p:cNvPr>
              <p:cNvSpPr/>
              <p:nvPr/>
            </p:nvSpPr>
            <p:spPr>
              <a:xfrm>
                <a:off x="1248195" y="3091379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" name="Density voxel cell">
                <a:extLst>
                  <a:ext uri="{FF2B5EF4-FFF2-40B4-BE49-F238E27FC236}">
                    <a16:creationId xmlns:a16="http://schemas.microsoft.com/office/drawing/2014/main" id="{DCE103E5-FFC9-02EF-0001-8F8260EF6307}"/>
                  </a:ext>
                </a:extLst>
              </p:cNvPr>
              <p:cNvSpPr/>
              <p:nvPr/>
            </p:nvSpPr>
            <p:spPr>
              <a:xfrm>
                <a:off x="1270772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" name="Density voxel cell">
                <a:extLst>
                  <a:ext uri="{FF2B5EF4-FFF2-40B4-BE49-F238E27FC236}">
                    <a16:creationId xmlns:a16="http://schemas.microsoft.com/office/drawing/2014/main" id="{C3CFBC16-3D4F-88BA-79C8-5216BC1B344D}"/>
                  </a:ext>
                </a:extLst>
              </p:cNvPr>
              <p:cNvSpPr/>
              <p:nvPr/>
            </p:nvSpPr>
            <p:spPr>
              <a:xfrm>
                <a:off x="1293349" y="3091379"/>
                <a:ext cx="20277" cy="17291"/>
              </a:xfrm>
              <a:prstGeom prst="rect">
                <a:avLst/>
              </a:prstGeom>
              <a:solidFill>
                <a:srgbClr val="C2DAE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" name="Density voxel cell">
                <a:extLst>
                  <a:ext uri="{FF2B5EF4-FFF2-40B4-BE49-F238E27FC236}">
                    <a16:creationId xmlns:a16="http://schemas.microsoft.com/office/drawing/2014/main" id="{EFCC9018-C595-2266-16D8-4A025A59E28C}"/>
                  </a:ext>
                </a:extLst>
              </p:cNvPr>
              <p:cNvSpPr/>
              <p:nvPr/>
            </p:nvSpPr>
            <p:spPr>
              <a:xfrm>
                <a:off x="1315926" y="3091379"/>
                <a:ext cx="20277" cy="17291"/>
              </a:xfrm>
              <a:prstGeom prst="rect">
                <a:avLst/>
              </a:prstGeom>
              <a:solidFill>
                <a:srgbClr val="8AB8D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" name="Density voxel cell">
                <a:extLst>
                  <a:ext uri="{FF2B5EF4-FFF2-40B4-BE49-F238E27FC236}">
                    <a16:creationId xmlns:a16="http://schemas.microsoft.com/office/drawing/2014/main" id="{A9613D8D-25B2-E802-83EF-FB8B21218DC4}"/>
                  </a:ext>
                </a:extLst>
              </p:cNvPr>
              <p:cNvSpPr/>
              <p:nvPr/>
            </p:nvSpPr>
            <p:spPr>
              <a:xfrm>
                <a:off x="1338503" y="3091379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0" name="Density voxel cell">
                <a:extLst>
                  <a:ext uri="{FF2B5EF4-FFF2-40B4-BE49-F238E27FC236}">
                    <a16:creationId xmlns:a16="http://schemas.microsoft.com/office/drawing/2014/main" id="{DBF337D0-BB5E-F696-66A6-54A2998BF002}"/>
                  </a:ext>
                </a:extLst>
              </p:cNvPr>
              <p:cNvSpPr/>
              <p:nvPr/>
            </p:nvSpPr>
            <p:spPr>
              <a:xfrm>
                <a:off x="1361080" y="3091379"/>
                <a:ext cx="20277" cy="17291"/>
              </a:xfrm>
              <a:prstGeom prst="rect">
                <a:avLst/>
              </a:prstGeom>
              <a:solidFill>
                <a:srgbClr val="ABCCE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" name="Density voxel cell">
                <a:extLst>
                  <a:ext uri="{FF2B5EF4-FFF2-40B4-BE49-F238E27FC236}">
                    <a16:creationId xmlns:a16="http://schemas.microsoft.com/office/drawing/2014/main" id="{6DE9F248-7B09-C0E1-AB98-7A74D58C4F33}"/>
                  </a:ext>
                </a:extLst>
              </p:cNvPr>
              <p:cNvSpPr/>
              <p:nvPr/>
            </p:nvSpPr>
            <p:spPr>
              <a:xfrm>
                <a:off x="1383657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" name="Density voxel cell">
                <a:extLst>
                  <a:ext uri="{FF2B5EF4-FFF2-40B4-BE49-F238E27FC236}">
                    <a16:creationId xmlns:a16="http://schemas.microsoft.com/office/drawing/2014/main" id="{88A944B0-D635-5C5C-CDD6-8151E8A18D92}"/>
                  </a:ext>
                </a:extLst>
              </p:cNvPr>
              <p:cNvSpPr/>
              <p:nvPr/>
            </p:nvSpPr>
            <p:spPr>
              <a:xfrm>
                <a:off x="1406234" y="3091379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" name="Density voxel cell">
                <a:extLst>
                  <a:ext uri="{FF2B5EF4-FFF2-40B4-BE49-F238E27FC236}">
                    <a16:creationId xmlns:a16="http://schemas.microsoft.com/office/drawing/2014/main" id="{82606119-5631-D0EC-6D7E-DE683D5F1ECF}"/>
                  </a:ext>
                </a:extLst>
              </p:cNvPr>
              <p:cNvSpPr/>
              <p:nvPr/>
            </p:nvSpPr>
            <p:spPr>
              <a:xfrm>
                <a:off x="1180465" y="311097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4" name="Density voxel cell">
                <a:extLst>
                  <a:ext uri="{FF2B5EF4-FFF2-40B4-BE49-F238E27FC236}">
                    <a16:creationId xmlns:a16="http://schemas.microsoft.com/office/drawing/2014/main" id="{F35D5F07-44E4-6B91-6317-512BC24797C6}"/>
                  </a:ext>
                </a:extLst>
              </p:cNvPr>
              <p:cNvSpPr/>
              <p:nvPr/>
            </p:nvSpPr>
            <p:spPr>
              <a:xfrm>
                <a:off x="1203042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5" name="Density voxel cell">
                <a:extLst>
                  <a:ext uri="{FF2B5EF4-FFF2-40B4-BE49-F238E27FC236}">
                    <a16:creationId xmlns:a16="http://schemas.microsoft.com/office/drawing/2014/main" id="{F71B59B8-ACD7-2572-AB4A-EF18C523A03F}"/>
                  </a:ext>
                </a:extLst>
              </p:cNvPr>
              <p:cNvSpPr/>
              <p:nvPr/>
            </p:nvSpPr>
            <p:spPr>
              <a:xfrm>
                <a:off x="1225619" y="3110970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6" name="Density voxel cell">
                <a:extLst>
                  <a:ext uri="{FF2B5EF4-FFF2-40B4-BE49-F238E27FC236}">
                    <a16:creationId xmlns:a16="http://schemas.microsoft.com/office/drawing/2014/main" id="{C2AB1D26-2C02-A286-222A-068AE34D978F}"/>
                  </a:ext>
                </a:extLst>
              </p:cNvPr>
              <p:cNvSpPr/>
              <p:nvPr/>
            </p:nvSpPr>
            <p:spPr>
              <a:xfrm>
                <a:off x="1248195" y="311097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7" name="Density voxel cell">
                <a:extLst>
                  <a:ext uri="{FF2B5EF4-FFF2-40B4-BE49-F238E27FC236}">
                    <a16:creationId xmlns:a16="http://schemas.microsoft.com/office/drawing/2014/main" id="{2BC2A296-879F-B359-FC2B-C3A0A6D16A17}"/>
                  </a:ext>
                </a:extLst>
              </p:cNvPr>
              <p:cNvSpPr/>
              <p:nvPr/>
            </p:nvSpPr>
            <p:spPr>
              <a:xfrm>
                <a:off x="1270772" y="311097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8" name="Density voxel cell">
                <a:extLst>
                  <a:ext uri="{FF2B5EF4-FFF2-40B4-BE49-F238E27FC236}">
                    <a16:creationId xmlns:a16="http://schemas.microsoft.com/office/drawing/2014/main" id="{EC97580B-A87E-0F51-3FE4-CA1431E34BC9}"/>
                  </a:ext>
                </a:extLst>
              </p:cNvPr>
              <p:cNvSpPr/>
              <p:nvPr/>
            </p:nvSpPr>
            <p:spPr>
              <a:xfrm>
                <a:off x="1293349" y="3110970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9" name="Density voxel cell">
                <a:extLst>
                  <a:ext uri="{FF2B5EF4-FFF2-40B4-BE49-F238E27FC236}">
                    <a16:creationId xmlns:a16="http://schemas.microsoft.com/office/drawing/2014/main" id="{6AF277FC-11FE-2497-516B-877E7BE69D27}"/>
                  </a:ext>
                </a:extLst>
              </p:cNvPr>
              <p:cNvSpPr/>
              <p:nvPr/>
            </p:nvSpPr>
            <p:spPr>
              <a:xfrm>
                <a:off x="1315926" y="3110970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0" name="Density voxel cell">
                <a:extLst>
                  <a:ext uri="{FF2B5EF4-FFF2-40B4-BE49-F238E27FC236}">
                    <a16:creationId xmlns:a16="http://schemas.microsoft.com/office/drawing/2014/main" id="{96625F37-4C2F-CDFB-4B9F-02875D8BBAD4}"/>
                  </a:ext>
                </a:extLst>
              </p:cNvPr>
              <p:cNvSpPr/>
              <p:nvPr/>
            </p:nvSpPr>
            <p:spPr>
              <a:xfrm>
                <a:off x="1338503" y="3110970"/>
                <a:ext cx="20277" cy="17291"/>
              </a:xfrm>
              <a:prstGeom prst="rect">
                <a:avLst/>
              </a:prstGeom>
              <a:solidFill>
                <a:srgbClr val="BED7E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1" name="Density voxel cell">
                <a:extLst>
                  <a:ext uri="{FF2B5EF4-FFF2-40B4-BE49-F238E27FC236}">
                    <a16:creationId xmlns:a16="http://schemas.microsoft.com/office/drawing/2014/main" id="{F00452C1-8A05-4900-40ED-477441789F21}"/>
                  </a:ext>
                </a:extLst>
              </p:cNvPr>
              <p:cNvSpPr/>
              <p:nvPr/>
            </p:nvSpPr>
            <p:spPr>
              <a:xfrm>
                <a:off x="1361080" y="3110970"/>
                <a:ext cx="20277" cy="17291"/>
              </a:xfrm>
              <a:prstGeom prst="rect">
                <a:avLst/>
              </a:prstGeom>
              <a:solidFill>
                <a:srgbClr val="D5E6F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" name="Density voxel cell">
                <a:extLst>
                  <a:ext uri="{FF2B5EF4-FFF2-40B4-BE49-F238E27FC236}">
                    <a16:creationId xmlns:a16="http://schemas.microsoft.com/office/drawing/2014/main" id="{EE19F27B-877F-8A96-2194-5AE94BE4D862}"/>
                  </a:ext>
                </a:extLst>
              </p:cNvPr>
              <p:cNvSpPr/>
              <p:nvPr/>
            </p:nvSpPr>
            <p:spPr>
              <a:xfrm>
                <a:off x="1383657" y="3110970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" name="Density voxel cell">
                <a:extLst>
                  <a:ext uri="{FF2B5EF4-FFF2-40B4-BE49-F238E27FC236}">
                    <a16:creationId xmlns:a16="http://schemas.microsoft.com/office/drawing/2014/main" id="{5931B554-5657-F945-1E1F-628E9FA885FF}"/>
                  </a:ext>
                </a:extLst>
              </p:cNvPr>
              <p:cNvSpPr/>
              <p:nvPr/>
            </p:nvSpPr>
            <p:spPr>
              <a:xfrm>
                <a:off x="1406234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4" name="Density voxel cell">
                <a:extLst>
                  <a:ext uri="{FF2B5EF4-FFF2-40B4-BE49-F238E27FC236}">
                    <a16:creationId xmlns:a16="http://schemas.microsoft.com/office/drawing/2014/main" id="{574525B3-E099-FB1C-9F24-81AD935A1B5E}"/>
                  </a:ext>
                </a:extLst>
              </p:cNvPr>
              <p:cNvSpPr/>
              <p:nvPr/>
            </p:nvSpPr>
            <p:spPr>
              <a:xfrm>
                <a:off x="1180465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5" name="Density voxel cell">
                <a:extLst>
                  <a:ext uri="{FF2B5EF4-FFF2-40B4-BE49-F238E27FC236}">
                    <a16:creationId xmlns:a16="http://schemas.microsoft.com/office/drawing/2014/main" id="{28358FD8-DA7F-3924-5D56-5F9007267517}"/>
                  </a:ext>
                </a:extLst>
              </p:cNvPr>
              <p:cNvSpPr/>
              <p:nvPr/>
            </p:nvSpPr>
            <p:spPr>
              <a:xfrm>
                <a:off x="1203042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6" name="Density voxel cell">
                <a:extLst>
                  <a:ext uri="{FF2B5EF4-FFF2-40B4-BE49-F238E27FC236}">
                    <a16:creationId xmlns:a16="http://schemas.microsoft.com/office/drawing/2014/main" id="{C72E4518-95E9-BE94-3C0F-49E605FCF17F}"/>
                  </a:ext>
                </a:extLst>
              </p:cNvPr>
              <p:cNvSpPr/>
              <p:nvPr/>
            </p:nvSpPr>
            <p:spPr>
              <a:xfrm>
                <a:off x="1225619" y="313056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7" name="Density voxel cell">
                <a:extLst>
                  <a:ext uri="{FF2B5EF4-FFF2-40B4-BE49-F238E27FC236}">
                    <a16:creationId xmlns:a16="http://schemas.microsoft.com/office/drawing/2014/main" id="{ABC21B7F-DABF-25EC-3041-AB0BDA6EB49A}"/>
                  </a:ext>
                </a:extLst>
              </p:cNvPr>
              <p:cNvSpPr/>
              <p:nvPr/>
            </p:nvSpPr>
            <p:spPr>
              <a:xfrm>
                <a:off x="1248195" y="3130560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" name="Density voxel cell">
                <a:extLst>
                  <a:ext uri="{FF2B5EF4-FFF2-40B4-BE49-F238E27FC236}">
                    <a16:creationId xmlns:a16="http://schemas.microsoft.com/office/drawing/2014/main" id="{AE390074-BFC2-A872-9175-D7EF4160BBFF}"/>
                  </a:ext>
                </a:extLst>
              </p:cNvPr>
              <p:cNvSpPr/>
              <p:nvPr/>
            </p:nvSpPr>
            <p:spPr>
              <a:xfrm>
                <a:off x="1270772" y="313056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" name="Density voxel cell">
                <a:extLst>
                  <a:ext uri="{FF2B5EF4-FFF2-40B4-BE49-F238E27FC236}">
                    <a16:creationId xmlns:a16="http://schemas.microsoft.com/office/drawing/2014/main" id="{7C90B549-6DDA-9033-46BB-4EECE088A672}"/>
                  </a:ext>
                </a:extLst>
              </p:cNvPr>
              <p:cNvSpPr/>
              <p:nvPr/>
            </p:nvSpPr>
            <p:spPr>
              <a:xfrm>
                <a:off x="1293349" y="313056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0" name="Density voxel cell">
                <a:extLst>
                  <a:ext uri="{FF2B5EF4-FFF2-40B4-BE49-F238E27FC236}">
                    <a16:creationId xmlns:a16="http://schemas.microsoft.com/office/drawing/2014/main" id="{5C5B87F2-9065-1CD5-8835-B7F817AED9AD}"/>
                  </a:ext>
                </a:extLst>
              </p:cNvPr>
              <p:cNvSpPr/>
              <p:nvPr/>
            </p:nvSpPr>
            <p:spPr>
              <a:xfrm>
                <a:off x="1315926" y="3130560"/>
                <a:ext cx="20277" cy="17291"/>
              </a:xfrm>
              <a:prstGeom prst="rect">
                <a:avLst/>
              </a:prstGeom>
              <a:solidFill>
                <a:srgbClr val="ECF4F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1" name="Density voxel cell">
                <a:extLst>
                  <a:ext uri="{FF2B5EF4-FFF2-40B4-BE49-F238E27FC236}">
                    <a16:creationId xmlns:a16="http://schemas.microsoft.com/office/drawing/2014/main" id="{9D714E6E-66EB-191D-C460-48EBC395CAE8}"/>
                  </a:ext>
                </a:extLst>
              </p:cNvPr>
              <p:cNvSpPr/>
              <p:nvPr/>
            </p:nvSpPr>
            <p:spPr>
              <a:xfrm>
                <a:off x="1338503" y="3130560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2" name="Density voxel cell">
                <a:extLst>
                  <a:ext uri="{FF2B5EF4-FFF2-40B4-BE49-F238E27FC236}">
                    <a16:creationId xmlns:a16="http://schemas.microsoft.com/office/drawing/2014/main" id="{703B2B7C-0A28-6C61-F2C2-CFD2FC1F46D8}"/>
                  </a:ext>
                </a:extLst>
              </p:cNvPr>
              <p:cNvSpPr/>
              <p:nvPr/>
            </p:nvSpPr>
            <p:spPr>
              <a:xfrm>
                <a:off x="1361080" y="313056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" name="Density voxel cell">
                <a:extLst>
                  <a:ext uri="{FF2B5EF4-FFF2-40B4-BE49-F238E27FC236}">
                    <a16:creationId xmlns:a16="http://schemas.microsoft.com/office/drawing/2014/main" id="{A1791CCE-968A-E006-06AD-DA06442AC92B}"/>
                  </a:ext>
                </a:extLst>
              </p:cNvPr>
              <p:cNvSpPr/>
              <p:nvPr/>
            </p:nvSpPr>
            <p:spPr>
              <a:xfrm>
                <a:off x="1383657" y="3130560"/>
                <a:ext cx="20277" cy="17291"/>
              </a:xfrm>
              <a:prstGeom prst="rect">
                <a:avLst/>
              </a:prstGeom>
              <a:solidFill>
                <a:srgbClr val="F5F9FD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" name="Density voxel cell">
                <a:extLst>
                  <a:ext uri="{FF2B5EF4-FFF2-40B4-BE49-F238E27FC236}">
                    <a16:creationId xmlns:a16="http://schemas.microsoft.com/office/drawing/2014/main" id="{AEB1D9E4-E67A-6B29-3770-8C7A481B1F6F}"/>
                  </a:ext>
                </a:extLst>
              </p:cNvPr>
              <p:cNvSpPr/>
              <p:nvPr/>
            </p:nvSpPr>
            <p:spPr>
              <a:xfrm>
                <a:off x="1406234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cxnSp>
            <p:nvCxnSpPr>
              <p:cNvPr id="285" name="path_2494">
                <a:extLst>
                  <a:ext uri="{FF2B5EF4-FFF2-40B4-BE49-F238E27FC236}">
                    <a16:creationId xmlns:a16="http://schemas.microsoft.com/office/drawing/2014/main" id="{F2F4C377-0F72-D0B3-6AB8-BD87CF195013}"/>
                  </a:ext>
                </a:extLst>
              </p:cNvPr>
              <p:cNvCxnSpPr/>
              <p:nvPr/>
            </p:nvCxnSpPr>
            <p:spPr>
              <a:xfrm>
                <a:off x="1179315" y="2933505"/>
                <a:ext cx="248346" cy="0"/>
              </a:xfrm>
              <a:prstGeom prst="line">
                <a:avLst/>
              </a:prstGeom>
              <a:noFill/>
              <a:ln w="1202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6" name="path_2495">
                <a:extLst>
                  <a:ext uri="{FF2B5EF4-FFF2-40B4-BE49-F238E27FC236}">
                    <a16:creationId xmlns:a16="http://schemas.microsoft.com/office/drawing/2014/main" id="{15CC456B-6D89-1A29-D607-3ACA3C55C8C7}"/>
                  </a:ext>
                </a:extLst>
              </p:cNvPr>
              <p:cNvCxnSpPr/>
              <p:nvPr/>
            </p:nvCxnSpPr>
            <p:spPr>
              <a:xfrm>
                <a:off x="1427661" y="2933505"/>
                <a:ext cx="0" cy="215496"/>
              </a:xfrm>
              <a:prstGeom prst="line">
                <a:avLst/>
              </a:prstGeom>
              <a:noFill/>
              <a:ln w="1202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287" name="Match | compact U-Net operator">
              <a:extLst>
                <a:ext uri="{FF2B5EF4-FFF2-40B4-BE49-F238E27FC236}">
                  <a16:creationId xmlns:a16="http://schemas.microsoft.com/office/drawing/2014/main" id="{E4F205C8-0DFF-1C20-342C-4C6944BADBDB}"/>
                </a:ext>
              </a:extLst>
            </p:cNvPr>
            <p:cNvGrpSpPr/>
            <p:nvPr/>
          </p:nvGrpSpPr>
          <p:grpSpPr>
            <a:xfrm>
              <a:off x="2711975" y="2144070"/>
              <a:ext cx="212538" cy="143036"/>
              <a:chOff x="1680559" y="2920365"/>
              <a:chExt cx="333146" cy="216810"/>
            </a:xfrm>
          </p:grpSpPr>
          <p:sp>
            <p:nvSpPr>
              <p:cNvPr id="288" name="rect_2499">
                <a:extLst>
                  <a:ext uri="{FF2B5EF4-FFF2-40B4-BE49-F238E27FC236}">
                    <a16:creationId xmlns:a16="http://schemas.microsoft.com/office/drawing/2014/main" id="{07A911C8-0CC8-0E56-4E41-8A855FABD105}"/>
                  </a:ext>
                </a:extLst>
              </p:cNvPr>
              <p:cNvSpPr/>
              <p:nvPr/>
            </p:nvSpPr>
            <p:spPr>
              <a:xfrm>
                <a:off x="1757475" y="292036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1953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9" name="rect_2500">
                <a:extLst>
                  <a:ext uri="{FF2B5EF4-FFF2-40B4-BE49-F238E27FC236}">
                    <a16:creationId xmlns:a16="http://schemas.microsoft.com/office/drawing/2014/main" id="{C491F4FC-BFBB-1987-FE68-CCD83D5BAF71}"/>
                  </a:ext>
                </a:extLst>
              </p:cNvPr>
              <p:cNvSpPr/>
              <p:nvPr/>
            </p:nvSpPr>
            <p:spPr>
              <a:xfrm>
                <a:off x="1731195" y="2936790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1953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0" name="rect_2501">
                <a:extLst>
                  <a:ext uri="{FF2B5EF4-FFF2-40B4-BE49-F238E27FC236}">
                    <a16:creationId xmlns:a16="http://schemas.microsoft.com/office/drawing/2014/main" id="{2CFE6F70-E6AB-26A8-D37D-896790A5027F}"/>
                  </a:ext>
                </a:extLst>
              </p:cNvPr>
              <p:cNvSpPr/>
              <p:nvPr/>
            </p:nvSpPr>
            <p:spPr>
              <a:xfrm>
                <a:off x="1704915" y="295321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1953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" name="Text | U-Net">
                <a:extLst>
                  <a:ext uri="{FF2B5EF4-FFF2-40B4-BE49-F238E27FC236}">
                    <a16:creationId xmlns:a16="http://schemas.microsoft.com/office/drawing/2014/main" id="{FBD650CC-7773-4358-CB66-C21F2C886801}"/>
                  </a:ext>
                </a:extLst>
              </p:cNvPr>
              <p:cNvSpPr txBox="1"/>
              <p:nvPr/>
            </p:nvSpPr>
            <p:spPr>
              <a:xfrm>
                <a:off x="1680559" y="2989350"/>
                <a:ext cx="304942" cy="121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00" b="1" i="0" baseline="0" dirty="0">
                    <a:solidFill>
                      <a:srgbClr val="367FB7"/>
                    </a:solidFill>
                    <a:latin typeface="Arial"/>
                    <a:ea typeface="Arial"/>
                    <a:cs typeface="Arial"/>
                  </a:rPr>
                  <a:t>U-Net</a:t>
                </a:r>
                <a:endParaRPr lang="en-US" sz="400"/>
              </a:p>
            </p:txBody>
          </p:sp>
        </p:grpSp>
        <p:grpSp>
          <p:nvGrpSpPr>
            <p:cNvPr id="292" name="Base voxel summary h_j^vox">
              <a:extLst>
                <a:ext uri="{FF2B5EF4-FFF2-40B4-BE49-F238E27FC236}">
                  <a16:creationId xmlns:a16="http://schemas.microsoft.com/office/drawing/2014/main" id="{28DC8127-588E-C2F3-D281-4C6DA608EB57}"/>
                </a:ext>
              </a:extLst>
            </p:cNvPr>
            <p:cNvGrpSpPr/>
            <p:nvPr/>
          </p:nvGrpSpPr>
          <p:grpSpPr>
            <a:xfrm>
              <a:off x="3212665" y="2191067"/>
              <a:ext cx="269760" cy="51084"/>
              <a:chOff x="2375055" y="3012345"/>
              <a:chExt cx="400770" cy="78840"/>
            </a:xfrm>
          </p:grpSpPr>
          <p:sp>
            <p:nvSpPr>
              <p:cNvPr id="293" name="feature_1">
                <a:extLst>
                  <a:ext uri="{FF2B5EF4-FFF2-40B4-BE49-F238E27FC236}">
                    <a16:creationId xmlns:a16="http://schemas.microsoft.com/office/drawing/2014/main" id="{453B4F01-CBE3-C61B-496B-E91B4BAE62A6}"/>
                  </a:ext>
                </a:extLst>
              </p:cNvPr>
              <p:cNvSpPr/>
              <p:nvPr/>
            </p:nvSpPr>
            <p:spPr>
              <a:xfrm>
                <a:off x="2375055" y="3012345"/>
                <a:ext cx="54437" cy="78840"/>
              </a:xfrm>
              <a:prstGeom prst="rect">
                <a:avLst/>
              </a:prstGeom>
              <a:solidFill>
                <a:srgbClr val="367FB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" name="feature_2">
                <a:extLst>
                  <a:ext uri="{FF2B5EF4-FFF2-40B4-BE49-F238E27FC236}">
                    <a16:creationId xmlns:a16="http://schemas.microsoft.com/office/drawing/2014/main" id="{4DB75A89-6ABE-7C19-F8CA-BB2794FAC0F8}"/>
                  </a:ext>
                </a:extLst>
              </p:cNvPr>
              <p:cNvSpPr/>
              <p:nvPr/>
            </p:nvSpPr>
            <p:spPr>
              <a:xfrm>
                <a:off x="2432777" y="3012345"/>
                <a:ext cx="54437" cy="78840"/>
              </a:xfrm>
              <a:prstGeom prst="rect">
                <a:avLst/>
              </a:prstGeom>
              <a:solidFill>
                <a:srgbClr val="7EAE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" name="feature_3">
                <a:extLst>
                  <a:ext uri="{FF2B5EF4-FFF2-40B4-BE49-F238E27FC236}">
                    <a16:creationId xmlns:a16="http://schemas.microsoft.com/office/drawing/2014/main" id="{5FA5AACE-3B3B-9D0D-F271-541283FE216F}"/>
                  </a:ext>
                </a:extLst>
              </p:cNvPr>
              <p:cNvSpPr/>
              <p:nvPr/>
            </p:nvSpPr>
            <p:spPr>
              <a:xfrm>
                <a:off x="2490499" y="3012345"/>
                <a:ext cx="54437" cy="78840"/>
              </a:xfrm>
              <a:prstGeom prst="rect">
                <a:avLst/>
              </a:prstGeom>
              <a:solidFill>
                <a:srgbClr val="BCD8E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6" name="feature_4">
                <a:extLst>
                  <a:ext uri="{FF2B5EF4-FFF2-40B4-BE49-F238E27FC236}">
                    <a16:creationId xmlns:a16="http://schemas.microsoft.com/office/drawing/2014/main" id="{629C8DBF-87C8-1764-E6BD-48BDDFF09C0F}"/>
                  </a:ext>
                </a:extLst>
              </p:cNvPr>
              <p:cNvSpPr/>
              <p:nvPr/>
            </p:nvSpPr>
            <p:spPr>
              <a:xfrm>
                <a:off x="2548221" y="3012345"/>
                <a:ext cx="54437" cy="78840"/>
              </a:xfrm>
              <a:prstGeom prst="rect">
                <a:avLst/>
              </a:prstGeom>
              <a:solidFill>
                <a:srgbClr val="88C3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" name="feature_5">
                <a:extLst>
                  <a:ext uri="{FF2B5EF4-FFF2-40B4-BE49-F238E27FC236}">
                    <a16:creationId xmlns:a16="http://schemas.microsoft.com/office/drawing/2014/main" id="{5573C2D4-9CED-C77C-3555-D03F54416591}"/>
                  </a:ext>
                </a:extLst>
              </p:cNvPr>
              <p:cNvSpPr/>
              <p:nvPr/>
            </p:nvSpPr>
            <p:spPr>
              <a:xfrm>
                <a:off x="2605944" y="3012345"/>
                <a:ext cx="54437" cy="78840"/>
              </a:xfrm>
              <a:prstGeom prst="rect">
                <a:avLst/>
              </a:prstGeom>
              <a:solidFill>
                <a:srgbClr val="23877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" name="feature_6">
                <a:extLst>
                  <a:ext uri="{FF2B5EF4-FFF2-40B4-BE49-F238E27FC236}">
                    <a16:creationId xmlns:a16="http://schemas.microsoft.com/office/drawing/2014/main" id="{212CA7CE-48A0-ADEA-5C92-18B82746E515}"/>
                  </a:ext>
                </a:extLst>
              </p:cNvPr>
              <p:cNvSpPr/>
              <p:nvPr/>
            </p:nvSpPr>
            <p:spPr>
              <a:xfrm>
                <a:off x="2663666" y="3012345"/>
                <a:ext cx="54437" cy="78840"/>
              </a:xfrm>
              <a:prstGeom prst="rect">
                <a:avLst/>
              </a:prstGeom>
              <a:solidFill>
                <a:srgbClr val="B1A4C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" name="feature_7">
                <a:extLst>
                  <a:ext uri="{FF2B5EF4-FFF2-40B4-BE49-F238E27FC236}">
                    <a16:creationId xmlns:a16="http://schemas.microsoft.com/office/drawing/2014/main" id="{4E71EE6C-86CB-F369-2775-7FCC14C26089}"/>
                  </a:ext>
                </a:extLst>
              </p:cNvPr>
              <p:cNvSpPr/>
              <p:nvPr/>
            </p:nvSpPr>
            <p:spPr>
              <a:xfrm>
                <a:off x="2721388" y="3012345"/>
                <a:ext cx="54437" cy="78840"/>
              </a:xfrm>
              <a:prstGeom prst="rect">
                <a:avLst/>
              </a:prstGeom>
              <a:solidFill>
                <a:srgbClr val="D4CBE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300" name="Local receptor pocket | atom environment">
              <a:extLst>
                <a:ext uri="{FF2B5EF4-FFF2-40B4-BE49-F238E27FC236}">
                  <a16:creationId xmlns:a16="http://schemas.microsoft.com/office/drawing/2014/main" id="{4890165B-A692-AB6F-2976-F0615EC93AA8}"/>
                </a:ext>
              </a:extLst>
            </p:cNvPr>
            <p:cNvGrpSpPr/>
            <p:nvPr/>
          </p:nvGrpSpPr>
          <p:grpSpPr>
            <a:xfrm>
              <a:off x="2340034" y="2577264"/>
              <a:ext cx="179840" cy="136906"/>
              <a:chOff x="1295748" y="3525328"/>
              <a:chExt cx="304113" cy="219890"/>
            </a:xfrm>
          </p:grpSpPr>
          <p:sp>
            <p:nvSpPr>
              <p:cNvPr id="301" name="ellipse_2517">
                <a:extLst>
                  <a:ext uri="{FF2B5EF4-FFF2-40B4-BE49-F238E27FC236}">
                    <a16:creationId xmlns:a16="http://schemas.microsoft.com/office/drawing/2014/main" id="{5AB9A354-B215-3EDF-7BFA-EE4AE0BECEFD}"/>
                  </a:ext>
                </a:extLst>
              </p:cNvPr>
              <p:cNvSpPr/>
              <p:nvPr/>
            </p:nvSpPr>
            <p:spPr>
              <a:xfrm>
                <a:off x="1343499" y="3569364"/>
                <a:ext cx="20494" cy="204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" name="ellipse_2518">
                <a:extLst>
                  <a:ext uri="{FF2B5EF4-FFF2-40B4-BE49-F238E27FC236}">
                    <a16:creationId xmlns:a16="http://schemas.microsoft.com/office/drawing/2014/main" id="{9677F1C3-6089-4307-CC40-3350752C8468}"/>
                  </a:ext>
                </a:extLst>
              </p:cNvPr>
              <p:cNvSpPr/>
              <p:nvPr/>
            </p:nvSpPr>
            <p:spPr>
              <a:xfrm>
                <a:off x="1296724" y="3594466"/>
                <a:ext cx="19197" cy="1919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" name="ellipse_2519">
                <a:extLst>
                  <a:ext uri="{FF2B5EF4-FFF2-40B4-BE49-F238E27FC236}">
                    <a16:creationId xmlns:a16="http://schemas.microsoft.com/office/drawing/2014/main" id="{1B8B3594-7F84-C94D-DCBF-8B9CBA88F213}"/>
                  </a:ext>
                </a:extLst>
              </p:cNvPr>
              <p:cNvSpPr/>
              <p:nvPr/>
            </p:nvSpPr>
            <p:spPr>
              <a:xfrm>
                <a:off x="1438834" y="3720705"/>
                <a:ext cx="24513" cy="245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" name="ellipse_2520">
                <a:extLst>
                  <a:ext uri="{FF2B5EF4-FFF2-40B4-BE49-F238E27FC236}">
                    <a16:creationId xmlns:a16="http://schemas.microsoft.com/office/drawing/2014/main" id="{7D1E9BF4-0445-209A-3AC8-9500BBCF7B55}"/>
                  </a:ext>
                </a:extLst>
              </p:cNvPr>
              <p:cNvSpPr/>
              <p:nvPr/>
            </p:nvSpPr>
            <p:spPr>
              <a:xfrm>
                <a:off x="1501618" y="3664422"/>
                <a:ext cx="25439" cy="2543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" name="ellipse_2521">
                <a:extLst>
                  <a:ext uri="{FF2B5EF4-FFF2-40B4-BE49-F238E27FC236}">
                    <a16:creationId xmlns:a16="http://schemas.microsoft.com/office/drawing/2014/main" id="{9CCCA5C3-C535-A333-1BF3-D688E76B3E79}"/>
                  </a:ext>
                </a:extLst>
              </p:cNvPr>
              <p:cNvSpPr/>
              <p:nvPr/>
            </p:nvSpPr>
            <p:spPr>
              <a:xfrm>
                <a:off x="1321281" y="3628338"/>
                <a:ext cx="23115" cy="23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6" name="ellipse_2522">
                <a:extLst>
                  <a:ext uri="{FF2B5EF4-FFF2-40B4-BE49-F238E27FC236}">
                    <a16:creationId xmlns:a16="http://schemas.microsoft.com/office/drawing/2014/main" id="{68BEF63C-A80C-CE61-02E8-A85D73BB331D}"/>
                  </a:ext>
                </a:extLst>
              </p:cNvPr>
              <p:cNvSpPr/>
              <p:nvPr/>
            </p:nvSpPr>
            <p:spPr>
              <a:xfrm>
                <a:off x="1295748" y="3626085"/>
                <a:ext cx="19345" cy="19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" name="ellipse_2523">
                <a:extLst>
                  <a:ext uri="{FF2B5EF4-FFF2-40B4-BE49-F238E27FC236}">
                    <a16:creationId xmlns:a16="http://schemas.microsoft.com/office/drawing/2014/main" id="{23C31A58-B5BF-B0BD-FD64-AC6A4EC8AF45}"/>
                  </a:ext>
                </a:extLst>
              </p:cNvPr>
              <p:cNvSpPr/>
              <p:nvPr/>
            </p:nvSpPr>
            <p:spPr>
              <a:xfrm>
                <a:off x="1338176" y="3604570"/>
                <a:ext cx="23202" cy="232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" name="ellipse_2524">
                <a:extLst>
                  <a:ext uri="{FF2B5EF4-FFF2-40B4-BE49-F238E27FC236}">
                    <a16:creationId xmlns:a16="http://schemas.microsoft.com/office/drawing/2014/main" id="{5094DC8C-4ABE-D3E7-B3E4-AA20FAEF0AAB}"/>
                  </a:ext>
                </a:extLst>
              </p:cNvPr>
              <p:cNvSpPr/>
              <p:nvPr/>
            </p:nvSpPr>
            <p:spPr>
              <a:xfrm>
                <a:off x="1349937" y="3578135"/>
                <a:ext cx="25593" cy="2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" name="ellipse_2525">
                <a:extLst>
                  <a:ext uri="{FF2B5EF4-FFF2-40B4-BE49-F238E27FC236}">
                    <a16:creationId xmlns:a16="http://schemas.microsoft.com/office/drawing/2014/main" id="{849ABD7C-774A-E050-2E5B-FD6B7BE4AE3C}"/>
                  </a:ext>
                </a:extLst>
              </p:cNvPr>
              <p:cNvSpPr/>
              <p:nvPr/>
            </p:nvSpPr>
            <p:spPr>
              <a:xfrm>
                <a:off x="1391990" y="3698653"/>
                <a:ext cx="18941" cy="189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" name="ellipse_2526">
                <a:extLst>
                  <a:ext uri="{FF2B5EF4-FFF2-40B4-BE49-F238E27FC236}">
                    <a16:creationId xmlns:a16="http://schemas.microsoft.com/office/drawing/2014/main" id="{095BA61D-8F81-127F-E062-F9EB0409BABC}"/>
                  </a:ext>
                </a:extLst>
              </p:cNvPr>
              <p:cNvSpPr/>
              <p:nvPr/>
            </p:nvSpPr>
            <p:spPr>
              <a:xfrm>
                <a:off x="1335383" y="3592607"/>
                <a:ext cx="16783" cy="167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" name="ellipse_2527">
                <a:extLst>
                  <a:ext uri="{FF2B5EF4-FFF2-40B4-BE49-F238E27FC236}">
                    <a16:creationId xmlns:a16="http://schemas.microsoft.com/office/drawing/2014/main" id="{54375CC0-A6C6-97D4-5DCF-BCD35E1DF197}"/>
                  </a:ext>
                </a:extLst>
              </p:cNvPr>
              <p:cNvSpPr/>
              <p:nvPr/>
            </p:nvSpPr>
            <p:spPr>
              <a:xfrm>
                <a:off x="1421016" y="3723168"/>
                <a:ext cx="20110" cy="201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" name="ellipse_2528">
                <a:extLst>
                  <a:ext uri="{FF2B5EF4-FFF2-40B4-BE49-F238E27FC236}">
                    <a16:creationId xmlns:a16="http://schemas.microsoft.com/office/drawing/2014/main" id="{D024554C-8ED3-99FE-BB03-F1BE7F2A29EF}"/>
                  </a:ext>
                </a:extLst>
              </p:cNvPr>
              <p:cNvSpPr/>
              <p:nvPr/>
            </p:nvSpPr>
            <p:spPr>
              <a:xfrm>
                <a:off x="1366273" y="3564666"/>
                <a:ext cx="21791" cy="217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" name="ellipse_2529">
                <a:extLst>
                  <a:ext uri="{FF2B5EF4-FFF2-40B4-BE49-F238E27FC236}">
                    <a16:creationId xmlns:a16="http://schemas.microsoft.com/office/drawing/2014/main" id="{C5A430AA-FC1E-5559-4C25-6D9A2DFD2044}"/>
                  </a:ext>
                </a:extLst>
              </p:cNvPr>
              <p:cNvSpPr/>
              <p:nvPr/>
            </p:nvSpPr>
            <p:spPr>
              <a:xfrm>
                <a:off x="1327790" y="3609446"/>
                <a:ext cx="20508" cy="205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" name="ellipse_2530">
                <a:extLst>
                  <a:ext uri="{FF2B5EF4-FFF2-40B4-BE49-F238E27FC236}">
                    <a16:creationId xmlns:a16="http://schemas.microsoft.com/office/drawing/2014/main" id="{0DFAF9F3-47A7-BD89-8071-46631F033FE3}"/>
                  </a:ext>
                </a:extLst>
              </p:cNvPr>
              <p:cNvSpPr/>
              <p:nvPr/>
            </p:nvSpPr>
            <p:spPr>
              <a:xfrm>
                <a:off x="1408118" y="3688755"/>
                <a:ext cx="22554" cy="2255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" name="ellipse_2531">
                <a:extLst>
                  <a:ext uri="{FF2B5EF4-FFF2-40B4-BE49-F238E27FC236}">
                    <a16:creationId xmlns:a16="http://schemas.microsoft.com/office/drawing/2014/main" id="{883BB5E8-DD7D-725D-D4D9-69A15DDC89EC}"/>
                  </a:ext>
                </a:extLst>
              </p:cNvPr>
              <p:cNvSpPr/>
              <p:nvPr/>
            </p:nvSpPr>
            <p:spPr>
              <a:xfrm>
                <a:off x="1428373" y="3713303"/>
                <a:ext cx="24738" cy="2473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" name="ellipse_2532">
                <a:extLst>
                  <a:ext uri="{FF2B5EF4-FFF2-40B4-BE49-F238E27FC236}">
                    <a16:creationId xmlns:a16="http://schemas.microsoft.com/office/drawing/2014/main" id="{D785FFA9-423E-FE04-C4FB-0790808F6F0C}"/>
                  </a:ext>
                </a:extLst>
              </p:cNvPr>
              <p:cNvSpPr/>
              <p:nvPr/>
            </p:nvSpPr>
            <p:spPr>
              <a:xfrm>
                <a:off x="1547670" y="3653309"/>
                <a:ext cx="21842" cy="2184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7" name="ellipse_2533">
                <a:extLst>
                  <a:ext uri="{FF2B5EF4-FFF2-40B4-BE49-F238E27FC236}">
                    <a16:creationId xmlns:a16="http://schemas.microsoft.com/office/drawing/2014/main" id="{7B0416A8-46A8-14B4-602A-FC5002AA0E1B}"/>
                  </a:ext>
                </a:extLst>
              </p:cNvPr>
              <p:cNvSpPr/>
              <p:nvPr/>
            </p:nvSpPr>
            <p:spPr>
              <a:xfrm>
                <a:off x="1517557" y="3700982"/>
                <a:ext cx="20964" cy="2096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8" name="ellipse_2534">
                <a:extLst>
                  <a:ext uri="{FF2B5EF4-FFF2-40B4-BE49-F238E27FC236}">
                    <a16:creationId xmlns:a16="http://schemas.microsoft.com/office/drawing/2014/main" id="{4C3E21BE-59FD-C0B2-0ECF-1A2CDEB738E7}"/>
                  </a:ext>
                </a:extLst>
              </p:cNvPr>
              <p:cNvSpPr/>
              <p:nvPr/>
            </p:nvSpPr>
            <p:spPr>
              <a:xfrm>
                <a:off x="1535521" y="3630252"/>
                <a:ext cx="17917" cy="179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9" name="ellipse_2535">
                <a:extLst>
                  <a:ext uri="{FF2B5EF4-FFF2-40B4-BE49-F238E27FC236}">
                    <a16:creationId xmlns:a16="http://schemas.microsoft.com/office/drawing/2014/main" id="{FB0DF82F-1DB6-2CAD-F83D-E11EF8A1AC67}"/>
                  </a:ext>
                </a:extLst>
              </p:cNvPr>
              <p:cNvSpPr/>
              <p:nvPr/>
            </p:nvSpPr>
            <p:spPr>
              <a:xfrm>
                <a:off x="1344039" y="3678107"/>
                <a:ext cx="21719" cy="21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0" name="ellipse_2536">
                <a:extLst>
                  <a:ext uri="{FF2B5EF4-FFF2-40B4-BE49-F238E27FC236}">
                    <a16:creationId xmlns:a16="http://schemas.microsoft.com/office/drawing/2014/main" id="{7F364414-03DD-8731-F3E7-0CF992E0686A}"/>
                  </a:ext>
                </a:extLst>
              </p:cNvPr>
              <p:cNvSpPr/>
              <p:nvPr/>
            </p:nvSpPr>
            <p:spPr>
              <a:xfrm>
                <a:off x="1486134" y="3678415"/>
                <a:ext cx="22120" cy="221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1" name="ellipse_2537">
                <a:extLst>
                  <a:ext uri="{FF2B5EF4-FFF2-40B4-BE49-F238E27FC236}">
                    <a16:creationId xmlns:a16="http://schemas.microsoft.com/office/drawing/2014/main" id="{16FD03B5-7AD3-2E06-E816-DB8DC3DFDAF5}"/>
                  </a:ext>
                </a:extLst>
              </p:cNvPr>
              <p:cNvSpPr/>
              <p:nvPr/>
            </p:nvSpPr>
            <p:spPr>
              <a:xfrm>
                <a:off x="1538537" y="3597777"/>
                <a:ext cx="22828" cy="22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2" name="ellipse_2538">
                <a:extLst>
                  <a:ext uri="{FF2B5EF4-FFF2-40B4-BE49-F238E27FC236}">
                    <a16:creationId xmlns:a16="http://schemas.microsoft.com/office/drawing/2014/main" id="{319C342C-87AA-E215-5CD8-20B98AB23EB7}"/>
                  </a:ext>
                </a:extLst>
              </p:cNvPr>
              <p:cNvSpPr/>
              <p:nvPr/>
            </p:nvSpPr>
            <p:spPr>
              <a:xfrm>
                <a:off x="1401131" y="3720374"/>
                <a:ext cx="16876" cy="168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3" name="ellipse_2539">
                <a:extLst>
                  <a:ext uri="{FF2B5EF4-FFF2-40B4-BE49-F238E27FC236}">
                    <a16:creationId xmlns:a16="http://schemas.microsoft.com/office/drawing/2014/main" id="{27C42EE6-9973-285F-3BB4-5A173F147BA7}"/>
                  </a:ext>
                </a:extLst>
              </p:cNvPr>
              <p:cNvSpPr/>
              <p:nvPr/>
            </p:nvSpPr>
            <p:spPr>
              <a:xfrm>
                <a:off x="1525941" y="3593109"/>
                <a:ext cx="21620" cy="216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4" name="ellipse_2540">
                <a:extLst>
                  <a:ext uri="{FF2B5EF4-FFF2-40B4-BE49-F238E27FC236}">
                    <a16:creationId xmlns:a16="http://schemas.microsoft.com/office/drawing/2014/main" id="{F5D40E47-247B-6CB7-116F-280D8389FDE5}"/>
                  </a:ext>
                </a:extLst>
              </p:cNvPr>
              <p:cNvSpPr/>
              <p:nvPr/>
            </p:nvSpPr>
            <p:spPr>
              <a:xfrm>
                <a:off x="1462052" y="3689103"/>
                <a:ext cx="24723" cy="247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5" name="ellipse_2541">
                <a:extLst>
                  <a:ext uri="{FF2B5EF4-FFF2-40B4-BE49-F238E27FC236}">
                    <a16:creationId xmlns:a16="http://schemas.microsoft.com/office/drawing/2014/main" id="{1EB4F816-0647-D617-6171-D411934F5AE5}"/>
                  </a:ext>
                </a:extLst>
              </p:cNvPr>
              <p:cNvSpPr/>
              <p:nvPr/>
            </p:nvSpPr>
            <p:spPr>
              <a:xfrm>
                <a:off x="1338003" y="3621442"/>
                <a:ext cx="17209" cy="172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6" name="ellipse_2542">
                <a:extLst>
                  <a:ext uri="{FF2B5EF4-FFF2-40B4-BE49-F238E27FC236}">
                    <a16:creationId xmlns:a16="http://schemas.microsoft.com/office/drawing/2014/main" id="{946EE4F1-B9AE-9DF3-F09A-322BB1ABF3BA}"/>
                  </a:ext>
                </a:extLst>
              </p:cNvPr>
              <p:cNvSpPr/>
              <p:nvPr/>
            </p:nvSpPr>
            <p:spPr>
              <a:xfrm>
                <a:off x="1436611" y="3687896"/>
                <a:ext cx="16365" cy="1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7" name="ellipse_2543">
                <a:extLst>
                  <a:ext uri="{FF2B5EF4-FFF2-40B4-BE49-F238E27FC236}">
                    <a16:creationId xmlns:a16="http://schemas.microsoft.com/office/drawing/2014/main" id="{7AC7E3E3-4FA7-42CB-D655-F4FE60222F4B}"/>
                  </a:ext>
                </a:extLst>
              </p:cNvPr>
              <p:cNvSpPr/>
              <p:nvPr/>
            </p:nvSpPr>
            <p:spPr>
              <a:xfrm>
                <a:off x="1387354" y="3566640"/>
                <a:ext cx="17190" cy="171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8" name="ellipse_2544">
                <a:extLst>
                  <a:ext uri="{FF2B5EF4-FFF2-40B4-BE49-F238E27FC236}">
                    <a16:creationId xmlns:a16="http://schemas.microsoft.com/office/drawing/2014/main" id="{463C3517-A95E-D51B-C9A5-7E8B5AC12E57}"/>
                  </a:ext>
                </a:extLst>
              </p:cNvPr>
              <p:cNvSpPr/>
              <p:nvPr/>
            </p:nvSpPr>
            <p:spPr>
              <a:xfrm>
                <a:off x="1453977" y="3540995"/>
                <a:ext cx="18775" cy="18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29" name="ellipse_2545">
                <a:extLst>
                  <a:ext uri="{FF2B5EF4-FFF2-40B4-BE49-F238E27FC236}">
                    <a16:creationId xmlns:a16="http://schemas.microsoft.com/office/drawing/2014/main" id="{04F85B43-DC9A-BD4A-A924-2A76F4F82AC0}"/>
                  </a:ext>
                </a:extLst>
              </p:cNvPr>
              <p:cNvSpPr/>
              <p:nvPr/>
            </p:nvSpPr>
            <p:spPr>
              <a:xfrm>
                <a:off x="1487168" y="3548389"/>
                <a:ext cx="16148" cy="1614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" name="ellipse_2546">
                <a:extLst>
                  <a:ext uri="{FF2B5EF4-FFF2-40B4-BE49-F238E27FC236}">
                    <a16:creationId xmlns:a16="http://schemas.microsoft.com/office/drawing/2014/main" id="{3D5DA356-E38A-3640-A6BD-216A9CCD6056}"/>
                  </a:ext>
                </a:extLst>
              </p:cNvPr>
              <p:cNvSpPr/>
              <p:nvPr/>
            </p:nvSpPr>
            <p:spPr>
              <a:xfrm>
                <a:off x="1536436" y="3643342"/>
                <a:ext cx="21862" cy="218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" name="ellipse_2547">
                <a:extLst>
                  <a:ext uri="{FF2B5EF4-FFF2-40B4-BE49-F238E27FC236}">
                    <a16:creationId xmlns:a16="http://schemas.microsoft.com/office/drawing/2014/main" id="{FB6B99CE-FC14-EDD7-DFE4-AFD9E4BAB7CD}"/>
                  </a:ext>
                </a:extLst>
              </p:cNvPr>
              <p:cNvSpPr/>
              <p:nvPr/>
            </p:nvSpPr>
            <p:spPr>
              <a:xfrm>
                <a:off x="1542031" y="3603619"/>
                <a:ext cx="25264" cy="252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" name="ellipse_2548">
                <a:extLst>
                  <a:ext uri="{FF2B5EF4-FFF2-40B4-BE49-F238E27FC236}">
                    <a16:creationId xmlns:a16="http://schemas.microsoft.com/office/drawing/2014/main" id="{8868EF83-A53B-349C-9FCC-5146D97C3A3B}"/>
                  </a:ext>
                </a:extLst>
              </p:cNvPr>
              <p:cNvSpPr/>
              <p:nvPr/>
            </p:nvSpPr>
            <p:spPr>
              <a:xfrm>
                <a:off x="1434762" y="3711046"/>
                <a:ext cx="16788" cy="167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" name="ellipse_2549">
                <a:extLst>
                  <a:ext uri="{FF2B5EF4-FFF2-40B4-BE49-F238E27FC236}">
                    <a16:creationId xmlns:a16="http://schemas.microsoft.com/office/drawing/2014/main" id="{7594C95B-348D-B7CD-6AD0-384852721750}"/>
                  </a:ext>
                </a:extLst>
              </p:cNvPr>
              <p:cNvSpPr/>
              <p:nvPr/>
            </p:nvSpPr>
            <p:spPr>
              <a:xfrm>
                <a:off x="1543438" y="3672057"/>
                <a:ext cx="23717" cy="2371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" name="ellipse_2550">
                <a:extLst>
                  <a:ext uri="{FF2B5EF4-FFF2-40B4-BE49-F238E27FC236}">
                    <a16:creationId xmlns:a16="http://schemas.microsoft.com/office/drawing/2014/main" id="{62616016-A45E-8644-08BC-0629A2D01B7C}"/>
                  </a:ext>
                </a:extLst>
              </p:cNvPr>
              <p:cNvSpPr/>
              <p:nvPr/>
            </p:nvSpPr>
            <p:spPr>
              <a:xfrm>
                <a:off x="1529817" y="3654293"/>
                <a:ext cx="15593" cy="15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" name="ellipse_2551">
                <a:extLst>
                  <a:ext uri="{FF2B5EF4-FFF2-40B4-BE49-F238E27FC236}">
                    <a16:creationId xmlns:a16="http://schemas.microsoft.com/office/drawing/2014/main" id="{24C76BDC-34F5-D3B9-E0FC-1DD5CD243015}"/>
                  </a:ext>
                </a:extLst>
              </p:cNvPr>
              <p:cNvSpPr/>
              <p:nvPr/>
            </p:nvSpPr>
            <p:spPr>
              <a:xfrm>
                <a:off x="1550063" y="3626271"/>
                <a:ext cx="18725" cy="187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" name="ellipse_2552">
                <a:extLst>
                  <a:ext uri="{FF2B5EF4-FFF2-40B4-BE49-F238E27FC236}">
                    <a16:creationId xmlns:a16="http://schemas.microsoft.com/office/drawing/2014/main" id="{89406954-0357-DABF-D257-21052610237A}"/>
                  </a:ext>
                </a:extLst>
              </p:cNvPr>
              <p:cNvSpPr/>
              <p:nvPr/>
            </p:nvSpPr>
            <p:spPr>
              <a:xfrm>
                <a:off x="1395088" y="3533435"/>
                <a:ext cx="15948" cy="1594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" name="ellipse_2553">
                <a:extLst>
                  <a:ext uri="{FF2B5EF4-FFF2-40B4-BE49-F238E27FC236}">
                    <a16:creationId xmlns:a16="http://schemas.microsoft.com/office/drawing/2014/main" id="{101FB40A-98C7-DFAA-B97E-AD1A483A2493}"/>
                  </a:ext>
                </a:extLst>
              </p:cNvPr>
              <p:cNvSpPr/>
              <p:nvPr/>
            </p:nvSpPr>
            <p:spPr>
              <a:xfrm>
                <a:off x="1313742" y="3573420"/>
                <a:ext cx="15496" cy="154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" name="ellipse_2554">
                <a:extLst>
                  <a:ext uri="{FF2B5EF4-FFF2-40B4-BE49-F238E27FC236}">
                    <a16:creationId xmlns:a16="http://schemas.microsoft.com/office/drawing/2014/main" id="{FC9C5030-A50E-C2D2-6504-FDEE0DFA0581}"/>
                  </a:ext>
                </a:extLst>
              </p:cNvPr>
              <p:cNvSpPr/>
              <p:nvPr/>
            </p:nvSpPr>
            <p:spPr>
              <a:xfrm>
                <a:off x="1329291" y="3672157"/>
                <a:ext cx="23375" cy="2337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" name="ellipse_2555">
                <a:extLst>
                  <a:ext uri="{FF2B5EF4-FFF2-40B4-BE49-F238E27FC236}">
                    <a16:creationId xmlns:a16="http://schemas.microsoft.com/office/drawing/2014/main" id="{C9485613-FDAF-671A-52F4-9799F2D2EEBD}"/>
                  </a:ext>
                </a:extLst>
              </p:cNvPr>
              <p:cNvSpPr/>
              <p:nvPr/>
            </p:nvSpPr>
            <p:spPr>
              <a:xfrm>
                <a:off x="1307786" y="3621846"/>
                <a:ext cx="22071" cy="2207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0" name="ellipse_2556">
                <a:extLst>
                  <a:ext uri="{FF2B5EF4-FFF2-40B4-BE49-F238E27FC236}">
                    <a16:creationId xmlns:a16="http://schemas.microsoft.com/office/drawing/2014/main" id="{A97D7B03-8D8E-96D6-BD28-F477EA56D03A}"/>
                  </a:ext>
                </a:extLst>
              </p:cNvPr>
              <p:cNvSpPr/>
              <p:nvPr/>
            </p:nvSpPr>
            <p:spPr>
              <a:xfrm>
                <a:off x="1584475" y="3627694"/>
                <a:ext cx="15386" cy="15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1" name="ellipse_2557">
                <a:extLst>
                  <a:ext uri="{FF2B5EF4-FFF2-40B4-BE49-F238E27FC236}">
                    <a16:creationId xmlns:a16="http://schemas.microsoft.com/office/drawing/2014/main" id="{FCE65566-E661-7F5E-0E83-6DFB5EB32576}"/>
                  </a:ext>
                </a:extLst>
              </p:cNvPr>
              <p:cNvSpPr/>
              <p:nvPr/>
            </p:nvSpPr>
            <p:spPr>
              <a:xfrm>
                <a:off x="1453895" y="3558216"/>
                <a:ext cx="24625" cy="246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2" name="ellipse_2558">
                <a:extLst>
                  <a:ext uri="{FF2B5EF4-FFF2-40B4-BE49-F238E27FC236}">
                    <a16:creationId xmlns:a16="http://schemas.microsoft.com/office/drawing/2014/main" id="{AD03D06D-6FEC-9D40-149D-3B5654162ED4}"/>
                  </a:ext>
                </a:extLst>
              </p:cNvPr>
              <p:cNvSpPr/>
              <p:nvPr/>
            </p:nvSpPr>
            <p:spPr>
              <a:xfrm>
                <a:off x="1514397" y="3669171"/>
                <a:ext cx="15296" cy="1529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3" name="ellipse_2559">
                <a:extLst>
                  <a:ext uri="{FF2B5EF4-FFF2-40B4-BE49-F238E27FC236}">
                    <a16:creationId xmlns:a16="http://schemas.microsoft.com/office/drawing/2014/main" id="{270FE031-9417-EAB9-6822-A06FED6985F5}"/>
                  </a:ext>
                </a:extLst>
              </p:cNvPr>
              <p:cNvSpPr/>
              <p:nvPr/>
            </p:nvSpPr>
            <p:spPr>
              <a:xfrm>
                <a:off x="1502877" y="3686988"/>
                <a:ext cx="19310" cy="19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4" name="ellipse_2560">
                <a:extLst>
                  <a:ext uri="{FF2B5EF4-FFF2-40B4-BE49-F238E27FC236}">
                    <a16:creationId xmlns:a16="http://schemas.microsoft.com/office/drawing/2014/main" id="{18C238AD-7716-3FF6-2269-44CCDB1D43DA}"/>
                  </a:ext>
                </a:extLst>
              </p:cNvPr>
              <p:cNvSpPr/>
              <p:nvPr/>
            </p:nvSpPr>
            <p:spPr>
              <a:xfrm>
                <a:off x="1507745" y="3695631"/>
                <a:ext cx="15466" cy="154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5" name="ellipse_2561">
                <a:extLst>
                  <a:ext uri="{FF2B5EF4-FFF2-40B4-BE49-F238E27FC236}">
                    <a16:creationId xmlns:a16="http://schemas.microsoft.com/office/drawing/2014/main" id="{9405A538-874A-4105-8647-750D5CF44478}"/>
                  </a:ext>
                </a:extLst>
              </p:cNvPr>
              <p:cNvSpPr/>
              <p:nvPr/>
            </p:nvSpPr>
            <p:spPr>
              <a:xfrm>
                <a:off x="1432818" y="3538051"/>
                <a:ext cx="19094" cy="19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6" name="ellipse_2562">
                <a:extLst>
                  <a:ext uri="{FF2B5EF4-FFF2-40B4-BE49-F238E27FC236}">
                    <a16:creationId xmlns:a16="http://schemas.microsoft.com/office/drawing/2014/main" id="{AB6DD45A-394C-226C-4203-02069C65ABE9}"/>
                  </a:ext>
                </a:extLst>
              </p:cNvPr>
              <p:cNvSpPr/>
              <p:nvPr/>
            </p:nvSpPr>
            <p:spPr>
              <a:xfrm>
                <a:off x="1511410" y="3670510"/>
                <a:ext cx="18124" cy="18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7" name="ellipse_2563">
                <a:extLst>
                  <a:ext uri="{FF2B5EF4-FFF2-40B4-BE49-F238E27FC236}">
                    <a16:creationId xmlns:a16="http://schemas.microsoft.com/office/drawing/2014/main" id="{85D2B242-5E55-4BE1-C171-948A2B78EA51}"/>
                  </a:ext>
                </a:extLst>
              </p:cNvPr>
              <p:cNvSpPr/>
              <p:nvPr/>
            </p:nvSpPr>
            <p:spPr>
              <a:xfrm>
                <a:off x="1465959" y="3697582"/>
                <a:ext cx="20714" cy="2071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8" name="ellipse_2564">
                <a:extLst>
                  <a:ext uri="{FF2B5EF4-FFF2-40B4-BE49-F238E27FC236}">
                    <a16:creationId xmlns:a16="http://schemas.microsoft.com/office/drawing/2014/main" id="{BB9FAB09-37CB-08B1-F690-3D09C0B07D21}"/>
                  </a:ext>
                </a:extLst>
              </p:cNvPr>
              <p:cNvSpPr/>
              <p:nvPr/>
            </p:nvSpPr>
            <p:spPr>
              <a:xfrm>
                <a:off x="1421039" y="3688264"/>
                <a:ext cx="20580" cy="2058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49" name="ellipse_2565">
                <a:extLst>
                  <a:ext uri="{FF2B5EF4-FFF2-40B4-BE49-F238E27FC236}">
                    <a16:creationId xmlns:a16="http://schemas.microsoft.com/office/drawing/2014/main" id="{007E50C1-DCB7-4106-A139-F5F340532AF8}"/>
                  </a:ext>
                </a:extLst>
              </p:cNvPr>
              <p:cNvSpPr/>
              <p:nvPr/>
            </p:nvSpPr>
            <p:spPr>
              <a:xfrm>
                <a:off x="1317547" y="3643031"/>
                <a:ext cx="24656" cy="246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0" name="ellipse_2566">
                <a:extLst>
                  <a:ext uri="{FF2B5EF4-FFF2-40B4-BE49-F238E27FC236}">
                    <a16:creationId xmlns:a16="http://schemas.microsoft.com/office/drawing/2014/main" id="{F821AC24-AA97-7151-D36D-167AB45E476D}"/>
                  </a:ext>
                </a:extLst>
              </p:cNvPr>
              <p:cNvSpPr/>
              <p:nvPr/>
            </p:nvSpPr>
            <p:spPr>
              <a:xfrm>
                <a:off x="1490146" y="3564893"/>
                <a:ext cx="23114" cy="231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1" name="ellipse_2567">
                <a:extLst>
                  <a:ext uri="{FF2B5EF4-FFF2-40B4-BE49-F238E27FC236}">
                    <a16:creationId xmlns:a16="http://schemas.microsoft.com/office/drawing/2014/main" id="{14DCD964-0AEB-D486-4DB4-AB2A4E56E82F}"/>
                  </a:ext>
                </a:extLst>
              </p:cNvPr>
              <p:cNvSpPr/>
              <p:nvPr/>
            </p:nvSpPr>
            <p:spPr>
              <a:xfrm>
                <a:off x="1318021" y="3588334"/>
                <a:ext cx="19866" cy="198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2" name="ellipse_2568">
                <a:extLst>
                  <a:ext uri="{FF2B5EF4-FFF2-40B4-BE49-F238E27FC236}">
                    <a16:creationId xmlns:a16="http://schemas.microsoft.com/office/drawing/2014/main" id="{20EB1A75-F5A8-2A3D-0D0F-122CB2AEC2EF}"/>
                  </a:ext>
                </a:extLst>
              </p:cNvPr>
              <p:cNvSpPr/>
              <p:nvPr/>
            </p:nvSpPr>
            <p:spPr>
              <a:xfrm>
                <a:off x="1478242" y="3571021"/>
                <a:ext cx="21106" cy="2110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3" name="ellipse_2569">
                <a:extLst>
                  <a:ext uri="{FF2B5EF4-FFF2-40B4-BE49-F238E27FC236}">
                    <a16:creationId xmlns:a16="http://schemas.microsoft.com/office/drawing/2014/main" id="{754B837D-1845-6C6C-1F5E-F809D73EE589}"/>
                  </a:ext>
                </a:extLst>
              </p:cNvPr>
              <p:cNvSpPr/>
              <p:nvPr/>
            </p:nvSpPr>
            <p:spPr>
              <a:xfrm>
                <a:off x="1317612" y="3652314"/>
                <a:ext cx="17900" cy="179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4" name="ellipse_2570">
                <a:extLst>
                  <a:ext uri="{FF2B5EF4-FFF2-40B4-BE49-F238E27FC236}">
                    <a16:creationId xmlns:a16="http://schemas.microsoft.com/office/drawing/2014/main" id="{C324DF67-2F67-0B86-EF54-4990C5E3E8CD}"/>
                  </a:ext>
                </a:extLst>
              </p:cNvPr>
              <p:cNvSpPr/>
              <p:nvPr/>
            </p:nvSpPr>
            <p:spPr>
              <a:xfrm>
                <a:off x="1437620" y="3709822"/>
                <a:ext cx="15418" cy="1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5" name="ellipse_2571">
                <a:extLst>
                  <a:ext uri="{FF2B5EF4-FFF2-40B4-BE49-F238E27FC236}">
                    <a16:creationId xmlns:a16="http://schemas.microsoft.com/office/drawing/2014/main" id="{4C577383-0E75-CDBD-D89B-151A381E4BC6}"/>
                  </a:ext>
                </a:extLst>
              </p:cNvPr>
              <p:cNvSpPr/>
              <p:nvPr/>
            </p:nvSpPr>
            <p:spPr>
              <a:xfrm>
                <a:off x="1482151" y="3682518"/>
                <a:ext cx="16703" cy="1670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6" name="ellipse_2572">
                <a:extLst>
                  <a:ext uri="{FF2B5EF4-FFF2-40B4-BE49-F238E27FC236}">
                    <a16:creationId xmlns:a16="http://schemas.microsoft.com/office/drawing/2014/main" id="{5102E4EF-E168-7012-9066-AB4C25F91B59}"/>
                  </a:ext>
                </a:extLst>
              </p:cNvPr>
              <p:cNvSpPr/>
              <p:nvPr/>
            </p:nvSpPr>
            <p:spPr>
              <a:xfrm>
                <a:off x="1411116" y="3562784"/>
                <a:ext cx="21423" cy="2142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7" name="ellipse_2573">
                <a:extLst>
                  <a:ext uri="{FF2B5EF4-FFF2-40B4-BE49-F238E27FC236}">
                    <a16:creationId xmlns:a16="http://schemas.microsoft.com/office/drawing/2014/main" id="{508914C5-FC67-8369-67DC-39659E525E61}"/>
                  </a:ext>
                </a:extLst>
              </p:cNvPr>
              <p:cNvSpPr/>
              <p:nvPr/>
            </p:nvSpPr>
            <p:spPr>
              <a:xfrm>
                <a:off x="1454564" y="3537748"/>
                <a:ext cx="19763" cy="19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8" name="ellipse_2574">
                <a:extLst>
                  <a:ext uri="{FF2B5EF4-FFF2-40B4-BE49-F238E27FC236}">
                    <a16:creationId xmlns:a16="http://schemas.microsoft.com/office/drawing/2014/main" id="{5065479A-E91D-E737-708A-C448DB71915B}"/>
                  </a:ext>
                </a:extLst>
              </p:cNvPr>
              <p:cNvSpPr/>
              <p:nvPr/>
            </p:nvSpPr>
            <p:spPr>
              <a:xfrm>
                <a:off x="1516785" y="3654731"/>
                <a:ext cx="21578" cy="2157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59" name="ellipse_2575">
                <a:extLst>
                  <a:ext uri="{FF2B5EF4-FFF2-40B4-BE49-F238E27FC236}">
                    <a16:creationId xmlns:a16="http://schemas.microsoft.com/office/drawing/2014/main" id="{C76FBF98-0935-B95C-3D90-C81E07BAEDED}"/>
                  </a:ext>
                </a:extLst>
              </p:cNvPr>
              <p:cNvSpPr/>
              <p:nvPr/>
            </p:nvSpPr>
            <p:spPr>
              <a:xfrm>
                <a:off x="1410634" y="3697683"/>
                <a:ext cx="24162" cy="24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0" name="ellipse_2576">
                <a:extLst>
                  <a:ext uri="{FF2B5EF4-FFF2-40B4-BE49-F238E27FC236}">
                    <a16:creationId xmlns:a16="http://schemas.microsoft.com/office/drawing/2014/main" id="{DDC02891-3416-0787-F1A8-CE1AB68BF839}"/>
                  </a:ext>
                </a:extLst>
              </p:cNvPr>
              <p:cNvSpPr/>
              <p:nvPr/>
            </p:nvSpPr>
            <p:spPr>
              <a:xfrm>
                <a:off x="1425946" y="3562304"/>
                <a:ext cx="17525" cy="17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1" name="ellipse_2577">
                <a:extLst>
                  <a:ext uri="{FF2B5EF4-FFF2-40B4-BE49-F238E27FC236}">
                    <a16:creationId xmlns:a16="http://schemas.microsoft.com/office/drawing/2014/main" id="{2949A6B9-455F-0D1B-CCD9-6E801E59B2EE}"/>
                  </a:ext>
                </a:extLst>
              </p:cNvPr>
              <p:cNvSpPr/>
              <p:nvPr/>
            </p:nvSpPr>
            <p:spPr>
              <a:xfrm>
                <a:off x="1355269" y="3594031"/>
                <a:ext cx="21133" cy="21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2" name="ellipse_2578">
                <a:extLst>
                  <a:ext uri="{FF2B5EF4-FFF2-40B4-BE49-F238E27FC236}">
                    <a16:creationId xmlns:a16="http://schemas.microsoft.com/office/drawing/2014/main" id="{D88F38A9-350B-BBC9-9E19-2BDDEDC858EA}"/>
                  </a:ext>
                </a:extLst>
              </p:cNvPr>
              <p:cNvSpPr/>
              <p:nvPr/>
            </p:nvSpPr>
            <p:spPr>
              <a:xfrm>
                <a:off x="1506719" y="3690770"/>
                <a:ext cx="17358" cy="1735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3" name="ellipse_2579">
                <a:extLst>
                  <a:ext uri="{FF2B5EF4-FFF2-40B4-BE49-F238E27FC236}">
                    <a16:creationId xmlns:a16="http://schemas.microsoft.com/office/drawing/2014/main" id="{7F617450-0490-C192-3617-99620FC52AA6}"/>
                  </a:ext>
                </a:extLst>
              </p:cNvPr>
              <p:cNvSpPr/>
              <p:nvPr/>
            </p:nvSpPr>
            <p:spPr>
              <a:xfrm>
                <a:off x="1349195" y="3647004"/>
                <a:ext cx="22300" cy="2230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4" name="ellipse_2580">
                <a:extLst>
                  <a:ext uri="{FF2B5EF4-FFF2-40B4-BE49-F238E27FC236}">
                    <a16:creationId xmlns:a16="http://schemas.microsoft.com/office/drawing/2014/main" id="{885F72BD-11CF-85F5-E689-28A5BD947C68}"/>
                  </a:ext>
                </a:extLst>
              </p:cNvPr>
              <p:cNvSpPr/>
              <p:nvPr/>
            </p:nvSpPr>
            <p:spPr>
              <a:xfrm>
                <a:off x="1577404" y="3601425"/>
                <a:ext cx="20206" cy="202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5" name="ellipse_2581">
                <a:extLst>
                  <a:ext uri="{FF2B5EF4-FFF2-40B4-BE49-F238E27FC236}">
                    <a16:creationId xmlns:a16="http://schemas.microsoft.com/office/drawing/2014/main" id="{064FE336-CB35-4F5D-E790-5120820F0EC4}"/>
                  </a:ext>
                </a:extLst>
              </p:cNvPr>
              <p:cNvSpPr/>
              <p:nvPr/>
            </p:nvSpPr>
            <p:spPr>
              <a:xfrm>
                <a:off x="1509076" y="3554975"/>
                <a:ext cx="15762" cy="15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6" name="ellipse_2582">
                <a:extLst>
                  <a:ext uri="{FF2B5EF4-FFF2-40B4-BE49-F238E27FC236}">
                    <a16:creationId xmlns:a16="http://schemas.microsoft.com/office/drawing/2014/main" id="{50C78ED0-6C33-D06C-BE6E-AF920610ED09}"/>
                  </a:ext>
                </a:extLst>
              </p:cNvPr>
              <p:cNvSpPr/>
              <p:nvPr/>
            </p:nvSpPr>
            <p:spPr>
              <a:xfrm>
                <a:off x="1462460" y="3706007"/>
                <a:ext cx="22750" cy="227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7" name="ellipse_2583">
                <a:extLst>
                  <a:ext uri="{FF2B5EF4-FFF2-40B4-BE49-F238E27FC236}">
                    <a16:creationId xmlns:a16="http://schemas.microsoft.com/office/drawing/2014/main" id="{3AE79113-50C5-24D8-6DC9-F088EAF979B9}"/>
                  </a:ext>
                </a:extLst>
              </p:cNvPr>
              <p:cNvSpPr/>
              <p:nvPr/>
            </p:nvSpPr>
            <p:spPr>
              <a:xfrm>
                <a:off x="1439477" y="3526920"/>
                <a:ext cx="21290" cy="2129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8" name="ellipse_2584">
                <a:extLst>
                  <a:ext uri="{FF2B5EF4-FFF2-40B4-BE49-F238E27FC236}">
                    <a16:creationId xmlns:a16="http://schemas.microsoft.com/office/drawing/2014/main" id="{6126C327-060F-90BA-B70D-CC8A6F775F90}"/>
                  </a:ext>
                </a:extLst>
              </p:cNvPr>
              <p:cNvSpPr/>
              <p:nvPr/>
            </p:nvSpPr>
            <p:spPr>
              <a:xfrm>
                <a:off x="1310268" y="3672453"/>
                <a:ext cx="21000" cy="210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69" name="ellipse_2585">
                <a:extLst>
                  <a:ext uri="{FF2B5EF4-FFF2-40B4-BE49-F238E27FC236}">
                    <a16:creationId xmlns:a16="http://schemas.microsoft.com/office/drawing/2014/main" id="{CCE1E7B1-7A86-B8A4-079C-5E97975F9506}"/>
                  </a:ext>
                </a:extLst>
              </p:cNvPr>
              <p:cNvSpPr/>
              <p:nvPr/>
            </p:nvSpPr>
            <p:spPr>
              <a:xfrm>
                <a:off x="1552938" y="3621802"/>
                <a:ext cx="15605" cy="1560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0" name="ellipse_2586">
                <a:extLst>
                  <a:ext uri="{FF2B5EF4-FFF2-40B4-BE49-F238E27FC236}">
                    <a16:creationId xmlns:a16="http://schemas.microsoft.com/office/drawing/2014/main" id="{58A54C3A-0297-BE20-BF99-865A0D745127}"/>
                  </a:ext>
                </a:extLst>
              </p:cNvPr>
              <p:cNvSpPr/>
              <p:nvPr/>
            </p:nvSpPr>
            <p:spPr>
              <a:xfrm>
                <a:off x="1558418" y="3676011"/>
                <a:ext cx="22184" cy="221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1" name="ellipse_2587">
                <a:extLst>
                  <a:ext uri="{FF2B5EF4-FFF2-40B4-BE49-F238E27FC236}">
                    <a16:creationId xmlns:a16="http://schemas.microsoft.com/office/drawing/2014/main" id="{18407E9C-F7D7-3EDE-19E9-8F76EFCCEA79}"/>
                  </a:ext>
                </a:extLst>
              </p:cNvPr>
              <p:cNvSpPr/>
              <p:nvPr/>
            </p:nvSpPr>
            <p:spPr>
              <a:xfrm>
                <a:off x="1456866" y="3525328"/>
                <a:ext cx="23606" cy="23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2" name="ellipse_2588">
                <a:extLst>
                  <a:ext uri="{FF2B5EF4-FFF2-40B4-BE49-F238E27FC236}">
                    <a16:creationId xmlns:a16="http://schemas.microsoft.com/office/drawing/2014/main" id="{410F8829-6FEF-DBAB-C44F-9F0D77A00D23}"/>
                  </a:ext>
                </a:extLst>
              </p:cNvPr>
              <p:cNvSpPr/>
              <p:nvPr/>
            </p:nvSpPr>
            <p:spPr>
              <a:xfrm>
                <a:off x="1364561" y="3569140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3" name="ellipse_2589">
                <a:extLst>
                  <a:ext uri="{FF2B5EF4-FFF2-40B4-BE49-F238E27FC236}">
                    <a16:creationId xmlns:a16="http://schemas.microsoft.com/office/drawing/2014/main" id="{85744CA8-D51B-DC10-E4EC-8DD0EC23DC84}"/>
                  </a:ext>
                </a:extLst>
              </p:cNvPr>
              <p:cNvSpPr/>
              <p:nvPr/>
            </p:nvSpPr>
            <p:spPr>
              <a:xfrm>
                <a:off x="1539847" y="3619786"/>
                <a:ext cx="18619" cy="186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4" name="ellipse_2590">
                <a:extLst>
                  <a:ext uri="{FF2B5EF4-FFF2-40B4-BE49-F238E27FC236}">
                    <a16:creationId xmlns:a16="http://schemas.microsoft.com/office/drawing/2014/main" id="{95C2B63B-1B23-A60C-773F-BC2DA31201C5}"/>
                  </a:ext>
                </a:extLst>
              </p:cNvPr>
              <p:cNvSpPr/>
              <p:nvPr/>
            </p:nvSpPr>
            <p:spPr>
              <a:xfrm>
                <a:off x="1298635" y="3654692"/>
                <a:ext cx="18927" cy="189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5" name="ellipse_2591">
                <a:extLst>
                  <a:ext uri="{FF2B5EF4-FFF2-40B4-BE49-F238E27FC236}">
                    <a16:creationId xmlns:a16="http://schemas.microsoft.com/office/drawing/2014/main" id="{4320C766-1F15-05A4-FAF1-83ACABDA0A30}"/>
                  </a:ext>
                </a:extLst>
              </p:cNvPr>
              <p:cNvSpPr/>
              <p:nvPr/>
            </p:nvSpPr>
            <p:spPr>
              <a:xfrm>
                <a:off x="1319712" y="3686409"/>
                <a:ext cx="23715" cy="237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6" name="ellipse_2592">
                <a:extLst>
                  <a:ext uri="{FF2B5EF4-FFF2-40B4-BE49-F238E27FC236}">
                    <a16:creationId xmlns:a16="http://schemas.microsoft.com/office/drawing/2014/main" id="{B3F9F72E-A854-C7B8-A12A-73FCC83E2B1B}"/>
                  </a:ext>
                </a:extLst>
              </p:cNvPr>
              <p:cNvSpPr/>
              <p:nvPr/>
            </p:nvSpPr>
            <p:spPr>
              <a:xfrm>
                <a:off x="1501588" y="3562901"/>
                <a:ext cx="22327" cy="2232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7" name="ellipse_2593">
                <a:extLst>
                  <a:ext uri="{FF2B5EF4-FFF2-40B4-BE49-F238E27FC236}">
                    <a16:creationId xmlns:a16="http://schemas.microsoft.com/office/drawing/2014/main" id="{46DB1900-8DAA-6D56-C7AA-EE052F9430E4}"/>
                  </a:ext>
                </a:extLst>
              </p:cNvPr>
              <p:cNvSpPr/>
              <p:nvPr/>
            </p:nvSpPr>
            <p:spPr>
              <a:xfrm>
                <a:off x="1466525" y="3529327"/>
                <a:ext cx="15101" cy="1510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8" name="ellipse_2594">
                <a:extLst>
                  <a:ext uri="{FF2B5EF4-FFF2-40B4-BE49-F238E27FC236}">
                    <a16:creationId xmlns:a16="http://schemas.microsoft.com/office/drawing/2014/main" id="{ACD248C3-0CAA-7D10-6220-3348CED24B21}"/>
                  </a:ext>
                </a:extLst>
              </p:cNvPr>
              <p:cNvSpPr/>
              <p:nvPr/>
            </p:nvSpPr>
            <p:spPr>
              <a:xfrm>
                <a:off x="1333290" y="3551629"/>
                <a:ext cx="21303" cy="2130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79" name="ellipse_2595">
                <a:extLst>
                  <a:ext uri="{FF2B5EF4-FFF2-40B4-BE49-F238E27FC236}">
                    <a16:creationId xmlns:a16="http://schemas.microsoft.com/office/drawing/2014/main" id="{460E05BA-EA6C-23F4-7A83-8BAA7476A969}"/>
                  </a:ext>
                </a:extLst>
              </p:cNvPr>
              <p:cNvSpPr/>
              <p:nvPr/>
            </p:nvSpPr>
            <p:spPr>
              <a:xfrm>
                <a:off x="1339812" y="3618696"/>
                <a:ext cx="23994" cy="2399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0" name="ellipse_2596">
                <a:extLst>
                  <a:ext uri="{FF2B5EF4-FFF2-40B4-BE49-F238E27FC236}">
                    <a16:creationId xmlns:a16="http://schemas.microsoft.com/office/drawing/2014/main" id="{A40A8162-3BE0-BF87-BC08-362AE911A451}"/>
                  </a:ext>
                </a:extLst>
              </p:cNvPr>
              <p:cNvSpPr/>
              <p:nvPr/>
            </p:nvSpPr>
            <p:spPr>
              <a:xfrm>
                <a:off x="1322053" y="3616233"/>
                <a:ext cx="19417" cy="1941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1" name="ellipse_2597">
                <a:extLst>
                  <a:ext uri="{FF2B5EF4-FFF2-40B4-BE49-F238E27FC236}">
                    <a16:creationId xmlns:a16="http://schemas.microsoft.com/office/drawing/2014/main" id="{90B38FB8-27CF-A538-49E7-F26802678DF6}"/>
                  </a:ext>
                </a:extLst>
              </p:cNvPr>
              <p:cNvSpPr/>
              <p:nvPr/>
            </p:nvSpPr>
            <p:spPr>
              <a:xfrm>
                <a:off x="1442627" y="3702519"/>
                <a:ext cx="16815" cy="168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2" name="ellipse_2598">
                <a:extLst>
                  <a:ext uri="{FF2B5EF4-FFF2-40B4-BE49-F238E27FC236}">
                    <a16:creationId xmlns:a16="http://schemas.microsoft.com/office/drawing/2014/main" id="{20158C28-3FBC-D7A2-213D-7E385F345E2F}"/>
                  </a:ext>
                </a:extLst>
              </p:cNvPr>
              <p:cNvSpPr/>
              <p:nvPr/>
            </p:nvSpPr>
            <p:spPr>
              <a:xfrm>
                <a:off x="1359926" y="3695336"/>
                <a:ext cx="19088" cy="190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3" name="ellipse_2599">
                <a:extLst>
                  <a:ext uri="{FF2B5EF4-FFF2-40B4-BE49-F238E27FC236}">
                    <a16:creationId xmlns:a16="http://schemas.microsoft.com/office/drawing/2014/main" id="{8BA565CD-B1D1-BED8-C8ED-9201E06A6015}"/>
                  </a:ext>
                </a:extLst>
              </p:cNvPr>
              <p:cNvSpPr/>
              <p:nvPr/>
            </p:nvSpPr>
            <p:spPr>
              <a:xfrm>
                <a:off x="1316114" y="3579850"/>
                <a:ext cx="19778" cy="1977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4" name="ellipse_2600">
                <a:extLst>
                  <a:ext uri="{FF2B5EF4-FFF2-40B4-BE49-F238E27FC236}">
                    <a16:creationId xmlns:a16="http://schemas.microsoft.com/office/drawing/2014/main" id="{DB64E33A-99D4-0ADB-DE21-FC899E3E2EBD}"/>
                  </a:ext>
                </a:extLst>
              </p:cNvPr>
              <p:cNvSpPr/>
              <p:nvPr/>
            </p:nvSpPr>
            <p:spPr>
              <a:xfrm>
                <a:off x="1434798" y="3553542"/>
                <a:ext cx="17285" cy="172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5" name="ellipse_2601">
                <a:extLst>
                  <a:ext uri="{FF2B5EF4-FFF2-40B4-BE49-F238E27FC236}">
                    <a16:creationId xmlns:a16="http://schemas.microsoft.com/office/drawing/2014/main" id="{FD327BF5-F8EE-E9B6-7CFE-B818D9ADF745}"/>
                  </a:ext>
                </a:extLst>
              </p:cNvPr>
              <p:cNvSpPr/>
              <p:nvPr/>
            </p:nvSpPr>
            <p:spPr>
              <a:xfrm>
                <a:off x="1494855" y="3573622"/>
                <a:ext cx="23632" cy="23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386" name="Feature vector">
              <a:extLst>
                <a:ext uri="{FF2B5EF4-FFF2-40B4-BE49-F238E27FC236}">
                  <a16:creationId xmlns:a16="http://schemas.microsoft.com/office/drawing/2014/main" id="{7D23C273-CDD8-84BD-E756-E860D0353FD5}"/>
                </a:ext>
              </a:extLst>
            </p:cNvPr>
            <p:cNvGrpSpPr/>
            <p:nvPr/>
          </p:nvGrpSpPr>
          <p:grpSpPr>
            <a:xfrm>
              <a:off x="2335947" y="2728473"/>
              <a:ext cx="190058" cy="26564"/>
              <a:chOff x="1274580" y="3787605"/>
              <a:chExt cx="338355" cy="49275"/>
            </a:xfrm>
          </p:grpSpPr>
          <p:sp>
            <p:nvSpPr>
              <p:cNvPr id="387" name="feature_1">
                <a:extLst>
                  <a:ext uri="{FF2B5EF4-FFF2-40B4-BE49-F238E27FC236}">
                    <a16:creationId xmlns:a16="http://schemas.microsoft.com/office/drawing/2014/main" id="{EC382B06-B28B-0AB2-4725-43A54F2C15B6}"/>
                  </a:ext>
                </a:extLst>
              </p:cNvPr>
              <p:cNvSpPr/>
              <p:nvPr/>
            </p:nvSpPr>
            <p:spPr>
              <a:xfrm>
                <a:off x="1274580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8" name="feature_2">
                <a:extLst>
                  <a:ext uri="{FF2B5EF4-FFF2-40B4-BE49-F238E27FC236}">
                    <a16:creationId xmlns:a16="http://schemas.microsoft.com/office/drawing/2014/main" id="{128E7607-C89C-8AE6-70D8-124F0C907FE5}"/>
                  </a:ext>
                </a:extLst>
              </p:cNvPr>
              <p:cNvSpPr/>
              <p:nvPr/>
            </p:nvSpPr>
            <p:spPr>
              <a:xfrm>
                <a:off x="1323386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89" name="feature_3">
                <a:extLst>
                  <a:ext uri="{FF2B5EF4-FFF2-40B4-BE49-F238E27FC236}">
                    <a16:creationId xmlns:a16="http://schemas.microsoft.com/office/drawing/2014/main" id="{2A5B5007-13E6-E72F-52C6-386ACF38D1DA}"/>
                  </a:ext>
                </a:extLst>
              </p:cNvPr>
              <p:cNvSpPr/>
              <p:nvPr/>
            </p:nvSpPr>
            <p:spPr>
              <a:xfrm>
                <a:off x="1372191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0" name="feature_4">
                <a:extLst>
                  <a:ext uri="{FF2B5EF4-FFF2-40B4-BE49-F238E27FC236}">
                    <a16:creationId xmlns:a16="http://schemas.microsoft.com/office/drawing/2014/main" id="{1948AEA7-89A9-1115-45B0-5D84B76182D6}"/>
                  </a:ext>
                </a:extLst>
              </p:cNvPr>
              <p:cNvSpPr/>
              <p:nvPr/>
            </p:nvSpPr>
            <p:spPr>
              <a:xfrm>
                <a:off x="1420997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1" name="feature_5">
                <a:extLst>
                  <a:ext uri="{FF2B5EF4-FFF2-40B4-BE49-F238E27FC236}">
                    <a16:creationId xmlns:a16="http://schemas.microsoft.com/office/drawing/2014/main" id="{04104FBC-11A7-297D-AE01-AAA00A244540}"/>
                  </a:ext>
                </a:extLst>
              </p:cNvPr>
              <p:cNvSpPr/>
              <p:nvPr/>
            </p:nvSpPr>
            <p:spPr>
              <a:xfrm>
                <a:off x="1469803" y="3787605"/>
                <a:ext cx="45521" cy="49275"/>
              </a:xfrm>
              <a:prstGeom prst="rect">
                <a:avLst/>
              </a:prstGeom>
              <a:solidFill>
                <a:srgbClr val="B9DBD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2" name="feature_6">
                <a:extLst>
                  <a:ext uri="{FF2B5EF4-FFF2-40B4-BE49-F238E27FC236}">
                    <a16:creationId xmlns:a16="http://schemas.microsoft.com/office/drawing/2014/main" id="{36A6A1C4-4E08-985E-0F3C-F5C242D1798B}"/>
                  </a:ext>
                </a:extLst>
              </p:cNvPr>
              <p:cNvSpPr/>
              <p:nvPr/>
            </p:nvSpPr>
            <p:spPr>
              <a:xfrm>
                <a:off x="1518609" y="3787605"/>
                <a:ext cx="45521" cy="49275"/>
              </a:xfrm>
              <a:prstGeom prst="rect">
                <a:avLst/>
              </a:prstGeom>
              <a:solidFill>
                <a:srgbClr val="4EAA9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3" name="feature_7">
                <a:extLst>
                  <a:ext uri="{FF2B5EF4-FFF2-40B4-BE49-F238E27FC236}">
                    <a16:creationId xmlns:a16="http://schemas.microsoft.com/office/drawing/2014/main" id="{25A70172-50B4-B255-CCD5-062D2CA13F9F}"/>
                  </a:ext>
                </a:extLst>
              </p:cNvPr>
              <p:cNvSpPr/>
              <p:nvPr/>
            </p:nvSpPr>
            <p:spPr>
              <a:xfrm>
                <a:off x="1567414" y="3787605"/>
                <a:ext cx="45521" cy="49275"/>
              </a:xfrm>
              <a:prstGeom prst="rect">
                <a:avLst/>
              </a:prstGeom>
              <a:solidFill>
                <a:srgbClr val="90C4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94" name="Candidate blob | editable contour">
              <a:extLst>
                <a:ext uri="{FF2B5EF4-FFF2-40B4-BE49-F238E27FC236}">
                  <a16:creationId xmlns:a16="http://schemas.microsoft.com/office/drawing/2014/main" id="{D4133630-6457-1A92-8F3C-A382376AE168}"/>
                </a:ext>
              </a:extLst>
            </p:cNvPr>
            <p:cNvSpPr/>
            <p:nvPr/>
          </p:nvSpPr>
          <p:spPr>
            <a:xfrm>
              <a:off x="2697084" y="2595654"/>
              <a:ext cx="155316" cy="100125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1502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95" name="ellipse_2612">
              <a:extLst>
                <a:ext uri="{FF2B5EF4-FFF2-40B4-BE49-F238E27FC236}">
                  <a16:creationId xmlns:a16="http://schemas.microsoft.com/office/drawing/2014/main" id="{3F872C11-AB73-B0BA-C9CB-0DE746E05FFE}"/>
                </a:ext>
              </a:extLst>
            </p:cNvPr>
            <p:cNvSpPr/>
            <p:nvPr/>
          </p:nvSpPr>
          <p:spPr>
            <a:xfrm>
              <a:off x="2726281" y="2603827"/>
              <a:ext cx="81745" cy="3473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502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396" name="Pseudo-atom sampling points; no chemical bonds">
              <a:extLst>
                <a:ext uri="{FF2B5EF4-FFF2-40B4-BE49-F238E27FC236}">
                  <a16:creationId xmlns:a16="http://schemas.microsoft.com/office/drawing/2014/main" id="{5A1DFE96-A8C7-AD86-6D6A-1913B3422C89}"/>
                </a:ext>
              </a:extLst>
            </p:cNvPr>
            <p:cNvGrpSpPr/>
            <p:nvPr/>
          </p:nvGrpSpPr>
          <p:grpSpPr>
            <a:xfrm>
              <a:off x="2982859" y="2593611"/>
              <a:ext cx="132836" cy="100125"/>
              <a:chOff x="2356083" y="3581646"/>
              <a:chExt cx="132815" cy="121377"/>
            </a:xfrm>
          </p:grpSpPr>
          <p:sp>
            <p:nvSpPr>
              <p:cNvPr id="397" name="Pseudo atom | small solid diamond">
                <a:extLst>
                  <a:ext uri="{FF2B5EF4-FFF2-40B4-BE49-F238E27FC236}">
                    <a16:creationId xmlns:a16="http://schemas.microsoft.com/office/drawing/2014/main" id="{7D201F4A-9E65-793A-D032-8276D5F80DBB}"/>
                  </a:ext>
                </a:extLst>
              </p:cNvPr>
              <p:cNvSpPr/>
              <p:nvPr/>
            </p:nvSpPr>
            <p:spPr>
              <a:xfrm>
                <a:off x="2470337" y="365792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8" name="Pseudo atom | small solid diamond">
                <a:extLst>
                  <a:ext uri="{FF2B5EF4-FFF2-40B4-BE49-F238E27FC236}">
                    <a16:creationId xmlns:a16="http://schemas.microsoft.com/office/drawing/2014/main" id="{CC7F86F5-EE3C-A3E5-856F-3CAC3E0A67D3}"/>
                  </a:ext>
                </a:extLst>
              </p:cNvPr>
              <p:cNvSpPr/>
              <p:nvPr/>
            </p:nvSpPr>
            <p:spPr>
              <a:xfrm>
                <a:off x="2367832" y="358164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99" name="Pseudo atom | small solid diamond">
                <a:extLst>
                  <a:ext uri="{FF2B5EF4-FFF2-40B4-BE49-F238E27FC236}">
                    <a16:creationId xmlns:a16="http://schemas.microsoft.com/office/drawing/2014/main" id="{38EF4C65-C290-52C0-447A-923E11938EB3}"/>
                  </a:ext>
                </a:extLst>
              </p:cNvPr>
              <p:cNvSpPr/>
              <p:nvPr/>
            </p:nvSpPr>
            <p:spPr>
              <a:xfrm>
                <a:off x="2462977" y="3688569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0" name="Pseudo atom | small solid diamond">
                <a:extLst>
                  <a:ext uri="{FF2B5EF4-FFF2-40B4-BE49-F238E27FC236}">
                    <a16:creationId xmlns:a16="http://schemas.microsoft.com/office/drawing/2014/main" id="{225D7F66-5C9F-7DBA-C241-59A79A43F2C9}"/>
                  </a:ext>
                </a:extLst>
              </p:cNvPr>
              <p:cNvSpPr/>
              <p:nvPr/>
            </p:nvSpPr>
            <p:spPr>
              <a:xfrm>
                <a:off x="2381094" y="3596723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1" name="Pseudo atom | small solid diamond">
                <a:extLst>
                  <a:ext uri="{FF2B5EF4-FFF2-40B4-BE49-F238E27FC236}">
                    <a16:creationId xmlns:a16="http://schemas.microsoft.com/office/drawing/2014/main" id="{7AB75D92-E75C-CD76-34AB-CF527A0CAEEF}"/>
                  </a:ext>
                </a:extLst>
              </p:cNvPr>
              <p:cNvSpPr/>
              <p:nvPr/>
            </p:nvSpPr>
            <p:spPr>
              <a:xfrm>
                <a:off x="2474444" y="3633245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2" name="Pseudo atom | small solid diamond">
                <a:extLst>
                  <a:ext uri="{FF2B5EF4-FFF2-40B4-BE49-F238E27FC236}">
                    <a16:creationId xmlns:a16="http://schemas.microsoft.com/office/drawing/2014/main" id="{30F8F9F2-23EA-EAE3-240E-840DEE71BD54}"/>
                  </a:ext>
                </a:extLst>
              </p:cNvPr>
              <p:cNvSpPr/>
              <p:nvPr/>
            </p:nvSpPr>
            <p:spPr>
              <a:xfrm>
                <a:off x="2419798" y="3615676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3" name="Pseudo atom | small solid diamond">
                <a:extLst>
                  <a:ext uri="{FF2B5EF4-FFF2-40B4-BE49-F238E27FC236}">
                    <a16:creationId xmlns:a16="http://schemas.microsoft.com/office/drawing/2014/main" id="{C001A4AB-55AC-7E19-8417-1673B1CCD688}"/>
                  </a:ext>
                </a:extLst>
              </p:cNvPr>
              <p:cNvSpPr/>
              <p:nvPr/>
            </p:nvSpPr>
            <p:spPr>
              <a:xfrm>
                <a:off x="2356083" y="363092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4" name="Pseudo atom | small solid diamond">
                <a:extLst>
                  <a:ext uri="{FF2B5EF4-FFF2-40B4-BE49-F238E27FC236}">
                    <a16:creationId xmlns:a16="http://schemas.microsoft.com/office/drawing/2014/main" id="{FE196410-CC33-81BF-EB84-F075E0A6EF25}"/>
                  </a:ext>
                </a:extLst>
              </p:cNvPr>
              <p:cNvSpPr/>
              <p:nvPr/>
            </p:nvSpPr>
            <p:spPr>
              <a:xfrm>
                <a:off x="2399168" y="3621448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5" name="Pseudo atom | small solid diamond">
                <a:extLst>
                  <a:ext uri="{FF2B5EF4-FFF2-40B4-BE49-F238E27FC236}">
                    <a16:creationId xmlns:a16="http://schemas.microsoft.com/office/drawing/2014/main" id="{EFE8C116-2B94-FCCB-F944-D9BFD58C3872}"/>
                  </a:ext>
                </a:extLst>
              </p:cNvPr>
              <p:cNvSpPr/>
              <p:nvPr/>
            </p:nvSpPr>
            <p:spPr>
              <a:xfrm>
                <a:off x="2442478" y="3664017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6" name="Pseudo atom | small solid diamond">
                <a:extLst>
                  <a:ext uri="{FF2B5EF4-FFF2-40B4-BE49-F238E27FC236}">
                    <a16:creationId xmlns:a16="http://schemas.microsoft.com/office/drawing/2014/main" id="{63DA1393-B1D1-AEA4-3854-012BC1C76FCA}"/>
                  </a:ext>
                </a:extLst>
              </p:cNvPr>
              <p:cNvSpPr/>
              <p:nvPr/>
            </p:nvSpPr>
            <p:spPr>
              <a:xfrm>
                <a:off x="2457792" y="3672561"/>
                <a:ext cx="14454" cy="14454"/>
              </a:xfrm>
              <a:custGeom>
                <a:avLst/>
                <a:gdLst/>
                <a:ahLst/>
                <a:cxnLst/>
                <a:rect l="0" t="0" r="w" b="h"/>
                <a:pathLst>
                  <a:path w="14454" h="14454" extrusionOk="0">
                    <a:moveTo>
                      <a:pt x="7227" y="0"/>
                    </a:moveTo>
                    <a:lnTo>
                      <a:pt x="14454" y="7227"/>
                    </a:lnTo>
                    <a:lnTo>
                      <a:pt x="7227" y="14454"/>
                    </a:lnTo>
                    <a:lnTo>
                      <a:pt x="0" y="7227"/>
                    </a:lnTo>
                    <a:close/>
                  </a:path>
                </a:pathLst>
              </a:custGeom>
              <a:solidFill>
                <a:srgbClr val="D6800B"/>
              </a:solidFill>
              <a:ln w="976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07" name="Candidate representation h_j">
              <a:extLst>
                <a:ext uri="{FF2B5EF4-FFF2-40B4-BE49-F238E27FC236}">
                  <a16:creationId xmlns:a16="http://schemas.microsoft.com/office/drawing/2014/main" id="{4FC49635-CD7E-E7EC-5FAF-23825DFF0A67}"/>
                </a:ext>
              </a:extLst>
            </p:cNvPr>
            <p:cNvGrpSpPr/>
            <p:nvPr/>
          </p:nvGrpSpPr>
          <p:grpSpPr>
            <a:xfrm>
              <a:off x="3212665" y="3366003"/>
              <a:ext cx="269760" cy="51084"/>
              <a:chOff x="2641140" y="4746825"/>
              <a:chExt cx="397485" cy="72270"/>
            </a:xfrm>
          </p:grpSpPr>
          <p:sp>
            <p:nvSpPr>
              <p:cNvPr id="408" name="feature_1">
                <a:extLst>
                  <a:ext uri="{FF2B5EF4-FFF2-40B4-BE49-F238E27FC236}">
                    <a16:creationId xmlns:a16="http://schemas.microsoft.com/office/drawing/2014/main" id="{98C3172D-D5D5-072E-B62C-0D1B38DDFFA9}"/>
                  </a:ext>
                </a:extLst>
              </p:cNvPr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09" name="feature_2">
                <a:extLst>
                  <a:ext uri="{FF2B5EF4-FFF2-40B4-BE49-F238E27FC236}">
                    <a16:creationId xmlns:a16="http://schemas.microsoft.com/office/drawing/2014/main" id="{FEE9123E-01B4-6D22-0669-0616E6B3C95E}"/>
                  </a:ext>
                </a:extLst>
              </p:cNvPr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10" name="feature_3">
                <a:extLst>
                  <a:ext uri="{FF2B5EF4-FFF2-40B4-BE49-F238E27FC236}">
                    <a16:creationId xmlns:a16="http://schemas.microsoft.com/office/drawing/2014/main" id="{8A669B8B-F887-C77B-D369-93ACFBC6CF34}"/>
                  </a:ext>
                </a:extLst>
              </p:cNvPr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11" name="feature_4">
                <a:extLst>
                  <a:ext uri="{FF2B5EF4-FFF2-40B4-BE49-F238E27FC236}">
                    <a16:creationId xmlns:a16="http://schemas.microsoft.com/office/drawing/2014/main" id="{F911A19E-CDAA-597D-7450-14C9F9D9B77B}"/>
                  </a:ext>
                </a:extLst>
              </p:cNvPr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12" name="feature_5">
                <a:extLst>
                  <a:ext uri="{FF2B5EF4-FFF2-40B4-BE49-F238E27FC236}">
                    <a16:creationId xmlns:a16="http://schemas.microsoft.com/office/drawing/2014/main" id="{803B2D6D-BDB6-4236-CD21-501ADD6BCCC9}"/>
                  </a:ext>
                </a:extLst>
              </p:cNvPr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13" name="feature_6">
                <a:extLst>
                  <a:ext uri="{FF2B5EF4-FFF2-40B4-BE49-F238E27FC236}">
                    <a16:creationId xmlns:a16="http://schemas.microsoft.com/office/drawing/2014/main" id="{E75A176D-38DB-153A-227A-7A66D758D675}"/>
                  </a:ext>
                </a:extLst>
              </p:cNvPr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14" name="feature_7">
                <a:extLst>
                  <a:ext uri="{FF2B5EF4-FFF2-40B4-BE49-F238E27FC236}">
                    <a16:creationId xmlns:a16="http://schemas.microsoft.com/office/drawing/2014/main" id="{167A841C-7CBF-81E7-092C-F8EAAC5D53AD}"/>
                  </a:ext>
                </a:extLst>
              </p:cNvPr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15" name="Own molecular graph | preserved original">
              <a:extLst>
                <a:ext uri="{FF2B5EF4-FFF2-40B4-BE49-F238E27FC236}">
                  <a16:creationId xmlns:a16="http://schemas.microsoft.com/office/drawing/2014/main" id="{42CBFBDB-49D3-918E-5441-3206387548EB}"/>
                </a:ext>
              </a:extLst>
            </p:cNvPr>
            <p:cNvGrpSpPr/>
            <p:nvPr/>
          </p:nvGrpSpPr>
          <p:grpSpPr>
            <a:xfrm>
              <a:off x="3727661" y="2491442"/>
              <a:ext cx="181883" cy="124645"/>
              <a:chOff x="2933657" y="2962431"/>
              <a:chExt cx="311024" cy="187573"/>
            </a:xfrm>
          </p:grpSpPr>
          <p:cxnSp>
            <p:nvCxnSpPr>
              <p:cNvPr id="416" name="path_2698">
                <a:extLst>
                  <a:ext uri="{FF2B5EF4-FFF2-40B4-BE49-F238E27FC236}">
                    <a16:creationId xmlns:a16="http://schemas.microsoft.com/office/drawing/2014/main" id="{58B6D982-F8B2-9F23-024F-D89811E7C149}"/>
                  </a:ext>
                </a:extLst>
              </p:cNvPr>
              <p:cNvCxnSpPr/>
              <p:nvPr/>
            </p:nvCxnSpPr>
            <p:spPr>
              <a:xfrm flipV="1">
                <a:off x="2948439" y="2977214"/>
                <a:ext cx="63663" cy="70463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7" name="path_2699">
                <a:extLst>
                  <a:ext uri="{FF2B5EF4-FFF2-40B4-BE49-F238E27FC236}">
                    <a16:creationId xmlns:a16="http://schemas.microsoft.com/office/drawing/2014/main" id="{89A94D45-E950-5A21-E2AF-6D426CD82376}"/>
                  </a:ext>
                </a:extLst>
              </p:cNvPr>
              <p:cNvCxnSpPr/>
              <p:nvPr/>
            </p:nvCxnSpPr>
            <p:spPr>
              <a:xfrm>
                <a:off x="3012103" y="2977214"/>
                <a:ext cx="113924" cy="14947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8" name="path_2700">
                <a:extLst>
                  <a:ext uri="{FF2B5EF4-FFF2-40B4-BE49-F238E27FC236}">
                    <a16:creationId xmlns:a16="http://schemas.microsoft.com/office/drawing/2014/main" id="{C043E0EE-087E-D187-AD9C-2AE818146ABE}"/>
                  </a:ext>
                </a:extLst>
              </p:cNvPr>
              <p:cNvCxnSpPr/>
              <p:nvPr/>
            </p:nvCxnSpPr>
            <p:spPr>
              <a:xfrm>
                <a:off x="3126026" y="2992160"/>
                <a:ext cx="73715" cy="64058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19" name="path_2701">
                <a:extLst>
                  <a:ext uri="{FF2B5EF4-FFF2-40B4-BE49-F238E27FC236}">
                    <a16:creationId xmlns:a16="http://schemas.microsoft.com/office/drawing/2014/main" id="{B11C0879-A4F0-8ACD-214F-3B540A848B71}"/>
                  </a:ext>
                </a:extLst>
              </p:cNvPr>
              <p:cNvCxnSpPr/>
              <p:nvPr/>
            </p:nvCxnSpPr>
            <p:spPr>
              <a:xfrm flipH="1">
                <a:off x="3129377" y="3056218"/>
                <a:ext cx="70365" cy="79004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0" name="path_2702">
                <a:extLst>
                  <a:ext uri="{FF2B5EF4-FFF2-40B4-BE49-F238E27FC236}">
                    <a16:creationId xmlns:a16="http://schemas.microsoft.com/office/drawing/2014/main" id="{441B2E1D-AB8F-45EF-9B48-3838978CE97F}"/>
                  </a:ext>
                </a:extLst>
              </p:cNvPr>
              <p:cNvCxnSpPr/>
              <p:nvPr/>
            </p:nvCxnSpPr>
            <p:spPr>
              <a:xfrm flipH="1" flipV="1">
                <a:off x="3012103" y="3116005"/>
                <a:ext cx="117275" cy="19217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1" name="path_2703">
                <a:extLst>
                  <a:ext uri="{FF2B5EF4-FFF2-40B4-BE49-F238E27FC236}">
                    <a16:creationId xmlns:a16="http://schemas.microsoft.com/office/drawing/2014/main" id="{5FEC3A50-D597-4F8E-EF1E-3F43266B20DF}"/>
                  </a:ext>
                </a:extLst>
              </p:cNvPr>
              <p:cNvCxnSpPr/>
              <p:nvPr/>
            </p:nvCxnSpPr>
            <p:spPr>
              <a:xfrm flipH="1" flipV="1">
                <a:off x="2948439" y="3047677"/>
                <a:ext cx="63663" cy="68328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22" name="path_2704">
                <a:extLst>
                  <a:ext uri="{FF2B5EF4-FFF2-40B4-BE49-F238E27FC236}">
                    <a16:creationId xmlns:a16="http://schemas.microsoft.com/office/drawing/2014/main" id="{4F54284B-9E16-E40E-6D75-34E56E75D9CB}"/>
                  </a:ext>
                </a:extLst>
              </p:cNvPr>
              <p:cNvCxnSpPr/>
              <p:nvPr/>
            </p:nvCxnSpPr>
            <p:spPr>
              <a:xfrm flipV="1">
                <a:off x="3126026" y="2985754"/>
                <a:ext cx="103872" cy="6406"/>
              </a:xfrm>
              <a:prstGeom prst="line">
                <a:avLst/>
              </a:prstGeom>
              <a:noFill/>
              <a:ln w="2404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3" name="ellipse_2705">
                <a:extLst>
                  <a:ext uri="{FF2B5EF4-FFF2-40B4-BE49-F238E27FC236}">
                    <a16:creationId xmlns:a16="http://schemas.microsoft.com/office/drawing/2014/main" id="{8C895A67-0A11-2D6F-2CB3-7AF48286DCB2}"/>
                  </a:ext>
                </a:extLst>
              </p:cNvPr>
              <p:cNvSpPr/>
              <p:nvPr/>
            </p:nvSpPr>
            <p:spPr>
              <a:xfrm>
                <a:off x="2933657" y="3032894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4" name="ellipse_2706">
                <a:extLst>
                  <a:ext uri="{FF2B5EF4-FFF2-40B4-BE49-F238E27FC236}">
                    <a16:creationId xmlns:a16="http://schemas.microsoft.com/office/drawing/2014/main" id="{31ED1791-7B1A-1AA0-0B8E-E9E16C1A71EB}"/>
                  </a:ext>
                </a:extLst>
              </p:cNvPr>
              <p:cNvSpPr/>
              <p:nvPr/>
            </p:nvSpPr>
            <p:spPr>
              <a:xfrm>
                <a:off x="2997320" y="2962431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5" name="ellipse_2707">
                <a:extLst>
                  <a:ext uri="{FF2B5EF4-FFF2-40B4-BE49-F238E27FC236}">
                    <a16:creationId xmlns:a16="http://schemas.microsoft.com/office/drawing/2014/main" id="{71620213-ABAA-4D0E-CCEF-7745B5DF8BF3}"/>
                  </a:ext>
                </a:extLst>
              </p:cNvPr>
              <p:cNvSpPr/>
              <p:nvPr/>
            </p:nvSpPr>
            <p:spPr>
              <a:xfrm>
                <a:off x="3111244" y="2977378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6" name="ellipse_2708">
                <a:extLst>
                  <a:ext uri="{FF2B5EF4-FFF2-40B4-BE49-F238E27FC236}">
                    <a16:creationId xmlns:a16="http://schemas.microsoft.com/office/drawing/2014/main" id="{F7C3A412-E448-353C-CBBE-746A90BF96E5}"/>
                  </a:ext>
                </a:extLst>
              </p:cNvPr>
              <p:cNvSpPr/>
              <p:nvPr/>
            </p:nvSpPr>
            <p:spPr>
              <a:xfrm>
                <a:off x="3184959" y="3041435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7" name="ellipse_2709">
                <a:extLst>
                  <a:ext uri="{FF2B5EF4-FFF2-40B4-BE49-F238E27FC236}">
                    <a16:creationId xmlns:a16="http://schemas.microsoft.com/office/drawing/2014/main" id="{417040C1-3347-2F34-D80B-888AB541C278}"/>
                  </a:ext>
                </a:extLst>
              </p:cNvPr>
              <p:cNvSpPr/>
              <p:nvPr/>
            </p:nvSpPr>
            <p:spPr>
              <a:xfrm>
                <a:off x="3114595" y="3120439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8" name="ellipse_2710">
                <a:extLst>
                  <a:ext uri="{FF2B5EF4-FFF2-40B4-BE49-F238E27FC236}">
                    <a16:creationId xmlns:a16="http://schemas.microsoft.com/office/drawing/2014/main" id="{4B6822BA-B5DA-F9E4-0112-D7A6F053B34D}"/>
                  </a:ext>
                </a:extLst>
              </p:cNvPr>
              <p:cNvSpPr/>
              <p:nvPr/>
            </p:nvSpPr>
            <p:spPr>
              <a:xfrm>
                <a:off x="2997320" y="3101222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29" name="ellipse_2711">
                <a:extLst>
                  <a:ext uri="{FF2B5EF4-FFF2-40B4-BE49-F238E27FC236}">
                    <a16:creationId xmlns:a16="http://schemas.microsoft.com/office/drawing/2014/main" id="{394CCD00-DB7A-B976-D763-8B4141060831}"/>
                  </a:ext>
                </a:extLst>
              </p:cNvPr>
              <p:cNvSpPr/>
              <p:nvPr/>
            </p:nvSpPr>
            <p:spPr>
              <a:xfrm>
                <a:off x="3215116" y="2970972"/>
                <a:ext cx="29565" cy="29565"/>
              </a:xfrm>
              <a:prstGeom prst="ellipse">
                <a:avLst/>
              </a:prstGeom>
              <a:gradFill flip="none" rotWithShape="1">
                <a:gsLst>
                  <a:gs pos="0">
                    <a:srgbClr val="DEEDEB"/>
                  </a:gs>
                  <a:gs pos="43000">
                    <a:srgbClr val="61A99D"/>
                  </a:gs>
                  <a:gs pos="100000">
                    <a:srgbClr val="267D72"/>
                  </a:gs>
                </a:gsLst>
                <a:lin ang="2700000" scaled="1"/>
                <a:tileRect/>
              </a:gradFill>
              <a:ln w="826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30" name="Language vector v_k">
              <a:extLst>
                <a:ext uri="{FF2B5EF4-FFF2-40B4-BE49-F238E27FC236}">
                  <a16:creationId xmlns:a16="http://schemas.microsoft.com/office/drawing/2014/main" id="{4A5A1330-31CF-726F-ECC5-F3E1055C2739}"/>
                </a:ext>
              </a:extLst>
            </p:cNvPr>
            <p:cNvGrpSpPr/>
            <p:nvPr/>
          </p:nvGrpSpPr>
          <p:grpSpPr>
            <a:xfrm>
              <a:off x="4630947" y="2736646"/>
              <a:ext cx="253410" cy="28800"/>
              <a:chOff x="3942000" y="3774465"/>
              <a:chExt cx="338355" cy="75555"/>
            </a:xfrm>
          </p:grpSpPr>
          <p:sp>
            <p:nvSpPr>
              <p:cNvPr id="431" name="feature_1">
                <a:extLst>
                  <a:ext uri="{FF2B5EF4-FFF2-40B4-BE49-F238E27FC236}">
                    <a16:creationId xmlns:a16="http://schemas.microsoft.com/office/drawing/2014/main" id="{C074293D-C5D5-57FE-B191-74F5C11C1105}"/>
                  </a:ext>
                </a:extLst>
              </p:cNvPr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88AAC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2" name="feature_2">
                <a:extLst>
                  <a:ext uri="{FF2B5EF4-FFF2-40B4-BE49-F238E27FC236}">
                    <a16:creationId xmlns:a16="http://schemas.microsoft.com/office/drawing/2014/main" id="{15B581F3-9878-A49D-AD1A-8E32BD598CA5}"/>
                  </a:ext>
                </a:extLst>
              </p:cNvPr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98BB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3" name="feature_3">
                <a:extLst>
                  <a:ext uri="{FF2B5EF4-FFF2-40B4-BE49-F238E27FC236}">
                    <a16:creationId xmlns:a16="http://schemas.microsoft.com/office/drawing/2014/main" id="{B76C73DC-2E73-70B3-44FF-604D015E76C2}"/>
                  </a:ext>
                </a:extLst>
              </p:cNvPr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AC2D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4" name="feature_4">
                <a:extLst>
                  <a:ext uri="{FF2B5EF4-FFF2-40B4-BE49-F238E27FC236}">
                    <a16:creationId xmlns:a16="http://schemas.microsoft.com/office/drawing/2014/main" id="{75BA6B96-9C08-1A1B-0176-A8714B917584}"/>
                  </a:ext>
                </a:extLst>
              </p:cNvPr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507FA8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5" name="feature_5">
                <a:extLst>
                  <a:ext uri="{FF2B5EF4-FFF2-40B4-BE49-F238E27FC236}">
                    <a16:creationId xmlns:a16="http://schemas.microsoft.com/office/drawing/2014/main" id="{C99DD340-D5D6-A09D-9555-47740A2082D2}"/>
                  </a:ext>
                </a:extLst>
              </p:cNvPr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BFD2E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6" name="feature_6">
                <a:extLst>
                  <a:ext uri="{FF2B5EF4-FFF2-40B4-BE49-F238E27FC236}">
                    <a16:creationId xmlns:a16="http://schemas.microsoft.com/office/drawing/2014/main" id="{A932DF92-B221-06AE-2DF4-80B4463D46E8}"/>
                  </a:ext>
                </a:extLst>
              </p:cNvPr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739DB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37" name="feature_7">
                <a:extLst>
                  <a:ext uri="{FF2B5EF4-FFF2-40B4-BE49-F238E27FC236}">
                    <a16:creationId xmlns:a16="http://schemas.microsoft.com/office/drawing/2014/main" id="{449FAB91-1CCD-D0B5-7BD1-9E11DD613202}"/>
                  </a:ext>
                </a:extLst>
              </p:cNvPr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96B8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38" name="Language vector v_k">
              <a:extLst>
                <a:ext uri="{FF2B5EF4-FFF2-40B4-BE49-F238E27FC236}">
                  <a16:creationId xmlns:a16="http://schemas.microsoft.com/office/drawing/2014/main" id="{1B50249C-BE92-5998-A18F-FE7E9716C35D}"/>
                </a:ext>
              </a:extLst>
            </p:cNvPr>
            <p:cNvGrpSpPr/>
            <p:nvPr/>
          </p:nvGrpSpPr>
          <p:grpSpPr>
            <a:xfrm>
              <a:off x="4630947" y="2775015"/>
              <a:ext cx="253410" cy="27978"/>
              <a:chOff x="3942000" y="3774465"/>
              <a:chExt cx="338355" cy="75555"/>
            </a:xfrm>
          </p:grpSpPr>
          <p:sp>
            <p:nvSpPr>
              <p:cNvPr id="439" name="feature_1">
                <a:extLst>
                  <a:ext uri="{FF2B5EF4-FFF2-40B4-BE49-F238E27FC236}">
                    <a16:creationId xmlns:a16="http://schemas.microsoft.com/office/drawing/2014/main" id="{A4D85E6E-E915-5C78-7FFD-13E209965EDF}"/>
                  </a:ext>
                </a:extLst>
              </p:cNvPr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C6A56F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0" name="feature_2">
                <a:extLst>
                  <a:ext uri="{FF2B5EF4-FFF2-40B4-BE49-F238E27FC236}">
                    <a16:creationId xmlns:a16="http://schemas.microsoft.com/office/drawing/2014/main" id="{4F4E8DCF-292D-1411-05B7-F639788ACEAB}"/>
                  </a:ext>
                </a:extLst>
              </p:cNvPr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AF8A5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1" name="feature_3">
                <a:extLst>
                  <a:ext uri="{FF2B5EF4-FFF2-40B4-BE49-F238E27FC236}">
                    <a16:creationId xmlns:a16="http://schemas.microsoft.com/office/drawing/2014/main" id="{96254444-0525-1B3D-4315-0094988240F7}"/>
                  </a:ext>
                </a:extLst>
              </p:cNvPr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DDC6A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2" name="feature_4">
                <a:extLst>
                  <a:ext uri="{FF2B5EF4-FFF2-40B4-BE49-F238E27FC236}">
                    <a16:creationId xmlns:a16="http://schemas.microsoft.com/office/drawing/2014/main" id="{257B7A0B-327C-E4E8-5D22-71160897A032}"/>
                  </a:ext>
                </a:extLst>
              </p:cNvPr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BF9A62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3" name="feature_5">
                <a:extLst>
                  <a:ext uri="{FF2B5EF4-FFF2-40B4-BE49-F238E27FC236}">
                    <a16:creationId xmlns:a16="http://schemas.microsoft.com/office/drawing/2014/main" id="{52C4DF2A-6282-FC5D-40D3-C46F3A84B2D1}"/>
                  </a:ext>
                </a:extLst>
              </p:cNvPr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E5D4B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4" name="feature_6">
                <a:extLst>
                  <a:ext uri="{FF2B5EF4-FFF2-40B4-BE49-F238E27FC236}">
                    <a16:creationId xmlns:a16="http://schemas.microsoft.com/office/drawing/2014/main" id="{D9BD651B-C6B8-FA55-F283-496396F7502B}"/>
                  </a:ext>
                </a:extLst>
              </p:cNvPr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AD824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5" name="feature_7">
                <a:extLst>
                  <a:ext uri="{FF2B5EF4-FFF2-40B4-BE49-F238E27FC236}">
                    <a16:creationId xmlns:a16="http://schemas.microsoft.com/office/drawing/2014/main" id="{04CC6CEF-E041-8564-C3D7-BC0318E6AFC4}"/>
                  </a:ext>
                </a:extLst>
              </p:cNvPr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D5B88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46" name="Language vector v_k">
              <a:extLst>
                <a:ext uri="{FF2B5EF4-FFF2-40B4-BE49-F238E27FC236}">
                  <a16:creationId xmlns:a16="http://schemas.microsoft.com/office/drawing/2014/main" id="{33CE17CC-C2CF-A51E-2A64-CA526AC3E199}"/>
                </a:ext>
              </a:extLst>
            </p:cNvPr>
            <p:cNvGrpSpPr/>
            <p:nvPr/>
          </p:nvGrpSpPr>
          <p:grpSpPr>
            <a:xfrm>
              <a:off x="4630947" y="2815552"/>
              <a:ext cx="253410" cy="28800"/>
              <a:chOff x="3942000" y="3774465"/>
              <a:chExt cx="338355" cy="75555"/>
            </a:xfrm>
          </p:grpSpPr>
          <p:sp>
            <p:nvSpPr>
              <p:cNvPr id="447" name="feature_1">
                <a:extLst>
                  <a:ext uri="{FF2B5EF4-FFF2-40B4-BE49-F238E27FC236}">
                    <a16:creationId xmlns:a16="http://schemas.microsoft.com/office/drawing/2014/main" id="{9ACC648C-54EF-E325-F705-EA19C3A47D5B}"/>
                  </a:ext>
                </a:extLst>
              </p:cNvPr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A796B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8" name="feature_2">
                <a:extLst>
                  <a:ext uri="{FF2B5EF4-FFF2-40B4-BE49-F238E27FC236}">
                    <a16:creationId xmlns:a16="http://schemas.microsoft.com/office/drawing/2014/main" id="{4A3987D0-F9F7-FA26-7FDA-6F10E3BB6C6E}"/>
                  </a:ext>
                </a:extLst>
              </p:cNvPr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C4B5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49" name="feature_3">
                <a:extLst>
                  <a:ext uri="{FF2B5EF4-FFF2-40B4-BE49-F238E27FC236}">
                    <a16:creationId xmlns:a16="http://schemas.microsoft.com/office/drawing/2014/main" id="{C60B5707-7E9C-B2B6-FDE7-B7D8D5A2B369}"/>
                  </a:ext>
                </a:extLst>
              </p:cNvPr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8F79A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0" name="feature_4">
                <a:extLst>
                  <a:ext uri="{FF2B5EF4-FFF2-40B4-BE49-F238E27FC236}">
                    <a16:creationId xmlns:a16="http://schemas.microsoft.com/office/drawing/2014/main" id="{04D4309C-9E7E-844E-16FD-7E406E76274C}"/>
                  </a:ext>
                </a:extLst>
              </p:cNvPr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B2A0C1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1" name="feature_5">
                <a:extLst>
                  <a:ext uri="{FF2B5EF4-FFF2-40B4-BE49-F238E27FC236}">
                    <a16:creationId xmlns:a16="http://schemas.microsoft.com/office/drawing/2014/main" id="{C5F18FCD-12E1-88B0-DA10-BE5761EC6A5F}"/>
                  </a:ext>
                </a:extLst>
              </p:cNvPr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D6CBE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2" name="feature_6">
                <a:extLst>
                  <a:ext uri="{FF2B5EF4-FFF2-40B4-BE49-F238E27FC236}">
                    <a16:creationId xmlns:a16="http://schemas.microsoft.com/office/drawing/2014/main" id="{90518D61-E456-E269-7C70-0C6DC9CDF4F3}"/>
                  </a:ext>
                </a:extLst>
              </p:cNvPr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A68AB9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3" name="feature_7">
                <a:extLst>
                  <a:ext uri="{FF2B5EF4-FFF2-40B4-BE49-F238E27FC236}">
                    <a16:creationId xmlns:a16="http://schemas.microsoft.com/office/drawing/2014/main" id="{8577F2CF-3E20-2788-89E6-A0CB27E6D861}"/>
                  </a:ext>
                </a:extLst>
              </p:cNvPr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BBA8C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54" name="Language vector v_k">
              <a:extLst>
                <a:ext uri="{FF2B5EF4-FFF2-40B4-BE49-F238E27FC236}">
                  <a16:creationId xmlns:a16="http://schemas.microsoft.com/office/drawing/2014/main" id="{60F5E395-D9A0-285D-C9CF-3BDF6835EFA8}"/>
                </a:ext>
              </a:extLst>
            </p:cNvPr>
            <p:cNvGrpSpPr/>
            <p:nvPr/>
          </p:nvGrpSpPr>
          <p:grpSpPr>
            <a:xfrm>
              <a:off x="4164998" y="2998197"/>
              <a:ext cx="245236" cy="40867"/>
              <a:chOff x="3942000" y="3774465"/>
              <a:chExt cx="338355" cy="75555"/>
            </a:xfrm>
          </p:grpSpPr>
          <p:sp>
            <p:nvSpPr>
              <p:cNvPr id="455" name="feature_1">
                <a:extLst>
                  <a:ext uri="{FF2B5EF4-FFF2-40B4-BE49-F238E27FC236}">
                    <a16:creationId xmlns:a16="http://schemas.microsoft.com/office/drawing/2014/main" id="{FC356B20-4E51-F215-B176-8142CBBB119E}"/>
                  </a:ext>
                </a:extLst>
              </p:cNvPr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6" name="feature_2">
                <a:extLst>
                  <a:ext uri="{FF2B5EF4-FFF2-40B4-BE49-F238E27FC236}">
                    <a16:creationId xmlns:a16="http://schemas.microsoft.com/office/drawing/2014/main" id="{6B9E0D98-ECD8-F0FC-B184-570D51C4F839}"/>
                  </a:ext>
                </a:extLst>
              </p:cNvPr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7" name="feature_3">
                <a:extLst>
                  <a:ext uri="{FF2B5EF4-FFF2-40B4-BE49-F238E27FC236}">
                    <a16:creationId xmlns:a16="http://schemas.microsoft.com/office/drawing/2014/main" id="{ACA14842-79EB-EA7F-31E1-30A1C93DCCF7}"/>
                  </a:ext>
                </a:extLst>
              </p:cNvPr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8" name="feature_4">
                <a:extLst>
                  <a:ext uri="{FF2B5EF4-FFF2-40B4-BE49-F238E27FC236}">
                    <a16:creationId xmlns:a16="http://schemas.microsoft.com/office/drawing/2014/main" id="{7E86172C-9246-95EC-E773-ECE1CCB04C7E}"/>
                  </a:ext>
                </a:extLst>
              </p:cNvPr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CBE7D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59" name="feature_5">
                <a:extLst>
                  <a:ext uri="{FF2B5EF4-FFF2-40B4-BE49-F238E27FC236}">
                    <a16:creationId xmlns:a16="http://schemas.microsoft.com/office/drawing/2014/main" id="{86F3F00E-0B51-877B-82BF-DE51E8AB7136}"/>
                  </a:ext>
                </a:extLst>
              </p:cNvPr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0" name="feature_6">
                <a:extLst>
                  <a:ext uri="{FF2B5EF4-FFF2-40B4-BE49-F238E27FC236}">
                    <a16:creationId xmlns:a16="http://schemas.microsoft.com/office/drawing/2014/main" id="{4652F87B-A8E8-4E7C-28D8-8D3AA2C2F7FD}"/>
                  </a:ext>
                </a:extLst>
              </p:cNvPr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1" name="feature_7">
                <a:extLst>
                  <a:ext uri="{FF2B5EF4-FFF2-40B4-BE49-F238E27FC236}">
                    <a16:creationId xmlns:a16="http://schemas.microsoft.com/office/drawing/2014/main" id="{6A925CD1-ACF0-9BED-08DB-C6F46AF60C3A}"/>
                  </a:ext>
                </a:extLst>
              </p:cNvPr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462" name="Candidate representation h_j">
              <a:extLst>
                <a:ext uri="{FF2B5EF4-FFF2-40B4-BE49-F238E27FC236}">
                  <a16:creationId xmlns:a16="http://schemas.microsoft.com/office/drawing/2014/main" id="{49E0E358-B68C-79E6-C91D-EDD6ADEC693B}"/>
                </a:ext>
              </a:extLst>
            </p:cNvPr>
            <p:cNvGrpSpPr/>
            <p:nvPr/>
          </p:nvGrpSpPr>
          <p:grpSpPr>
            <a:xfrm>
              <a:off x="4152736" y="3366003"/>
              <a:ext cx="269760" cy="51084"/>
              <a:chOff x="2641140" y="4746825"/>
              <a:chExt cx="397485" cy="72270"/>
            </a:xfrm>
          </p:grpSpPr>
          <p:sp>
            <p:nvSpPr>
              <p:cNvPr id="463" name="feature_1">
                <a:extLst>
                  <a:ext uri="{FF2B5EF4-FFF2-40B4-BE49-F238E27FC236}">
                    <a16:creationId xmlns:a16="http://schemas.microsoft.com/office/drawing/2014/main" id="{F14B8775-F6B2-EFAF-3B70-636459AF5059}"/>
                  </a:ext>
                </a:extLst>
              </p:cNvPr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4" name="feature_2">
                <a:extLst>
                  <a:ext uri="{FF2B5EF4-FFF2-40B4-BE49-F238E27FC236}">
                    <a16:creationId xmlns:a16="http://schemas.microsoft.com/office/drawing/2014/main" id="{C3CFBD15-37A1-9433-1A7B-DC6156EC17C1}"/>
                  </a:ext>
                </a:extLst>
              </p:cNvPr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5" name="feature_3">
                <a:extLst>
                  <a:ext uri="{FF2B5EF4-FFF2-40B4-BE49-F238E27FC236}">
                    <a16:creationId xmlns:a16="http://schemas.microsoft.com/office/drawing/2014/main" id="{3DAA6F3B-2FE1-E9E0-8A3C-DB21F04104BA}"/>
                  </a:ext>
                </a:extLst>
              </p:cNvPr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6" name="feature_4">
                <a:extLst>
                  <a:ext uri="{FF2B5EF4-FFF2-40B4-BE49-F238E27FC236}">
                    <a16:creationId xmlns:a16="http://schemas.microsoft.com/office/drawing/2014/main" id="{0CCA9839-DC57-7B24-132F-4AFCC8EB0592}"/>
                  </a:ext>
                </a:extLst>
              </p:cNvPr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7" name="feature_5">
                <a:extLst>
                  <a:ext uri="{FF2B5EF4-FFF2-40B4-BE49-F238E27FC236}">
                    <a16:creationId xmlns:a16="http://schemas.microsoft.com/office/drawing/2014/main" id="{DEC7E748-3E36-74EE-6AAB-B88F261684A6}"/>
                  </a:ext>
                </a:extLst>
              </p:cNvPr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8" name="feature_6">
                <a:extLst>
                  <a:ext uri="{FF2B5EF4-FFF2-40B4-BE49-F238E27FC236}">
                    <a16:creationId xmlns:a16="http://schemas.microsoft.com/office/drawing/2014/main" id="{57B48838-48A3-0F05-2510-D3BF00C0CE4E}"/>
                  </a:ext>
                </a:extLst>
              </p:cNvPr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469" name="feature_7">
                <a:extLst>
                  <a:ext uri="{FF2B5EF4-FFF2-40B4-BE49-F238E27FC236}">
                    <a16:creationId xmlns:a16="http://schemas.microsoft.com/office/drawing/2014/main" id="{A7975602-492B-DCA8-0AE0-020309198033}"/>
                  </a:ext>
                </a:extLst>
              </p:cNvPr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2103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470" name="Arrow 10 | proportional arrowhead">
              <a:extLst>
                <a:ext uri="{FF2B5EF4-FFF2-40B4-BE49-F238E27FC236}">
                  <a16:creationId xmlns:a16="http://schemas.microsoft.com/office/drawing/2014/main" id="{883E7E39-7E16-05BD-7BAB-7BCE5A9CFE72}"/>
                </a:ext>
              </a:extLst>
            </p:cNvPr>
            <p:cNvSpPr/>
            <p:nvPr/>
          </p:nvSpPr>
          <p:spPr>
            <a:xfrm>
              <a:off x="2677234" y="2208436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71" name="Arrow 11 | proportional arrowhead">
              <a:extLst>
                <a:ext uri="{FF2B5EF4-FFF2-40B4-BE49-F238E27FC236}">
                  <a16:creationId xmlns:a16="http://schemas.microsoft.com/office/drawing/2014/main" id="{9192CB90-8213-C8A2-7754-B054936E2F0A}"/>
                </a:ext>
              </a:extLst>
            </p:cNvPr>
            <p:cNvSpPr/>
            <p:nvPr/>
          </p:nvSpPr>
          <p:spPr>
            <a:xfrm>
              <a:off x="3173836" y="2208436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72" name="Arrow 12 | proportional arrowhead">
              <a:extLst>
                <a:ext uri="{FF2B5EF4-FFF2-40B4-BE49-F238E27FC236}">
                  <a16:creationId xmlns:a16="http://schemas.microsoft.com/office/drawing/2014/main" id="{5721A005-A0A2-B62E-2CE0-A47A79B9A5AA}"/>
                </a:ext>
              </a:extLst>
            </p:cNvPr>
            <p:cNvSpPr/>
            <p:nvPr/>
          </p:nvSpPr>
          <p:spPr>
            <a:xfrm>
              <a:off x="3340392" y="3137827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73" name="Arrow 20 | proportional arrowhead">
              <a:extLst>
                <a:ext uri="{FF2B5EF4-FFF2-40B4-BE49-F238E27FC236}">
                  <a16:creationId xmlns:a16="http://schemas.microsoft.com/office/drawing/2014/main" id="{1679209D-BBE7-9DEA-8621-76C125EE1E3C}"/>
                </a:ext>
              </a:extLst>
            </p:cNvPr>
            <p:cNvSpPr/>
            <p:nvPr/>
          </p:nvSpPr>
          <p:spPr>
            <a:xfrm>
              <a:off x="2457543" y="2921133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74" name="Arrow 21 | proportional arrowhead">
              <a:extLst>
                <a:ext uri="{FF2B5EF4-FFF2-40B4-BE49-F238E27FC236}">
                  <a16:creationId xmlns:a16="http://schemas.microsoft.com/office/drawing/2014/main" id="{CE5DDA9A-11DB-D381-053B-7D00CE05E375}"/>
                </a:ext>
              </a:extLst>
            </p:cNvPr>
            <p:cNvSpPr/>
            <p:nvPr/>
          </p:nvSpPr>
          <p:spPr>
            <a:xfrm>
              <a:off x="3005237" y="2921133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75" name="Arrow 23 | proportional arrowhead">
              <a:extLst>
                <a:ext uri="{FF2B5EF4-FFF2-40B4-BE49-F238E27FC236}">
                  <a16:creationId xmlns:a16="http://schemas.microsoft.com/office/drawing/2014/main" id="{F3C5EAFC-0593-24CE-3655-C0F1621DAC8B}"/>
                </a:ext>
              </a:extLst>
            </p:cNvPr>
            <p:cNvSpPr/>
            <p:nvPr/>
          </p:nvSpPr>
          <p:spPr>
            <a:xfrm>
              <a:off x="3237189" y="3009436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0" y="33338"/>
                  </a:moveTo>
                  <a:lnTo>
                    <a:pt x="85725" y="6667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76" name="Arrow 26 | proportional arrowhead">
              <a:extLst>
                <a:ext uri="{FF2B5EF4-FFF2-40B4-BE49-F238E27FC236}">
                  <a16:creationId xmlns:a16="http://schemas.microsoft.com/office/drawing/2014/main" id="{809DD83A-7C9D-C0AA-13D3-AF73204FCA24}"/>
                </a:ext>
              </a:extLst>
            </p:cNvPr>
            <p:cNvSpPr/>
            <p:nvPr/>
          </p:nvSpPr>
          <p:spPr>
            <a:xfrm>
              <a:off x="2731390" y="3155537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77" name="Arrow 28 | proportional arrowhead">
              <a:extLst>
                <a:ext uri="{FF2B5EF4-FFF2-40B4-BE49-F238E27FC236}">
                  <a16:creationId xmlns:a16="http://schemas.microsoft.com/office/drawing/2014/main" id="{21101AFA-F39D-D4C2-E87D-2D478E7FF700}"/>
                </a:ext>
              </a:extLst>
            </p:cNvPr>
            <p:cNvSpPr/>
            <p:nvPr/>
          </p:nvSpPr>
          <p:spPr>
            <a:xfrm>
              <a:off x="3218796" y="3217859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78" name="Arrow 29 | proportional arrowhead">
              <a:extLst>
                <a:ext uri="{FF2B5EF4-FFF2-40B4-BE49-F238E27FC236}">
                  <a16:creationId xmlns:a16="http://schemas.microsoft.com/office/drawing/2014/main" id="{A17B75CD-A091-EC92-103A-759DE86F2C7F}"/>
                </a:ext>
              </a:extLst>
            </p:cNvPr>
            <p:cNvSpPr/>
            <p:nvPr/>
          </p:nvSpPr>
          <p:spPr>
            <a:xfrm>
              <a:off x="3340392" y="3331266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79" name="Arrow 42 | proportional arrowhead">
              <a:extLst>
                <a:ext uri="{FF2B5EF4-FFF2-40B4-BE49-F238E27FC236}">
                  <a16:creationId xmlns:a16="http://schemas.microsoft.com/office/drawing/2014/main" id="{12790B2D-B35F-FA69-2FB2-769245F8A6C5}"/>
                </a:ext>
              </a:extLst>
            </p:cNvPr>
            <p:cNvSpPr/>
            <p:nvPr/>
          </p:nvSpPr>
          <p:spPr>
            <a:xfrm>
              <a:off x="3810428" y="2447089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0" name="Arrow 44 | proportional arrowhead">
              <a:extLst>
                <a:ext uri="{FF2B5EF4-FFF2-40B4-BE49-F238E27FC236}">
                  <a16:creationId xmlns:a16="http://schemas.microsoft.com/office/drawing/2014/main" id="{8BC8B86D-63A5-DA30-924F-F930090A43BF}"/>
                </a:ext>
              </a:extLst>
            </p:cNvPr>
            <p:cNvSpPr/>
            <p:nvPr/>
          </p:nvSpPr>
          <p:spPr>
            <a:xfrm>
              <a:off x="4280464" y="2481225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1" name="Arrow 45 | proportional arrowhead">
              <a:extLst>
                <a:ext uri="{FF2B5EF4-FFF2-40B4-BE49-F238E27FC236}">
                  <a16:creationId xmlns:a16="http://schemas.microsoft.com/office/drawing/2014/main" id="{D962DB06-7960-4086-0C20-C211CAD67AC5}"/>
                </a:ext>
              </a:extLst>
            </p:cNvPr>
            <p:cNvSpPr/>
            <p:nvPr/>
          </p:nvSpPr>
          <p:spPr>
            <a:xfrm>
              <a:off x="4750499" y="2479182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2" name="Arrow 53 | proportional arrowhead">
              <a:extLst>
                <a:ext uri="{FF2B5EF4-FFF2-40B4-BE49-F238E27FC236}">
                  <a16:creationId xmlns:a16="http://schemas.microsoft.com/office/drawing/2014/main" id="{4A4D91BF-7DEB-CD55-03B1-AA09B38F7443}"/>
                </a:ext>
              </a:extLst>
            </p:cNvPr>
            <p:cNvSpPr/>
            <p:nvPr/>
          </p:nvSpPr>
          <p:spPr>
            <a:xfrm>
              <a:off x="3810428" y="2916463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3" name="Arrow 55 | proportional arrowhead">
              <a:extLst>
                <a:ext uri="{FF2B5EF4-FFF2-40B4-BE49-F238E27FC236}">
                  <a16:creationId xmlns:a16="http://schemas.microsoft.com/office/drawing/2014/main" id="{C3252B6C-0611-DB24-BD50-A0FD415F7BE7}"/>
                </a:ext>
              </a:extLst>
            </p:cNvPr>
            <p:cNvSpPr/>
            <p:nvPr/>
          </p:nvSpPr>
          <p:spPr>
            <a:xfrm>
              <a:off x="4280464" y="2953243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4" name="Arrow 56 | proportional arrowhead">
              <a:extLst>
                <a:ext uri="{FF2B5EF4-FFF2-40B4-BE49-F238E27FC236}">
                  <a16:creationId xmlns:a16="http://schemas.microsoft.com/office/drawing/2014/main" id="{3B25EE88-7A08-EDA7-73C4-A52A6B739D5A}"/>
                </a:ext>
              </a:extLst>
            </p:cNvPr>
            <p:cNvSpPr/>
            <p:nvPr/>
          </p:nvSpPr>
          <p:spPr>
            <a:xfrm>
              <a:off x="4750499" y="2701909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5" name="Arrow 60 | proportional arrowhead">
              <a:extLst>
                <a:ext uri="{FF2B5EF4-FFF2-40B4-BE49-F238E27FC236}">
                  <a16:creationId xmlns:a16="http://schemas.microsoft.com/office/drawing/2014/main" id="{0D6B0C82-AA42-CE76-2BF3-6C333E64243A}"/>
                </a:ext>
              </a:extLst>
            </p:cNvPr>
            <p:cNvSpPr/>
            <p:nvPr/>
          </p:nvSpPr>
          <p:spPr>
            <a:xfrm>
              <a:off x="4750499" y="2916463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6" name="Arrow 62 | proportional arrowhead">
              <a:extLst>
                <a:ext uri="{FF2B5EF4-FFF2-40B4-BE49-F238E27FC236}">
                  <a16:creationId xmlns:a16="http://schemas.microsoft.com/office/drawing/2014/main" id="{870B8169-109A-EFC4-DE6B-6C53F8E184A8}"/>
                </a:ext>
              </a:extLst>
            </p:cNvPr>
            <p:cNvSpPr/>
            <p:nvPr/>
          </p:nvSpPr>
          <p:spPr>
            <a:xfrm>
              <a:off x="4048511" y="3011479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0" y="33338"/>
                  </a:moveTo>
                  <a:lnTo>
                    <a:pt x="85725" y="6667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87" name="Arrow 63 | proportional arrowhead">
              <a:extLst>
                <a:ext uri="{FF2B5EF4-FFF2-40B4-BE49-F238E27FC236}">
                  <a16:creationId xmlns:a16="http://schemas.microsoft.com/office/drawing/2014/main" id="{AAD6CDC8-DFC3-EC61-11CB-0AACC6968247}"/>
                </a:ext>
              </a:extLst>
            </p:cNvPr>
            <p:cNvSpPr/>
            <p:nvPr/>
          </p:nvSpPr>
          <p:spPr>
            <a:xfrm>
              <a:off x="4508329" y="3011479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88" name="Arrow 66 | proportional arrowhead">
              <a:extLst>
                <a:ext uri="{FF2B5EF4-FFF2-40B4-BE49-F238E27FC236}">
                  <a16:creationId xmlns:a16="http://schemas.microsoft.com/office/drawing/2014/main" id="{85574A67-AF70-D63E-A2D3-E8A04E07668F}"/>
                </a:ext>
              </a:extLst>
            </p:cNvPr>
            <p:cNvSpPr/>
            <p:nvPr/>
          </p:nvSpPr>
          <p:spPr>
            <a:xfrm>
              <a:off x="4122082" y="3217859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89" name="Arrow 67 | proportional arrowhead">
              <a:extLst>
                <a:ext uri="{FF2B5EF4-FFF2-40B4-BE49-F238E27FC236}">
                  <a16:creationId xmlns:a16="http://schemas.microsoft.com/office/drawing/2014/main" id="{FC61A5F7-5A0B-C74D-6DD8-5576EA21E9D0}"/>
                </a:ext>
              </a:extLst>
            </p:cNvPr>
            <p:cNvSpPr/>
            <p:nvPr/>
          </p:nvSpPr>
          <p:spPr>
            <a:xfrm>
              <a:off x="4434758" y="3217859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0" y="33338"/>
                  </a:moveTo>
                  <a:lnTo>
                    <a:pt x="85725" y="66675"/>
                  </a:lnTo>
                  <a:lnTo>
                    <a:pt x="85725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90" name="Arrow 68 | proportional arrowhead">
              <a:extLst>
                <a:ext uri="{FF2B5EF4-FFF2-40B4-BE49-F238E27FC236}">
                  <a16:creationId xmlns:a16="http://schemas.microsoft.com/office/drawing/2014/main" id="{65DEC0D0-18A5-924D-9734-9607FD44BDE1}"/>
                </a:ext>
              </a:extLst>
            </p:cNvPr>
            <p:cNvSpPr/>
            <p:nvPr/>
          </p:nvSpPr>
          <p:spPr>
            <a:xfrm>
              <a:off x="4280464" y="3137827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91" name="Arrow 69 | proportional arrowhead">
              <a:extLst>
                <a:ext uri="{FF2B5EF4-FFF2-40B4-BE49-F238E27FC236}">
                  <a16:creationId xmlns:a16="http://schemas.microsoft.com/office/drawing/2014/main" id="{93CC0263-CBA4-2BB2-1B30-E8A0CE82BDC6}"/>
                </a:ext>
              </a:extLst>
            </p:cNvPr>
            <p:cNvSpPr/>
            <p:nvPr/>
          </p:nvSpPr>
          <p:spPr>
            <a:xfrm>
              <a:off x="4280464" y="3331266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92" name="Arrow 71 | proportional arrowhead">
              <a:extLst>
                <a:ext uri="{FF2B5EF4-FFF2-40B4-BE49-F238E27FC236}">
                  <a16:creationId xmlns:a16="http://schemas.microsoft.com/office/drawing/2014/main" id="{42756275-3D3A-0E05-99FC-DD3E4E7A2AC8}"/>
                </a:ext>
              </a:extLst>
            </p:cNvPr>
            <p:cNvSpPr/>
            <p:nvPr/>
          </p:nvSpPr>
          <p:spPr>
            <a:xfrm>
              <a:off x="2457543" y="3503682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93" name="Arrow 72 | proportional arrowhead">
              <a:extLst>
                <a:ext uri="{FF2B5EF4-FFF2-40B4-BE49-F238E27FC236}">
                  <a16:creationId xmlns:a16="http://schemas.microsoft.com/office/drawing/2014/main" id="{AE0C9CC2-716E-E252-45E1-50FB6E1913B8}"/>
                </a:ext>
              </a:extLst>
            </p:cNvPr>
            <p:cNvSpPr/>
            <p:nvPr/>
          </p:nvSpPr>
          <p:spPr>
            <a:xfrm>
              <a:off x="2779415" y="3577492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94" name="Arrow 75 | proportional arrowhead">
              <a:extLst>
                <a:ext uri="{FF2B5EF4-FFF2-40B4-BE49-F238E27FC236}">
                  <a16:creationId xmlns:a16="http://schemas.microsoft.com/office/drawing/2014/main" id="{EDE80604-4A02-F96E-C5FA-C7049FDB9DF0}"/>
                </a:ext>
              </a:extLst>
            </p:cNvPr>
            <p:cNvSpPr/>
            <p:nvPr/>
          </p:nvSpPr>
          <p:spPr>
            <a:xfrm>
              <a:off x="3615261" y="3577492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  <p:sp>
          <p:nvSpPr>
            <p:cNvPr id="495" name="Arrow 76 | proportional arrowhead">
              <a:extLst>
                <a:ext uri="{FF2B5EF4-FFF2-40B4-BE49-F238E27FC236}">
                  <a16:creationId xmlns:a16="http://schemas.microsoft.com/office/drawing/2014/main" id="{1B18E344-F400-1D6B-1687-E690D036022D}"/>
                </a:ext>
              </a:extLst>
            </p:cNvPr>
            <p:cNvSpPr/>
            <p:nvPr/>
          </p:nvSpPr>
          <p:spPr>
            <a:xfrm>
              <a:off x="3843126" y="3505615"/>
              <a:ext cx="14305" cy="18390"/>
            </a:xfrm>
            <a:custGeom>
              <a:avLst/>
              <a:gdLst/>
              <a:ahLst/>
              <a:cxnLst/>
              <a:rect l="0" t="0" r="0" b="0"/>
              <a:pathLst>
                <a:path w="66675" h="85725">
                  <a:moveTo>
                    <a:pt x="33338" y="85725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96" name="Arrow 78 | proportional arrowhead">
              <a:extLst>
                <a:ext uri="{FF2B5EF4-FFF2-40B4-BE49-F238E27FC236}">
                  <a16:creationId xmlns:a16="http://schemas.microsoft.com/office/drawing/2014/main" id="{80DBBCC4-29A1-23CD-DE20-3BC8543961CD}"/>
                </a:ext>
              </a:extLst>
            </p:cNvPr>
            <p:cNvSpPr/>
            <p:nvPr/>
          </p:nvSpPr>
          <p:spPr>
            <a:xfrm>
              <a:off x="4350969" y="3577492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2B887C"/>
            </a:solidFill>
            <a:ln w="1">
              <a:noFill/>
            </a:ln>
          </p:spPr>
        </p:sp>
        <p:sp>
          <p:nvSpPr>
            <p:cNvPr id="497" name="c | shared input to candidate crop | proportional arrowhead">
              <a:extLst>
                <a:ext uri="{FF2B5EF4-FFF2-40B4-BE49-F238E27FC236}">
                  <a16:creationId xmlns:a16="http://schemas.microsoft.com/office/drawing/2014/main" id="{2D012B36-D3F9-4373-C0B3-2638B06AB565}"/>
                </a:ext>
              </a:extLst>
            </p:cNvPr>
            <p:cNvSpPr/>
            <p:nvPr/>
          </p:nvSpPr>
          <p:spPr>
            <a:xfrm>
              <a:off x="2215373" y="2208436"/>
              <a:ext cx="18393" cy="14304"/>
            </a:xfrm>
            <a:custGeom>
              <a:avLst/>
              <a:gdLst/>
              <a:ahLst/>
              <a:cxnLst/>
              <a:rect l="0" t="0" r="0" b="0"/>
              <a:pathLst>
                <a:path w="85725" h="66675">
                  <a:moveTo>
                    <a:pt x="85725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97FA6"/>
            </a:solidFill>
            <a:ln w="1">
              <a:noFill/>
            </a:ln>
          </p:spPr>
        </p:sp>
      </p:grpSp>
      <p:grpSp>
        <p:nvGrpSpPr>
          <p:cNvPr id="498" name="d | Build: downstream pose reconstruction">
            <a:extLst>
              <a:ext uri="{FF2B5EF4-FFF2-40B4-BE49-F238E27FC236}">
                <a16:creationId xmlns:a16="http://schemas.microsoft.com/office/drawing/2014/main" id="{4C922834-3692-0CDF-71DC-143D30C4E581}"/>
              </a:ext>
            </a:extLst>
          </p:cNvPr>
          <p:cNvGrpSpPr/>
          <p:nvPr/>
        </p:nvGrpSpPr>
        <p:grpSpPr>
          <a:xfrm>
            <a:off x="1405608" y="3880469"/>
            <a:ext cx="3668807" cy="544065"/>
            <a:chOff x="65700" y="5420250"/>
            <a:chExt cx="5124600" cy="759952"/>
          </a:xfrm>
        </p:grpSpPr>
        <p:sp>
          <p:nvSpPr>
            <p:cNvPr id="499" name="d | panel background">
              <a:extLst>
                <a:ext uri="{FF2B5EF4-FFF2-40B4-BE49-F238E27FC236}">
                  <a16:creationId xmlns:a16="http://schemas.microsoft.com/office/drawing/2014/main" id="{5594094E-42EA-E149-D908-CEE5401AD661}"/>
                </a:ext>
              </a:extLst>
            </p:cNvPr>
            <p:cNvSpPr/>
            <p:nvPr/>
          </p:nvSpPr>
          <p:spPr>
            <a:xfrm>
              <a:off x="65700" y="5420250"/>
              <a:ext cx="5124600" cy="748980"/>
            </a:xfrm>
            <a:prstGeom prst="roundRect">
              <a:avLst>
                <a:gd name="adj" fmla="val 5263"/>
              </a:avLst>
            </a:prstGeom>
            <a:solidFill>
              <a:srgbClr val="FCFAF5"/>
            </a:solidFill>
            <a:ln w="6480" cap="rnd" cmpd="sng" algn="ctr">
              <a:solidFill>
                <a:srgbClr val="D8CAB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00" name="Text | d">
              <a:extLst>
                <a:ext uri="{FF2B5EF4-FFF2-40B4-BE49-F238E27FC236}">
                  <a16:creationId xmlns:a16="http://schemas.microsoft.com/office/drawing/2014/main" id="{16BACAC9-90BF-03E9-8FF6-4CAAC6E4BE9B}"/>
                </a:ext>
              </a:extLst>
            </p:cNvPr>
            <p:cNvSpPr txBox="1"/>
            <p:nvPr/>
          </p:nvSpPr>
          <p:spPr>
            <a:xfrm>
              <a:off x="137970" y="542682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76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760"/>
            </a:p>
          </p:txBody>
        </p:sp>
        <p:sp>
          <p:nvSpPr>
            <p:cNvPr id="501" name="Text | Build: downstream pose reconstruction">
              <a:extLst>
                <a:ext uri="{FF2B5EF4-FFF2-40B4-BE49-F238E27FC236}">
                  <a16:creationId xmlns:a16="http://schemas.microsoft.com/office/drawing/2014/main" id="{01B1EFEF-31A9-1CB4-313F-169835B6E8EB}"/>
                </a:ext>
              </a:extLst>
            </p:cNvPr>
            <p:cNvSpPr txBox="1"/>
            <p:nvPr/>
          </p:nvSpPr>
          <p:spPr>
            <a:xfrm>
              <a:off x="279225" y="5446530"/>
              <a:ext cx="252425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629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Build: downstream pose reconstruction</a:t>
              </a:r>
              <a:endParaRPr lang="en-US" sz="629"/>
            </a:p>
          </p:txBody>
        </p:sp>
        <p:grpSp>
          <p:nvGrpSpPr>
            <p:cNvPr id="502" name="d | Site p: local receptor environment">
              <a:extLst>
                <a:ext uri="{FF2B5EF4-FFF2-40B4-BE49-F238E27FC236}">
                  <a16:creationId xmlns:a16="http://schemas.microsoft.com/office/drawing/2014/main" id="{6CB62F54-6EFF-A2E3-75EB-2BC5B0A75748}"/>
                </a:ext>
              </a:extLst>
            </p:cNvPr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503" name="ellipse_2785">
                <a:extLst>
                  <a:ext uri="{FF2B5EF4-FFF2-40B4-BE49-F238E27FC236}">
                    <a16:creationId xmlns:a16="http://schemas.microsoft.com/office/drawing/2014/main" id="{A12DCA60-B043-6023-979B-C3B6B083B57A}"/>
                  </a:ext>
                </a:extLst>
              </p:cNvPr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4" name="ellipse_2786">
                <a:extLst>
                  <a:ext uri="{FF2B5EF4-FFF2-40B4-BE49-F238E27FC236}">
                    <a16:creationId xmlns:a16="http://schemas.microsoft.com/office/drawing/2014/main" id="{51F028FF-7688-878D-4612-817C67FD091B}"/>
                  </a:ext>
                </a:extLst>
              </p:cNvPr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5" name="ellipse_2787">
                <a:extLst>
                  <a:ext uri="{FF2B5EF4-FFF2-40B4-BE49-F238E27FC236}">
                    <a16:creationId xmlns:a16="http://schemas.microsoft.com/office/drawing/2014/main" id="{CAD72E91-244A-CB0D-60AD-B647477A7C41}"/>
                  </a:ext>
                </a:extLst>
              </p:cNvPr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6" name="ellipse_2788">
                <a:extLst>
                  <a:ext uri="{FF2B5EF4-FFF2-40B4-BE49-F238E27FC236}">
                    <a16:creationId xmlns:a16="http://schemas.microsoft.com/office/drawing/2014/main" id="{ADA92AAE-1702-16A3-2EEA-774271D640B4}"/>
                  </a:ext>
                </a:extLst>
              </p:cNvPr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7" name="ellipse_2789">
                <a:extLst>
                  <a:ext uri="{FF2B5EF4-FFF2-40B4-BE49-F238E27FC236}">
                    <a16:creationId xmlns:a16="http://schemas.microsoft.com/office/drawing/2014/main" id="{594792D1-925D-D998-ADDE-BD491ACEFEB5}"/>
                  </a:ext>
                </a:extLst>
              </p:cNvPr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8" name="ellipse_2790">
                <a:extLst>
                  <a:ext uri="{FF2B5EF4-FFF2-40B4-BE49-F238E27FC236}">
                    <a16:creationId xmlns:a16="http://schemas.microsoft.com/office/drawing/2014/main" id="{B9DBBBD2-80AD-D3F3-4E78-EAA70928CDE7}"/>
                  </a:ext>
                </a:extLst>
              </p:cNvPr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09" name="ellipse_2791">
                <a:extLst>
                  <a:ext uri="{FF2B5EF4-FFF2-40B4-BE49-F238E27FC236}">
                    <a16:creationId xmlns:a16="http://schemas.microsoft.com/office/drawing/2014/main" id="{1A0D6CBC-EBF0-C846-97C9-2B0755CF669A}"/>
                  </a:ext>
                </a:extLst>
              </p:cNvPr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0" name="ellipse_2792">
                <a:extLst>
                  <a:ext uri="{FF2B5EF4-FFF2-40B4-BE49-F238E27FC236}">
                    <a16:creationId xmlns:a16="http://schemas.microsoft.com/office/drawing/2014/main" id="{D86C228B-9715-013B-1372-E9C632AA0C69}"/>
                  </a:ext>
                </a:extLst>
              </p:cNvPr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1" name="ellipse_2793">
                <a:extLst>
                  <a:ext uri="{FF2B5EF4-FFF2-40B4-BE49-F238E27FC236}">
                    <a16:creationId xmlns:a16="http://schemas.microsoft.com/office/drawing/2014/main" id="{3A1B6AF3-5148-60FF-787B-428B60C4104C}"/>
                  </a:ext>
                </a:extLst>
              </p:cNvPr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2" name="ellipse_2794">
                <a:extLst>
                  <a:ext uri="{FF2B5EF4-FFF2-40B4-BE49-F238E27FC236}">
                    <a16:creationId xmlns:a16="http://schemas.microsoft.com/office/drawing/2014/main" id="{A7A7E497-9ACA-727C-B6FE-FDC945ADFE5A}"/>
                  </a:ext>
                </a:extLst>
              </p:cNvPr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3" name="ellipse_2795">
                <a:extLst>
                  <a:ext uri="{FF2B5EF4-FFF2-40B4-BE49-F238E27FC236}">
                    <a16:creationId xmlns:a16="http://schemas.microsoft.com/office/drawing/2014/main" id="{EDC068A5-FFD8-7C85-C5EE-449528339038}"/>
                  </a:ext>
                </a:extLst>
              </p:cNvPr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4" name="ellipse_2796">
                <a:extLst>
                  <a:ext uri="{FF2B5EF4-FFF2-40B4-BE49-F238E27FC236}">
                    <a16:creationId xmlns:a16="http://schemas.microsoft.com/office/drawing/2014/main" id="{BA5D1445-CCBF-AD18-5195-7CFACAD7137E}"/>
                  </a:ext>
                </a:extLst>
              </p:cNvPr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5" name="ellipse_2797">
                <a:extLst>
                  <a:ext uri="{FF2B5EF4-FFF2-40B4-BE49-F238E27FC236}">
                    <a16:creationId xmlns:a16="http://schemas.microsoft.com/office/drawing/2014/main" id="{515BA9A2-BDF3-57B1-B418-C94097B7AE80}"/>
                  </a:ext>
                </a:extLst>
              </p:cNvPr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6" name="ellipse_2798">
                <a:extLst>
                  <a:ext uri="{FF2B5EF4-FFF2-40B4-BE49-F238E27FC236}">
                    <a16:creationId xmlns:a16="http://schemas.microsoft.com/office/drawing/2014/main" id="{2B4CBFD0-73C3-6605-0083-7DF46224C668}"/>
                  </a:ext>
                </a:extLst>
              </p:cNvPr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7" name="ellipse_2799">
                <a:extLst>
                  <a:ext uri="{FF2B5EF4-FFF2-40B4-BE49-F238E27FC236}">
                    <a16:creationId xmlns:a16="http://schemas.microsoft.com/office/drawing/2014/main" id="{2A9BC2F7-88FC-537D-2761-AFE3D3D3200E}"/>
                  </a:ext>
                </a:extLst>
              </p:cNvPr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8" name="ellipse_2800">
                <a:extLst>
                  <a:ext uri="{FF2B5EF4-FFF2-40B4-BE49-F238E27FC236}">
                    <a16:creationId xmlns:a16="http://schemas.microsoft.com/office/drawing/2014/main" id="{19A3CE69-1564-E07F-C6A2-ED4211D156F3}"/>
                  </a:ext>
                </a:extLst>
              </p:cNvPr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19" name="ellipse_2801">
                <a:extLst>
                  <a:ext uri="{FF2B5EF4-FFF2-40B4-BE49-F238E27FC236}">
                    <a16:creationId xmlns:a16="http://schemas.microsoft.com/office/drawing/2014/main" id="{0CE88042-6130-A0AC-D34C-6EDE538A15C0}"/>
                  </a:ext>
                </a:extLst>
              </p:cNvPr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0" name="ellipse_2802">
                <a:extLst>
                  <a:ext uri="{FF2B5EF4-FFF2-40B4-BE49-F238E27FC236}">
                    <a16:creationId xmlns:a16="http://schemas.microsoft.com/office/drawing/2014/main" id="{363002B6-D4CA-2A9E-299A-65312E69323A}"/>
                  </a:ext>
                </a:extLst>
              </p:cNvPr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1" name="ellipse_2803">
                <a:extLst>
                  <a:ext uri="{FF2B5EF4-FFF2-40B4-BE49-F238E27FC236}">
                    <a16:creationId xmlns:a16="http://schemas.microsoft.com/office/drawing/2014/main" id="{F7B99FE0-23EE-89CE-101D-26DEF67E4BCC}"/>
                  </a:ext>
                </a:extLst>
              </p:cNvPr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2" name="ellipse_2804">
                <a:extLst>
                  <a:ext uri="{FF2B5EF4-FFF2-40B4-BE49-F238E27FC236}">
                    <a16:creationId xmlns:a16="http://schemas.microsoft.com/office/drawing/2014/main" id="{E43407AF-3BBF-6BED-5776-DCAFD3A5C6CD}"/>
                  </a:ext>
                </a:extLst>
              </p:cNvPr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3" name="ellipse_2805">
                <a:extLst>
                  <a:ext uri="{FF2B5EF4-FFF2-40B4-BE49-F238E27FC236}">
                    <a16:creationId xmlns:a16="http://schemas.microsoft.com/office/drawing/2014/main" id="{FB6E9BF8-EDD9-C4BB-DBC9-8EA711C786E5}"/>
                  </a:ext>
                </a:extLst>
              </p:cNvPr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4" name="ellipse_2806">
                <a:extLst>
                  <a:ext uri="{FF2B5EF4-FFF2-40B4-BE49-F238E27FC236}">
                    <a16:creationId xmlns:a16="http://schemas.microsoft.com/office/drawing/2014/main" id="{505D5B54-BA61-B1B3-3704-848C17D96BFB}"/>
                  </a:ext>
                </a:extLst>
              </p:cNvPr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5" name="ellipse_2807">
                <a:extLst>
                  <a:ext uri="{FF2B5EF4-FFF2-40B4-BE49-F238E27FC236}">
                    <a16:creationId xmlns:a16="http://schemas.microsoft.com/office/drawing/2014/main" id="{5078FD94-FACF-AEAB-981A-1C425E8A9488}"/>
                  </a:ext>
                </a:extLst>
              </p:cNvPr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6" name="ellipse_2808">
                <a:extLst>
                  <a:ext uri="{FF2B5EF4-FFF2-40B4-BE49-F238E27FC236}">
                    <a16:creationId xmlns:a16="http://schemas.microsoft.com/office/drawing/2014/main" id="{694F1E2C-FC22-8D28-3530-07FD0E8AF95A}"/>
                  </a:ext>
                </a:extLst>
              </p:cNvPr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7" name="ellipse_2809">
                <a:extLst>
                  <a:ext uri="{FF2B5EF4-FFF2-40B4-BE49-F238E27FC236}">
                    <a16:creationId xmlns:a16="http://schemas.microsoft.com/office/drawing/2014/main" id="{3077695A-3B4F-C2FA-CF76-534AE8019AA2}"/>
                  </a:ext>
                </a:extLst>
              </p:cNvPr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8" name="ellipse_2810">
                <a:extLst>
                  <a:ext uri="{FF2B5EF4-FFF2-40B4-BE49-F238E27FC236}">
                    <a16:creationId xmlns:a16="http://schemas.microsoft.com/office/drawing/2014/main" id="{5A6DFB49-DB6F-3F6E-9F5A-6C526F9CE43A}"/>
                  </a:ext>
                </a:extLst>
              </p:cNvPr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29" name="ellipse_2811">
                <a:extLst>
                  <a:ext uri="{FF2B5EF4-FFF2-40B4-BE49-F238E27FC236}">
                    <a16:creationId xmlns:a16="http://schemas.microsoft.com/office/drawing/2014/main" id="{183AC548-6193-3383-59F2-FFD8D2D62502}"/>
                  </a:ext>
                </a:extLst>
              </p:cNvPr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0" name="ellipse_2812">
                <a:extLst>
                  <a:ext uri="{FF2B5EF4-FFF2-40B4-BE49-F238E27FC236}">
                    <a16:creationId xmlns:a16="http://schemas.microsoft.com/office/drawing/2014/main" id="{7A4CBBB3-8BAE-FE82-41DA-59393A2A42E4}"/>
                  </a:ext>
                </a:extLst>
              </p:cNvPr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1" name="ellipse_2813">
                <a:extLst>
                  <a:ext uri="{FF2B5EF4-FFF2-40B4-BE49-F238E27FC236}">
                    <a16:creationId xmlns:a16="http://schemas.microsoft.com/office/drawing/2014/main" id="{F24C19DF-7263-D858-1A4B-0E18EB6F1934}"/>
                  </a:ext>
                </a:extLst>
              </p:cNvPr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2" name="ellipse_2814">
                <a:extLst>
                  <a:ext uri="{FF2B5EF4-FFF2-40B4-BE49-F238E27FC236}">
                    <a16:creationId xmlns:a16="http://schemas.microsoft.com/office/drawing/2014/main" id="{4DF95B6C-C81F-4D9E-CBD7-7C3041492F2E}"/>
                  </a:ext>
                </a:extLst>
              </p:cNvPr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3" name="ellipse_2815">
                <a:extLst>
                  <a:ext uri="{FF2B5EF4-FFF2-40B4-BE49-F238E27FC236}">
                    <a16:creationId xmlns:a16="http://schemas.microsoft.com/office/drawing/2014/main" id="{EAEA41C7-C674-293D-43F4-2F66F044A12F}"/>
                  </a:ext>
                </a:extLst>
              </p:cNvPr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4" name="ellipse_2816">
                <a:extLst>
                  <a:ext uri="{FF2B5EF4-FFF2-40B4-BE49-F238E27FC236}">
                    <a16:creationId xmlns:a16="http://schemas.microsoft.com/office/drawing/2014/main" id="{FE8A2A2A-5C61-D3F1-C2AC-2F96AA316691}"/>
                  </a:ext>
                </a:extLst>
              </p:cNvPr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5" name="ellipse_2817">
                <a:extLst>
                  <a:ext uri="{FF2B5EF4-FFF2-40B4-BE49-F238E27FC236}">
                    <a16:creationId xmlns:a16="http://schemas.microsoft.com/office/drawing/2014/main" id="{154171F8-CF16-A11C-A64C-30FAAC160BE1}"/>
                  </a:ext>
                </a:extLst>
              </p:cNvPr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6" name="ellipse_2818">
                <a:extLst>
                  <a:ext uri="{FF2B5EF4-FFF2-40B4-BE49-F238E27FC236}">
                    <a16:creationId xmlns:a16="http://schemas.microsoft.com/office/drawing/2014/main" id="{1005942C-00D7-8A1C-137B-E1D86938330F}"/>
                  </a:ext>
                </a:extLst>
              </p:cNvPr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7" name="ellipse_2819">
                <a:extLst>
                  <a:ext uri="{FF2B5EF4-FFF2-40B4-BE49-F238E27FC236}">
                    <a16:creationId xmlns:a16="http://schemas.microsoft.com/office/drawing/2014/main" id="{73B36372-871B-FA4B-1FCA-7A0E91EE9E36}"/>
                  </a:ext>
                </a:extLst>
              </p:cNvPr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8" name="ellipse_2820">
                <a:extLst>
                  <a:ext uri="{FF2B5EF4-FFF2-40B4-BE49-F238E27FC236}">
                    <a16:creationId xmlns:a16="http://schemas.microsoft.com/office/drawing/2014/main" id="{F7F8A5DD-DBDE-CB37-B237-9C609C1A6546}"/>
                  </a:ext>
                </a:extLst>
              </p:cNvPr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39" name="ellipse_2821">
                <a:extLst>
                  <a:ext uri="{FF2B5EF4-FFF2-40B4-BE49-F238E27FC236}">
                    <a16:creationId xmlns:a16="http://schemas.microsoft.com/office/drawing/2014/main" id="{1979733E-CB2D-7A67-5FC5-DD9627A39CD3}"/>
                  </a:ext>
                </a:extLst>
              </p:cNvPr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0" name="ellipse_2822">
                <a:extLst>
                  <a:ext uri="{FF2B5EF4-FFF2-40B4-BE49-F238E27FC236}">
                    <a16:creationId xmlns:a16="http://schemas.microsoft.com/office/drawing/2014/main" id="{C4372E0D-93CD-8E04-1985-70BFD8B50C97}"/>
                  </a:ext>
                </a:extLst>
              </p:cNvPr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1" name="ellipse_2823">
                <a:extLst>
                  <a:ext uri="{FF2B5EF4-FFF2-40B4-BE49-F238E27FC236}">
                    <a16:creationId xmlns:a16="http://schemas.microsoft.com/office/drawing/2014/main" id="{55197BFF-C785-D4CA-F15F-40A20C659306}"/>
                  </a:ext>
                </a:extLst>
              </p:cNvPr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2" name="ellipse_2824">
                <a:extLst>
                  <a:ext uri="{FF2B5EF4-FFF2-40B4-BE49-F238E27FC236}">
                    <a16:creationId xmlns:a16="http://schemas.microsoft.com/office/drawing/2014/main" id="{21C32A1E-A7BC-45B3-1FEC-E2F2866A5919}"/>
                  </a:ext>
                </a:extLst>
              </p:cNvPr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3" name="ellipse_2825">
                <a:extLst>
                  <a:ext uri="{FF2B5EF4-FFF2-40B4-BE49-F238E27FC236}">
                    <a16:creationId xmlns:a16="http://schemas.microsoft.com/office/drawing/2014/main" id="{EC818BE8-9797-8590-EB1E-BF9BCA7BD6D5}"/>
                  </a:ext>
                </a:extLst>
              </p:cNvPr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4" name="ellipse_2826">
                <a:extLst>
                  <a:ext uri="{FF2B5EF4-FFF2-40B4-BE49-F238E27FC236}">
                    <a16:creationId xmlns:a16="http://schemas.microsoft.com/office/drawing/2014/main" id="{B5CACCE6-05B2-0EA0-66A9-ED4A83A331F7}"/>
                  </a:ext>
                </a:extLst>
              </p:cNvPr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5" name="ellipse_2827">
                <a:extLst>
                  <a:ext uri="{FF2B5EF4-FFF2-40B4-BE49-F238E27FC236}">
                    <a16:creationId xmlns:a16="http://schemas.microsoft.com/office/drawing/2014/main" id="{24218C7E-A2A0-9739-FF0A-B14CE3408AA9}"/>
                  </a:ext>
                </a:extLst>
              </p:cNvPr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6" name="ellipse_2828">
                <a:extLst>
                  <a:ext uri="{FF2B5EF4-FFF2-40B4-BE49-F238E27FC236}">
                    <a16:creationId xmlns:a16="http://schemas.microsoft.com/office/drawing/2014/main" id="{17C2F170-5D38-AEEF-0C8A-0BAB13A1AFA4}"/>
                  </a:ext>
                </a:extLst>
              </p:cNvPr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7" name="ellipse_2829">
                <a:extLst>
                  <a:ext uri="{FF2B5EF4-FFF2-40B4-BE49-F238E27FC236}">
                    <a16:creationId xmlns:a16="http://schemas.microsoft.com/office/drawing/2014/main" id="{72DE01CC-7BD5-EF8A-4D5E-D4F16EBD25BA}"/>
                  </a:ext>
                </a:extLst>
              </p:cNvPr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8" name="ellipse_2830">
                <a:extLst>
                  <a:ext uri="{FF2B5EF4-FFF2-40B4-BE49-F238E27FC236}">
                    <a16:creationId xmlns:a16="http://schemas.microsoft.com/office/drawing/2014/main" id="{2D90C968-2B8D-CFCD-9A08-06CAA11205F5}"/>
                  </a:ext>
                </a:extLst>
              </p:cNvPr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49" name="ellipse_2831">
                <a:extLst>
                  <a:ext uri="{FF2B5EF4-FFF2-40B4-BE49-F238E27FC236}">
                    <a16:creationId xmlns:a16="http://schemas.microsoft.com/office/drawing/2014/main" id="{F5A64C34-4C7A-0DCB-3D64-ADAB6CB255CE}"/>
                  </a:ext>
                </a:extLst>
              </p:cNvPr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0" name="ellipse_2832">
                <a:extLst>
                  <a:ext uri="{FF2B5EF4-FFF2-40B4-BE49-F238E27FC236}">
                    <a16:creationId xmlns:a16="http://schemas.microsoft.com/office/drawing/2014/main" id="{D1FC9509-50AC-F791-4FE3-A52D3662A7C9}"/>
                  </a:ext>
                </a:extLst>
              </p:cNvPr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1" name="ellipse_2833">
                <a:extLst>
                  <a:ext uri="{FF2B5EF4-FFF2-40B4-BE49-F238E27FC236}">
                    <a16:creationId xmlns:a16="http://schemas.microsoft.com/office/drawing/2014/main" id="{83194F97-922B-C004-9A25-4BD7C7374171}"/>
                  </a:ext>
                </a:extLst>
              </p:cNvPr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2" name="ellipse_2834">
                <a:extLst>
                  <a:ext uri="{FF2B5EF4-FFF2-40B4-BE49-F238E27FC236}">
                    <a16:creationId xmlns:a16="http://schemas.microsoft.com/office/drawing/2014/main" id="{EE4A2221-0759-376C-4BA7-8DF11E3AF0E3}"/>
                  </a:ext>
                </a:extLst>
              </p:cNvPr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3" name="ellipse_2835">
                <a:extLst>
                  <a:ext uri="{FF2B5EF4-FFF2-40B4-BE49-F238E27FC236}">
                    <a16:creationId xmlns:a16="http://schemas.microsoft.com/office/drawing/2014/main" id="{6B7792C2-D2C4-D5DF-94AA-673F140B5EFF}"/>
                  </a:ext>
                </a:extLst>
              </p:cNvPr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4" name="ellipse_2836">
                <a:extLst>
                  <a:ext uri="{FF2B5EF4-FFF2-40B4-BE49-F238E27FC236}">
                    <a16:creationId xmlns:a16="http://schemas.microsoft.com/office/drawing/2014/main" id="{5234EB81-40FA-2A66-58E5-B9CDED3C4EA3}"/>
                  </a:ext>
                </a:extLst>
              </p:cNvPr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5" name="ellipse_2837">
                <a:extLst>
                  <a:ext uri="{FF2B5EF4-FFF2-40B4-BE49-F238E27FC236}">
                    <a16:creationId xmlns:a16="http://schemas.microsoft.com/office/drawing/2014/main" id="{B72A6EE8-324F-CF7B-B794-0AA1452531DB}"/>
                  </a:ext>
                </a:extLst>
              </p:cNvPr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6" name="ellipse_2838">
                <a:extLst>
                  <a:ext uri="{FF2B5EF4-FFF2-40B4-BE49-F238E27FC236}">
                    <a16:creationId xmlns:a16="http://schemas.microsoft.com/office/drawing/2014/main" id="{B3307248-9EB2-7787-61BB-CA3EBB058C60}"/>
                  </a:ext>
                </a:extLst>
              </p:cNvPr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7" name="ellipse_2839">
                <a:extLst>
                  <a:ext uri="{FF2B5EF4-FFF2-40B4-BE49-F238E27FC236}">
                    <a16:creationId xmlns:a16="http://schemas.microsoft.com/office/drawing/2014/main" id="{F539C429-6343-DDE3-C618-7EE84CD0B8A0}"/>
                  </a:ext>
                </a:extLst>
              </p:cNvPr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8" name="ellipse_2840">
                <a:extLst>
                  <a:ext uri="{FF2B5EF4-FFF2-40B4-BE49-F238E27FC236}">
                    <a16:creationId xmlns:a16="http://schemas.microsoft.com/office/drawing/2014/main" id="{177D7A64-8B69-8E10-ED95-59DC31F0EBC6}"/>
                  </a:ext>
                </a:extLst>
              </p:cNvPr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59" name="ellipse_2841">
                <a:extLst>
                  <a:ext uri="{FF2B5EF4-FFF2-40B4-BE49-F238E27FC236}">
                    <a16:creationId xmlns:a16="http://schemas.microsoft.com/office/drawing/2014/main" id="{60B6C6A4-67BC-B4D0-9836-09081FC462E6}"/>
                  </a:ext>
                </a:extLst>
              </p:cNvPr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0" name="ellipse_2842">
                <a:extLst>
                  <a:ext uri="{FF2B5EF4-FFF2-40B4-BE49-F238E27FC236}">
                    <a16:creationId xmlns:a16="http://schemas.microsoft.com/office/drawing/2014/main" id="{31992089-F0D0-883C-68B5-6E4050828402}"/>
                  </a:ext>
                </a:extLst>
              </p:cNvPr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1" name="ellipse_2843">
                <a:extLst>
                  <a:ext uri="{FF2B5EF4-FFF2-40B4-BE49-F238E27FC236}">
                    <a16:creationId xmlns:a16="http://schemas.microsoft.com/office/drawing/2014/main" id="{E04E7EC4-CD9E-FB6A-8775-40843CFEE6AE}"/>
                  </a:ext>
                </a:extLst>
              </p:cNvPr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2" name="ellipse_2844">
                <a:extLst>
                  <a:ext uri="{FF2B5EF4-FFF2-40B4-BE49-F238E27FC236}">
                    <a16:creationId xmlns:a16="http://schemas.microsoft.com/office/drawing/2014/main" id="{513C5D99-2025-FA8A-9E39-E90791CA772A}"/>
                  </a:ext>
                </a:extLst>
              </p:cNvPr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3" name="ellipse_2845">
                <a:extLst>
                  <a:ext uri="{FF2B5EF4-FFF2-40B4-BE49-F238E27FC236}">
                    <a16:creationId xmlns:a16="http://schemas.microsoft.com/office/drawing/2014/main" id="{93F19F88-F75D-9B15-0DDA-1CD55E38ECB0}"/>
                  </a:ext>
                </a:extLst>
              </p:cNvPr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4" name="ellipse_2846">
                <a:extLst>
                  <a:ext uri="{FF2B5EF4-FFF2-40B4-BE49-F238E27FC236}">
                    <a16:creationId xmlns:a16="http://schemas.microsoft.com/office/drawing/2014/main" id="{07CA20CA-32A0-3AFD-3849-DB85E56DA689}"/>
                  </a:ext>
                </a:extLst>
              </p:cNvPr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5" name="ellipse_2847">
                <a:extLst>
                  <a:ext uri="{FF2B5EF4-FFF2-40B4-BE49-F238E27FC236}">
                    <a16:creationId xmlns:a16="http://schemas.microsoft.com/office/drawing/2014/main" id="{66BD5A37-A3C6-1939-3222-D7D836D3C9B1}"/>
                  </a:ext>
                </a:extLst>
              </p:cNvPr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6" name="ellipse_2848">
                <a:extLst>
                  <a:ext uri="{FF2B5EF4-FFF2-40B4-BE49-F238E27FC236}">
                    <a16:creationId xmlns:a16="http://schemas.microsoft.com/office/drawing/2014/main" id="{A3A80ACA-D431-9B2B-C6F8-07A92B713493}"/>
                  </a:ext>
                </a:extLst>
              </p:cNvPr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7" name="ellipse_2849">
                <a:extLst>
                  <a:ext uri="{FF2B5EF4-FFF2-40B4-BE49-F238E27FC236}">
                    <a16:creationId xmlns:a16="http://schemas.microsoft.com/office/drawing/2014/main" id="{062AED4F-FC49-2E3B-F3C4-369FD1E1353B}"/>
                  </a:ext>
                </a:extLst>
              </p:cNvPr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8" name="ellipse_2850">
                <a:extLst>
                  <a:ext uri="{FF2B5EF4-FFF2-40B4-BE49-F238E27FC236}">
                    <a16:creationId xmlns:a16="http://schemas.microsoft.com/office/drawing/2014/main" id="{BF01D8C8-5BE3-5859-0052-EC79F78214E2}"/>
                  </a:ext>
                </a:extLst>
              </p:cNvPr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69" name="ellipse_2851">
                <a:extLst>
                  <a:ext uri="{FF2B5EF4-FFF2-40B4-BE49-F238E27FC236}">
                    <a16:creationId xmlns:a16="http://schemas.microsoft.com/office/drawing/2014/main" id="{BD1F77B3-E9A5-B1E8-798C-FE2AB79AF462}"/>
                  </a:ext>
                </a:extLst>
              </p:cNvPr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0" name="ellipse_2852">
                <a:extLst>
                  <a:ext uri="{FF2B5EF4-FFF2-40B4-BE49-F238E27FC236}">
                    <a16:creationId xmlns:a16="http://schemas.microsoft.com/office/drawing/2014/main" id="{2F086C12-8DDE-C0F6-0D56-9A26A94E7FEB}"/>
                  </a:ext>
                </a:extLst>
              </p:cNvPr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1" name="ellipse_2853">
                <a:extLst>
                  <a:ext uri="{FF2B5EF4-FFF2-40B4-BE49-F238E27FC236}">
                    <a16:creationId xmlns:a16="http://schemas.microsoft.com/office/drawing/2014/main" id="{C5299042-8154-F81B-BC80-9926D7B1010F}"/>
                  </a:ext>
                </a:extLst>
              </p:cNvPr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2" name="ellipse_2854">
                <a:extLst>
                  <a:ext uri="{FF2B5EF4-FFF2-40B4-BE49-F238E27FC236}">
                    <a16:creationId xmlns:a16="http://schemas.microsoft.com/office/drawing/2014/main" id="{5A5866A5-16D6-4915-6A70-1D4610C54075}"/>
                  </a:ext>
                </a:extLst>
              </p:cNvPr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3" name="ellipse_2855">
                <a:extLst>
                  <a:ext uri="{FF2B5EF4-FFF2-40B4-BE49-F238E27FC236}">
                    <a16:creationId xmlns:a16="http://schemas.microsoft.com/office/drawing/2014/main" id="{84A5AB79-7746-DE7D-E5CA-CB479053D593}"/>
                  </a:ext>
                </a:extLst>
              </p:cNvPr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4" name="ellipse_2856">
                <a:extLst>
                  <a:ext uri="{FF2B5EF4-FFF2-40B4-BE49-F238E27FC236}">
                    <a16:creationId xmlns:a16="http://schemas.microsoft.com/office/drawing/2014/main" id="{3006805B-CC43-AC71-E3ED-14A4157BB0AE}"/>
                  </a:ext>
                </a:extLst>
              </p:cNvPr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5" name="ellipse_2857">
                <a:extLst>
                  <a:ext uri="{FF2B5EF4-FFF2-40B4-BE49-F238E27FC236}">
                    <a16:creationId xmlns:a16="http://schemas.microsoft.com/office/drawing/2014/main" id="{7183CDAE-B057-404B-8CA7-DF03970F1582}"/>
                  </a:ext>
                </a:extLst>
              </p:cNvPr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6" name="ellipse_2858">
                <a:extLst>
                  <a:ext uri="{FF2B5EF4-FFF2-40B4-BE49-F238E27FC236}">
                    <a16:creationId xmlns:a16="http://schemas.microsoft.com/office/drawing/2014/main" id="{7FBA6988-9FC0-3189-B9A0-74EF644F6653}"/>
                  </a:ext>
                </a:extLst>
              </p:cNvPr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7" name="ellipse_2859">
                <a:extLst>
                  <a:ext uri="{FF2B5EF4-FFF2-40B4-BE49-F238E27FC236}">
                    <a16:creationId xmlns:a16="http://schemas.microsoft.com/office/drawing/2014/main" id="{158147E5-81CC-A751-529E-F2BCA3F20895}"/>
                  </a:ext>
                </a:extLst>
              </p:cNvPr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8" name="ellipse_2860">
                <a:extLst>
                  <a:ext uri="{FF2B5EF4-FFF2-40B4-BE49-F238E27FC236}">
                    <a16:creationId xmlns:a16="http://schemas.microsoft.com/office/drawing/2014/main" id="{91877774-5F86-DC19-8DDB-154F75FE103D}"/>
                  </a:ext>
                </a:extLst>
              </p:cNvPr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79" name="ellipse_2861">
                <a:extLst>
                  <a:ext uri="{FF2B5EF4-FFF2-40B4-BE49-F238E27FC236}">
                    <a16:creationId xmlns:a16="http://schemas.microsoft.com/office/drawing/2014/main" id="{4FE162FC-A6F9-0056-2069-0819C1BE084E}"/>
                  </a:ext>
                </a:extLst>
              </p:cNvPr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0" name="ellipse_2862">
                <a:extLst>
                  <a:ext uri="{FF2B5EF4-FFF2-40B4-BE49-F238E27FC236}">
                    <a16:creationId xmlns:a16="http://schemas.microsoft.com/office/drawing/2014/main" id="{B089793D-6A94-2173-4E2A-51DE5AD6069A}"/>
                  </a:ext>
                </a:extLst>
              </p:cNvPr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1" name="ellipse_2863">
                <a:extLst>
                  <a:ext uri="{FF2B5EF4-FFF2-40B4-BE49-F238E27FC236}">
                    <a16:creationId xmlns:a16="http://schemas.microsoft.com/office/drawing/2014/main" id="{4A20FC11-FC65-C1D5-03EE-B2EBB67FE0EC}"/>
                  </a:ext>
                </a:extLst>
              </p:cNvPr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2" name="ellipse_2864">
                <a:extLst>
                  <a:ext uri="{FF2B5EF4-FFF2-40B4-BE49-F238E27FC236}">
                    <a16:creationId xmlns:a16="http://schemas.microsoft.com/office/drawing/2014/main" id="{B62E5F49-0AFA-0EF3-2DFE-547EC040C55B}"/>
                  </a:ext>
                </a:extLst>
              </p:cNvPr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3" name="ellipse_2865">
                <a:extLst>
                  <a:ext uri="{FF2B5EF4-FFF2-40B4-BE49-F238E27FC236}">
                    <a16:creationId xmlns:a16="http://schemas.microsoft.com/office/drawing/2014/main" id="{863554B2-0D94-C6B1-427F-3E6548C1CC59}"/>
                  </a:ext>
                </a:extLst>
              </p:cNvPr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4" name="ellipse_2866">
                <a:extLst>
                  <a:ext uri="{FF2B5EF4-FFF2-40B4-BE49-F238E27FC236}">
                    <a16:creationId xmlns:a16="http://schemas.microsoft.com/office/drawing/2014/main" id="{31CC9438-277D-EDDD-C76C-E88DCC693C88}"/>
                  </a:ext>
                </a:extLst>
              </p:cNvPr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5" name="ellipse_2867">
                <a:extLst>
                  <a:ext uri="{FF2B5EF4-FFF2-40B4-BE49-F238E27FC236}">
                    <a16:creationId xmlns:a16="http://schemas.microsoft.com/office/drawing/2014/main" id="{51D6016E-2843-B907-741D-C32061392D97}"/>
                  </a:ext>
                </a:extLst>
              </p:cNvPr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6" name="ellipse_2868">
                <a:extLst>
                  <a:ext uri="{FF2B5EF4-FFF2-40B4-BE49-F238E27FC236}">
                    <a16:creationId xmlns:a16="http://schemas.microsoft.com/office/drawing/2014/main" id="{F21529B0-4618-281E-CBD5-68CAC814E8CD}"/>
                  </a:ext>
                </a:extLst>
              </p:cNvPr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587" name="ellipse_2869">
                <a:extLst>
                  <a:ext uri="{FF2B5EF4-FFF2-40B4-BE49-F238E27FC236}">
                    <a16:creationId xmlns:a16="http://schemas.microsoft.com/office/drawing/2014/main" id="{C8163A46-0633-7093-FD96-9B85AD98A9FF}"/>
                  </a:ext>
                </a:extLst>
              </p:cNvPr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588" name="Candidate blob | editable contour">
              <a:extLst>
                <a:ext uri="{FF2B5EF4-FFF2-40B4-BE49-F238E27FC236}">
                  <a16:creationId xmlns:a16="http://schemas.microsoft.com/office/drawing/2014/main" id="{A57100B0-3632-9195-D19E-AD2F7DD1CDFB}"/>
                </a:ext>
              </a:extLst>
            </p:cNvPr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9" name="ellipse_2871">
              <a:extLst>
                <a:ext uri="{FF2B5EF4-FFF2-40B4-BE49-F238E27FC236}">
                  <a16:creationId xmlns:a16="http://schemas.microsoft.com/office/drawing/2014/main" id="{7A057110-7314-29E6-45BC-C940210A8C4A}"/>
                </a:ext>
              </a:extLst>
            </p:cNvPr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0" name="Site p | geometric centre">
              <a:extLst>
                <a:ext uri="{FF2B5EF4-FFF2-40B4-BE49-F238E27FC236}">
                  <a16:creationId xmlns:a16="http://schemas.microsoft.com/office/drawing/2014/main" id="{32A2A18A-C09B-4D26-AD31-637A9EAA1519}"/>
                </a:ext>
              </a:extLst>
            </p:cNvPr>
            <p:cNvSpPr>
              <a:spLocks noGrp="1"/>
            </p:cNvSpPr>
            <p:nvPr/>
          </p:nvSpPr>
          <p:spPr>
            <a:xfrm>
              <a:off x="341982" y="5779957"/>
              <a:ext cx="30000" cy="30000"/>
            </a:xfrm>
            <a:prstGeom prst="ellipse">
              <a:avLst/>
            </a:prstGeom>
            <a:solidFill>
              <a:srgbClr val="174979"/>
            </a:solidFill>
            <a:ln w="1650">
              <a:solidFill>
                <a:srgbClr val="FFFFFF"/>
              </a:solidFill>
            </a:ln>
          </p:spPr>
        </p:sp>
        <p:sp>
          <p:nvSpPr>
            <p:cNvPr id="591" name="Text | Site p">
              <a:extLst>
                <a:ext uri="{FF2B5EF4-FFF2-40B4-BE49-F238E27FC236}">
                  <a16:creationId xmlns:a16="http://schemas.microsoft.com/office/drawing/2014/main" id="{0FB3C559-5FCF-A942-0C6F-311F77BF8BCD}"/>
                </a:ext>
              </a:extLst>
            </p:cNvPr>
            <p:cNvSpPr txBox="1"/>
            <p:nvPr/>
          </p:nvSpPr>
          <p:spPr>
            <a:xfrm>
              <a:off x="203508" y="5975415"/>
              <a:ext cx="32225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0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Site p</a:t>
              </a:r>
              <a:endParaRPr lang="en-US" sz="500"/>
            </a:p>
          </p:txBody>
        </p:sp>
        <p:sp>
          <p:nvSpPr>
            <p:cNvPr id="592" name="Text | from Find">
              <a:extLst>
                <a:ext uri="{FF2B5EF4-FFF2-40B4-BE49-F238E27FC236}">
                  <a16:creationId xmlns:a16="http://schemas.microsoft.com/office/drawing/2014/main" id="{A4DECEBC-C467-F49A-8903-C7BCD024299B}"/>
                </a:ext>
              </a:extLst>
            </p:cNvPr>
            <p:cNvSpPr txBox="1"/>
            <p:nvPr/>
          </p:nvSpPr>
          <p:spPr>
            <a:xfrm>
              <a:off x="181872" y="6070680"/>
              <a:ext cx="36552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407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from Find</a:t>
              </a:r>
              <a:endParaRPr lang="en-US" sz="407"/>
            </a:p>
          </p:txBody>
        </p:sp>
        <p:sp>
          <p:nvSpPr>
            <p:cNvPr id="593" name="Text | +">
              <a:extLst>
                <a:ext uri="{FF2B5EF4-FFF2-40B4-BE49-F238E27FC236}">
                  <a16:creationId xmlns:a16="http://schemas.microsoft.com/office/drawing/2014/main" id="{3C7BA717-4B11-7C0E-695D-F18A6BADF987}"/>
                </a:ext>
              </a:extLst>
            </p:cNvPr>
            <p:cNvSpPr txBox="1"/>
            <p:nvPr/>
          </p:nvSpPr>
          <p:spPr>
            <a:xfrm>
              <a:off x="601134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93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593"/>
            </a:p>
          </p:txBody>
        </p:sp>
        <p:grpSp>
          <p:nvGrpSpPr>
            <p:cNvPr id="594" name="d | Ligand identity: illustrative molecular graph">
              <a:extLst>
                <a:ext uri="{FF2B5EF4-FFF2-40B4-BE49-F238E27FC236}">
                  <a16:creationId xmlns:a16="http://schemas.microsoft.com/office/drawing/2014/main" id="{4B5FF03B-9939-087F-1A90-59B68227CCD0}"/>
                </a:ext>
              </a:extLst>
            </p:cNvPr>
            <p:cNvGrpSpPr/>
            <p:nvPr/>
          </p:nvGrpSpPr>
          <p:grpSpPr>
            <a:xfrm>
              <a:off x="863060" y="5744348"/>
              <a:ext cx="420988" cy="204721"/>
              <a:chOff x="863060" y="5744348"/>
              <a:chExt cx="420988" cy="204721"/>
            </a:xfrm>
          </p:grpSpPr>
          <p:cxnSp>
            <p:nvCxnSpPr>
              <p:cNvPr id="595" name="path_2875">
                <a:extLst>
                  <a:ext uri="{FF2B5EF4-FFF2-40B4-BE49-F238E27FC236}">
                    <a16:creationId xmlns:a16="http://schemas.microsoft.com/office/drawing/2014/main" id="{537C00EB-63A3-54E2-840F-755592B2D5CE}"/>
                  </a:ext>
                </a:extLst>
              </p:cNvPr>
              <p:cNvCxnSpPr/>
              <p:nvPr/>
            </p:nvCxnSpPr>
            <p:spPr>
              <a:xfrm flipH="1">
                <a:off x="956231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6" name="path_2876">
                <a:extLst>
                  <a:ext uri="{FF2B5EF4-FFF2-40B4-BE49-F238E27FC236}">
                    <a16:creationId xmlns:a16="http://schemas.microsoft.com/office/drawing/2014/main" id="{3EFCC9A4-2657-748E-3D4A-B079F987487B}"/>
                  </a:ext>
                </a:extLst>
              </p:cNvPr>
              <p:cNvCxnSpPr/>
              <p:nvPr/>
            </p:nvCxnSpPr>
            <p:spPr>
              <a:xfrm flipH="1" flipV="1">
                <a:off x="863060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7" name="path_2877">
                <a:extLst>
                  <a:ext uri="{FF2B5EF4-FFF2-40B4-BE49-F238E27FC236}">
                    <a16:creationId xmlns:a16="http://schemas.microsoft.com/office/drawing/2014/main" id="{4F972F5E-CC59-9166-7930-5C58B67060F6}"/>
                  </a:ext>
                </a:extLst>
              </p:cNvPr>
              <p:cNvCxnSpPr/>
              <p:nvPr/>
            </p:nvCxnSpPr>
            <p:spPr>
              <a:xfrm flipH="1" flipV="1">
                <a:off x="863060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8" name="path_2878">
                <a:extLst>
                  <a:ext uri="{FF2B5EF4-FFF2-40B4-BE49-F238E27FC236}">
                    <a16:creationId xmlns:a16="http://schemas.microsoft.com/office/drawing/2014/main" id="{09B48882-DC24-2F67-7B2F-514E25956416}"/>
                  </a:ext>
                </a:extLst>
              </p:cNvPr>
              <p:cNvCxnSpPr/>
              <p:nvPr/>
            </p:nvCxnSpPr>
            <p:spPr>
              <a:xfrm flipV="1">
                <a:off x="863060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99" name="path_2879">
                <a:extLst>
                  <a:ext uri="{FF2B5EF4-FFF2-40B4-BE49-F238E27FC236}">
                    <a16:creationId xmlns:a16="http://schemas.microsoft.com/office/drawing/2014/main" id="{216E8486-E6D3-4DF6-049A-31795B41AC78}"/>
                  </a:ext>
                </a:extLst>
              </p:cNvPr>
              <p:cNvCxnSpPr/>
              <p:nvPr/>
            </p:nvCxnSpPr>
            <p:spPr>
              <a:xfrm>
                <a:off x="956231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0" name="path_2880">
                <a:extLst>
                  <a:ext uri="{FF2B5EF4-FFF2-40B4-BE49-F238E27FC236}">
                    <a16:creationId xmlns:a16="http://schemas.microsoft.com/office/drawing/2014/main" id="{50277E51-18B8-37EC-C175-BFE147D83500}"/>
                  </a:ext>
                </a:extLst>
              </p:cNvPr>
              <p:cNvCxnSpPr/>
              <p:nvPr/>
            </p:nvCxnSpPr>
            <p:spPr>
              <a:xfrm flipH="1">
                <a:off x="1049401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1" name="path_2881">
                <a:extLst>
                  <a:ext uri="{FF2B5EF4-FFF2-40B4-BE49-F238E27FC236}">
                    <a16:creationId xmlns:a16="http://schemas.microsoft.com/office/drawing/2014/main" id="{A3D0771C-55F6-268B-03D5-3A96173BCC16}"/>
                  </a:ext>
                </a:extLst>
              </p:cNvPr>
              <p:cNvCxnSpPr/>
              <p:nvPr/>
            </p:nvCxnSpPr>
            <p:spPr>
              <a:xfrm flipV="1">
                <a:off x="1049401" y="5768591"/>
                <a:ext cx="83267" cy="12929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2" name="path_2882">
                <a:extLst>
                  <a:ext uri="{FF2B5EF4-FFF2-40B4-BE49-F238E27FC236}">
                    <a16:creationId xmlns:a16="http://schemas.microsoft.com/office/drawing/2014/main" id="{AF0829CA-4B4E-389A-6316-16E31B819C92}"/>
                  </a:ext>
                </a:extLst>
              </p:cNvPr>
              <p:cNvCxnSpPr/>
              <p:nvPr/>
            </p:nvCxnSpPr>
            <p:spPr>
              <a:xfrm>
                <a:off x="1132668" y="5768591"/>
                <a:ext cx="60247" cy="565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3" name="path_2883">
                <a:extLst>
                  <a:ext uri="{FF2B5EF4-FFF2-40B4-BE49-F238E27FC236}">
                    <a16:creationId xmlns:a16="http://schemas.microsoft.com/office/drawing/2014/main" id="{9B328243-16B8-D8AA-964E-79E3A83A1DE6}"/>
                  </a:ext>
                </a:extLst>
              </p:cNvPr>
              <p:cNvCxnSpPr/>
              <p:nvPr/>
            </p:nvCxnSpPr>
            <p:spPr>
              <a:xfrm flipH="1">
                <a:off x="956231" y="5888677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4" name="path_2884">
                <a:extLst>
                  <a:ext uri="{FF2B5EF4-FFF2-40B4-BE49-F238E27FC236}">
                    <a16:creationId xmlns:a16="http://schemas.microsoft.com/office/drawing/2014/main" id="{49F67EEA-A26A-AEF1-5779-D2FA928CF25B}"/>
                  </a:ext>
                </a:extLst>
              </p:cNvPr>
              <p:cNvCxnSpPr/>
              <p:nvPr/>
            </p:nvCxnSpPr>
            <p:spPr>
              <a:xfrm flipH="1" flipV="1">
                <a:off x="879831" y="5804741"/>
                <a:ext cx="0" cy="83936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05" name="path_2885">
                <a:extLst>
                  <a:ext uri="{FF2B5EF4-FFF2-40B4-BE49-F238E27FC236}">
                    <a16:creationId xmlns:a16="http://schemas.microsoft.com/office/drawing/2014/main" id="{A060A7C4-ECA0-68C5-2949-F2F9F8791D23}"/>
                  </a:ext>
                </a:extLst>
              </p:cNvPr>
              <p:cNvCxnSpPr/>
              <p:nvPr/>
            </p:nvCxnSpPr>
            <p:spPr>
              <a:xfrm>
                <a:off x="956231" y="5762773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6" name="Text | O">
                <a:extLst>
                  <a:ext uri="{FF2B5EF4-FFF2-40B4-BE49-F238E27FC236}">
                    <a16:creationId xmlns:a16="http://schemas.microsoft.com/office/drawing/2014/main" id="{5B538A16-1EA4-66E6-20A0-F509B303652E}"/>
                  </a:ext>
                </a:extLst>
              </p:cNvPr>
              <p:cNvSpPr txBox="1"/>
              <p:nvPr/>
            </p:nvSpPr>
            <p:spPr>
              <a:xfrm>
                <a:off x="1206055" y="578245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r>
                  <a:rPr lang="en-US" sz="37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370"/>
              </a:p>
            </p:txBody>
          </p:sp>
        </p:grpSp>
        <p:sp>
          <p:nvSpPr>
            <p:cNvPr id="607" name="Text | SMILES">
              <a:extLst>
                <a:ext uri="{FF2B5EF4-FFF2-40B4-BE49-F238E27FC236}">
                  <a16:creationId xmlns:a16="http://schemas.microsoft.com/office/drawing/2014/main" id="{6422873E-1A35-0B33-3652-5579B64B71E3}"/>
                </a:ext>
              </a:extLst>
            </p:cNvPr>
            <p:cNvSpPr txBox="1"/>
            <p:nvPr/>
          </p:nvSpPr>
          <p:spPr>
            <a:xfrm>
              <a:off x="786913" y="5975415"/>
              <a:ext cx="39717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0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SMILES</a:t>
              </a:r>
              <a:endParaRPr lang="en-US" sz="500"/>
            </a:p>
          </p:txBody>
        </p:sp>
        <p:sp>
          <p:nvSpPr>
            <p:cNvPr id="608" name="Text | +">
              <a:extLst>
                <a:ext uri="{FF2B5EF4-FFF2-40B4-BE49-F238E27FC236}">
                  <a16:creationId xmlns:a16="http://schemas.microsoft.com/office/drawing/2014/main" id="{D0C187C4-B554-550A-D157-BC0D8A8CD46A}"/>
                </a:ext>
              </a:extLst>
            </p:cNvPr>
            <p:cNvSpPr txBox="1"/>
            <p:nvPr/>
          </p:nvSpPr>
          <p:spPr>
            <a:xfrm>
              <a:off x="1267989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93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593"/>
            </a:p>
          </p:txBody>
        </p:sp>
        <p:grpSp>
          <p:nvGrpSpPr>
            <p:cNvPr id="609" name="d | Pocket: local receptor environment">
              <a:extLst>
                <a:ext uri="{FF2B5EF4-FFF2-40B4-BE49-F238E27FC236}">
                  <a16:creationId xmlns:a16="http://schemas.microsoft.com/office/drawing/2014/main" id="{9AC254AC-A713-1B87-A80E-353B5730BB49}"/>
                </a:ext>
              </a:extLst>
            </p:cNvPr>
            <p:cNvGrpSpPr/>
            <p:nvPr/>
          </p:nvGrpSpPr>
          <p:grpSpPr>
            <a:xfrm>
              <a:off x="1411968" y="5662376"/>
              <a:ext cx="418007" cy="338292"/>
              <a:chOff x="1411968" y="5662376"/>
              <a:chExt cx="418007" cy="338292"/>
            </a:xfrm>
          </p:grpSpPr>
          <p:sp>
            <p:nvSpPr>
              <p:cNvPr id="610" name="ellipse_2889">
                <a:extLst>
                  <a:ext uri="{FF2B5EF4-FFF2-40B4-BE49-F238E27FC236}">
                    <a16:creationId xmlns:a16="http://schemas.microsoft.com/office/drawing/2014/main" id="{F6F42009-9F91-D84F-A7A7-1F1521BF7734}"/>
                  </a:ext>
                </a:extLst>
              </p:cNvPr>
              <p:cNvSpPr/>
              <p:nvPr/>
            </p:nvSpPr>
            <p:spPr>
              <a:xfrm>
                <a:off x="1477028" y="5730123"/>
                <a:ext cx="31529" cy="315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1" name="ellipse_2890">
                <a:extLst>
                  <a:ext uri="{FF2B5EF4-FFF2-40B4-BE49-F238E27FC236}">
                    <a16:creationId xmlns:a16="http://schemas.microsoft.com/office/drawing/2014/main" id="{045AB32F-9C7A-C3A5-FFA2-14BEBA77A24B}"/>
                  </a:ext>
                </a:extLst>
              </p:cNvPr>
              <p:cNvSpPr/>
              <p:nvPr/>
            </p:nvSpPr>
            <p:spPr>
              <a:xfrm>
                <a:off x="1413313" y="5768742"/>
                <a:ext cx="29533" cy="29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2" name="ellipse_2891">
                <a:extLst>
                  <a:ext uri="{FF2B5EF4-FFF2-40B4-BE49-F238E27FC236}">
                    <a16:creationId xmlns:a16="http://schemas.microsoft.com/office/drawing/2014/main" id="{AFA5997E-E0A6-69AD-F436-10F198E6D7DF}"/>
                  </a:ext>
                </a:extLst>
              </p:cNvPr>
              <p:cNvSpPr/>
              <p:nvPr/>
            </p:nvSpPr>
            <p:spPr>
              <a:xfrm>
                <a:off x="1606772" y="5962955"/>
                <a:ext cx="37712" cy="377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3" name="ellipse_2892">
                <a:extLst>
                  <a:ext uri="{FF2B5EF4-FFF2-40B4-BE49-F238E27FC236}">
                    <a16:creationId xmlns:a16="http://schemas.microsoft.com/office/drawing/2014/main" id="{D318EF96-C722-3435-32BD-E6834D0C9CC0}"/>
                  </a:ext>
                </a:extLst>
              </p:cNvPr>
              <p:cNvSpPr/>
              <p:nvPr/>
            </p:nvSpPr>
            <p:spPr>
              <a:xfrm>
                <a:off x="1692365" y="5876366"/>
                <a:ext cx="39137" cy="39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4" name="ellipse_2893">
                <a:extLst>
                  <a:ext uri="{FF2B5EF4-FFF2-40B4-BE49-F238E27FC236}">
                    <a16:creationId xmlns:a16="http://schemas.microsoft.com/office/drawing/2014/main" id="{B33AF6AB-20B1-BF22-6040-98A3D48296EC}"/>
                  </a:ext>
                </a:extLst>
              </p:cNvPr>
              <p:cNvSpPr/>
              <p:nvPr/>
            </p:nvSpPr>
            <p:spPr>
              <a:xfrm>
                <a:off x="1446482" y="5820853"/>
                <a:ext cx="35562" cy="3556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5" name="ellipse_2894">
                <a:extLst>
                  <a:ext uri="{FF2B5EF4-FFF2-40B4-BE49-F238E27FC236}">
                    <a16:creationId xmlns:a16="http://schemas.microsoft.com/office/drawing/2014/main" id="{C45B3963-6459-8745-7FD7-27B22996534E}"/>
                  </a:ext>
                </a:extLst>
              </p:cNvPr>
              <p:cNvSpPr/>
              <p:nvPr/>
            </p:nvSpPr>
            <p:spPr>
              <a:xfrm>
                <a:off x="1411968" y="5817386"/>
                <a:ext cx="29762" cy="29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6" name="ellipse_2895">
                <a:extLst>
                  <a:ext uri="{FF2B5EF4-FFF2-40B4-BE49-F238E27FC236}">
                    <a16:creationId xmlns:a16="http://schemas.microsoft.com/office/drawing/2014/main" id="{AE1EB2BA-1604-5C86-6ED2-4B22404B98F8}"/>
                  </a:ext>
                </a:extLst>
              </p:cNvPr>
              <p:cNvSpPr/>
              <p:nvPr/>
            </p:nvSpPr>
            <p:spPr>
              <a:xfrm>
                <a:off x="1469529" y="5784286"/>
                <a:ext cx="35695" cy="3569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7" name="ellipse_2896">
                <a:extLst>
                  <a:ext uri="{FF2B5EF4-FFF2-40B4-BE49-F238E27FC236}">
                    <a16:creationId xmlns:a16="http://schemas.microsoft.com/office/drawing/2014/main" id="{4FB62A94-D032-B3F6-C1DF-DCB4EC47EC3F}"/>
                  </a:ext>
                </a:extLst>
              </p:cNvPr>
              <p:cNvSpPr/>
              <p:nvPr/>
            </p:nvSpPr>
            <p:spPr>
              <a:xfrm>
                <a:off x="1485370" y="5743617"/>
                <a:ext cx="39374" cy="3937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8" name="ellipse_2897">
                <a:extLst>
                  <a:ext uri="{FF2B5EF4-FFF2-40B4-BE49-F238E27FC236}">
                    <a16:creationId xmlns:a16="http://schemas.microsoft.com/office/drawing/2014/main" id="{0FD46FB7-160E-6C5D-7685-6DDEEFDE8C14}"/>
                  </a:ext>
                </a:extLst>
              </p:cNvPr>
              <p:cNvSpPr/>
              <p:nvPr/>
            </p:nvSpPr>
            <p:spPr>
              <a:xfrm>
                <a:off x="1543334" y="5929029"/>
                <a:ext cx="29140" cy="291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19" name="ellipse_2898">
                <a:extLst>
                  <a:ext uri="{FF2B5EF4-FFF2-40B4-BE49-F238E27FC236}">
                    <a16:creationId xmlns:a16="http://schemas.microsoft.com/office/drawing/2014/main" id="{091752B4-92B8-7508-8020-9D44A88F777F}"/>
                  </a:ext>
                </a:extLst>
              </p:cNvPr>
              <p:cNvSpPr/>
              <p:nvPr/>
            </p:nvSpPr>
            <p:spPr>
              <a:xfrm>
                <a:off x="1466275" y="5765882"/>
                <a:ext cx="25820" cy="258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0" name="ellipse_2899">
                <a:extLst>
                  <a:ext uri="{FF2B5EF4-FFF2-40B4-BE49-F238E27FC236}">
                    <a16:creationId xmlns:a16="http://schemas.microsoft.com/office/drawing/2014/main" id="{4DE6B3DF-A47F-57FD-F28D-EFC2269BF94F}"/>
                  </a:ext>
                </a:extLst>
              </p:cNvPr>
              <p:cNvSpPr/>
              <p:nvPr/>
            </p:nvSpPr>
            <p:spPr>
              <a:xfrm>
                <a:off x="1582840" y="5966745"/>
                <a:ext cx="30939" cy="3093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1" name="ellipse_2900">
                <a:extLst>
                  <a:ext uri="{FF2B5EF4-FFF2-40B4-BE49-F238E27FC236}">
                    <a16:creationId xmlns:a16="http://schemas.microsoft.com/office/drawing/2014/main" id="{62AA9303-85C8-8635-0C9B-5090E17ACDC2}"/>
                  </a:ext>
                </a:extLst>
              </p:cNvPr>
              <p:cNvSpPr/>
              <p:nvPr/>
            </p:nvSpPr>
            <p:spPr>
              <a:xfrm>
                <a:off x="1507992" y="5722896"/>
                <a:ext cx="33525" cy="33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2" name="ellipse_2901">
                <a:extLst>
                  <a:ext uri="{FF2B5EF4-FFF2-40B4-BE49-F238E27FC236}">
                    <a16:creationId xmlns:a16="http://schemas.microsoft.com/office/drawing/2014/main" id="{814B139D-1870-EACD-85C0-03B261A5C8B5}"/>
                  </a:ext>
                </a:extLst>
              </p:cNvPr>
              <p:cNvSpPr/>
              <p:nvPr/>
            </p:nvSpPr>
            <p:spPr>
              <a:xfrm>
                <a:off x="1455591" y="5791788"/>
                <a:ext cx="31551" cy="3155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3" name="ellipse_2902">
                <a:extLst>
                  <a:ext uri="{FF2B5EF4-FFF2-40B4-BE49-F238E27FC236}">
                    <a16:creationId xmlns:a16="http://schemas.microsoft.com/office/drawing/2014/main" id="{105F774C-40DA-0AB9-F834-DAC9C6CBA535}"/>
                  </a:ext>
                </a:extLst>
              </p:cNvPr>
              <p:cNvSpPr/>
              <p:nvPr/>
            </p:nvSpPr>
            <p:spPr>
              <a:xfrm>
                <a:off x="1565027" y="5913802"/>
                <a:ext cx="34699" cy="346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4" name="ellipse_2903">
                <a:extLst>
                  <a:ext uri="{FF2B5EF4-FFF2-40B4-BE49-F238E27FC236}">
                    <a16:creationId xmlns:a16="http://schemas.microsoft.com/office/drawing/2014/main" id="{9F95DB6C-A3A9-3FAE-E70E-154CB4C5612F}"/>
                  </a:ext>
                </a:extLst>
              </p:cNvPr>
              <p:cNvSpPr/>
              <p:nvPr/>
            </p:nvSpPr>
            <p:spPr>
              <a:xfrm>
                <a:off x="1592477" y="5951568"/>
                <a:ext cx="38059" cy="38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5" name="ellipse_2904">
                <a:extLst>
                  <a:ext uri="{FF2B5EF4-FFF2-40B4-BE49-F238E27FC236}">
                    <a16:creationId xmlns:a16="http://schemas.microsoft.com/office/drawing/2014/main" id="{72D1D5B5-5E58-D72B-34B8-88C8349C8F0B}"/>
                  </a:ext>
                </a:extLst>
              </p:cNvPr>
              <p:cNvSpPr/>
              <p:nvPr/>
            </p:nvSpPr>
            <p:spPr>
              <a:xfrm>
                <a:off x="1755519" y="5859269"/>
                <a:ext cx="33604" cy="33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6" name="ellipse_2905">
                <a:extLst>
                  <a:ext uri="{FF2B5EF4-FFF2-40B4-BE49-F238E27FC236}">
                    <a16:creationId xmlns:a16="http://schemas.microsoft.com/office/drawing/2014/main" id="{42FBC5A2-A375-AF82-B9DD-98C16577EF47}"/>
                  </a:ext>
                </a:extLst>
              </p:cNvPr>
              <p:cNvSpPr/>
              <p:nvPr/>
            </p:nvSpPr>
            <p:spPr>
              <a:xfrm>
                <a:off x="1714504" y="5932612"/>
                <a:ext cx="32252" cy="3225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7" name="ellipse_2906">
                <a:extLst>
                  <a:ext uri="{FF2B5EF4-FFF2-40B4-BE49-F238E27FC236}">
                    <a16:creationId xmlns:a16="http://schemas.microsoft.com/office/drawing/2014/main" id="{F7F2B472-4F55-3640-AB61-402F08A4A605}"/>
                  </a:ext>
                </a:extLst>
              </p:cNvPr>
              <p:cNvSpPr/>
              <p:nvPr/>
            </p:nvSpPr>
            <p:spPr>
              <a:xfrm>
                <a:off x="1739282" y="5823798"/>
                <a:ext cx="27565" cy="275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8" name="ellipse_2907">
                <a:extLst>
                  <a:ext uri="{FF2B5EF4-FFF2-40B4-BE49-F238E27FC236}">
                    <a16:creationId xmlns:a16="http://schemas.microsoft.com/office/drawing/2014/main" id="{C774233C-40B5-07E7-0A55-13D4EE18021E}"/>
                  </a:ext>
                </a:extLst>
              </p:cNvPr>
              <p:cNvSpPr/>
              <p:nvPr/>
            </p:nvSpPr>
            <p:spPr>
              <a:xfrm>
                <a:off x="1477659" y="5897421"/>
                <a:ext cx="33413" cy="33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29" name="ellipse_2908">
                <a:extLst>
                  <a:ext uri="{FF2B5EF4-FFF2-40B4-BE49-F238E27FC236}">
                    <a16:creationId xmlns:a16="http://schemas.microsoft.com/office/drawing/2014/main" id="{18E561CE-C0D4-5882-4DBC-020E399CF9B9}"/>
                  </a:ext>
                </a:extLst>
              </p:cNvPr>
              <p:cNvSpPr/>
              <p:nvPr/>
            </p:nvSpPr>
            <p:spPr>
              <a:xfrm>
                <a:off x="1671524" y="5897894"/>
                <a:ext cx="34031" cy="34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0" name="ellipse_2909">
                <a:extLst>
                  <a:ext uri="{FF2B5EF4-FFF2-40B4-BE49-F238E27FC236}">
                    <a16:creationId xmlns:a16="http://schemas.microsoft.com/office/drawing/2014/main" id="{3B4AA6EE-FE09-CF47-A222-58CBF0AE7A5B}"/>
                  </a:ext>
                </a:extLst>
              </p:cNvPr>
              <p:cNvSpPr/>
              <p:nvPr/>
            </p:nvSpPr>
            <p:spPr>
              <a:xfrm>
                <a:off x="1742971" y="5773835"/>
                <a:ext cx="35121" cy="3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1" name="ellipse_2910">
                <a:extLst>
                  <a:ext uri="{FF2B5EF4-FFF2-40B4-BE49-F238E27FC236}">
                    <a16:creationId xmlns:a16="http://schemas.microsoft.com/office/drawing/2014/main" id="{440DE651-BCFE-000A-17BE-AC0E18E1CC9A}"/>
                  </a:ext>
                </a:extLst>
              </p:cNvPr>
              <p:cNvSpPr/>
              <p:nvPr/>
            </p:nvSpPr>
            <p:spPr>
              <a:xfrm>
                <a:off x="1555987" y="5962446"/>
                <a:ext cx="25963" cy="2596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2" name="ellipse_2911">
                <a:extLst>
                  <a:ext uri="{FF2B5EF4-FFF2-40B4-BE49-F238E27FC236}">
                    <a16:creationId xmlns:a16="http://schemas.microsoft.com/office/drawing/2014/main" id="{EC2FBFE7-DAE9-F29A-DD1D-84C979220963}"/>
                  </a:ext>
                </a:extLst>
              </p:cNvPr>
              <p:cNvSpPr/>
              <p:nvPr/>
            </p:nvSpPr>
            <p:spPr>
              <a:xfrm>
                <a:off x="1725888" y="5766654"/>
                <a:ext cx="33262" cy="332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3" name="ellipse_2912">
                <a:extLst>
                  <a:ext uri="{FF2B5EF4-FFF2-40B4-BE49-F238E27FC236}">
                    <a16:creationId xmlns:a16="http://schemas.microsoft.com/office/drawing/2014/main" id="{DB9DF0BA-713A-C761-5B96-AA0C67EA8663}"/>
                  </a:ext>
                </a:extLst>
              </p:cNvPr>
              <p:cNvSpPr/>
              <p:nvPr/>
            </p:nvSpPr>
            <p:spPr>
              <a:xfrm>
                <a:off x="1638437" y="5914338"/>
                <a:ext cx="38036" cy="380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4" name="ellipse_2913">
                <a:extLst>
                  <a:ext uri="{FF2B5EF4-FFF2-40B4-BE49-F238E27FC236}">
                    <a16:creationId xmlns:a16="http://schemas.microsoft.com/office/drawing/2014/main" id="{94BAAEF8-DFDF-969A-C87E-D13B3196CE8D}"/>
                  </a:ext>
                </a:extLst>
              </p:cNvPr>
              <p:cNvSpPr/>
              <p:nvPr/>
            </p:nvSpPr>
            <p:spPr>
              <a:xfrm>
                <a:off x="1469814" y="5810243"/>
                <a:ext cx="26475" cy="26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5" name="ellipse_2914">
                <a:extLst>
                  <a:ext uri="{FF2B5EF4-FFF2-40B4-BE49-F238E27FC236}">
                    <a16:creationId xmlns:a16="http://schemas.microsoft.com/office/drawing/2014/main" id="{8B4824DC-B5E4-95D3-8162-FF95840CF850}"/>
                  </a:ext>
                </a:extLst>
              </p:cNvPr>
              <p:cNvSpPr/>
              <p:nvPr/>
            </p:nvSpPr>
            <p:spPr>
              <a:xfrm>
                <a:off x="1604446" y="5912480"/>
                <a:ext cx="25177" cy="251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6" name="ellipse_2915">
                <a:extLst>
                  <a:ext uri="{FF2B5EF4-FFF2-40B4-BE49-F238E27FC236}">
                    <a16:creationId xmlns:a16="http://schemas.microsoft.com/office/drawing/2014/main" id="{CFA15D71-CFCC-2A95-A285-E7717C19B74B}"/>
                  </a:ext>
                </a:extLst>
              </p:cNvPr>
              <p:cNvSpPr/>
              <p:nvPr/>
            </p:nvSpPr>
            <p:spPr>
              <a:xfrm>
                <a:off x="1537160" y="5725932"/>
                <a:ext cx="26446" cy="2644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7" name="ellipse_2916">
                <a:extLst>
                  <a:ext uri="{FF2B5EF4-FFF2-40B4-BE49-F238E27FC236}">
                    <a16:creationId xmlns:a16="http://schemas.microsoft.com/office/drawing/2014/main" id="{C2AC5A4E-F3C5-03F4-D3C1-073A3BB34E62}"/>
                  </a:ext>
                </a:extLst>
              </p:cNvPr>
              <p:cNvSpPr/>
              <p:nvPr/>
            </p:nvSpPr>
            <p:spPr>
              <a:xfrm>
                <a:off x="1627934" y="5686479"/>
                <a:ext cx="28884" cy="288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8" name="ellipse_2917">
                <a:extLst>
                  <a:ext uri="{FF2B5EF4-FFF2-40B4-BE49-F238E27FC236}">
                    <a16:creationId xmlns:a16="http://schemas.microsoft.com/office/drawing/2014/main" id="{8C256738-8E53-9CE7-A6B1-7446A23851A0}"/>
                  </a:ext>
                </a:extLst>
              </p:cNvPr>
              <p:cNvSpPr/>
              <p:nvPr/>
            </p:nvSpPr>
            <p:spPr>
              <a:xfrm>
                <a:off x="1673455" y="5697854"/>
                <a:ext cx="24843" cy="24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39" name="ellipse_2918">
                <a:extLst>
                  <a:ext uri="{FF2B5EF4-FFF2-40B4-BE49-F238E27FC236}">
                    <a16:creationId xmlns:a16="http://schemas.microsoft.com/office/drawing/2014/main" id="{563AED87-5DE7-3766-BF3B-B96ECDE955BD}"/>
                  </a:ext>
                </a:extLst>
              </p:cNvPr>
              <p:cNvSpPr/>
              <p:nvPr/>
            </p:nvSpPr>
            <p:spPr>
              <a:xfrm>
                <a:off x="1740188" y="5843935"/>
                <a:ext cx="33634" cy="3363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0" name="ellipse_2919">
                <a:extLst>
                  <a:ext uri="{FF2B5EF4-FFF2-40B4-BE49-F238E27FC236}">
                    <a16:creationId xmlns:a16="http://schemas.microsoft.com/office/drawing/2014/main" id="{330F0537-6D89-A876-DEE5-7DDEE7627645}"/>
                  </a:ext>
                </a:extLst>
              </p:cNvPr>
              <p:cNvSpPr/>
              <p:nvPr/>
            </p:nvSpPr>
            <p:spPr>
              <a:xfrm>
                <a:off x="1747527" y="5782823"/>
                <a:ext cx="38868" cy="38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1" name="ellipse_2920">
                <a:extLst>
                  <a:ext uri="{FF2B5EF4-FFF2-40B4-BE49-F238E27FC236}">
                    <a16:creationId xmlns:a16="http://schemas.microsoft.com/office/drawing/2014/main" id="{94C757A5-D798-CBFD-6440-152BCEB3B856}"/>
                  </a:ext>
                </a:extLst>
              </p:cNvPr>
              <p:cNvSpPr/>
              <p:nvPr/>
            </p:nvSpPr>
            <p:spPr>
              <a:xfrm>
                <a:off x="1601887" y="5948096"/>
                <a:ext cx="25828" cy="25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2" name="ellipse_2921">
                <a:extLst>
                  <a:ext uri="{FF2B5EF4-FFF2-40B4-BE49-F238E27FC236}">
                    <a16:creationId xmlns:a16="http://schemas.microsoft.com/office/drawing/2014/main" id="{EBC8D83C-ACA0-D0E0-287B-62EBDD333AE0}"/>
                  </a:ext>
                </a:extLst>
              </p:cNvPr>
              <p:cNvSpPr/>
              <p:nvPr/>
            </p:nvSpPr>
            <p:spPr>
              <a:xfrm>
                <a:off x="1749582" y="5888113"/>
                <a:ext cx="36487" cy="3648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3" name="ellipse_2922">
                <a:extLst>
                  <a:ext uri="{FF2B5EF4-FFF2-40B4-BE49-F238E27FC236}">
                    <a16:creationId xmlns:a16="http://schemas.microsoft.com/office/drawing/2014/main" id="{A7DA2629-9185-DD7B-932A-CC9039FF67E7}"/>
                  </a:ext>
                </a:extLst>
              </p:cNvPr>
              <p:cNvSpPr/>
              <p:nvPr/>
            </p:nvSpPr>
            <p:spPr>
              <a:xfrm>
                <a:off x="1731701" y="5860783"/>
                <a:ext cx="23989" cy="239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4" name="ellipse_2923">
                <a:extLst>
                  <a:ext uri="{FF2B5EF4-FFF2-40B4-BE49-F238E27FC236}">
                    <a16:creationId xmlns:a16="http://schemas.microsoft.com/office/drawing/2014/main" id="{3BBDF1A6-21C9-D7EB-729E-B25FC2DD6EB9}"/>
                  </a:ext>
                </a:extLst>
              </p:cNvPr>
              <p:cNvSpPr/>
              <p:nvPr/>
            </p:nvSpPr>
            <p:spPr>
              <a:xfrm>
                <a:off x="1759056" y="5817672"/>
                <a:ext cx="28808" cy="28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5" name="ellipse_2924">
                <a:extLst>
                  <a:ext uri="{FF2B5EF4-FFF2-40B4-BE49-F238E27FC236}">
                    <a16:creationId xmlns:a16="http://schemas.microsoft.com/office/drawing/2014/main" id="{3D08E5B1-4348-ED8A-4E1A-5DEFEF513C19}"/>
                  </a:ext>
                </a:extLst>
              </p:cNvPr>
              <p:cNvSpPr/>
              <p:nvPr/>
            </p:nvSpPr>
            <p:spPr>
              <a:xfrm>
                <a:off x="1547821" y="5674848"/>
                <a:ext cx="24536" cy="245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6" name="ellipse_2925">
                <a:extLst>
                  <a:ext uri="{FF2B5EF4-FFF2-40B4-BE49-F238E27FC236}">
                    <a16:creationId xmlns:a16="http://schemas.microsoft.com/office/drawing/2014/main" id="{7A0A60F6-862F-BDFD-7F88-142229790E2D}"/>
                  </a:ext>
                </a:extLst>
              </p:cNvPr>
              <p:cNvSpPr/>
              <p:nvPr/>
            </p:nvSpPr>
            <p:spPr>
              <a:xfrm>
                <a:off x="1436856" y="5736363"/>
                <a:ext cx="23841" cy="238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7" name="ellipse_2926">
                <a:extLst>
                  <a:ext uri="{FF2B5EF4-FFF2-40B4-BE49-F238E27FC236}">
                    <a16:creationId xmlns:a16="http://schemas.microsoft.com/office/drawing/2014/main" id="{2028B717-AF58-0FEB-8422-CEA589F88B23}"/>
                  </a:ext>
                </a:extLst>
              </p:cNvPr>
              <p:cNvSpPr/>
              <p:nvPr/>
            </p:nvSpPr>
            <p:spPr>
              <a:xfrm>
                <a:off x="1457390" y="5888267"/>
                <a:ext cx="35961" cy="359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8" name="ellipse_2927">
                <a:extLst>
                  <a:ext uri="{FF2B5EF4-FFF2-40B4-BE49-F238E27FC236}">
                    <a16:creationId xmlns:a16="http://schemas.microsoft.com/office/drawing/2014/main" id="{DAA61825-7DB0-0DAB-C675-8140DC25E0E1}"/>
                  </a:ext>
                </a:extLst>
              </p:cNvPr>
              <p:cNvSpPr/>
              <p:nvPr/>
            </p:nvSpPr>
            <p:spPr>
              <a:xfrm>
                <a:off x="1428158" y="5810865"/>
                <a:ext cx="33956" cy="3395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49" name="ellipse_2928">
                <a:extLst>
                  <a:ext uri="{FF2B5EF4-FFF2-40B4-BE49-F238E27FC236}">
                    <a16:creationId xmlns:a16="http://schemas.microsoft.com/office/drawing/2014/main" id="{9BCE55E4-EAC0-F05A-3021-330E38B489C2}"/>
                  </a:ext>
                </a:extLst>
              </p:cNvPr>
              <p:cNvSpPr/>
              <p:nvPr/>
            </p:nvSpPr>
            <p:spPr>
              <a:xfrm>
                <a:off x="1806304" y="5819862"/>
                <a:ext cx="23670" cy="2367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0" name="ellipse_2929">
                <a:extLst>
                  <a:ext uri="{FF2B5EF4-FFF2-40B4-BE49-F238E27FC236}">
                    <a16:creationId xmlns:a16="http://schemas.microsoft.com/office/drawing/2014/main" id="{429E55D0-D4C1-3573-3786-DDF26EF377B4}"/>
                  </a:ext>
                </a:extLst>
              </p:cNvPr>
              <p:cNvSpPr/>
              <p:nvPr/>
            </p:nvSpPr>
            <p:spPr>
              <a:xfrm>
                <a:off x="1627313" y="5712973"/>
                <a:ext cx="37885" cy="378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1" name="ellipse_2930">
                <a:extLst>
                  <a:ext uri="{FF2B5EF4-FFF2-40B4-BE49-F238E27FC236}">
                    <a16:creationId xmlns:a16="http://schemas.microsoft.com/office/drawing/2014/main" id="{5DC9C39E-63E1-4C3A-3776-DF8C4D1C1AB9}"/>
                  </a:ext>
                </a:extLst>
              </p:cNvPr>
              <p:cNvSpPr/>
              <p:nvPr/>
            </p:nvSpPr>
            <p:spPr>
              <a:xfrm>
                <a:off x="1710685" y="5883673"/>
                <a:ext cx="23533" cy="23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2" name="ellipse_2931">
                <a:extLst>
                  <a:ext uri="{FF2B5EF4-FFF2-40B4-BE49-F238E27FC236}">
                    <a16:creationId xmlns:a16="http://schemas.microsoft.com/office/drawing/2014/main" id="{EB276664-B994-6526-C319-6B7961DC9914}"/>
                  </a:ext>
                </a:extLst>
              </p:cNvPr>
              <p:cNvSpPr/>
              <p:nvPr/>
            </p:nvSpPr>
            <p:spPr>
              <a:xfrm>
                <a:off x="1694615" y="5911084"/>
                <a:ext cx="29708" cy="29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3" name="ellipse_2932">
                <a:extLst>
                  <a:ext uri="{FF2B5EF4-FFF2-40B4-BE49-F238E27FC236}">
                    <a16:creationId xmlns:a16="http://schemas.microsoft.com/office/drawing/2014/main" id="{3654202C-0E59-35EC-5848-001B215FA4B9}"/>
                  </a:ext>
                </a:extLst>
              </p:cNvPr>
              <p:cNvSpPr/>
              <p:nvPr/>
            </p:nvSpPr>
            <p:spPr>
              <a:xfrm>
                <a:off x="1701593" y="5924380"/>
                <a:ext cx="23793" cy="2379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4" name="ellipse_2933">
                <a:extLst>
                  <a:ext uri="{FF2B5EF4-FFF2-40B4-BE49-F238E27FC236}">
                    <a16:creationId xmlns:a16="http://schemas.microsoft.com/office/drawing/2014/main" id="{3B974907-5666-26CF-ACE4-916A13C13327}"/>
                  </a:ext>
                </a:extLst>
              </p:cNvPr>
              <p:cNvSpPr/>
              <p:nvPr/>
            </p:nvSpPr>
            <p:spPr>
              <a:xfrm>
                <a:off x="1599033" y="5681949"/>
                <a:ext cx="29376" cy="29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5" name="ellipse_2934">
                <a:extLst>
                  <a:ext uri="{FF2B5EF4-FFF2-40B4-BE49-F238E27FC236}">
                    <a16:creationId xmlns:a16="http://schemas.microsoft.com/office/drawing/2014/main" id="{C59FB2D6-1DFD-AA3B-DC85-0B82DB24C1CF}"/>
                  </a:ext>
                </a:extLst>
              </p:cNvPr>
              <p:cNvSpPr/>
              <p:nvPr/>
            </p:nvSpPr>
            <p:spPr>
              <a:xfrm>
                <a:off x="1706363" y="5885733"/>
                <a:ext cx="27882" cy="2788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6" name="ellipse_2935">
                <a:extLst>
                  <a:ext uri="{FF2B5EF4-FFF2-40B4-BE49-F238E27FC236}">
                    <a16:creationId xmlns:a16="http://schemas.microsoft.com/office/drawing/2014/main" id="{A7C3B77F-B851-4E35-BD07-0F367812EB9A}"/>
                  </a:ext>
                </a:extLst>
              </p:cNvPr>
              <p:cNvSpPr/>
              <p:nvPr/>
            </p:nvSpPr>
            <p:spPr>
              <a:xfrm>
                <a:off x="1644117" y="5927383"/>
                <a:ext cx="31868" cy="31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7" name="ellipse_2936">
                <a:extLst>
                  <a:ext uri="{FF2B5EF4-FFF2-40B4-BE49-F238E27FC236}">
                    <a16:creationId xmlns:a16="http://schemas.microsoft.com/office/drawing/2014/main" id="{EFDFC850-01C3-50CD-A91A-EBB0588B5830}"/>
                  </a:ext>
                </a:extLst>
              </p:cNvPr>
              <p:cNvSpPr/>
              <p:nvPr/>
            </p:nvSpPr>
            <p:spPr>
              <a:xfrm>
                <a:off x="1582830" y="5913046"/>
                <a:ext cx="31662" cy="31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8" name="ellipse_2937">
                <a:extLst>
                  <a:ext uri="{FF2B5EF4-FFF2-40B4-BE49-F238E27FC236}">
                    <a16:creationId xmlns:a16="http://schemas.microsoft.com/office/drawing/2014/main" id="{2ADF6D3D-6EA4-1EE4-BAC9-3D72498294C8}"/>
                  </a:ext>
                </a:extLst>
              </p:cNvPr>
              <p:cNvSpPr/>
              <p:nvPr/>
            </p:nvSpPr>
            <p:spPr>
              <a:xfrm>
                <a:off x="1441252" y="5843458"/>
                <a:ext cx="37932" cy="3793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59" name="ellipse_2938">
                <a:extLst>
                  <a:ext uri="{FF2B5EF4-FFF2-40B4-BE49-F238E27FC236}">
                    <a16:creationId xmlns:a16="http://schemas.microsoft.com/office/drawing/2014/main" id="{605FCD02-6F70-67B1-1303-6CD8BE77DD47}"/>
                  </a:ext>
                </a:extLst>
              </p:cNvPr>
              <p:cNvSpPr/>
              <p:nvPr/>
            </p:nvSpPr>
            <p:spPr>
              <a:xfrm>
                <a:off x="1676913" y="5723244"/>
                <a:ext cx="35560" cy="35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0" name="ellipse_2939">
                <a:extLst>
                  <a:ext uri="{FF2B5EF4-FFF2-40B4-BE49-F238E27FC236}">
                    <a16:creationId xmlns:a16="http://schemas.microsoft.com/office/drawing/2014/main" id="{179C87C2-69B7-0DD5-37C7-A0AAA4E26E00}"/>
                  </a:ext>
                </a:extLst>
              </p:cNvPr>
              <p:cNvSpPr/>
              <p:nvPr/>
            </p:nvSpPr>
            <p:spPr>
              <a:xfrm>
                <a:off x="1442316" y="5759309"/>
                <a:ext cx="30564" cy="3056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1" name="ellipse_2940">
                <a:extLst>
                  <a:ext uri="{FF2B5EF4-FFF2-40B4-BE49-F238E27FC236}">
                    <a16:creationId xmlns:a16="http://schemas.microsoft.com/office/drawing/2014/main" id="{50B5553A-2C19-58C0-3EE0-A0982B0602B5}"/>
                  </a:ext>
                </a:extLst>
              </p:cNvPr>
              <p:cNvSpPr/>
              <p:nvPr/>
            </p:nvSpPr>
            <p:spPr>
              <a:xfrm>
                <a:off x="1660843" y="5732672"/>
                <a:ext cx="32471" cy="324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2" name="ellipse_2941">
                <a:extLst>
                  <a:ext uri="{FF2B5EF4-FFF2-40B4-BE49-F238E27FC236}">
                    <a16:creationId xmlns:a16="http://schemas.microsoft.com/office/drawing/2014/main" id="{65AA6832-2B65-A41C-E54C-B16C1908EDF4}"/>
                  </a:ext>
                </a:extLst>
              </p:cNvPr>
              <p:cNvSpPr/>
              <p:nvPr/>
            </p:nvSpPr>
            <p:spPr>
              <a:xfrm>
                <a:off x="1441929" y="5857738"/>
                <a:ext cx="27539" cy="275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3" name="ellipse_2942">
                <a:extLst>
                  <a:ext uri="{FF2B5EF4-FFF2-40B4-BE49-F238E27FC236}">
                    <a16:creationId xmlns:a16="http://schemas.microsoft.com/office/drawing/2014/main" id="{20964C3D-B05A-C947-2C3A-16F6BB9A8F01}"/>
                  </a:ext>
                </a:extLst>
              </p:cNvPr>
              <p:cNvSpPr/>
              <p:nvPr/>
            </p:nvSpPr>
            <p:spPr>
              <a:xfrm>
                <a:off x="1605905" y="5946213"/>
                <a:ext cx="23720" cy="23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4" name="ellipse_2943">
                <a:extLst>
                  <a:ext uri="{FF2B5EF4-FFF2-40B4-BE49-F238E27FC236}">
                    <a16:creationId xmlns:a16="http://schemas.microsoft.com/office/drawing/2014/main" id="{B8EF0B59-F6B9-5ED5-1B13-9BCF93ADC380}"/>
                  </a:ext>
                </a:extLst>
              </p:cNvPr>
              <p:cNvSpPr/>
              <p:nvPr/>
            </p:nvSpPr>
            <p:spPr>
              <a:xfrm>
                <a:off x="1666560" y="5904207"/>
                <a:ext cx="25696" cy="2569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5" name="ellipse_2944">
                <a:extLst>
                  <a:ext uri="{FF2B5EF4-FFF2-40B4-BE49-F238E27FC236}">
                    <a16:creationId xmlns:a16="http://schemas.microsoft.com/office/drawing/2014/main" id="{9D3765C9-4A57-F123-369F-396698B2CC36}"/>
                  </a:ext>
                </a:extLst>
              </p:cNvPr>
              <p:cNvSpPr/>
              <p:nvPr/>
            </p:nvSpPr>
            <p:spPr>
              <a:xfrm>
                <a:off x="1569217" y="5720001"/>
                <a:ext cx="32959" cy="32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6" name="ellipse_2945">
                <a:extLst>
                  <a:ext uri="{FF2B5EF4-FFF2-40B4-BE49-F238E27FC236}">
                    <a16:creationId xmlns:a16="http://schemas.microsoft.com/office/drawing/2014/main" id="{4AFA0D5E-491C-1C7B-4276-7A65DDF8675E}"/>
                  </a:ext>
                </a:extLst>
              </p:cNvPr>
              <p:cNvSpPr/>
              <p:nvPr/>
            </p:nvSpPr>
            <p:spPr>
              <a:xfrm>
                <a:off x="1628649" y="5681483"/>
                <a:ext cx="30404" cy="304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7" name="ellipse_2946">
                <a:extLst>
                  <a:ext uri="{FF2B5EF4-FFF2-40B4-BE49-F238E27FC236}">
                    <a16:creationId xmlns:a16="http://schemas.microsoft.com/office/drawing/2014/main" id="{12473768-002C-019E-4C6E-0C14F8D916F1}"/>
                  </a:ext>
                </a:extLst>
              </p:cNvPr>
              <p:cNvSpPr/>
              <p:nvPr/>
            </p:nvSpPr>
            <p:spPr>
              <a:xfrm>
                <a:off x="1713397" y="5861457"/>
                <a:ext cx="33198" cy="331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8" name="ellipse_2947">
                <a:extLst>
                  <a:ext uri="{FF2B5EF4-FFF2-40B4-BE49-F238E27FC236}">
                    <a16:creationId xmlns:a16="http://schemas.microsoft.com/office/drawing/2014/main" id="{C251B949-C0ED-5CD3-40F3-6DC5BC7BAE14}"/>
                  </a:ext>
                </a:extLst>
              </p:cNvPr>
              <p:cNvSpPr/>
              <p:nvPr/>
            </p:nvSpPr>
            <p:spPr>
              <a:xfrm>
                <a:off x="1568321" y="5927538"/>
                <a:ext cx="37172" cy="371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69" name="ellipse_2948">
                <a:extLst>
                  <a:ext uri="{FF2B5EF4-FFF2-40B4-BE49-F238E27FC236}">
                    <a16:creationId xmlns:a16="http://schemas.microsoft.com/office/drawing/2014/main" id="{2A7DD593-5379-AF54-0A55-6D727226C4EF}"/>
                  </a:ext>
                </a:extLst>
              </p:cNvPr>
              <p:cNvSpPr/>
              <p:nvPr/>
            </p:nvSpPr>
            <p:spPr>
              <a:xfrm>
                <a:off x="1589792" y="5719262"/>
                <a:ext cx="26962" cy="26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0" name="ellipse_2949">
                <a:extLst>
                  <a:ext uri="{FF2B5EF4-FFF2-40B4-BE49-F238E27FC236}">
                    <a16:creationId xmlns:a16="http://schemas.microsoft.com/office/drawing/2014/main" id="{C6A21056-746F-B00C-BBCD-8CF29A46C7D3}"/>
                  </a:ext>
                </a:extLst>
              </p:cNvPr>
              <p:cNvSpPr/>
              <p:nvPr/>
            </p:nvSpPr>
            <p:spPr>
              <a:xfrm>
                <a:off x="1493034" y="5768073"/>
                <a:ext cx="32512" cy="3251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1" name="ellipse_2950">
                <a:extLst>
                  <a:ext uri="{FF2B5EF4-FFF2-40B4-BE49-F238E27FC236}">
                    <a16:creationId xmlns:a16="http://schemas.microsoft.com/office/drawing/2014/main" id="{0E9E76F0-BD86-F58E-9FCB-99632E9F11B1}"/>
                  </a:ext>
                </a:extLst>
              </p:cNvPr>
              <p:cNvSpPr/>
              <p:nvPr/>
            </p:nvSpPr>
            <p:spPr>
              <a:xfrm>
                <a:off x="1700028" y="5916902"/>
                <a:ext cx="26704" cy="267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2" name="ellipse_2951">
                <a:extLst>
                  <a:ext uri="{FF2B5EF4-FFF2-40B4-BE49-F238E27FC236}">
                    <a16:creationId xmlns:a16="http://schemas.microsoft.com/office/drawing/2014/main" id="{697CBA57-2391-38BE-7466-5C3DA30671FC}"/>
                  </a:ext>
                </a:extLst>
              </p:cNvPr>
              <p:cNvSpPr/>
              <p:nvPr/>
            </p:nvSpPr>
            <p:spPr>
              <a:xfrm>
                <a:off x="1484645" y="5849570"/>
                <a:ext cx="34307" cy="34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3" name="ellipse_2952">
                <a:extLst>
                  <a:ext uri="{FF2B5EF4-FFF2-40B4-BE49-F238E27FC236}">
                    <a16:creationId xmlns:a16="http://schemas.microsoft.com/office/drawing/2014/main" id="{EE036D8D-58EF-BC0D-A67F-2E2F0FED3454}"/>
                  </a:ext>
                </a:extLst>
              </p:cNvPr>
              <p:cNvSpPr/>
              <p:nvPr/>
            </p:nvSpPr>
            <p:spPr>
              <a:xfrm>
                <a:off x="1796236" y="5779448"/>
                <a:ext cx="31087" cy="3108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4" name="ellipse_2953">
                <a:extLst>
                  <a:ext uri="{FF2B5EF4-FFF2-40B4-BE49-F238E27FC236}">
                    <a16:creationId xmlns:a16="http://schemas.microsoft.com/office/drawing/2014/main" id="{AA0B746A-CE43-8653-6204-2F3B7057D1F0}"/>
                  </a:ext>
                </a:extLst>
              </p:cNvPr>
              <p:cNvSpPr/>
              <p:nvPr/>
            </p:nvSpPr>
            <p:spPr>
              <a:xfrm>
                <a:off x="1703383" y="5707987"/>
                <a:ext cx="24249" cy="24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5" name="ellipse_2954">
                <a:extLst>
                  <a:ext uri="{FF2B5EF4-FFF2-40B4-BE49-F238E27FC236}">
                    <a16:creationId xmlns:a16="http://schemas.microsoft.com/office/drawing/2014/main" id="{E8FC4CD6-3F92-E5E1-841A-1039670BC15D}"/>
                  </a:ext>
                </a:extLst>
              </p:cNvPr>
              <p:cNvSpPr/>
              <p:nvPr/>
            </p:nvSpPr>
            <p:spPr>
              <a:xfrm>
                <a:off x="1639165" y="5940343"/>
                <a:ext cx="34999" cy="349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6" name="ellipse_2955">
                <a:extLst>
                  <a:ext uri="{FF2B5EF4-FFF2-40B4-BE49-F238E27FC236}">
                    <a16:creationId xmlns:a16="http://schemas.microsoft.com/office/drawing/2014/main" id="{8FB5406B-6AA0-0932-2FD9-E500CC1E6A70}"/>
                  </a:ext>
                </a:extLst>
              </p:cNvPr>
              <p:cNvSpPr/>
              <p:nvPr/>
            </p:nvSpPr>
            <p:spPr>
              <a:xfrm>
                <a:off x="1607929" y="5664825"/>
                <a:ext cx="32753" cy="327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7" name="ellipse_2956">
                <a:extLst>
                  <a:ext uri="{FF2B5EF4-FFF2-40B4-BE49-F238E27FC236}">
                    <a16:creationId xmlns:a16="http://schemas.microsoft.com/office/drawing/2014/main" id="{61915CE9-DD1C-C287-DA3D-9972B9DFD2A5}"/>
                  </a:ext>
                </a:extLst>
              </p:cNvPr>
              <p:cNvSpPr/>
              <p:nvPr/>
            </p:nvSpPr>
            <p:spPr>
              <a:xfrm>
                <a:off x="1431638" y="5888721"/>
                <a:ext cx="32307" cy="32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8" name="ellipse_2957">
                <a:extLst>
                  <a:ext uri="{FF2B5EF4-FFF2-40B4-BE49-F238E27FC236}">
                    <a16:creationId xmlns:a16="http://schemas.microsoft.com/office/drawing/2014/main" id="{59305533-22BE-5D65-231E-BE59363CA68E}"/>
                  </a:ext>
                </a:extLst>
              </p:cNvPr>
              <p:cNvSpPr/>
              <p:nvPr/>
            </p:nvSpPr>
            <p:spPr>
              <a:xfrm>
                <a:off x="1763250" y="5810798"/>
                <a:ext cx="24008" cy="240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79" name="ellipse_2958">
                <a:extLst>
                  <a:ext uri="{FF2B5EF4-FFF2-40B4-BE49-F238E27FC236}">
                    <a16:creationId xmlns:a16="http://schemas.microsoft.com/office/drawing/2014/main" id="{84A06EF0-EE99-7BDE-316E-563B4102A50F}"/>
                  </a:ext>
                </a:extLst>
              </p:cNvPr>
              <p:cNvSpPr/>
              <p:nvPr/>
            </p:nvSpPr>
            <p:spPr>
              <a:xfrm>
                <a:off x="1770156" y="5894195"/>
                <a:ext cx="34129" cy="34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0" name="ellipse_2959">
                <a:extLst>
                  <a:ext uri="{FF2B5EF4-FFF2-40B4-BE49-F238E27FC236}">
                    <a16:creationId xmlns:a16="http://schemas.microsoft.com/office/drawing/2014/main" id="{D6FB5CB3-4F4F-9E4F-ACAF-13A3EB1CC144}"/>
                  </a:ext>
                </a:extLst>
              </p:cNvPr>
              <p:cNvSpPr/>
              <p:nvPr/>
            </p:nvSpPr>
            <p:spPr>
              <a:xfrm>
                <a:off x="1631456" y="5662376"/>
                <a:ext cx="36317" cy="363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1" name="ellipse_2960">
                <a:extLst>
                  <a:ext uri="{FF2B5EF4-FFF2-40B4-BE49-F238E27FC236}">
                    <a16:creationId xmlns:a16="http://schemas.microsoft.com/office/drawing/2014/main" id="{242BA373-4835-DEF5-F9A5-C3BC1DAA6019}"/>
                  </a:ext>
                </a:extLst>
              </p:cNvPr>
              <p:cNvSpPr/>
              <p:nvPr/>
            </p:nvSpPr>
            <p:spPr>
              <a:xfrm>
                <a:off x="1505565" y="5729779"/>
                <a:ext cx="35155" cy="3515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2" name="ellipse_2961">
                <a:extLst>
                  <a:ext uri="{FF2B5EF4-FFF2-40B4-BE49-F238E27FC236}">
                    <a16:creationId xmlns:a16="http://schemas.microsoft.com/office/drawing/2014/main" id="{D10EBA65-BEA9-3BCD-528D-21EF86B6DD32}"/>
                  </a:ext>
                </a:extLst>
              </p:cNvPr>
              <p:cNvSpPr/>
              <p:nvPr/>
            </p:nvSpPr>
            <p:spPr>
              <a:xfrm>
                <a:off x="1745125" y="5807695"/>
                <a:ext cx="28645" cy="286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3" name="ellipse_2962">
                <a:extLst>
                  <a:ext uri="{FF2B5EF4-FFF2-40B4-BE49-F238E27FC236}">
                    <a16:creationId xmlns:a16="http://schemas.microsoft.com/office/drawing/2014/main" id="{CFDDFAC2-FA54-7805-FCE5-9F52A750D51E}"/>
                  </a:ext>
                </a:extLst>
              </p:cNvPr>
              <p:cNvSpPr/>
              <p:nvPr/>
            </p:nvSpPr>
            <p:spPr>
              <a:xfrm>
                <a:off x="1415944" y="5861397"/>
                <a:ext cx="29118" cy="291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4" name="ellipse_2963">
                <a:extLst>
                  <a:ext uri="{FF2B5EF4-FFF2-40B4-BE49-F238E27FC236}">
                    <a16:creationId xmlns:a16="http://schemas.microsoft.com/office/drawing/2014/main" id="{00941DDB-8D6B-888B-090B-9A01F7303B4E}"/>
                  </a:ext>
                </a:extLst>
              </p:cNvPr>
              <p:cNvSpPr/>
              <p:nvPr/>
            </p:nvSpPr>
            <p:spPr>
              <a:xfrm>
                <a:off x="1444289" y="5910192"/>
                <a:ext cx="36484" cy="364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5" name="ellipse_2964">
                <a:extLst>
                  <a:ext uri="{FF2B5EF4-FFF2-40B4-BE49-F238E27FC236}">
                    <a16:creationId xmlns:a16="http://schemas.microsoft.com/office/drawing/2014/main" id="{3606F7A3-E610-0C44-146E-F78340965896}"/>
                  </a:ext>
                </a:extLst>
              </p:cNvPr>
              <p:cNvSpPr/>
              <p:nvPr/>
            </p:nvSpPr>
            <p:spPr>
              <a:xfrm>
                <a:off x="1692595" y="5720180"/>
                <a:ext cx="34350" cy="34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6" name="ellipse_2965">
                <a:extLst>
                  <a:ext uri="{FF2B5EF4-FFF2-40B4-BE49-F238E27FC236}">
                    <a16:creationId xmlns:a16="http://schemas.microsoft.com/office/drawing/2014/main" id="{0FF4397C-E4E8-99DD-BBFF-5312BC3BBE18}"/>
                  </a:ext>
                </a:extLst>
              </p:cNvPr>
              <p:cNvSpPr/>
              <p:nvPr/>
            </p:nvSpPr>
            <p:spPr>
              <a:xfrm>
                <a:off x="1645377" y="5668528"/>
                <a:ext cx="23232" cy="232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7" name="ellipse_2966">
                <a:extLst>
                  <a:ext uri="{FF2B5EF4-FFF2-40B4-BE49-F238E27FC236}">
                    <a16:creationId xmlns:a16="http://schemas.microsoft.com/office/drawing/2014/main" id="{44C7A82C-8C55-B1FF-6945-2220AD335CD1}"/>
                  </a:ext>
                </a:extLst>
              </p:cNvPr>
              <p:cNvSpPr/>
              <p:nvPr/>
            </p:nvSpPr>
            <p:spPr>
              <a:xfrm>
                <a:off x="1463027" y="5702838"/>
                <a:ext cx="32775" cy="32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8" name="ellipse_2967">
                <a:extLst>
                  <a:ext uri="{FF2B5EF4-FFF2-40B4-BE49-F238E27FC236}">
                    <a16:creationId xmlns:a16="http://schemas.microsoft.com/office/drawing/2014/main" id="{2FF30082-3C78-4891-567F-5FC139961089}"/>
                  </a:ext>
                </a:extLst>
              </p:cNvPr>
              <p:cNvSpPr/>
              <p:nvPr/>
            </p:nvSpPr>
            <p:spPr>
              <a:xfrm>
                <a:off x="1471693" y="5806019"/>
                <a:ext cx="36914" cy="3691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89" name="ellipse_2968">
                <a:extLst>
                  <a:ext uri="{FF2B5EF4-FFF2-40B4-BE49-F238E27FC236}">
                    <a16:creationId xmlns:a16="http://schemas.microsoft.com/office/drawing/2014/main" id="{00C9A3AD-ADF9-98B8-9DF8-98F45885891F}"/>
                  </a:ext>
                </a:extLst>
              </p:cNvPr>
              <p:cNvSpPr/>
              <p:nvPr/>
            </p:nvSpPr>
            <p:spPr>
              <a:xfrm>
                <a:off x="1447857" y="5802230"/>
                <a:ext cx="29872" cy="29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90" name="ellipse_2969">
                <a:extLst>
                  <a:ext uri="{FF2B5EF4-FFF2-40B4-BE49-F238E27FC236}">
                    <a16:creationId xmlns:a16="http://schemas.microsoft.com/office/drawing/2014/main" id="{3D7D55E8-340F-13C8-CC61-0EE8F1AC227C}"/>
                  </a:ext>
                </a:extLst>
              </p:cNvPr>
              <p:cNvSpPr/>
              <p:nvPr/>
            </p:nvSpPr>
            <p:spPr>
              <a:xfrm>
                <a:off x="1612617" y="5934978"/>
                <a:ext cx="25869" cy="2586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91" name="ellipse_2970">
                <a:extLst>
                  <a:ext uri="{FF2B5EF4-FFF2-40B4-BE49-F238E27FC236}">
                    <a16:creationId xmlns:a16="http://schemas.microsoft.com/office/drawing/2014/main" id="{B56FF0B0-D026-8AB6-2365-79D5152C557A}"/>
                  </a:ext>
                </a:extLst>
              </p:cNvPr>
              <p:cNvSpPr/>
              <p:nvPr/>
            </p:nvSpPr>
            <p:spPr>
              <a:xfrm>
                <a:off x="1499567" y="5923927"/>
                <a:ext cx="29366" cy="29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92" name="ellipse_2971">
                <a:extLst>
                  <a:ext uri="{FF2B5EF4-FFF2-40B4-BE49-F238E27FC236}">
                    <a16:creationId xmlns:a16="http://schemas.microsoft.com/office/drawing/2014/main" id="{864E7841-FF3D-2307-081D-7B08B4248B5D}"/>
                  </a:ext>
                </a:extLst>
              </p:cNvPr>
              <p:cNvSpPr/>
              <p:nvPr/>
            </p:nvSpPr>
            <p:spPr>
              <a:xfrm>
                <a:off x="1439722" y="5746255"/>
                <a:ext cx="30428" cy="30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93" name="ellipse_2972">
                <a:extLst>
                  <a:ext uri="{FF2B5EF4-FFF2-40B4-BE49-F238E27FC236}">
                    <a16:creationId xmlns:a16="http://schemas.microsoft.com/office/drawing/2014/main" id="{A696BB4A-807C-9302-4EA7-5CC88D7A93DA}"/>
                  </a:ext>
                </a:extLst>
              </p:cNvPr>
              <p:cNvSpPr/>
              <p:nvPr/>
            </p:nvSpPr>
            <p:spPr>
              <a:xfrm>
                <a:off x="1601892" y="5705782"/>
                <a:ext cx="26593" cy="26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694" name="ellipse_2973">
                <a:extLst>
                  <a:ext uri="{FF2B5EF4-FFF2-40B4-BE49-F238E27FC236}">
                    <a16:creationId xmlns:a16="http://schemas.microsoft.com/office/drawing/2014/main" id="{E15C60A0-0C10-4CAB-1AD9-47DD1A6A5631}"/>
                  </a:ext>
                </a:extLst>
              </p:cNvPr>
              <p:cNvSpPr/>
              <p:nvPr/>
            </p:nvSpPr>
            <p:spPr>
              <a:xfrm>
                <a:off x="1683294" y="5736674"/>
                <a:ext cx="36357" cy="363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695" name="Text | Pocket">
              <a:extLst>
                <a:ext uri="{FF2B5EF4-FFF2-40B4-BE49-F238E27FC236}">
                  <a16:creationId xmlns:a16="http://schemas.microsoft.com/office/drawing/2014/main" id="{80FC4DDE-B144-D6F9-9045-678830DB0FE6}"/>
                </a:ext>
              </a:extLst>
            </p:cNvPr>
            <p:cNvSpPr txBox="1"/>
            <p:nvPr/>
          </p:nvSpPr>
          <p:spPr>
            <a:xfrm>
              <a:off x="1435143" y="5975415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0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500"/>
            </a:p>
          </p:txBody>
        </p:sp>
        <p:sp>
          <p:nvSpPr>
            <p:cNvPr id="696" name="d | Route card: Default PocketXMol">
              <a:extLst>
                <a:ext uri="{FF2B5EF4-FFF2-40B4-BE49-F238E27FC236}">
                  <a16:creationId xmlns:a16="http://schemas.microsoft.com/office/drawing/2014/main" id="{38F96046-E4DA-64E6-DA18-24E6AC8439EC}"/>
                </a:ext>
              </a:extLst>
            </p:cNvPr>
            <p:cNvSpPr/>
            <p:nvPr/>
          </p:nvSpPr>
          <p:spPr>
            <a:xfrm>
              <a:off x="2141820" y="5591070"/>
              <a:ext cx="1514385" cy="243090"/>
            </a:xfrm>
            <a:prstGeom prst="roundRect">
              <a:avLst>
                <a:gd name="adj" fmla="val 9459"/>
              </a:avLst>
            </a:prstGeom>
            <a:solidFill>
              <a:srgbClr val="FFF8EC"/>
            </a:solidFill>
            <a:ln w="10160" cap="rnd" cmpd="sng" algn="ctr">
              <a:solidFill>
                <a:srgbClr val="D9B77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pic>
          <p:nvPicPr>
            <p:cNvPr id="697" name="Density voxel illustration | exp" descr="Synthetic voxel-grid density schematic">
              <a:extLst>
                <a:ext uri="{FF2B5EF4-FFF2-40B4-BE49-F238E27FC236}">
                  <a16:creationId xmlns:a16="http://schemas.microsoft.com/office/drawing/2014/main" id="{14F84F68-FA81-24CC-AA12-CD208CA68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/>
          </p:blipFill>
          <p:spPr>
            <a:xfrm>
              <a:off x="2197099" y="5635440"/>
              <a:ext cx="135682" cy="131400"/>
            </a:xfrm>
            <a:prstGeom prst="rect">
              <a:avLst/>
            </a:prstGeom>
          </p:spPr>
        </p:pic>
        <p:sp>
          <p:nvSpPr>
            <p:cNvPr id="698" name="Text | Default · PocketXMol">
              <a:extLst>
                <a:ext uri="{FF2B5EF4-FFF2-40B4-BE49-F238E27FC236}">
                  <a16:creationId xmlns:a16="http://schemas.microsoft.com/office/drawing/2014/main" id="{893B2047-BF1F-9DB7-D853-F638ABD2368D}"/>
                </a:ext>
              </a:extLst>
            </p:cNvPr>
            <p:cNvSpPr txBox="1"/>
            <p:nvPr/>
          </p:nvSpPr>
          <p:spPr>
            <a:xfrm>
              <a:off x="2401335" y="5600925"/>
              <a:ext cx="1120324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518" b="1" dirty="0">
                  <a:solidFill>
                    <a:srgbClr val="946019"/>
                  </a:solidFill>
                  <a:latin typeface="Arial"/>
                  <a:ea typeface="Arial"/>
                  <a:cs typeface="Arial"/>
                </a:rPr>
                <a:t>Default · PocketXMol</a:t>
              </a:r>
              <a:endParaRPr lang="en-US" sz="518"/>
            </a:p>
          </p:txBody>
        </p:sp>
        <p:sp>
          <p:nvSpPr>
            <p:cNvPr id="699" name="Text | Density-conditioned fine-tuning">
              <a:extLst>
                <a:ext uri="{FF2B5EF4-FFF2-40B4-BE49-F238E27FC236}">
                  <a16:creationId xmlns:a16="http://schemas.microsoft.com/office/drawing/2014/main" id="{4FBD4592-8CAB-2F06-A2DE-850FADC2D01C}"/>
                </a:ext>
              </a:extLst>
            </p:cNvPr>
            <p:cNvSpPr txBox="1"/>
            <p:nvPr/>
          </p:nvSpPr>
          <p:spPr>
            <a:xfrm>
              <a:off x="2401335" y="5709330"/>
              <a:ext cx="127186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45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Density-conditioned fine-tuning</a:t>
              </a:r>
              <a:endParaRPr lang="en-US" sz="445"/>
            </a:p>
          </p:txBody>
        </p:sp>
        <p:sp>
          <p:nvSpPr>
            <p:cNvPr id="700" name="d | Route card: Docking tools">
              <a:extLst>
                <a:ext uri="{FF2B5EF4-FFF2-40B4-BE49-F238E27FC236}">
                  <a16:creationId xmlns:a16="http://schemas.microsoft.com/office/drawing/2014/main" id="{584A9707-3608-F36D-84C1-334FDC095179}"/>
                </a:ext>
              </a:extLst>
            </p:cNvPr>
            <p:cNvSpPr/>
            <p:nvPr/>
          </p:nvSpPr>
          <p:spPr>
            <a:xfrm>
              <a:off x="2141820" y="5876865"/>
              <a:ext cx="1514385" cy="233235"/>
            </a:xfrm>
            <a:prstGeom prst="roundRect">
              <a:avLst>
                <a:gd name="adj" fmla="val 9859"/>
              </a:avLst>
            </a:prstGeom>
            <a:solidFill>
              <a:srgbClr val="F7F9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01" name="Text | Docking tools">
              <a:extLst>
                <a:ext uri="{FF2B5EF4-FFF2-40B4-BE49-F238E27FC236}">
                  <a16:creationId xmlns:a16="http://schemas.microsoft.com/office/drawing/2014/main" id="{F09A447A-76B7-195E-A34A-999EFB30FE81}"/>
                </a:ext>
              </a:extLst>
            </p:cNvPr>
            <p:cNvSpPr txBox="1"/>
            <p:nvPr/>
          </p:nvSpPr>
          <p:spPr>
            <a:xfrm>
              <a:off x="2214090" y="5883435"/>
              <a:ext cx="73893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518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Docking tools</a:t>
              </a:r>
              <a:endParaRPr lang="en-US" sz="518"/>
            </a:p>
          </p:txBody>
        </p:sp>
        <p:sp>
          <p:nvSpPr>
            <p:cNvPr id="702" name="Text | Vina · DiffDock · EMERALD">
              <a:extLst>
                <a:ext uri="{FF2B5EF4-FFF2-40B4-BE49-F238E27FC236}">
                  <a16:creationId xmlns:a16="http://schemas.microsoft.com/office/drawing/2014/main" id="{BD13CA0F-F01A-9160-C9A4-EBEC802C6088}"/>
                </a:ext>
              </a:extLst>
            </p:cNvPr>
            <p:cNvSpPr txBox="1"/>
            <p:nvPr/>
          </p:nvSpPr>
          <p:spPr>
            <a:xfrm>
              <a:off x="2214090" y="5988555"/>
              <a:ext cx="1107334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63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Vina · DiffDock · EMERALD</a:t>
              </a:r>
              <a:endParaRPr lang="en-US" sz="463"/>
            </a:p>
          </p:txBody>
        </p:sp>
        <p:grpSp>
          <p:nvGrpSpPr>
            <p:cNvPr id="703" name="d | All-atom ligand pose: local receptor environment">
              <a:extLst>
                <a:ext uri="{FF2B5EF4-FFF2-40B4-BE49-F238E27FC236}">
                  <a16:creationId xmlns:a16="http://schemas.microsoft.com/office/drawing/2014/main" id="{D8E43B09-3BA3-4B3F-490C-552EE2110F2B}"/>
                </a:ext>
              </a:extLst>
            </p:cNvPr>
            <p:cNvGrpSpPr/>
            <p:nvPr/>
          </p:nvGrpSpPr>
          <p:grpSpPr>
            <a:xfrm>
              <a:off x="4251809" y="5604959"/>
              <a:ext cx="702691" cy="463459"/>
              <a:chOff x="4251809" y="5604959"/>
              <a:chExt cx="702691" cy="463459"/>
            </a:xfrm>
          </p:grpSpPr>
          <p:sp>
            <p:nvSpPr>
              <p:cNvPr id="704" name="ellipse_3111">
                <a:extLst>
                  <a:ext uri="{FF2B5EF4-FFF2-40B4-BE49-F238E27FC236}">
                    <a16:creationId xmlns:a16="http://schemas.microsoft.com/office/drawing/2014/main" id="{6B3F9BC7-E953-4CE4-F490-8BC00A5121F1}"/>
                  </a:ext>
                </a:extLst>
              </p:cNvPr>
              <p:cNvSpPr/>
              <p:nvPr/>
            </p:nvSpPr>
            <p:spPr>
              <a:xfrm>
                <a:off x="4362855" y="5697772"/>
                <a:ext cx="43194" cy="431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05" name="ellipse_3112">
                <a:extLst>
                  <a:ext uri="{FF2B5EF4-FFF2-40B4-BE49-F238E27FC236}">
                    <a16:creationId xmlns:a16="http://schemas.microsoft.com/office/drawing/2014/main" id="{D14AB99B-282F-877D-4CFE-CBB8F6930FCA}"/>
                  </a:ext>
                </a:extLst>
              </p:cNvPr>
              <p:cNvSpPr/>
              <p:nvPr/>
            </p:nvSpPr>
            <p:spPr>
              <a:xfrm>
                <a:off x="4254062" y="5750681"/>
                <a:ext cx="40460" cy="4046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06" name="ellipse_3113">
                <a:extLst>
                  <a:ext uri="{FF2B5EF4-FFF2-40B4-BE49-F238E27FC236}">
                    <a16:creationId xmlns:a16="http://schemas.microsoft.com/office/drawing/2014/main" id="{843BF727-3600-95E2-0935-C9FD071C01BC}"/>
                  </a:ext>
                </a:extLst>
              </p:cNvPr>
              <p:cNvSpPr/>
              <p:nvPr/>
            </p:nvSpPr>
            <p:spPr>
              <a:xfrm>
                <a:off x="4584744" y="6016753"/>
                <a:ext cx="51665" cy="516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07" name="ellipse_3114">
                <a:extLst>
                  <a:ext uri="{FF2B5EF4-FFF2-40B4-BE49-F238E27FC236}">
                    <a16:creationId xmlns:a16="http://schemas.microsoft.com/office/drawing/2014/main" id="{F92866F7-6CE9-5689-B51C-450F8F61545D}"/>
                  </a:ext>
                </a:extLst>
              </p:cNvPr>
              <p:cNvSpPr/>
              <p:nvPr/>
            </p:nvSpPr>
            <p:spPr>
              <a:xfrm>
                <a:off x="4730684" y="5898125"/>
                <a:ext cx="53618" cy="5361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08" name="ellipse_3115">
                <a:extLst>
                  <a:ext uri="{FF2B5EF4-FFF2-40B4-BE49-F238E27FC236}">
                    <a16:creationId xmlns:a16="http://schemas.microsoft.com/office/drawing/2014/main" id="{51A87B08-89E9-4CC2-986E-52A047FCE1E7}"/>
                  </a:ext>
                </a:extLst>
              </p:cNvPr>
              <p:cNvSpPr/>
              <p:nvPr/>
            </p:nvSpPr>
            <p:spPr>
              <a:xfrm>
                <a:off x="4311526" y="5822073"/>
                <a:ext cx="48720" cy="48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09" name="ellipse_3116">
                <a:extLst>
                  <a:ext uri="{FF2B5EF4-FFF2-40B4-BE49-F238E27FC236}">
                    <a16:creationId xmlns:a16="http://schemas.microsoft.com/office/drawing/2014/main" id="{A3758F4A-8D14-C486-FD98-2DEBA6E20BAF}"/>
                  </a:ext>
                </a:extLst>
              </p:cNvPr>
              <p:cNvSpPr/>
              <p:nvPr/>
            </p:nvSpPr>
            <p:spPr>
              <a:xfrm>
                <a:off x="4251809" y="5817323"/>
                <a:ext cx="40774" cy="407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0" name="ellipse_3117">
                <a:extLst>
                  <a:ext uri="{FF2B5EF4-FFF2-40B4-BE49-F238E27FC236}">
                    <a16:creationId xmlns:a16="http://schemas.microsoft.com/office/drawing/2014/main" id="{B35A6E55-C4D8-550E-3AA8-AB075FCDA59A}"/>
                  </a:ext>
                </a:extLst>
              </p:cNvPr>
              <p:cNvSpPr/>
              <p:nvPr/>
            </p:nvSpPr>
            <p:spPr>
              <a:xfrm>
                <a:off x="4350782" y="5771975"/>
                <a:ext cx="48903" cy="48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1" name="ellipse_3118">
                <a:extLst>
                  <a:ext uri="{FF2B5EF4-FFF2-40B4-BE49-F238E27FC236}">
                    <a16:creationId xmlns:a16="http://schemas.microsoft.com/office/drawing/2014/main" id="{53669E6D-C307-935D-58CD-25D2A5126051}"/>
                  </a:ext>
                </a:extLst>
              </p:cNvPr>
              <p:cNvSpPr/>
              <p:nvPr/>
            </p:nvSpPr>
            <p:spPr>
              <a:xfrm>
                <a:off x="4378359" y="5716259"/>
                <a:ext cx="53942" cy="5394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2" name="ellipse_3119">
                <a:extLst>
                  <a:ext uri="{FF2B5EF4-FFF2-40B4-BE49-F238E27FC236}">
                    <a16:creationId xmlns:a16="http://schemas.microsoft.com/office/drawing/2014/main" id="{B6A03B30-A307-288B-9C37-509AFB0979E9}"/>
                  </a:ext>
                </a:extLst>
              </p:cNvPr>
              <p:cNvSpPr/>
              <p:nvPr/>
            </p:nvSpPr>
            <p:spPr>
              <a:xfrm>
                <a:off x="4475330" y="5970274"/>
                <a:ext cx="39922" cy="39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3" name="ellipse_3120">
                <a:extLst>
                  <a:ext uri="{FF2B5EF4-FFF2-40B4-BE49-F238E27FC236}">
                    <a16:creationId xmlns:a16="http://schemas.microsoft.com/office/drawing/2014/main" id="{F25518D1-1205-76BA-4B58-173F5627973D}"/>
                  </a:ext>
                </a:extLst>
              </p:cNvPr>
              <p:cNvSpPr/>
              <p:nvPr/>
            </p:nvSpPr>
            <p:spPr>
              <a:xfrm>
                <a:off x="4343602" y="5746762"/>
                <a:ext cx="35373" cy="353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4" name="ellipse_3121">
                <a:extLst>
                  <a:ext uri="{FF2B5EF4-FFF2-40B4-BE49-F238E27FC236}">
                    <a16:creationId xmlns:a16="http://schemas.microsoft.com/office/drawing/2014/main" id="{AC781C12-A332-7119-CDF3-FDB19B406B5F}"/>
                  </a:ext>
                </a:extLst>
              </p:cNvPr>
              <p:cNvSpPr/>
              <p:nvPr/>
            </p:nvSpPr>
            <p:spPr>
              <a:xfrm>
                <a:off x="4542880" y="6021945"/>
                <a:ext cx="42386" cy="42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5" name="ellipse_3122">
                <a:extLst>
                  <a:ext uri="{FF2B5EF4-FFF2-40B4-BE49-F238E27FC236}">
                    <a16:creationId xmlns:a16="http://schemas.microsoft.com/office/drawing/2014/main" id="{51CAC2F5-53B5-4551-B543-FFAC757968AF}"/>
                  </a:ext>
                </a:extLst>
              </p:cNvPr>
              <p:cNvSpPr/>
              <p:nvPr/>
            </p:nvSpPr>
            <p:spPr>
              <a:xfrm>
                <a:off x="4415896" y="5687872"/>
                <a:ext cx="45929" cy="4592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6" name="ellipse_3123">
                <a:extLst>
                  <a:ext uri="{FF2B5EF4-FFF2-40B4-BE49-F238E27FC236}">
                    <a16:creationId xmlns:a16="http://schemas.microsoft.com/office/drawing/2014/main" id="{E05CE6B7-1AD8-678E-19D8-2F3FCD59B364}"/>
                  </a:ext>
                </a:extLst>
              </p:cNvPr>
              <p:cNvSpPr/>
              <p:nvPr/>
            </p:nvSpPr>
            <p:spPr>
              <a:xfrm>
                <a:off x="4326366" y="5782253"/>
                <a:ext cx="43224" cy="4322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7" name="ellipse_3124">
                <a:extLst>
                  <a:ext uri="{FF2B5EF4-FFF2-40B4-BE49-F238E27FC236}">
                    <a16:creationId xmlns:a16="http://schemas.microsoft.com/office/drawing/2014/main" id="{CD551019-1B1F-080B-356F-6D489C5CF4B1}"/>
                  </a:ext>
                </a:extLst>
              </p:cNvPr>
              <p:cNvSpPr/>
              <p:nvPr/>
            </p:nvSpPr>
            <p:spPr>
              <a:xfrm>
                <a:off x="4513181" y="5949412"/>
                <a:ext cx="47537" cy="47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8" name="ellipse_3125">
                <a:extLst>
                  <a:ext uri="{FF2B5EF4-FFF2-40B4-BE49-F238E27FC236}">
                    <a16:creationId xmlns:a16="http://schemas.microsoft.com/office/drawing/2014/main" id="{62220CF3-B5FB-F310-C461-0226B0BF5F32}"/>
                  </a:ext>
                </a:extLst>
              </p:cNvPr>
              <p:cNvSpPr/>
              <p:nvPr/>
            </p:nvSpPr>
            <p:spPr>
              <a:xfrm>
                <a:off x="4560468" y="6001152"/>
                <a:ext cx="52141" cy="521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19" name="ellipse_3126">
                <a:extLst>
                  <a:ext uri="{FF2B5EF4-FFF2-40B4-BE49-F238E27FC236}">
                    <a16:creationId xmlns:a16="http://schemas.microsoft.com/office/drawing/2014/main" id="{C00556EA-276D-115E-B434-4742CE2DA646}"/>
                  </a:ext>
                </a:extLst>
              </p:cNvPr>
              <p:cNvSpPr/>
              <p:nvPr/>
            </p:nvSpPr>
            <p:spPr>
              <a:xfrm>
                <a:off x="4837273" y="5874703"/>
                <a:ext cx="46037" cy="460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0" name="ellipse_3127">
                <a:extLst>
                  <a:ext uri="{FF2B5EF4-FFF2-40B4-BE49-F238E27FC236}">
                    <a16:creationId xmlns:a16="http://schemas.microsoft.com/office/drawing/2014/main" id="{60CF8AA7-654D-AA0B-1299-7425B240C46C}"/>
                  </a:ext>
                </a:extLst>
              </p:cNvPr>
              <p:cNvSpPr/>
              <p:nvPr/>
            </p:nvSpPr>
            <p:spPr>
              <a:xfrm>
                <a:off x="4767228" y="5975183"/>
                <a:ext cx="44185" cy="4418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1" name="ellipse_3128">
                <a:extLst>
                  <a:ext uri="{FF2B5EF4-FFF2-40B4-BE49-F238E27FC236}">
                    <a16:creationId xmlns:a16="http://schemas.microsoft.com/office/drawing/2014/main" id="{E183BC20-8F57-4D9E-8118-FD36D4B8B8C9}"/>
                  </a:ext>
                </a:extLst>
              </p:cNvPr>
              <p:cNvSpPr/>
              <p:nvPr/>
            </p:nvSpPr>
            <p:spPr>
              <a:xfrm>
                <a:off x="4808629" y="5826107"/>
                <a:ext cx="37764" cy="377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2" name="ellipse_3129">
                <a:extLst>
                  <a:ext uri="{FF2B5EF4-FFF2-40B4-BE49-F238E27FC236}">
                    <a16:creationId xmlns:a16="http://schemas.microsoft.com/office/drawing/2014/main" id="{E1118AD6-F707-0657-8BA0-E2626A0F5275}"/>
                  </a:ext>
                </a:extLst>
              </p:cNvPr>
              <p:cNvSpPr/>
              <p:nvPr/>
            </p:nvSpPr>
            <p:spPr>
              <a:xfrm>
                <a:off x="4364241" y="5926971"/>
                <a:ext cx="45776" cy="4577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3" name="ellipse_3130">
                <a:extLst>
                  <a:ext uri="{FF2B5EF4-FFF2-40B4-BE49-F238E27FC236}">
                    <a16:creationId xmlns:a16="http://schemas.microsoft.com/office/drawing/2014/main" id="{DCBFA75F-9F3B-C1FD-E0A1-C6DA511271DB}"/>
                  </a:ext>
                </a:extLst>
              </p:cNvPr>
              <p:cNvSpPr/>
              <p:nvPr/>
            </p:nvSpPr>
            <p:spPr>
              <a:xfrm>
                <a:off x="4694360" y="5927618"/>
                <a:ext cx="46623" cy="46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4" name="ellipse_3131">
                <a:extLst>
                  <a:ext uri="{FF2B5EF4-FFF2-40B4-BE49-F238E27FC236}">
                    <a16:creationId xmlns:a16="http://schemas.microsoft.com/office/drawing/2014/main" id="{1B9ED3FE-A9D4-A185-5777-7EE4928A98CB}"/>
                  </a:ext>
                </a:extLst>
              </p:cNvPr>
              <p:cNvSpPr/>
              <p:nvPr/>
            </p:nvSpPr>
            <p:spPr>
              <a:xfrm>
                <a:off x="4816164" y="5757658"/>
                <a:ext cx="48115" cy="48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5" name="ellipse_3132">
                <a:extLst>
                  <a:ext uri="{FF2B5EF4-FFF2-40B4-BE49-F238E27FC236}">
                    <a16:creationId xmlns:a16="http://schemas.microsoft.com/office/drawing/2014/main" id="{BAED7D1E-284D-CE0B-B4DB-B118FD619D1F}"/>
                  </a:ext>
                </a:extLst>
              </p:cNvPr>
              <p:cNvSpPr/>
              <p:nvPr/>
            </p:nvSpPr>
            <p:spPr>
              <a:xfrm>
                <a:off x="4496341" y="6016055"/>
                <a:ext cx="35569" cy="3556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6" name="ellipse_3133">
                <a:extLst>
                  <a:ext uri="{FF2B5EF4-FFF2-40B4-BE49-F238E27FC236}">
                    <a16:creationId xmlns:a16="http://schemas.microsoft.com/office/drawing/2014/main" id="{6662F9AE-F58B-BA3B-EBE5-831BC44E53E1}"/>
                  </a:ext>
                </a:extLst>
              </p:cNvPr>
              <p:cNvSpPr/>
              <p:nvPr/>
            </p:nvSpPr>
            <p:spPr>
              <a:xfrm>
                <a:off x="4786774" y="5747820"/>
                <a:ext cx="45568" cy="4556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7" name="ellipse_3134">
                <a:extLst>
                  <a:ext uri="{FF2B5EF4-FFF2-40B4-BE49-F238E27FC236}">
                    <a16:creationId xmlns:a16="http://schemas.microsoft.com/office/drawing/2014/main" id="{C0185A45-2912-5055-DBE0-466D7B9FFD52}"/>
                  </a:ext>
                </a:extLst>
              </p:cNvPr>
              <p:cNvSpPr/>
              <p:nvPr/>
            </p:nvSpPr>
            <p:spPr>
              <a:xfrm>
                <a:off x="4638700" y="5950146"/>
                <a:ext cx="52109" cy="52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8" name="ellipse_3135">
                <a:extLst>
                  <a:ext uri="{FF2B5EF4-FFF2-40B4-BE49-F238E27FC236}">
                    <a16:creationId xmlns:a16="http://schemas.microsoft.com/office/drawing/2014/main" id="{666A5F8A-9CD5-9F78-89C8-AD037D18A218}"/>
                  </a:ext>
                </a:extLst>
              </p:cNvPr>
              <p:cNvSpPr/>
              <p:nvPr/>
            </p:nvSpPr>
            <p:spPr>
              <a:xfrm>
                <a:off x="4349735" y="5807537"/>
                <a:ext cx="36271" cy="3627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29" name="ellipse_3136">
                <a:extLst>
                  <a:ext uri="{FF2B5EF4-FFF2-40B4-BE49-F238E27FC236}">
                    <a16:creationId xmlns:a16="http://schemas.microsoft.com/office/drawing/2014/main" id="{5CE6A51F-CDE7-01DE-C631-27C9ED61B5F7}"/>
                  </a:ext>
                </a:extLst>
              </p:cNvPr>
              <p:cNvSpPr/>
              <p:nvPr/>
            </p:nvSpPr>
            <p:spPr>
              <a:xfrm>
                <a:off x="4578702" y="5947602"/>
                <a:ext cx="34493" cy="344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0" name="ellipse_3137">
                <a:extLst>
                  <a:ext uri="{FF2B5EF4-FFF2-40B4-BE49-F238E27FC236}">
                    <a16:creationId xmlns:a16="http://schemas.microsoft.com/office/drawing/2014/main" id="{575F719B-0BB2-5DBF-2CF0-54673A4B52C5}"/>
                  </a:ext>
                </a:extLst>
              </p:cNvPr>
              <p:cNvSpPr/>
              <p:nvPr/>
            </p:nvSpPr>
            <p:spPr>
              <a:xfrm>
                <a:off x="4464372" y="5692031"/>
                <a:ext cx="36230" cy="362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1" name="ellipse_3138">
                <a:extLst>
                  <a:ext uri="{FF2B5EF4-FFF2-40B4-BE49-F238E27FC236}">
                    <a16:creationId xmlns:a16="http://schemas.microsoft.com/office/drawing/2014/main" id="{BC7B912C-01D3-D5B6-722D-8028385033CF}"/>
                  </a:ext>
                </a:extLst>
              </p:cNvPr>
              <p:cNvSpPr/>
              <p:nvPr/>
            </p:nvSpPr>
            <p:spPr>
              <a:xfrm>
                <a:off x="4619301" y="5637981"/>
                <a:ext cx="39572" cy="39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2" name="ellipse_3139">
                <a:extLst>
                  <a:ext uri="{FF2B5EF4-FFF2-40B4-BE49-F238E27FC236}">
                    <a16:creationId xmlns:a16="http://schemas.microsoft.com/office/drawing/2014/main" id="{4C1C17D4-A62B-DC90-10DA-7F5C36D7848C}"/>
                  </a:ext>
                </a:extLst>
              </p:cNvPr>
              <p:cNvSpPr/>
              <p:nvPr/>
            </p:nvSpPr>
            <p:spPr>
              <a:xfrm>
                <a:off x="4696119" y="5653563"/>
                <a:ext cx="34035" cy="340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3" name="ellipse_3140">
                <a:extLst>
                  <a:ext uri="{FF2B5EF4-FFF2-40B4-BE49-F238E27FC236}">
                    <a16:creationId xmlns:a16="http://schemas.microsoft.com/office/drawing/2014/main" id="{3D32CD2A-5CF4-E449-6E7D-C2AF8926E5EC}"/>
                  </a:ext>
                </a:extLst>
              </p:cNvPr>
              <p:cNvSpPr/>
              <p:nvPr/>
            </p:nvSpPr>
            <p:spPr>
              <a:xfrm>
                <a:off x="4811179" y="5853695"/>
                <a:ext cx="46078" cy="46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4" name="ellipse_3141">
                <a:extLst>
                  <a:ext uri="{FF2B5EF4-FFF2-40B4-BE49-F238E27FC236}">
                    <a16:creationId xmlns:a16="http://schemas.microsoft.com/office/drawing/2014/main" id="{C6AA7768-9B16-3C9C-8BBF-2D1D68D4B4F5}"/>
                  </a:ext>
                </a:extLst>
              </p:cNvPr>
              <p:cNvSpPr/>
              <p:nvPr/>
            </p:nvSpPr>
            <p:spPr>
              <a:xfrm>
                <a:off x="4824542" y="5769972"/>
                <a:ext cx="53249" cy="53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5" name="ellipse_3142">
                <a:extLst>
                  <a:ext uri="{FF2B5EF4-FFF2-40B4-BE49-F238E27FC236}">
                    <a16:creationId xmlns:a16="http://schemas.microsoft.com/office/drawing/2014/main" id="{F4DB9CC7-09F5-8423-9861-25A8EEDE68BE}"/>
                  </a:ext>
                </a:extLst>
              </p:cNvPr>
              <p:cNvSpPr/>
              <p:nvPr/>
            </p:nvSpPr>
            <p:spPr>
              <a:xfrm>
                <a:off x="4574454" y="5996396"/>
                <a:ext cx="35384" cy="353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6" name="ellipse_3143">
                <a:extLst>
                  <a:ext uri="{FF2B5EF4-FFF2-40B4-BE49-F238E27FC236}">
                    <a16:creationId xmlns:a16="http://schemas.microsoft.com/office/drawing/2014/main" id="{68637161-DA81-A640-8C3D-9FF5A60734CE}"/>
                  </a:ext>
                </a:extLst>
              </p:cNvPr>
              <p:cNvSpPr/>
              <p:nvPr/>
            </p:nvSpPr>
            <p:spPr>
              <a:xfrm>
                <a:off x="4827644" y="5914219"/>
                <a:ext cx="49988" cy="499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7" name="ellipse_3144">
                <a:extLst>
                  <a:ext uri="{FF2B5EF4-FFF2-40B4-BE49-F238E27FC236}">
                    <a16:creationId xmlns:a16="http://schemas.microsoft.com/office/drawing/2014/main" id="{5C0A49F6-D467-9E89-3E5E-8772A0A93D22}"/>
                  </a:ext>
                </a:extLst>
              </p:cNvPr>
              <p:cNvSpPr/>
              <p:nvPr/>
            </p:nvSpPr>
            <p:spPr>
              <a:xfrm>
                <a:off x="4795129" y="5876776"/>
                <a:ext cx="32865" cy="32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8" name="ellipse_3145">
                <a:extLst>
                  <a:ext uri="{FF2B5EF4-FFF2-40B4-BE49-F238E27FC236}">
                    <a16:creationId xmlns:a16="http://schemas.microsoft.com/office/drawing/2014/main" id="{B7D054A7-F40E-0A0F-B297-69A0AFADA79D}"/>
                  </a:ext>
                </a:extLst>
              </p:cNvPr>
              <p:cNvSpPr/>
              <p:nvPr/>
            </p:nvSpPr>
            <p:spPr>
              <a:xfrm>
                <a:off x="4842496" y="5817715"/>
                <a:ext cx="39467" cy="394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39" name="ellipse_3146">
                <a:extLst>
                  <a:ext uri="{FF2B5EF4-FFF2-40B4-BE49-F238E27FC236}">
                    <a16:creationId xmlns:a16="http://schemas.microsoft.com/office/drawing/2014/main" id="{ECCCB6A8-BC3D-C256-F8BF-6145197F3918}"/>
                  </a:ext>
                </a:extLst>
              </p:cNvPr>
              <p:cNvSpPr/>
              <p:nvPr/>
            </p:nvSpPr>
            <p:spPr>
              <a:xfrm>
                <a:off x="4482203" y="5622045"/>
                <a:ext cx="33614" cy="336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0" name="ellipse_3147">
                <a:extLst>
                  <a:ext uri="{FF2B5EF4-FFF2-40B4-BE49-F238E27FC236}">
                    <a16:creationId xmlns:a16="http://schemas.microsoft.com/office/drawing/2014/main" id="{4D30203B-517F-8080-646E-2F91DA54B233}"/>
                  </a:ext>
                </a:extLst>
              </p:cNvPr>
              <p:cNvSpPr/>
              <p:nvPr/>
            </p:nvSpPr>
            <p:spPr>
              <a:xfrm>
                <a:off x="4293194" y="5706321"/>
                <a:ext cx="32662" cy="32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1" name="ellipse_3148">
                <a:extLst>
                  <a:ext uri="{FF2B5EF4-FFF2-40B4-BE49-F238E27FC236}">
                    <a16:creationId xmlns:a16="http://schemas.microsoft.com/office/drawing/2014/main" id="{63B2E5EA-F2C8-CE08-38A1-FA5D50125400}"/>
                  </a:ext>
                </a:extLst>
              </p:cNvPr>
              <p:cNvSpPr/>
              <p:nvPr/>
            </p:nvSpPr>
            <p:spPr>
              <a:xfrm>
                <a:off x="4330162" y="5914429"/>
                <a:ext cx="49267" cy="49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2" name="ellipse_3149">
                <a:extLst>
                  <a:ext uri="{FF2B5EF4-FFF2-40B4-BE49-F238E27FC236}">
                    <a16:creationId xmlns:a16="http://schemas.microsoft.com/office/drawing/2014/main" id="{FC5DDB15-03B3-7B7A-AF3A-92E353FA5D59}"/>
                  </a:ext>
                </a:extLst>
              </p:cNvPr>
              <p:cNvSpPr/>
              <p:nvPr/>
            </p:nvSpPr>
            <p:spPr>
              <a:xfrm>
                <a:off x="4280067" y="5808389"/>
                <a:ext cx="46519" cy="465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3" name="ellipse_3150">
                <a:extLst>
                  <a:ext uri="{FF2B5EF4-FFF2-40B4-BE49-F238E27FC236}">
                    <a16:creationId xmlns:a16="http://schemas.microsoft.com/office/drawing/2014/main" id="{D9E1E38B-3725-CDE3-21F1-F4E29DEA1E3C}"/>
                  </a:ext>
                </a:extLst>
              </p:cNvPr>
              <p:cNvSpPr/>
              <p:nvPr/>
            </p:nvSpPr>
            <p:spPr>
              <a:xfrm>
                <a:off x="4922072" y="5820714"/>
                <a:ext cx="32428" cy="32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4" name="ellipse_3151">
                <a:extLst>
                  <a:ext uri="{FF2B5EF4-FFF2-40B4-BE49-F238E27FC236}">
                    <a16:creationId xmlns:a16="http://schemas.microsoft.com/office/drawing/2014/main" id="{E86DAE20-C9F1-1EA9-D2A8-FCF35356E4B4}"/>
                  </a:ext>
                </a:extLst>
              </p:cNvPr>
              <p:cNvSpPr/>
              <p:nvPr/>
            </p:nvSpPr>
            <p:spPr>
              <a:xfrm>
                <a:off x="4619740" y="5674277"/>
                <a:ext cx="51902" cy="51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5" name="ellipse_3152">
                <a:extLst>
                  <a:ext uri="{FF2B5EF4-FFF2-40B4-BE49-F238E27FC236}">
                    <a16:creationId xmlns:a16="http://schemas.microsoft.com/office/drawing/2014/main" id="{0721C492-4AF0-7272-DC4D-9527314348EB}"/>
                  </a:ext>
                </a:extLst>
              </p:cNvPr>
              <p:cNvSpPr/>
              <p:nvPr/>
            </p:nvSpPr>
            <p:spPr>
              <a:xfrm>
                <a:off x="4759279" y="5908135"/>
                <a:ext cx="32240" cy="322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6" name="ellipse_3153">
                <a:extLst>
                  <a:ext uri="{FF2B5EF4-FFF2-40B4-BE49-F238E27FC236}">
                    <a16:creationId xmlns:a16="http://schemas.microsoft.com/office/drawing/2014/main" id="{7C1FD8BE-95A5-C0DF-D869-7D56E27A500D}"/>
                  </a:ext>
                </a:extLst>
              </p:cNvPr>
              <p:cNvSpPr/>
              <p:nvPr/>
            </p:nvSpPr>
            <p:spPr>
              <a:xfrm>
                <a:off x="4732949" y="5945689"/>
                <a:ext cx="40700" cy="407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7" name="ellipse_3154">
                <a:extLst>
                  <a:ext uri="{FF2B5EF4-FFF2-40B4-BE49-F238E27FC236}">
                    <a16:creationId xmlns:a16="http://schemas.microsoft.com/office/drawing/2014/main" id="{3372B67F-5E2A-AD01-5642-1B0346188242}"/>
                  </a:ext>
                </a:extLst>
              </p:cNvPr>
              <p:cNvSpPr/>
              <p:nvPr/>
            </p:nvSpPr>
            <p:spPr>
              <a:xfrm>
                <a:off x="4743845" y="5963904"/>
                <a:ext cx="32597" cy="32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8" name="ellipse_3155">
                <a:extLst>
                  <a:ext uri="{FF2B5EF4-FFF2-40B4-BE49-F238E27FC236}">
                    <a16:creationId xmlns:a16="http://schemas.microsoft.com/office/drawing/2014/main" id="{050CFBF8-7B87-5CB1-A45F-28DE7C43F3AD}"/>
                  </a:ext>
                </a:extLst>
              </p:cNvPr>
              <p:cNvSpPr/>
              <p:nvPr/>
            </p:nvSpPr>
            <p:spPr>
              <a:xfrm>
                <a:off x="4570184" y="5631774"/>
                <a:ext cx="40245" cy="40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49" name="ellipse_3156">
                <a:extLst>
                  <a:ext uri="{FF2B5EF4-FFF2-40B4-BE49-F238E27FC236}">
                    <a16:creationId xmlns:a16="http://schemas.microsoft.com/office/drawing/2014/main" id="{1AB37449-4761-0576-5449-C0340F3A28A4}"/>
                  </a:ext>
                </a:extLst>
              </p:cNvPr>
              <p:cNvSpPr/>
              <p:nvPr/>
            </p:nvSpPr>
            <p:spPr>
              <a:xfrm>
                <a:off x="4752643" y="5910958"/>
                <a:ext cx="38199" cy="3819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0" name="ellipse_3157">
                <a:extLst>
                  <a:ext uri="{FF2B5EF4-FFF2-40B4-BE49-F238E27FC236}">
                    <a16:creationId xmlns:a16="http://schemas.microsoft.com/office/drawing/2014/main" id="{6B64F1E3-585D-85D9-0330-7ECA6AA05782}"/>
                  </a:ext>
                </a:extLst>
              </p:cNvPr>
              <p:cNvSpPr/>
              <p:nvPr/>
            </p:nvSpPr>
            <p:spPr>
              <a:xfrm>
                <a:off x="4647344" y="5968018"/>
                <a:ext cx="43659" cy="4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1" name="ellipse_3158">
                <a:extLst>
                  <a:ext uri="{FF2B5EF4-FFF2-40B4-BE49-F238E27FC236}">
                    <a16:creationId xmlns:a16="http://schemas.microsoft.com/office/drawing/2014/main" id="{94284967-E301-2D0D-3D44-A464EA9BF737}"/>
                  </a:ext>
                </a:extLst>
              </p:cNvPr>
              <p:cNvSpPr/>
              <p:nvPr/>
            </p:nvSpPr>
            <p:spPr>
              <a:xfrm>
                <a:off x="4542983" y="5948377"/>
                <a:ext cx="43376" cy="43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2" name="ellipse_3159">
                <a:extLst>
                  <a:ext uri="{FF2B5EF4-FFF2-40B4-BE49-F238E27FC236}">
                    <a16:creationId xmlns:a16="http://schemas.microsoft.com/office/drawing/2014/main" id="{AFCECEE1-FAF1-407F-55E2-FF6083FFA3D8}"/>
                  </a:ext>
                </a:extLst>
              </p:cNvPr>
              <p:cNvSpPr/>
              <p:nvPr/>
            </p:nvSpPr>
            <p:spPr>
              <a:xfrm>
                <a:off x="4303018" y="5853041"/>
                <a:ext cx="51967" cy="519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3" name="ellipse_3160">
                <a:extLst>
                  <a:ext uri="{FF2B5EF4-FFF2-40B4-BE49-F238E27FC236}">
                    <a16:creationId xmlns:a16="http://schemas.microsoft.com/office/drawing/2014/main" id="{C2FB9843-6183-BA68-B98C-01D8F7647A65}"/>
                  </a:ext>
                </a:extLst>
              </p:cNvPr>
              <p:cNvSpPr/>
              <p:nvPr/>
            </p:nvSpPr>
            <p:spPr>
              <a:xfrm>
                <a:off x="4703787" y="5688348"/>
                <a:ext cx="48718" cy="487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4" name="ellipse_3161">
                <a:extLst>
                  <a:ext uri="{FF2B5EF4-FFF2-40B4-BE49-F238E27FC236}">
                    <a16:creationId xmlns:a16="http://schemas.microsoft.com/office/drawing/2014/main" id="{34EF6A58-16EC-904E-39DE-E3EEC0A4FE6D}"/>
                  </a:ext>
                </a:extLst>
              </p:cNvPr>
              <p:cNvSpPr/>
              <p:nvPr/>
            </p:nvSpPr>
            <p:spPr>
              <a:xfrm>
                <a:off x="4303604" y="5737757"/>
                <a:ext cx="41872" cy="41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5" name="ellipse_3162">
                <a:extLst>
                  <a:ext uri="{FF2B5EF4-FFF2-40B4-BE49-F238E27FC236}">
                    <a16:creationId xmlns:a16="http://schemas.microsoft.com/office/drawing/2014/main" id="{665F26CC-4CA5-0AC4-F7BF-8DE68D453239}"/>
                  </a:ext>
                </a:extLst>
              </p:cNvPr>
              <p:cNvSpPr/>
              <p:nvPr/>
            </p:nvSpPr>
            <p:spPr>
              <a:xfrm>
                <a:off x="4675918" y="5701264"/>
                <a:ext cx="44485" cy="444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6" name="ellipse_3163">
                <a:extLst>
                  <a:ext uri="{FF2B5EF4-FFF2-40B4-BE49-F238E27FC236}">
                    <a16:creationId xmlns:a16="http://schemas.microsoft.com/office/drawing/2014/main" id="{CDBF7065-F1B1-D93A-C96F-1AAD687F2977}"/>
                  </a:ext>
                </a:extLst>
              </p:cNvPr>
              <p:cNvSpPr/>
              <p:nvPr/>
            </p:nvSpPr>
            <p:spPr>
              <a:xfrm>
                <a:off x="4302443" y="5872605"/>
                <a:ext cx="37728" cy="377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7" name="ellipse_3164">
                <a:extLst>
                  <a:ext uri="{FF2B5EF4-FFF2-40B4-BE49-F238E27FC236}">
                    <a16:creationId xmlns:a16="http://schemas.microsoft.com/office/drawing/2014/main" id="{E594D88D-E319-72B6-60F1-71142FC4E58F}"/>
                  </a:ext>
                </a:extLst>
              </p:cNvPr>
              <p:cNvSpPr/>
              <p:nvPr/>
            </p:nvSpPr>
            <p:spPr>
              <a:xfrm>
                <a:off x="4580943" y="5993816"/>
                <a:ext cx="32497" cy="324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8" name="ellipse_3165">
                <a:extLst>
                  <a:ext uri="{FF2B5EF4-FFF2-40B4-BE49-F238E27FC236}">
                    <a16:creationId xmlns:a16="http://schemas.microsoft.com/office/drawing/2014/main" id="{0E30EA61-BED9-D507-2255-52683DB8C2FE}"/>
                  </a:ext>
                </a:extLst>
              </p:cNvPr>
              <p:cNvSpPr/>
              <p:nvPr/>
            </p:nvSpPr>
            <p:spPr>
              <a:xfrm>
                <a:off x="4684525" y="5936268"/>
                <a:ext cx="35204" cy="352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59" name="ellipse_3166">
                <a:extLst>
                  <a:ext uri="{FF2B5EF4-FFF2-40B4-BE49-F238E27FC236}">
                    <a16:creationId xmlns:a16="http://schemas.microsoft.com/office/drawing/2014/main" id="{CC3CAB10-BC4F-FEE5-27ED-4A1A7B594A30}"/>
                  </a:ext>
                </a:extLst>
              </p:cNvPr>
              <p:cNvSpPr/>
              <p:nvPr/>
            </p:nvSpPr>
            <p:spPr>
              <a:xfrm>
                <a:off x="4520025" y="5683904"/>
                <a:ext cx="45153" cy="451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0" name="ellipse_3167">
                <a:extLst>
                  <a:ext uri="{FF2B5EF4-FFF2-40B4-BE49-F238E27FC236}">
                    <a16:creationId xmlns:a16="http://schemas.microsoft.com/office/drawing/2014/main" id="{1BA57274-BE2E-BA0A-079E-1E616AF8C34B}"/>
                  </a:ext>
                </a:extLst>
              </p:cNvPr>
              <p:cNvSpPr/>
              <p:nvPr/>
            </p:nvSpPr>
            <p:spPr>
              <a:xfrm>
                <a:off x="4620771" y="5631136"/>
                <a:ext cx="41654" cy="416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1" name="ellipse_3168">
                <a:extLst>
                  <a:ext uri="{FF2B5EF4-FFF2-40B4-BE49-F238E27FC236}">
                    <a16:creationId xmlns:a16="http://schemas.microsoft.com/office/drawing/2014/main" id="{1937DA15-B210-8730-B592-6D5F5CB0BFB2}"/>
                  </a:ext>
                </a:extLst>
              </p:cNvPr>
              <p:cNvSpPr/>
              <p:nvPr/>
            </p:nvSpPr>
            <p:spPr>
              <a:xfrm>
                <a:off x="4765501" y="5877700"/>
                <a:ext cx="45481" cy="4548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2" name="ellipse_3169">
                <a:extLst>
                  <a:ext uri="{FF2B5EF4-FFF2-40B4-BE49-F238E27FC236}">
                    <a16:creationId xmlns:a16="http://schemas.microsoft.com/office/drawing/2014/main" id="{C8C5E932-188B-E427-CE75-75BD1F8C12A1}"/>
                  </a:ext>
                </a:extLst>
              </p:cNvPr>
              <p:cNvSpPr/>
              <p:nvPr/>
            </p:nvSpPr>
            <p:spPr>
              <a:xfrm>
                <a:off x="4519199" y="5968230"/>
                <a:ext cx="50926" cy="5092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3" name="ellipse_3170">
                <a:extLst>
                  <a:ext uri="{FF2B5EF4-FFF2-40B4-BE49-F238E27FC236}">
                    <a16:creationId xmlns:a16="http://schemas.microsoft.com/office/drawing/2014/main" id="{61FD61B9-C939-EAD4-861C-C0B5EB4A4917}"/>
                  </a:ext>
                </a:extLst>
              </p:cNvPr>
              <p:cNvSpPr/>
              <p:nvPr/>
            </p:nvSpPr>
            <p:spPr>
              <a:xfrm>
                <a:off x="4554053" y="5682892"/>
                <a:ext cx="36938" cy="36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4" name="ellipse_3171">
                <a:extLst>
                  <a:ext uri="{FF2B5EF4-FFF2-40B4-BE49-F238E27FC236}">
                    <a16:creationId xmlns:a16="http://schemas.microsoft.com/office/drawing/2014/main" id="{033A54D1-4C5C-8D2C-1F24-E701CB84AB10}"/>
                  </a:ext>
                </a:extLst>
              </p:cNvPr>
              <p:cNvSpPr/>
              <p:nvPr/>
            </p:nvSpPr>
            <p:spPr>
              <a:xfrm>
                <a:off x="4390264" y="5749764"/>
                <a:ext cx="44541" cy="445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5" name="ellipse_3172">
                <a:extLst>
                  <a:ext uri="{FF2B5EF4-FFF2-40B4-BE49-F238E27FC236}">
                    <a16:creationId xmlns:a16="http://schemas.microsoft.com/office/drawing/2014/main" id="{9A51E185-29FB-F2AD-FCA2-4903C9D8DE94}"/>
                  </a:ext>
                </a:extLst>
              </p:cNvPr>
              <p:cNvSpPr/>
              <p:nvPr/>
            </p:nvSpPr>
            <p:spPr>
              <a:xfrm>
                <a:off x="4741663" y="5953659"/>
                <a:ext cx="36584" cy="365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6" name="ellipse_3173">
                <a:extLst>
                  <a:ext uri="{FF2B5EF4-FFF2-40B4-BE49-F238E27FC236}">
                    <a16:creationId xmlns:a16="http://schemas.microsoft.com/office/drawing/2014/main" id="{56CA333F-05BA-E66D-8225-4585E62C93ED}"/>
                  </a:ext>
                </a:extLst>
              </p:cNvPr>
              <p:cNvSpPr/>
              <p:nvPr/>
            </p:nvSpPr>
            <p:spPr>
              <a:xfrm>
                <a:off x="4376282" y="5861415"/>
                <a:ext cx="47001" cy="470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7" name="ellipse_3174">
                <a:extLst>
                  <a:ext uri="{FF2B5EF4-FFF2-40B4-BE49-F238E27FC236}">
                    <a16:creationId xmlns:a16="http://schemas.microsoft.com/office/drawing/2014/main" id="{FDE54098-BEEB-D9BB-0C9C-9319FA8E5C4E}"/>
                  </a:ext>
                </a:extLst>
              </p:cNvPr>
              <p:cNvSpPr/>
              <p:nvPr/>
            </p:nvSpPr>
            <p:spPr>
              <a:xfrm>
                <a:off x="4906166" y="5765347"/>
                <a:ext cx="42589" cy="42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8" name="ellipse_3175">
                <a:extLst>
                  <a:ext uri="{FF2B5EF4-FFF2-40B4-BE49-F238E27FC236}">
                    <a16:creationId xmlns:a16="http://schemas.microsoft.com/office/drawing/2014/main" id="{F46C4D6C-F066-7BAE-36F9-32CF5EE67ABF}"/>
                  </a:ext>
                </a:extLst>
              </p:cNvPr>
              <p:cNvSpPr/>
              <p:nvPr/>
            </p:nvSpPr>
            <p:spPr>
              <a:xfrm>
                <a:off x="4746967" y="5667445"/>
                <a:ext cx="33221" cy="332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69" name="ellipse_3176">
                <a:extLst>
                  <a:ext uri="{FF2B5EF4-FFF2-40B4-BE49-F238E27FC236}">
                    <a16:creationId xmlns:a16="http://schemas.microsoft.com/office/drawing/2014/main" id="{41F789AE-0065-E01A-BA42-4675CDB85734}"/>
                  </a:ext>
                </a:extLst>
              </p:cNvPr>
              <p:cNvSpPr/>
              <p:nvPr/>
            </p:nvSpPr>
            <p:spPr>
              <a:xfrm>
                <a:off x="4639435" y="5985774"/>
                <a:ext cx="47949" cy="479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0" name="ellipse_3177">
                <a:extLst>
                  <a:ext uri="{FF2B5EF4-FFF2-40B4-BE49-F238E27FC236}">
                    <a16:creationId xmlns:a16="http://schemas.microsoft.com/office/drawing/2014/main" id="{CC942FBA-F7F7-C0CE-F8D7-AD11AC42DEE2}"/>
                  </a:ext>
                </a:extLst>
              </p:cNvPr>
              <p:cNvSpPr/>
              <p:nvPr/>
            </p:nvSpPr>
            <p:spPr>
              <a:xfrm>
                <a:off x="4585890" y="5608315"/>
                <a:ext cx="44872" cy="44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1" name="ellipse_3178">
                <a:extLst>
                  <a:ext uri="{FF2B5EF4-FFF2-40B4-BE49-F238E27FC236}">
                    <a16:creationId xmlns:a16="http://schemas.microsoft.com/office/drawing/2014/main" id="{47135997-B995-B163-D7CA-DDD6DAA741D9}"/>
                  </a:ext>
                </a:extLst>
              </p:cNvPr>
              <p:cNvSpPr/>
              <p:nvPr/>
            </p:nvSpPr>
            <p:spPr>
              <a:xfrm>
                <a:off x="4285718" y="5915052"/>
                <a:ext cx="44261" cy="44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2" name="ellipse_3179">
                <a:extLst>
                  <a:ext uri="{FF2B5EF4-FFF2-40B4-BE49-F238E27FC236}">
                    <a16:creationId xmlns:a16="http://schemas.microsoft.com/office/drawing/2014/main" id="{6D4EDEB9-6F8D-A83A-2D5C-4381CD67FAEF}"/>
                  </a:ext>
                </a:extLst>
              </p:cNvPr>
              <p:cNvSpPr/>
              <p:nvPr/>
            </p:nvSpPr>
            <p:spPr>
              <a:xfrm>
                <a:off x="4848838" y="5808297"/>
                <a:ext cx="32891" cy="3289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3" name="ellipse_3180">
                <a:extLst>
                  <a:ext uri="{FF2B5EF4-FFF2-40B4-BE49-F238E27FC236}">
                    <a16:creationId xmlns:a16="http://schemas.microsoft.com/office/drawing/2014/main" id="{7F7ECDEE-0AA5-DD10-74E4-5865E6B75AD4}"/>
                  </a:ext>
                </a:extLst>
              </p:cNvPr>
              <p:cNvSpPr/>
              <p:nvPr/>
            </p:nvSpPr>
            <p:spPr>
              <a:xfrm>
                <a:off x="4862276" y="5922551"/>
                <a:ext cx="46756" cy="46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4" name="ellipse_3181">
                <a:extLst>
                  <a:ext uri="{FF2B5EF4-FFF2-40B4-BE49-F238E27FC236}">
                    <a16:creationId xmlns:a16="http://schemas.microsoft.com/office/drawing/2014/main" id="{C14EBC05-9068-8205-EF45-B75949BC34BD}"/>
                  </a:ext>
                </a:extLst>
              </p:cNvPr>
              <p:cNvSpPr/>
              <p:nvPr/>
            </p:nvSpPr>
            <p:spPr>
              <a:xfrm>
                <a:off x="4626532" y="5604959"/>
                <a:ext cx="49755" cy="4975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5" name="ellipse_3182">
                <a:extLst>
                  <a:ext uri="{FF2B5EF4-FFF2-40B4-BE49-F238E27FC236}">
                    <a16:creationId xmlns:a16="http://schemas.microsoft.com/office/drawing/2014/main" id="{9E2B8933-5B38-19A8-9C58-5E5C4C6B7DD9}"/>
                  </a:ext>
                </a:extLst>
              </p:cNvPr>
              <p:cNvSpPr/>
              <p:nvPr/>
            </p:nvSpPr>
            <p:spPr>
              <a:xfrm>
                <a:off x="4412035" y="5697300"/>
                <a:ext cx="48163" cy="4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6" name="ellipse_3183">
                <a:extLst>
                  <a:ext uri="{FF2B5EF4-FFF2-40B4-BE49-F238E27FC236}">
                    <a16:creationId xmlns:a16="http://schemas.microsoft.com/office/drawing/2014/main" id="{D65DE8E4-8730-6C4A-7BD9-90B80645F653}"/>
                  </a:ext>
                </a:extLst>
              </p:cNvPr>
              <p:cNvSpPr/>
              <p:nvPr/>
            </p:nvSpPr>
            <p:spPr>
              <a:xfrm>
                <a:off x="4818754" y="5804046"/>
                <a:ext cx="39243" cy="392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7" name="ellipse_3184">
                <a:extLst>
                  <a:ext uri="{FF2B5EF4-FFF2-40B4-BE49-F238E27FC236}">
                    <a16:creationId xmlns:a16="http://schemas.microsoft.com/office/drawing/2014/main" id="{3EABA923-B81B-83DC-FF25-A1223EC5B90F}"/>
                  </a:ext>
                </a:extLst>
              </p:cNvPr>
              <p:cNvSpPr/>
              <p:nvPr/>
            </p:nvSpPr>
            <p:spPr>
              <a:xfrm>
                <a:off x="4258472" y="5877618"/>
                <a:ext cx="39892" cy="3989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8" name="ellipse_3185">
                <a:extLst>
                  <a:ext uri="{FF2B5EF4-FFF2-40B4-BE49-F238E27FC236}">
                    <a16:creationId xmlns:a16="http://schemas.microsoft.com/office/drawing/2014/main" id="{76552AAF-95B4-4A95-931B-10FDE15BCF7C}"/>
                  </a:ext>
                </a:extLst>
              </p:cNvPr>
              <p:cNvSpPr/>
              <p:nvPr/>
            </p:nvSpPr>
            <p:spPr>
              <a:xfrm>
                <a:off x="4307946" y="5944467"/>
                <a:ext cx="49983" cy="49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79" name="ellipse_3186">
                <a:extLst>
                  <a:ext uri="{FF2B5EF4-FFF2-40B4-BE49-F238E27FC236}">
                    <a16:creationId xmlns:a16="http://schemas.microsoft.com/office/drawing/2014/main" id="{B23735C9-209E-D4FD-D6A0-CB6F43892CA9}"/>
                  </a:ext>
                </a:extLst>
              </p:cNvPr>
              <p:cNvSpPr/>
              <p:nvPr/>
            </p:nvSpPr>
            <p:spPr>
              <a:xfrm>
                <a:off x="4730281" y="5684151"/>
                <a:ext cx="47059" cy="47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0" name="ellipse_3187">
                <a:extLst>
                  <a:ext uri="{FF2B5EF4-FFF2-40B4-BE49-F238E27FC236}">
                    <a16:creationId xmlns:a16="http://schemas.microsoft.com/office/drawing/2014/main" id="{A782CBB0-3D31-498C-756C-DC2132FC9088}"/>
                  </a:ext>
                </a:extLst>
              </p:cNvPr>
              <p:cNvSpPr/>
              <p:nvPr/>
            </p:nvSpPr>
            <p:spPr>
              <a:xfrm>
                <a:off x="4648054" y="5613386"/>
                <a:ext cx="31827" cy="3182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1" name="ellipse_3188">
                <a:extLst>
                  <a:ext uri="{FF2B5EF4-FFF2-40B4-BE49-F238E27FC236}">
                    <a16:creationId xmlns:a16="http://schemas.microsoft.com/office/drawing/2014/main" id="{FF10B13E-FE90-7663-ADEA-70DFB8A3658B}"/>
                  </a:ext>
                </a:extLst>
              </p:cNvPr>
              <p:cNvSpPr/>
              <p:nvPr/>
            </p:nvSpPr>
            <p:spPr>
              <a:xfrm>
                <a:off x="4339228" y="5660392"/>
                <a:ext cx="44901" cy="4490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2" name="ellipse_3189">
                <a:extLst>
                  <a:ext uri="{FF2B5EF4-FFF2-40B4-BE49-F238E27FC236}">
                    <a16:creationId xmlns:a16="http://schemas.microsoft.com/office/drawing/2014/main" id="{B8064C2C-95F6-C42C-AB4F-9E52707B80EE}"/>
                  </a:ext>
                </a:extLst>
              </p:cNvPr>
              <p:cNvSpPr/>
              <p:nvPr/>
            </p:nvSpPr>
            <p:spPr>
              <a:xfrm>
                <a:off x="4354668" y="5801749"/>
                <a:ext cx="50572" cy="50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3" name="ellipse_3190">
                <a:extLst>
                  <a:ext uri="{FF2B5EF4-FFF2-40B4-BE49-F238E27FC236}">
                    <a16:creationId xmlns:a16="http://schemas.microsoft.com/office/drawing/2014/main" id="{950FC9AA-35B0-FFC1-4FCF-9E151FBDA882}"/>
                  </a:ext>
                </a:extLst>
              </p:cNvPr>
              <p:cNvSpPr/>
              <p:nvPr/>
            </p:nvSpPr>
            <p:spPr>
              <a:xfrm>
                <a:off x="4312921" y="5796559"/>
                <a:ext cx="40925" cy="40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4" name="ellipse_3191">
                <a:extLst>
                  <a:ext uri="{FF2B5EF4-FFF2-40B4-BE49-F238E27FC236}">
                    <a16:creationId xmlns:a16="http://schemas.microsoft.com/office/drawing/2014/main" id="{30E151DA-0AAA-0432-61CB-2931DB3B5532}"/>
                  </a:ext>
                </a:extLst>
              </p:cNvPr>
              <p:cNvSpPr/>
              <p:nvPr/>
            </p:nvSpPr>
            <p:spPr>
              <a:xfrm>
                <a:off x="4592726" y="5978423"/>
                <a:ext cx="35441" cy="3544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5" name="ellipse_3192">
                <a:extLst>
                  <a:ext uri="{FF2B5EF4-FFF2-40B4-BE49-F238E27FC236}">
                    <a16:creationId xmlns:a16="http://schemas.microsoft.com/office/drawing/2014/main" id="{0C678874-DFF1-85F2-D022-0EB6E44110D5}"/>
                  </a:ext>
                </a:extLst>
              </p:cNvPr>
              <p:cNvSpPr/>
              <p:nvPr/>
            </p:nvSpPr>
            <p:spPr>
              <a:xfrm>
                <a:off x="4400863" y="5963283"/>
                <a:ext cx="40231" cy="4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6" name="ellipse_3193">
                <a:extLst>
                  <a:ext uri="{FF2B5EF4-FFF2-40B4-BE49-F238E27FC236}">
                    <a16:creationId xmlns:a16="http://schemas.microsoft.com/office/drawing/2014/main" id="{BE9728D6-E99A-204B-F84A-DBEA4008DF37}"/>
                  </a:ext>
                </a:extLst>
              </p:cNvPr>
              <p:cNvSpPr/>
              <p:nvPr/>
            </p:nvSpPr>
            <p:spPr>
              <a:xfrm>
                <a:off x="4299166" y="5719874"/>
                <a:ext cx="41687" cy="416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7" name="ellipse_3194">
                <a:extLst>
                  <a:ext uri="{FF2B5EF4-FFF2-40B4-BE49-F238E27FC236}">
                    <a16:creationId xmlns:a16="http://schemas.microsoft.com/office/drawing/2014/main" id="{68D01A61-F8BB-7FAC-7D38-2FF6A1337490}"/>
                  </a:ext>
                </a:extLst>
              </p:cNvPr>
              <p:cNvSpPr/>
              <p:nvPr/>
            </p:nvSpPr>
            <p:spPr>
              <a:xfrm>
                <a:off x="4574590" y="5664426"/>
                <a:ext cx="36432" cy="3643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8" name="ellipse_3195">
                <a:extLst>
                  <a:ext uri="{FF2B5EF4-FFF2-40B4-BE49-F238E27FC236}">
                    <a16:creationId xmlns:a16="http://schemas.microsoft.com/office/drawing/2014/main" id="{28B5EA91-968A-77BC-9D8B-D47D85089EFE}"/>
                  </a:ext>
                </a:extLst>
              </p:cNvPr>
              <p:cNvSpPr/>
              <p:nvPr/>
            </p:nvSpPr>
            <p:spPr>
              <a:xfrm>
                <a:off x="4714781" y="5706746"/>
                <a:ext cx="49809" cy="498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789" name="d | All-atom ligand pose: editable 3D ball-and-stick"/>
              <p:cNvGrpSpPr/>
              <p:nvPr/>
            </p:nvGrpSpPr>
            <p:grpSpPr>
              <a:xfrm>
                <a:off x="4440000" y="5708000"/>
                <a:ext cx="397000" cy="245000"/>
                <a:chOff x="238125" y="495300"/>
                <a:chExt cx="2867025" cy="1609725"/>
              </a:xfrm>
            </p:grpSpPr>
            <p:sp>
              <p:nvSpPr>
                <p:cNvPr id="790" name="Pose bond 4-5">
                  <a:extLst>
                    <a:ext uri="{FF2B5EF4-FFF2-40B4-BE49-F238E27FC236}">
                      <a16:creationId xmlns:a16="http://schemas.microsoft.com/office/drawing/2014/main" id="{8A38DE90-BB44-447C-B025-8D3C336EE25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709112" y="764827"/>
                  <a:ext cx="657225" cy="1714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7225" h="171450">
                      <a:moveTo>
                        <a:pt x="0" y="171450"/>
                      </a:moveTo>
                      <a:lnTo>
                        <a:pt x="657225" y="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791" name="Pose bond highlight 4-5">
                  <a:extLst>
                    <a:ext uri="{FF2B5EF4-FFF2-40B4-BE49-F238E27FC236}">
                      <a16:creationId xmlns:a16="http://schemas.microsoft.com/office/drawing/2014/main" id="{11AD003C-BD23-4E88-B699-6EF290B6B00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703397" y="755302"/>
                  <a:ext cx="657225" cy="1714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7225" h="171450">
                      <a:moveTo>
                        <a:pt x="0" y="171450"/>
                      </a:moveTo>
                      <a:lnTo>
                        <a:pt x="657225" y="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792" name="Pose bond 5-12">
                  <a:extLst>
                    <a:ext uri="{FF2B5EF4-FFF2-40B4-BE49-F238E27FC236}">
                      <a16:creationId xmlns:a16="http://schemas.microsoft.com/office/drawing/2014/main" id="{6FD6BA47-8976-41B4-A65A-45598DADEC6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366337" y="541765"/>
                  <a:ext cx="138113" cy="2230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223062">
                      <a:moveTo>
                        <a:pt x="0" y="223062"/>
                      </a:moveTo>
                      <a:lnTo>
                        <a:pt x="138113" y="0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793" name="Pose bond highlight 5-12">
                  <a:extLst>
                    <a:ext uri="{FF2B5EF4-FFF2-40B4-BE49-F238E27FC236}">
                      <a16:creationId xmlns:a16="http://schemas.microsoft.com/office/drawing/2014/main" id="{C0DC52D9-D010-4D92-9F28-0DFD19973A5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360622" y="532240"/>
                  <a:ext cx="138113" cy="2230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223062">
                      <a:moveTo>
                        <a:pt x="0" y="223062"/>
                      </a:moveTo>
                      <a:lnTo>
                        <a:pt x="138113" y="0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794" name="Pose bond 4-11">
                  <a:extLst>
                    <a:ext uri="{FF2B5EF4-FFF2-40B4-BE49-F238E27FC236}">
                      <a16:creationId xmlns:a16="http://schemas.microsoft.com/office/drawing/2014/main" id="{D539C775-F588-450C-9C1E-5A303DB8315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70999" y="779890"/>
                  <a:ext cx="138113" cy="1563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156387">
                      <a:moveTo>
                        <a:pt x="138113" y="1563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795" name="Pose bond highlight 4-11">
                  <a:extLst>
                    <a:ext uri="{FF2B5EF4-FFF2-40B4-BE49-F238E27FC236}">
                      <a16:creationId xmlns:a16="http://schemas.microsoft.com/office/drawing/2014/main" id="{74E8738E-75A4-4D1A-9EC7-3EC7E8EBBB0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65284" y="770365"/>
                  <a:ext cx="138113" cy="1563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156387">
                      <a:moveTo>
                        <a:pt x="138113" y="15638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796" name="Pose bond 5-0">
                  <a:extLst>
                    <a:ext uri="{FF2B5EF4-FFF2-40B4-BE49-F238E27FC236}">
                      <a16:creationId xmlns:a16="http://schemas.microsoft.com/office/drawing/2014/main" id="{9B0386A1-9605-473E-B632-06AA3CCA82D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366337" y="764827"/>
                  <a:ext cx="510088" cy="30197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0088" h="301973">
                      <a:moveTo>
                        <a:pt x="0" y="0"/>
                      </a:moveTo>
                      <a:lnTo>
                        <a:pt x="510088" y="301973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797" name="Pose bond highlight 5-0">
                  <a:extLst>
                    <a:ext uri="{FF2B5EF4-FFF2-40B4-BE49-F238E27FC236}">
                      <a16:creationId xmlns:a16="http://schemas.microsoft.com/office/drawing/2014/main" id="{E5A25F7F-74C3-49BA-B65E-A734E876DE8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360622" y="755302"/>
                  <a:ext cx="510088" cy="30197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0088" h="301973">
                      <a:moveTo>
                        <a:pt x="0" y="0"/>
                      </a:moveTo>
                      <a:lnTo>
                        <a:pt x="510088" y="301973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798" name="Pose bond 3-4">
                  <a:extLst>
                    <a:ext uri="{FF2B5EF4-FFF2-40B4-BE49-F238E27FC236}">
                      <a16:creationId xmlns:a16="http://schemas.microsoft.com/office/drawing/2014/main" id="{C94D90D0-939D-4133-932D-0737AAAE0FB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61975" y="936277"/>
                  <a:ext cx="147137" cy="4734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7137" h="473423">
                      <a:moveTo>
                        <a:pt x="0" y="473423"/>
                      </a:moveTo>
                      <a:lnTo>
                        <a:pt x="147137" y="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799" name="Pose bond highlight 3-4">
                  <a:extLst>
                    <a:ext uri="{FF2B5EF4-FFF2-40B4-BE49-F238E27FC236}">
                      <a16:creationId xmlns:a16="http://schemas.microsoft.com/office/drawing/2014/main" id="{39CBCA38-2D18-495E-A7A2-F40ABCACB88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56260" y="926752"/>
                  <a:ext cx="147137" cy="4734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7137" h="473423">
                      <a:moveTo>
                        <a:pt x="0" y="473423"/>
                      </a:moveTo>
                      <a:lnTo>
                        <a:pt x="147137" y="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00" name="Pose bond 3-10">
                  <a:extLst>
                    <a:ext uri="{FF2B5EF4-FFF2-40B4-BE49-F238E27FC236}">
                      <a16:creationId xmlns:a16="http://schemas.microsoft.com/office/drawing/2014/main" id="{7FDFEC57-1359-4E04-AB21-1CACA76FCA2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85750" y="1409700"/>
                  <a:ext cx="27622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6225" h="66675">
                      <a:moveTo>
                        <a:pt x="276225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01" name="Pose bond highlight 3-10">
                  <a:extLst>
                    <a:ext uri="{FF2B5EF4-FFF2-40B4-BE49-F238E27FC236}">
                      <a16:creationId xmlns:a16="http://schemas.microsoft.com/office/drawing/2014/main" id="{F7CCB03B-71EB-4A5E-9A74-1E28FD4BD0A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80035" y="1400175"/>
                  <a:ext cx="27622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76225" h="66675">
                      <a:moveTo>
                        <a:pt x="276225" y="0"/>
                      </a:moveTo>
                      <a:lnTo>
                        <a:pt x="0" y="66675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02" name="Pose bond 0-1">
                  <a:extLst>
                    <a:ext uri="{FF2B5EF4-FFF2-40B4-BE49-F238E27FC236}">
                      <a16:creationId xmlns:a16="http://schemas.microsoft.com/office/drawing/2014/main" id="{07FED0E1-509B-43AB-8D9B-056C3684B49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29288" y="1066800"/>
                  <a:ext cx="147137" cy="4734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7137" h="473423">
                      <a:moveTo>
                        <a:pt x="147137" y="0"/>
                      </a:moveTo>
                      <a:lnTo>
                        <a:pt x="0" y="473423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803" name="Pose bond highlight 0-1">
                  <a:extLst>
                    <a:ext uri="{FF2B5EF4-FFF2-40B4-BE49-F238E27FC236}">
                      <a16:creationId xmlns:a16="http://schemas.microsoft.com/office/drawing/2014/main" id="{2572F334-F26F-438B-9D32-1D893A78B57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23573" y="1057275"/>
                  <a:ext cx="147137" cy="47342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47137" h="473423">
                      <a:moveTo>
                        <a:pt x="147137" y="0"/>
                      </a:moveTo>
                      <a:lnTo>
                        <a:pt x="0" y="473423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04" name="Pose bond 2-3">
                  <a:extLst>
                    <a:ext uri="{FF2B5EF4-FFF2-40B4-BE49-F238E27FC236}">
                      <a16:creationId xmlns:a16="http://schemas.microsoft.com/office/drawing/2014/main" id="{08CDD528-2E98-4529-8C69-DA649B71150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61975" y="1409700"/>
                  <a:ext cx="510088" cy="30197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0088" h="301973">
                      <a:moveTo>
                        <a:pt x="510088" y="30197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805" name="Pose bond highlight 2-3">
                  <a:extLst>
                    <a:ext uri="{FF2B5EF4-FFF2-40B4-BE49-F238E27FC236}">
                      <a16:creationId xmlns:a16="http://schemas.microsoft.com/office/drawing/2014/main" id="{BFAAAB32-64E2-42E0-9B1C-8D7AFD50927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56260" y="1400175"/>
                  <a:ext cx="510088" cy="301973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0088" h="301973">
                      <a:moveTo>
                        <a:pt x="510088" y="301973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06" name="Pose bond 0-6">
                  <a:extLst>
                    <a:ext uri="{FF2B5EF4-FFF2-40B4-BE49-F238E27FC236}">
                      <a16:creationId xmlns:a16="http://schemas.microsoft.com/office/drawing/2014/main" id="{90317DB8-3FFD-4821-AB02-62504071039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76425" y="952500"/>
                  <a:ext cx="514350" cy="1143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4350" h="114300">
                      <a:moveTo>
                        <a:pt x="0" y="114300"/>
                      </a:moveTo>
                      <a:lnTo>
                        <a:pt x="514350" y="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807" name="Pose bond highlight 0-6">
                  <a:extLst>
                    <a:ext uri="{FF2B5EF4-FFF2-40B4-BE49-F238E27FC236}">
                      <a16:creationId xmlns:a16="http://schemas.microsoft.com/office/drawing/2014/main" id="{FFEFFD2B-5E6F-40A8-B1C7-ECCF0542739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70710" y="942975"/>
                  <a:ext cx="514350" cy="11430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14350" h="114300">
                      <a:moveTo>
                        <a:pt x="0" y="114300"/>
                      </a:moveTo>
                      <a:lnTo>
                        <a:pt x="514350" y="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08" name="Pose bond 6-13">
                  <a:extLst>
                    <a:ext uri="{FF2B5EF4-FFF2-40B4-BE49-F238E27FC236}">
                      <a16:creationId xmlns:a16="http://schemas.microsoft.com/office/drawing/2014/main" id="{8ADB79A8-18DA-48C8-911C-3F9DC25671E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90775" y="638175"/>
                  <a:ext cx="66675" cy="3143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6675" h="314325">
                      <a:moveTo>
                        <a:pt x="0" y="314325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09" name="Pose bond highlight 6-13">
                  <a:extLst>
                    <a:ext uri="{FF2B5EF4-FFF2-40B4-BE49-F238E27FC236}">
                      <a16:creationId xmlns:a16="http://schemas.microsoft.com/office/drawing/2014/main" id="{DC89D8D5-ADC1-4D86-88EB-B8D3EFE3DF9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85060" y="628650"/>
                  <a:ext cx="66675" cy="3143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6675" h="314325">
                      <a:moveTo>
                        <a:pt x="0" y="314325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10" name="Pose bond 1-2">
                  <a:extLst>
                    <a:ext uri="{FF2B5EF4-FFF2-40B4-BE49-F238E27FC236}">
                      <a16:creationId xmlns:a16="http://schemas.microsoft.com/office/drawing/2014/main" id="{2B8ABFEC-B936-40DF-B431-DFAE972CC72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072063" y="1540223"/>
                  <a:ext cx="657225" cy="1714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7225" h="171450">
                      <a:moveTo>
                        <a:pt x="657225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811" name="Pose bond highlight 1-2">
                  <a:extLst>
                    <a:ext uri="{FF2B5EF4-FFF2-40B4-BE49-F238E27FC236}">
                      <a16:creationId xmlns:a16="http://schemas.microsoft.com/office/drawing/2014/main" id="{87538C92-40F3-4CDF-B4E2-5EEB180EAB4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066348" y="1530698"/>
                  <a:ext cx="657225" cy="1714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657225" h="171450">
                      <a:moveTo>
                        <a:pt x="657225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12" name="Pose bond 1-8">
                  <a:extLst>
                    <a:ext uri="{FF2B5EF4-FFF2-40B4-BE49-F238E27FC236}">
                      <a16:creationId xmlns:a16="http://schemas.microsoft.com/office/drawing/2014/main" id="{EEE7675D-D610-44B8-BECA-3993E3B0587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29288" y="1540223"/>
                  <a:ext cx="138113" cy="1563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156387">
                      <a:moveTo>
                        <a:pt x="0" y="0"/>
                      </a:moveTo>
                      <a:lnTo>
                        <a:pt x="138113" y="156387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13" name="Pose bond highlight 1-8">
                  <a:extLst>
                    <a:ext uri="{FF2B5EF4-FFF2-40B4-BE49-F238E27FC236}">
                      <a16:creationId xmlns:a16="http://schemas.microsoft.com/office/drawing/2014/main" id="{916A076B-F5E6-416E-B19B-93BB018ECA1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23573" y="1530698"/>
                  <a:ext cx="138113" cy="15638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156387">
                      <a:moveTo>
                        <a:pt x="0" y="0"/>
                      </a:moveTo>
                      <a:lnTo>
                        <a:pt x="138113" y="156387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14" name="Pose bond 2-9">
                  <a:extLst>
                    <a:ext uri="{FF2B5EF4-FFF2-40B4-BE49-F238E27FC236}">
                      <a16:creationId xmlns:a16="http://schemas.microsoft.com/office/drawing/2014/main" id="{75DBE5D7-5895-44A9-8838-B4541D4B8F4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933951" y="1711673"/>
                  <a:ext cx="138113" cy="2230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223062">
                      <a:moveTo>
                        <a:pt x="138113" y="0"/>
                      </a:moveTo>
                      <a:lnTo>
                        <a:pt x="0" y="223062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15" name="Pose bond highlight 2-9">
                  <a:extLst>
                    <a:ext uri="{FF2B5EF4-FFF2-40B4-BE49-F238E27FC236}">
                      <a16:creationId xmlns:a16="http://schemas.microsoft.com/office/drawing/2014/main" id="{4CCBC897-6EC6-47B7-B275-CD23C5A394F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928236" y="1702148"/>
                  <a:ext cx="138113" cy="223062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8113" h="223062">
                      <a:moveTo>
                        <a:pt x="138113" y="0"/>
                      </a:moveTo>
                      <a:lnTo>
                        <a:pt x="0" y="223062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16" name="Pose bond 6-7">
                  <a:extLst>
                    <a:ext uri="{FF2B5EF4-FFF2-40B4-BE49-F238E27FC236}">
                      <a16:creationId xmlns:a16="http://schemas.microsoft.com/office/drawing/2014/main" id="{AFC4AF3F-C69E-4FA4-9D86-AFF56BFC3D6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90775" y="952500"/>
                  <a:ext cx="323850" cy="4381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3850" h="438150">
                      <a:moveTo>
                        <a:pt x="0" y="0"/>
                      </a:moveTo>
                      <a:lnTo>
                        <a:pt x="323850" y="438150"/>
                      </a:lnTo>
                    </a:path>
                  </a:pathLst>
                </a:custGeom>
                <a:noFill/>
                <a:ln w="10551">
                  <a:solidFill>
                    <a:srgbClr val="277F73"/>
                  </a:solidFill>
                </a:ln>
              </p:spPr>
            </p:sp>
            <p:sp>
              <p:nvSpPr>
                <p:cNvPr id="817" name="Pose bond highlight 6-7">
                  <a:extLst>
                    <a:ext uri="{FF2B5EF4-FFF2-40B4-BE49-F238E27FC236}">
                      <a16:creationId xmlns:a16="http://schemas.microsoft.com/office/drawing/2014/main" id="{BB39A0E2-9CE8-4616-AE7D-CF11EEC8CCF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85060" y="942975"/>
                  <a:ext cx="323850" cy="4381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323850" h="438150">
                      <a:moveTo>
                        <a:pt x="0" y="0"/>
                      </a:moveTo>
                      <a:lnTo>
                        <a:pt x="323850" y="438150"/>
                      </a:lnTo>
                    </a:path>
                  </a:pathLst>
                </a:custGeom>
                <a:noFill/>
                <a:ln w="3429">
                  <a:solidFill>
                    <a:srgbClr val="A3DBCD"/>
                  </a:solidFill>
                </a:ln>
              </p:spPr>
            </p:sp>
            <p:sp>
              <p:nvSpPr>
                <p:cNvPr id="818" name="Pose bond 6-14">
                  <a:extLst>
                    <a:ext uri="{FF2B5EF4-FFF2-40B4-BE49-F238E27FC236}">
                      <a16:creationId xmlns:a16="http://schemas.microsoft.com/office/drawing/2014/main" id="{B8612623-E6B8-4C32-9C86-6F7C6C586C8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90775" y="952500"/>
                  <a:ext cx="219075" cy="476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9075" h="47625">
                      <a:moveTo>
                        <a:pt x="0" y="0"/>
                      </a:moveTo>
                      <a:lnTo>
                        <a:pt x="219075" y="47625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19" name="Pose bond highlight 6-14">
                  <a:extLst>
                    <a:ext uri="{FF2B5EF4-FFF2-40B4-BE49-F238E27FC236}">
                      <a16:creationId xmlns:a16="http://schemas.microsoft.com/office/drawing/2014/main" id="{467314B5-05D1-4D8A-BAC6-5CF032144A6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85060" y="942975"/>
                  <a:ext cx="219075" cy="4762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19075" h="47625">
                      <a:moveTo>
                        <a:pt x="0" y="0"/>
                      </a:moveTo>
                      <a:lnTo>
                        <a:pt x="219075" y="47625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20" name="Pose bond 7-15">
                  <a:extLst>
                    <a:ext uri="{FF2B5EF4-FFF2-40B4-BE49-F238E27FC236}">
                      <a16:creationId xmlns:a16="http://schemas.microsoft.com/office/drawing/2014/main" id="{54D66798-8173-4984-B9AE-E6992963C1A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714625" y="1362075"/>
                  <a:ext cx="295275" cy="28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5275" h="28575">
                      <a:moveTo>
                        <a:pt x="0" y="28575"/>
                      </a:moveTo>
                      <a:lnTo>
                        <a:pt x="295275" y="0"/>
                      </a:lnTo>
                    </a:path>
                  </a:pathLst>
                </a:custGeom>
                <a:noFill/>
                <a:ln w="5276">
                  <a:solidFill>
                    <a:srgbClr val="A9C5C0"/>
                  </a:solidFill>
                </a:ln>
              </p:spPr>
            </p:sp>
            <p:sp>
              <p:nvSpPr>
                <p:cNvPr id="821" name="Pose bond highlight 7-15">
                  <a:extLst>
                    <a:ext uri="{FF2B5EF4-FFF2-40B4-BE49-F238E27FC236}">
                      <a16:creationId xmlns:a16="http://schemas.microsoft.com/office/drawing/2014/main" id="{3195AFB9-D1AF-440B-880F-523A8975221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708910" y="1352550"/>
                  <a:ext cx="295275" cy="285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95275" h="28575">
                      <a:moveTo>
                        <a:pt x="0" y="28575"/>
                      </a:moveTo>
                      <a:lnTo>
                        <a:pt x="295275" y="0"/>
                      </a:lnTo>
                    </a:path>
                  </a:pathLst>
                </a:custGeom>
                <a:noFill/>
                <a:ln w="1319">
                  <a:solidFill>
                    <a:srgbClr val="F1F6F4"/>
                  </a:solidFill>
                </a:ln>
              </p:spPr>
            </p:sp>
            <p:sp>
              <p:nvSpPr>
                <p:cNvPr id="822" name="Pose atom 5 C">
                  <a:extLst>
                    <a:ext uri="{FF2B5EF4-FFF2-40B4-BE49-F238E27FC236}">
                      <a16:creationId xmlns:a16="http://schemas.microsoft.com/office/drawing/2014/main" id="{477F64BA-9B0E-473A-BAA8-6FFF80FC928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231456" y="629946"/>
                  <a:ext cx="269763" cy="269763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23" name="Pose atom highlight 5">
                  <a:extLst>
                    <a:ext uri="{FF2B5EF4-FFF2-40B4-BE49-F238E27FC236}">
                      <a16:creationId xmlns:a16="http://schemas.microsoft.com/office/drawing/2014/main" id="{3D07A637-EC1C-4751-B72B-97B1B1E4657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306989" y="697386"/>
                  <a:ext cx="70138" cy="43162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24" name="Pose atom 12 H">
                  <a:extLst>
                    <a:ext uri="{FF2B5EF4-FFF2-40B4-BE49-F238E27FC236}">
                      <a16:creationId xmlns:a16="http://schemas.microsoft.com/office/drawing/2014/main" id="{79E2615E-DCB3-4AF5-9F70-AA163D1A097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435869" y="47318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25" name="Pose atom highlight 12">
                  <a:extLst>
                    <a:ext uri="{FF2B5EF4-FFF2-40B4-BE49-F238E27FC236}">
                      <a16:creationId xmlns:a16="http://schemas.microsoft.com/office/drawing/2014/main" id="{E87B6F6A-A353-4603-A9D1-C3EF6625D95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474274" y="50747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26" name="Pose atom 4 C">
                  <a:extLst>
                    <a:ext uri="{FF2B5EF4-FFF2-40B4-BE49-F238E27FC236}">
                      <a16:creationId xmlns:a16="http://schemas.microsoft.com/office/drawing/2014/main" id="{14BFFE13-30E7-473E-BBE9-066785E4E2F7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74231" y="801396"/>
                  <a:ext cx="269763" cy="269763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27" name="Pose atom highlight 4">
                  <a:extLst>
                    <a:ext uri="{FF2B5EF4-FFF2-40B4-BE49-F238E27FC236}">
                      <a16:creationId xmlns:a16="http://schemas.microsoft.com/office/drawing/2014/main" id="{C0DA5F21-9672-4488-ADF7-17AEBF6F5AF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649764" y="868836"/>
                  <a:ext cx="70138" cy="43162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28" name="Pose atom 11 H">
                  <a:extLst>
                    <a:ext uri="{FF2B5EF4-FFF2-40B4-BE49-F238E27FC236}">
                      <a16:creationId xmlns:a16="http://schemas.microsoft.com/office/drawing/2014/main" id="{AF5F98FC-42EA-4687-8136-589E3766E6A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02419" y="711310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29" name="Pose atom highlight 11">
                  <a:extLst>
                    <a:ext uri="{FF2B5EF4-FFF2-40B4-BE49-F238E27FC236}">
                      <a16:creationId xmlns:a16="http://schemas.microsoft.com/office/drawing/2014/main" id="{FFF71695-8FBC-44E6-AED1-88FB78CD1D4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540824" y="745600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30" name="Pose atom 0 C">
                  <a:extLst>
                    <a:ext uri="{FF2B5EF4-FFF2-40B4-BE49-F238E27FC236}">
                      <a16:creationId xmlns:a16="http://schemas.microsoft.com/office/drawing/2014/main" id="{20E25998-3509-494D-954A-D7711CDB236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31645" y="922020"/>
                  <a:ext cx="289560" cy="289560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31" name="Pose atom highlight 0">
                  <a:extLst>
                    <a:ext uri="{FF2B5EF4-FFF2-40B4-BE49-F238E27FC236}">
                      <a16:creationId xmlns:a16="http://schemas.microsoft.com/office/drawing/2014/main" id="{A32297F1-1940-4A23-8CE7-E72F3B8E34C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12722" y="994410"/>
                  <a:ext cx="75286" cy="46330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32" name="Pose atom 3 C">
                  <a:extLst>
                    <a:ext uri="{FF2B5EF4-FFF2-40B4-BE49-F238E27FC236}">
                      <a16:creationId xmlns:a16="http://schemas.microsoft.com/office/drawing/2014/main" id="{4BDD8422-B9A0-4734-A35A-AAB530CCCEC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17195" y="1264920"/>
                  <a:ext cx="289560" cy="289560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33" name="Pose atom highlight 3">
                  <a:extLst>
                    <a:ext uri="{FF2B5EF4-FFF2-40B4-BE49-F238E27FC236}">
                      <a16:creationId xmlns:a16="http://schemas.microsoft.com/office/drawing/2014/main" id="{C5214085-2196-40BD-8711-6A4FD4D2F7F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498272" y="1337310"/>
                  <a:ext cx="75286" cy="46330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34" name="Pose atom 10 H">
                  <a:extLst>
                    <a:ext uri="{FF2B5EF4-FFF2-40B4-BE49-F238E27FC236}">
                      <a16:creationId xmlns:a16="http://schemas.microsoft.com/office/drawing/2014/main" id="{FB89C595-F669-4E2C-88D0-26363C3E32E9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17170" y="140779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35" name="Pose atom highlight 10">
                  <a:extLst>
                    <a:ext uri="{FF2B5EF4-FFF2-40B4-BE49-F238E27FC236}">
                      <a16:creationId xmlns:a16="http://schemas.microsoft.com/office/drawing/2014/main" id="{37FA559A-6A5D-492E-88D7-7E438A2147E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55575" y="144208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36" name="Pose atom 13 H">
                  <a:extLst>
                    <a:ext uri="{FF2B5EF4-FFF2-40B4-BE49-F238E27FC236}">
                      <a16:creationId xmlns:a16="http://schemas.microsoft.com/office/drawing/2014/main" id="{45DC5F82-74A4-4B1D-B2EE-1DC0509D58E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88870" y="56959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37" name="Pose atom highlight 13">
                  <a:extLst>
                    <a:ext uri="{FF2B5EF4-FFF2-40B4-BE49-F238E27FC236}">
                      <a16:creationId xmlns:a16="http://schemas.microsoft.com/office/drawing/2014/main" id="{4E3F7375-6B76-41D2-843E-F84D87765583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427275" y="60388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38" name="Pose atom 1 C">
                  <a:extLst>
                    <a:ext uri="{FF2B5EF4-FFF2-40B4-BE49-F238E27FC236}">
                      <a16:creationId xmlns:a16="http://schemas.microsoft.com/office/drawing/2014/main" id="{EA448BB7-3A92-45D5-B845-9D84E8EC8E0D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574609" y="1385544"/>
                  <a:ext cx="309357" cy="309357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39" name="Pose atom highlight 1">
                  <a:extLst>
                    <a:ext uri="{FF2B5EF4-FFF2-40B4-BE49-F238E27FC236}">
                      <a16:creationId xmlns:a16="http://schemas.microsoft.com/office/drawing/2014/main" id="{5504D30C-331B-4A4C-B00C-15DA7D96CC4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661230" y="1462884"/>
                  <a:ext cx="80433" cy="49497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40" name="Pose atom 8 H">
                  <a:extLst>
                    <a:ext uri="{FF2B5EF4-FFF2-40B4-BE49-F238E27FC236}">
                      <a16:creationId xmlns:a16="http://schemas.microsoft.com/office/drawing/2014/main" id="{FC883166-C631-4073-BF39-B0F7F5027706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798821" y="1628030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41" name="Pose atom highlight 8">
                  <a:extLst>
                    <a:ext uri="{FF2B5EF4-FFF2-40B4-BE49-F238E27FC236}">
                      <a16:creationId xmlns:a16="http://schemas.microsoft.com/office/drawing/2014/main" id="{3BFCCA68-3B21-4559-9DB6-1123CA1C64E1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837225" y="1662320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42" name="Pose atom 2 C">
                  <a:extLst>
                    <a:ext uri="{FF2B5EF4-FFF2-40B4-BE49-F238E27FC236}">
                      <a16:creationId xmlns:a16="http://schemas.microsoft.com/office/drawing/2014/main" id="{A8B7CF65-787D-4A46-B4D6-DCABECF1E48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917384" y="1556994"/>
                  <a:ext cx="309357" cy="309357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43" name="Pose atom highlight 2">
                  <a:extLst>
                    <a:ext uri="{FF2B5EF4-FFF2-40B4-BE49-F238E27FC236}">
                      <a16:creationId xmlns:a16="http://schemas.microsoft.com/office/drawing/2014/main" id="{725EA7B4-2124-43ED-AEA6-33470C2BD668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1004005" y="1634334"/>
                  <a:ext cx="80433" cy="49497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44" name="Pose atom 9 H">
                  <a:extLst>
                    <a:ext uri="{FF2B5EF4-FFF2-40B4-BE49-F238E27FC236}">
                      <a16:creationId xmlns:a16="http://schemas.microsoft.com/office/drawing/2014/main" id="{1084323F-0F38-41FB-996B-39B069699925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865371" y="186615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45" name="Pose atom highlight 9">
                  <a:extLst>
                    <a:ext uri="{FF2B5EF4-FFF2-40B4-BE49-F238E27FC236}">
                      <a16:creationId xmlns:a16="http://schemas.microsoft.com/office/drawing/2014/main" id="{1932C849-88F2-400C-8C1D-5FA9B6C03AF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903775" y="190044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46" name="Pose atom 6 C">
                  <a:extLst>
                    <a:ext uri="{FF2B5EF4-FFF2-40B4-BE49-F238E27FC236}">
                      <a16:creationId xmlns:a16="http://schemas.microsoft.com/office/drawing/2014/main" id="{C529C5C0-80EF-4324-BFE5-A805F91EF6F4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232279" y="794004"/>
                  <a:ext cx="316992" cy="316992"/>
                </a:xfrm>
                <a:prstGeom prst="ellipse">
                  <a:avLst/>
                </a:prstGeom>
                <a:gradFill>
                  <a:gsLst>
                    <a:gs pos="0">
                      <a:srgbClr val="D7F1E6"/>
                    </a:gs>
                    <a:gs pos="46000">
                      <a:srgbClr val="4FAF9B"/>
                    </a:gs>
                    <a:gs pos="100000">
                      <a:srgbClr val="17695F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47" name="Pose atom highlight 6">
                  <a:extLst>
                    <a:ext uri="{FF2B5EF4-FFF2-40B4-BE49-F238E27FC236}">
                      <a16:creationId xmlns:a16="http://schemas.microsoft.com/office/drawing/2014/main" id="{9671083C-6123-4732-AD7E-A712333A230A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321037" y="873252"/>
                  <a:ext cx="82418" cy="50719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48" name="Pose atom 7 O">
                  <a:extLst>
                    <a:ext uri="{FF2B5EF4-FFF2-40B4-BE49-F238E27FC236}">
                      <a16:creationId xmlns:a16="http://schemas.microsoft.com/office/drawing/2014/main" id="{256A2949-3324-4879-9D00-5D72B25C154E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557463" y="1233488"/>
                  <a:ext cx="314325" cy="314325"/>
                </a:xfrm>
                <a:prstGeom prst="ellipse">
                  <a:avLst/>
                </a:prstGeom>
                <a:gradFill>
                  <a:gsLst>
                    <a:gs pos="0">
                      <a:srgbClr val="FFE2DB"/>
                    </a:gs>
                    <a:gs pos="48000">
                      <a:srgbClr val="E26B61"/>
                    </a:gs>
                    <a:gs pos="100000">
                      <a:srgbClr val="A73E40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49" name="Pose atom highlight 7">
                  <a:extLst>
                    <a:ext uri="{FF2B5EF4-FFF2-40B4-BE49-F238E27FC236}">
                      <a16:creationId xmlns:a16="http://schemas.microsoft.com/office/drawing/2014/main" id="{4FFC00DF-F10A-41AC-9DAD-8D67E182F48C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645474" y="1312069"/>
                  <a:ext cx="81725" cy="50292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50" name="Pose atom 15 H">
                  <a:extLst>
                    <a:ext uri="{FF2B5EF4-FFF2-40B4-BE49-F238E27FC236}">
                      <a16:creationId xmlns:a16="http://schemas.microsoft.com/office/drawing/2014/main" id="{6C343233-6FD3-4315-B08F-46DE89F18EB0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941320" y="129349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51" name="Pose atom highlight 15">
                  <a:extLst>
                    <a:ext uri="{FF2B5EF4-FFF2-40B4-BE49-F238E27FC236}">
                      <a16:creationId xmlns:a16="http://schemas.microsoft.com/office/drawing/2014/main" id="{902DBA90-F244-47A2-A476-F5176DCDFB8B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979725" y="132778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  <p:sp>
              <p:nvSpPr>
                <p:cNvPr id="852" name="Pose atom 14 H">
                  <a:extLst>
                    <a:ext uri="{FF2B5EF4-FFF2-40B4-BE49-F238E27FC236}">
                      <a16:creationId xmlns:a16="http://schemas.microsoft.com/office/drawing/2014/main" id="{59CEDEAF-58CD-4D18-A19F-5992C81C4712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541270" y="931545"/>
                  <a:ext cx="137160" cy="137160"/>
                </a:xfrm>
                <a:prstGeom prst="ellipse">
                  <a:avLst/>
                </a:prstGeom>
                <a:gradFill>
                  <a:gsLst>
                    <a:gs pos="0">
                      <a:srgbClr val="FFFFFF"/>
                    </a:gs>
                    <a:gs pos="48000">
                      <a:srgbClr val="EFF5F4"/>
                    </a:gs>
                    <a:gs pos="100000">
                      <a:srgbClr val="B1C7C3"/>
                    </a:gs>
                  </a:gsLst>
                  <a:lin ang="8100000"/>
                </a:gradFill>
                <a:ln w="600">
                  <a:noFill/>
                </a:ln>
              </p:spPr>
            </p:sp>
            <p:sp>
              <p:nvSpPr>
                <p:cNvPr id="853" name="Pose atom highlight 14">
                  <a:extLst>
                    <a:ext uri="{FF2B5EF4-FFF2-40B4-BE49-F238E27FC236}">
                      <a16:creationId xmlns:a16="http://schemas.microsoft.com/office/drawing/2014/main" id="{5BDDF7BD-93EE-4802-A674-F9AF414174DF}"/>
                    </a:ext>
                  </a:extLst>
                </p:cNvPr>
                <p:cNvSpPr>
                  <a:spLocks noGrp="1"/>
                </p:cNvSpPr>
                <p:nvPr/>
              </p:nvSpPr>
              <p:spPr>
                <a:xfrm>
                  <a:off x="2579675" y="965835"/>
                  <a:ext cx="35662" cy="21946"/>
                </a:xfrm>
                <a:prstGeom prst="ellipse">
                  <a:avLst/>
                </a:prstGeom>
                <a:solidFill>
                  <a:srgbClr val="FFFFFF">
                    <a:alpha val="50000"/>
                  </a:srgbClr>
                </a:solidFill>
                <a:ln w="600">
                  <a:noFill/>
                </a:ln>
              </p:spPr>
            </p:sp>
          </p:grpSp>
        </p:grpSp>
        <p:sp>
          <p:nvSpPr>
            <p:cNvPr id="854" name="Text | All-atom ligand pose">
              <a:extLst>
                <a:ext uri="{FF2B5EF4-FFF2-40B4-BE49-F238E27FC236}">
                  <a16:creationId xmlns:a16="http://schemas.microsoft.com/office/drawing/2014/main" id="{C3433040-7F83-3E28-0D31-ED8DC7B798C7}"/>
                </a:ext>
              </a:extLst>
            </p:cNvPr>
            <p:cNvSpPr txBox="1"/>
            <p:nvPr/>
          </p:nvSpPr>
          <p:spPr>
            <a:xfrm>
              <a:off x="4090568" y="6054255"/>
              <a:ext cx="1062854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algn="ctr"/>
              <a:r>
                <a:rPr lang="en-US" sz="500" b="1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All-atom ligand pose</a:t>
              </a:r>
              <a:endParaRPr lang="en-US" sz="500"/>
            </a:p>
          </p:txBody>
        </p:sp>
        <p:sp>
          <p:nvSpPr>
            <p:cNvPr id="855" name="Build inputs | shared junction">
              <a:extLst>
                <a:ext uri="{FF2B5EF4-FFF2-40B4-BE49-F238E27FC236}">
                  <a16:creationId xmlns:a16="http://schemas.microsoft.com/office/drawing/2014/main" id="{73DFF4C8-A425-E218-A3D9-39506CC69601}"/>
                </a:ext>
              </a:extLst>
            </p:cNvPr>
            <p:cNvSpPr/>
            <p:nvPr/>
          </p:nvSpPr>
          <p:spPr>
            <a:xfrm>
              <a:off x="1836000" y="5844600"/>
              <a:ext cx="151200" cy="36"/>
            </a:xfrm>
            <a:custGeom>
              <a:avLst/>
              <a:gdLst/>
              <a:ahLst/>
              <a:cxnLst/>
              <a:rect l="0" t="0" r="r" b="b"/>
              <a:pathLst>
                <a:path w="151200" h="36" fill="none">
                  <a:moveTo>
                    <a:pt x="0" y="0"/>
                  </a:moveTo>
                  <a:lnTo>
                    <a:pt x="15120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856" name="Build inputs → default PocketXMol | editable route">
              <a:extLst>
                <a:ext uri="{FF2B5EF4-FFF2-40B4-BE49-F238E27FC236}">
                  <a16:creationId xmlns:a16="http://schemas.microsoft.com/office/drawing/2014/main" id="{38345791-0B31-630E-0048-0F149F399FE9}"/>
                </a:ext>
              </a:extLst>
            </p:cNvPr>
            <p:cNvGrpSpPr/>
            <p:nvPr/>
          </p:nvGrpSpPr>
          <p:grpSpPr>
            <a:xfrm>
              <a:off x="1987200" y="5702400"/>
              <a:ext cx="154440" cy="142200"/>
              <a:chOff x="1987200" y="5702400"/>
              <a:chExt cx="154440" cy="142200"/>
            </a:xfrm>
          </p:grpSpPr>
          <p:sp>
            <p:nvSpPr>
              <p:cNvPr id="857" name="Build inputs → default PocketXMol">
                <a:extLst>
                  <a:ext uri="{FF2B5EF4-FFF2-40B4-BE49-F238E27FC236}">
                    <a16:creationId xmlns:a16="http://schemas.microsoft.com/office/drawing/2014/main" id="{32E3BA67-9864-EB92-A0C5-C5F6A434D643}"/>
                  </a:ext>
                </a:extLst>
              </p:cNvPr>
              <p:cNvSpPr/>
              <p:nvPr/>
            </p:nvSpPr>
            <p:spPr>
              <a:xfrm>
                <a:off x="1987200" y="5712480"/>
                <a:ext cx="128520" cy="13212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32120" fill="none">
                    <a:moveTo>
                      <a:pt x="0" y="132120"/>
                    </a:moveTo>
                    <a:lnTo>
                      <a:pt x="0" y="0"/>
                    </a:lnTo>
                    <a:lnTo>
                      <a:pt x="12852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858" name="Build inputs → default PocketXMol | arrowhead">
                <a:extLst>
                  <a:ext uri="{FF2B5EF4-FFF2-40B4-BE49-F238E27FC236}">
                    <a16:creationId xmlns:a16="http://schemas.microsoft.com/office/drawing/2014/main" id="{F16D78FB-5E83-DBF1-5C7A-8958337F1BF2}"/>
                  </a:ext>
                </a:extLst>
              </p:cNvPr>
              <p:cNvSpPr/>
              <p:nvPr/>
            </p:nvSpPr>
            <p:spPr>
              <a:xfrm>
                <a:off x="2115720" y="570240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grpSp>
          <p:nvGrpSpPr>
            <p:cNvPr id="859" name="Build inputs → docking tools | editable route">
              <a:extLst>
                <a:ext uri="{FF2B5EF4-FFF2-40B4-BE49-F238E27FC236}">
                  <a16:creationId xmlns:a16="http://schemas.microsoft.com/office/drawing/2014/main" id="{2B92978C-6FA8-57BB-24E7-6C977EBBD0DD}"/>
                </a:ext>
              </a:extLst>
            </p:cNvPr>
            <p:cNvGrpSpPr/>
            <p:nvPr/>
          </p:nvGrpSpPr>
          <p:grpSpPr>
            <a:xfrm>
              <a:off x="1987200" y="5844600"/>
              <a:ext cx="154440" cy="159120"/>
              <a:chOff x="1987200" y="5844600"/>
              <a:chExt cx="154440" cy="159120"/>
            </a:xfrm>
          </p:grpSpPr>
          <p:sp>
            <p:nvSpPr>
              <p:cNvPr id="860" name="Build inputs → docking tools">
                <a:extLst>
                  <a:ext uri="{FF2B5EF4-FFF2-40B4-BE49-F238E27FC236}">
                    <a16:creationId xmlns:a16="http://schemas.microsoft.com/office/drawing/2014/main" id="{B074E18C-347B-3625-07D2-309AD1124DB3}"/>
                  </a:ext>
                </a:extLst>
              </p:cNvPr>
              <p:cNvSpPr/>
              <p:nvPr/>
            </p:nvSpPr>
            <p:spPr>
              <a:xfrm>
                <a:off x="1987200" y="5844600"/>
                <a:ext cx="128520" cy="14904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49040" fill="none">
                    <a:moveTo>
                      <a:pt x="0" y="0"/>
                    </a:moveTo>
                    <a:lnTo>
                      <a:pt x="0" y="149040"/>
                    </a:lnTo>
                    <a:lnTo>
                      <a:pt x="128520" y="14904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861" name="Build inputs → docking tools | arrowhead">
                <a:extLst>
                  <a:ext uri="{FF2B5EF4-FFF2-40B4-BE49-F238E27FC236}">
                    <a16:creationId xmlns:a16="http://schemas.microsoft.com/office/drawing/2014/main" id="{F2217AC1-1E46-8CBD-40BB-61F9117E1955}"/>
                  </a:ext>
                </a:extLst>
              </p:cNvPr>
              <p:cNvSpPr/>
              <p:nvPr/>
            </p:nvSpPr>
            <p:spPr>
              <a:xfrm>
                <a:off x="2115720" y="598356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sp>
          <p:nvSpPr>
            <p:cNvPr id="862" name="Default PocketXMol → pose merge">
              <a:extLst>
                <a:ext uri="{FF2B5EF4-FFF2-40B4-BE49-F238E27FC236}">
                  <a16:creationId xmlns:a16="http://schemas.microsoft.com/office/drawing/2014/main" id="{41123AD6-656F-8D55-8757-E22307C3B19F}"/>
                </a:ext>
              </a:extLst>
            </p:cNvPr>
            <p:cNvSpPr/>
            <p:nvPr/>
          </p:nvSpPr>
          <p:spPr>
            <a:xfrm>
              <a:off x="3656160" y="5712480"/>
              <a:ext cx="145440" cy="137520"/>
            </a:xfrm>
            <a:custGeom>
              <a:avLst/>
              <a:gdLst/>
              <a:ahLst/>
              <a:cxnLst/>
              <a:rect l="0" t="0" r="r" b="b"/>
              <a:pathLst>
                <a:path w="145440" h="137520" fill="none">
                  <a:moveTo>
                    <a:pt x="0" y="0"/>
                  </a:moveTo>
                  <a:lnTo>
                    <a:pt x="145440" y="0"/>
                  </a:lnTo>
                  <a:lnTo>
                    <a:pt x="145440" y="13752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sp>
          <p:nvSpPr>
            <p:cNvPr id="863" name="Docking tools → pose merge">
              <a:extLst>
                <a:ext uri="{FF2B5EF4-FFF2-40B4-BE49-F238E27FC236}">
                  <a16:creationId xmlns:a16="http://schemas.microsoft.com/office/drawing/2014/main" id="{700477BB-BF35-CC3D-9766-A0ACCE58DB43}"/>
                </a:ext>
              </a:extLst>
            </p:cNvPr>
            <p:cNvSpPr/>
            <p:nvPr/>
          </p:nvSpPr>
          <p:spPr>
            <a:xfrm>
              <a:off x="3656160" y="5850000"/>
              <a:ext cx="145440" cy="143640"/>
            </a:xfrm>
            <a:custGeom>
              <a:avLst/>
              <a:gdLst/>
              <a:ahLst/>
              <a:cxnLst/>
              <a:rect l="0" t="0" r="r" b="b"/>
              <a:pathLst>
                <a:path w="145440" h="143640" fill="none">
                  <a:moveTo>
                    <a:pt x="0" y="143640"/>
                  </a:moveTo>
                  <a:lnTo>
                    <a:pt x="145440" y="143640"/>
                  </a:lnTo>
                  <a:lnTo>
                    <a:pt x="14544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864" name="Pose merge → all-atom pose | editable route">
              <a:extLst>
                <a:ext uri="{FF2B5EF4-FFF2-40B4-BE49-F238E27FC236}">
                  <a16:creationId xmlns:a16="http://schemas.microsoft.com/office/drawing/2014/main" id="{F0FAA171-8FB8-9942-AD90-88F17A3E3505}"/>
                </a:ext>
              </a:extLst>
            </p:cNvPr>
            <p:cNvGrpSpPr/>
            <p:nvPr/>
          </p:nvGrpSpPr>
          <p:grpSpPr>
            <a:xfrm>
              <a:off x="3801600" y="5839920"/>
              <a:ext cx="410400" cy="20160"/>
              <a:chOff x="3801600" y="5839920"/>
              <a:chExt cx="410400" cy="20160"/>
            </a:xfrm>
          </p:grpSpPr>
          <p:sp>
            <p:nvSpPr>
              <p:cNvPr id="865" name="Pose merge → all-atom pose">
                <a:extLst>
                  <a:ext uri="{FF2B5EF4-FFF2-40B4-BE49-F238E27FC236}">
                    <a16:creationId xmlns:a16="http://schemas.microsoft.com/office/drawing/2014/main" id="{33DDB719-EEB0-1D3E-7F08-3990E0712CCF}"/>
                  </a:ext>
                </a:extLst>
              </p:cNvPr>
              <p:cNvSpPr/>
              <p:nvPr/>
            </p:nvSpPr>
            <p:spPr>
              <a:xfrm>
                <a:off x="3801600" y="5850000"/>
                <a:ext cx="38448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384480" h="36" fill="none">
                    <a:moveTo>
                      <a:pt x="0" y="0"/>
                    </a:moveTo>
                    <a:lnTo>
                      <a:pt x="38448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866" name="Pose merge → all-atom pose | arrowhead">
                <a:extLst>
                  <a:ext uri="{FF2B5EF4-FFF2-40B4-BE49-F238E27FC236}">
                    <a16:creationId xmlns:a16="http://schemas.microsoft.com/office/drawing/2014/main" id="{7A6FD5D4-1B11-39BD-1FFD-1CEC39E41320}"/>
                  </a:ext>
                </a:extLst>
              </p:cNvPr>
              <p:cNvSpPr/>
              <p:nvPr/>
            </p:nvSpPr>
            <p:spPr>
              <a:xfrm>
                <a:off x="4186080" y="5839920"/>
                <a:ext cx="25920" cy="20160"/>
              </a:xfrm>
              <a:custGeom>
                <a:avLst/>
                <a:gdLst/>
                <a:ahLst/>
                <a:cxnLst/>
                <a:rect l="0" t="0" r="0" b="0"/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867" name="a | density cube M_exp | v4 editable"/>
          <p:cNvGrpSpPr/>
          <p:nvPr/>
        </p:nvGrpSpPr>
        <p:grpSpPr>
          <a:xfrm>
            <a:off x="1475540" y="496945"/>
            <a:ext cx="206784" cy="185747"/>
            <a:chOff x="160920" y="736200"/>
            <a:chExt cx="285840" cy="256320"/>
          </a:xfrm>
        </p:grpSpPr>
        <p:sp>
          <p:nvSpPr>
            <p:cNvPr id="868" name="asset_3411_0">
              <a:extLst>
                <a:ext uri="{FF2B5EF4-FFF2-40B4-BE49-F238E27FC236}">
                  <a16:creationId xmlns:a16="http://schemas.microsoft.com/office/drawing/2014/main" id="{5B0EC728-FC60-4C58-A31A-B10F3E2E0B02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3620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524">
              <a:solidFill>
                <a:srgbClr val="87ADD3"/>
              </a:solidFill>
            </a:ln>
          </p:spPr>
        </p:sp>
        <p:sp>
          <p:nvSpPr>
            <p:cNvPr id="869" name="asset_3411_1">
              <a:extLst>
                <a:ext uri="{FF2B5EF4-FFF2-40B4-BE49-F238E27FC236}">
                  <a16:creationId xmlns:a16="http://schemas.microsoft.com/office/drawing/2014/main" id="{87FD5E1F-56E4-4026-8A63-DE49CAD29849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73620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870" name="asset_3411_2">
              <a:extLst>
                <a:ext uri="{FF2B5EF4-FFF2-40B4-BE49-F238E27FC236}">
                  <a16:creationId xmlns:a16="http://schemas.microsoft.com/office/drawing/2014/main" id="{808984AD-CAE7-4E8A-B93D-E734C039E4D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871" name="asset_3411_3">
              <a:extLst>
                <a:ext uri="{FF2B5EF4-FFF2-40B4-BE49-F238E27FC236}">
                  <a16:creationId xmlns:a16="http://schemas.microsoft.com/office/drawing/2014/main" id="{2B372807-9BA1-435E-879C-F4ED2D4414A5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2" name="asset_3411_4">
              <a:extLst>
                <a:ext uri="{FF2B5EF4-FFF2-40B4-BE49-F238E27FC236}">
                  <a16:creationId xmlns:a16="http://schemas.microsoft.com/office/drawing/2014/main" id="{A8B50796-8957-494E-A72E-0D5FB4AB5C38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32961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3" name="asset_3411_5">
              <a:extLst>
                <a:ext uri="{FF2B5EF4-FFF2-40B4-BE49-F238E27FC236}">
                  <a16:creationId xmlns:a16="http://schemas.microsoft.com/office/drawing/2014/main" id="{A7B8E183-345E-450C-8AEF-09298A15702B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4" name="asset_3411_6">
              <a:extLst>
                <a:ext uri="{FF2B5EF4-FFF2-40B4-BE49-F238E27FC236}">
                  <a16:creationId xmlns:a16="http://schemas.microsoft.com/office/drawing/2014/main" id="{FDDD10CF-4B22-436D-9DF5-F7186C21371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86147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5" name="asset_3411_7">
              <a:extLst>
                <a:ext uri="{FF2B5EF4-FFF2-40B4-BE49-F238E27FC236}">
                  <a16:creationId xmlns:a16="http://schemas.microsoft.com/office/drawing/2014/main" id="{113864F8-4058-4186-BBDE-78AC0A7A545C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6" name="asset_3411_8">
              <a:extLst>
                <a:ext uri="{FF2B5EF4-FFF2-40B4-BE49-F238E27FC236}">
                  <a16:creationId xmlns:a16="http://schemas.microsoft.com/office/drawing/2014/main" id="{3A039210-18AA-4906-932C-BA0FB4625B7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939334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877" name="asset_3411_9">
              <a:extLst>
                <a:ext uri="{FF2B5EF4-FFF2-40B4-BE49-F238E27FC236}">
                  <a16:creationId xmlns:a16="http://schemas.microsoft.com/office/drawing/2014/main" id="{B43D5F50-445C-44D0-A7B3-EA211D4B463C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ADD0">
                    <a:alpha val="66000"/>
                  </a:srgbClr>
                </a:gs>
                <a:gs pos="100000">
                  <a:srgbClr val="8CADD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78" name="asset_3411_10">
              <a:extLst>
                <a:ext uri="{FF2B5EF4-FFF2-40B4-BE49-F238E27FC236}">
                  <a16:creationId xmlns:a16="http://schemas.microsoft.com/office/drawing/2014/main" id="{D11FF782-00F7-4806-8740-0AD788D49A4E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ADD0">
                    <a:alpha val="66000"/>
                  </a:srgbClr>
                </a:gs>
                <a:gs pos="100000">
                  <a:srgbClr val="8CADD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79" name="asset_3411_11">
              <a:extLst>
                <a:ext uri="{FF2B5EF4-FFF2-40B4-BE49-F238E27FC236}">
                  <a16:creationId xmlns:a16="http://schemas.microsoft.com/office/drawing/2014/main" id="{91297F33-DB27-43A4-985D-EB428C8519F3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ADD0">
                    <a:alpha val="66000"/>
                  </a:srgbClr>
                </a:gs>
                <a:gs pos="100000">
                  <a:srgbClr val="8CADD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0" name="asset_3411_12">
              <a:extLst>
                <a:ext uri="{FF2B5EF4-FFF2-40B4-BE49-F238E27FC236}">
                  <a16:creationId xmlns:a16="http://schemas.microsoft.com/office/drawing/2014/main" id="{C6FF995D-FF3F-41A7-88B5-A34BD84A7CB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ADD0">
                    <a:alpha val="66000"/>
                  </a:srgbClr>
                </a:gs>
                <a:gs pos="100000">
                  <a:srgbClr val="8CADD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1" name="asset_3411_13">
              <a:extLst>
                <a:ext uri="{FF2B5EF4-FFF2-40B4-BE49-F238E27FC236}">
                  <a16:creationId xmlns:a16="http://schemas.microsoft.com/office/drawing/2014/main" id="{9642C341-7712-42E6-8B36-D84B72EB4EB7}"/>
                </a:ext>
              </a:extLst>
            </p:cNvPr>
            <p:cNvSpPr>
              <a:spLocks noGrp="1"/>
            </p:cNvSpPr>
            <p:nvPr/>
          </p:nvSpPr>
          <p:spPr>
            <a:xfrm>
              <a:off x="217435" y="871149"/>
              <a:ext cx="35585" cy="3236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2" name="asset_3411_14">
              <a:extLst>
                <a:ext uri="{FF2B5EF4-FFF2-40B4-BE49-F238E27FC236}">
                  <a16:creationId xmlns:a16="http://schemas.microsoft.com/office/drawing/2014/main" id="{93FAFE6B-8861-4588-99DF-1A26F77A4E11}"/>
                </a:ext>
              </a:extLst>
            </p:cNvPr>
            <p:cNvSpPr>
              <a:spLocks noGrp="1"/>
            </p:cNvSpPr>
            <p:nvPr/>
          </p:nvSpPr>
          <p:spPr>
            <a:xfrm>
              <a:off x="278604" y="874476"/>
              <a:ext cx="39179" cy="3563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3" name="asset_3411_15">
              <a:extLst>
                <a:ext uri="{FF2B5EF4-FFF2-40B4-BE49-F238E27FC236}">
                  <a16:creationId xmlns:a16="http://schemas.microsoft.com/office/drawing/2014/main" id="{B8765109-E640-4AAB-B1CF-960C6911E48F}"/>
                </a:ext>
              </a:extLst>
            </p:cNvPr>
            <p:cNvSpPr>
              <a:spLocks noGrp="1"/>
            </p:cNvSpPr>
            <p:nvPr/>
          </p:nvSpPr>
          <p:spPr>
            <a:xfrm>
              <a:off x="297448" y="838028"/>
              <a:ext cx="40342" cy="3668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4" name="asset_3411_16">
              <a:extLst>
                <a:ext uri="{FF2B5EF4-FFF2-40B4-BE49-F238E27FC236}">
                  <a16:creationId xmlns:a16="http://schemas.microsoft.com/office/drawing/2014/main" id="{681C782C-818C-4804-B9DE-75ACC170C8C1}"/>
                </a:ext>
              </a:extLst>
            </p:cNvPr>
            <p:cNvSpPr>
              <a:spLocks noGrp="1"/>
            </p:cNvSpPr>
            <p:nvPr/>
          </p:nvSpPr>
          <p:spPr>
            <a:xfrm>
              <a:off x="251401" y="774362"/>
              <a:ext cx="33480" cy="304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5" name="asset_3411_17">
              <a:extLst>
                <a:ext uri="{FF2B5EF4-FFF2-40B4-BE49-F238E27FC236}">
                  <a16:creationId xmlns:a16="http://schemas.microsoft.com/office/drawing/2014/main" id="{1A7B4525-4371-4D1E-9560-CD1BE3C5021A}"/>
                </a:ext>
              </a:extLst>
            </p:cNvPr>
            <p:cNvSpPr>
              <a:spLocks noGrp="1"/>
            </p:cNvSpPr>
            <p:nvPr/>
          </p:nvSpPr>
          <p:spPr>
            <a:xfrm>
              <a:off x="214094" y="825878"/>
              <a:ext cx="43700" cy="3974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6" name="asset_3411_18">
              <a:extLst>
                <a:ext uri="{FF2B5EF4-FFF2-40B4-BE49-F238E27FC236}">
                  <a16:creationId xmlns:a16="http://schemas.microsoft.com/office/drawing/2014/main" id="{C6795469-0B96-4557-81DA-6FFFACE3BA9E}"/>
                </a:ext>
              </a:extLst>
            </p:cNvPr>
            <p:cNvSpPr>
              <a:spLocks noGrp="1"/>
            </p:cNvSpPr>
            <p:nvPr/>
          </p:nvSpPr>
          <p:spPr>
            <a:xfrm>
              <a:off x="263463" y="840680"/>
              <a:ext cx="54999" cy="5001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7" name="asset_3411_19">
              <a:extLst>
                <a:ext uri="{FF2B5EF4-FFF2-40B4-BE49-F238E27FC236}">
                  <a16:creationId xmlns:a16="http://schemas.microsoft.com/office/drawing/2014/main" id="{F15F3FF6-4BE9-49CB-BA34-7D3DA345D893}"/>
                </a:ext>
              </a:extLst>
            </p:cNvPr>
            <p:cNvSpPr>
              <a:spLocks noGrp="1"/>
            </p:cNvSpPr>
            <p:nvPr/>
          </p:nvSpPr>
          <p:spPr>
            <a:xfrm>
              <a:off x="284053" y="825677"/>
              <a:ext cx="34004" cy="3092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8" name="asset_3411_20">
              <a:extLst>
                <a:ext uri="{FF2B5EF4-FFF2-40B4-BE49-F238E27FC236}">
                  <a16:creationId xmlns:a16="http://schemas.microsoft.com/office/drawing/2014/main" id="{91AEF815-CFF8-40F7-BA20-1673FAEE7D1D}"/>
                </a:ext>
              </a:extLst>
            </p:cNvPr>
            <p:cNvSpPr>
              <a:spLocks noGrp="1"/>
            </p:cNvSpPr>
            <p:nvPr/>
          </p:nvSpPr>
          <p:spPr>
            <a:xfrm>
              <a:off x="236698" y="800771"/>
              <a:ext cx="55708" cy="5066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89" name="asset_3411_21">
              <a:extLst>
                <a:ext uri="{FF2B5EF4-FFF2-40B4-BE49-F238E27FC236}">
                  <a16:creationId xmlns:a16="http://schemas.microsoft.com/office/drawing/2014/main" id="{23FAA7A5-F38E-4858-AA52-3284823167F7}"/>
                </a:ext>
              </a:extLst>
            </p:cNvPr>
            <p:cNvSpPr>
              <a:spLocks noGrp="1"/>
            </p:cNvSpPr>
            <p:nvPr/>
          </p:nvSpPr>
          <p:spPr>
            <a:xfrm>
              <a:off x="197623" y="864321"/>
              <a:ext cx="35718" cy="3248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0" name="asset_3411_22">
              <a:extLst>
                <a:ext uri="{FF2B5EF4-FFF2-40B4-BE49-F238E27FC236}">
                  <a16:creationId xmlns:a16="http://schemas.microsoft.com/office/drawing/2014/main" id="{AFA003E2-44C5-4BA4-9920-4C5E7260E04D}"/>
                </a:ext>
              </a:extLst>
            </p:cNvPr>
            <p:cNvSpPr>
              <a:spLocks noGrp="1"/>
            </p:cNvSpPr>
            <p:nvPr/>
          </p:nvSpPr>
          <p:spPr>
            <a:xfrm>
              <a:off x="289023" y="863118"/>
              <a:ext cx="57695" cy="524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1" name="asset_3411_23">
              <a:extLst>
                <a:ext uri="{FF2B5EF4-FFF2-40B4-BE49-F238E27FC236}">
                  <a16:creationId xmlns:a16="http://schemas.microsoft.com/office/drawing/2014/main" id="{0B26404F-10CA-424B-92C6-82D1627DF181}"/>
                </a:ext>
              </a:extLst>
            </p:cNvPr>
            <p:cNvSpPr>
              <a:spLocks noGrp="1"/>
            </p:cNvSpPr>
            <p:nvPr/>
          </p:nvSpPr>
          <p:spPr>
            <a:xfrm>
              <a:off x="338795" y="832408"/>
              <a:ext cx="31803" cy="289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2" name="asset_3411_24">
              <a:extLst>
                <a:ext uri="{FF2B5EF4-FFF2-40B4-BE49-F238E27FC236}">
                  <a16:creationId xmlns:a16="http://schemas.microsoft.com/office/drawing/2014/main" id="{517AD261-6B44-40F5-8A26-7932D5BF7E16}"/>
                </a:ext>
              </a:extLst>
            </p:cNvPr>
            <p:cNvSpPr>
              <a:spLocks noGrp="1"/>
            </p:cNvSpPr>
            <p:nvPr/>
          </p:nvSpPr>
          <p:spPr>
            <a:xfrm>
              <a:off x="261809" y="764845"/>
              <a:ext cx="52113" cy="4739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3" name="asset_3411_25">
              <a:extLst>
                <a:ext uri="{FF2B5EF4-FFF2-40B4-BE49-F238E27FC236}">
                  <a16:creationId xmlns:a16="http://schemas.microsoft.com/office/drawing/2014/main" id="{8A8A6F5A-1C34-4FE8-905B-C88978C5AAF0}"/>
                </a:ext>
              </a:extLst>
            </p:cNvPr>
            <p:cNvSpPr>
              <a:spLocks noGrp="1"/>
            </p:cNvSpPr>
            <p:nvPr/>
          </p:nvSpPr>
          <p:spPr>
            <a:xfrm>
              <a:off x="206423" y="867644"/>
              <a:ext cx="37347" cy="339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4" name="asset_3411_26">
              <a:extLst>
                <a:ext uri="{FF2B5EF4-FFF2-40B4-BE49-F238E27FC236}">
                  <a16:creationId xmlns:a16="http://schemas.microsoft.com/office/drawing/2014/main" id="{6C7A06C3-DCF7-4619-B82E-BEE22B99C6BA}"/>
                </a:ext>
              </a:extLst>
            </p:cNvPr>
            <p:cNvSpPr>
              <a:spLocks noGrp="1"/>
            </p:cNvSpPr>
            <p:nvPr/>
          </p:nvSpPr>
          <p:spPr>
            <a:xfrm>
              <a:off x="298778" y="873990"/>
              <a:ext cx="31485" cy="286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5" name="asset_3411_27">
              <a:extLst>
                <a:ext uri="{FF2B5EF4-FFF2-40B4-BE49-F238E27FC236}">
                  <a16:creationId xmlns:a16="http://schemas.microsoft.com/office/drawing/2014/main" id="{5B4C5A3E-BBCD-48E9-AEEA-3FC207768B7F}"/>
                </a:ext>
              </a:extLst>
            </p:cNvPr>
            <p:cNvSpPr>
              <a:spLocks noGrp="1"/>
            </p:cNvSpPr>
            <p:nvPr/>
          </p:nvSpPr>
          <p:spPr>
            <a:xfrm>
              <a:off x="295904" y="833272"/>
              <a:ext cx="42969" cy="3907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6" name="asset_3411_28">
              <a:extLst>
                <a:ext uri="{FF2B5EF4-FFF2-40B4-BE49-F238E27FC236}">
                  <a16:creationId xmlns:a16="http://schemas.microsoft.com/office/drawing/2014/main" id="{52E38570-D3A2-4631-930D-5CF53563DEED}"/>
                </a:ext>
              </a:extLst>
            </p:cNvPr>
            <p:cNvSpPr>
              <a:spLocks noGrp="1"/>
            </p:cNvSpPr>
            <p:nvPr/>
          </p:nvSpPr>
          <p:spPr>
            <a:xfrm>
              <a:off x="270638" y="811862"/>
              <a:ext cx="55265" cy="502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7" name="asset_3411_29">
              <a:extLst>
                <a:ext uri="{FF2B5EF4-FFF2-40B4-BE49-F238E27FC236}">
                  <a16:creationId xmlns:a16="http://schemas.microsoft.com/office/drawing/2014/main" id="{561D7331-3D0A-415F-B200-C312585E5468}"/>
                </a:ext>
              </a:extLst>
            </p:cNvPr>
            <p:cNvSpPr>
              <a:spLocks noGrp="1"/>
            </p:cNvSpPr>
            <p:nvPr/>
          </p:nvSpPr>
          <p:spPr>
            <a:xfrm>
              <a:off x="203308" y="867118"/>
              <a:ext cx="38292" cy="3482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8" name="asset_3411_30">
              <a:extLst>
                <a:ext uri="{FF2B5EF4-FFF2-40B4-BE49-F238E27FC236}">
                  <a16:creationId xmlns:a16="http://schemas.microsoft.com/office/drawing/2014/main" id="{4E01E509-2839-4C0E-8B76-FD0DE55117B9}"/>
                </a:ext>
              </a:extLst>
            </p:cNvPr>
            <p:cNvSpPr>
              <a:spLocks noGrp="1"/>
            </p:cNvSpPr>
            <p:nvPr/>
          </p:nvSpPr>
          <p:spPr>
            <a:xfrm>
              <a:off x="306809" y="865521"/>
              <a:ext cx="41408" cy="3765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899" name="asset_3411_31">
              <a:extLst>
                <a:ext uri="{FF2B5EF4-FFF2-40B4-BE49-F238E27FC236}">
                  <a16:creationId xmlns:a16="http://schemas.microsoft.com/office/drawing/2014/main" id="{CF2D39F3-8326-4FE4-8D1E-4DE08DCF3608}"/>
                </a:ext>
              </a:extLst>
            </p:cNvPr>
            <p:cNvSpPr>
              <a:spLocks noGrp="1"/>
            </p:cNvSpPr>
            <p:nvPr/>
          </p:nvSpPr>
          <p:spPr>
            <a:xfrm>
              <a:off x="283189" y="838846"/>
              <a:ext cx="34946" cy="3178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0" name="asset_3411_32">
              <a:extLst>
                <a:ext uri="{FF2B5EF4-FFF2-40B4-BE49-F238E27FC236}">
                  <a16:creationId xmlns:a16="http://schemas.microsoft.com/office/drawing/2014/main" id="{2A07883F-924F-4D9D-860E-61DEC5ED61ED}"/>
                </a:ext>
              </a:extLst>
            </p:cNvPr>
            <p:cNvSpPr>
              <a:spLocks noGrp="1"/>
            </p:cNvSpPr>
            <p:nvPr/>
          </p:nvSpPr>
          <p:spPr>
            <a:xfrm>
              <a:off x="240137" y="810691"/>
              <a:ext cx="41051" cy="373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1" name="asset_3411_33">
              <a:extLst>
                <a:ext uri="{FF2B5EF4-FFF2-40B4-BE49-F238E27FC236}">
                  <a16:creationId xmlns:a16="http://schemas.microsoft.com/office/drawing/2014/main" id="{326F2534-B889-4B3C-B691-AAA58C3BB24B}"/>
                </a:ext>
              </a:extLst>
            </p:cNvPr>
            <p:cNvSpPr>
              <a:spLocks noGrp="1"/>
            </p:cNvSpPr>
            <p:nvPr/>
          </p:nvSpPr>
          <p:spPr>
            <a:xfrm>
              <a:off x="241551" y="857776"/>
              <a:ext cx="34987" cy="3181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2" name="asset_3411_34">
              <a:extLst>
                <a:ext uri="{FF2B5EF4-FFF2-40B4-BE49-F238E27FC236}">
                  <a16:creationId xmlns:a16="http://schemas.microsoft.com/office/drawing/2014/main" id="{4A2366E0-4FAE-4D94-9DEE-5048302867EA}"/>
                </a:ext>
              </a:extLst>
            </p:cNvPr>
            <p:cNvSpPr>
              <a:spLocks noGrp="1"/>
            </p:cNvSpPr>
            <p:nvPr/>
          </p:nvSpPr>
          <p:spPr>
            <a:xfrm>
              <a:off x="273896" y="895074"/>
              <a:ext cx="48428" cy="4404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3" name="asset_3411_35">
              <a:extLst>
                <a:ext uri="{FF2B5EF4-FFF2-40B4-BE49-F238E27FC236}">
                  <a16:creationId xmlns:a16="http://schemas.microsoft.com/office/drawing/2014/main" id="{1007DE31-A589-4561-908D-1BC2445E135B}"/>
                </a:ext>
              </a:extLst>
            </p:cNvPr>
            <p:cNvSpPr>
              <a:spLocks noGrp="1"/>
            </p:cNvSpPr>
            <p:nvPr/>
          </p:nvSpPr>
          <p:spPr>
            <a:xfrm>
              <a:off x="307927" y="823349"/>
              <a:ext cx="54152" cy="492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4" name="asset_3411_36">
              <a:extLst>
                <a:ext uri="{FF2B5EF4-FFF2-40B4-BE49-F238E27FC236}">
                  <a16:creationId xmlns:a16="http://schemas.microsoft.com/office/drawing/2014/main" id="{154D8CC8-D747-4DDC-82EF-78B7267C3BA8}"/>
                </a:ext>
              </a:extLst>
            </p:cNvPr>
            <p:cNvSpPr>
              <a:spLocks noGrp="1"/>
            </p:cNvSpPr>
            <p:nvPr/>
          </p:nvSpPr>
          <p:spPr>
            <a:xfrm>
              <a:off x="278419" y="780385"/>
              <a:ext cx="56610" cy="5148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5" name="asset_3411_37">
              <a:extLst>
                <a:ext uri="{FF2B5EF4-FFF2-40B4-BE49-F238E27FC236}">
                  <a16:creationId xmlns:a16="http://schemas.microsoft.com/office/drawing/2014/main" id="{6EB24BC6-E279-4ACB-8ADA-3347E92715EA}"/>
                </a:ext>
              </a:extLst>
            </p:cNvPr>
            <p:cNvSpPr>
              <a:spLocks noGrp="1"/>
            </p:cNvSpPr>
            <p:nvPr/>
          </p:nvSpPr>
          <p:spPr>
            <a:xfrm>
              <a:off x="191659" y="868034"/>
              <a:ext cx="38946" cy="3541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6" name="asset_3411_38">
              <a:extLst>
                <a:ext uri="{FF2B5EF4-FFF2-40B4-BE49-F238E27FC236}">
                  <a16:creationId xmlns:a16="http://schemas.microsoft.com/office/drawing/2014/main" id="{67BC88F7-AFA6-47D1-8315-70F920A20C4A}"/>
                </a:ext>
              </a:extLst>
            </p:cNvPr>
            <p:cNvSpPr>
              <a:spLocks noGrp="1"/>
            </p:cNvSpPr>
            <p:nvPr/>
          </p:nvSpPr>
          <p:spPr>
            <a:xfrm>
              <a:off x="273013" y="852482"/>
              <a:ext cx="56603" cy="5147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7" name="asset_3411_39">
              <a:extLst>
                <a:ext uri="{FF2B5EF4-FFF2-40B4-BE49-F238E27FC236}">
                  <a16:creationId xmlns:a16="http://schemas.microsoft.com/office/drawing/2014/main" id="{B98D5FB4-59FB-4946-9C2A-07B81FEA4351}"/>
                </a:ext>
              </a:extLst>
            </p:cNvPr>
            <p:cNvSpPr>
              <a:spLocks noGrp="1"/>
            </p:cNvSpPr>
            <p:nvPr/>
          </p:nvSpPr>
          <p:spPr>
            <a:xfrm>
              <a:off x="319623" y="840498"/>
              <a:ext cx="33366" cy="3034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8" name="asset_3411_40">
              <a:extLst>
                <a:ext uri="{FF2B5EF4-FFF2-40B4-BE49-F238E27FC236}">
                  <a16:creationId xmlns:a16="http://schemas.microsoft.com/office/drawing/2014/main" id="{83420C1F-4D3F-4791-B752-627A462A399E}"/>
                </a:ext>
              </a:extLst>
            </p:cNvPr>
            <p:cNvSpPr>
              <a:spLocks noGrp="1"/>
            </p:cNvSpPr>
            <p:nvPr/>
          </p:nvSpPr>
          <p:spPr>
            <a:xfrm>
              <a:off x="242007" y="796151"/>
              <a:ext cx="50164" cy="456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09" name="asset_3411_41">
              <a:extLst>
                <a:ext uri="{FF2B5EF4-FFF2-40B4-BE49-F238E27FC236}">
                  <a16:creationId xmlns:a16="http://schemas.microsoft.com/office/drawing/2014/main" id="{9C9CA8AF-7487-42D9-B054-213909B8375A}"/>
                </a:ext>
              </a:extLst>
            </p:cNvPr>
            <p:cNvSpPr>
              <a:spLocks noGrp="1"/>
            </p:cNvSpPr>
            <p:nvPr/>
          </p:nvSpPr>
          <p:spPr>
            <a:xfrm>
              <a:off x="189029" y="846662"/>
              <a:ext cx="40170" cy="3653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0" name="asset_3411_42">
              <a:extLst>
                <a:ext uri="{FF2B5EF4-FFF2-40B4-BE49-F238E27FC236}">
                  <a16:creationId xmlns:a16="http://schemas.microsoft.com/office/drawing/2014/main" id="{DAC0FD38-66B9-4B84-A151-CFA48DFCFD5C}"/>
                </a:ext>
              </a:extLst>
            </p:cNvPr>
            <p:cNvSpPr>
              <a:spLocks noGrp="1"/>
            </p:cNvSpPr>
            <p:nvPr/>
          </p:nvSpPr>
          <p:spPr>
            <a:xfrm>
              <a:off x="286935" y="843691"/>
              <a:ext cx="47831" cy="434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1" name="asset_3411_43">
              <a:extLst>
                <a:ext uri="{FF2B5EF4-FFF2-40B4-BE49-F238E27FC236}">
                  <a16:creationId xmlns:a16="http://schemas.microsoft.com/office/drawing/2014/main" id="{4E7D2088-6627-4B82-91E0-18280AE02F64}"/>
                </a:ext>
              </a:extLst>
            </p:cNvPr>
            <p:cNvSpPr>
              <a:spLocks noGrp="1"/>
            </p:cNvSpPr>
            <p:nvPr/>
          </p:nvSpPr>
          <p:spPr>
            <a:xfrm>
              <a:off x="281949" y="806735"/>
              <a:ext cx="33184" cy="3017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2" name="asset_3411_44">
              <a:extLst>
                <a:ext uri="{FF2B5EF4-FFF2-40B4-BE49-F238E27FC236}">
                  <a16:creationId xmlns:a16="http://schemas.microsoft.com/office/drawing/2014/main" id="{18DF35CC-FA69-407B-B756-D6E24F5CF716}"/>
                </a:ext>
              </a:extLst>
            </p:cNvPr>
            <p:cNvSpPr>
              <a:spLocks noGrp="1"/>
            </p:cNvSpPr>
            <p:nvPr/>
          </p:nvSpPr>
          <p:spPr>
            <a:xfrm>
              <a:off x="277649" y="807177"/>
              <a:ext cx="33960" cy="308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3" name="asset_3411_45">
              <a:extLst>
                <a:ext uri="{FF2B5EF4-FFF2-40B4-BE49-F238E27FC236}">
                  <a16:creationId xmlns:a16="http://schemas.microsoft.com/office/drawing/2014/main" id="{75CB1308-185E-4AD3-A1E7-5EBC09E504A6}"/>
                </a:ext>
              </a:extLst>
            </p:cNvPr>
            <p:cNvSpPr>
              <a:spLocks noGrp="1"/>
            </p:cNvSpPr>
            <p:nvPr/>
          </p:nvSpPr>
          <p:spPr>
            <a:xfrm>
              <a:off x="188553" y="862265"/>
              <a:ext cx="56605" cy="5147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4" name="asset_3411_46">
              <a:extLst>
                <a:ext uri="{FF2B5EF4-FFF2-40B4-BE49-F238E27FC236}">
                  <a16:creationId xmlns:a16="http://schemas.microsoft.com/office/drawing/2014/main" id="{179296BF-344A-4148-A9D4-3E16BAAA6846}"/>
                </a:ext>
              </a:extLst>
            </p:cNvPr>
            <p:cNvSpPr>
              <a:spLocks noGrp="1"/>
            </p:cNvSpPr>
            <p:nvPr/>
          </p:nvSpPr>
          <p:spPr>
            <a:xfrm>
              <a:off x="233525" y="861391"/>
              <a:ext cx="55794" cy="5073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5" name="asset_3411_47">
              <a:extLst>
                <a:ext uri="{FF2B5EF4-FFF2-40B4-BE49-F238E27FC236}">
                  <a16:creationId xmlns:a16="http://schemas.microsoft.com/office/drawing/2014/main" id="{88951690-A320-498A-86DB-5D662BE56B83}"/>
                </a:ext>
              </a:extLst>
            </p:cNvPr>
            <p:cNvSpPr>
              <a:spLocks noGrp="1"/>
            </p:cNvSpPr>
            <p:nvPr/>
          </p:nvSpPr>
          <p:spPr>
            <a:xfrm>
              <a:off x="305682" y="776200"/>
              <a:ext cx="54723" cy="497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6" name="asset_3411_48">
              <a:extLst>
                <a:ext uri="{FF2B5EF4-FFF2-40B4-BE49-F238E27FC236}">
                  <a16:creationId xmlns:a16="http://schemas.microsoft.com/office/drawing/2014/main" id="{7273DCD7-DEA0-4C25-B06F-94A2BF1A8847}"/>
                </a:ext>
              </a:extLst>
            </p:cNvPr>
            <p:cNvSpPr>
              <a:spLocks noGrp="1"/>
            </p:cNvSpPr>
            <p:nvPr/>
          </p:nvSpPr>
          <p:spPr>
            <a:xfrm>
              <a:off x="262074" y="832592"/>
              <a:ext cx="32482" cy="2953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7" name="asset_3411_49">
              <a:extLst>
                <a:ext uri="{FF2B5EF4-FFF2-40B4-BE49-F238E27FC236}">
                  <a16:creationId xmlns:a16="http://schemas.microsoft.com/office/drawing/2014/main" id="{317CFA8E-23F1-4D86-982F-45C65C07CE57}"/>
                </a:ext>
              </a:extLst>
            </p:cNvPr>
            <p:cNvSpPr>
              <a:spLocks noGrp="1"/>
            </p:cNvSpPr>
            <p:nvPr/>
          </p:nvSpPr>
          <p:spPr>
            <a:xfrm>
              <a:off x="199581" y="859669"/>
              <a:ext cx="56969" cy="5180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8" name="asset_3411_50">
              <a:extLst>
                <a:ext uri="{FF2B5EF4-FFF2-40B4-BE49-F238E27FC236}">
                  <a16:creationId xmlns:a16="http://schemas.microsoft.com/office/drawing/2014/main" id="{A1304B97-20ED-4EF4-B820-4BBCF3EE2848}"/>
                </a:ext>
              </a:extLst>
            </p:cNvPr>
            <p:cNvSpPr>
              <a:spLocks noGrp="1"/>
            </p:cNvSpPr>
            <p:nvPr/>
          </p:nvSpPr>
          <p:spPr>
            <a:xfrm>
              <a:off x="290634" y="851962"/>
              <a:ext cx="36759" cy="3342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ADD0">
                    <a:alpha val="80300"/>
                  </a:srgbClr>
                </a:gs>
                <a:gs pos="100000">
                  <a:srgbClr val="8CADD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19" name="asset_3411_51">
              <a:extLst>
                <a:ext uri="{FF2B5EF4-FFF2-40B4-BE49-F238E27FC236}">
                  <a16:creationId xmlns:a16="http://schemas.microsoft.com/office/drawing/2014/main" id="{4A016E84-0AC1-4FEB-B852-CC942A0C3AB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2032">
              <a:solidFill>
                <a:srgbClr val="87ADD3"/>
              </a:solidFill>
            </a:ln>
          </p:spPr>
        </p:sp>
      </p:grpSp>
      <p:grpSp>
        <p:nvGrpSpPr>
          <p:cNvPr id="920" name="a | density cube M_sim | v4 editable"/>
          <p:cNvGrpSpPr/>
          <p:nvPr/>
        </p:nvGrpSpPr>
        <p:grpSpPr>
          <a:xfrm>
            <a:off x="1768581" y="496945"/>
            <a:ext cx="206784" cy="185747"/>
            <a:chOff x="571680" y="736200"/>
            <a:chExt cx="285840" cy="256320"/>
          </a:xfrm>
        </p:grpSpPr>
        <p:sp>
          <p:nvSpPr>
            <p:cNvPr id="921" name="asset_3412_0">
              <a:extLst>
                <a:ext uri="{FF2B5EF4-FFF2-40B4-BE49-F238E27FC236}">
                  <a16:creationId xmlns:a16="http://schemas.microsoft.com/office/drawing/2014/main" id="{86AFAA92-91E9-48AF-9226-329DCB2A3BA0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3620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524">
              <a:solidFill>
                <a:srgbClr val="87ADD3"/>
              </a:solidFill>
            </a:ln>
          </p:spPr>
        </p:sp>
        <p:sp>
          <p:nvSpPr>
            <p:cNvPr id="922" name="asset_3412_1">
              <a:extLst>
                <a:ext uri="{FF2B5EF4-FFF2-40B4-BE49-F238E27FC236}">
                  <a16:creationId xmlns:a16="http://schemas.microsoft.com/office/drawing/2014/main" id="{3E26C1DF-4658-4AAB-906E-5516054E5B73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73620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923" name="asset_3412_2">
              <a:extLst>
                <a:ext uri="{FF2B5EF4-FFF2-40B4-BE49-F238E27FC236}">
                  <a16:creationId xmlns:a16="http://schemas.microsoft.com/office/drawing/2014/main" id="{A8C643F2-5526-4404-8469-581ABAD0304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924" name="asset_3412_3">
              <a:extLst>
                <a:ext uri="{FF2B5EF4-FFF2-40B4-BE49-F238E27FC236}">
                  <a16:creationId xmlns:a16="http://schemas.microsoft.com/office/drawing/2014/main" id="{4A98D6F7-8A0D-43C0-88DB-53B18B80B5FE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25" name="asset_3412_4">
              <a:extLst>
                <a:ext uri="{FF2B5EF4-FFF2-40B4-BE49-F238E27FC236}">
                  <a16:creationId xmlns:a16="http://schemas.microsoft.com/office/drawing/2014/main" id="{E4CD9C1E-D968-4B52-B5A1-E0BE815570B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32961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26" name="asset_3412_5">
              <a:extLst>
                <a:ext uri="{FF2B5EF4-FFF2-40B4-BE49-F238E27FC236}">
                  <a16:creationId xmlns:a16="http://schemas.microsoft.com/office/drawing/2014/main" id="{CF8E0384-BFC7-4686-A4F8-CC36EE76AC6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27" name="asset_3412_6">
              <a:extLst>
                <a:ext uri="{FF2B5EF4-FFF2-40B4-BE49-F238E27FC236}">
                  <a16:creationId xmlns:a16="http://schemas.microsoft.com/office/drawing/2014/main" id="{B970749C-73FB-4B47-AEFC-CB6AD53B3152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86147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28" name="asset_3412_7">
              <a:extLst>
                <a:ext uri="{FF2B5EF4-FFF2-40B4-BE49-F238E27FC236}">
                  <a16:creationId xmlns:a16="http://schemas.microsoft.com/office/drawing/2014/main" id="{BFAD42FE-9C88-4823-AD94-94CBDE5004B3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77977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29" name="asset_3412_8">
              <a:extLst>
                <a:ext uri="{FF2B5EF4-FFF2-40B4-BE49-F238E27FC236}">
                  <a16:creationId xmlns:a16="http://schemas.microsoft.com/office/drawing/2014/main" id="{BCDC689C-2D9C-46AE-BA2F-029C092079B4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939334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30" name="asset_3412_9">
              <a:extLst>
                <a:ext uri="{FF2B5EF4-FFF2-40B4-BE49-F238E27FC236}">
                  <a16:creationId xmlns:a16="http://schemas.microsoft.com/office/drawing/2014/main" id="{D699C4C1-8D8C-42E5-847A-BD338AF18A91}"/>
                </a:ext>
              </a:extLst>
            </p:cNvPr>
            <p:cNvSpPr>
              <a:spLocks noGrp="1"/>
            </p:cNvSpPr>
            <p:nvPr/>
          </p:nvSpPr>
          <p:spPr>
            <a:xfrm>
              <a:off x="59217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EABDF">
                    <a:alpha val="66000"/>
                  </a:srgbClr>
                </a:gs>
                <a:gs pos="100000">
                  <a:srgbClr val="7EABDF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1" name="asset_3412_10">
              <a:extLst>
                <a:ext uri="{FF2B5EF4-FFF2-40B4-BE49-F238E27FC236}">
                  <a16:creationId xmlns:a16="http://schemas.microsoft.com/office/drawing/2014/main" id="{A67D4B44-0F8A-4ED5-A55C-6086AC4BBE69}"/>
                </a:ext>
              </a:extLst>
            </p:cNvPr>
            <p:cNvSpPr>
              <a:spLocks noGrp="1"/>
            </p:cNvSpPr>
            <p:nvPr/>
          </p:nvSpPr>
          <p:spPr>
            <a:xfrm>
              <a:off x="64157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EABDF">
                    <a:alpha val="66000"/>
                  </a:srgbClr>
                </a:gs>
                <a:gs pos="100000">
                  <a:srgbClr val="7EABDF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2" name="asset_3412_11">
              <a:extLst>
                <a:ext uri="{FF2B5EF4-FFF2-40B4-BE49-F238E27FC236}">
                  <a16:creationId xmlns:a16="http://schemas.microsoft.com/office/drawing/2014/main" id="{F925474B-9DC9-4793-836F-E7656F3C9AB3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EABDF">
                    <a:alpha val="66000"/>
                  </a:srgbClr>
                </a:gs>
                <a:gs pos="100000">
                  <a:srgbClr val="7EABDF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3" name="asset_3412_12">
              <a:extLst>
                <a:ext uri="{FF2B5EF4-FFF2-40B4-BE49-F238E27FC236}">
                  <a16:creationId xmlns:a16="http://schemas.microsoft.com/office/drawing/2014/main" id="{D9C7B936-255D-4407-ADB5-0472A6BDE35C}"/>
                </a:ext>
              </a:extLst>
            </p:cNvPr>
            <p:cNvSpPr>
              <a:spLocks noGrp="1"/>
            </p:cNvSpPr>
            <p:nvPr/>
          </p:nvSpPr>
          <p:spPr>
            <a:xfrm>
              <a:off x="63708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EABDF">
                    <a:alpha val="66000"/>
                  </a:srgbClr>
                </a:gs>
                <a:gs pos="100000">
                  <a:srgbClr val="7EABDF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4" name="asset_3412_13">
              <a:extLst>
                <a:ext uri="{FF2B5EF4-FFF2-40B4-BE49-F238E27FC236}">
                  <a16:creationId xmlns:a16="http://schemas.microsoft.com/office/drawing/2014/main" id="{1462606B-5933-4378-98D8-405FFD7D049A}"/>
                </a:ext>
              </a:extLst>
            </p:cNvPr>
            <p:cNvSpPr>
              <a:spLocks noGrp="1"/>
            </p:cNvSpPr>
            <p:nvPr/>
          </p:nvSpPr>
          <p:spPr>
            <a:xfrm>
              <a:off x="652907" y="816423"/>
              <a:ext cx="63214" cy="5748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5" name="asset_3412_14">
              <a:extLst>
                <a:ext uri="{FF2B5EF4-FFF2-40B4-BE49-F238E27FC236}">
                  <a16:creationId xmlns:a16="http://schemas.microsoft.com/office/drawing/2014/main" id="{9A5B65D7-2986-4411-A8F8-4B5253C495F5}"/>
                </a:ext>
              </a:extLst>
            </p:cNvPr>
            <p:cNvSpPr>
              <a:spLocks noGrp="1"/>
            </p:cNvSpPr>
            <p:nvPr/>
          </p:nvSpPr>
          <p:spPr>
            <a:xfrm>
              <a:off x="647190" y="875063"/>
              <a:ext cx="69847" cy="635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6" name="asset_3412_15">
              <a:extLst>
                <a:ext uri="{FF2B5EF4-FFF2-40B4-BE49-F238E27FC236}">
                  <a16:creationId xmlns:a16="http://schemas.microsoft.com/office/drawing/2014/main" id="{0F56588A-1064-4188-A199-BFFC23EAF27E}"/>
                </a:ext>
              </a:extLst>
            </p:cNvPr>
            <p:cNvSpPr>
              <a:spLocks noGrp="1"/>
            </p:cNvSpPr>
            <p:nvPr/>
          </p:nvSpPr>
          <p:spPr>
            <a:xfrm>
              <a:off x="700049" y="785517"/>
              <a:ext cx="49631" cy="451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7" name="asset_3412_16">
              <a:extLst>
                <a:ext uri="{FF2B5EF4-FFF2-40B4-BE49-F238E27FC236}">
                  <a16:creationId xmlns:a16="http://schemas.microsoft.com/office/drawing/2014/main" id="{12432FAC-7BD8-4678-A3B9-863B49C6058D}"/>
                </a:ext>
              </a:extLst>
            </p:cNvPr>
            <p:cNvSpPr>
              <a:spLocks noGrp="1"/>
            </p:cNvSpPr>
            <p:nvPr/>
          </p:nvSpPr>
          <p:spPr>
            <a:xfrm>
              <a:off x="668307" y="764705"/>
              <a:ext cx="50529" cy="4595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8" name="asset_3412_17">
              <a:extLst>
                <a:ext uri="{FF2B5EF4-FFF2-40B4-BE49-F238E27FC236}">
                  <a16:creationId xmlns:a16="http://schemas.microsoft.com/office/drawing/2014/main" id="{BD5FCCF1-7733-4D14-AE1A-E4C985C7EE44}"/>
                </a:ext>
              </a:extLst>
            </p:cNvPr>
            <p:cNvSpPr>
              <a:spLocks noGrp="1"/>
            </p:cNvSpPr>
            <p:nvPr/>
          </p:nvSpPr>
          <p:spPr>
            <a:xfrm>
              <a:off x="598732" y="837647"/>
              <a:ext cx="46888" cy="4263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39" name="asset_3412_18">
              <a:extLst>
                <a:ext uri="{FF2B5EF4-FFF2-40B4-BE49-F238E27FC236}">
                  <a16:creationId xmlns:a16="http://schemas.microsoft.com/office/drawing/2014/main" id="{6048EA91-8693-432F-AC15-C41215A9067F}"/>
                </a:ext>
              </a:extLst>
            </p:cNvPr>
            <p:cNvSpPr>
              <a:spLocks noGrp="1"/>
            </p:cNvSpPr>
            <p:nvPr/>
          </p:nvSpPr>
          <p:spPr>
            <a:xfrm>
              <a:off x="687984" y="869189"/>
              <a:ext cx="66275" cy="602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0" name="asset_3412_19">
              <a:extLst>
                <a:ext uri="{FF2B5EF4-FFF2-40B4-BE49-F238E27FC236}">
                  <a16:creationId xmlns:a16="http://schemas.microsoft.com/office/drawing/2014/main" id="{7210501F-D7C9-46D4-9154-F56363834A31}"/>
                </a:ext>
              </a:extLst>
            </p:cNvPr>
            <p:cNvSpPr>
              <a:spLocks noGrp="1"/>
            </p:cNvSpPr>
            <p:nvPr/>
          </p:nvSpPr>
          <p:spPr>
            <a:xfrm>
              <a:off x="716694" y="770836"/>
              <a:ext cx="57501" cy="5229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1" name="asset_3412_20">
              <a:extLst>
                <a:ext uri="{FF2B5EF4-FFF2-40B4-BE49-F238E27FC236}">
                  <a16:creationId xmlns:a16="http://schemas.microsoft.com/office/drawing/2014/main" id="{C35CF444-9835-4E1A-8E32-DD5EE2BFF667}"/>
                </a:ext>
              </a:extLst>
            </p:cNvPr>
            <p:cNvSpPr>
              <a:spLocks noGrp="1"/>
            </p:cNvSpPr>
            <p:nvPr/>
          </p:nvSpPr>
          <p:spPr>
            <a:xfrm>
              <a:off x="636511" y="805030"/>
              <a:ext cx="45388" cy="4127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2" name="asset_3412_21">
              <a:extLst>
                <a:ext uri="{FF2B5EF4-FFF2-40B4-BE49-F238E27FC236}">
                  <a16:creationId xmlns:a16="http://schemas.microsoft.com/office/drawing/2014/main" id="{537B45D2-8A8F-4895-9EF4-F71FCF8FC1C4}"/>
                </a:ext>
              </a:extLst>
            </p:cNvPr>
            <p:cNvSpPr>
              <a:spLocks noGrp="1"/>
            </p:cNvSpPr>
            <p:nvPr/>
          </p:nvSpPr>
          <p:spPr>
            <a:xfrm>
              <a:off x="638261" y="837680"/>
              <a:ext cx="63569" cy="578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3" name="asset_3412_22">
              <a:extLst>
                <a:ext uri="{FF2B5EF4-FFF2-40B4-BE49-F238E27FC236}">
                  <a16:creationId xmlns:a16="http://schemas.microsoft.com/office/drawing/2014/main" id="{01B29A90-8A29-498D-8C4C-B4C0C82BBF85}"/>
                </a:ext>
              </a:extLst>
            </p:cNvPr>
            <p:cNvSpPr>
              <a:spLocks noGrp="1"/>
            </p:cNvSpPr>
            <p:nvPr/>
          </p:nvSpPr>
          <p:spPr>
            <a:xfrm>
              <a:off x="674660" y="861103"/>
              <a:ext cx="45772" cy="416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4" name="asset_3412_23">
              <a:extLst>
                <a:ext uri="{FF2B5EF4-FFF2-40B4-BE49-F238E27FC236}">
                  <a16:creationId xmlns:a16="http://schemas.microsoft.com/office/drawing/2014/main" id="{CD5EE331-7CE5-418A-892D-0B1825AEECE0}"/>
                </a:ext>
              </a:extLst>
            </p:cNvPr>
            <p:cNvSpPr>
              <a:spLocks noGrp="1"/>
            </p:cNvSpPr>
            <p:nvPr/>
          </p:nvSpPr>
          <p:spPr>
            <a:xfrm>
              <a:off x="704143" y="827603"/>
              <a:ext cx="69469" cy="6317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5" name="asset_3412_24">
              <a:extLst>
                <a:ext uri="{FF2B5EF4-FFF2-40B4-BE49-F238E27FC236}">
                  <a16:creationId xmlns:a16="http://schemas.microsoft.com/office/drawing/2014/main" id="{5205D58F-B718-4E1C-9D22-F8497A330E27}"/>
                </a:ext>
              </a:extLst>
            </p:cNvPr>
            <p:cNvSpPr>
              <a:spLocks noGrp="1"/>
            </p:cNvSpPr>
            <p:nvPr/>
          </p:nvSpPr>
          <p:spPr>
            <a:xfrm>
              <a:off x="645683" y="777258"/>
              <a:ext cx="70277" cy="6391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6" name="asset_3412_25">
              <a:extLst>
                <a:ext uri="{FF2B5EF4-FFF2-40B4-BE49-F238E27FC236}">
                  <a16:creationId xmlns:a16="http://schemas.microsoft.com/office/drawing/2014/main" id="{4EEF4E29-A6D2-4035-9956-3D95E964F2F7}"/>
                </a:ext>
              </a:extLst>
            </p:cNvPr>
            <p:cNvSpPr>
              <a:spLocks noGrp="1"/>
            </p:cNvSpPr>
            <p:nvPr/>
          </p:nvSpPr>
          <p:spPr>
            <a:xfrm>
              <a:off x="636623" y="808154"/>
              <a:ext cx="58960" cy="5361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7" name="asset_3412_26">
              <a:extLst>
                <a:ext uri="{FF2B5EF4-FFF2-40B4-BE49-F238E27FC236}">
                  <a16:creationId xmlns:a16="http://schemas.microsoft.com/office/drawing/2014/main" id="{D66CB7A1-F059-4A22-82EB-96DD80182102}"/>
                </a:ext>
              </a:extLst>
            </p:cNvPr>
            <p:cNvSpPr>
              <a:spLocks noGrp="1"/>
            </p:cNvSpPr>
            <p:nvPr/>
          </p:nvSpPr>
          <p:spPr>
            <a:xfrm>
              <a:off x="667301" y="867371"/>
              <a:ext cx="53284" cy="4845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8" name="asset_3412_27">
              <a:extLst>
                <a:ext uri="{FF2B5EF4-FFF2-40B4-BE49-F238E27FC236}">
                  <a16:creationId xmlns:a16="http://schemas.microsoft.com/office/drawing/2014/main" id="{FC37D6D5-B570-4927-9885-E8A5F8FD0D77}"/>
                </a:ext>
              </a:extLst>
            </p:cNvPr>
            <p:cNvSpPr>
              <a:spLocks noGrp="1"/>
            </p:cNvSpPr>
            <p:nvPr/>
          </p:nvSpPr>
          <p:spPr>
            <a:xfrm>
              <a:off x="714320" y="800679"/>
              <a:ext cx="52198" cy="474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49" name="asset_3412_28">
              <a:extLst>
                <a:ext uri="{FF2B5EF4-FFF2-40B4-BE49-F238E27FC236}">
                  <a16:creationId xmlns:a16="http://schemas.microsoft.com/office/drawing/2014/main" id="{1FD0C4D3-F4DE-4269-B613-DE672FF97E40}"/>
                </a:ext>
              </a:extLst>
            </p:cNvPr>
            <p:cNvSpPr>
              <a:spLocks noGrp="1"/>
            </p:cNvSpPr>
            <p:nvPr/>
          </p:nvSpPr>
          <p:spPr>
            <a:xfrm>
              <a:off x="664541" y="787461"/>
              <a:ext cx="59784" cy="5436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0" name="asset_3412_29">
              <a:extLst>
                <a:ext uri="{FF2B5EF4-FFF2-40B4-BE49-F238E27FC236}">
                  <a16:creationId xmlns:a16="http://schemas.microsoft.com/office/drawing/2014/main" id="{CF498178-8B93-4332-AEE4-F7CA96077D98}"/>
                </a:ext>
              </a:extLst>
            </p:cNvPr>
            <p:cNvSpPr>
              <a:spLocks noGrp="1"/>
            </p:cNvSpPr>
            <p:nvPr/>
          </p:nvSpPr>
          <p:spPr>
            <a:xfrm>
              <a:off x="576241" y="835825"/>
              <a:ext cx="69305" cy="6302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1" name="asset_3412_30">
              <a:extLst>
                <a:ext uri="{FF2B5EF4-FFF2-40B4-BE49-F238E27FC236}">
                  <a16:creationId xmlns:a16="http://schemas.microsoft.com/office/drawing/2014/main" id="{5225E879-79C5-47DD-A145-0BC833091673}"/>
                </a:ext>
              </a:extLst>
            </p:cNvPr>
            <p:cNvSpPr>
              <a:spLocks noGrp="1"/>
            </p:cNvSpPr>
            <p:nvPr/>
          </p:nvSpPr>
          <p:spPr>
            <a:xfrm>
              <a:off x="665124" y="849267"/>
              <a:ext cx="62193" cy="565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2" name="asset_3412_31">
              <a:extLst>
                <a:ext uri="{FF2B5EF4-FFF2-40B4-BE49-F238E27FC236}">
                  <a16:creationId xmlns:a16="http://schemas.microsoft.com/office/drawing/2014/main" id="{6479CD47-E9D5-4525-821F-CEF084607013}"/>
                </a:ext>
              </a:extLst>
            </p:cNvPr>
            <p:cNvSpPr>
              <a:spLocks noGrp="1"/>
            </p:cNvSpPr>
            <p:nvPr/>
          </p:nvSpPr>
          <p:spPr>
            <a:xfrm>
              <a:off x="715191" y="783556"/>
              <a:ext cx="45416" cy="413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3" name="asset_3412_32">
              <a:extLst>
                <a:ext uri="{FF2B5EF4-FFF2-40B4-BE49-F238E27FC236}">
                  <a16:creationId xmlns:a16="http://schemas.microsoft.com/office/drawing/2014/main" id="{310AD0E1-EC81-4D3C-A6BD-4BB6A13229E6}"/>
                </a:ext>
              </a:extLst>
            </p:cNvPr>
            <p:cNvSpPr>
              <a:spLocks noGrp="1"/>
            </p:cNvSpPr>
            <p:nvPr/>
          </p:nvSpPr>
          <p:spPr>
            <a:xfrm>
              <a:off x="643912" y="818051"/>
              <a:ext cx="55636" cy="5059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4" name="asset_3412_33">
              <a:extLst>
                <a:ext uri="{FF2B5EF4-FFF2-40B4-BE49-F238E27FC236}">
                  <a16:creationId xmlns:a16="http://schemas.microsoft.com/office/drawing/2014/main" id="{ACBA6F3F-31A3-40BB-A78F-6EACA0DABA2B}"/>
                </a:ext>
              </a:extLst>
            </p:cNvPr>
            <p:cNvSpPr>
              <a:spLocks noGrp="1"/>
            </p:cNvSpPr>
            <p:nvPr/>
          </p:nvSpPr>
          <p:spPr>
            <a:xfrm>
              <a:off x="625304" y="849053"/>
              <a:ext cx="66884" cy="6082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5" name="asset_3412_34">
              <a:extLst>
                <a:ext uri="{FF2B5EF4-FFF2-40B4-BE49-F238E27FC236}">
                  <a16:creationId xmlns:a16="http://schemas.microsoft.com/office/drawing/2014/main" id="{9361712E-1C85-4C4D-A163-0F008BDFC6FD}"/>
                </a:ext>
              </a:extLst>
            </p:cNvPr>
            <p:cNvSpPr>
              <a:spLocks noGrp="1"/>
            </p:cNvSpPr>
            <p:nvPr/>
          </p:nvSpPr>
          <p:spPr>
            <a:xfrm>
              <a:off x="692647" y="892243"/>
              <a:ext cx="65438" cy="595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6" name="asset_3412_35">
              <a:extLst>
                <a:ext uri="{FF2B5EF4-FFF2-40B4-BE49-F238E27FC236}">
                  <a16:creationId xmlns:a16="http://schemas.microsoft.com/office/drawing/2014/main" id="{A0F45E33-3F7A-4F31-A06D-EFA466E0B322}"/>
                </a:ext>
              </a:extLst>
            </p:cNvPr>
            <p:cNvSpPr>
              <a:spLocks noGrp="1"/>
            </p:cNvSpPr>
            <p:nvPr/>
          </p:nvSpPr>
          <p:spPr>
            <a:xfrm>
              <a:off x="706491" y="838391"/>
              <a:ext cx="60698" cy="5519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7" name="asset_3412_36">
              <a:extLst>
                <a:ext uri="{FF2B5EF4-FFF2-40B4-BE49-F238E27FC236}">
                  <a16:creationId xmlns:a16="http://schemas.microsoft.com/office/drawing/2014/main" id="{E545C6E9-A62D-4B34-B324-48C19B40E00A}"/>
                </a:ext>
              </a:extLst>
            </p:cNvPr>
            <p:cNvSpPr>
              <a:spLocks noGrp="1"/>
            </p:cNvSpPr>
            <p:nvPr/>
          </p:nvSpPr>
          <p:spPr>
            <a:xfrm>
              <a:off x="681883" y="811712"/>
              <a:ext cx="50698" cy="461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8" name="asset_3412_37">
              <a:extLst>
                <a:ext uri="{FF2B5EF4-FFF2-40B4-BE49-F238E27FC236}">
                  <a16:creationId xmlns:a16="http://schemas.microsoft.com/office/drawing/2014/main" id="{E3C7F907-F954-41E4-A34F-E04D93929CC5}"/>
                </a:ext>
              </a:extLst>
            </p:cNvPr>
            <p:cNvSpPr>
              <a:spLocks noGrp="1"/>
            </p:cNvSpPr>
            <p:nvPr/>
          </p:nvSpPr>
          <p:spPr>
            <a:xfrm>
              <a:off x="611001" y="846854"/>
              <a:ext cx="47559" cy="4325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59" name="asset_3412_38">
              <a:extLst>
                <a:ext uri="{FF2B5EF4-FFF2-40B4-BE49-F238E27FC236}">
                  <a16:creationId xmlns:a16="http://schemas.microsoft.com/office/drawing/2014/main" id="{B78E3EAE-6C9E-48CE-A887-AF88FF3190A7}"/>
                </a:ext>
              </a:extLst>
            </p:cNvPr>
            <p:cNvSpPr>
              <a:spLocks noGrp="1"/>
            </p:cNvSpPr>
            <p:nvPr/>
          </p:nvSpPr>
          <p:spPr>
            <a:xfrm>
              <a:off x="684330" y="904706"/>
              <a:ext cx="51698" cy="470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0" name="asset_3412_39">
              <a:extLst>
                <a:ext uri="{FF2B5EF4-FFF2-40B4-BE49-F238E27FC236}">
                  <a16:creationId xmlns:a16="http://schemas.microsoft.com/office/drawing/2014/main" id="{7DA969D7-C5D7-486D-9AB8-BC9EF33D9B88}"/>
                </a:ext>
              </a:extLst>
            </p:cNvPr>
            <p:cNvSpPr>
              <a:spLocks noGrp="1"/>
            </p:cNvSpPr>
            <p:nvPr/>
          </p:nvSpPr>
          <p:spPr>
            <a:xfrm>
              <a:off x="683741" y="814489"/>
              <a:ext cx="62909" cy="572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1" name="asset_3412_40">
              <a:extLst>
                <a:ext uri="{FF2B5EF4-FFF2-40B4-BE49-F238E27FC236}">
                  <a16:creationId xmlns:a16="http://schemas.microsoft.com/office/drawing/2014/main" id="{545C7CB2-5E10-42A0-AE6D-7385490B44A4}"/>
                </a:ext>
              </a:extLst>
            </p:cNvPr>
            <p:cNvSpPr>
              <a:spLocks noGrp="1"/>
            </p:cNvSpPr>
            <p:nvPr/>
          </p:nvSpPr>
          <p:spPr>
            <a:xfrm>
              <a:off x="637639" y="761786"/>
              <a:ext cx="63135" cy="574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2" name="asset_3412_41">
              <a:extLst>
                <a:ext uri="{FF2B5EF4-FFF2-40B4-BE49-F238E27FC236}">
                  <a16:creationId xmlns:a16="http://schemas.microsoft.com/office/drawing/2014/main" id="{5E854554-5E3C-4588-B0ED-65FEBEDFDCE7}"/>
                </a:ext>
              </a:extLst>
            </p:cNvPr>
            <p:cNvSpPr>
              <a:spLocks noGrp="1"/>
            </p:cNvSpPr>
            <p:nvPr/>
          </p:nvSpPr>
          <p:spPr>
            <a:xfrm>
              <a:off x="617210" y="858848"/>
              <a:ext cx="63505" cy="577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3" name="asset_3412_42">
              <a:extLst>
                <a:ext uri="{FF2B5EF4-FFF2-40B4-BE49-F238E27FC236}">
                  <a16:creationId xmlns:a16="http://schemas.microsoft.com/office/drawing/2014/main" id="{88D26391-0484-4A0D-8947-10DDE3AFE1AE}"/>
                </a:ext>
              </a:extLst>
            </p:cNvPr>
            <p:cNvSpPr>
              <a:spLocks noGrp="1"/>
            </p:cNvSpPr>
            <p:nvPr/>
          </p:nvSpPr>
          <p:spPr>
            <a:xfrm>
              <a:off x="644378" y="873143"/>
              <a:ext cx="46459" cy="422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4" name="asset_3412_43">
              <a:extLst>
                <a:ext uri="{FF2B5EF4-FFF2-40B4-BE49-F238E27FC236}">
                  <a16:creationId xmlns:a16="http://schemas.microsoft.com/office/drawing/2014/main" id="{D296FDD4-23D2-45B7-9FF3-E27F787D660C}"/>
                </a:ext>
              </a:extLst>
            </p:cNvPr>
            <p:cNvSpPr>
              <a:spLocks noGrp="1"/>
            </p:cNvSpPr>
            <p:nvPr/>
          </p:nvSpPr>
          <p:spPr>
            <a:xfrm>
              <a:off x="713957" y="785065"/>
              <a:ext cx="64210" cy="583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5" name="asset_3412_44">
              <a:extLst>
                <a:ext uri="{FF2B5EF4-FFF2-40B4-BE49-F238E27FC236}">
                  <a16:creationId xmlns:a16="http://schemas.microsoft.com/office/drawing/2014/main" id="{EF19E3E1-E200-43A6-A171-5B9AE6307115}"/>
                </a:ext>
              </a:extLst>
            </p:cNvPr>
            <p:cNvSpPr>
              <a:spLocks noGrp="1"/>
            </p:cNvSpPr>
            <p:nvPr/>
          </p:nvSpPr>
          <p:spPr>
            <a:xfrm>
              <a:off x="627295" y="768401"/>
              <a:ext cx="71417" cy="649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6" name="asset_3412_45">
              <a:extLst>
                <a:ext uri="{FF2B5EF4-FFF2-40B4-BE49-F238E27FC236}">
                  <a16:creationId xmlns:a16="http://schemas.microsoft.com/office/drawing/2014/main" id="{64AC7D4B-9025-46AF-8A10-A47D4828F877}"/>
                </a:ext>
              </a:extLst>
            </p:cNvPr>
            <p:cNvSpPr>
              <a:spLocks noGrp="1"/>
            </p:cNvSpPr>
            <p:nvPr/>
          </p:nvSpPr>
          <p:spPr>
            <a:xfrm>
              <a:off x="662127" y="830807"/>
              <a:ext cx="45722" cy="4157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7" name="asset_3412_46">
              <a:extLst>
                <a:ext uri="{FF2B5EF4-FFF2-40B4-BE49-F238E27FC236}">
                  <a16:creationId xmlns:a16="http://schemas.microsoft.com/office/drawing/2014/main" id="{B32E27BE-3649-40E9-BC53-D6D176B565CE}"/>
                </a:ext>
              </a:extLst>
            </p:cNvPr>
            <p:cNvSpPr>
              <a:spLocks noGrp="1"/>
            </p:cNvSpPr>
            <p:nvPr/>
          </p:nvSpPr>
          <p:spPr>
            <a:xfrm>
              <a:off x="674690" y="890903"/>
              <a:ext cx="54138" cy="4923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8" name="asset_3412_47">
              <a:extLst>
                <a:ext uri="{FF2B5EF4-FFF2-40B4-BE49-F238E27FC236}">
                  <a16:creationId xmlns:a16="http://schemas.microsoft.com/office/drawing/2014/main" id="{79AD6BB7-7261-44B4-B8FC-2B10EE128DF9}"/>
                </a:ext>
              </a:extLst>
            </p:cNvPr>
            <p:cNvSpPr>
              <a:spLocks noGrp="1"/>
            </p:cNvSpPr>
            <p:nvPr/>
          </p:nvSpPr>
          <p:spPr>
            <a:xfrm>
              <a:off x="728838" y="783316"/>
              <a:ext cx="70817" cy="644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69" name="asset_3412_48">
              <a:extLst>
                <a:ext uri="{FF2B5EF4-FFF2-40B4-BE49-F238E27FC236}">
                  <a16:creationId xmlns:a16="http://schemas.microsoft.com/office/drawing/2014/main" id="{C4A517CB-22E7-46FF-B7CE-F77262ECF306}"/>
                </a:ext>
              </a:extLst>
            </p:cNvPr>
            <p:cNvSpPr>
              <a:spLocks noGrp="1"/>
            </p:cNvSpPr>
            <p:nvPr/>
          </p:nvSpPr>
          <p:spPr>
            <a:xfrm>
              <a:off x="645703" y="808300"/>
              <a:ext cx="67481" cy="6136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70" name="asset_3412_49">
              <a:extLst>
                <a:ext uri="{FF2B5EF4-FFF2-40B4-BE49-F238E27FC236}">
                  <a16:creationId xmlns:a16="http://schemas.microsoft.com/office/drawing/2014/main" id="{8D3A1565-4090-4638-B9AE-985BC778A5DD}"/>
                </a:ext>
              </a:extLst>
            </p:cNvPr>
            <p:cNvSpPr>
              <a:spLocks noGrp="1"/>
            </p:cNvSpPr>
            <p:nvPr/>
          </p:nvSpPr>
          <p:spPr>
            <a:xfrm>
              <a:off x="594776" y="839283"/>
              <a:ext cx="49260" cy="447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71" name="asset_3412_50">
              <a:extLst>
                <a:ext uri="{FF2B5EF4-FFF2-40B4-BE49-F238E27FC236}">
                  <a16:creationId xmlns:a16="http://schemas.microsoft.com/office/drawing/2014/main" id="{978EB237-A986-4756-BB58-571E1E957CAF}"/>
                </a:ext>
              </a:extLst>
            </p:cNvPr>
            <p:cNvSpPr>
              <a:spLocks noGrp="1"/>
            </p:cNvSpPr>
            <p:nvPr/>
          </p:nvSpPr>
          <p:spPr>
            <a:xfrm>
              <a:off x="654900" y="864265"/>
              <a:ext cx="67622" cy="6149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EABDF">
                    <a:alpha val="80300"/>
                  </a:srgbClr>
                </a:gs>
                <a:gs pos="100000">
                  <a:srgbClr val="7EABDF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72" name="asset_3412_51">
              <a:extLst>
                <a:ext uri="{FF2B5EF4-FFF2-40B4-BE49-F238E27FC236}">
                  <a16:creationId xmlns:a16="http://schemas.microsoft.com/office/drawing/2014/main" id="{7351A4D0-5D28-499B-A47C-95178006B57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2032">
              <a:solidFill>
                <a:srgbClr val="87ADD3"/>
              </a:solidFill>
            </a:ln>
          </p:spPr>
        </p:sp>
      </p:grpSp>
      <p:grpSp>
        <p:nvGrpSpPr>
          <p:cNvPr id="973" name="a | density cube M_diff | v4 editable"/>
          <p:cNvGrpSpPr/>
          <p:nvPr/>
        </p:nvGrpSpPr>
        <p:grpSpPr>
          <a:xfrm>
            <a:off x="1475540" y="831996"/>
            <a:ext cx="206784" cy="185747"/>
            <a:chOff x="160920" y="1176120"/>
            <a:chExt cx="285840" cy="256320"/>
          </a:xfrm>
        </p:grpSpPr>
        <p:sp>
          <p:nvSpPr>
            <p:cNvPr id="974" name="asset_3413_0">
              <a:extLst>
                <a:ext uri="{FF2B5EF4-FFF2-40B4-BE49-F238E27FC236}">
                  <a16:creationId xmlns:a16="http://schemas.microsoft.com/office/drawing/2014/main" id="{96AF6377-EF2A-4F71-BD12-BAECE2166337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17612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524">
              <a:solidFill>
                <a:srgbClr val="87ADD3"/>
              </a:solidFill>
            </a:ln>
          </p:spPr>
        </p:sp>
        <p:sp>
          <p:nvSpPr>
            <p:cNvPr id="975" name="asset_3413_1">
              <a:extLst>
                <a:ext uri="{FF2B5EF4-FFF2-40B4-BE49-F238E27FC236}">
                  <a16:creationId xmlns:a16="http://schemas.microsoft.com/office/drawing/2014/main" id="{2DD5CEBF-F20D-4AD5-A6DD-D474845D2E78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117612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976" name="asset_3413_2">
              <a:extLst>
                <a:ext uri="{FF2B5EF4-FFF2-40B4-BE49-F238E27FC236}">
                  <a16:creationId xmlns:a16="http://schemas.microsoft.com/office/drawing/2014/main" id="{DE71FA0F-2768-41D1-9C61-20D86FB6F904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977" name="asset_3413_3">
              <a:extLst>
                <a:ext uri="{FF2B5EF4-FFF2-40B4-BE49-F238E27FC236}">
                  <a16:creationId xmlns:a16="http://schemas.microsoft.com/office/drawing/2014/main" id="{7F684624-DE3A-4FF6-A73D-37C445214E83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78" name="asset_3413_4">
              <a:extLst>
                <a:ext uri="{FF2B5EF4-FFF2-40B4-BE49-F238E27FC236}">
                  <a16:creationId xmlns:a16="http://schemas.microsoft.com/office/drawing/2014/main" id="{4AAA1139-87AE-4CFB-BFFB-B62CD7CF29BA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72881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79" name="asset_3413_5">
              <a:extLst>
                <a:ext uri="{FF2B5EF4-FFF2-40B4-BE49-F238E27FC236}">
                  <a16:creationId xmlns:a16="http://schemas.microsoft.com/office/drawing/2014/main" id="{67D24C1C-B50F-4C5E-A90A-9B2A56F9A39C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80" name="asset_3413_6">
              <a:extLst>
                <a:ext uri="{FF2B5EF4-FFF2-40B4-BE49-F238E27FC236}">
                  <a16:creationId xmlns:a16="http://schemas.microsoft.com/office/drawing/2014/main" id="{DECE3536-2EF3-4C9D-8AC7-B33FF5992C43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26067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81" name="asset_3413_7">
              <a:extLst>
                <a:ext uri="{FF2B5EF4-FFF2-40B4-BE49-F238E27FC236}">
                  <a16:creationId xmlns:a16="http://schemas.microsoft.com/office/drawing/2014/main" id="{A92CB793-5553-4348-873B-7675EF567C36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82" name="asset_3413_8">
              <a:extLst>
                <a:ext uri="{FF2B5EF4-FFF2-40B4-BE49-F238E27FC236}">
                  <a16:creationId xmlns:a16="http://schemas.microsoft.com/office/drawing/2014/main" id="{D2B04B1D-09B6-48F5-A36F-3F5A06CC447D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79254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983" name="asset_3413_9">
              <a:extLst>
                <a:ext uri="{FF2B5EF4-FFF2-40B4-BE49-F238E27FC236}">
                  <a16:creationId xmlns:a16="http://schemas.microsoft.com/office/drawing/2014/main" id="{8DF44446-12A1-462E-8F3F-3B80853D0AAB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124855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CCAA80">
                    <a:alpha val="66000"/>
                  </a:srgbClr>
                </a:gs>
                <a:gs pos="100000">
                  <a:srgbClr val="CCAA8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4" name="asset_3413_10">
              <a:extLst>
                <a:ext uri="{FF2B5EF4-FFF2-40B4-BE49-F238E27FC236}">
                  <a16:creationId xmlns:a16="http://schemas.microsoft.com/office/drawing/2014/main" id="{4F0BD022-5188-411F-B95B-322F583F3798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127715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CCAA80">
                    <a:alpha val="66000"/>
                  </a:srgbClr>
                </a:gs>
                <a:gs pos="100000">
                  <a:srgbClr val="CCAA8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5" name="asset_3413_11">
              <a:extLst>
                <a:ext uri="{FF2B5EF4-FFF2-40B4-BE49-F238E27FC236}">
                  <a16:creationId xmlns:a16="http://schemas.microsoft.com/office/drawing/2014/main" id="{0F247497-D37D-43FD-AE5A-810E9FFCC67B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122404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CCAA80">
                    <a:alpha val="66000"/>
                  </a:srgbClr>
                </a:gs>
                <a:gs pos="100000">
                  <a:srgbClr val="CCAA8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6" name="asset_3413_12">
              <a:extLst>
                <a:ext uri="{FF2B5EF4-FFF2-40B4-BE49-F238E27FC236}">
                  <a16:creationId xmlns:a16="http://schemas.microsoft.com/office/drawing/2014/main" id="{F65A6389-FBB4-415F-9979-67939D96B22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120975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CCAA80">
                    <a:alpha val="66000"/>
                  </a:srgbClr>
                </a:gs>
                <a:gs pos="100000">
                  <a:srgbClr val="CCAA80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7" name="asset_3413_13">
              <a:extLst>
                <a:ext uri="{FF2B5EF4-FFF2-40B4-BE49-F238E27FC236}">
                  <a16:creationId xmlns:a16="http://schemas.microsoft.com/office/drawing/2014/main" id="{740B05DB-45E1-4234-AEE0-1B4B35D70C20}"/>
                </a:ext>
              </a:extLst>
            </p:cNvPr>
            <p:cNvSpPr>
              <a:spLocks noGrp="1"/>
            </p:cNvSpPr>
            <p:nvPr/>
          </p:nvSpPr>
          <p:spPr>
            <a:xfrm>
              <a:off x="207275" y="1300939"/>
              <a:ext cx="47150" cy="4287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8" name="asset_3413_14">
              <a:extLst>
                <a:ext uri="{FF2B5EF4-FFF2-40B4-BE49-F238E27FC236}">
                  <a16:creationId xmlns:a16="http://schemas.microsoft.com/office/drawing/2014/main" id="{8BC20217-2C17-4622-812E-3CFE6816177C}"/>
                </a:ext>
              </a:extLst>
            </p:cNvPr>
            <p:cNvSpPr>
              <a:spLocks noGrp="1"/>
            </p:cNvSpPr>
            <p:nvPr/>
          </p:nvSpPr>
          <p:spPr>
            <a:xfrm>
              <a:off x="249679" y="1317917"/>
              <a:ext cx="47375" cy="430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89" name="asset_3413_15">
              <a:extLst>
                <a:ext uri="{FF2B5EF4-FFF2-40B4-BE49-F238E27FC236}">
                  <a16:creationId xmlns:a16="http://schemas.microsoft.com/office/drawing/2014/main" id="{CDDB59BD-30F3-4896-B509-D7D8701698E8}"/>
                </a:ext>
              </a:extLst>
            </p:cNvPr>
            <p:cNvSpPr>
              <a:spLocks noGrp="1"/>
            </p:cNvSpPr>
            <p:nvPr/>
          </p:nvSpPr>
          <p:spPr>
            <a:xfrm>
              <a:off x="324273" y="1227294"/>
              <a:ext cx="38104" cy="3465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0" name="asset_3413_16">
              <a:extLst>
                <a:ext uri="{FF2B5EF4-FFF2-40B4-BE49-F238E27FC236}">
                  <a16:creationId xmlns:a16="http://schemas.microsoft.com/office/drawing/2014/main" id="{57054316-E387-47F0-AB89-326BB3EEA95F}"/>
                </a:ext>
              </a:extLst>
            </p:cNvPr>
            <p:cNvSpPr>
              <a:spLocks noGrp="1"/>
            </p:cNvSpPr>
            <p:nvPr/>
          </p:nvSpPr>
          <p:spPr>
            <a:xfrm>
              <a:off x="225774" y="1232818"/>
              <a:ext cx="35291" cy="320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1" name="asset_3413_17">
              <a:extLst>
                <a:ext uri="{FF2B5EF4-FFF2-40B4-BE49-F238E27FC236}">
                  <a16:creationId xmlns:a16="http://schemas.microsoft.com/office/drawing/2014/main" id="{6C030053-39ED-41B2-9891-40C9E9F025F0}"/>
                </a:ext>
              </a:extLst>
            </p:cNvPr>
            <p:cNvSpPr>
              <a:spLocks noGrp="1"/>
            </p:cNvSpPr>
            <p:nvPr/>
          </p:nvSpPr>
          <p:spPr>
            <a:xfrm>
              <a:off x="197942" y="1264452"/>
              <a:ext cx="55295" cy="5028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2" name="asset_3413_18">
              <a:extLst>
                <a:ext uri="{FF2B5EF4-FFF2-40B4-BE49-F238E27FC236}">
                  <a16:creationId xmlns:a16="http://schemas.microsoft.com/office/drawing/2014/main" id="{2B0479E9-9746-4647-AB5F-66C08D087E63}"/>
                </a:ext>
              </a:extLst>
            </p:cNvPr>
            <p:cNvSpPr>
              <a:spLocks noGrp="1"/>
            </p:cNvSpPr>
            <p:nvPr/>
          </p:nvSpPr>
          <p:spPr>
            <a:xfrm>
              <a:off x="284717" y="1316404"/>
              <a:ext cx="48465" cy="4407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3" name="asset_3413_19">
              <a:extLst>
                <a:ext uri="{FF2B5EF4-FFF2-40B4-BE49-F238E27FC236}">
                  <a16:creationId xmlns:a16="http://schemas.microsoft.com/office/drawing/2014/main" id="{80016479-7B0F-4BD2-BE1E-D4C04AB79BBC}"/>
                </a:ext>
              </a:extLst>
            </p:cNvPr>
            <p:cNvSpPr>
              <a:spLocks noGrp="1"/>
            </p:cNvSpPr>
            <p:nvPr/>
          </p:nvSpPr>
          <p:spPr>
            <a:xfrm>
              <a:off x="281796" y="1274922"/>
              <a:ext cx="44753" cy="4069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4" name="asset_3413_20">
              <a:extLst>
                <a:ext uri="{FF2B5EF4-FFF2-40B4-BE49-F238E27FC236}">
                  <a16:creationId xmlns:a16="http://schemas.microsoft.com/office/drawing/2014/main" id="{B6C19396-8EC4-4D18-BDB2-54E507B4B695}"/>
                </a:ext>
              </a:extLst>
            </p:cNvPr>
            <p:cNvSpPr>
              <a:spLocks noGrp="1"/>
            </p:cNvSpPr>
            <p:nvPr/>
          </p:nvSpPr>
          <p:spPr>
            <a:xfrm>
              <a:off x="267072" y="1264740"/>
              <a:ext cx="46202" cy="4201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5" name="asset_3413_21">
              <a:extLst>
                <a:ext uri="{FF2B5EF4-FFF2-40B4-BE49-F238E27FC236}">
                  <a16:creationId xmlns:a16="http://schemas.microsoft.com/office/drawing/2014/main" id="{EA3E067B-C177-40E9-B868-96DA72FA2462}"/>
                </a:ext>
              </a:extLst>
            </p:cNvPr>
            <p:cNvSpPr>
              <a:spLocks noGrp="1"/>
            </p:cNvSpPr>
            <p:nvPr/>
          </p:nvSpPr>
          <p:spPr>
            <a:xfrm>
              <a:off x="226551" y="1251177"/>
              <a:ext cx="47193" cy="4291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6" name="asset_3413_22">
              <a:extLst>
                <a:ext uri="{FF2B5EF4-FFF2-40B4-BE49-F238E27FC236}">
                  <a16:creationId xmlns:a16="http://schemas.microsoft.com/office/drawing/2014/main" id="{62CD4B73-490C-49C8-972F-5D2A7F89EAA4}"/>
                </a:ext>
              </a:extLst>
            </p:cNvPr>
            <p:cNvSpPr>
              <a:spLocks noGrp="1"/>
            </p:cNvSpPr>
            <p:nvPr/>
          </p:nvSpPr>
          <p:spPr>
            <a:xfrm>
              <a:off x="284906" y="1314282"/>
              <a:ext cx="39074" cy="3553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7" name="asset_3413_23">
              <a:extLst>
                <a:ext uri="{FF2B5EF4-FFF2-40B4-BE49-F238E27FC236}">
                  <a16:creationId xmlns:a16="http://schemas.microsoft.com/office/drawing/2014/main" id="{CC83CBBB-BB9A-4E3A-B648-0D7B0D173AA8}"/>
                </a:ext>
              </a:extLst>
            </p:cNvPr>
            <p:cNvSpPr>
              <a:spLocks noGrp="1"/>
            </p:cNvSpPr>
            <p:nvPr/>
          </p:nvSpPr>
          <p:spPr>
            <a:xfrm>
              <a:off x="305192" y="1231356"/>
              <a:ext cx="50532" cy="4595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8" name="asset_3413_24">
              <a:extLst>
                <a:ext uri="{FF2B5EF4-FFF2-40B4-BE49-F238E27FC236}">
                  <a16:creationId xmlns:a16="http://schemas.microsoft.com/office/drawing/2014/main" id="{1C862F0E-B8D6-47EB-A5C9-26FB0F5C95FB}"/>
                </a:ext>
              </a:extLst>
            </p:cNvPr>
            <p:cNvSpPr>
              <a:spLocks noGrp="1"/>
            </p:cNvSpPr>
            <p:nvPr/>
          </p:nvSpPr>
          <p:spPr>
            <a:xfrm>
              <a:off x="246983" y="1227076"/>
              <a:ext cx="44091" cy="4009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999" name="asset_3413_25">
              <a:extLst>
                <a:ext uri="{FF2B5EF4-FFF2-40B4-BE49-F238E27FC236}">
                  <a16:creationId xmlns:a16="http://schemas.microsoft.com/office/drawing/2014/main" id="{2B634127-E2CA-4885-8C68-FD9DFA3D2B9B}"/>
                </a:ext>
              </a:extLst>
            </p:cNvPr>
            <p:cNvSpPr>
              <a:spLocks noGrp="1"/>
            </p:cNvSpPr>
            <p:nvPr/>
          </p:nvSpPr>
          <p:spPr>
            <a:xfrm>
              <a:off x="209337" y="1281095"/>
              <a:ext cx="46893" cy="426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0" name="asset_3413_26">
              <a:extLst>
                <a:ext uri="{FF2B5EF4-FFF2-40B4-BE49-F238E27FC236}">
                  <a16:creationId xmlns:a16="http://schemas.microsoft.com/office/drawing/2014/main" id="{B737EFA1-45BC-497D-9D83-EA27D4907370}"/>
                </a:ext>
              </a:extLst>
            </p:cNvPr>
            <p:cNvSpPr>
              <a:spLocks noGrp="1"/>
            </p:cNvSpPr>
            <p:nvPr/>
          </p:nvSpPr>
          <p:spPr>
            <a:xfrm>
              <a:off x="238293" y="1310201"/>
              <a:ext cx="52593" cy="4782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1" name="asset_3413_27">
              <a:extLst>
                <a:ext uri="{FF2B5EF4-FFF2-40B4-BE49-F238E27FC236}">
                  <a16:creationId xmlns:a16="http://schemas.microsoft.com/office/drawing/2014/main" id="{AABD8F56-3222-4408-954B-44AD5B7530F3}"/>
                </a:ext>
              </a:extLst>
            </p:cNvPr>
            <p:cNvSpPr>
              <a:spLocks noGrp="1"/>
            </p:cNvSpPr>
            <p:nvPr/>
          </p:nvSpPr>
          <p:spPr>
            <a:xfrm>
              <a:off x="321398" y="1269254"/>
              <a:ext cx="57856" cy="526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2" name="asset_3413_28">
              <a:extLst>
                <a:ext uri="{FF2B5EF4-FFF2-40B4-BE49-F238E27FC236}">
                  <a16:creationId xmlns:a16="http://schemas.microsoft.com/office/drawing/2014/main" id="{FE43E1AD-24F7-4F43-936C-3CBD5FA219F7}"/>
                </a:ext>
              </a:extLst>
            </p:cNvPr>
            <p:cNvSpPr>
              <a:spLocks noGrp="1"/>
            </p:cNvSpPr>
            <p:nvPr/>
          </p:nvSpPr>
          <p:spPr>
            <a:xfrm>
              <a:off x="253444" y="1258758"/>
              <a:ext cx="45030" cy="4095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3" name="asset_3413_29">
              <a:extLst>
                <a:ext uri="{FF2B5EF4-FFF2-40B4-BE49-F238E27FC236}">
                  <a16:creationId xmlns:a16="http://schemas.microsoft.com/office/drawing/2014/main" id="{7854089A-65CC-4E4B-A30C-1294301F41E4}"/>
                </a:ext>
              </a:extLst>
            </p:cNvPr>
            <p:cNvSpPr>
              <a:spLocks noGrp="1"/>
            </p:cNvSpPr>
            <p:nvPr/>
          </p:nvSpPr>
          <p:spPr>
            <a:xfrm>
              <a:off x="219427" y="1238101"/>
              <a:ext cx="52062" cy="4734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4" name="asset_3413_30">
              <a:extLst>
                <a:ext uri="{FF2B5EF4-FFF2-40B4-BE49-F238E27FC236}">
                  <a16:creationId xmlns:a16="http://schemas.microsoft.com/office/drawing/2014/main" id="{DC5C5D5D-CA84-41BD-80D2-0BF0D2D20513}"/>
                </a:ext>
              </a:extLst>
            </p:cNvPr>
            <p:cNvSpPr>
              <a:spLocks noGrp="1"/>
            </p:cNvSpPr>
            <p:nvPr/>
          </p:nvSpPr>
          <p:spPr>
            <a:xfrm>
              <a:off x="229959" y="1318350"/>
              <a:ext cx="35062" cy="3188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5" name="asset_3413_31">
              <a:extLst>
                <a:ext uri="{FF2B5EF4-FFF2-40B4-BE49-F238E27FC236}">
                  <a16:creationId xmlns:a16="http://schemas.microsoft.com/office/drawing/2014/main" id="{A7BE6731-3A2B-4624-80C3-F63921C30278}"/>
                </a:ext>
              </a:extLst>
            </p:cNvPr>
            <p:cNvSpPr>
              <a:spLocks noGrp="1"/>
            </p:cNvSpPr>
            <p:nvPr/>
          </p:nvSpPr>
          <p:spPr>
            <a:xfrm>
              <a:off x="336804" y="1263402"/>
              <a:ext cx="37332" cy="339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6" name="asset_3413_32">
              <a:extLst>
                <a:ext uri="{FF2B5EF4-FFF2-40B4-BE49-F238E27FC236}">
                  <a16:creationId xmlns:a16="http://schemas.microsoft.com/office/drawing/2014/main" id="{AFCF401B-3D66-49BA-ABDE-541239617AA5}"/>
                </a:ext>
              </a:extLst>
            </p:cNvPr>
            <p:cNvSpPr>
              <a:spLocks noGrp="1"/>
            </p:cNvSpPr>
            <p:nvPr/>
          </p:nvSpPr>
          <p:spPr>
            <a:xfrm>
              <a:off x="227834" y="1215344"/>
              <a:ext cx="48136" cy="4377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7" name="asset_3413_33">
              <a:extLst>
                <a:ext uri="{FF2B5EF4-FFF2-40B4-BE49-F238E27FC236}">
                  <a16:creationId xmlns:a16="http://schemas.microsoft.com/office/drawing/2014/main" id="{92D301C1-D4D0-49D9-ABED-3FB030ED0E6F}"/>
                </a:ext>
              </a:extLst>
            </p:cNvPr>
            <p:cNvSpPr>
              <a:spLocks noGrp="1"/>
            </p:cNvSpPr>
            <p:nvPr/>
          </p:nvSpPr>
          <p:spPr>
            <a:xfrm>
              <a:off x="228960" y="1264047"/>
              <a:ext cx="55232" cy="5022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8" name="asset_3413_34">
              <a:extLst>
                <a:ext uri="{FF2B5EF4-FFF2-40B4-BE49-F238E27FC236}">
                  <a16:creationId xmlns:a16="http://schemas.microsoft.com/office/drawing/2014/main" id="{DF015140-279E-42F9-B115-F352F2801A81}"/>
                </a:ext>
              </a:extLst>
            </p:cNvPr>
            <p:cNvSpPr>
              <a:spLocks noGrp="1"/>
            </p:cNvSpPr>
            <p:nvPr/>
          </p:nvSpPr>
          <p:spPr>
            <a:xfrm>
              <a:off x="277925" y="1317864"/>
              <a:ext cx="54288" cy="493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09" name="asset_3413_35">
              <a:extLst>
                <a:ext uri="{FF2B5EF4-FFF2-40B4-BE49-F238E27FC236}">
                  <a16:creationId xmlns:a16="http://schemas.microsoft.com/office/drawing/2014/main" id="{EC6011CF-0B37-489D-B1D0-3E82EF45E38A}"/>
                </a:ext>
              </a:extLst>
            </p:cNvPr>
            <p:cNvSpPr>
              <a:spLocks noGrp="1"/>
            </p:cNvSpPr>
            <p:nvPr/>
          </p:nvSpPr>
          <p:spPr>
            <a:xfrm>
              <a:off x="307909" y="1244515"/>
              <a:ext cx="45762" cy="4161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0" name="asset_3413_36">
              <a:extLst>
                <a:ext uri="{FF2B5EF4-FFF2-40B4-BE49-F238E27FC236}">
                  <a16:creationId xmlns:a16="http://schemas.microsoft.com/office/drawing/2014/main" id="{E228F00E-AAEB-4762-B721-362A7ED68F12}"/>
                </a:ext>
              </a:extLst>
            </p:cNvPr>
            <p:cNvSpPr>
              <a:spLocks noGrp="1"/>
            </p:cNvSpPr>
            <p:nvPr/>
          </p:nvSpPr>
          <p:spPr>
            <a:xfrm>
              <a:off x="279466" y="1264065"/>
              <a:ext cx="34731" cy="3158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1" name="asset_3413_37">
              <a:extLst>
                <a:ext uri="{FF2B5EF4-FFF2-40B4-BE49-F238E27FC236}">
                  <a16:creationId xmlns:a16="http://schemas.microsoft.com/office/drawing/2014/main" id="{56D2E88C-77C6-4C65-AD82-60595AB343D4}"/>
                </a:ext>
              </a:extLst>
            </p:cNvPr>
            <p:cNvSpPr>
              <a:spLocks noGrp="1"/>
            </p:cNvSpPr>
            <p:nvPr/>
          </p:nvSpPr>
          <p:spPr>
            <a:xfrm>
              <a:off x="224671" y="1263858"/>
              <a:ext cx="39472" cy="3589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2" name="asset_3413_38">
              <a:extLst>
                <a:ext uri="{FF2B5EF4-FFF2-40B4-BE49-F238E27FC236}">
                  <a16:creationId xmlns:a16="http://schemas.microsoft.com/office/drawing/2014/main" id="{F61DF0E4-6C52-48CE-B6F6-AA03069E7D99}"/>
                </a:ext>
              </a:extLst>
            </p:cNvPr>
            <p:cNvSpPr>
              <a:spLocks noGrp="1"/>
            </p:cNvSpPr>
            <p:nvPr/>
          </p:nvSpPr>
          <p:spPr>
            <a:xfrm>
              <a:off x="260503" y="1277190"/>
              <a:ext cx="56525" cy="5140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3" name="asset_3413_39">
              <a:extLst>
                <a:ext uri="{FF2B5EF4-FFF2-40B4-BE49-F238E27FC236}">
                  <a16:creationId xmlns:a16="http://schemas.microsoft.com/office/drawing/2014/main" id="{06D52969-FDE8-457D-9CCC-F594D4095625}"/>
                </a:ext>
              </a:extLst>
            </p:cNvPr>
            <p:cNvSpPr>
              <a:spLocks noGrp="1"/>
            </p:cNvSpPr>
            <p:nvPr/>
          </p:nvSpPr>
          <p:spPr>
            <a:xfrm>
              <a:off x="279530" y="1219117"/>
              <a:ext cx="49716" cy="4521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4" name="asset_3413_40">
              <a:extLst>
                <a:ext uri="{FF2B5EF4-FFF2-40B4-BE49-F238E27FC236}">
                  <a16:creationId xmlns:a16="http://schemas.microsoft.com/office/drawing/2014/main" id="{03BB2723-84F7-40DD-B621-535E923BAB74}"/>
                </a:ext>
              </a:extLst>
            </p:cNvPr>
            <p:cNvSpPr>
              <a:spLocks noGrp="1"/>
            </p:cNvSpPr>
            <p:nvPr/>
          </p:nvSpPr>
          <p:spPr>
            <a:xfrm>
              <a:off x="261526" y="1246033"/>
              <a:ext cx="40383" cy="3672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5" name="asset_3413_41">
              <a:extLst>
                <a:ext uri="{FF2B5EF4-FFF2-40B4-BE49-F238E27FC236}">
                  <a16:creationId xmlns:a16="http://schemas.microsoft.com/office/drawing/2014/main" id="{C1CDB97A-B0F0-440A-AE2F-8BAA25DD7496}"/>
                </a:ext>
              </a:extLst>
            </p:cNvPr>
            <p:cNvSpPr>
              <a:spLocks noGrp="1"/>
            </p:cNvSpPr>
            <p:nvPr/>
          </p:nvSpPr>
          <p:spPr>
            <a:xfrm>
              <a:off x="237551" y="1272828"/>
              <a:ext cx="39056" cy="3551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6" name="asset_3413_42">
              <a:extLst>
                <a:ext uri="{FF2B5EF4-FFF2-40B4-BE49-F238E27FC236}">
                  <a16:creationId xmlns:a16="http://schemas.microsoft.com/office/drawing/2014/main" id="{817B9DD0-9DE1-4A6B-A94B-EFCA0FFE83BD}"/>
                </a:ext>
              </a:extLst>
            </p:cNvPr>
            <p:cNvSpPr>
              <a:spLocks noGrp="1"/>
            </p:cNvSpPr>
            <p:nvPr/>
          </p:nvSpPr>
          <p:spPr>
            <a:xfrm>
              <a:off x="261167" y="1337746"/>
              <a:ext cx="47847" cy="4351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7" name="asset_3413_43">
              <a:extLst>
                <a:ext uri="{FF2B5EF4-FFF2-40B4-BE49-F238E27FC236}">
                  <a16:creationId xmlns:a16="http://schemas.microsoft.com/office/drawing/2014/main" id="{7226DCF4-10D9-446B-8040-8BC838958EE7}"/>
                </a:ext>
              </a:extLst>
            </p:cNvPr>
            <p:cNvSpPr>
              <a:spLocks noGrp="1"/>
            </p:cNvSpPr>
            <p:nvPr/>
          </p:nvSpPr>
          <p:spPr>
            <a:xfrm>
              <a:off x="323515" y="1223085"/>
              <a:ext cx="33680" cy="3062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8" name="asset_3413_44">
              <a:extLst>
                <a:ext uri="{FF2B5EF4-FFF2-40B4-BE49-F238E27FC236}">
                  <a16:creationId xmlns:a16="http://schemas.microsoft.com/office/drawing/2014/main" id="{567BD552-BACB-452F-BF23-0955FF8C29A0}"/>
                </a:ext>
              </a:extLst>
            </p:cNvPr>
            <p:cNvSpPr>
              <a:spLocks noGrp="1"/>
            </p:cNvSpPr>
            <p:nvPr/>
          </p:nvSpPr>
          <p:spPr>
            <a:xfrm>
              <a:off x="249249" y="1220053"/>
              <a:ext cx="34950" cy="3178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19" name="asset_3413_45">
              <a:extLst>
                <a:ext uri="{FF2B5EF4-FFF2-40B4-BE49-F238E27FC236}">
                  <a16:creationId xmlns:a16="http://schemas.microsoft.com/office/drawing/2014/main" id="{CCC6960C-7A6B-4EAB-9AFB-7050002D2926}"/>
                </a:ext>
              </a:extLst>
            </p:cNvPr>
            <p:cNvSpPr>
              <a:spLocks noGrp="1"/>
            </p:cNvSpPr>
            <p:nvPr/>
          </p:nvSpPr>
          <p:spPr>
            <a:xfrm>
              <a:off x="244019" y="1297552"/>
              <a:ext cx="38978" cy="3544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0" name="asset_3413_46">
              <a:extLst>
                <a:ext uri="{FF2B5EF4-FFF2-40B4-BE49-F238E27FC236}">
                  <a16:creationId xmlns:a16="http://schemas.microsoft.com/office/drawing/2014/main" id="{B81D4F7C-111F-4018-9256-ED1DA1F9943B}"/>
                </a:ext>
              </a:extLst>
            </p:cNvPr>
            <p:cNvSpPr>
              <a:spLocks noGrp="1"/>
            </p:cNvSpPr>
            <p:nvPr/>
          </p:nvSpPr>
          <p:spPr>
            <a:xfrm>
              <a:off x="298347" y="1306680"/>
              <a:ext cx="47957" cy="4361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1" name="asset_3413_47">
              <a:extLst>
                <a:ext uri="{FF2B5EF4-FFF2-40B4-BE49-F238E27FC236}">
                  <a16:creationId xmlns:a16="http://schemas.microsoft.com/office/drawing/2014/main" id="{C29ED04F-9904-45FB-A5FA-0040EA7DBF30}"/>
                </a:ext>
              </a:extLst>
            </p:cNvPr>
            <p:cNvSpPr>
              <a:spLocks noGrp="1"/>
            </p:cNvSpPr>
            <p:nvPr/>
          </p:nvSpPr>
          <p:spPr>
            <a:xfrm>
              <a:off x="304954" y="1280878"/>
              <a:ext cx="35290" cy="3209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2" name="asset_3413_48">
              <a:extLst>
                <a:ext uri="{FF2B5EF4-FFF2-40B4-BE49-F238E27FC236}">
                  <a16:creationId xmlns:a16="http://schemas.microsoft.com/office/drawing/2014/main" id="{1FE050AB-AB03-45C6-80A9-E40EE2BAACE7}"/>
                </a:ext>
              </a:extLst>
            </p:cNvPr>
            <p:cNvSpPr>
              <a:spLocks noGrp="1"/>
            </p:cNvSpPr>
            <p:nvPr/>
          </p:nvSpPr>
          <p:spPr>
            <a:xfrm>
              <a:off x="224818" y="1222447"/>
              <a:ext cx="53204" cy="483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3" name="asset_3413_49">
              <a:extLst>
                <a:ext uri="{FF2B5EF4-FFF2-40B4-BE49-F238E27FC236}">
                  <a16:creationId xmlns:a16="http://schemas.microsoft.com/office/drawing/2014/main" id="{8F35C778-4129-448D-987F-47845CA93ADD}"/>
                </a:ext>
              </a:extLst>
            </p:cNvPr>
            <p:cNvSpPr>
              <a:spLocks noGrp="1"/>
            </p:cNvSpPr>
            <p:nvPr/>
          </p:nvSpPr>
          <p:spPr>
            <a:xfrm>
              <a:off x="210135" y="1259740"/>
              <a:ext cx="32927" cy="299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4" name="asset_3413_50">
              <a:extLst>
                <a:ext uri="{FF2B5EF4-FFF2-40B4-BE49-F238E27FC236}">
                  <a16:creationId xmlns:a16="http://schemas.microsoft.com/office/drawing/2014/main" id="{255254BA-4F41-4406-ACD2-12247E025875}"/>
                </a:ext>
              </a:extLst>
            </p:cNvPr>
            <p:cNvSpPr>
              <a:spLocks noGrp="1"/>
            </p:cNvSpPr>
            <p:nvPr/>
          </p:nvSpPr>
          <p:spPr>
            <a:xfrm>
              <a:off x="229140" y="1309742"/>
              <a:ext cx="33276" cy="3026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CCAA80">
                    <a:alpha val="80300"/>
                  </a:srgbClr>
                </a:gs>
                <a:gs pos="100000">
                  <a:srgbClr val="CCAA80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25" name="asset_3413_51">
              <a:extLst>
                <a:ext uri="{FF2B5EF4-FFF2-40B4-BE49-F238E27FC236}">
                  <a16:creationId xmlns:a16="http://schemas.microsoft.com/office/drawing/2014/main" id="{F35543E0-FD67-46D2-ADCA-935F934B61B1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2032">
              <a:solidFill>
                <a:srgbClr val="87ADD3"/>
              </a:solidFill>
            </a:ln>
          </p:spPr>
        </p:sp>
      </p:grpSp>
      <p:grpSp>
        <p:nvGrpSpPr>
          <p:cNvPr id="1026" name="a | density cube M_diff+ | v4 editable"/>
          <p:cNvGrpSpPr/>
          <p:nvPr/>
        </p:nvGrpSpPr>
        <p:grpSpPr>
          <a:xfrm>
            <a:off x="1768581" y="831996"/>
            <a:ext cx="206784" cy="185747"/>
            <a:chOff x="571680" y="1176120"/>
            <a:chExt cx="285840" cy="256320"/>
          </a:xfrm>
        </p:grpSpPr>
        <p:sp>
          <p:nvSpPr>
            <p:cNvPr id="1027" name="asset_3414_0">
              <a:extLst>
                <a:ext uri="{FF2B5EF4-FFF2-40B4-BE49-F238E27FC236}">
                  <a16:creationId xmlns:a16="http://schemas.microsoft.com/office/drawing/2014/main" id="{0B1C736D-2ECC-4FF6-BAD3-A6982D2BC56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176120"/>
              <a:ext cx="285840" cy="43574"/>
            </a:xfrm>
            <a:custGeom>
              <a:avLst/>
              <a:gdLst/>
              <a:ahLst/>
              <a:cxnLst/>
              <a:rect l="0" t="0" r="0" b="0"/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524">
              <a:solidFill>
                <a:srgbClr val="87ADD3"/>
              </a:solidFill>
            </a:ln>
          </p:spPr>
        </p:sp>
        <p:sp>
          <p:nvSpPr>
            <p:cNvPr id="1028" name="asset_3414_1">
              <a:extLst>
                <a:ext uri="{FF2B5EF4-FFF2-40B4-BE49-F238E27FC236}">
                  <a16:creationId xmlns:a16="http://schemas.microsoft.com/office/drawing/2014/main" id="{937C63FC-43F7-4666-9595-D84081727E04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1176120"/>
              <a:ext cx="54310" cy="256320"/>
            </a:xfrm>
            <a:custGeom>
              <a:avLst/>
              <a:gdLst/>
              <a:ahLst/>
              <a:cxnLst/>
              <a:rect l="0" t="0" r="0" b="0"/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1029" name="asset_3414_2">
              <a:extLst>
                <a:ext uri="{FF2B5EF4-FFF2-40B4-BE49-F238E27FC236}">
                  <a16:creationId xmlns:a16="http://schemas.microsoft.com/office/drawing/2014/main" id="{5785940C-F9E4-4269-96C9-5077EB45E45F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524">
              <a:solidFill>
                <a:srgbClr val="87ADD3"/>
              </a:solidFill>
            </a:ln>
          </p:spPr>
        </p:sp>
        <p:sp>
          <p:nvSpPr>
            <p:cNvPr id="1030" name="asset_3414_3">
              <a:extLst>
                <a:ext uri="{FF2B5EF4-FFF2-40B4-BE49-F238E27FC236}">
                  <a16:creationId xmlns:a16="http://schemas.microsoft.com/office/drawing/2014/main" id="{80C086DD-FDCF-435F-AB33-DD14E6F7126A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1" name="asset_3414_4">
              <a:extLst>
                <a:ext uri="{FF2B5EF4-FFF2-40B4-BE49-F238E27FC236}">
                  <a16:creationId xmlns:a16="http://schemas.microsoft.com/office/drawing/2014/main" id="{BA402833-278F-4B3A-B975-0B00DFCBFB5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72881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2" name="asset_3414_5">
              <a:extLst>
                <a:ext uri="{FF2B5EF4-FFF2-40B4-BE49-F238E27FC236}">
                  <a16:creationId xmlns:a16="http://schemas.microsoft.com/office/drawing/2014/main" id="{53E5450D-1CC6-47D8-8CC4-DE681D934DF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3" name="asset_3414_6">
              <a:extLst>
                <a:ext uri="{FF2B5EF4-FFF2-40B4-BE49-F238E27FC236}">
                  <a16:creationId xmlns:a16="http://schemas.microsoft.com/office/drawing/2014/main" id="{84D8B9B0-BF12-412D-9DC1-76D461823309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26067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4" name="asset_3414_7">
              <a:extLst>
                <a:ext uri="{FF2B5EF4-FFF2-40B4-BE49-F238E27FC236}">
                  <a16:creationId xmlns:a16="http://schemas.microsoft.com/office/drawing/2014/main" id="{F5E87C95-4FAA-4CC4-B06C-2C1B13222B8D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1219694"/>
              <a:ext cx="4" cy="212746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5" name="asset_3414_8">
              <a:extLst>
                <a:ext uri="{FF2B5EF4-FFF2-40B4-BE49-F238E27FC236}">
                  <a16:creationId xmlns:a16="http://schemas.microsoft.com/office/drawing/2014/main" id="{D08479BC-AC81-4222-AD60-10DBEF7A6E9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79254"/>
              <a:ext cx="231530" cy="4"/>
            </a:xfrm>
            <a:prstGeom prst="line">
              <a:avLst/>
            </a:prstGeom>
            <a:noFill/>
            <a:ln w="1118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036" name="asset_3414_9">
              <a:extLst>
                <a:ext uri="{FF2B5EF4-FFF2-40B4-BE49-F238E27FC236}">
                  <a16:creationId xmlns:a16="http://schemas.microsoft.com/office/drawing/2014/main" id="{9D1314A8-F0C1-4248-AC24-68B954199852}"/>
                </a:ext>
              </a:extLst>
            </p:cNvPr>
            <p:cNvSpPr>
              <a:spLocks noGrp="1"/>
            </p:cNvSpPr>
            <p:nvPr/>
          </p:nvSpPr>
          <p:spPr>
            <a:xfrm>
              <a:off x="616875" y="1258769"/>
              <a:ext cx="112292" cy="10211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0B9AB">
                    <a:alpha val="66000"/>
                  </a:srgbClr>
                </a:gs>
                <a:gs pos="100000">
                  <a:srgbClr val="80B9AB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37" name="asset_3414_10">
              <a:extLst>
                <a:ext uri="{FF2B5EF4-FFF2-40B4-BE49-F238E27FC236}">
                  <a16:creationId xmlns:a16="http://schemas.microsoft.com/office/drawing/2014/main" id="{FBD57600-7CEB-4CDD-B521-28A30AEDE2F9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1238345"/>
              <a:ext cx="85342" cy="77610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0B9AB">
                    <a:alpha val="66000"/>
                  </a:srgbClr>
                </a:gs>
                <a:gs pos="100000">
                  <a:srgbClr val="80B9AB">
                    <a:alpha val="38500"/>
                  </a:srgbClr>
                </a:gs>
              </a:gsLst>
              <a:lin ang="84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38" name="asset_3414_11">
              <a:extLst>
                <a:ext uri="{FF2B5EF4-FFF2-40B4-BE49-F238E27FC236}">
                  <a16:creationId xmlns:a16="http://schemas.microsoft.com/office/drawing/2014/main" id="{06A81D27-2E50-407A-B9C6-83571CA9EC3D}"/>
                </a:ext>
              </a:extLst>
            </p:cNvPr>
            <p:cNvSpPr>
              <a:spLocks noGrp="1"/>
            </p:cNvSpPr>
            <p:nvPr/>
          </p:nvSpPr>
          <p:spPr>
            <a:xfrm>
              <a:off x="678946" y="1299635"/>
              <a:ext cx="53300" cy="484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39" name="asset_3414_12">
              <a:extLst>
                <a:ext uri="{FF2B5EF4-FFF2-40B4-BE49-F238E27FC236}">
                  <a16:creationId xmlns:a16="http://schemas.microsoft.com/office/drawing/2014/main" id="{809A5CEF-FA0A-42B3-90E8-473862C093B2}"/>
                </a:ext>
              </a:extLst>
            </p:cNvPr>
            <p:cNvSpPr>
              <a:spLocks noGrp="1"/>
            </p:cNvSpPr>
            <p:nvPr/>
          </p:nvSpPr>
          <p:spPr>
            <a:xfrm>
              <a:off x="700621" y="1238569"/>
              <a:ext cx="55136" cy="5014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0" name="asset_3414_13">
              <a:extLst>
                <a:ext uri="{FF2B5EF4-FFF2-40B4-BE49-F238E27FC236}">
                  <a16:creationId xmlns:a16="http://schemas.microsoft.com/office/drawing/2014/main" id="{0C482ECC-BBAB-4A4B-8A34-95C337092651}"/>
                </a:ext>
              </a:extLst>
            </p:cNvPr>
            <p:cNvSpPr>
              <a:spLocks noGrp="1"/>
            </p:cNvSpPr>
            <p:nvPr/>
          </p:nvSpPr>
          <p:spPr>
            <a:xfrm>
              <a:off x="662074" y="1316337"/>
              <a:ext cx="54027" cy="491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1" name="asset_3414_14">
              <a:extLst>
                <a:ext uri="{FF2B5EF4-FFF2-40B4-BE49-F238E27FC236}">
                  <a16:creationId xmlns:a16="http://schemas.microsoft.com/office/drawing/2014/main" id="{4E7EE424-3E1B-4E93-B011-39A4207D8743}"/>
                </a:ext>
              </a:extLst>
            </p:cNvPr>
            <p:cNvSpPr>
              <a:spLocks noGrp="1"/>
            </p:cNvSpPr>
            <p:nvPr/>
          </p:nvSpPr>
          <p:spPr>
            <a:xfrm>
              <a:off x="737584" y="1261375"/>
              <a:ext cx="39022" cy="3548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2" name="asset_3414_15">
              <a:extLst>
                <a:ext uri="{FF2B5EF4-FFF2-40B4-BE49-F238E27FC236}">
                  <a16:creationId xmlns:a16="http://schemas.microsoft.com/office/drawing/2014/main" id="{81DAD5AA-6CFF-4628-999B-466589AE1FC4}"/>
                </a:ext>
              </a:extLst>
            </p:cNvPr>
            <p:cNvSpPr>
              <a:spLocks noGrp="1"/>
            </p:cNvSpPr>
            <p:nvPr/>
          </p:nvSpPr>
          <p:spPr>
            <a:xfrm>
              <a:off x="656636" y="1308255"/>
              <a:ext cx="50230" cy="4567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3" name="asset_3414_16">
              <a:extLst>
                <a:ext uri="{FF2B5EF4-FFF2-40B4-BE49-F238E27FC236}">
                  <a16:creationId xmlns:a16="http://schemas.microsoft.com/office/drawing/2014/main" id="{1B877CEC-535D-474C-B379-02C04636DC12}"/>
                </a:ext>
              </a:extLst>
            </p:cNvPr>
            <p:cNvSpPr>
              <a:spLocks noGrp="1"/>
            </p:cNvSpPr>
            <p:nvPr/>
          </p:nvSpPr>
          <p:spPr>
            <a:xfrm>
              <a:off x="716677" y="1230022"/>
              <a:ext cx="52846" cy="480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4" name="asset_3414_17">
              <a:extLst>
                <a:ext uri="{FF2B5EF4-FFF2-40B4-BE49-F238E27FC236}">
                  <a16:creationId xmlns:a16="http://schemas.microsoft.com/office/drawing/2014/main" id="{8128A240-90A3-46BF-A78C-C76D0051DE52}"/>
                </a:ext>
              </a:extLst>
            </p:cNvPr>
            <p:cNvSpPr>
              <a:spLocks noGrp="1"/>
            </p:cNvSpPr>
            <p:nvPr/>
          </p:nvSpPr>
          <p:spPr>
            <a:xfrm>
              <a:off x="622107" y="1288759"/>
              <a:ext cx="53269" cy="4844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5" name="asset_3414_18">
              <a:extLst>
                <a:ext uri="{FF2B5EF4-FFF2-40B4-BE49-F238E27FC236}">
                  <a16:creationId xmlns:a16="http://schemas.microsoft.com/office/drawing/2014/main" id="{122B2273-9058-4ABE-B3A8-51E42B5ED5D7}"/>
                </a:ext>
              </a:extLst>
            </p:cNvPr>
            <p:cNvSpPr>
              <a:spLocks noGrp="1"/>
            </p:cNvSpPr>
            <p:nvPr/>
          </p:nvSpPr>
          <p:spPr>
            <a:xfrm>
              <a:off x="685531" y="1258088"/>
              <a:ext cx="57722" cy="5249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6" name="asset_3414_19">
              <a:extLst>
                <a:ext uri="{FF2B5EF4-FFF2-40B4-BE49-F238E27FC236}">
                  <a16:creationId xmlns:a16="http://schemas.microsoft.com/office/drawing/2014/main" id="{E425EAEA-7675-414A-A10F-CBE40A030BA6}"/>
                </a:ext>
              </a:extLst>
            </p:cNvPr>
            <p:cNvSpPr>
              <a:spLocks noGrp="1"/>
            </p:cNvSpPr>
            <p:nvPr/>
          </p:nvSpPr>
          <p:spPr>
            <a:xfrm>
              <a:off x="634616" y="1285206"/>
              <a:ext cx="35782" cy="3254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7" name="asset_3414_20">
              <a:extLst>
                <a:ext uri="{FF2B5EF4-FFF2-40B4-BE49-F238E27FC236}">
                  <a16:creationId xmlns:a16="http://schemas.microsoft.com/office/drawing/2014/main" id="{2684F19C-499A-4C22-A888-11B52D688E2A}"/>
                </a:ext>
              </a:extLst>
            </p:cNvPr>
            <p:cNvSpPr>
              <a:spLocks noGrp="1"/>
            </p:cNvSpPr>
            <p:nvPr/>
          </p:nvSpPr>
          <p:spPr>
            <a:xfrm>
              <a:off x="703132" y="1235535"/>
              <a:ext cx="50484" cy="4591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8" name="asset_3414_21">
              <a:extLst>
                <a:ext uri="{FF2B5EF4-FFF2-40B4-BE49-F238E27FC236}">
                  <a16:creationId xmlns:a16="http://schemas.microsoft.com/office/drawing/2014/main" id="{64FCBEBD-D0A5-457E-BC62-8AC6B45991E0}"/>
                </a:ext>
              </a:extLst>
            </p:cNvPr>
            <p:cNvSpPr>
              <a:spLocks noGrp="1"/>
            </p:cNvSpPr>
            <p:nvPr/>
          </p:nvSpPr>
          <p:spPr>
            <a:xfrm>
              <a:off x="666247" y="1263146"/>
              <a:ext cx="46316" cy="421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49" name="asset_3414_22">
              <a:extLst>
                <a:ext uri="{FF2B5EF4-FFF2-40B4-BE49-F238E27FC236}">
                  <a16:creationId xmlns:a16="http://schemas.microsoft.com/office/drawing/2014/main" id="{1C090870-6508-4320-B574-C8B0F9A29602}"/>
                </a:ext>
              </a:extLst>
            </p:cNvPr>
            <p:cNvSpPr>
              <a:spLocks noGrp="1"/>
            </p:cNvSpPr>
            <p:nvPr/>
          </p:nvSpPr>
          <p:spPr>
            <a:xfrm>
              <a:off x="689187" y="1226321"/>
              <a:ext cx="52069" cy="473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0" name="asset_3414_23">
              <a:extLst>
                <a:ext uri="{FF2B5EF4-FFF2-40B4-BE49-F238E27FC236}">
                  <a16:creationId xmlns:a16="http://schemas.microsoft.com/office/drawing/2014/main" id="{D4A273CD-A67B-4AB4-8C24-44D617B03ADB}"/>
                </a:ext>
              </a:extLst>
            </p:cNvPr>
            <p:cNvSpPr>
              <a:spLocks noGrp="1"/>
            </p:cNvSpPr>
            <p:nvPr/>
          </p:nvSpPr>
          <p:spPr>
            <a:xfrm>
              <a:off x="676298" y="1262293"/>
              <a:ext cx="35211" cy="320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1" name="asset_3414_24">
              <a:extLst>
                <a:ext uri="{FF2B5EF4-FFF2-40B4-BE49-F238E27FC236}">
                  <a16:creationId xmlns:a16="http://schemas.microsoft.com/office/drawing/2014/main" id="{64CEB8A3-E33F-4E98-BF1A-44F2D75F553F}"/>
                </a:ext>
              </a:extLst>
            </p:cNvPr>
            <p:cNvSpPr>
              <a:spLocks noGrp="1"/>
            </p:cNvSpPr>
            <p:nvPr/>
          </p:nvSpPr>
          <p:spPr>
            <a:xfrm>
              <a:off x="710574" y="1241974"/>
              <a:ext cx="51181" cy="465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2" name="asset_3414_25">
              <a:extLst>
                <a:ext uri="{FF2B5EF4-FFF2-40B4-BE49-F238E27FC236}">
                  <a16:creationId xmlns:a16="http://schemas.microsoft.com/office/drawing/2014/main" id="{5386ECE5-8A1C-404C-B478-E19B36FBEAC7}"/>
                </a:ext>
              </a:extLst>
            </p:cNvPr>
            <p:cNvSpPr>
              <a:spLocks noGrp="1"/>
            </p:cNvSpPr>
            <p:nvPr/>
          </p:nvSpPr>
          <p:spPr>
            <a:xfrm>
              <a:off x="619016" y="1306465"/>
              <a:ext cx="39781" cy="3617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3" name="asset_3414_26">
              <a:extLst>
                <a:ext uri="{FF2B5EF4-FFF2-40B4-BE49-F238E27FC236}">
                  <a16:creationId xmlns:a16="http://schemas.microsoft.com/office/drawing/2014/main" id="{F460EC0E-6F95-49C0-A583-FDA95C52C1FD}"/>
                </a:ext>
              </a:extLst>
            </p:cNvPr>
            <p:cNvSpPr>
              <a:spLocks noGrp="1"/>
            </p:cNvSpPr>
            <p:nvPr/>
          </p:nvSpPr>
          <p:spPr>
            <a:xfrm>
              <a:off x="706703" y="1270194"/>
              <a:ext cx="56453" cy="5133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4" name="asset_3414_27">
              <a:extLst>
                <a:ext uri="{FF2B5EF4-FFF2-40B4-BE49-F238E27FC236}">
                  <a16:creationId xmlns:a16="http://schemas.microsoft.com/office/drawing/2014/main" id="{4784AB20-9599-4491-A24C-F7E26224CAF7}"/>
                </a:ext>
              </a:extLst>
            </p:cNvPr>
            <p:cNvSpPr>
              <a:spLocks noGrp="1"/>
            </p:cNvSpPr>
            <p:nvPr/>
          </p:nvSpPr>
          <p:spPr>
            <a:xfrm>
              <a:off x="627026" y="1309936"/>
              <a:ext cx="50049" cy="455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5" name="asset_3414_28">
              <a:extLst>
                <a:ext uri="{FF2B5EF4-FFF2-40B4-BE49-F238E27FC236}">
                  <a16:creationId xmlns:a16="http://schemas.microsoft.com/office/drawing/2014/main" id="{B0141F24-EF7E-475F-8F17-4AAC2F76A97C}"/>
                </a:ext>
              </a:extLst>
            </p:cNvPr>
            <p:cNvSpPr>
              <a:spLocks noGrp="1"/>
            </p:cNvSpPr>
            <p:nvPr/>
          </p:nvSpPr>
          <p:spPr>
            <a:xfrm>
              <a:off x="674741" y="1262956"/>
              <a:ext cx="41261" cy="3752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6" name="asset_3414_29">
              <a:extLst>
                <a:ext uri="{FF2B5EF4-FFF2-40B4-BE49-F238E27FC236}">
                  <a16:creationId xmlns:a16="http://schemas.microsoft.com/office/drawing/2014/main" id="{4C5F5EFD-4C17-4423-B012-93E75D5453F4}"/>
                </a:ext>
              </a:extLst>
            </p:cNvPr>
            <p:cNvSpPr>
              <a:spLocks noGrp="1"/>
            </p:cNvSpPr>
            <p:nvPr/>
          </p:nvSpPr>
          <p:spPr>
            <a:xfrm>
              <a:off x="636012" y="1288141"/>
              <a:ext cx="36386" cy="3308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7" name="asset_3414_30">
              <a:extLst>
                <a:ext uri="{FF2B5EF4-FFF2-40B4-BE49-F238E27FC236}">
                  <a16:creationId xmlns:a16="http://schemas.microsoft.com/office/drawing/2014/main" id="{E2F57756-70E7-4B2F-BDED-B0D54716DD7F}"/>
                </a:ext>
              </a:extLst>
            </p:cNvPr>
            <p:cNvSpPr>
              <a:spLocks noGrp="1"/>
            </p:cNvSpPr>
            <p:nvPr/>
          </p:nvSpPr>
          <p:spPr>
            <a:xfrm>
              <a:off x="688535" y="1252755"/>
              <a:ext cx="51756" cy="470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8" name="asset_3414_31">
              <a:extLst>
                <a:ext uri="{FF2B5EF4-FFF2-40B4-BE49-F238E27FC236}">
                  <a16:creationId xmlns:a16="http://schemas.microsoft.com/office/drawing/2014/main" id="{8B97F052-B900-4708-9C33-AB607138C8AA}"/>
                </a:ext>
              </a:extLst>
            </p:cNvPr>
            <p:cNvSpPr>
              <a:spLocks noGrp="1"/>
            </p:cNvSpPr>
            <p:nvPr/>
          </p:nvSpPr>
          <p:spPr>
            <a:xfrm>
              <a:off x="634940" y="1309328"/>
              <a:ext cx="44426" cy="404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59" name="asset_3414_32">
              <a:extLst>
                <a:ext uri="{FF2B5EF4-FFF2-40B4-BE49-F238E27FC236}">
                  <a16:creationId xmlns:a16="http://schemas.microsoft.com/office/drawing/2014/main" id="{F2837722-431E-4068-AE8F-A39C840C724E}"/>
                </a:ext>
              </a:extLst>
            </p:cNvPr>
            <p:cNvSpPr>
              <a:spLocks noGrp="1"/>
            </p:cNvSpPr>
            <p:nvPr/>
          </p:nvSpPr>
          <p:spPr>
            <a:xfrm>
              <a:off x="680434" y="1233643"/>
              <a:ext cx="57438" cy="522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0" name="asset_3414_33">
              <a:extLst>
                <a:ext uri="{FF2B5EF4-FFF2-40B4-BE49-F238E27FC236}">
                  <a16:creationId xmlns:a16="http://schemas.microsoft.com/office/drawing/2014/main" id="{9BC3D3D1-6449-4767-A341-1B6348606030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324386"/>
              <a:ext cx="47829" cy="4349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1" name="asset_3414_34">
              <a:extLst>
                <a:ext uri="{FF2B5EF4-FFF2-40B4-BE49-F238E27FC236}">
                  <a16:creationId xmlns:a16="http://schemas.microsoft.com/office/drawing/2014/main" id="{07E297E9-4FFE-4371-81E6-DAFC09FCB519}"/>
                </a:ext>
              </a:extLst>
            </p:cNvPr>
            <p:cNvSpPr>
              <a:spLocks noGrp="1"/>
            </p:cNvSpPr>
            <p:nvPr/>
          </p:nvSpPr>
          <p:spPr>
            <a:xfrm>
              <a:off x="688662" y="1241315"/>
              <a:ext cx="32402" cy="294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2" name="asset_3414_35">
              <a:extLst>
                <a:ext uri="{FF2B5EF4-FFF2-40B4-BE49-F238E27FC236}">
                  <a16:creationId xmlns:a16="http://schemas.microsoft.com/office/drawing/2014/main" id="{88D10FFB-7A60-403A-B35B-F1BD46C1B107}"/>
                </a:ext>
              </a:extLst>
            </p:cNvPr>
            <p:cNvSpPr>
              <a:spLocks noGrp="1"/>
            </p:cNvSpPr>
            <p:nvPr/>
          </p:nvSpPr>
          <p:spPr>
            <a:xfrm>
              <a:off x="648667" y="1308715"/>
              <a:ext cx="50913" cy="4630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3" name="asset_3414_36">
              <a:extLst>
                <a:ext uri="{FF2B5EF4-FFF2-40B4-BE49-F238E27FC236}">
                  <a16:creationId xmlns:a16="http://schemas.microsoft.com/office/drawing/2014/main" id="{7DE917BC-B1BA-46E4-8DD6-E69FF173F5AE}"/>
                </a:ext>
              </a:extLst>
            </p:cNvPr>
            <p:cNvSpPr>
              <a:spLocks noGrp="1"/>
            </p:cNvSpPr>
            <p:nvPr/>
          </p:nvSpPr>
          <p:spPr>
            <a:xfrm>
              <a:off x="687101" y="1240408"/>
              <a:ext cx="45173" cy="4108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4" name="asset_3414_37">
              <a:extLst>
                <a:ext uri="{FF2B5EF4-FFF2-40B4-BE49-F238E27FC236}">
                  <a16:creationId xmlns:a16="http://schemas.microsoft.com/office/drawing/2014/main" id="{DE41F767-04AD-4FDC-8627-0D49489DBB3B}"/>
                </a:ext>
              </a:extLst>
            </p:cNvPr>
            <p:cNvSpPr>
              <a:spLocks noGrp="1"/>
            </p:cNvSpPr>
            <p:nvPr/>
          </p:nvSpPr>
          <p:spPr>
            <a:xfrm>
              <a:off x="676719" y="1270681"/>
              <a:ext cx="50933" cy="463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5" name="asset_3414_38">
              <a:extLst>
                <a:ext uri="{FF2B5EF4-FFF2-40B4-BE49-F238E27FC236}">
                  <a16:creationId xmlns:a16="http://schemas.microsoft.com/office/drawing/2014/main" id="{1EE5BCC9-6CF9-46C2-8C12-19163950CEE6}"/>
                </a:ext>
              </a:extLst>
            </p:cNvPr>
            <p:cNvSpPr>
              <a:spLocks noGrp="1"/>
            </p:cNvSpPr>
            <p:nvPr/>
          </p:nvSpPr>
          <p:spPr>
            <a:xfrm>
              <a:off x="723506" y="1279525"/>
              <a:ext cx="44591" cy="405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6" name="asset_3414_39">
              <a:extLst>
                <a:ext uri="{FF2B5EF4-FFF2-40B4-BE49-F238E27FC236}">
                  <a16:creationId xmlns:a16="http://schemas.microsoft.com/office/drawing/2014/main" id="{056EA8C4-A1AC-4628-9891-2468A722D09E}"/>
                </a:ext>
              </a:extLst>
            </p:cNvPr>
            <p:cNvSpPr>
              <a:spLocks noGrp="1"/>
            </p:cNvSpPr>
            <p:nvPr/>
          </p:nvSpPr>
          <p:spPr>
            <a:xfrm>
              <a:off x="635195" y="1260047"/>
              <a:ext cx="38357" cy="3488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7" name="asset_3414_40">
              <a:extLst>
                <a:ext uri="{FF2B5EF4-FFF2-40B4-BE49-F238E27FC236}">
                  <a16:creationId xmlns:a16="http://schemas.microsoft.com/office/drawing/2014/main" id="{17594FFA-9A42-4770-92A6-4D14A035CA84}"/>
                </a:ext>
              </a:extLst>
            </p:cNvPr>
            <p:cNvSpPr>
              <a:spLocks noGrp="1"/>
            </p:cNvSpPr>
            <p:nvPr/>
          </p:nvSpPr>
          <p:spPr>
            <a:xfrm>
              <a:off x="685263" y="1261814"/>
              <a:ext cx="31619" cy="2875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8" name="asset_3414_41">
              <a:extLst>
                <a:ext uri="{FF2B5EF4-FFF2-40B4-BE49-F238E27FC236}">
                  <a16:creationId xmlns:a16="http://schemas.microsoft.com/office/drawing/2014/main" id="{8276C0C2-C7BB-450F-86C5-B9D37ED5AB5C}"/>
                </a:ext>
              </a:extLst>
            </p:cNvPr>
            <p:cNvSpPr>
              <a:spLocks noGrp="1"/>
            </p:cNvSpPr>
            <p:nvPr/>
          </p:nvSpPr>
          <p:spPr>
            <a:xfrm>
              <a:off x="660523" y="1252251"/>
              <a:ext cx="45000" cy="4092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69" name="asset_3414_42">
              <a:extLst>
                <a:ext uri="{FF2B5EF4-FFF2-40B4-BE49-F238E27FC236}">
                  <a16:creationId xmlns:a16="http://schemas.microsoft.com/office/drawing/2014/main" id="{A55BB714-2884-463A-9598-4F70B5A9959E}"/>
                </a:ext>
              </a:extLst>
            </p:cNvPr>
            <p:cNvSpPr>
              <a:spLocks noGrp="1"/>
            </p:cNvSpPr>
            <p:nvPr/>
          </p:nvSpPr>
          <p:spPr>
            <a:xfrm>
              <a:off x="719742" y="1250776"/>
              <a:ext cx="35274" cy="3207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0" name="asset_3414_43">
              <a:extLst>
                <a:ext uri="{FF2B5EF4-FFF2-40B4-BE49-F238E27FC236}">
                  <a16:creationId xmlns:a16="http://schemas.microsoft.com/office/drawing/2014/main" id="{1577A076-E83F-4AE6-A429-4064DFBF3F2C}"/>
                </a:ext>
              </a:extLst>
            </p:cNvPr>
            <p:cNvSpPr>
              <a:spLocks noGrp="1"/>
            </p:cNvSpPr>
            <p:nvPr/>
          </p:nvSpPr>
          <p:spPr>
            <a:xfrm>
              <a:off x="624669" y="1254992"/>
              <a:ext cx="53358" cy="4852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1" name="asset_3414_44">
              <a:extLst>
                <a:ext uri="{FF2B5EF4-FFF2-40B4-BE49-F238E27FC236}">
                  <a16:creationId xmlns:a16="http://schemas.microsoft.com/office/drawing/2014/main" id="{54565839-792C-499C-ADBC-0B0D78F3DCCD}"/>
                </a:ext>
              </a:extLst>
            </p:cNvPr>
            <p:cNvSpPr>
              <a:spLocks noGrp="1"/>
            </p:cNvSpPr>
            <p:nvPr/>
          </p:nvSpPr>
          <p:spPr>
            <a:xfrm>
              <a:off x="727377" y="1252247"/>
              <a:ext cx="38355" cy="3488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2" name="asset_3414_45">
              <a:extLst>
                <a:ext uri="{FF2B5EF4-FFF2-40B4-BE49-F238E27FC236}">
                  <a16:creationId xmlns:a16="http://schemas.microsoft.com/office/drawing/2014/main" id="{6A2D75D1-E2EF-4258-9784-BDA27760D4D9}"/>
                </a:ext>
              </a:extLst>
            </p:cNvPr>
            <p:cNvSpPr>
              <a:spLocks noGrp="1"/>
            </p:cNvSpPr>
            <p:nvPr/>
          </p:nvSpPr>
          <p:spPr>
            <a:xfrm>
              <a:off x="653070" y="1275686"/>
              <a:ext cx="51588" cy="469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3" name="asset_3414_46">
              <a:extLst>
                <a:ext uri="{FF2B5EF4-FFF2-40B4-BE49-F238E27FC236}">
                  <a16:creationId xmlns:a16="http://schemas.microsoft.com/office/drawing/2014/main" id="{97F8D23C-3534-42F5-B014-9B650223E4F0}"/>
                </a:ext>
              </a:extLst>
            </p:cNvPr>
            <p:cNvSpPr>
              <a:spLocks noGrp="1"/>
            </p:cNvSpPr>
            <p:nvPr/>
          </p:nvSpPr>
          <p:spPr>
            <a:xfrm>
              <a:off x="730286" y="1275274"/>
              <a:ext cx="31926" cy="290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4" name="asset_3414_47">
              <a:extLst>
                <a:ext uri="{FF2B5EF4-FFF2-40B4-BE49-F238E27FC236}">
                  <a16:creationId xmlns:a16="http://schemas.microsoft.com/office/drawing/2014/main" id="{CD3EC0C3-A769-4B52-86EB-0D88AC932FC2}"/>
                </a:ext>
              </a:extLst>
            </p:cNvPr>
            <p:cNvSpPr>
              <a:spLocks noGrp="1"/>
            </p:cNvSpPr>
            <p:nvPr/>
          </p:nvSpPr>
          <p:spPr>
            <a:xfrm>
              <a:off x="666294" y="1264679"/>
              <a:ext cx="48789" cy="443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5" name="asset_3414_48">
              <a:extLst>
                <a:ext uri="{FF2B5EF4-FFF2-40B4-BE49-F238E27FC236}">
                  <a16:creationId xmlns:a16="http://schemas.microsoft.com/office/drawing/2014/main" id="{1D74C523-9C10-49CD-B66D-61B22AE36B7D}"/>
                </a:ext>
              </a:extLst>
            </p:cNvPr>
            <p:cNvSpPr>
              <a:spLocks noGrp="1"/>
            </p:cNvSpPr>
            <p:nvPr/>
          </p:nvSpPr>
          <p:spPr>
            <a:xfrm>
              <a:off x="693567" y="1244208"/>
              <a:ext cx="55201" cy="5019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0B9AB">
                    <a:alpha val="80300"/>
                  </a:srgbClr>
                </a:gs>
                <a:gs pos="100000">
                  <a:srgbClr val="80B9AB">
                    <a:alpha val="46200"/>
                  </a:srgbClr>
                </a:gs>
              </a:gsLst>
              <a:lin ang="7500000"/>
            </a:gradFill>
            <a:ln w="2391">
              <a:noFill/>
            </a:ln>
            <a:effectLst>
              <a:softEdge rad="4320"/>
            </a:effectLst>
          </p:spPr>
        </p:sp>
        <p:sp>
          <p:nvSpPr>
            <p:cNvPr id="1076" name="asset_3414_49">
              <a:extLst>
                <a:ext uri="{FF2B5EF4-FFF2-40B4-BE49-F238E27FC236}">
                  <a16:creationId xmlns:a16="http://schemas.microsoft.com/office/drawing/2014/main" id="{F5FCFBDF-DCE9-4A66-9D9C-4938A49D6EC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custGeom>
              <a:avLst/>
              <a:gdLst/>
              <a:ahLst/>
              <a:cxnLst/>
              <a:rect l="0" t="0" r="0" b="0"/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2391">
              <a:solidFill>
                <a:srgbClr val="8AB3D9"/>
              </a:solidFill>
            </a:ln>
          </p:spPr>
        </p:sp>
      </p:grpSp>
      <p:grpSp>
        <p:nvGrpSpPr>
          <p:cNvPr id="1077" name="a | Raw distribution">
            <a:extLst>
              <a:ext uri="{FF2B5EF4-FFF2-40B4-BE49-F238E27FC236}">
                <a16:creationId xmlns:a16="http://schemas.microsoft.com/office/drawing/2014/main" id="{1AE5A644-F695-2A8F-9C56-628B233FF041}"/>
              </a:ext>
            </a:extLst>
          </p:cNvPr>
          <p:cNvGrpSpPr/>
          <p:nvPr/>
        </p:nvGrpSpPr>
        <p:grpSpPr>
          <a:xfrm>
            <a:off x="1476870" y="1592780"/>
            <a:ext cx="201031" cy="116005"/>
            <a:chOff x="165240" y="2224800"/>
            <a:chExt cx="280800" cy="162036"/>
          </a:xfrm>
        </p:grpSpPr>
        <p:sp>
          <p:nvSpPr>
            <p:cNvPr id="1078" name="part_3415_0">
              <a:extLst>
                <a:ext uri="{FF2B5EF4-FFF2-40B4-BE49-F238E27FC236}">
                  <a16:creationId xmlns:a16="http://schemas.microsoft.com/office/drawing/2014/main" id="{72FB2CC3-0E40-CD97-0E9F-6D5B0730CDAD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2000"/>
            </a:xfrm>
            <a:custGeom>
              <a:avLst/>
              <a:gdLst/>
              <a:ahLst/>
              <a:cxnLst/>
              <a:rect l="0" t="0" r="0" b="0"/>
              <a:pathLst>
                <a:path w="262800" h="162000">
                  <a:moveTo>
                    <a:pt x="0" y="162000"/>
                  </a:moveTo>
                  <a:lnTo>
                    <a:pt x="0" y="161032"/>
                  </a:ln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  <a:lnTo>
                    <a:pt x="262800" y="162000"/>
                  </a:lnTo>
                  <a:close/>
                </a:path>
              </a:pathLst>
            </a:custGeom>
            <a:solidFill>
              <a:srgbClr val="DCE8FA">
                <a:alpha val="80000"/>
              </a:srgbClr>
            </a:solidFill>
            <a:ln w="0">
              <a:noFill/>
            </a:ln>
          </p:spPr>
        </p:sp>
        <p:sp>
          <p:nvSpPr>
            <p:cNvPr id="1079" name="part_3415_1">
              <a:extLst>
                <a:ext uri="{FF2B5EF4-FFF2-40B4-BE49-F238E27FC236}">
                  <a16:creationId xmlns:a16="http://schemas.microsoft.com/office/drawing/2014/main" id="{119F2FBA-CDFB-8696-18C3-F6D4EB563784}"/>
                </a:ext>
              </a:extLst>
            </p:cNvPr>
            <p:cNvSpPr>
              <a:spLocks/>
            </p:cNvSpPr>
            <p:nvPr/>
          </p:nvSpPr>
          <p:spPr>
            <a:xfrm>
              <a:off x="174240" y="2224800"/>
              <a:ext cx="262800" cy="161032"/>
            </a:xfrm>
            <a:custGeom>
              <a:avLst/>
              <a:gdLst/>
              <a:ahLst/>
              <a:cxnLst/>
              <a:rect l="0" t="0" r="0" b="0"/>
              <a:pathLst>
                <a:path w="262800" h="161032">
                  <a:moveTo>
                    <a:pt x="0" y="161032"/>
                  </a:moveTo>
                  <a:lnTo>
                    <a:pt x="4106" y="160673"/>
                  </a:lnTo>
                  <a:lnTo>
                    <a:pt x="8213" y="160200"/>
                  </a:lnTo>
                  <a:lnTo>
                    <a:pt x="12319" y="159583"/>
                  </a:lnTo>
                  <a:lnTo>
                    <a:pt x="16425" y="158786"/>
                  </a:lnTo>
                  <a:lnTo>
                    <a:pt x="20531" y="157768"/>
                  </a:lnTo>
                  <a:lnTo>
                    <a:pt x="24638" y="156484"/>
                  </a:lnTo>
                  <a:lnTo>
                    <a:pt x="28744" y="154882"/>
                  </a:lnTo>
                  <a:lnTo>
                    <a:pt x="32850" y="152906"/>
                  </a:lnTo>
                  <a:lnTo>
                    <a:pt x="36956" y="150497"/>
                  </a:lnTo>
                  <a:lnTo>
                    <a:pt x="41063" y="147595"/>
                  </a:lnTo>
                  <a:lnTo>
                    <a:pt x="45169" y="144139"/>
                  </a:lnTo>
                  <a:lnTo>
                    <a:pt x="49275" y="140076"/>
                  </a:lnTo>
                  <a:lnTo>
                    <a:pt x="53381" y="135355"/>
                  </a:lnTo>
                  <a:lnTo>
                    <a:pt x="57488" y="129940"/>
                  </a:lnTo>
                  <a:lnTo>
                    <a:pt x="61594" y="123809"/>
                  </a:lnTo>
                  <a:lnTo>
                    <a:pt x="65700" y="116958"/>
                  </a:lnTo>
                  <a:lnTo>
                    <a:pt x="69806" y="109406"/>
                  </a:lnTo>
                  <a:lnTo>
                    <a:pt x="73913" y="101200"/>
                  </a:lnTo>
                  <a:lnTo>
                    <a:pt x="78019" y="92412"/>
                  </a:lnTo>
                  <a:lnTo>
                    <a:pt x="82125" y="83146"/>
                  </a:lnTo>
                  <a:lnTo>
                    <a:pt x="86231" y="73536"/>
                  </a:lnTo>
                  <a:lnTo>
                    <a:pt x="90338" y="63742"/>
                  </a:lnTo>
                  <a:lnTo>
                    <a:pt x="94444" y="53950"/>
                  </a:lnTo>
                  <a:lnTo>
                    <a:pt x="98550" y="44364"/>
                  </a:lnTo>
                  <a:lnTo>
                    <a:pt x="102656" y="35202"/>
                  </a:lnTo>
                  <a:lnTo>
                    <a:pt x="106763" y="26686"/>
                  </a:lnTo>
                  <a:lnTo>
                    <a:pt x="110869" y="19036"/>
                  </a:lnTo>
                  <a:lnTo>
                    <a:pt x="114975" y="12455"/>
                  </a:lnTo>
                  <a:lnTo>
                    <a:pt x="119081" y="7128"/>
                  </a:lnTo>
                  <a:lnTo>
                    <a:pt x="123188" y="3208"/>
                  </a:lnTo>
                  <a:lnTo>
                    <a:pt x="127294" y="808"/>
                  </a:lnTo>
                  <a:lnTo>
                    <a:pt x="131400" y="0"/>
                  </a:lnTo>
                  <a:lnTo>
                    <a:pt x="135506" y="808"/>
                  </a:lnTo>
                  <a:lnTo>
                    <a:pt x="139613" y="3208"/>
                  </a:lnTo>
                  <a:lnTo>
                    <a:pt x="143719" y="7128"/>
                  </a:lnTo>
                  <a:lnTo>
                    <a:pt x="147825" y="12455"/>
                  </a:lnTo>
                  <a:lnTo>
                    <a:pt x="151931" y="19036"/>
                  </a:lnTo>
                  <a:lnTo>
                    <a:pt x="156038" y="26686"/>
                  </a:lnTo>
                  <a:lnTo>
                    <a:pt x="160144" y="35202"/>
                  </a:lnTo>
                  <a:lnTo>
                    <a:pt x="164250" y="44364"/>
                  </a:lnTo>
                  <a:lnTo>
                    <a:pt x="168356" y="53950"/>
                  </a:lnTo>
                  <a:lnTo>
                    <a:pt x="172463" y="63742"/>
                  </a:lnTo>
                  <a:lnTo>
                    <a:pt x="176569" y="73536"/>
                  </a:lnTo>
                  <a:lnTo>
                    <a:pt x="180675" y="83146"/>
                  </a:lnTo>
                  <a:lnTo>
                    <a:pt x="184781" y="92412"/>
                  </a:lnTo>
                  <a:lnTo>
                    <a:pt x="188888" y="101200"/>
                  </a:lnTo>
                  <a:lnTo>
                    <a:pt x="192994" y="109406"/>
                  </a:lnTo>
                  <a:lnTo>
                    <a:pt x="197100" y="116958"/>
                  </a:lnTo>
                  <a:lnTo>
                    <a:pt x="201206" y="123809"/>
                  </a:lnTo>
                  <a:lnTo>
                    <a:pt x="205313" y="129940"/>
                  </a:lnTo>
                  <a:lnTo>
                    <a:pt x="209419" y="135355"/>
                  </a:lnTo>
                  <a:lnTo>
                    <a:pt x="213525" y="140076"/>
                  </a:lnTo>
                  <a:lnTo>
                    <a:pt x="217631" y="144139"/>
                  </a:lnTo>
                  <a:lnTo>
                    <a:pt x="221738" y="147595"/>
                  </a:lnTo>
                  <a:lnTo>
                    <a:pt x="225844" y="150497"/>
                  </a:lnTo>
                  <a:lnTo>
                    <a:pt x="229950" y="152906"/>
                  </a:lnTo>
                  <a:lnTo>
                    <a:pt x="234056" y="154882"/>
                  </a:lnTo>
                  <a:lnTo>
                    <a:pt x="238163" y="156484"/>
                  </a:lnTo>
                  <a:lnTo>
                    <a:pt x="242269" y="157768"/>
                  </a:lnTo>
                  <a:lnTo>
                    <a:pt x="246375" y="158786"/>
                  </a:lnTo>
                  <a:lnTo>
                    <a:pt x="250481" y="159583"/>
                  </a:lnTo>
                  <a:lnTo>
                    <a:pt x="254588" y="160200"/>
                  </a:lnTo>
                  <a:lnTo>
                    <a:pt x="258694" y="160673"/>
                  </a:lnTo>
                  <a:lnTo>
                    <a:pt x="262800" y="161032"/>
                  </a:lnTo>
                </a:path>
              </a:pathLst>
            </a:custGeom>
            <a:noFill/>
            <a:ln w="4320">
              <a:solidFill>
                <a:srgbClr val="9AB9E3"/>
              </a:solidFill>
            </a:ln>
          </p:spPr>
        </p:sp>
        <p:sp>
          <p:nvSpPr>
            <p:cNvPr id="1080" name="part_3415_2">
              <a:extLst>
                <a:ext uri="{FF2B5EF4-FFF2-40B4-BE49-F238E27FC236}">
                  <a16:creationId xmlns:a16="http://schemas.microsoft.com/office/drawing/2014/main" id="{C1335999-DFEC-C78A-AE0E-8BC0C2566750}"/>
                </a:ext>
              </a:extLst>
            </p:cNvPr>
            <p:cNvSpPr>
              <a:spLocks/>
            </p:cNvSpPr>
            <p:nvPr/>
          </p:nvSpPr>
          <p:spPr>
            <a:xfrm>
              <a:off x="165240" y="2386800"/>
              <a:ext cx="280800" cy="36"/>
            </a:xfrm>
            <a:custGeom>
              <a:avLst/>
              <a:gdLst/>
              <a:ahLst/>
              <a:cxnLst/>
              <a:rect l="0" t="0" r="0" b="0"/>
              <a:pathLst>
                <a:path w="280800" h="36">
                  <a:moveTo>
                    <a:pt x="0" y="0"/>
                  </a:moveTo>
                  <a:lnTo>
                    <a:pt x="280800" y="0"/>
                  </a:lnTo>
                </a:path>
              </a:pathLst>
            </a:custGeom>
            <a:noFill/>
            <a:ln w="3600">
              <a:solidFill>
                <a:srgbClr val="C4D2DF"/>
              </a:solidFill>
            </a:ln>
          </p:spPr>
        </p:sp>
      </p:grpSp>
      <p:grpSp>
        <p:nvGrpSpPr>
          <p:cNvPr id="1081" name="a | Z-score histogram">
            <a:extLst>
              <a:ext uri="{FF2B5EF4-FFF2-40B4-BE49-F238E27FC236}">
                <a16:creationId xmlns:a16="http://schemas.microsoft.com/office/drawing/2014/main" id="{3EDCF536-E705-00EF-29AD-AE208B67E7E3}"/>
              </a:ext>
            </a:extLst>
          </p:cNvPr>
          <p:cNvGrpSpPr/>
          <p:nvPr/>
        </p:nvGrpSpPr>
        <p:grpSpPr>
          <a:xfrm>
            <a:off x="1762437" y="1569346"/>
            <a:ext cx="219072" cy="134388"/>
            <a:chOff x="564120" y="2192067"/>
            <a:chExt cx="306000" cy="187713"/>
          </a:xfrm>
        </p:grpSpPr>
        <p:sp>
          <p:nvSpPr>
            <p:cNvPr id="1082" name="hist_3416_0">
              <a:extLst>
                <a:ext uri="{FF2B5EF4-FFF2-40B4-BE49-F238E27FC236}">
                  <a16:creationId xmlns:a16="http://schemas.microsoft.com/office/drawing/2014/main" id="{4030C466-D414-7509-97F9-1ABD0D2CF5F8}"/>
                </a:ext>
              </a:extLst>
            </p:cNvPr>
            <p:cNvSpPr>
              <a:spLocks/>
            </p:cNvSpPr>
            <p:nvPr/>
          </p:nvSpPr>
          <p:spPr>
            <a:xfrm>
              <a:off x="571320" y="2375668"/>
              <a:ext cx="8460" cy="21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3" name="hist_3416_1">
              <a:extLst>
                <a:ext uri="{FF2B5EF4-FFF2-40B4-BE49-F238E27FC236}">
                  <a16:creationId xmlns:a16="http://schemas.microsoft.com/office/drawing/2014/main" id="{96B4A17B-48FB-1460-8C15-641A3A76423F}"/>
                </a:ext>
              </a:extLst>
            </p:cNvPr>
            <p:cNvSpPr>
              <a:spLocks/>
            </p:cNvSpPr>
            <p:nvPr/>
          </p:nvSpPr>
          <p:spPr>
            <a:xfrm>
              <a:off x="582120" y="2373576"/>
              <a:ext cx="8460" cy="422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4" name="hist_3416_2">
              <a:extLst>
                <a:ext uri="{FF2B5EF4-FFF2-40B4-BE49-F238E27FC236}">
                  <a16:creationId xmlns:a16="http://schemas.microsoft.com/office/drawing/2014/main" id="{5CF0458F-7E8B-5CA6-AC04-C32A88F3D20B}"/>
                </a:ext>
              </a:extLst>
            </p:cNvPr>
            <p:cNvSpPr>
              <a:spLocks/>
            </p:cNvSpPr>
            <p:nvPr/>
          </p:nvSpPr>
          <p:spPr>
            <a:xfrm>
              <a:off x="592920" y="2370486"/>
              <a:ext cx="8460" cy="73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5" name="hist_3416_3">
              <a:extLst>
                <a:ext uri="{FF2B5EF4-FFF2-40B4-BE49-F238E27FC236}">
                  <a16:creationId xmlns:a16="http://schemas.microsoft.com/office/drawing/2014/main" id="{87ED907D-908B-DDFA-5A47-4EFCF1E95E10}"/>
                </a:ext>
              </a:extLst>
            </p:cNvPr>
            <p:cNvSpPr>
              <a:spLocks/>
            </p:cNvSpPr>
            <p:nvPr/>
          </p:nvSpPr>
          <p:spPr>
            <a:xfrm>
              <a:off x="603720" y="2364234"/>
              <a:ext cx="8460" cy="1356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6" name="hist_3416_4">
              <a:extLst>
                <a:ext uri="{FF2B5EF4-FFF2-40B4-BE49-F238E27FC236}">
                  <a16:creationId xmlns:a16="http://schemas.microsoft.com/office/drawing/2014/main" id="{3C3F9E5A-AF48-F3E3-1C5E-B463767690F1}"/>
                </a:ext>
              </a:extLst>
            </p:cNvPr>
            <p:cNvSpPr>
              <a:spLocks/>
            </p:cNvSpPr>
            <p:nvPr/>
          </p:nvSpPr>
          <p:spPr>
            <a:xfrm>
              <a:off x="614520" y="2356127"/>
              <a:ext cx="8460" cy="2167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7" name="hist_3416_5">
              <a:extLst>
                <a:ext uri="{FF2B5EF4-FFF2-40B4-BE49-F238E27FC236}">
                  <a16:creationId xmlns:a16="http://schemas.microsoft.com/office/drawing/2014/main" id="{2A3D02E9-1641-1E05-0FB3-1B4307782B0A}"/>
                </a:ext>
              </a:extLst>
            </p:cNvPr>
            <p:cNvSpPr>
              <a:spLocks/>
            </p:cNvSpPr>
            <p:nvPr/>
          </p:nvSpPr>
          <p:spPr>
            <a:xfrm>
              <a:off x="625320" y="2344270"/>
              <a:ext cx="8460" cy="3353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8" name="hist_3416_6">
              <a:extLst>
                <a:ext uri="{FF2B5EF4-FFF2-40B4-BE49-F238E27FC236}">
                  <a16:creationId xmlns:a16="http://schemas.microsoft.com/office/drawing/2014/main" id="{E94528C8-4A61-D852-58AC-1324BBA89D39}"/>
                </a:ext>
              </a:extLst>
            </p:cNvPr>
            <p:cNvSpPr>
              <a:spLocks/>
            </p:cNvSpPr>
            <p:nvPr/>
          </p:nvSpPr>
          <p:spPr>
            <a:xfrm>
              <a:off x="636120" y="2325290"/>
              <a:ext cx="8460" cy="525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89" name="hist_3416_7">
              <a:extLst>
                <a:ext uri="{FF2B5EF4-FFF2-40B4-BE49-F238E27FC236}">
                  <a16:creationId xmlns:a16="http://schemas.microsoft.com/office/drawing/2014/main" id="{ED62097F-B2D3-CD58-5AAD-A8C0271C2415}"/>
                </a:ext>
              </a:extLst>
            </p:cNvPr>
            <p:cNvSpPr>
              <a:spLocks/>
            </p:cNvSpPr>
            <p:nvPr/>
          </p:nvSpPr>
          <p:spPr>
            <a:xfrm>
              <a:off x="646920" y="2308412"/>
              <a:ext cx="8460" cy="6938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0" name="hist_3416_8">
              <a:extLst>
                <a:ext uri="{FF2B5EF4-FFF2-40B4-BE49-F238E27FC236}">
                  <a16:creationId xmlns:a16="http://schemas.microsoft.com/office/drawing/2014/main" id="{EB0310AD-F272-6164-EF0A-C7E837B0832B}"/>
                </a:ext>
              </a:extLst>
            </p:cNvPr>
            <p:cNvSpPr>
              <a:spLocks/>
            </p:cNvSpPr>
            <p:nvPr/>
          </p:nvSpPr>
          <p:spPr>
            <a:xfrm>
              <a:off x="657720" y="2280881"/>
              <a:ext cx="8460" cy="9691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1" name="hist_3416_9">
              <a:extLst>
                <a:ext uri="{FF2B5EF4-FFF2-40B4-BE49-F238E27FC236}">
                  <a16:creationId xmlns:a16="http://schemas.microsoft.com/office/drawing/2014/main" id="{5F4BE237-3D19-8A3D-5199-8EC5605526DE}"/>
                </a:ext>
              </a:extLst>
            </p:cNvPr>
            <p:cNvSpPr>
              <a:spLocks/>
            </p:cNvSpPr>
            <p:nvPr/>
          </p:nvSpPr>
          <p:spPr>
            <a:xfrm>
              <a:off x="668520" y="2254700"/>
              <a:ext cx="8460" cy="123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2" name="hist_3416_10">
              <a:extLst>
                <a:ext uri="{FF2B5EF4-FFF2-40B4-BE49-F238E27FC236}">
                  <a16:creationId xmlns:a16="http://schemas.microsoft.com/office/drawing/2014/main" id="{02F4386D-7FC3-097D-2930-FD4C354235D9}"/>
                </a:ext>
              </a:extLst>
            </p:cNvPr>
            <p:cNvSpPr>
              <a:spLocks/>
            </p:cNvSpPr>
            <p:nvPr/>
          </p:nvSpPr>
          <p:spPr>
            <a:xfrm>
              <a:off x="679320" y="2236272"/>
              <a:ext cx="8460" cy="14152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3" name="hist_3416_11">
              <a:extLst>
                <a:ext uri="{FF2B5EF4-FFF2-40B4-BE49-F238E27FC236}">
                  <a16:creationId xmlns:a16="http://schemas.microsoft.com/office/drawing/2014/main" id="{81CC68AE-A52A-0096-CDFE-4DAB47E6FC03}"/>
                </a:ext>
              </a:extLst>
            </p:cNvPr>
            <p:cNvSpPr>
              <a:spLocks/>
            </p:cNvSpPr>
            <p:nvPr/>
          </p:nvSpPr>
          <p:spPr>
            <a:xfrm>
              <a:off x="690120" y="2205424"/>
              <a:ext cx="8460" cy="17237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4" name="hist_3416_12">
              <a:extLst>
                <a:ext uri="{FF2B5EF4-FFF2-40B4-BE49-F238E27FC236}">
                  <a16:creationId xmlns:a16="http://schemas.microsoft.com/office/drawing/2014/main" id="{90F744C2-8E30-D440-14D8-CC7EA8C8C97D}"/>
                </a:ext>
              </a:extLst>
            </p:cNvPr>
            <p:cNvSpPr>
              <a:spLocks/>
            </p:cNvSpPr>
            <p:nvPr/>
          </p:nvSpPr>
          <p:spPr>
            <a:xfrm>
              <a:off x="700920" y="2200406"/>
              <a:ext cx="8460" cy="17739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5" name="hist_3416_13">
              <a:extLst>
                <a:ext uri="{FF2B5EF4-FFF2-40B4-BE49-F238E27FC236}">
                  <a16:creationId xmlns:a16="http://schemas.microsoft.com/office/drawing/2014/main" id="{44B7A5B4-1CB1-DE4F-1775-86DBE3A08440}"/>
                </a:ext>
              </a:extLst>
            </p:cNvPr>
            <p:cNvSpPr>
              <a:spLocks/>
            </p:cNvSpPr>
            <p:nvPr/>
          </p:nvSpPr>
          <p:spPr>
            <a:xfrm>
              <a:off x="711720" y="2193790"/>
              <a:ext cx="8460" cy="18401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6" name="hist_3416_14">
              <a:extLst>
                <a:ext uri="{FF2B5EF4-FFF2-40B4-BE49-F238E27FC236}">
                  <a16:creationId xmlns:a16="http://schemas.microsoft.com/office/drawing/2014/main" id="{F680B50B-B0E0-D844-FE15-8731898350E1}"/>
                </a:ext>
              </a:extLst>
            </p:cNvPr>
            <p:cNvSpPr>
              <a:spLocks/>
            </p:cNvSpPr>
            <p:nvPr/>
          </p:nvSpPr>
          <p:spPr>
            <a:xfrm>
              <a:off x="722520" y="2192067"/>
              <a:ext cx="8460" cy="18573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7" name="hist_3416_15">
              <a:extLst>
                <a:ext uri="{FF2B5EF4-FFF2-40B4-BE49-F238E27FC236}">
                  <a16:creationId xmlns:a16="http://schemas.microsoft.com/office/drawing/2014/main" id="{4975B77F-0BE7-0BFE-8A2C-F317EFFC63D6}"/>
                </a:ext>
              </a:extLst>
            </p:cNvPr>
            <p:cNvSpPr>
              <a:spLocks/>
            </p:cNvSpPr>
            <p:nvPr/>
          </p:nvSpPr>
          <p:spPr>
            <a:xfrm>
              <a:off x="733320" y="2216786"/>
              <a:ext cx="8460" cy="161014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8" name="hist_3416_16">
              <a:extLst>
                <a:ext uri="{FF2B5EF4-FFF2-40B4-BE49-F238E27FC236}">
                  <a16:creationId xmlns:a16="http://schemas.microsoft.com/office/drawing/2014/main" id="{1AE5C90F-7190-3E10-6337-498A44DE958F}"/>
                </a:ext>
              </a:extLst>
            </p:cNvPr>
            <p:cNvSpPr>
              <a:spLocks/>
            </p:cNvSpPr>
            <p:nvPr/>
          </p:nvSpPr>
          <p:spPr>
            <a:xfrm>
              <a:off x="744120" y="2228341"/>
              <a:ext cx="8460" cy="14945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099" name="hist_3416_17">
              <a:extLst>
                <a:ext uri="{FF2B5EF4-FFF2-40B4-BE49-F238E27FC236}">
                  <a16:creationId xmlns:a16="http://schemas.microsoft.com/office/drawing/2014/main" id="{A65D00E3-A3F3-0D0C-0027-3D344B6074BE}"/>
                </a:ext>
              </a:extLst>
            </p:cNvPr>
            <p:cNvSpPr>
              <a:spLocks/>
            </p:cNvSpPr>
            <p:nvPr/>
          </p:nvSpPr>
          <p:spPr>
            <a:xfrm>
              <a:off x="754920" y="2256148"/>
              <a:ext cx="8460" cy="12165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0" name="hist_3416_18">
              <a:extLst>
                <a:ext uri="{FF2B5EF4-FFF2-40B4-BE49-F238E27FC236}">
                  <a16:creationId xmlns:a16="http://schemas.microsoft.com/office/drawing/2014/main" id="{07677EEE-A09A-2D04-B94C-D8BAC5FE5117}"/>
                </a:ext>
              </a:extLst>
            </p:cNvPr>
            <p:cNvSpPr>
              <a:spLocks/>
            </p:cNvSpPr>
            <p:nvPr/>
          </p:nvSpPr>
          <p:spPr>
            <a:xfrm>
              <a:off x="765720" y="2284395"/>
              <a:ext cx="8460" cy="93405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1" name="hist_3416_19">
              <a:extLst>
                <a:ext uri="{FF2B5EF4-FFF2-40B4-BE49-F238E27FC236}">
                  <a16:creationId xmlns:a16="http://schemas.microsoft.com/office/drawing/2014/main" id="{B2F3007B-17C4-E817-DA26-94CB7FACE346}"/>
                </a:ext>
              </a:extLst>
            </p:cNvPr>
            <p:cNvSpPr>
              <a:spLocks/>
            </p:cNvSpPr>
            <p:nvPr/>
          </p:nvSpPr>
          <p:spPr>
            <a:xfrm>
              <a:off x="776520" y="2303684"/>
              <a:ext cx="8460" cy="74116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2" name="hist_3416_20">
              <a:extLst>
                <a:ext uri="{FF2B5EF4-FFF2-40B4-BE49-F238E27FC236}">
                  <a16:creationId xmlns:a16="http://schemas.microsoft.com/office/drawing/2014/main" id="{278470FB-35EB-E2CF-79C8-4442A9DAB4E9}"/>
                </a:ext>
              </a:extLst>
            </p:cNvPr>
            <p:cNvSpPr>
              <a:spLocks/>
            </p:cNvSpPr>
            <p:nvPr/>
          </p:nvSpPr>
          <p:spPr>
            <a:xfrm>
              <a:off x="787320" y="2328373"/>
              <a:ext cx="8460" cy="49427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3" name="hist_3416_21">
              <a:extLst>
                <a:ext uri="{FF2B5EF4-FFF2-40B4-BE49-F238E27FC236}">
                  <a16:creationId xmlns:a16="http://schemas.microsoft.com/office/drawing/2014/main" id="{F2243E48-547C-BBAF-8497-10B14C2AEE4D}"/>
                </a:ext>
              </a:extLst>
            </p:cNvPr>
            <p:cNvSpPr>
              <a:spLocks/>
            </p:cNvSpPr>
            <p:nvPr/>
          </p:nvSpPr>
          <p:spPr>
            <a:xfrm>
              <a:off x="798120" y="2343468"/>
              <a:ext cx="8460" cy="3433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4" name="hist_3416_22">
              <a:extLst>
                <a:ext uri="{FF2B5EF4-FFF2-40B4-BE49-F238E27FC236}">
                  <a16:creationId xmlns:a16="http://schemas.microsoft.com/office/drawing/2014/main" id="{22C4D85C-F5C2-B64A-D373-524013FD035A}"/>
                </a:ext>
              </a:extLst>
            </p:cNvPr>
            <p:cNvSpPr>
              <a:spLocks/>
            </p:cNvSpPr>
            <p:nvPr/>
          </p:nvSpPr>
          <p:spPr>
            <a:xfrm>
              <a:off x="808920" y="2355558"/>
              <a:ext cx="8460" cy="22242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5" name="hist_3416_23">
              <a:extLst>
                <a:ext uri="{FF2B5EF4-FFF2-40B4-BE49-F238E27FC236}">
                  <a16:creationId xmlns:a16="http://schemas.microsoft.com/office/drawing/2014/main" id="{8477E417-DCC2-AA60-74DC-9D50177BE794}"/>
                </a:ext>
              </a:extLst>
            </p:cNvPr>
            <p:cNvSpPr>
              <a:spLocks/>
            </p:cNvSpPr>
            <p:nvPr/>
          </p:nvSpPr>
          <p:spPr>
            <a:xfrm>
              <a:off x="819720" y="2365051"/>
              <a:ext cx="8460" cy="12749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6" name="hist_3416_24">
              <a:extLst>
                <a:ext uri="{FF2B5EF4-FFF2-40B4-BE49-F238E27FC236}">
                  <a16:creationId xmlns:a16="http://schemas.microsoft.com/office/drawing/2014/main" id="{9C31D0E3-FE7B-ED87-2C1B-827DBCF52F55}"/>
                </a:ext>
              </a:extLst>
            </p:cNvPr>
            <p:cNvSpPr>
              <a:spLocks/>
            </p:cNvSpPr>
            <p:nvPr/>
          </p:nvSpPr>
          <p:spPr>
            <a:xfrm>
              <a:off x="830520" y="2369992"/>
              <a:ext cx="8460" cy="7808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7" name="hist_3416_25">
              <a:extLst>
                <a:ext uri="{FF2B5EF4-FFF2-40B4-BE49-F238E27FC236}">
                  <a16:creationId xmlns:a16="http://schemas.microsoft.com/office/drawing/2014/main" id="{1530FE5C-2B0F-1A43-3A85-D3EC11527C49}"/>
                </a:ext>
              </a:extLst>
            </p:cNvPr>
            <p:cNvSpPr>
              <a:spLocks/>
            </p:cNvSpPr>
            <p:nvPr/>
          </p:nvSpPr>
          <p:spPr>
            <a:xfrm>
              <a:off x="841320" y="2373717"/>
              <a:ext cx="8460" cy="4083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8" name="hist_3416_26">
              <a:extLst>
                <a:ext uri="{FF2B5EF4-FFF2-40B4-BE49-F238E27FC236}">
                  <a16:creationId xmlns:a16="http://schemas.microsoft.com/office/drawing/2014/main" id="{199AC096-2765-E411-4F93-913DA02288EE}"/>
                </a:ext>
              </a:extLst>
            </p:cNvPr>
            <p:cNvSpPr>
              <a:spLocks/>
            </p:cNvSpPr>
            <p:nvPr/>
          </p:nvSpPr>
          <p:spPr>
            <a:xfrm>
              <a:off x="852120" y="2375700"/>
              <a:ext cx="8460" cy="2100"/>
            </a:xfrm>
            <a:prstGeom prst="rect">
              <a:avLst/>
            </a:prstGeom>
            <a:gradFill>
              <a:gsLst>
                <a:gs pos="0">
                  <a:srgbClr val="C7D5ED"/>
                </a:gs>
                <a:gs pos="100000">
                  <a:srgbClr val="D9E3F4"/>
                </a:gs>
              </a:gsLst>
              <a:lin ang="5400000"/>
            </a:gradFill>
            <a:ln w="0">
              <a:noFill/>
            </a:ln>
          </p:spPr>
        </p:sp>
        <p:sp>
          <p:nvSpPr>
            <p:cNvPr id="1109" name="hist_3416_baseline">
              <a:extLst>
                <a:ext uri="{FF2B5EF4-FFF2-40B4-BE49-F238E27FC236}">
                  <a16:creationId xmlns:a16="http://schemas.microsoft.com/office/drawing/2014/main" id="{517C25B0-6538-8FF1-7110-8BCC753B849A}"/>
                </a:ext>
              </a:extLst>
            </p:cNvPr>
            <p:cNvSpPr>
              <a:spLocks/>
            </p:cNvSpPr>
            <p:nvPr/>
          </p:nvSpPr>
          <p:spPr>
            <a:xfrm>
              <a:off x="564120" y="2377800"/>
              <a:ext cx="306000" cy="1980"/>
            </a:xfrm>
            <a:prstGeom prst="rect">
              <a:avLst/>
            </a:prstGeom>
            <a:solidFill>
              <a:srgbClr val="D7E1EF"/>
            </a:solidFill>
            <a:ln w="0">
              <a:noFill/>
            </a:ln>
          </p:spPr>
        </p:sp>
      </p:grpSp>
      <p:grpSp>
        <p:nvGrpSpPr>
          <p:cNvPr id="1110" name="a | spatial view identity | v4 editable"/>
          <p:cNvGrpSpPr/>
          <p:nvPr/>
        </p:nvGrpSpPr>
        <p:grpSpPr>
          <a:xfrm>
            <a:off x="1501222" y="2047430"/>
            <a:ext cx="155421" cy="122657"/>
            <a:chOff x="177480" y="2844360"/>
            <a:chExt cx="249480" cy="196920"/>
          </a:xfrm>
        </p:grpSpPr>
        <p:sp>
          <p:nvSpPr>
            <p:cNvPr id="1111" name="asset_3417_0">
              <a:extLst>
                <a:ext uri="{FF2B5EF4-FFF2-40B4-BE49-F238E27FC236}">
                  <a16:creationId xmlns:a16="http://schemas.microsoft.com/office/drawing/2014/main" id="{F8EA0275-6243-4257-A4E6-DA521049B49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4436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339">
              <a:solidFill>
                <a:srgbClr val="87ADD3"/>
              </a:solidFill>
            </a:ln>
          </p:spPr>
        </p:sp>
        <p:sp>
          <p:nvSpPr>
            <p:cNvPr id="1112" name="asset_3417_1">
              <a:extLst>
                <a:ext uri="{FF2B5EF4-FFF2-40B4-BE49-F238E27FC236}">
                  <a16:creationId xmlns:a16="http://schemas.microsoft.com/office/drawing/2014/main" id="{06F4AEAC-07D4-46AB-B61A-E413CFBCA6C8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284436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113" name="asset_3417_2">
              <a:extLst>
                <a:ext uri="{FF2B5EF4-FFF2-40B4-BE49-F238E27FC236}">
                  <a16:creationId xmlns:a16="http://schemas.microsoft.com/office/drawing/2014/main" id="{7FD378F4-228E-40C0-8B8A-11134CFB9955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114" name="asset_3417_3">
              <a:extLst>
                <a:ext uri="{FF2B5EF4-FFF2-40B4-BE49-F238E27FC236}">
                  <a16:creationId xmlns:a16="http://schemas.microsoft.com/office/drawing/2014/main" id="{9A57B3B3-4213-4B60-84FC-AB37D67BA4FE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15" name="asset_3417_4">
              <a:extLst>
                <a:ext uri="{FF2B5EF4-FFF2-40B4-BE49-F238E27FC236}">
                  <a16:creationId xmlns:a16="http://schemas.microsoft.com/office/drawing/2014/main" id="{7873941F-2C0F-4743-A778-B1D9045DE22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18697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16" name="asset_3417_5">
              <a:extLst>
                <a:ext uri="{FF2B5EF4-FFF2-40B4-BE49-F238E27FC236}">
                  <a16:creationId xmlns:a16="http://schemas.microsoft.com/office/drawing/2014/main" id="{1D4219C1-45BA-4A71-8378-AABBD04923B0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17" name="asset_3417_6">
              <a:extLst>
                <a:ext uri="{FF2B5EF4-FFF2-40B4-BE49-F238E27FC236}">
                  <a16:creationId xmlns:a16="http://schemas.microsoft.com/office/drawing/2014/main" id="{958EC969-20E2-4107-B370-E1616A2910B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59558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18" name="asset_3417_7">
              <a:extLst>
                <a:ext uri="{FF2B5EF4-FFF2-40B4-BE49-F238E27FC236}">
                  <a16:creationId xmlns:a16="http://schemas.microsoft.com/office/drawing/2014/main" id="{C505E721-5B73-43C5-A6EC-AD958AF778C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19" name="asset_3417_8">
              <a:extLst>
                <a:ext uri="{FF2B5EF4-FFF2-40B4-BE49-F238E27FC236}">
                  <a16:creationId xmlns:a16="http://schemas.microsoft.com/office/drawing/2014/main" id="{A156AE7F-D866-478C-A244-8184212F78A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000419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20" name="asset_3417_9">
              <a:extLst>
                <a:ext uri="{FF2B5EF4-FFF2-40B4-BE49-F238E27FC236}">
                  <a16:creationId xmlns:a16="http://schemas.microsoft.com/office/drawing/2014/main" id="{F5098036-F4AB-4BE5-8EBD-0262B6C7FDA9}"/>
                </a:ext>
              </a:extLst>
            </p:cNvPr>
            <p:cNvSpPr>
              <a:spLocks noGrp="1"/>
            </p:cNvSpPr>
            <p:nvPr/>
          </p:nvSpPr>
          <p:spPr>
            <a:xfrm>
              <a:off x="19536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7A6DC">
                    <a:alpha val="66000"/>
                  </a:srgbClr>
                </a:gs>
                <a:gs pos="100000">
                  <a:srgbClr val="77A6DC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1" name="asset_3417_10">
              <a:extLst>
                <a:ext uri="{FF2B5EF4-FFF2-40B4-BE49-F238E27FC236}">
                  <a16:creationId xmlns:a16="http://schemas.microsoft.com/office/drawing/2014/main" id="{F3818BD3-92F1-4A5B-AE5E-0ED17D52A3AA}"/>
                </a:ext>
              </a:extLst>
            </p:cNvPr>
            <p:cNvSpPr>
              <a:spLocks noGrp="1"/>
            </p:cNvSpPr>
            <p:nvPr/>
          </p:nvSpPr>
          <p:spPr>
            <a:xfrm>
              <a:off x="23848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7A6DC">
                    <a:alpha val="66000"/>
                  </a:srgbClr>
                </a:gs>
                <a:gs pos="100000">
                  <a:srgbClr val="77A6DC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2" name="asset_3417_11">
              <a:extLst>
                <a:ext uri="{FF2B5EF4-FFF2-40B4-BE49-F238E27FC236}">
                  <a16:creationId xmlns:a16="http://schemas.microsoft.com/office/drawing/2014/main" id="{C6F97C6F-9FB7-453C-BD73-7B098BBA21C6}"/>
                </a:ext>
              </a:extLst>
            </p:cNvPr>
            <p:cNvSpPr>
              <a:spLocks noGrp="1"/>
            </p:cNvSpPr>
            <p:nvPr/>
          </p:nvSpPr>
          <p:spPr>
            <a:xfrm>
              <a:off x="27573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7A6DC">
                    <a:alpha val="66000"/>
                  </a:srgbClr>
                </a:gs>
                <a:gs pos="100000">
                  <a:srgbClr val="77A6DC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3" name="asset_3417_12">
              <a:extLst>
                <a:ext uri="{FF2B5EF4-FFF2-40B4-BE49-F238E27FC236}">
                  <a16:creationId xmlns:a16="http://schemas.microsoft.com/office/drawing/2014/main" id="{F5F8D280-4B17-4964-8A05-15D6C5AA1C91}"/>
                </a:ext>
              </a:extLst>
            </p:cNvPr>
            <p:cNvSpPr>
              <a:spLocks noGrp="1"/>
            </p:cNvSpPr>
            <p:nvPr/>
          </p:nvSpPr>
          <p:spPr>
            <a:xfrm>
              <a:off x="23456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7A6DC">
                    <a:alpha val="66000"/>
                  </a:srgbClr>
                </a:gs>
                <a:gs pos="100000">
                  <a:srgbClr val="77A6DC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4" name="asset_3417_13">
              <a:extLst>
                <a:ext uri="{FF2B5EF4-FFF2-40B4-BE49-F238E27FC236}">
                  <a16:creationId xmlns:a16="http://schemas.microsoft.com/office/drawing/2014/main" id="{D1D7FB95-5DCC-4775-B79A-A10E2B2461D3}"/>
                </a:ext>
              </a:extLst>
            </p:cNvPr>
            <p:cNvSpPr>
              <a:spLocks noGrp="1"/>
            </p:cNvSpPr>
            <p:nvPr/>
          </p:nvSpPr>
          <p:spPr>
            <a:xfrm>
              <a:off x="225065" y="2931796"/>
              <a:ext cx="34464" cy="2758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5" name="asset_3417_14">
              <a:extLst>
                <a:ext uri="{FF2B5EF4-FFF2-40B4-BE49-F238E27FC236}">
                  <a16:creationId xmlns:a16="http://schemas.microsoft.com/office/drawing/2014/main" id="{D1FC626F-A21C-4FBC-906E-E7040A91AD6C}"/>
                </a:ext>
              </a:extLst>
            </p:cNvPr>
            <p:cNvSpPr>
              <a:spLocks noGrp="1"/>
            </p:cNvSpPr>
            <p:nvPr/>
          </p:nvSpPr>
          <p:spPr>
            <a:xfrm>
              <a:off x="265308" y="2949180"/>
              <a:ext cx="41898" cy="3353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6" name="asset_3417_15">
              <a:extLst>
                <a:ext uri="{FF2B5EF4-FFF2-40B4-BE49-F238E27FC236}">
                  <a16:creationId xmlns:a16="http://schemas.microsoft.com/office/drawing/2014/main" id="{46D204D4-15C1-4D8E-A5C9-46AA01AF06E9}"/>
                </a:ext>
              </a:extLst>
            </p:cNvPr>
            <p:cNvSpPr>
              <a:spLocks noGrp="1"/>
            </p:cNvSpPr>
            <p:nvPr/>
          </p:nvSpPr>
          <p:spPr>
            <a:xfrm>
              <a:off x="326852" y="2899736"/>
              <a:ext cx="28163" cy="225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7" name="asset_3417_16">
              <a:extLst>
                <a:ext uri="{FF2B5EF4-FFF2-40B4-BE49-F238E27FC236}">
                  <a16:creationId xmlns:a16="http://schemas.microsoft.com/office/drawing/2014/main" id="{623CDAAD-E4C5-4BF4-B5E0-8A3EC027CB66}"/>
                </a:ext>
              </a:extLst>
            </p:cNvPr>
            <p:cNvSpPr>
              <a:spLocks noGrp="1"/>
            </p:cNvSpPr>
            <p:nvPr/>
          </p:nvSpPr>
          <p:spPr>
            <a:xfrm>
              <a:off x="254036" y="2869358"/>
              <a:ext cx="46088" cy="368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8" name="asset_3417_17">
              <a:extLst>
                <a:ext uri="{FF2B5EF4-FFF2-40B4-BE49-F238E27FC236}">
                  <a16:creationId xmlns:a16="http://schemas.microsoft.com/office/drawing/2014/main" id="{37172E69-18B2-4562-A9D3-D40A3B64FC02}"/>
                </a:ext>
              </a:extLst>
            </p:cNvPr>
            <p:cNvSpPr>
              <a:spLocks noGrp="1"/>
            </p:cNvSpPr>
            <p:nvPr/>
          </p:nvSpPr>
          <p:spPr>
            <a:xfrm>
              <a:off x="218918" y="2927922"/>
              <a:ext cx="29520" cy="2363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29" name="asset_3417_18">
              <a:extLst>
                <a:ext uri="{FF2B5EF4-FFF2-40B4-BE49-F238E27FC236}">
                  <a16:creationId xmlns:a16="http://schemas.microsoft.com/office/drawing/2014/main" id="{D13923FC-5B11-4065-A3FE-AAA9007D0154}"/>
                </a:ext>
              </a:extLst>
            </p:cNvPr>
            <p:cNvSpPr>
              <a:spLocks noGrp="1"/>
            </p:cNvSpPr>
            <p:nvPr/>
          </p:nvSpPr>
          <p:spPr>
            <a:xfrm>
              <a:off x="264878" y="2956506"/>
              <a:ext cx="27939" cy="223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0" name="asset_3417_19">
              <a:extLst>
                <a:ext uri="{FF2B5EF4-FFF2-40B4-BE49-F238E27FC236}">
                  <a16:creationId xmlns:a16="http://schemas.microsoft.com/office/drawing/2014/main" id="{9EFE3A03-60B9-41C3-A687-4264FCDDBDEA}"/>
                </a:ext>
              </a:extLst>
            </p:cNvPr>
            <p:cNvSpPr>
              <a:spLocks noGrp="1"/>
            </p:cNvSpPr>
            <p:nvPr/>
          </p:nvSpPr>
          <p:spPr>
            <a:xfrm>
              <a:off x="285462" y="2880916"/>
              <a:ext cx="36943" cy="2957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1" name="asset_3417_20">
              <a:extLst>
                <a:ext uri="{FF2B5EF4-FFF2-40B4-BE49-F238E27FC236}">
                  <a16:creationId xmlns:a16="http://schemas.microsoft.com/office/drawing/2014/main" id="{9795B320-E056-48B9-B974-E1571FAA2B75}"/>
                </a:ext>
              </a:extLst>
            </p:cNvPr>
            <p:cNvSpPr>
              <a:spLocks noGrp="1"/>
            </p:cNvSpPr>
            <p:nvPr/>
          </p:nvSpPr>
          <p:spPr>
            <a:xfrm>
              <a:off x="253090" y="2904475"/>
              <a:ext cx="39597" cy="3169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2" name="asset_3417_21">
              <a:extLst>
                <a:ext uri="{FF2B5EF4-FFF2-40B4-BE49-F238E27FC236}">
                  <a16:creationId xmlns:a16="http://schemas.microsoft.com/office/drawing/2014/main" id="{26C66C6D-3A3A-404A-91D5-D79BC83392CD}"/>
                </a:ext>
              </a:extLst>
            </p:cNvPr>
            <p:cNvSpPr>
              <a:spLocks noGrp="1"/>
            </p:cNvSpPr>
            <p:nvPr/>
          </p:nvSpPr>
          <p:spPr>
            <a:xfrm>
              <a:off x="183982" y="2918993"/>
              <a:ext cx="48168" cy="385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3" name="asset_3417_22">
              <a:extLst>
                <a:ext uri="{FF2B5EF4-FFF2-40B4-BE49-F238E27FC236}">
                  <a16:creationId xmlns:a16="http://schemas.microsoft.com/office/drawing/2014/main" id="{6C4C09C0-8025-41CC-B55D-C17D18D777CB}"/>
                </a:ext>
              </a:extLst>
            </p:cNvPr>
            <p:cNvSpPr>
              <a:spLocks noGrp="1"/>
            </p:cNvSpPr>
            <p:nvPr/>
          </p:nvSpPr>
          <p:spPr>
            <a:xfrm>
              <a:off x="279696" y="2930393"/>
              <a:ext cx="43712" cy="3499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4" name="asset_3417_23">
              <a:extLst>
                <a:ext uri="{FF2B5EF4-FFF2-40B4-BE49-F238E27FC236}">
                  <a16:creationId xmlns:a16="http://schemas.microsoft.com/office/drawing/2014/main" id="{C0775EE0-BDB7-4295-87F9-C13FAE882049}"/>
                </a:ext>
              </a:extLst>
            </p:cNvPr>
            <p:cNvSpPr>
              <a:spLocks noGrp="1"/>
            </p:cNvSpPr>
            <p:nvPr/>
          </p:nvSpPr>
          <p:spPr>
            <a:xfrm>
              <a:off x="325491" y="2885669"/>
              <a:ext cx="28540" cy="228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5" name="asset_3417_24">
              <a:extLst>
                <a:ext uri="{FF2B5EF4-FFF2-40B4-BE49-F238E27FC236}">
                  <a16:creationId xmlns:a16="http://schemas.microsoft.com/office/drawing/2014/main" id="{E5A09964-028D-481F-A1A6-112CA2148C61}"/>
                </a:ext>
              </a:extLst>
            </p:cNvPr>
            <p:cNvSpPr>
              <a:spLocks noGrp="1"/>
            </p:cNvSpPr>
            <p:nvPr/>
          </p:nvSpPr>
          <p:spPr>
            <a:xfrm>
              <a:off x="269409" y="2914286"/>
              <a:ext cx="28759" cy="230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6" name="asset_3417_25">
              <a:extLst>
                <a:ext uri="{FF2B5EF4-FFF2-40B4-BE49-F238E27FC236}">
                  <a16:creationId xmlns:a16="http://schemas.microsoft.com/office/drawing/2014/main" id="{B8B33EAE-C0C2-4276-A6C0-64471603C280}"/>
                </a:ext>
              </a:extLst>
            </p:cNvPr>
            <p:cNvSpPr>
              <a:spLocks noGrp="1"/>
            </p:cNvSpPr>
            <p:nvPr/>
          </p:nvSpPr>
          <p:spPr>
            <a:xfrm>
              <a:off x="246744" y="2932114"/>
              <a:ext cx="46628" cy="373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7" name="asset_3417_26">
              <a:extLst>
                <a:ext uri="{FF2B5EF4-FFF2-40B4-BE49-F238E27FC236}">
                  <a16:creationId xmlns:a16="http://schemas.microsoft.com/office/drawing/2014/main" id="{76CBF597-C86F-40DB-9E85-1A7DDD96E4FF}"/>
                </a:ext>
              </a:extLst>
            </p:cNvPr>
            <p:cNvSpPr>
              <a:spLocks noGrp="1"/>
            </p:cNvSpPr>
            <p:nvPr/>
          </p:nvSpPr>
          <p:spPr>
            <a:xfrm>
              <a:off x="243162" y="2956403"/>
              <a:ext cx="31730" cy="2539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8" name="asset_3417_27">
              <a:extLst>
                <a:ext uri="{FF2B5EF4-FFF2-40B4-BE49-F238E27FC236}">
                  <a16:creationId xmlns:a16="http://schemas.microsoft.com/office/drawing/2014/main" id="{4FD5DE33-228B-46B3-BC4A-4F0797A94F07}"/>
                </a:ext>
              </a:extLst>
            </p:cNvPr>
            <p:cNvSpPr>
              <a:spLocks noGrp="1"/>
            </p:cNvSpPr>
            <p:nvPr/>
          </p:nvSpPr>
          <p:spPr>
            <a:xfrm>
              <a:off x="286384" y="2892752"/>
              <a:ext cx="42201" cy="3378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39" name="asset_3417_28">
              <a:extLst>
                <a:ext uri="{FF2B5EF4-FFF2-40B4-BE49-F238E27FC236}">
                  <a16:creationId xmlns:a16="http://schemas.microsoft.com/office/drawing/2014/main" id="{330D23C0-ABD9-4AAA-9515-C4C12CC07C5E}"/>
                </a:ext>
              </a:extLst>
            </p:cNvPr>
            <p:cNvSpPr>
              <a:spLocks noGrp="1"/>
            </p:cNvSpPr>
            <p:nvPr/>
          </p:nvSpPr>
          <p:spPr>
            <a:xfrm>
              <a:off x="244617" y="2907890"/>
              <a:ext cx="32192" cy="2576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0" name="asset_3417_29">
              <a:extLst>
                <a:ext uri="{FF2B5EF4-FFF2-40B4-BE49-F238E27FC236}">
                  <a16:creationId xmlns:a16="http://schemas.microsoft.com/office/drawing/2014/main" id="{3B90CBDA-2031-4065-BE9E-E05C410F2B8D}"/>
                </a:ext>
              </a:extLst>
            </p:cNvPr>
            <p:cNvSpPr>
              <a:spLocks noGrp="1"/>
            </p:cNvSpPr>
            <p:nvPr/>
          </p:nvSpPr>
          <p:spPr>
            <a:xfrm>
              <a:off x="249735" y="2916629"/>
              <a:ext cx="30013" cy="240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1" name="asset_3417_30">
              <a:extLst>
                <a:ext uri="{FF2B5EF4-FFF2-40B4-BE49-F238E27FC236}">
                  <a16:creationId xmlns:a16="http://schemas.microsoft.com/office/drawing/2014/main" id="{C7313995-667D-4739-935D-9E967B1DA3A7}"/>
                </a:ext>
              </a:extLst>
            </p:cNvPr>
            <p:cNvSpPr>
              <a:spLocks noGrp="1"/>
            </p:cNvSpPr>
            <p:nvPr/>
          </p:nvSpPr>
          <p:spPr>
            <a:xfrm>
              <a:off x="267530" y="2949783"/>
              <a:ext cx="36773" cy="2943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2" name="asset_3417_31">
              <a:extLst>
                <a:ext uri="{FF2B5EF4-FFF2-40B4-BE49-F238E27FC236}">
                  <a16:creationId xmlns:a16="http://schemas.microsoft.com/office/drawing/2014/main" id="{A16152CA-7DA1-40B0-B109-5F6CE481FB03}"/>
                </a:ext>
              </a:extLst>
            </p:cNvPr>
            <p:cNvSpPr>
              <a:spLocks noGrp="1"/>
            </p:cNvSpPr>
            <p:nvPr/>
          </p:nvSpPr>
          <p:spPr>
            <a:xfrm>
              <a:off x="293188" y="2909686"/>
              <a:ext cx="28412" cy="2274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3" name="asset_3417_32">
              <a:extLst>
                <a:ext uri="{FF2B5EF4-FFF2-40B4-BE49-F238E27FC236}">
                  <a16:creationId xmlns:a16="http://schemas.microsoft.com/office/drawing/2014/main" id="{F628CF2B-A0EB-4966-A4D8-9CEACD095F4E}"/>
                </a:ext>
              </a:extLst>
            </p:cNvPr>
            <p:cNvSpPr>
              <a:spLocks noGrp="1"/>
            </p:cNvSpPr>
            <p:nvPr/>
          </p:nvSpPr>
          <p:spPr>
            <a:xfrm>
              <a:off x="277212" y="2897223"/>
              <a:ext cx="38614" cy="309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4" name="asset_3417_33">
              <a:extLst>
                <a:ext uri="{FF2B5EF4-FFF2-40B4-BE49-F238E27FC236}">
                  <a16:creationId xmlns:a16="http://schemas.microsoft.com/office/drawing/2014/main" id="{463DB8AD-42B4-47E5-A8A1-9407E9E297C0}"/>
                </a:ext>
              </a:extLst>
            </p:cNvPr>
            <p:cNvSpPr>
              <a:spLocks noGrp="1"/>
            </p:cNvSpPr>
            <p:nvPr/>
          </p:nvSpPr>
          <p:spPr>
            <a:xfrm>
              <a:off x="217770" y="2902541"/>
              <a:ext cx="39971" cy="3199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5" name="asset_3417_34">
              <a:extLst>
                <a:ext uri="{FF2B5EF4-FFF2-40B4-BE49-F238E27FC236}">
                  <a16:creationId xmlns:a16="http://schemas.microsoft.com/office/drawing/2014/main" id="{253D67CF-8761-4498-A99D-00370A583A28}"/>
                </a:ext>
              </a:extLst>
            </p:cNvPr>
            <p:cNvSpPr>
              <a:spLocks noGrp="1"/>
            </p:cNvSpPr>
            <p:nvPr/>
          </p:nvSpPr>
          <p:spPr>
            <a:xfrm>
              <a:off x="273593" y="2945236"/>
              <a:ext cx="30684" cy="2456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6" name="asset_3417_35">
              <a:extLst>
                <a:ext uri="{FF2B5EF4-FFF2-40B4-BE49-F238E27FC236}">
                  <a16:creationId xmlns:a16="http://schemas.microsoft.com/office/drawing/2014/main" id="{79432C51-42E9-4CD0-AD53-6077CCDC748A}"/>
                </a:ext>
              </a:extLst>
            </p:cNvPr>
            <p:cNvSpPr>
              <a:spLocks noGrp="1"/>
            </p:cNvSpPr>
            <p:nvPr/>
          </p:nvSpPr>
          <p:spPr>
            <a:xfrm>
              <a:off x="313946" y="2909905"/>
              <a:ext cx="34371" cy="2751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7" name="asset_3417_36">
              <a:extLst>
                <a:ext uri="{FF2B5EF4-FFF2-40B4-BE49-F238E27FC236}">
                  <a16:creationId xmlns:a16="http://schemas.microsoft.com/office/drawing/2014/main" id="{65D98ED4-F717-49D3-8EAF-2DB39B6C9CB3}"/>
                </a:ext>
              </a:extLst>
            </p:cNvPr>
            <p:cNvSpPr>
              <a:spLocks noGrp="1"/>
            </p:cNvSpPr>
            <p:nvPr/>
          </p:nvSpPr>
          <p:spPr>
            <a:xfrm>
              <a:off x="281624" y="2877229"/>
              <a:ext cx="30066" cy="2406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8" name="asset_3417_37">
              <a:extLst>
                <a:ext uri="{FF2B5EF4-FFF2-40B4-BE49-F238E27FC236}">
                  <a16:creationId xmlns:a16="http://schemas.microsoft.com/office/drawing/2014/main" id="{93694F2E-7ECC-49CA-AA52-9D20E731E17A}"/>
                </a:ext>
              </a:extLst>
            </p:cNvPr>
            <p:cNvSpPr>
              <a:spLocks noGrp="1"/>
            </p:cNvSpPr>
            <p:nvPr/>
          </p:nvSpPr>
          <p:spPr>
            <a:xfrm>
              <a:off x="219867" y="2932620"/>
              <a:ext cx="39531" cy="316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49" name="asset_3417_38">
              <a:extLst>
                <a:ext uri="{FF2B5EF4-FFF2-40B4-BE49-F238E27FC236}">
                  <a16:creationId xmlns:a16="http://schemas.microsoft.com/office/drawing/2014/main" id="{7F1CE204-DED1-43DA-8D77-71E7ED93AD17}"/>
                </a:ext>
              </a:extLst>
            </p:cNvPr>
            <p:cNvSpPr>
              <a:spLocks noGrp="1"/>
            </p:cNvSpPr>
            <p:nvPr/>
          </p:nvSpPr>
          <p:spPr>
            <a:xfrm>
              <a:off x="261039" y="2939789"/>
              <a:ext cx="27717" cy="2218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0" name="asset_3417_39">
              <a:extLst>
                <a:ext uri="{FF2B5EF4-FFF2-40B4-BE49-F238E27FC236}">
                  <a16:creationId xmlns:a16="http://schemas.microsoft.com/office/drawing/2014/main" id="{E02D7686-4915-476D-8048-29E1006E6DC0}"/>
                </a:ext>
              </a:extLst>
            </p:cNvPr>
            <p:cNvSpPr>
              <a:spLocks noGrp="1"/>
            </p:cNvSpPr>
            <p:nvPr/>
          </p:nvSpPr>
          <p:spPr>
            <a:xfrm>
              <a:off x="304816" y="2921616"/>
              <a:ext cx="37303" cy="2986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1" name="asset_3417_40">
              <a:extLst>
                <a:ext uri="{FF2B5EF4-FFF2-40B4-BE49-F238E27FC236}">
                  <a16:creationId xmlns:a16="http://schemas.microsoft.com/office/drawing/2014/main" id="{CC7726EC-CF32-4AD3-85C1-58028E865D5B}"/>
                </a:ext>
              </a:extLst>
            </p:cNvPr>
            <p:cNvSpPr>
              <a:spLocks noGrp="1"/>
            </p:cNvSpPr>
            <p:nvPr/>
          </p:nvSpPr>
          <p:spPr>
            <a:xfrm>
              <a:off x="261198" y="2885302"/>
              <a:ext cx="45597" cy="3649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2" name="asset_3417_41">
              <a:extLst>
                <a:ext uri="{FF2B5EF4-FFF2-40B4-BE49-F238E27FC236}">
                  <a16:creationId xmlns:a16="http://schemas.microsoft.com/office/drawing/2014/main" id="{917EB9C0-2BB7-4736-9BE5-4D04226F492F}"/>
                </a:ext>
              </a:extLst>
            </p:cNvPr>
            <p:cNvSpPr>
              <a:spLocks noGrp="1"/>
            </p:cNvSpPr>
            <p:nvPr/>
          </p:nvSpPr>
          <p:spPr>
            <a:xfrm>
              <a:off x="187142" y="2914438"/>
              <a:ext cx="50559" cy="4047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3" name="asset_3417_42">
              <a:extLst>
                <a:ext uri="{FF2B5EF4-FFF2-40B4-BE49-F238E27FC236}">
                  <a16:creationId xmlns:a16="http://schemas.microsoft.com/office/drawing/2014/main" id="{A9A608DF-9822-477E-A675-965B08B3111B}"/>
                </a:ext>
              </a:extLst>
            </p:cNvPr>
            <p:cNvSpPr>
              <a:spLocks noGrp="1"/>
            </p:cNvSpPr>
            <p:nvPr/>
          </p:nvSpPr>
          <p:spPr>
            <a:xfrm>
              <a:off x="272802" y="2923001"/>
              <a:ext cx="50517" cy="4043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4" name="asset_3417_43">
              <a:extLst>
                <a:ext uri="{FF2B5EF4-FFF2-40B4-BE49-F238E27FC236}">
                  <a16:creationId xmlns:a16="http://schemas.microsoft.com/office/drawing/2014/main" id="{F2B98CD6-4958-495A-A7CD-2468B6F819BC}"/>
                </a:ext>
              </a:extLst>
            </p:cNvPr>
            <p:cNvSpPr>
              <a:spLocks noGrp="1"/>
            </p:cNvSpPr>
            <p:nvPr/>
          </p:nvSpPr>
          <p:spPr>
            <a:xfrm>
              <a:off x="316199" y="2921039"/>
              <a:ext cx="42693" cy="3417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5" name="asset_3417_44">
              <a:extLst>
                <a:ext uri="{FF2B5EF4-FFF2-40B4-BE49-F238E27FC236}">
                  <a16:creationId xmlns:a16="http://schemas.microsoft.com/office/drawing/2014/main" id="{FAA62AEC-D768-4AD1-9894-3E1B379AE534}"/>
                </a:ext>
              </a:extLst>
            </p:cNvPr>
            <p:cNvSpPr>
              <a:spLocks noGrp="1"/>
            </p:cNvSpPr>
            <p:nvPr/>
          </p:nvSpPr>
          <p:spPr>
            <a:xfrm>
              <a:off x="245539" y="2861266"/>
              <a:ext cx="48333" cy="3868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6" name="asset_3417_45">
              <a:extLst>
                <a:ext uri="{FF2B5EF4-FFF2-40B4-BE49-F238E27FC236}">
                  <a16:creationId xmlns:a16="http://schemas.microsoft.com/office/drawing/2014/main" id="{5ACB760F-ABE8-4A06-90F7-E9F41165A5BC}"/>
                </a:ext>
              </a:extLst>
            </p:cNvPr>
            <p:cNvSpPr>
              <a:spLocks noGrp="1"/>
            </p:cNvSpPr>
            <p:nvPr/>
          </p:nvSpPr>
          <p:spPr>
            <a:xfrm>
              <a:off x="226065" y="2940719"/>
              <a:ext cx="34790" cy="278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7" name="asset_3417_46">
              <a:extLst>
                <a:ext uri="{FF2B5EF4-FFF2-40B4-BE49-F238E27FC236}">
                  <a16:creationId xmlns:a16="http://schemas.microsoft.com/office/drawing/2014/main" id="{0ED15E6F-BFD0-4D94-9857-8001C4C48356}"/>
                </a:ext>
              </a:extLst>
            </p:cNvPr>
            <p:cNvSpPr>
              <a:spLocks noGrp="1"/>
            </p:cNvSpPr>
            <p:nvPr/>
          </p:nvSpPr>
          <p:spPr>
            <a:xfrm>
              <a:off x="270430" y="2943918"/>
              <a:ext cx="30138" cy="241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8" name="asset_3417_47">
              <a:extLst>
                <a:ext uri="{FF2B5EF4-FFF2-40B4-BE49-F238E27FC236}">
                  <a16:creationId xmlns:a16="http://schemas.microsoft.com/office/drawing/2014/main" id="{4608D8E8-2C70-4129-9E92-7FC8C4AEC4B7}"/>
                </a:ext>
              </a:extLst>
            </p:cNvPr>
            <p:cNvSpPr>
              <a:spLocks noGrp="1"/>
            </p:cNvSpPr>
            <p:nvPr/>
          </p:nvSpPr>
          <p:spPr>
            <a:xfrm>
              <a:off x="291854" y="2887990"/>
              <a:ext cx="35434" cy="283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59" name="asset_3417_48">
              <a:extLst>
                <a:ext uri="{FF2B5EF4-FFF2-40B4-BE49-F238E27FC236}">
                  <a16:creationId xmlns:a16="http://schemas.microsoft.com/office/drawing/2014/main" id="{35BB892E-99A6-455E-BB2C-F0DC12AA337E}"/>
                </a:ext>
              </a:extLst>
            </p:cNvPr>
            <p:cNvSpPr>
              <a:spLocks noGrp="1"/>
            </p:cNvSpPr>
            <p:nvPr/>
          </p:nvSpPr>
          <p:spPr>
            <a:xfrm>
              <a:off x="250383" y="2905634"/>
              <a:ext cx="46906" cy="3754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60" name="asset_3417_49">
              <a:extLst>
                <a:ext uri="{FF2B5EF4-FFF2-40B4-BE49-F238E27FC236}">
                  <a16:creationId xmlns:a16="http://schemas.microsoft.com/office/drawing/2014/main" id="{EC04477A-721F-4080-94D3-FFDF8FA96A7B}"/>
                </a:ext>
              </a:extLst>
            </p:cNvPr>
            <p:cNvSpPr>
              <a:spLocks noGrp="1"/>
            </p:cNvSpPr>
            <p:nvPr/>
          </p:nvSpPr>
          <p:spPr>
            <a:xfrm>
              <a:off x="220416" y="2918481"/>
              <a:ext cx="50258" cy="4023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61" name="asset_3417_50">
              <a:extLst>
                <a:ext uri="{FF2B5EF4-FFF2-40B4-BE49-F238E27FC236}">
                  <a16:creationId xmlns:a16="http://schemas.microsoft.com/office/drawing/2014/main" id="{AE9FF471-4EDA-4FD9-9D23-74F90235F9DA}"/>
                </a:ext>
              </a:extLst>
            </p:cNvPr>
            <p:cNvSpPr>
              <a:spLocks noGrp="1"/>
            </p:cNvSpPr>
            <p:nvPr/>
          </p:nvSpPr>
          <p:spPr>
            <a:xfrm>
              <a:off x="273463" y="2954633"/>
              <a:ext cx="35219" cy="2819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7A6DC">
                    <a:alpha val="80300"/>
                  </a:srgbClr>
                </a:gs>
                <a:gs pos="100000">
                  <a:srgbClr val="77A6DC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62" name="asset_3417_51">
              <a:extLst>
                <a:ext uri="{FF2B5EF4-FFF2-40B4-BE49-F238E27FC236}">
                  <a16:creationId xmlns:a16="http://schemas.microsoft.com/office/drawing/2014/main" id="{53574E21-57F4-432E-9FDE-271336442C1B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1785">
              <a:solidFill>
                <a:srgbClr val="87ADD3"/>
              </a:solidFill>
            </a:ln>
          </p:spPr>
        </p:sp>
      </p:grpSp>
      <p:grpSp>
        <p:nvGrpSpPr>
          <p:cNvPr id="1163" name="a | spatial view gaussian x2 | v4 editable"/>
          <p:cNvGrpSpPr/>
          <p:nvPr/>
        </p:nvGrpSpPr>
        <p:grpSpPr>
          <a:xfrm>
            <a:off x="1794262" y="2047430"/>
            <a:ext cx="155421" cy="122657"/>
            <a:chOff x="584640" y="2844360"/>
            <a:chExt cx="249480" cy="196920"/>
          </a:xfrm>
        </p:grpSpPr>
        <p:sp>
          <p:nvSpPr>
            <p:cNvPr id="1164" name="asset_3418_0">
              <a:extLst>
                <a:ext uri="{FF2B5EF4-FFF2-40B4-BE49-F238E27FC236}">
                  <a16:creationId xmlns:a16="http://schemas.microsoft.com/office/drawing/2014/main" id="{EDE30850-39E3-4FA4-B684-1627CC57489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4436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339">
              <a:solidFill>
                <a:srgbClr val="87ADD3"/>
              </a:solidFill>
            </a:ln>
          </p:spPr>
        </p:sp>
        <p:sp>
          <p:nvSpPr>
            <p:cNvPr id="1165" name="asset_3418_1">
              <a:extLst>
                <a:ext uri="{FF2B5EF4-FFF2-40B4-BE49-F238E27FC236}">
                  <a16:creationId xmlns:a16="http://schemas.microsoft.com/office/drawing/2014/main" id="{8A272B75-2376-471F-B25C-EFC1BD04D5A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284436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166" name="asset_3418_2">
              <a:extLst>
                <a:ext uri="{FF2B5EF4-FFF2-40B4-BE49-F238E27FC236}">
                  <a16:creationId xmlns:a16="http://schemas.microsoft.com/office/drawing/2014/main" id="{9C3FF693-1365-41DE-908C-3F5ADEBFD71B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167" name="asset_3418_3">
              <a:extLst>
                <a:ext uri="{FF2B5EF4-FFF2-40B4-BE49-F238E27FC236}">
                  <a16:creationId xmlns:a16="http://schemas.microsoft.com/office/drawing/2014/main" id="{44818CBB-1D27-4A25-9EC5-4968FA06C39E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68" name="asset_3418_4">
              <a:extLst>
                <a:ext uri="{FF2B5EF4-FFF2-40B4-BE49-F238E27FC236}">
                  <a16:creationId xmlns:a16="http://schemas.microsoft.com/office/drawing/2014/main" id="{7812F35D-F7FA-4819-AD6A-61F2BA6EB99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18697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69" name="asset_3418_5">
              <a:extLst>
                <a:ext uri="{FF2B5EF4-FFF2-40B4-BE49-F238E27FC236}">
                  <a16:creationId xmlns:a16="http://schemas.microsoft.com/office/drawing/2014/main" id="{F8F722F2-B695-4DB8-86CF-08BD6DB261E0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70" name="asset_3418_6">
              <a:extLst>
                <a:ext uri="{FF2B5EF4-FFF2-40B4-BE49-F238E27FC236}">
                  <a16:creationId xmlns:a16="http://schemas.microsoft.com/office/drawing/2014/main" id="{15DC715D-903E-4A7B-A4F3-6000240E2A4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59558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71" name="asset_3418_7">
              <a:extLst>
                <a:ext uri="{FF2B5EF4-FFF2-40B4-BE49-F238E27FC236}">
                  <a16:creationId xmlns:a16="http://schemas.microsoft.com/office/drawing/2014/main" id="{0BD4CF47-AEA2-45DF-8E85-CD1BA830D21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287783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72" name="asset_3418_8">
              <a:extLst>
                <a:ext uri="{FF2B5EF4-FFF2-40B4-BE49-F238E27FC236}">
                  <a16:creationId xmlns:a16="http://schemas.microsoft.com/office/drawing/2014/main" id="{19FDF1EF-5259-4769-81AE-9C7DB426087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000419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173" name="asset_3418_9">
              <a:extLst>
                <a:ext uri="{FF2B5EF4-FFF2-40B4-BE49-F238E27FC236}">
                  <a16:creationId xmlns:a16="http://schemas.microsoft.com/office/drawing/2014/main" id="{B5736FE8-398D-4D2A-B8D0-91AF3CF61F07}"/>
                </a:ext>
              </a:extLst>
            </p:cNvPr>
            <p:cNvSpPr>
              <a:spLocks noGrp="1"/>
            </p:cNvSpPr>
            <p:nvPr/>
          </p:nvSpPr>
          <p:spPr>
            <a:xfrm>
              <a:off x="60252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AB1DF">
                    <a:alpha val="66000"/>
                  </a:srgbClr>
                </a:gs>
                <a:gs pos="100000">
                  <a:srgbClr val="8AB1DF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4" name="asset_3418_10">
              <a:extLst>
                <a:ext uri="{FF2B5EF4-FFF2-40B4-BE49-F238E27FC236}">
                  <a16:creationId xmlns:a16="http://schemas.microsoft.com/office/drawing/2014/main" id="{23654043-708E-4F2A-B958-9366B90D83B9}"/>
                </a:ext>
              </a:extLst>
            </p:cNvPr>
            <p:cNvSpPr>
              <a:spLocks noGrp="1"/>
            </p:cNvSpPr>
            <p:nvPr/>
          </p:nvSpPr>
          <p:spPr>
            <a:xfrm>
              <a:off x="64564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AB1DF">
                    <a:alpha val="66000"/>
                  </a:srgbClr>
                </a:gs>
                <a:gs pos="100000">
                  <a:srgbClr val="8AB1DF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5" name="asset_3418_11">
              <a:extLst>
                <a:ext uri="{FF2B5EF4-FFF2-40B4-BE49-F238E27FC236}">
                  <a16:creationId xmlns:a16="http://schemas.microsoft.com/office/drawing/2014/main" id="{54274FB7-B93A-4025-8539-0487C382750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AB1DF">
                    <a:alpha val="66000"/>
                  </a:srgbClr>
                </a:gs>
                <a:gs pos="100000">
                  <a:srgbClr val="8AB1DF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6" name="asset_3418_12">
              <a:extLst>
                <a:ext uri="{FF2B5EF4-FFF2-40B4-BE49-F238E27FC236}">
                  <a16:creationId xmlns:a16="http://schemas.microsoft.com/office/drawing/2014/main" id="{7423643C-E680-454E-86C5-3F030CFF2647}"/>
                </a:ext>
              </a:extLst>
            </p:cNvPr>
            <p:cNvSpPr>
              <a:spLocks noGrp="1"/>
            </p:cNvSpPr>
            <p:nvPr/>
          </p:nvSpPr>
          <p:spPr>
            <a:xfrm>
              <a:off x="64172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AB1DF">
                    <a:alpha val="66000"/>
                  </a:srgbClr>
                </a:gs>
                <a:gs pos="100000">
                  <a:srgbClr val="8AB1DF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7" name="asset_3418_13">
              <a:extLst>
                <a:ext uri="{FF2B5EF4-FFF2-40B4-BE49-F238E27FC236}">
                  <a16:creationId xmlns:a16="http://schemas.microsoft.com/office/drawing/2014/main" id="{6FF1B954-700A-40D4-84E8-C75CB6E9BB88}"/>
                </a:ext>
              </a:extLst>
            </p:cNvPr>
            <p:cNvSpPr>
              <a:spLocks noGrp="1"/>
            </p:cNvSpPr>
            <p:nvPr/>
          </p:nvSpPr>
          <p:spPr>
            <a:xfrm>
              <a:off x="640370" y="2938957"/>
              <a:ext cx="48156" cy="3854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8" name="asset_3418_14">
              <a:extLst>
                <a:ext uri="{FF2B5EF4-FFF2-40B4-BE49-F238E27FC236}">
                  <a16:creationId xmlns:a16="http://schemas.microsoft.com/office/drawing/2014/main" id="{3415DBED-A3C9-4BB2-8842-9E95F770094C}"/>
                </a:ext>
              </a:extLst>
            </p:cNvPr>
            <p:cNvSpPr>
              <a:spLocks noGrp="1"/>
            </p:cNvSpPr>
            <p:nvPr/>
          </p:nvSpPr>
          <p:spPr>
            <a:xfrm>
              <a:off x="704551" y="2952771"/>
              <a:ext cx="46004" cy="368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79" name="asset_3418_15">
              <a:extLst>
                <a:ext uri="{FF2B5EF4-FFF2-40B4-BE49-F238E27FC236}">
                  <a16:creationId xmlns:a16="http://schemas.microsoft.com/office/drawing/2014/main" id="{24A7EC66-3170-4980-B547-D7F35A78374E}"/>
                </a:ext>
              </a:extLst>
            </p:cNvPr>
            <p:cNvSpPr>
              <a:spLocks noGrp="1"/>
            </p:cNvSpPr>
            <p:nvPr/>
          </p:nvSpPr>
          <p:spPr>
            <a:xfrm>
              <a:off x="712894" y="2870877"/>
              <a:ext cx="56480" cy="4521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0" name="asset_3418_16">
              <a:extLst>
                <a:ext uri="{FF2B5EF4-FFF2-40B4-BE49-F238E27FC236}">
                  <a16:creationId xmlns:a16="http://schemas.microsoft.com/office/drawing/2014/main" id="{78F1286C-711D-4B62-B721-4A9754ABBAA4}"/>
                </a:ext>
              </a:extLst>
            </p:cNvPr>
            <p:cNvSpPr>
              <a:spLocks noGrp="1"/>
            </p:cNvSpPr>
            <p:nvPr/>
          </p:nvSpPr>
          <p:spPr>
            <a:xfrm>
              <a:off x="660258" y="2884020"/>
              <a:ext cx="43415" cy="3475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1" name="asset_3418_17">
              <a:extLst>
                <a:ext uri="{FF2B5EF4-FFF2-40B4-BE49-F238E27FC236}">
                  <a16:creationId xmlns:a16="http://schemas.microsoft.com/office/drawing/2014/main" id="{9DB2C952-197D-493E-9257-D3FD618E8B4F}"/>
                </a:ext>
              </a:extLst>
            </p:cNvPr>
            <p:cNvSpPr>
              <a:spLocks noGrp="1"/>
            </p:cNvSpPr>
            <p:nvPr/>
          </p:nvSpPr>
          <p:spPr>
            <a:xfrm>
              <a:off x="646252" y="2915072"/>
              <a:ext cx="40567" cy="3247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2" name="asset_3418_18">
              <a:extLst>
                <a:ext uri="{FF2B5EF4-FFF2-40B4-BE49-F238E27FC236}">
                  <a16:creationId xmlns:a16="http://schemas.microsoft.com/office/drawing/2014/main" id="{0307960D-54E1-4EE8-91E8-696DB6F36BD1}"/>
                </a:ext>
              </a:extLst>
            </p:cNvPr>
            <p:cNvSpPr>
              <a:spLocks noGrp="1"/>
            </p:cNvSpPr>
            <p:nvPr/>
          </p:nvSpPr>
          <p:spPr>
            <a:xfrm>
              <a:off x="650938" y="2925609"/>
              <a:ext cx="53537" cy="4285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3" name="asset_3418_19">
              <a:extLst>
                <a:ext uri="{FF2B5EF4-FFF2-40B4-BE49-F238E27FC236}">
                  <a16:creationId xmlns:a16="http://schemas.microsoft.com/office/drawing/2014/main" id="{C9C5CCC1-BEF3-4FE9-8813-2936CBF5396A}"/>
                </a:ext>
              </a:extLst>
            </p:cNvPr>
            <p:cNvSpPr>
              <a:spLocks noGrp="1"/>
            </p:cNvSpPr>
            <p:nvPr/>
          </p:nvSpPr>
          <p:spPr>
            <a:xfrm>
              <a:off x="687793" y="2908008"/>
              <a:ext cx="53103" cy="4250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4" name="asset_3418_20">
              <a:extLst>
                <a:ext uri="{FF2B5EF4-FFF2-40B4-BE49-F238E27FC236}">
                  <a16:creationId xmlns:a16="http://schemas.microsoft.com/office/drawing/2014/main" id="{6A41E64E-40E4-4F42-802B-899BDE82CD75}"/>
                </a:ext>
              </a:extLst>
            </p:cNvPr>
            <p:cNvSpPr>
              <a:spLocks noGrp="1"/>
            </p:cNvSpPr>
            <p:nvPr/>
          </p:nvSpPr>
          <p:spPr>
            <a:xfrm>
              <a:off x="644334" y="2877187"/>
              <a:ext cx="61827" cy="4949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5" name="asset_3418_21">
              <a:extLst>
                <a:ext uri="{FF2B5EF4-FFF2-40B4-BE49-F238E27FC236}">
                  <a16:creationId xmlns:a16="http://schemas.microsoft.com/office/drawing/2014/main" id="{57E6000E-1573-4B3F-8BF1-674E0DEB950F}"/>
                </a:ext>
              </a:extLst>
            </p:cNvPr>
            <p:cNvSpPr>
              <a:spLocks noGrp="1"/>
            </p:cNvSpPr>
            <p:nvPr/>
          </p:nvSpPr>
          <p:spPr>
            <a:xfrm>
              <a:off x="627496" y="2922037"/>
              <a:ext cx="54012" cy="4323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6" name="asset_3418_22">
              <a:extLst>
                <a:ext uri="{FF2B5EF4-FFF2-40B4-BE49-F238E27FC236}">
                  <a16:creationId xmlns:a16="http://schemas.microsoft.com/office/drawing/2014/main" id="{E8B27CE8-B114-4A5A-9351-932160EDEA33}"/>
                </a:ext>
              </a:extLst>
            </p:cNvPr>
            <p:cNvSpPr>
              <a:spLocks noGrp="1"/>
            </p:cNvSpPr>
            <p:nvPr/>
          </p:nvSpPr>
          <p:spPr>
            <a:xfrm>
              <a:off x="656031" y="2948387"/>
              <a:ext cx="60272" cy="482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7" name="asset_3418_23">
              <a:extLst>
                <a:ext uri="{FF2B5EF4-FFF2-40B4-BE49-F238E27FC236}">
                  <a16:creationId xmlns:a16="http://schemas.microsoft.com/office/drawing/2014/main" id="{D8549EB0-8A46-4EFD-9016-5A395C177FC0}"/>
                </a:ext>
              </a:extLst>
            </p:cNvPr>
            <p:cNvSpPr>
              <a:spLocks noGrp="1"/>
            </p:cNvSpPr>
            <p:nvPr/>
          </p:nvSpPr>
          <p:spPr>
            <a:xfrm>
              <a:off x="673856" y="2885344"/>
              <a:ext cx="54756" cy="4383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8" name="asset_3418_24">
              <a:extLst>
                <a:ext uri="{FF2B5EF4-FFF2-40B4-BE49-F238E27FC236}">
                  <a16:creationId xmlns:a16="http://schemas.microsoft.com/office/drawing/2014/main" id="{53AC7175-BD2D-4738-8BFE-7490CAC20AD0}"/>
                </a:ext>
              </a:extLst>
            </p:cNvPr>
            <p:cNvSpPr>
              <a:spLocks noGrp="1"/>
            </p:cNvSpPr>
            <p:nvPr/>
          </p:nvSpPr>
          <p:spPr>
            <a:xfrm>
              <a:off x="665714" y="2862703"/>
              <a:ext cx="56521" cy="4524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89" name="asset_3418_25">
              <a:extLst>
                <a:ext uri="{FF2B5EF4-FFF2-40B4-BE49-F238E27FC236}">
                  <a16:creationId xmlns:a16="http://schemas.microsoft.com/office/drawing/2014/main" id="{728894B9-7453-484A-9C57-592102037781}"/>
                </a:ext>
              </a:extLst>
            </p:cNvPr>
            <p:cNvSpPr>
              <a:spLocks noGrp="1"/>
            </p:cNvSpPr>
            <p:nvPr/>
          </p:nvSpPr>
          <p:spPr>
            <a:xfrm>
              <a:off x="655617" y="2930002"/>
              <a:ext cx="41066" cy="3287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0" name="asset_3418_26">
              <a:extLst>
                <a:ext uri="{FF2B5EF4-FFF2-40B4-BE49-F238E27FC236}">
                  <a16:creationId xmlns:a16="http://schemas.microsoft.com/office/drawing/2014/main" id="{7B05ABAD-8F18-4A94-A307-461BD9FE073B}"/>
                </a:ext>
              </a:extLst>
            </p:cNvPr>
            <p:cNvSpPr>
              <a:spLocks noGrp="1"/>
            </p:cNvSpPr>
            <p:nvPr/>
          </p:nvSpPr>
          <p:spPr>
            <a:xfrm>
              <a:off x="697176" y="2925495"/>
              <a:ext cx="43005" cy="344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1" name="asset_3418_27">
              <a:extLst>
                <a:ext uri="{FF2B5EF4-FFF2-40B4-BE49-F238E27FC236}">
                  <a16:creationId xmlns:a16="http://schemas.microsoft.com/office/drawing/2014/main" id="{D9F699C7-F728-40A7-B5CB-18E66DEC3F04}"/>
                </a:ext>
              </a:extLst>
            </p:cNvPr>
            <p:cNvSpPr>
              <a:spLocks noGrp="1"/>
            </p:cNvSpPr>
            <p:nvPr/>
          </p:nvSpPr>
          <p:spPr>
            <a:xfrm>
              <a:off x="712816" y="2875150"/>
              <a:ext cx="57550" cy="4606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2" name="asset_3418_28">
              <a:extLst>
                <a:ext uri="{FF2B5EF4-FFF2-40B4-BE49-F238E27FC236}">
                  <a16:creationId xmlns:a16="http://schemas.microsoft.com/office/drawing/2014/main" id="{68F4CB04-9833-42C7-A9ED-DDC2A536E690}"/>
                </a:ext>
              </a:extLst>
            </p:cNvPr>
            <p:cNvSpPr>
              <a:spLocks noGrp="1"/>
            </p:cNvSpPr>
            <p:nvPr/>
          </p:nvSpPr>
          <p:spPr>
            <a:xfrm>
              <a:off x="639783" y="2878703"/>
              <a:ext cx="62710" cy="501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3" name="asset_3418_29">
              <a:extLst>
                <a:ext uri="{FF2B5EF4-FFF2-40B4-BE49-F238E27FC236}">
                  <a16:creationId xmlns:a16="http://schemas.microsoft.com/office/drawing/2014/main" id="{C97BE2A5-529F-49D6-A956-FB4B1DD96FEC}"/>
                </a:ext>
              </a:extLst>
            </p:cNvPr>
            <p:cNvSpPr>
              <a:spLocks noGrp="1"/>
            </p:cNvSpPr>
            <p:nvPr/>
          </p:nvSpPr>
          <p:spPr>
            <a:xfrm>
              <a:off x="610735" y="2938325"/>
              <a:ext cx="57804" cy="462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4" name="asset_3418_30">
              <a:extLst>
                <a:ext uri="{FF2B5EF4-FFF2-40B4-BE49-F238E27FC236}">
                  <a16:creationId xmlns:a16="http://schemas.microsoft.com/office/drawing/2014/main" id="{E52E40DB-8FE3-48AE-A0E6-634B347B61BC}"/>
                </a:ext>
              </a:extLst>
            </p:cNvPr>
            <p:cNvSpPr>
              <a:spLocks noGrp="1"/>
            </p:cNvSpPr>
            <p:nvPr/>
          </p:nvSpPr>
          <p:spPr>
            <a:xfrm>
              <a:off x="699451" y="2922547"/>
              <a:ext cx="60007" cy="480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5" name="asset_3418_31">
              <a:extLst>
                <a:ext uri="{FF2B5EF4-FFF2-40B4-BE49-F238E27FC236}">
                  <a16:creationId xmlns:a16="http://schemas.microsoft.com/office/drawing/2014/main" id="{C23E4A93-DAD2-4FEE-B51B-525C7B68CCD7}"/>
                </a:ext>
              </a:extLst>
            </p:cNvPr>
            <p:cNvSpPr>
              <a:spLocks noGrp="1"/>
            </p:cNvSpPr>
            <p:nvPr/>
          </p:nvSpPr>
          <p:spPr>
            <a:xfrm>
              <a:off x="689175" y="2882675"/>
              <a:ext cx="52750" cy="422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6" name="asset_3418_32">
              <a:extLst>
                <a:ext uri="{FF2B5EF4-FFF2-40B4-BE49-F238E27FC236}">
                  <a16:creationId xmlns:a16="http://schemas.microsoft.com/office/drawing/2014/main" id="{7024B648-10B3-4FC5-BFE4-FA4E241E2376}"/>
                </a:ext>
              </a:extLst>
            </p:cNvPr>
            <p:cNvSpPr>
              <a:spLocks noGrp="1"/>
            </p:cNvSpPr>
            <p:nvPr/>
          </p:nvSpPr>
          <p:spPr>
            <a:xfrm>
              <a:off x="691933" y="2881580"/>
              <a:ext cx="41548" cy="332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7" name="asset_3418_33">
              <a:extLst>
                <a:ext uri="{FF2B5EF4-FFF2-40B4-BE49-F238E27FC236}">
                  <a16:creationId xmlns:a16="http://schemas.microsoft.com/office/drawing/2014/main" id="{C4BB59F4-FAEA-4669-A283-5A8D5FD61843}"/>
                </a:ext>
              </a:extLst>
            </p:cNvPr>
            <p:cNvSpPr>
              <a:spLocks noGrp="1"/>
            </p:cNvSpPr>
            <p:nvPr/>
          </p:nvSpPr>
          <p:spPr>
            <a:xfrm>
              <a:off x="609692" y="2939987"/>
              <a:ext cx="42168" cy="3375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8" name="asset_3418_34">
              <a:extLst>
                <a:ext uri="{FF2B5EF4-FFF2-40B4-BE49-F238E27FC236}">
                  <a16:creationId xmlns:a16="http://schemas.microsoft.com/office/drawing/2014/main" id="{68FAB1E0-DA61-4B8F-AAEE-256F1AC9302A}"/>
                </a:ext>
              </a:extLst>
            </p:cNvPr>
            <p:cNvSpPr>
              <a:spLocks noGrp="1"/>
            </p:cNvSpPr>
            <p:nvPr/>
          </p:nvSpPr>
          <p:spPr>
            <a:xfrm>
              <a:off x="658301" y="2932943"/>
              <a:ext cx="54677" cy="437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199" name="asset_3418_35">
              <a:extLst>
                <a:ext uri="{FF2B5EF4-FFF2-40B4-BE49-F238E27FC236}">
                  <a16:creationId xmlns:a16="http://schemas.microsoft.com/office/drawing/2014/main" id="{14335B2E-6EA7-4099-A44E-0FCA8891366E}"/>
                </a:ext>
              </a:extLst>
            </p:cNvPr>
            <p:cNvSpPr>
              <a:spLocks noGrp="1"/>
            </p:cNvSpPr>
            <p:nvPr/>
          </p:nvSpPr>
          <p:spPr>
            <a:xfrm>
              <a:off x="723151" y="2883327"/>
              <a:ext cx="43124" cy="3452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0" name="asset_3418_36">
              <a:extLst>
                <a:ext uri="{FF2B5EF4-FFF2-40B4-BE49-F238E27FC236}">
                  <a16:creationId xmlns:a16="http://schemas.microsoft.com/office/drawing/2014/main" id="{A8DFD640-E423-484E-9CA1-42D746AE0FD0}"/>
                </a:ext>
              </a:extLst>
            </p:cNvPr>
            <p:cNvSpPr>
              <a:spLocks noGrp="1"/>
            </p:cNvSpPr>
            <p:nvPr/>
          </p:nvSpPr>
          <p:spPr>
            <a:xfrm>
              <a:off x="689172" y="2888555"/>
              <a:ext cx="55046" cy="4406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1" name="asset_3418_37">
              <a:extLst>
                <a:ext uri="{FF2B5EF4-FFF2-40B4-BE49-F238E27FC236}">
                  <a16:creationId xmlns:a16="http://schemas.microsoft.com/office/drawing/2014/main" id="{7F1A8931-64BF-424B-8E02-15575E9244CA}"/>
                </a:ext>
              </a:extLst>
            </p:cNvPr>
            <p:cNvSpPr>
              <a:spLocks noGrp="1"/>
            </p:cNvSpPr>
            <p:nvPr/>
          </p:nvSpPr>
          <p:spPr>
            <a:xfrm>
              <a:off x="624996" y="2893501"/>
              <a:ext cx="42492" cy="340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2" name="asset_3418_38">
              <a:extLst>
                <a:ext uri="{FF2B5EF4-FFF2-40B4-BE49-F238E27FC236}">
                  <a16:creationId xmlns:a16="http://schemas.microsoft.com/office/drawing/2014/main" id="{C38791FD-DF34-4451-8100-ABBF8F0DCB5C}"/>
                </a:ext>
              </a:extLst>
            </p:cNvPr>
            <p:cNvSpPr>
              <a:spLocks noGrp="1"/>
            </p:cNvSpPr>
            <p:nvPr/>
          </p:nvSpPr>
          <p:spPr>
            <a:xfrm>
              <a:off x="692747" y="2919924"/>
              <a:ext cx="59456" cy="475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3" name="asset_3418_39">
              <a:extLst>
                <a:ext uri="{FF2B5EF4-FFF2-40B4-BE49-F238E27FC236}">
                  <a16:creationId xmlns:a16="http://schemas.microsoft.com/office/drawing/2014/main" id="{F80C371B-9B40-4B05-AF8B-21D4E1E58F9B}"/>
                </a:ext>
              </a:extLst>
            </p:cNvPr>
            <p:cNvSpPr>
              <a:spLocks noGrp="1"/>
            </p:cNvSpPr>
            <p:nvPr/>
          </p:nvSpPr>
          <p:spPr>
            <a:xfrm>
              <a:off x="677417" y="2876792"/>
              <a:ext cx="58680" cy="4697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4" name="asset_3418_40">
              <a:extLst>
                <a:ext uri="{FF2B5EF4-FFF2-40B4-BE49-F238E27FC236}">
                  <a16:creationId xmlns:a16="http://schemas.microsoft.com/office/drawing/2014/main" id="{0627EDB1-79CF-4DB6-B184-C435C87C1E67}"/>
                </a:ext>
              </a:extLst>
            </p:cNvPr>
            <p:cNvSpPr>
              <a:spLocks noGrp="1"/>
            </p:cNvSpPr>
            <p:nvPr/>
          </p:nvSpPr>
          <p:spPr>
            <a:xfrm>
              <a:off x="674520" y="2870917"/>
              <a:ext cx="54548" cy="436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5" name="asset_3418_41">
              <a:extLst>
                <a:ext uri="{FF2B5EF4-FFF2-40B4-BE49-F238E27FC236}">
                  <a16:creationId xmlns:a16="http://schemas.microsoft.com/office/drawing/2014/main" id="{F67C74B8-CAFB-4408-8687-157009400184}"/>
                </a:ext>
              </a:extLst>
            </p:cNvPr>
            <p:cNvSpPr>
              <a:spLocks noGrp="1"/>
            </p:cNvSpPr>
            <p:nvPr/>
          </p:nvSpPr>
          <p:spPr>
            <a:xfrm>
              <a:off x="645963" y="2929439"/>
              <a:ext cx="60782" cy="4865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6" name="asset_3418_42">
              <a:extLst>
                <a:ext uri="{FF2B5EF4-FFF2-40B4-BE49-F238E27FC236}">
                  <a16:creationId xmlns:a16="http://schemas.microsoft.com/office/drawing/2014/main" id="{0574429D-923D-4FA3-8907-4E32A8F06235}"/>
                </a:ext>
              </a:extLst>
            </p:cNvPr>
            <p:cNvSpPr>
              <a:spLocks noGrp="1"/>
            </p:cNvSpPr>
            <p:nvPr/>
          </p:nvSpPr>
          <p:spPr>
            <a:xfrm>
              <a:off x="659127" y="2946068"/>
              <a:ext cx="51347" cy="4110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7" name="asset_3418_43">
              <a:extLst>
                <a:ext uri="{FF2B5EF4-FFF2-40B4-BE49-F238E27FC236}">
                  <a16:creationId xmlns:a16="http://schemas.microsoft.com/office/drawing/2014/main" id="{40BF695D-3C59-4A33-BE27-6B7B2C94C4C8}"/>
                </a:ext>
              </a:extLst>
            </p:cNvPr>
            <p:cNvSpPr>
              <a:spLocks noGrp="1"/>
            </p:cNvSpPr>
            <p:nvPr/>
          </p:nvSpPr>
          <p:spPr>
            <a:xfrm>
              <a:off x="693233" y="2909245"/>
              <a:ext cx="44980" cy="360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8" name="asset_3418_44">
              <a:extLst>
                <a:ext uri="{FF2B5EF4-FFF2-40B4-BE49-F238E27FC236}">
                  <a16:creationId xmlns:a16="http://schemas.microsoft.com/office/drawing/2014/main" id="{22EC7748-D7B8-42CE-B3B5-97C57AC62A6F}"/>
                </a:ext>
              </a:extLst>
            </p:cNvPr>
            <p:cNvSpPr>
              <a:spLocks noGrp="1"/>
            </p:cNvSpPr>
            <p:nvPr/>
          </p:nvSpPr>
          <p:spPr>
            <a:xfrm>
              <a:off x="645345" y="2880834"/>
              <a:ext cx="54224" cy="434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09" name="asset_3418_45">
              <a:extLst>
                <a:ext uri="{FF2B5EF4-FFF2-40B4-BE49-F238E27FC236}">
                  <a16:creationId xmlns:a16="http://schemas.microsoft.com/office/drawing/2014/main" id="{6465B83D-6CE9-4B21-AA53-471F8499E173}"/>
                </a:ext>
              </a:extLst>
            </p:cNvPr>
            <p:cNvSpPr>
              <a:spLocks noGrp="1"/>
            </p:cNvSpPr>
            <p:nvPr/>
          </p:nvSpPr>
          <p:spPr>
            <a:xfrm>
              <a:off x="617197" y="2897439"/>
              <a:ext cx="45510" cy="3642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0" name="asset_3418_46">
              <a:extLst>
                <a:ext uri="{FF2B5EF4-FFF2-40B4-BE49-F238E27FC236}">
                  <a16:creationId xmlns:a16="http://schemas.microsoft.com/office/drawing/2014/main" id="{BA52981F-8755-45AE-9AB1-32E59CD76E09}"/>
                </a:ext>
              </a:extLst>
            </p:cNvPr>
            <p:cNvSpPr>
              <a:spLocks noGrp="1"/>
            </p:cNvSpPr>
            <p:nvPr/>
          </p:nvSpPr>
          <p:spPr>
            <a:xfrm>
              <a:off x="703530" y="2944793"/>
              <a:ext cx="57009" cy="456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1" name="asset_3418_47">
              <a:extLst>
                <a:ext uri="{FF2B5EF4-FFF2-40B4-BE49-F238E27FC236}">
                  <a16:creationId xmlns:a16="http://schemas.microsoft.com/office/drawing/2014/main" id="{72E0DAA6-4F44-4EEA-B264-3A6155374C97}"/>
                </a:ext>
              </a:extLst>
            </p:cNvPr>
            <p:cNvSpPr>
              <a:spLocks noGrp="1"/>
            </p:cNvSpPr>
            <p:nvPr/>
          </p:nvSpPr>
          <p:spPr>
            <a:xfrm>
              <a:off x="725277" y="2920297"/>
              <a:ext cx="44123" cy="353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2" name="asset_3418_48">
              <a:extLst>
                <a:ext uri="{FF2B5EF4-FFF2-40B4-BE49-F238E27FC236}">
                  <a16:creationId xmlns:a16="http://schemas.microsoft.com/office/drawing/2014/main" id="{1032DE87-8C16-461E-9903-402F5793491A}"/>
                </a:ext>
              </a:extLst>
            </p:cNvPr>
            <p:cNvSpPr>
              <a:spLocks noGrp="1"/>
            </p:cNvSpPr>
            <p:nvPr/>
          </p:nvSpPr>
          <p:spPr>
            <a:xfrm>
              <a:off x="663007" y="2876276"/>
              <a:ext cx="55578" cy="4448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3" name="asset_3418_49">
              <a:extLst>
                <a:ext uri="{FF2B5EF4-FFF2-40B4-BE49-F238E27FC236}">
                  <a16:creationId xmlns:a16="http://schemas.microsoft.com/office/drawing/2014/main" id="{2632D4F1-D5BD-404B-AB2A-BD707183F834}"/>
                </a:ext>
              </a:extLst>
            </p:cNvPr>
            <p:cNvSpPr>
              <a:spLocks noGrp="1"/>
            </p:cNvSpPr>
            <p:nvPr/>
          </p:nvSpPr>
          <p:spPr>
            <a:xfrm>
              <a:off x="610023" y="2904869"/>
              <a:ext cx="57087" cy="456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4" name="asset_3418_50">
              <a:extLst>
                <a:ext uri="{FF2B5EF4-FFF2-40B4-BE49-F238E27FC236}">
                  <a16:creationId xmlns:a16="http://schemas.microsoft.com/office/drawing/2014/main" id="{235C36F9-6FB2-4B0B-A7D6-D0B89026885D}"/>
                </a:ext>
              </a:extLst>
            </p:cNvPr>
            <p:cNvSpPr>
              <a:spLocks noGrp="1"/>
            </p:cNvSpPr>
            <p:nvPr/>
          </p:nvSpPr>
          <p:spPr>
            <a:xfrm>
              <a:off x="639514" y="2941879"/>
              <a:ext cx="52791" cy="4225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AB1DF">
                    <a:alpha val="80300"/>
                  </a:srgbClr>
                </a:gs>
                <a:gs pos="100000">
                  <a:srgbClr val="8AB1DF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15" name="asset_3418_51">
              <a:extLst>
                <a:ext uri="{FF2B5EF4-FFF2-40B4-BE49-F238E27FC236}">
                  <a16:creationId xmlns:a16="http://schemas.microsoft.com/office/drawing/2014/main" id="{2C82AA31-73C9-4519-8A9B-2220E28E204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1785">
              <a:solidFill>
                <a:srgbClr val="87ADD3"/>
              </a:solidFill>
            </a:ln>
          </p:spPr>
        </p:sp>
      </p:grpSp>
      <p:grpSp>
        <p:nvGrpSpPr>
          <p:cNvPr id="1216" name="a | spatial view dog x2 | v4 editable"/>
          <p:cNvGrpSpPr/>
          <p:nvPr/>
        </p:nvGrpSpPr>
        <p:grpSpPr>
          <a:xfrm>
            <a:off x="1501222" y="2333512"/>
            <a:ext cx="155421" cy="122657"/>
            <a:chOff x="177480" y="3241800"/>
            <a:chExt cx="249480" cy="196920"/>
          </a:xfrm>
        </p:grpSpPr>
        <p:sp>
          <p:nvSpPr>
            <p:cNvPr id="1217" name="asset_3419_0">
              <a:extLst>
                <a:ext uri="{FF2B5EF4-FFF2-40B4-BE49-F238E27FC236}">
                  <a16:creationId xmlns:a16="http://schemas.microsoft.com/office/drawing/2014/main" id="{746693EA-BB73-4B3D-BB22-995B684A8E0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4180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339">
              <a:solidFill>
                <a:srgbClr val="87ADD3"/>
              </a:solidFill>
            </a:ln>
          </p:spPr>
        </p:sp>
        <p:sp>
          <p:nvSpPr>
            <p:cNvPr id="1218" name="asset_3419_1">
              <a:extLst>
                <a:ext uri="{FF2B5EF4-FFF2-40B4-BE49-F238E27FC236}">
                  <a16:creationId xmlns:a16="http://schemas.microsoft.com/office/drawing/2014/main" id="{D0390F61-86FB-492A-B934-5BA7E33F4E06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324180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219" name="asset_3419_2">
              <a:extLst>
                <a:ext uri="{FF2B5EF4-FFF2-40B4-BE49-F238E27FC236}">
                  <a16:creationId xmlns:a16="http://schemas.microsoft.com/office/drawing/2014/main" id="{63E5FB0C-8C6C-410D-BBB7-A93C1FA20AD8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220" name="asset_3419_3">
              <a:extLst>
                <a:ext uri="{FF2B5EF4-FFF2-40B4-BE49-F238E27FC236}">
                  <a16:creationId xmlns:a16="http://schemas.microsoft.com/office/drawing/2014/main" id="{96950FFE-4A33-4D88-A80B-43ADA4CFB163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1" name="asset_3419_4">
              <a:extLst>
                <a:ext uri="{FF2B5EF4-FFF2-40B4-BE49-F238E27FC236}">
                  <a16:creationId xmlns:a16="http://schemas.microsoft.com/office/drawing/2014/main" id="{FEE28440-463A-4E6E-BB08-D7B04B22DF7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16137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2" name="asset_3419_5">
              <a:extLst>
                <a:ext uri="{FF2B5EF4-FFF2-40B4-BE49-F238E27FC236}">
                  <a16:creationId xmlns:a16="http://schemas.microsoft.com/office/drawing/2014/main" id="{70FB939D-CC5A-4837-9BB6-BB9702E003B3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3" name="asset_3419_6">
              <a:extLst>
                <a:ext uri="{FF2B5EF4-FFF2-40B4-BE49-F238E27FC236}">
                  <a16:creationId xmlns:a16="http://schemas.microsoft.com/office/drawing/2014/main" id="{DF70B3E3-1BDA-4D98-8BF9-D245F57F4DF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56998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4" name="asset_3419_7">
              <a:extLst>
                <a:ext uri="{FF2B5EF4-FFF2-40B4-BE49-F238E27FC236}">
                  <a16:creationId xmlns:a16="http://schemas.microsoft.com/office/drawing/2014/main" id="{E2BFE340-34A7-42E4-AED2-F0E91574768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5" name="asset_3419_8">
              <a:extLst>
                <a:ext uri="{FF2B5EF4-FFF2-40B4-BE49-F238E27FC236}">
                  <a16:creationId xmlns:a16="http://schemas.microsoft.com/office/drawing/2014/main" id="{C4FE8518-1A43-48D8-8371-EE0AF0F70311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97859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26" name="asset_3419_9">
              <a:extLst>
                <a:ext uri="{FF2B5EF4-FFF2-40B4-BE49-F238E27FC236}">
                  <a16:creationId xmlns:a16="http://schemas.microsoft.com/office/drawing/2014/main" id="{2FD49D77-CD99-4F4D-91C1-2116EB8AA60D}"/>
                </a:ext>
              </a:extLst>
            </p:cNvPr>
            <p:cNvSpPr>
              <a:spLocks noGrp="1"/>
            </p:cNvSpPr>
            <p:nvPr/>
          </p:nvSpPr>
          <p:spPr>
            <a:xfrm>
              <a:off x="209085" y="3310003"/>
              <a:ext cx="78407" cy="62762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6A8D9">
                    <a:alpha val="66000"/>
                  </a:srgbClr>
                </a:gs>
                <a:gs pos="100000">
                  <a:srgbClr val="86A8D9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27" name="asset_3419_10">
              <a:extLst>
                <a:ext uri="{FF2B5EF4-FFF2-40B4-BE49-F238E27FC236}">
                  <a16:creationId xmlns:a16="http://schemas.microsoft.com/office/drawing/2014/main" id="{6AF7C569-F001-44ED-B5FF-D969062B6D79}"/>
                </a:ext>
              </a:extLst>
            </p:cNvPr>
            <p:cNvSpPr>
              <a:spLocks noGrp="1"/>
            </p:cNvSpPr>
            <p:nvPr/>
          </p:nvSpPr>
          <p:spPr>
            <a:xfrm>
              <a:off x="279651" y="3284898"/>
              <a:ext cx="70566" cy="56486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6A8D9">
                    <a:alpha val="66000"/>
                  </a:srgbClr>
                </a:gs>
                <a:gs pos="100000">
                  <a:srgbClr val="86A8D9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28" name="asset_3419_11">
              <a:extLst>
                <a:ext uri="{FF2B5EF4-FFF2-40B4-BE49-F238E27FC236}">
                  <a16:creationId xmlns:a16="http://schemas.microsoft.com/office/drawing/2014/main" id="{80F085E8-C51F-4FA2-AE86-C8FED9CADD52}"/>
                </a:ext>
              </a:extLst>
            </p:cNvPr>
            <p:cNvSpPr>
              <a:spLocks noGrp="1"/>
            </p:cNvSpPr>
            <p:nvPr/>
          </p:nvSpPr>
          <p:spPr>
            <a:xfrm>
              <a:off x="241923" y="3340673"/>
              <a:ext cx="47641" cy="3813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29" name="asset_3419_12">
              <a:extLst>
                <a:ext uri="{FF2B5EF4-FFF2-40B4-BE49-F238E27FC236}">
                  <a16:creationId xmlns:a16="http://schemas.microsoft.com/office/drawing/2014/main" id="{CE1E376E-8B7F-40D6-B527-64C282C83F92}"/>
                </a:ext>
              </a:extLst>
            </p:cNvPr>
            <p:cNvSpPr>
              <a:spLocks noGrp="1"/>
            </p:cNvSpPr>
            <p:nvPr/>
          </p:nvSpPr>
          <p:spPr>
            <a:xfrm>
              <a:off x="303331" y="3308488"/>
              <a:ext cx="47516" cy="3803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0" name="asset_3419_13">
              <a:extLst>
                <a:ext uri="{FF2B5EF4-FFF2-40B4-BE49-F238E27FC236}">
                  <a16:creationId xmlns:a16="http://schemas.microsoft.com/office/drawing/2014/main" id="{66B637FD-4CCF-44E1-B885-780E4671237C}"/>
                </a:ext>
              </a:extLst>
            </p:cNvPr>
            <p:cNvSpPr>
              <a:spLocks noGrp="1"/>
            </p:cNvSpPr>
            <p:nvPr/>
          </p:nvSpPr>
          <p:spPr>
            <a:xfrm>
              <a:off x="242175" y="3326284"/>
              <a:ext cx="35224" cy="2819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1" name="asset_3419_14">
              <a:extLst>
                <a:ext uri="{FF2B5EF4-FFF2-40B4-BE49-F238E27FC236}">
                  <a16:creationId xmlns:a16="http://schemas.microsoft.com/office/drawing/2014/main" id="{AFEC96C6-81F9-47CB-99F2-B73D4EF6A070}"/>
                </a:ext>
              </a:extLst>
            </p:cNvPr>
            <p:cNvSpPr>
              <a:spLocks noGrp="1"/>
            </p:cNvSpPr>
            <p:nvPr/>
          </p:nvSpPr>
          <p:spPr>
            <a:xfrm>
              <a:off x="311032" y="3283806"/>
              <a:ext cx="45989" cy="3681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2" name="asset_3419_15">
              <a:extLst>
                <a:ext uri="{FF2B5EF4-FFF2-40B4-BE49-F238E27FC236}">
                  <a16:creationId xmlns:a16="http://schemas.microsoft.com/office/drawing/2014/main" id="{8E9DCA16-9B81-4C15-953A-9671E01E116A}"/>
                </a:ext>
              </a:extLst>
            </p:cNvPr>
            <p:cNvSpPr>
              <a:spLocks noGrp="1"/>
            </p:cNvSpPr>
            <p:nvPr/>
          </p:nvSpPr>
          <p:spPr>
            <a:xfrm>
              <a:off x="202672" y="3333436"/>
              <a:ext cx="47241" cy="3781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3" name="asset_3419_16">
              <a:extLst>
                <a:ext uri="{FF2B5EF4-FFF2-40B4-BE49-F238E27FC236}">
                  <a16:creationId xmlns:a16="http://schemas.microsoft.com/office/drawing/2014/main" id="{DB08204D-F697-4B38-8CAD-AF992960BF57}"/>
                </a:ext>
              </a:extLst>
            </p:cNvPr>
            <p:cNvSpPr>
              <a:spLocks noGrp="1"/>
            </p:cNvSpPr>
            <p:nvPr/>
          </p:nvSpPr>
          <p:spPr>
            <a:xfrm>
              <a:off x="304573" y="3306993"/>
              <a:ext cx="47769" cy="3823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4" name="asset_3419_17">
              <a:extLst>
                <a:ext uri="{FF2B5EF4-FFF2-40B4-BE49-F238E27FC236}">
                  <a16:creationId xmlns:a16="http://schemas.microsoft.com/office/drawing/2014/main" id="{8B874592-0071-4EF6-AF5B-CB6BD062D5F5}"/>
                </a:ext>
              </a:extLst>
            </p:cNvPr>
            <p:cNvSpPr>
              <a:spLocks noGrp="1"/>
            </p:cNvSpPr>
            <p:nvPr/>
          </p:nvSpPr>
          <p:spPr>
            <a:xfrm>
              <a:off x="217249" y="3310530"/>
              <a:ext cx="49893" cy="3993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5" name="asset_3419_18">
              <a:extLst>
                <a:ext uri="{FF2B5EF4-FFF2-40B4-BE49-F238E27FC236}">
                  <a16:creationId xmlns:a16="http://schemas.microsoft.com/office/drawing/2014/main" id="{ADEC17A4-4FD0-41D2-857B-42EB14C19299}"/>
                </a:ext>
              </a:extLst>
            </p:cNvPr>
            <p:cNvSpPr>
              <a:spLocks noGrp="1"/>
            </p:cNvSpPr>
            <p:nvPr/>
          </p:nvSpPr>
          <p:spPr>
            <a:xfrm>
              <a:off x="308183" y="3284460"/>
              <a:ext cx="35565" cy="2846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6" name="asset_3419_19">
              <a:extLst>
                <a:ext uri="{FF2B5EF4-FFF2-40B4-BE49-F238E27FC236}">
                  <a16:creationId xmlns:a16="http://schemas.microsoft.com/office/drawing/2014/main" id="{BBFD9A57-57B6-4217-8450-6199F35669FC}"/>
                </a:ext>
              </a:extLst>
            </p:cNvPr>
            <p:cNvSpPr>
              <a:spLocks noGrp="1"/>
            </p:cNvSpPr>
            <p:nvPr/>
          </p:nvSpPr>
          <p:spPr>
            <a:xfrm>
              <a:off x="245848" y="3307836"/>
              <a:ext cx="50742" cy="4061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7" name="asset_3419_20">
              <a:extLst>
                <a:ext uri="{FF2B5EF4-FFF2-40B4-BE49-F238E27FC236}">
                  <a16:creationId xmlns:a16="http://schemas.microsoft.com/office/drawing/2014/main" id="{C9C34416-6B56-426A-A262-51D1B48289A4}"/>
                </a:ext>
              </a:extLst>
            </p:cNvPr>
            <p:cNvSpPr>
              <a:spLocks noGrp="1"/>
            </p:cNvSpPr>
            <p:nvPr/>
          </p:nvSpPr>
          <p:spPr>
            <a:xfrm>
              <a:off x="311298" y="3309246"/>
              <a:ext cx="28032" cy="2243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8" name="asset_3419_21">
              <a:extLst>
                <a:ext uri="{FF2B5EF4-FFF2-40B4-BE49-F238E27FC236}">
                  <a16:creationId xmlns:a16="http://schemas.microsoft.com/office/drawing/2014/main" id="{743F4B5F-5725-43BD-A097-13433B7AF94C}"/>
                </a:ext>
              </a:extLst>
            </p:cNvPr>
            <p:cNvSpPr>
              <a:spLocks noGrp="1"/>
            </p:cNvSpPr>
            <p:nvPr/>
          </p:nvSpPr>
          <p:spPr>
            <a:xfrm>
              <a:off x="228651" y="3315668"/>
              <a:ext cx="29969" cy="2398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39" name="asset_3419_22">
              <a:extLst>
                <a:ext uri="{FF2B5EF4-FFF2-40B4-BE49-F238E27FC236}">
                  <a16:creationId xmlns:a16="http://schemas.microsoft.com/office/drawing/2014/main" id="{9EC194BE-5A33-4EBD-9EBE-56F2518A0839}"/>
                </a:ext>
              </a:extLst>
            </p:cNvPr>
            <p:cNvSpPr>
              <a:spLocks noGrp="1"/>
            </p:cNvSpPr>
            <p:nvPr/>
          </p:nvSpPr>
          <p:spPr>
            <a:xfrm>
              <a:off x="279715" y="3281728"/>
              <a:ext cx="38686" cy="3096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0" name="asset_3419_23">
              <a:extLst>
                <a:ext uri="{FF2B5EF4-FFF2-40B4-BE49-F238E27FC236}">
                  <a16:creationId xmlns:a16="http://schemas.microsoft.com/office/drawing/2014/main" id="{B68FCEA6-65C2-4682-9063-27A9459508CB}"/>
                </a:ext>
              </a:extLst>
            </p:cNvPr>
            <p:cNvSpPr>
              <a:spLocks noGrp="1"/>
            </p:cNvSpPr>
            <p:nvPr/>
          </p:nvSpPr>
          <p:spPr>
            <a:xfrm>
              <a:off x="222408" y="3329464"/>
              <a:ext cx="36387" cy="2912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1" name="asset_3419_24">
              <a:extLst>
                <a:ext uri="{FF2B5EF4-FFF2-40B4-BE49-F238E27FC236}">
                  <a16:creationId xmlns:a16="http://schemas.microsoft.com/office/drawing/2014/main" id="{DC8263F0-CF30-4205-94C6-51633A51E1AF}"/>
                </a:ext>
              </a:extLst>
            </p:cNvPr>
            <p:cNvSpPr>
              <a:spLocks noGrp="1"/>
            </p:cNvSpPr>
            <p:nvPr/>
          </p:nvSpPr>
          <p:spPr>
            <a:xfrm>
              <a:off x="287470" y="3286956"/>
              <a:ext cx="29679" cy="2375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2" name="asset_3419_25">
              <a:extLst>
                <a:ext uri="{FF2B5EF4-FFF2-40B4-BE49-F238E27FC236}">
                  <a16:creationId xmlns:a16="http://schemas.microsoft.com/office/drawing/2014/main" id="{EB74AB11-9238-4E12-AF59-DBD33722CA0E}"/>
                </a:ext>
              </a:extLst>
            </p:cNvPr>
            <p:cNvSpPr>
              <a:spLocks noGrp="1"/>
            </p:cNvSpPr>
            <p:nvPr/>
          </p:nvSpPr>
          <p:spPr>
            <a:xfrm>
              <a:off x="256524" y="3335578"/>
              <a:ext cx="27648" cy="2213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3" name="asset_3419_26">
              <a:extLst>
                <a:ext uri="{FF2B5EF4-FFF2-40B4-BE49-F238E27FC236}">
                  <a16:creationId xmlns:a16="http://schemas.microsoft.com/office/drawing/2014/main" id="{31A8C5AE-DF5C-42BE-82FE-405FEAFF78F1}"/>
                </a:ext>
              </a:extLst>
            </p:cNvPr>
            <p:cNvSpPr>
              <a:spLocks noGrp="1"/>
            </p:cNvSpPr>
            <p:nvPr/>
          </p:nvSpPr>
          <p:spPr>
            <a:xfrm>
              <a:off x="305829" y="3314234"/>
              <a:ext cx="34218" cy="2739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4" name="asset_3419_27">
              <a:extLst>
                <a:ext uri="{FF2B5EF4-FFF2-40B4-BE49-F238E27FC236}">
                  <a16:creationId xmlns:a16="http://schemas.microsoft.com/office/drawing/2014/main" id="{81BA1F3D-3A21-497D-B8E6-52152AE4B7F0}"/>
                </a:ext>
              </a:extLst>
            </p:cNvPr>
            <p:cNvSpPr>
              <a:spLocks noGrp="1"/>
            </p:cNvSpPr>
            <p:nvPr/>
          </p:nvSpPr>
          <p:spPr>
            <a:xfrm>
              <a:off x="223719" y="3339173"/>
              <a:ext cx="48031" cy="3844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5" name="asset_3419_28">
              <a:extLst>
                <a:ext uri="{FF2B5EF4-FFF2-40B4-BE49-F238E27FC236}">
                  <a16:creationId xmlns:a16="http://schemas.microsoft.com/office/drawing/2014/main" id="{DECE060C-294A-41BD-96B8-36BF23A39263}"/>
                </a:ext>
              </a:extLst>
            </p:cNvPr>
            <p:cNvSpPr>
              <a:spLocks noGrp="1"/>
            </p:cNvSpPr>
            <p:nvPr/>
          </p:nvSpPr>
          <p:spPr>
            <a:xfrm>
              <a:off x="311839" y="3306302"/>
              <a:ext cx="41899" cy="3353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6" name="asset_3419_29">
              <a:extLst>
                <a:ext uri="{FF2B5EF4-FFF2-40B4-BE49-F238E27FC236}">
                  <a16:creationId xmlns:a16="http://schemas.microsoft.com/office/drawing/2014/main" id="{0C28A1F5-FDA7-41D3-A62D-7B970C0C2E1A}"/>
                </a:ext>
              </a:extLst>
            </p:cNvPr>
            <p:cNvSpPr>
              <a:spLocks noGrp="1"/>
            </p:cNvSpPr>
            <p:nvPr/>
          </p:nvSpPr>
          <p:spPr>
            <a:xfrm>
              <a:off x="216626" y="3327809"/>
              <a:ext cx="48019" cy="3843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7" name="asset_3419_30">
              <a:extLst>
                <a:ext uri="{FF2B5EF4-FFF2-40B4-BE49-F238E27FC236}">
                  <a16:creationId xmlns:a16="http://schemas.microsoft.com/office/drawing/2014/main" id="{C9CD6603-F5AF-4AA5-BE1B-83D5069EDFB3}"/>
                </a:ext>
              </a:extLst>
            </p:cNvPr>
            <p:cNvSpPr>
              <a:spLocks noGrp="1"/>
            </p:cNvSpPr>
            <p:nvPr/>
          </p:nvSpPr>
          <p:spPr>
            <a:xfrm>
              <a:off x="281210" y="3313076"/>
              <a:ext cx="44806" cy="358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8" name="asset_3419_31">
              <a:extLst>
                <a:ext uri="{FF2B5EF4-FFF2-40B4-BE49-F238E27FC236}">
                  <a16:creationId xmlns:a16="http://schemas.microsoft.com/office/drawing/2014/main" id="{99A99315-4FF1-42C4-8062-950F1B1EB9BD}"/>
                </a:ext>
              </a:extLst>
            </p:cNvPr>
            <p:cNvSpPr>
              <a:spLocks noGrp="1"/>
            </p:cNvSpPr>
            <p:nvPr/>
          </p:nvSpPr>
          <p:spPr>
            <a:xfrm>
              <a:off x="239528" y="3338633"/>
              <a:ext cx="39791" cy="3185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49" name="asset_3419_32">
              <a:extLst>
                <a:ext uri="{FF2B5EF4-FFF2-40B4-BE49-F238E27FC236}">
                  <a16:creationId xmlns:a16="http://schemas.microsoft.com/office/drawing/2014/main" id="{F355CFB1-BBD3-45AA-A1A4-FC931A7AAA07}"/>
                </a:ext>
              </a:extLst>
            </p:cNvPr>
            <p:cNvSpPr>
              <a:spLocks noGrp="1"/>
            </p:cNvSpPr>
            <p:nvPr/>
          </p:nvSpPr>
          <p:spPr>
            <a:xfrm>
              <a:off x="289504" y="3293472"/>
              <a:ext cx="31455" cy="2517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0" name="asset_3419_33">
              <a:extLst>
                <a:ext uri="{FF2B5EF4-FFF2-40B4-BE49-F238E27FC236}">
                  <a16:creationId xmlns:a16="http://schemas.microsoft.com/office/drawing/2014/main" id="{B3894E0F-7FEF-477F-A87C-0C2C50EC70AE}"/>
                </a:ext>
              </a:extLst>
            </p:cNvPr>
            <p:cNvSpPr>
              <a:spLocks noGrp="1"/>
            </p:cNvSpPr>
            <p:nvPr/>
          </p:nvSpPr>
          <p:spPr>
            <a:xfrm>
              <a:off x="203611" y="3314914"/>
              <a:ext cx="43216" cy="345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1" name="asset_3419_34">
              <a:extLst>
                <a:ext uri="{FF2B5EF4-FFF2-40B4-BE49-F238E27FC236}">
                  <a16:creationId xmlns:a16="http://schemas.microsoft.com/office/drawing/2014/main" id="{1F58FB18-2B89-44CE-B8ED-691D95657609}"/>
                </a:ext>
              </a:extLst>
            </p:cNvPr>
            <p:cNvSpPr>
              <a:spLocks noGrp="1"/>
            </p:cNvSpPr>
            <p:nvPr/>
          </p:nvSpPr>
          <p:spPr>
            <a:xfrm>
              <a:off x="289174" y="3312109"/>
              <a:ext cx="32270" cy="2583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2" name="asset_3419_35">
              <a:extLst>
                <a:ext uri="{FF2B5EF4-FFF2-40B4-BE49-F238E27FC236}">
                  <a16:creationId xmlns:a16="http://schemas.microsoft.com/office/drawing/2014/main" id="{4C348268-068D-4464-8B15-5F53DBD50101}"/>
                </a:ext>
              </a:extLst>
            </p:cNvPr>
            <p:cNvSpPr>
              <a:spLocks noGrp="1"/>
            </p:cNvSpPr>
            <p:nvPr/>
          </p:nvSpPr>
          <p:spPr>
            <a:xfrm>
              <a:off x="201533" y="3331153"/>
              <a:ext cx="37250" cy="2981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3" name="asset_3419_36">
              <a:extLst>
                <a:ext uri="{FF2B5EF4-FFF2-40B4-BE49-F238E27FC236}">
                  <a16:creationId xmlns:a16="http://schemas.microsoft.com/office/drawing/2014/main" id="{AC28643D-3042-44F2-81D1-82C01F0BCA88}"/>
                </a:ext>
              </a:extLst>
            </p:cNvPr>
            <p:cNvSpPr>
              <a:spLocks noGrp="1"/>
            </p:cNvSpPr>
            <p:nvPr/>
          </p:nvSpPr>
          <p:spPr>
            <a:xfrm>
              <a:off x="292252" y="3285755"/>
              <a:ext cx="36976" cy="2959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4" name="asset_3419_37">
              <a:extLst>
                <a:ext uri="{FF2B5EF4-FFF2-40B4-BE49-F238E27FC236}">
                  <a16:creationId xmlns:a16="http://schemas.microsoft.com/office/drawing/2014/main" id="{ED2ED251-9B8A-4524-970F-38F6279FA254}"/>
                </a:ext>
              </a:extLst>
            </p:cNvPr>
            <p:cNvSpPr>
              <a:spLocks noGrp="1"/>
            </p:cNvSpPr>
            <p:nvPr/>
          </p:nvSpPr>
          <p:spPr>
            <a:xfrm>
              <a:off x="229489" y="3339846"/>
              <a:ext cx="29623" cy="2371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5" name="asset_3419_38">
              <a:extLst>
                <a:ext uri="{FF2B5EF4-FFF2-40B4-BE49-F238E27FC236}">
                  <a16:creationId xmlns:a16="http://schemas.microsoft.com/office/drawing/2014/main" id="{E34310F5-BE6A-45B0-88A6-E5ABE9CF825B}"/>
                </a:ext>
              </a:extLst>
            </p:cNvPr>
            <p:cNvSpPr>
              <a:spLocks noGrp="1"/>
            </p:cNvSpPr>
            <p:nvPr/>
          </p:nvSpPr>
          <p:spPr>
            <a:xfrm>
              <a:off x="312083" y="3292108"/>
              <a:ext cx="27874" cy="2231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6" name="asset_3419_39">
              <a:extLst>
                <a:ext uri="{FF2B5EF4-FFF2-40B4-BE49-F238E27FC236}">
                  <a16:creationId xmlns:a16="http://schemas.microsoft.com/office/drawing/2014/main" id="{CB658C1A-F838-4A51-8CA3-7A5215DAFCFB}"/>
                </a:ext>
              </a:extLst>
            </p:cNvPr>
            <p:cNvSpPr>
              <a:spLocks noGrp="1"/>
            </p:cNvSpPr>
            <p:nvPr/>
          </p:nvSpPr>
          <p:spPr>
            <a:xfrm>
              <a:off x="220674" y="3328367"/>
              <a:ext cx="47389" cy="379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7" name="asset_3419_40">
              <a:extLst>
                <a:ext uri="{FF2B5EF4-FFF2-40B4-BE49-F238E27FC236}">
                  <a16:creationId xmlns:a16="http://schemas.microsoft.com/office/drawing/2014/main" id="{6BBB95B4-E822-4DF6-93CF-34BDC6C58B4A}"/>
                </a:ext>
              </a:extLst>
            </p:cNvPr>
            <p:cNvSpPr>
              <a:spLocks noGrp="1"/>
            </p:cNvSpPr>
            <p:nvPr/>
          </p:nvSpPr>
          <p:spPr>
            <a:xfrm>
              <a:off x="285073" y="3306802"/>
              <a:ext cx="46606" cy="3730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8" name="asset_3419_41">
              <a:extLst>
                <a:ext uri="{FF2B5EF4-FFF2-40B4-BE49-F238E27FC236}">
                  <a16:creationId xmlns:a16="http://schemas.microsoft.com/office/drawing/2014/main" id="{F88ACF5E-847D-4FF2-B406-F147CEA72BC2}"/>
                </a:ext>
              </a:extLst>
            </p:cNvPr>
            <p:cNvSpPr>
              <a:spLocks noGrp="1"/>
            </p:cNvSpPr>
            <p:nvPr/>
          </p:nvSpPr>
          <p:spPr>
            <a:xfrm>
              <a:off x="198099" y="3328845"/>
              <a:ext cx="45504" cy="364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59" name="asset_3419_42">
              <a:extLst>
                <a:ext uri="{FF2B5EF4-FFF2-40B4-BE49-F238E27FC236}">
                  <a16:creationId xmlns:a16="http://schemas.microsoft.com/office/drawing/2014/main" id="{318045A0-D500-4287-B53B-10E9948BBD81}"/>
                </a:ext>
              </a:extLst>
            </p:cNvPr>
            <p:cNvSpPr>
              <a:spLocks noGrp="1"/>
            </p:cNvSpPr>
            <p:nvPr/>
          </p:nvSpPr>
          <p:spPr>
            <a:xfrm>
              <a:off x="312846" y="3310740"/>
              <a:ext cx="42839" cy="3429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0" name="asset_3419_43">
              <a:extLst>
                <a:ext uri="{FF2B5EF4-FFF2-40B4-BE49-F238E27FC236}">
                  <a16:creationId xmlns:a16="http://schemas.microsoft.com/office/drawing/2014/main" id="{D7FF2EAB-1CB0-41B7-AD59-0E106F61E05B}"/>
                </a:ext>
              </a:extLst>
            </p:cNvPr>
            <p:cNvSpPr>
              <a:spLocks noGrp="1"/>
            </p:cNvSpPr>
            <p:nvPr/>
          </p:nvSpPr>
          <p:spPr>
            <a:xfrm>
              <a:off x="243288" y="3322010"/>
              <a:ext cx="49122" cy="393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1" name="asset_3419_44">
              <a:extLst>
                <a:ext uri="{FF2B5EF4-FFF2-40B4-BE49-F238E27FC236}">
                  <a16:creationId xmlns:a16="http://schemas.microsoft.com/office/drawing/2014/main" id="{2BBE1DCF-7062-4732-826E-42E23849697E}"/>
                </a:ext>
              </a:extLst>
            </p:cNvPr>
            <p:cNvSpPr>
              <a:spLocks noGrp="1"/>
            </p:cNvSpPr>
            <p:nvPr/>
          </p:nvSpPr>
          <p:spPr>
            <a:xfrm>
              <a:off x="314407" y="3296790"/>
              <a:ext cx="42351" cy="339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2" name="asset_3419_45">
              <a:extLst>
                <a:ext uri="{FF2B5EF4-FFF2-40B4-BE49-F238E27FC236}">
                  <a16:creationId xmlns:a16="http://schemas.microsoft.com/office/drawing/2014/main" id="{C8FE71C2-A573-4FB2-9077-8E17BDADECD6}"/>
                </a:ext>
              </a:extLst>
            </p:cNvPr>
            <p:cNvSpPr>
              <a:spLocks noGrp="1"/>
            </p:cNvSpPr>
            <p:nvPr/>
          </p:nvSpPr>
          <p:spPr>
            <a:xfrm>
              <a:off x="225643" y="3336653"/>
              <a:ext cx="48657" cy="389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3" name="asset_3419_46">
              <a:extLst>
                <a:ext uri="{FF2B5EF4-FFF2-40B4-BE49-F238E27FC236}">
                  <a16:creationId xmlns:a16="http://schemas.microsoft.com/office/drawing/2014/main" id="{BCF1904A-9648-4261-86CF-B4A3CC773F57}"/>
                </a:ext>
              </a:extLst>
            </p:cNvPr>
            <p:cNvSpPr>
              <a:spLocks noGrp="1"/>
            </p:cNvSpPr>
            <p:nvPr/>
          </p:nvSpPr>
          <p:spPr>
            <a:xfrm>
              <a:off x="277958" y="3296525"/>
              <a:ext cx="39519" cy="316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4" name="asset_3419_47">
              <a:extLst>
                <a:ext uri="{FF2B5EF4-FFF2-40B4-BE49-F238E27FC236}">
                  <a16:creationId xmlns:a16="http://schemas.microsoft.com/office/drawing/2014/main" id="{A3C92328-309D-4E52-9DDB-F5B3A126F720}"/>
                </a:ext>
              </a:extLst>
            </p:cNvPr>
            <p:cNvSpPr>
              <a:spLocks noGrp="1"/>
            </p:cNvSpPr>
            <p:nvPr/>
          </p:nvSpPr>
          <p:spPr>
            <a:xfrm>
              <a:off x="224008" y="3331268"/>
              <a:ext cx="49365" cy="3951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5" name="asset_3419_48">
              <a:extLst>
                <a:ext uri="{FF2B5EF4-FFF2-40B4-BE49-F238E27FC236}">
                  <a16:creationId xmlns:a16="http://schemas.microsoft.com/office/drawing/2014/main" id="{13875825-74FD-4171-A9BF-25AEFA581748}"/>
                </a:ext>
              </a:extLst>
            </p:cNvPr>
            <p:cNvSpPr>
              <a:spLocks noGrp="1"/>
            </p:cNvSpPr>
            <p:nvPr/>
          </p:nvSpPr>
          <p:spPr>
            <a:xfrm>
              <a:off x="312203" y="3286789"/>
              <a:ext cx="35817" cy="2867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6A8D9">
                    <a:alpha val="80300"/>
                  </a:srgbClr>
                </a:gs>
                <a:gs pos="100000">
                  <a:srgbClr val="86A8D9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66" name="asset_3419_49">
              <a:extLst>
                <a:ext uri="{FF2B5EF4-FFF2-40B4-BE49-F238E27FC236}">
                  <a16:creationId xmlns:a16="http://schemas.microsoft.com/office/drawing/2014/main" id="{45913E88-8BF1-4ABB-ADDC-1D6B6304DC5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2100">
              <a:solidFill>
                <a:srgbClr val="8AB3D9"/>
              </a:solidFill>
            </a:ln>
          </p:spPr>
        </p:sp>
      </p:grpSp>
      <p:grpSp>
        <p:nvGrpSpPr>
          <p:cNvPr id="1267" name="a | spatial view receptor suppression x2 | v4 editable"/>
          <p:cNvGrpSpPr/>
          <p:nvPr/>
        </p:nvGrpSpPr>
        <p:grpSpPr>
          <a:xfrm>
            <a:off x="1794262" y="2333512"/>
            <a:ext cx="155421" cy="122657"/>
            <a:chOff x="584640" y="3241800"/>
            <a:chExt cx="249480" cy="196920"/>
          </a:xfrm>
        </p:grpSpPr>
        <p:sp>
          <p:nvSpPr>
            <p:cNvPr id="1268" name="asset_3420_0">
              <a:extLst>
                <a:ext uri="{FF2B5EF4-FFF2-40B4-BE49-F238E27FC236}">
                  <a16:creationId xmlns:a16="http://schemas.microsoft.com/office/drawing/2014/main" id="{11E24C19-4E6B-439B-A1B1-80CC339E5B8C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41800"/>
              <a:ext cx="249480" cy="33476"/>
            </a:xfrm>
            <a:custGeom>
              <a:avLst/>
              <a:gdLst/>
              <a:ahLst/>
              <a:cxnLst/>
              <a:rect l="0" t="0" r="0" b="0"/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339">
              <a:solidFill>
                <a:srgbClr val="87ADD3"/>
              </a:solidFill>
            </a:ln>
          </p:spPr>
        </p:sp>
        <p:sp>
          <p:nvSpPr>
            <p:cNvPr id="1269" name="asset_3420_1">
              <a:extLst>
                <a:ext uri="{FF2B5EF4-FFF2-40B4-BE49-F238E27FC236}">
                  <a16:creationId xmlns:a16="http://schemas.microsoft.com/office/drawing/2014/main" id="{B50E79DA-41F6-45C9-A4AE-D0F37EFF287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3241800"/>
              <a:ext cx="47401" cy="196920"/>
            </a:xfrm>
            <a:custGeom>
              <a:avLst/>
              <a:gdLst/>
              <a:ahLst/>
              <a:cxnLst/>
              <a:rect l="0" t="0" r="0" b="0"/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270" name="asset_3420_2">
              <a:extLst>
                <a:ext uri="{FF2B5EF4-FFF2-40B4-BE49-F238E27FC236}">
                  <a16:creationId xmlns:a16="http://schemas.microsoft.com/office/drawing/2014/main" id="{89A2DE71-EF0A-4B04-BA0F-EA745AA443D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339">
              <a:solidFill>
                <a:srgbClr val="87ADD3"/>
              </a:solidFill>
            </a:ln>
          </p:spPr>
        </p:sp>
        <p:sp>
          <p:nvSpPr>
            <p:cNvPr id="1271" name="asset_3420_3">
              <a:extLst>
                <a:ext uri="{FF2B5EF4-FFF2-40B4-BE49-F238E27FC236}">
                  <a16:creationId xmlns:a16="http://schemas.microsoft.com/office/drawing/2014/main" id="{A4CA4408-F942-4AE1-9AC7-BED1C70C9811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2" name="asset_3420_4">
              <a:extLst>
                <a:ext uri="{FF2B5EF4-FFF2-40B4-BE49-F238E27FC236}">
                  <a16:creationId xmlns:a16="http://schemas.microsoft.com/office/drawing/2014/main" id="{28CC5993-3375-4176-A25F-D7B5E05BD5B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16137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3" name="asset_3420_5">
              <a:extLst>
                <a:ext uri="{FF2B5EF4-FFF2-40B4-BE49-F238E27FC236}">
                  <a16:creationId xmlns:a16="http://schemas.microsoft.com/office/drawing/2014/main" id="{31D3A39F-A4CF-4BDA-8288-68C45E4548DD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4" name="asset_3420_6">
              <a:extLst>
                <a:ext uri="{FF2B5EF4-FFF2-40B4-BE49-F238E27FC236}">
                  <a16:creationId xmlns:a16="http://schemas.microsoft.com/office/drawing/2014/main" id="{3339C51E-B9A4-4539-8B1C-FFAF967A8456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56998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5" name="asset_3420_7">
              <a:extLst>
                <a:ext uri="{FF2B5EF4-FFF2-40B4-BE49-F238E27FC236}">
                  <a16:creationId xmlns:a16="http://schemas.microsoft.com/office/drawing/2014/main" id="{A622E2FC-2515-47C8-A782-437951FF150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3275276"/>
              <a:ext cx="4" cy="16344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6" name="asset_3420_8">
              <a:extLst>
                <a:ext uri="{FF2B5EF4-FFF2-40B4-BE49-F238E27FC236}">
                  <a16:creationId xmlns:a16="http://schemas.microsoft.com/office/drawing/2014/main" id="{9F1A92B1-1413-4520-83F6-E1F4DAFBBE42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97859"/>
              <a:ext cx="202079" cy="4"/>
            </a:xfrm>
            <a:prstGeom prst="line">
              <a:avLst/>
            </a:prstGeom>
            <a:noFill/>
            <a:ln w="982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277" name="asset_3420_9">
              <a:extLst>
                <a:ext uri="{FF2B5EF4-FFF2-40B4-BE49-F238E27FC236}">
                  <a16:creationId xmlns:a16="http://schemas.microsoft.com/office/drawing/2014/main" id="{A5D77FA2-8E0A-4ED9-A21F-B511FA6328D1}"/>
                </a:ext>
              </a:extLst>
            </p:cNvPr>
            <p:cNvSpPr>
              <a:spLocks noGrp="1"/>
            </p:cNvSpPr>
            <p:nvPr/>
          </p:nvSpPr>
          <p:spPr>
            <a:xfrm>
              <a:off x="624086" y="3305296"/>
              <a:ext cx="98008" cy="78453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B9B0">
                    <a:alpha val="66000"/>
                  </a:srgbClr>
                </a:gs>
                <a:gs pos="100000">
                  <a:srgbClr val="8CB9B0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78" name="asset_3420_10">
              <a:extLst>
                <a:ext uri="{FF2B5EF4-FFF2-40B4-BE49-F238E27FC236}">
                  <a16:creationId xmlns:a16="http://schemas.microsoft.com/office/drawing/2014/main" id="{469B0848-929A-4D4D-A53A-6762AE0290B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3289605"/>
              <a:ext cx="74486" cy="59624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8CB9B0">
                    <a:alpha val="66000"/>
                  </a:srgbClr>
                </a:gs>
                <a:gs pos="100000">
                  <a:srgbClr val="8CB9B0">
                    <a:alpha val="38500"/>
                  </a:srgbClr>
                </a:gs>
              </a:gsLst>
              <a:lin ang="84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79" name="asset_3420_11">
              <a:extLst>
                <a:ext uri="{FF2B5EF4-FFF2-40B4-BE49-F238E27FC236}">
                  <a16:creationId xmlns:a16="http://schemas.microsoft.com/office/drawing/2014/main" id="{BDD49862-923C-4D3B-96E3-E1B8E4FBA028}"/>
                </a:ext>
              </a:extLst>
            </p:cNvPr>
            <p:cNvSpPr>
              <a:spLocks noGrp="1"/>
            </p:cNvSpPr>
            <p:nvPr/>
          </p:nvSpPr>
          <p:spPr>
            <a:xfrm>
              <a:off x="670266" y="3303139"/>
              <a:ext cx="47746" cy="382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0" name="asset_3420_12">
              <a:extLst>
                <a:ext uri="{FF2B5EF4-FFF2-40B4-BE49-F238E27FC236}">
                  <a16:creationId xmlns:a16="http://schemas.microsoft.com/office/drawing/2014/main" id="{8128719A-0A87-46F5-BC80-396B7B81430E}"/>
                </a:ext>
              </a:extLst>
            </p:cNvPr>
            <p:cNvSpPr>
              <a:spLocks noGrp="1"/>
            </p:cNvSpPr>
            <p:nvPr/>
          </p:nvSpPr>
          <p:spPr>
            <a:xfrm>
              <a:off x="711451" y="3294014"/>
              <a:ext cx="37849" cy="302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1" name="asset_3420_13">
              <a:extLst>
                <a:ext uri="{FF2B5EF4-FFF2-40B4-BE49-F238E27FC236}">
                  <a16:creationId xmlns:a16="http://schemas.microsoft.com/office/drawing/2014/main" id="{364C07F5-9466-4B00-8015-B571515F4691}"/>
                </a:ext>
              </a:extLst>
            </p:cNvPr>
            <p:cNvSpPr>
              <a:spLocks noGrp="1"/>
            </p:cNvSpPr>
            <p:nvPr/>
          </p:nvSpPr>
          <p:spPr>
            <a:xfrm>
              <a:off x="672118" y="3323666"/>
              <a:ext cx="30799" cy="2465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2" name="asset_3420_14">
              <a:extLst>
                <a:ext uri="{FF2B5EF4-FFF2-40B4-BE49-F238E27FC236}">
                  <a16:creationId xmlns:a16="http://schemas.microsoft.com/office/drawing/2014/main" id="{82D8FE83-A19F-4B3F-8FAD-F4098D8DBD66}"/>
                </a:ext>
              </a:extLst>
            </p:cNvPr>
            <p:cNvSpPr>
              <a:spLocks noGrp="1"/>
            </p:cNvSpPr>
            <p:nvPr/>
          </p:nvSpPr>
          <p:spPr>
            <a:xfrm>
              <a:off x="720590" y="3310972"/>
              <a:ext cx="43510" cy="3482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3" name="asset_3420_15">
              <a:extLst>
                <a:ext uri="{FF2B5EF4-FFF2-40B4-BE49-F238E27FC236}">
                  <a16:creationId xmlns:a16="http://schemas.microsoft.com/office/drawing/2014/main" id="{E82D0C1E-6666-4130-A74E-85C7DF4797E9}"/>
                </a:ext>
              </a:extLst>
            </p:cNvPr>
            <p:cNvSpPr>
              <a:spLocks noGrp="1"/>
            </p:cNvSpPr>
            <p:nvPr/>
          </p:nvSpPr>
          <p:spPr>
            <a:xfrm>
              <a:off x="624742" y="3333552"/>
              <a:ext cx="37669" cy="3015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4" name="asset_3420_16">
              <a:extLst>
                <a:ext uri="{FF2B5EF4-FFF2-40B4-BE49-F238E27FC236}">
                  <a16:creationId xmlns:a16="http://schemas.microsoft.com/office/drawing/2014/main" id="{92D2CC00-B323-4F14-8D9D-E84CF45C8778}"/>
                </a:ext>
              </a:extLst>
            </p:cNvPr>
            <p:cNvSpPr>
              <a:spLocks noGrp="1"/>
            </p:cNvSpPr>
            <p:nvPr/>
          </p:nvSpPr>
          <p:spPr>
            <a:xfrm>
              <a:off x="715448" y="3289209"/>
              <a:ext cx="37688" cy="301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5" name="asset_3420_17">
              <a:extLst>
                <a:ext uri="{FF2B5EF4-FFF2-40B4-BE49-F238E27FC236}">
                  <a16:creationId xmlns:a16="http://schemas.microsoft.com/office/drawing/2014/main" id="{CD22A31E-3673-4F4D-B295-08C6AA3BC0D8}"/>
                </a:ext>
              </a:extLst>
            </p:cNvPr>
            <p:cNvSpPr>
              <a:spLocks noGrp="1"/>
            </p:cNvSpPr>
            <p:nvPr/>
          </p:nvSpPr>
          <p:spPr>
            <a:xfrm>
              <a:off x="646162" y="3350828"/>
              <a:ext cx="46763" cy="374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6" name="asset_3420_18">
              <a:extLst>
                <a:ext uri="{FF2B5EF4-FFF2-40B4-BE49-F238E27FC236}">
                  <a16:creationId xmlns:a16="http://schemas.microsoft.com/office/drawing/2014/main" id="{AD31653D-C011-4EC8-AF16-F64BF67D39D7}"/>
                </a:ext>
              </a:extLst>
            </p:cNvPr>
            <p:cNvSpPr>
              <a:spLocks noGrp="1"/>
            </p:cNvSpPr>
            <p:nvPr/>
          </p:nvSpPr>
          <p:spPr>
            <a:xfrm>
              <a:off x="702343" y="3308266"/>
              <a:ext cx="49843" cy="3989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7" name="asset_3420_19">
              <a:extLst>
                <a:ext uri="{FF2B5EF4-FFF2-40B4-BE49-F238E27FC236}">
                  <a16:creationId xmlns:a16="http://schemas.microsoft.com/office/drawing/2014/main" id="{EFC97D9B-EF35-4C56-94C1-A9B8EC1D2EDF}"/>
                </a:ext>
              </a:extLst>
            </p:cNvPr>
            <p:cNvSpPr>
              <a:spLocks noGrp="1"/>
            </p:cNvSpPr>
            <p:nvPr/>
          </p:nvSpPr>
          <p:spPr>
            <a:xfrm>
              <a:off x="652039" y="3320722"/>
              <a:ext cx="44389" cy="355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8" name="asset_3420_20">
              <a:extLst>
                <a:ext uri="{FF2B5EF4-FFF2-40B4-BE49-F238E27FC236}">
                  <a16:creationId xmlns:a16="http://schemas.microsoft.com/office/drawing/2014/main" id="{292EF993-93E7-4CF4-AB76-C89BB24D69E4}"/>
                </a:ext>
              </a:extLst>
            </p:cNvPr>
            <p:cNvSpPr>
              <a:spLocks noGrp="1"/>
            </p:cNvSpPr>
            <p:nvPr/>
          </p:nvSpPr>
          <p:spPr>
            <a:xfrm>
              <a:off x="679298" y="3310384"/>
              <a:ext cx="31594" cy="2529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89" name="asset_3420_21">
              <a:extLst>
                <a:ext uri="{FF2B5EF4-FFF2-40B4-BE49-F238E27FC236}">
                  <a16:creationId xmlns:a16="http://schemas.microsoft.com/office/drawing/2014/main" id="{6C332C1B-6308-4B21-BB7D-E7ED4BB8F9B4}"/>
                </a:ext>
              </a:extLst>
            </p:cNvPr>
            <p:cNvSpPr>
              <a:spLocks noGrp="1"/>
            </p:cNvSpPr>
            <p:nvPr/>
          </p:nvSpPr>
          <p:spPr>
            <a:xfrm>
              <a:off x="685995" y="3319433"/>
              <a:ext cx="42444" cy="3397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0" name="asset_3420_22">
              <a:extLst>
                <a:ext uri="{FF2B5EF4-FFF2-40B4-BE49-F238E27FC236}">
                  <a16:creationId xmlns:a16="http://schemas.microsoft.com/office/drawing/2014/main" id="{28F705BA-13F4-4BE9-A9A5-ADAE622662E7}"/>
                </a:ext>
              </a:extLst>
            </p:cNvPr>
            <p:cNvSpPr>
              <a:spLocks noGrp="1"/>
            </p:cNvSpPr>
            <p:nvPr/>
          </p:nvSpPr>
          <p:spPr>
            <a:xfrm>
              <a:off x="690038" y="3284972"/>
              <a:ext cx="35409" cy="283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1" name="asset_3420_23">
              <a:extLst>
                <a:ext uri="{FF2B5EF4-FFF2-40B4-BE49-F238E27FC236}">
                  <a16:creationId xmlns:a16="http://schemas.microsoft.com/office/drawing/2014/main" id="{68A75A15-8FE0-470E-89B4-1EAB27B330BC}"/>
                </a:ext>
              </a:extLst>
            </p:cNvPr>
            <p:cNvSpPr>
              <a:spLocks noGrp="1"/>
            </p:cNvSpPr>
            <p:nvPr/>
          </p:nvSpPr>
          <p:spPr>
            <a:xfrm>
              <a:off x="666699" y="3337181"/>
              <a:ext cx="49507" cy="3962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2" name="asset_3420_24">
              <a:extLst>
                <a:ext uri="{FF2B5EF4-FFF2-40B4-BE49-F238E27FC236}">
                  <a16:creationId xmlns:a16="http://schemas.microsoft.com/office/drawing/2014/main" id="{D00B1058-A9EE-4901-A6BA-D72BE4BA4A29}"/>
                </a:ext>
              </a:extLst>
            </p:cNvPr>
            <p:cNvSpPr>
              <a:spLocks noGrp="1"/>
            </p:cNvSpPr>
            <p:nvPr/>
          </p:nvSpPr>
          <p:spPr>
            <a:xfrm>
              <a:off x="682973" y="3309820"/>
              <a:ext cx="35630" cy="285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3" name="asset_3420_25">
              <a:extLst>
                <a:ext uri="{FF2B5EF4-FFF2-40B4-BE49-F238E27FC236}">
                  <a16:creationId xmlns:a16="http://schemas.microsoft.com/office/drawing/2014/main" id="{9053C6CF-8909-41E0-AA21-F8F6E1D3BDD9}"/>
                </a:ext>
              </a:extLst>
            </p:cNvPr>
            <p:cNvSpPr>
              <a:spLocks noGrp="1"/>
            </p:cNvSpPr>
            <p:nvPr/>
          </p:nvSpPr>
          <p:spPr>
            <a:xfrm>
              <a:off x="653113" y="3330235"/>
              <a:ext cx="45929" cy="3676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4" name="asset_3420_26">
              <a:extLst>
                <a:ext uri="{FF2B5EF4-FFF2-40B4-BE49-F238E27FC236}">
                  <a16:creationId xmlns:a16="http://schemas.microsoft.com/office/drawing/2014/main" id="{33BC6A56-1C0E-440F-8735-08C35531BE28}"/>
                </a:ext>
              </a:extLst>
            </p:cNvPr>
            <p:cNvSpPr>
              <a:spLocks noGrp="1"/>
            </p:cNvSpPr>
            <p:nvPr/>
          </p:nvSpPr>
          <p:spPr>
            <a:xfrm>
              <a:off x="696444" y="3297262"/>
              <a:ext cx="36326" cy="2907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5" name="asset_3420_27">
              <a:extLst>
                <a:ext uri="{FF2B5EF4-FFF2-40B4-BE49-F238E27FC236}">
                  <a16:creationId xmlns:a16="http://schemas.microsoft.com/office/drawing/2014/main" id="{D29C1E14-CFAA-4263-8DFC-B8FE8BE039D7}"/>
                </a:ext>
              </a:extLst>
            </p:cNvPr>
            <p:cNvSpPr>
              <a:spLocks noGrp="1"/>
            </p:cNvSpPr>
            <p:nvPr/>
          </p:nvSpPr>
          <p:spPr>
            <a:xfrm>
              <a:off x="639530" y="3342615"/>
              <a:ext cx="41193" cy="3297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6" name="asset_3420_28">
              <a:extLst>
                <a:ext uri="{FF2B5EF4-FFF2-40B4-BE49-F238E27FC236}">
                  <a16:creationId xmlns:a16="http://schemas.microsoft.com/office/drawing/2014/main" id="{1D38E4FE-6C39-4C42-9B5B-EF389B4C7A82}"/>
                </a:ext>
              </a:extLst>
            </p:cNvPr>
            <p:cNvSpPr>
              <a:spLocks noGrp="1"/>
            </p:cNvSpPr>
            <p:nvPr/>
          </p:nvSpPr>
          <p:spPr>
            <a:xfrm>
              <a:off x="705748" y="3306110"/>
              <a:ext cx="48165" cy="3855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7" name="asset_3420_29">
              <a:extLst>
                <a:ext uri="{FF2B5EF4-FFF2-40B4-BE49-F238E27FC236}">
                  <a16:creationId xmlns:a16="http://schemas.microsoft.com/office/drawing/2014/main" id="{9D84099E-BBCE-4E17-A85A-E9C333DCA9A0}"/>
                </a:ext>
              </a:extLst>
            </p:cNvPr>
            <p:cNvSpPr>
              <a:spLocks noGrp="1"/>
            </p:cNvSpPr>
            <p:nvPr/>
          </p:nvSpPr>
          <p:spPr>
            <a:xfrm>
              <a:off x="650868" y="3310880"/>
              <a:ext cx="37770" cy="3023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8" name="asset_3420_30">
              <a:extLst>
                <a:ext uri="{FF2B5EF4-FFF2-40B4-BE49-F238E27FC236}">
                  <a16:creationId xmlns:a16="http://schemas.microsoft.com/office/drawing/2014/main" id="{C05C4DFD-984F-41D0-96A6-7DB3E3F7D03A}"/>
                </a:ext>
              </a:extLst>
            </p:cNvPr>
            <p:cNvSpPr>
              <a:spLocks noGrp="1"/>
            </p:cNvSpPr>
            <p:nvPr/>
          </p:nvSpPr>
          <p:spPr>
            <a:xfrm>
              <a:off x="711827" y="3300475"/>
              <a:ext cx="41716" cy="3339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299" name="asset_3420_31">
              <a:extLst>
                <a:ext uri="{FF2B5EF4-FFF2-40B4-BE49-F238E27FC236}">
                  <a16:creationId xmlns:a16="http://schemas.microsoft.com/office/drawing/2014/main" id="{0E314579-CD89-46E7-ACDC-A9CB434A8A7C}"/>
                </a:ext>
              </a:extLst>
            </p:cNvPr>
            <p:cNvSpPr>
              <a:spLocks noGrp="1"/>
            </p:cNvSpPr>
            <p:nvPr/>
          </p:nvSpPr>
          <p:spPr>
            <a:xfrm>
              <a:off x="644549" y="3299489"/>
              <a:ext cx="44112" cy="3531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0" name="asset_3420_32">
              <a:extLst>
                <a:ext uri="{FF2B5EF4-FFF2-40B4-BE49-F238E27FC236}">
                  <a16:creationId xmlns:a16="http://schemas.microsoft.com/office/drawing/2014/main" id="{3D1B9B2F-0606-49D7-96AA-D51CC90AAF94}"/>
                </a:ext>
              </a:extLst>
            </p:cNvPr>
            <p:cNvSpPr>
              <a:spLocks noGrp="1"/>
            </p:cNvSpPr>
            <p:nvPr/>
          </p:nvSpPr>
          <p:spPr>
            <a:xfrm>
              <a:off x="724933" y="3301907"/>
              <a:ext cx="40658" cy="325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1" name="asset_3420_33">
              <a:extLst>
                <a:ext uri="{FF2B5EF4-FFF2-40B4-BE49-F238E27FC236}">
                  <a16:creationId xmlns:a16="http://schemas.microsoft.com/office/drawing/2014/main" id="{69069EC4-8F17-4406-9D89-684D38FC5683}"/>
                </a:ext>
              </a:extLst>
            </p:cNvPr>
            <p:cNvSpPr>
              <a:spLocks noGrp="1"/>
            </p:cNvSpPr>
            <p:nvPr/>
          </p:nvSpPr>
          <p:spPr>
            <a:xfrm>
              <a:off x="650852" y="3354191"/>
              <a:ext cx="36781" cy="2944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2" name="asset_3420_34">
              <a:extLst>
                <a:ext uri="{FF2B5EF4-FFF2-40B4-BE49-F238E27FC236}">
                  <a16:creationId xmlns:a16="http://schemas.microsoft.com/office/drawing/2014/main" id="{F5D5CB78-1525-4CEB-B504-66828D797D97}"/>
                </a:ext>
              </a:extLst>
            </p:cNvPr>
            <p:cNvSpPr>
              <a:spLocks noGrp="1"/>
            </p:cNvSpPr>
            <p:nvPr/>
          </p:nvSpPr>
          <p:spPr>
            <a:xfrm>
              <a:off x="692643" y="3302842"/>
              <a:ext cx="36191" cy="289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3" name="asset_3420_35">
              <a:extLst>
                <a:ext uri="{FF2B5EF4-FFF2-40B4-BE49-F238E27FC236}">
                  <a16:creationId xmlns:a16="http://schemas.microsoft.com/office/drawing/2014/main" id="{9C90E2D4-8546-4558-879E-0C4386923A0B}"/>
                </a:ext>
              </a:extLst>
            </p:cNvPr>
            <p:cNvSpPr>
              <a:spLocks noGrp="1"/>
            </p:cNvSpPr>
            <p:nvPr/>
          </p:nvSpPr>
          <p:spPr>
            <a:xfrm>
              <a:off x="640852" y="3347251"/>
              <a:ext cx="33861" cy="271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4" name="asset_3420_36">
              <a:extLst>
                <a:ext uri="{FF2B5EF4-FFF2-40B4-BE49-F238E27FC236}">
                  <a16:creationId xmlns:a16="http://schemas.microsoft.com/office/drawing/2014/main" id="{690F6F74-8736-412C-8FDE-A011EB6EE271}"/>
                </a:ext>
              </a:extLst>
            </p:cNvPr>
            <p:cNvSpPr>
              <a:spLocks noGrp="1"/>
            </p:cNvSpPr>
            <p:nvPr/>
          </p:nvSpPr>
          <p:spPr>
            <a:xfrm>
              <a:off x="693936" y="3311614"/>
              <a:ext cx="43306" cy="346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5" name="asset_3420_37">
              <a:extLst>
                <a:ext uri="{FF2B5EF4-FFF2-40B4-BE49-F238E27FC236}">
                  <a16:creationId xmlns:a16="http://schemas.microsoft.com/office/drawing/2014/main" id="{7616FEB5-82B9-40B4-883D-BACA837932F5}"/>
                </a:ext>
              </a:extLst>
            </p:cNvPr>
            <p:cNvSpPr>
              <a:spLocks noGrp="1"/>
            </p:cNvSpPr>
            <p:nvPr/>
          </p:nvSpPr>
          <p:spPr>
            <a:xfrm>
              <a:off x="644536" y="3349974"/>
              <a:ext cx="28278" cy="2263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6" name="asset_3420_38">
              <a:extLst>
                <a:ext uri="{FF2B5EF4-FFF2-40B4-BE49-F238E27FC236}">
                  <a16:creationId xmlns:a16="http://schemas.microsoft.com/office/drawing/2014/main" id="{31083F90-1B11-45E3-B3F2-047BA9864F6C}"/>
                </a:ext>
              </a:extLst>
            </p:cNvPr>
            <p:cNvSpPr>
              <a:spLocks noGrp="1"/>
            </p:cNvSpPr>
            <p:nvPr/>
          </p:nvSpPr>
          <p:spPr>
            <a:xfrm>
              <a:off x="705840" y="3319145"/>
              <a:ext cx="29686" cy="2376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7" name="asset_3420_39">
              <a:extLst>
                <a:ext uri="{FF2B5EF4-FFF2-40B4-BE49-F238E27FC236}">
                  <a16:creationId xmlns:a16="http://schemas.microsoft.com/office/drawing/2014/main" id="{E065BC61-296B-45CD-B80F-CEE25FF47D9A}"/>
                </a:ext>
              </a:extLst>
            </p:cNvPr>
            <p:cNvSpPr>
              <a:spLocks noGrp="1"/>
            </p:cNvSpPr>
            <p:nvPr/>
          </p:nvSpPr>
          <p:spPr>
            <a:xfrm>
              <a:off x="645822" y="3341687"/>
              <a:ext cx="47244" cy="3781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8" name="asset_3420_40">
              <a:extLst>
                <a:ext uri="{FF2B5EF4-FFF2-40B4-BE49-F238E27FC236}">
                  <a16:creationId xmlns:a16="http://schemas.microsoft.com/office/drawing/2014/main" id="{12E2975B-BAB3-43A6-9EF7-A7626BADD215}"/>
                </a:ext>
              </a:extLst>
            </p:cNvPr>
            <p:cNvSpPr>
              <a:spLocks noGrp="1"/>
            </p:cNvSpPr>
            <p:nvPr/>
          </p:nvSpPr>
          <p:spPr>
            <a:xfrm>
              <a:off x="720381" y="3301274"/>
              <a:ext cx="41422" cy="3315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09" name="asset_3420_41">
              <a:extLst>
                <a:ext uri="{FF2B5EF4-FFF2-40B4-BE49-F238E27FC236}">
                  <a16:creationId xmlns:a16="http://schemas.microsoft.com/office/drawing/2014/main" id="{E19CABB6-ED67-472A-91EB-F1ABAD22D19C}"/>
                </a:ext>
              </a:extLst>
            </p:cNvPr>
            <p:cNvSpPr>
              <a:spLocks noGrp="1"/>
            </p:cNvSpPr>
            <p:nvPr/>
          </p:nvSpPr>
          <p:spPr>
            <a:xfrm>
              <a:off x="636944" y="3328503"/>
              <a:ext cx="48996" cy="3922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0" name="asset_3420_42">
              <a:extLst>
                <a:ext uri="{FF2B5EF4-FFF2-40B4-BE49-F238E27FC236}">
                  <a16:creationId xmlns:a16="http://schemas.microsoft.com/office/drawing/2014/main" id="{1906A64D-2121-46AC-A25A-38889678E41E}"/>
                </a:ext>
              </a:extLst>
            </p:cNvPr>
            <p:cNvSpPr>
              <a:spLocks noGrp="1"/>
            </p:cNvSpPr>
            <p:nvPr/>
          </p:nvSpPr>
          <p:spPr>
            <a:xfrm>
              <a:off x="692669" y="3297447"/>
              <a:ext cx="40452" cy="3238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1" name="asset_3420_43">
              <a:extLst>
                <a:ext uri="{FF2B5EF4-FFF2-40B4-BE49-F238E27FC236}">
                  <a16:creationId xmlns:a16="http://schemas.microsoft.com/office/drawing/2014/main" id="{0FB0525E-786A-45F9-B471-0F54DE92F0FF}"/>
                </a:ext>
              </a:extLst>
            </p:cNvPr>
            <p:cNvSpPr>
              <a:spLocks noGrp="1"/>
            </p:cNvSpPr>
            <p:nvPr/>
          </p:nvSpPr>
          <p:spPr>
            <a:xfrm>
              <a:off x="688808" y="3344319"/>
              <a:ext cx="29315" cy="234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2" name="asset_3420_44">
              <a:extLst>
                <a:ext uri="{FF2B5EF4-FFF2-40B4-BE49-F238E27FC236}">
                  <a16:creationId xmlns:a16="http://schemas.microsoft.com/office/drawing/2014/main" id="{5A20BBEF-FC1F-4FAF-AFCE-8C4720AAE698}"/>
                </a:ext>
              </a:extLst>
            </p:cNvPr>
            <p:cNvSpPr>
              <a:spLocks noGrp="1"/>
            </p:cNvSpPr>
            <p:nvPr/>
          </p:nvSpPr>
          <p:spPr>
            <a:xfrm>
              <a:off x="706023" y="3290714"/>
              <a:ext cx="39437" cy="315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3" name="asset_3420_45">
              <a:extLst>
                <a:ext uri="{FF2B5EF4-FFF2-40B4-BE49-F238E27FC236}">
                  <a16:creationId xmlns:a16="http://schemas.microsoft.com/office/drawing/2014/main" id="{781A6E54-69BD-40FE-9502-0A30CA2F6117}"/>
                </a:ext>
              </a:extLst>
            </p:cNvPr>
            <p:cNvSpPr>
              <a:spLocks noGrp="1"/>
            </p:cNvSpPr>
            <p:nvPr/>
          </p:nvSpPr>
          <p:spPr>
            <a:xfrm>
              <a:off x="675510" y="3347917"/>
              <a:ext cx="43155" cy="3454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4" name="asset_3420_46">
              <a:extLst>
                <a:ext uri="{FF2B5EF4-FFF2-40B4-BE49-F238E27FC236}">
                  <a16:creationId xmlns:a16="http://schemas.microsoft.com/office/drawing/2014/main" id="{E79C1EB1-D632-46A1-8CAD-4515F2C584AF}"/>
                </a:ext>
              </a:extLst>
            </p:cNvPr>
            <p:cNvSpPr>
              <a:spLocks noGrp="1"/>
            </p:cNvSpPr>
            <p:nvPr/>
          </p:nvSpPr>
          <p:spPr>
            <a:xfrm>
              <a:off x="704669" y="3281389"/>
              <a:ext cx="49958" cy="3999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5" name="asset_3420_47">
              <a:extLst>
                <a:ext uri="{FF2B5EF4-FFF2-40B4-BE49-F238E27FC236}">
                  <a16:creationId xmlns:a16="http://schemas.microsoft.com/office/drawing/2014/main" id="{46421164-8CA8-4E3E-BE64-257D370CD573}"/>
                </a:ext>
              </a:extLst>
            </p:cNvPr>
            <p:cNvSpPr>
              <a:spLocks noGrp="1"/>
            </p:cNvSpPr>
            <p:nvPr/>
          </p:nvSpPr>
          <p:spPr>
            <a:xfrm>
              <a:off x="624570" y="3333124"/>
              <a:ext cx="46055" cy="3686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6" name="asset_3420_48">
              <a:extLst>
                <a:ext uri="{FF2B5EF4-FFF2-40B4-BE49-F238E27FC236}">
                  <a16:creationId xmlns:a16="http://schemas.microsoft.com/office/drawing/2014/main" id="{BC1BB576-D4CA-4CCC-8E60-69AE59B61D64}"/>
                </a:ext>
              </a:extLst>
            </p:cNvPr>
            <p:cNvSpPr>
              <a:spLocks noGrp="1"/>
            </p:cNvSpPr>
            <p:nvPr/>
          </p:nvSpPr>
          <p:spPr>
            <a:xfrm>
              <a:off x="716832" y="3311717"/>
              <a:ext cx="43699" cy="3498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8CB9B0">
                    <a:alpha val="80300"/>
                  </a:srgbClr>
                </a:gs>
                <a:gs pos="100000">
                  <a:srgbClr val="8CB9B0">
                    <a:alpha val="46200"/>
                  </a:srgbClr>
                </a:gs>
              </a:gsLst>
              <a:lin ang="7500000"/>
            </a:gradFill>
            <a:ln w="2100">
              <a:noFill/>
            </a:ln>
            <a:effectLst>
              <a:softEdge rad="4320"/>
            </a:effectLst>
          </p:spPr>
        </p:sp>
        <p:sp>
          <p:nvSpPr>
            <p:cNvPr id="1317" name="asset_3420_49">
              <a:extLst>
                <a:ext uri="{FF2B5EF4-FFF2-40B4-BE49-F238E27FC236}">
                  <a16:creationId xmlns:a16="http://schemas.microsoft.com/office/drawing/2014/main" id="{351617DE-CD9B-45AA-BBFB-A6A70ABD89A9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custGeom>
              <a:avLst/>
              <a:gdLst/>
              <a:ahLst/>
              <a:cxnLst/>
              <a:rect l="0" t="0" r="0" b="0"/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2100">
              <a:solidFill>
                <a:srgbClr val="8AB3D9"/>
              </a:solidFill>
            </a:ln>
          </p:spPr>
        </p:sp>
      </p:grpSp>
      <p:pic>
        <p:nvPicPr>
          <p:cNvPr id="1318" name="a | 56-channel tensor stack" descr="Synthetic voxel-grid density schematic">
            <a:extLst>
              <a:ext uri="{FF2B5EF4-FFF2-40B4-BE49-F238E27FC236}">
                <a16:creationId xmlns:a16="http://schemas.microsoft.com/office/drawing/2014/main" id="{7287F061-8D15-65D6-4058-DB8AC064F98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546335" y="2762108"/>
            <a:ext cx="343801" cy="237886"/>
          </a:xfrm>
          <a:prstGeom prst="rect">
            <a:avLst/>
          </a:prstGeom>
        </p:spPr>
      </p:pic>
      <p:grpSp>
        <p:nvGrpSpPr>
          <p:cNvPr id="1319" name="a | receptor atom cloud">
            <a:extLst>
              <a:ext uri="{FF2B5EF4-FFF2-40B4-BE49-F238E27FC236}">
                <a16:creationId xmlns:a16="http://schemas.microsoft.com/office/drawing/2014/main" id="{F74A3FCC-BD72-26D1-B6AE-B9FEF9BC2A6B}"/>
              </a:ext>
            </a:extLst>
          </p:cNvPr>
          <p:cNvGrpSpPr/>
          <p:nvPr/>
        </p:nvGrpSpPr>
        <p:grpSpPr>
          <a:xfrm>
            <a:off x="1480189" y="3442117"/>
            <a:ext cx="164024" cy="174466"/>
            <a:chOff x="169875" y="4807960"/>
            <a:chExt cx="229109" cy="243694"/>
          </a:xfrm>
        </p:grpSpPr>
        <p:sp>
          <p:nvSpPr>
            <p:cNvPr id="1320" name="asset_3422_0">
              <a:extLst>
                <a:ext uri="{FF2B5EF4-FFF2-40B4-BE49-F238E27FC236}">
                  <a16:creationId xmlns:a16="http://schemas.microsoft.com/office/drawing/2014/main" id="{ACF2FD45-5812-759F-5A96-387C77A814BB}"/>
                </a:ext>
              </a:extLst>
            </p:cNvPr>
            <p:cNvSpPr>
              <a:spLocks noGrp="1"/>
            </p:cNvSpPr>
            <p:nvPr/>
          </p:nvSpPr>
          <p:spPr>
            <a:xfrm>
              <a:off x="231052" y="4952240"/>
              <a:ext cx="50740" cy="5074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21" name="asset_3422_1">
              <a:extLst>
                <a:ext uri="{FF2B5EF4-FFF2-40B4-BE49-F238E27FC236}">
                  <a16:creationId xmlns:a16="http://schemas.microsoft.com/office/drawing/2014/main" id="{55079865-42D3-C677-C2BF-1713FCCC1437}"/>
                </a:ext>
              </a:extLst>
            </p:cNvPr>
            <p:cNvSpPr>
              <a:spLocks noGrp="1"/>
            </p:cNvSpPr>
            <p:nvPr/>
          </p:nvSpPr>
          <p:spPr>
            <a:xfrm>
              <a:off x="241961" y="4961881"/>
              <a:ext cx="16490" cy="96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22" name="asset_3422_2">
              <a:extLst>
                <a:ext uri="{FF2B5EF4-FFF2-40B4-BE49-F238E27FC236}">
                  <a16:creationId xmlns:a16="http://schemas.microsoft.com/office/drawing/2014/main" id="{7171C0AD-7D89-E1AD-C713-AEF7B9481C73}"/>
                </a:ext>
              </a:extLst>
            </p:cNvPr>
            <p:cNvSpPr>
              <a:spLocks noGrp="1"/>
            </p:cNvSpPr>
            <p:nvPr/>
          </p:nvSpPr>
          <p:spPr>
            <a:xfrm>
              <a:off x="257492" y="4890552"/>
              <a:ext cx="45016" cy="4501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23" name="asset_3422_3">
              <a:extLst>
                <a:ext uri="{FF2B5EF4-FFF2-40B4-BE49-F238E27FC236}">
                  <a16:creationId xmlns:a16="http://schemas.microsoft.com/office/drawing/2014/main" id="{8E5F53DA-EBD1-CB8F-E41F-F6FD7C9405F3}"/>
                </a:ext>
              </a:extLst>
            </p:cNvPr>
            <p:cNvSpPr>
              <a:spLocks noGrp="1"/>
            </p:cNvSpPr>
            <p:nvPr/>
          </p:nvSpPr>
          <p:spPr>
            <a:xfrm>
              <a:off x="267171" y="4899105"/>
              <a:ext cx="14630" cy="85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24" name="asset_3422_4">
              <a:extLst>
                <a:ext uri="{FF2B5EF4-FFF2-40B4-BE49-F238E27FC236}">
                  <a16:creationId xmlns:a16="http://schemas.microsoft.com/office/drawing/2014/main" id="{6E3017C2-1F82-0DEC-BA19-262A2880D659}"/>
                </a:ext>
              </a:extLst>
            </p:cNvPr>
            <p:cNvSpPr>
              <a:spLocks noGrp="1"/>
            </p:cNvSpPr>
            <p:nvPr/>
          </p:nvSpPr>
          <p:spPr>
            <a:xfrm>
              <a:off x="341683" y="4917382"/>
              <a:ext cx="49251" cy="4925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25" name="asset_3422_5">
              <a:extLst>
                <a:ext uri="{FF2B5EF4-FFF2-40B4-BE49-F238E27FC236}">
                  <a16:creationId xmlns:a16="http://schemas.microsoft.com/office/drawing/2014/main" id="{AD0B7A36-4B45-D76D-5300-517F0705ED41}"/>
                </a:ext>
              </a:extLst>
            </p:cNvPr>
            <p:cNvSpPr>
              <a:spLocks noGrp="1"/>
            </p:cNvSpPr>
            <p:nvPr/>
          </p:nvSpPr>
          <p:spPr>
            <a:xfrm>
              <a:off x="352272" y="4926740"/>
              <a:ext cx="16007" cy="93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26" name="asset_3422_6">
              <a:extLst>
                <a:ext uri="{FF2B5EF4-FFF2-40B4-BE49-F238E27FC236}">
                  <a16:creationId xmlns:a16="http://schemas.microsoft.com/office/drawing/2014/main" id="{4C4F4414-17C2-BBB3-9157-86F02F10A4A9}"/>
                </a:ext>
              </a:extLst>
            </p:cNvPr>
            <p:cNvSpPr>
              <a:spLocks noGrp="1"/>
            </p:cNvSpPr>
            <p:nvPr/>
          </p:nvSpPr>
          <p:spPr>
            <a:xfrm>
              <a:off x="271855" y="4975772"/>
              <a:ext cx="36195" cy="3619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27" name="asset_3422_7">
              <a:extLst>
                <a:ext uri="{FF2B5EF4-FFF2-40B4-BE49-F238E27FC236}">
                  <a16:creationId xmlns:a16="http://schemas.microsoft.com/office/drawing/2014/main" id="{1956429C-A303-4B13-0AED-D3A467174BFF}"/>
                </a:ext>
              </a:extLst>
            </p:cNvPr>
            <p:cNvSpPr>
              <a:spLocks noGrp="1"/>
            </p:cNvSpPr>
            <p:nvPr/>
          </p:nvSpPr>
          <p:spPr>
            <a:xfrm>
              <a:off x="279637" y="4982649"/>
              <a:ext cx="11764" cy="68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28" name="asset_3422_8">
              <a:extLst>
                <a:ext uri="{FF2B5EF4-FFF2-40B4-BE49-F238E27FC236}">
                  <a16:creationId xmlns:a16="http://schemas.microsoft.com/office/drawing/2014/main" id="{9B80EDB8-6E96-A11A-06EB-183694AC7664}"/>
                </a:ext>
              </a:extLst>
            </p:cNvPr>
            <p:cNvSpPr>
              <a:spLocks noGrp="1"/>
            </p:cNvSpPr>
            <p:nvPr/>
          </p:nvSpPr>
          <p:spPr>
            <a:xfrm>
              <a:off x="189829" y="4978084"/>
              <a:ext cx="46368" cy="4636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29" name="asset_3422_9">
              <a:extLst>
                <a:ext uri="{FF2B5EF4-FFF2-40B4-BE49-F238E27FC236}">
                  <a16:creationId xmlns:a16="http://schemas.microsoft.com/office/drawing/2014/main" id="{CF523F68-234C-05FF-1627-D79E0B1D337C}"/>
                </a:ext>
              </a:extLst>
            </p:cNvPr>
            <p:cNvSpPr>
              <a:spLocks noGrp="1"/>
            </p:cNvSpPr>
            <p:nvPr/>
          </p:nvSpPr>
          <p:spPr>
            <a:xfrm>
              <a:off x="199798" y="4986894"/>
              <a:ext cx="15070" cy="881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30" name="asset_3422_10">
              <a:extLst>
                <a:ext uri="{FF2B5EF4-FFF2-40B4-BE49-F238E27FC236}">
                  <a16:creationId xmlns:a16="http://schemas.microsoft.com/office/drawing/2014/main" id="{4A9D88E9-2993-19D5-B015-B833DECC7F1A}"/>
                </a:ext>
              </a:extLst>
            </p:cNvPr>
            <p:cNvSpPr>
              <a:spLocks noGrp="1"/>
            </p:cNvSpPr>
            <p:nvPr/>
          </p:nvSpPr>
          <p:spPr>
            <a:xfrm>
              <a:off x="225545" y="5013901"/>
              <a:ext cx="33003" cy="33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31" name="asset_3422_11">
              <a:extLst>
                <a:ext uri="{FF2B5EF4-FFF2-40B4-BE49-F238E27FC236}">
                  <a16:creationId xmlns:a16="http://schemas.microsoft.com/office/drawing/2014/main" id="{601983D3-9E52-1E47-7E7A-B07040CD24BC}"/>
                </a:ext>
              </a:extLst>
            </p:cNvPr>
            <p:cNvSpPr>
              <a:spLocks noGrp="1"/>
            </p:cNvSpPr>
            <p:nvPr/>
          </p:nvSpPr>
          <p:spPr>
            <a:xfrm>
              <a:off x="232640" y="5020172"/>
              <a:ext cx="10726" cy="627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32" name="asset_3422_12">
              <a:extLst>
                <a:ext uri="{FF2B5EF4-FFF2-40B4-BE49-F238E27FC236}">
                  <a16:creationId xmlns:a16="http://schemas.microsoft.com/office/drawing/2014/main" id="{EF9FD7CA-4CDE-2761-80DE-677269A8603B}"/>
                </a:ext>
              </a:extLst>
            </p:cNvPr>
            <p:cNvSpPr>
              <a:spLocks noGrp="1"/>
            </p:cNvSpPr>
            <p:nvPr/>
          </p:nvSpPr>
          <p:spPr>
            <a:xfrm>
              <a:off x="202899" y="4919795"/>
              <a:ext cx="44462" cy="444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33" name="asset_3422_13">
              <a:extLst>
                <a:ext uri="{FF2B5EF4-FFF2-40B4-BE49-F238E27FC236}">
                  <a16:creationId xmlns:a16="http://schemas.microsoft.com/office/drawing/2014/main" id="{52453685-3009-67E9-3DB3-28761AFCA070}"/>
                </a:ext>
              </a:extLst>
            </p:cNvPr>
            <p:cNvSpPr>
              <a:spLocks noGrp="1"/>
            </p:cNvSpPr>
            <p:nvPr/>
          </p:nvSpPr>
          <p:spPr>
            <a:xfrm>
              <a:off x="212458" y="4928243"/>
              <a:ext cx="14450" cy="84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34" name="asset_3422_14">
              <a:extLst>
                <a:ext uri="{FF2B5EF4-FFF2-40B4-BE49-F238E27FC236}">
                  <a16:creationId xmlns:a16="http://schemas.microsoft.com/office/drawing/2014/main" id="{69A697E6-D023-D641-916D-7C3C9B643472}"/>
                </a:ext>
              </a:extLst>
            </p:cNvPr>
            <p:cNvSpPr>
              <a:spLocks noGrp="1"/>
            </p:cNvSpPr>
            <p:nvPr/>
          </p:nvSpPr>
          <p:spPr>
            <a:xfrm>
              <a:off x="248117" y="4866798"/>
              <a:ext cx="41123" cy="411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35" name="asset_3422_15">
              <a:extLst>
                <a:ext uri="{FF2B5EF4-FFF2-40B4-BE49-F238E27FC236}">
                  <a16:creationId xmlns:a16="http://schemas.microsoft.com/office/drawing/2014/main" id="{AC97809E-7277-F83F-A74A-9B9AEF8F58F2}"/>
                </a:ext>
              </a:extLst>
            </p:cNvPr>
            <p:cNvSpPr>
              <a:spLocks noGrp="1"/>
            </p:cNvSpPr>
            <p:nvPr/>
          </p:nvSpPr>
          <p:spPr>
            <a:xfrm>
              <a:off x="256958" y="4874611"/>
              <a:ext cx="13365" cy="78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36" name="asset_3422_16">
              <a:extLst>
                <a:ext uri="{FF2B5EF4-FFF2-40B4-BE49-F238E27FC236}">
                  <a16:creationId xmlns:a16="http://schemas.microsoft.com/office/drawing/2014/main" id="{9C87B84D-E780-917F-4BCF-48D4EB2B2E77}"/>
                </a:ext>
              </a:extLst>
            </p:cNvPr>
            <p:cNvSpPr>
              <a:spLocks noGrp="1"/>
            </p:cNvSpPr>
            <p:nvPr/>
          </p:nvSpPr>
          <p:spPr>
            <a:xfrm>
              <a:off x="297907" y="4941502"/>
              <a:ext cx="42220" cy="422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37" name="asset_3422_17">
              <a:extLst>
                <a:ext uri="{FF2B5EF4-FFF2-40B4-BE49-F238E27FC236}">
                  <a16:creationId xmlns:a16="http://schemas.microsoft.com/office/drawing/2014/main" id="{1530846F-3332-6F3B-D169-176F7D0C4BD5}"/>
                </a:ext>
              </a:extLst>
            </p:cNvPr>
            <p:cNvSpPr>
              <a:spLocks noGrp="1"/>
            </p:cNvSpPr>
            <p:nvPr/>
          </p:nvSpPr>
          <p:spPr>
            <a:xfrm>
              <a:off x="306984" y="4949524"/>
              <a:ext cx="13721" cy="80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38" name="asset_3422_18">
              <a:extLst>
                <a:ext uri="{FF2B5EF4-FFF2-40B4-BE49-F238E27FC236}">
                  <a16:creationId xmlns:a16="http://schemas.microsoft.com/office/drawing/2014/main" id="{A49C83E0-A2EE-E231-658B-E200EA71D872}"/>
                </a:ext>
              </a:extLst>
            </p:cNvPr>
            <p:cNvSpPr>
              <a:spLocks noGrp="1"/>
            </p:cNvSpPr>
            <p:nvPr/>
          </p:nvSpPr>
          <p:spPr>
            <a:xfrm>
              <a:off x="197886" y="4901933"/>
              <a:ext cx="33418" cy="334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39" name="asset_3422_19">
              <a:extLst>
                <a:ext uri="{FF2B5EF4-FFF2-40B4-BE49-F238E27FC236}">
                  <a16:creationId xmlns:a16="http://schemas.microsoft.com/office/drawing/2014/main" id="{E9CEF760-F2C3-F390-1668-963AC8B62D79}"/>
                </a:ext>
              </a:extLst>
            </p:cNvPr>
            <p:cNvSpPr>
              <a:spLocks noGrp="1"/>
            </p:cNvSpPr>
            <p:nvPr/>
          </p:nvSpPr>
          <p:spPr>
            <a:xfrm>
              <a:off x="205071" y="4908282"/>
              <a:ext cx="10861" cy="63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40" name="asset_3422_20">
              <a:extLst>
                <a:ext uri="{FF2B5EF4-FFF2-40B4-BE49-F238E27FC236}">
                  <a16:creationId xmlns:a16="http://schemas.microsoft.com/office/drawing/2014/main" id="{7056093D-7C44-73BB-4545-31AFF856C4FD}"/>
                </a:ext>
              </a:extLst>
            </p:cNvPr>
            <p:cNvSpPr>
              <a:spLocks noGrp="1"/>
            </p:cNvSpPr>
            <p:nvPr/>
          </p:nvSpPr>
          <p:spPr>
            <a:xfrm>
              <a:off x="245477" y="4933298"/>
              <a:ext cx="48764" cy="487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41" name="asset_3422_21">
              <a:extLst>
                <a:ext uri="{FF2B5EF4-FFF2-40B4-BE49-F238E27FC236}">
                  <a16:creationId xmlns:a16="http://schemas.microsoft.com/office/drawing/2014/main" id="{1B196C74-08E0-74C2-1772-357BA72C4EBA}"/>
                </a:ext>
              </a:extLst>
            </p:cNvPr>
            <p:cNvSpPr>
              <a:spLocks noGrp="1"/>
            </p:cNvSpPr>
            <p:nvPr/>
          </p:nvSpPr>
          <p:spPr>
            <a:xfrm>
              <a:off x="255962" y="4942563"/>
              <a:ext cx="15848" cy="92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42" name="asset_3422_22">
              <a:extLst>
                <a:ext uri="{FF2B5EF4-FFF2-40B4-BE49-F238E27FC236}">
                  <a16:creationId xmlns:a16="http://schemas.microsoft.com/office/drawing/2014/main" id="{AEDCAA44-5091-3DBD-591B-7F3EFA6F12B2}"/>
                </a:ext>
              </a:extLst>
            </p:cNvPr>
            <p:cNvSpPr>
              <a:spLocks noGrp="1"/>
            </p:cNvSpPr>
            <p:nvPr/>
          </p:nvSpPr>
          <p:spPr>
            <a:xfrm>
              <a:off x="264633" y="4948569"/>
              <a:ext cx="40342" cy="4034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43" name="asset_3422_23">
              <a:extLst>
                <a:ext uri="{FF2B5EF4-FFF2-40B4-BE49-F238E27FC236}">
                  <a16:creationId xmlns:a16="http://schemas.microsoft.com/office/drawing/2014/main" id="{B36C2AA8-52A3-BB47-A1EB-B3880C36DAE1}"/>
                </a:ext>
              </a:extLst>
            </p:cNvPr>
            <p:cNvSpPr>
              <a:spLocks noGrp="1"/>
            </p:cNvSpPr>
            <p:nvPr/>
          </p:nvSpPr>
          <p:spPr>
            <a:xfrm>
              <a:off x="273306" y="4956234"/>
              <a:ext cx="13111" cy="76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44" name="asset_3422_24">
              <a:extLst>
                <a:ext uri="{FF2B5EF4-FFF2-40B4-BE49-F238E27FC236}">
                  <a16:creationId xmlns:a16="http://schemas.microsoft.com/office/drawing/2014/main" id="{AD021490-DF7A-6A66-BE06-26F597627320}"/>
                </a:ext>
              </a:extLst>
            </p:cNvPr>
            <p:cNvSpPr>
              <a:spLocks noGrp="1"/>
            </p:cNvSpPr>
            <p:nvPr/>
          </p:nvSpPr>
          <p:spPr>
            <a:xfrm>
              <a:off x="230598" y="4889071"/>
              <a:ext cx="32512" cy="3251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45" name="asset_3422_25">
              <a:extLst>
                <a:ext uri="{FF2B5EF4-FFF2-40B4-BE49-F238E27FC236}">
                  <a16:creationId xmlns:a16="http://schemas.microsoft.com/office/drawing/2014/main" id="{A4588BE7-F1A9-807B-DB52-8B51C8E5F39F}"/>
                </a:ext>
              </a:extLst>
            </p:cNvPr>
            <p:cNvSpPr>
              <a:spLocks noGrp="1"/>
            </p:cNvSpPr>
            <p:nvPr/>
          </p:nvSpPr>
          <p:spPr>
            <a:xfrm>
              <a:off x="237588" y="4895249"/>
              <a:ext cx="10566" cy="61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46" name="asset_3422_26">
              <a:extLst>
                <a:ext uri="{FF2B5EF4-FFF2-40B4-BE49-F238E27FC236}">
                  <a16:creationId xmlns:a16="http://schemas.microsoft.com/office/drawing/2014/main" id="{EF525F55-E473-BB6A-4B12-1708738A451D}"/>
                </a:ext>
              </a:extLst>
            </p:cNvPr>
            <p:cNvSpPr>
              <a:spLocks noGrp="1"/>
            </p:cNvSpPr>
            <p:nvPr/>
          </p:nvSpPr>
          <p:spPr>
            <a:xfrm>
              <a:off x="301686" y="4928199"/>
              <a:ext cx="31620" cy="316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47" name="asset_3422_27">
              <a:extLst>
                <a:ext uri="{FF2B5EF4-FFF2-40B4-BE49-F238E27FC236}">
                  <a16:creationId xmlns:a16="http://schemas.microsoft.com/office/drawing/2014/main" id="{FAC073C9-7858-2063-3FC1-55A9F1287394}"/>
                </a:ext>
              </a:extLst>
            </p:cNvPr>
            <p:cNvSpPr>
              <a:spLocks noGrp="1"/>
            </p:cNvSpPr>
            <p:nvPr/>
          </p:nvSpPr>
          <p:spPr>
            <a:xfrm>
              <a:off x="308484" y="4934207"/>
              <a:ext cx="10277" cy="600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48" name="asset_3422_28">
              <a:extLst>
                <a:ext uri="{FF2B5EF4-FFF2-40B4-BE49-F238E27FC236}">
                  <a16:creationId xmlns:a16="http://schemas.microsoft.com/office/drawing/2014/main" id="{2C9CF4D3-A22B-A72B-EF6A-DE97D5B26228}"/>
                </a:ext>
              </a:extLst>
            </p:cNvPr>
            <p:cNvSpPr>
              <a:spLocks noGrp="1"/>
            </p:cNvSpPr>
            <p:nvPr/>
          </p:nvSpPr>
          <p:spPr>
            <a:xfrm>
              <a:off x="188764" y="4922985"/>
              <a:ext cx="37593" cy="375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49" name="asset_3422_29">
              <a:extLst>
                <a:ext uri="{FF2B5EF4-FFF2-40B4-BE49-F238E27FC236}">
                  <a16:creationId xmlns:a16="http://schemas.microsoft.com/office/drawing/2014/main" id="{4339CC24-1181-B2DA-F380-C865CE6EB33D}"/>
                </a:ext>
              </a:extLst>
            </p:cNvPr>
            <p:cNvSpPr>
              <a:spLocks noGrp="1"/>
            </p:cNvSpPr>
            <p:nvPr/>
          </p:nvSpPr>
          <p:spPr>
            <a:xfrm>
              <a:off x="196847" y="4930127"/>
              <a:ext cx="12218" cy="714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50" name="asset_3422_30">
              <a:extLst>
                <a:ext uri="{FF2B5EF4-FFF2-40B4-BE49-F238E27FC236}">
                  <a16:creationId xmlns:a16="http://schemas.microsoft.com/office/drawing/2014/main" id="{077C978E-F309-5BAE-79A0-936D9EF27E43}"/>
                </a:ext>
              </a:extLst>
            </p:cNvPr>
            <p:cNvSpPr>
              <a:spLocks noGrp="1"/>
            </p:cNvSpPr>
            <p:nvPr/>
          </p:nvSpPr>
          <p:spPr>
            <a:xfrm>
              <a:off x="218174" y="4997359"/>
              <a:ext cx="31164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51" name="asset_3422_31">
              <a:extLst>
                <a:ext uri="{FF2B5EF4-FFF2-40B4-BE49-F238E27FC236}">
                  <a16:creationId xmlns:a16="http://schemas.microsoft.com/office/drawing/2014/main" id="{40CD83CF-5A4F-5ADA-6D37-6DC86BFF1EAE}"/>
                </a:ext>
              </a:extLst>
            </p:cNvPr>
            <p:cNvSpPr>
              <a:spLocks noGrp="1"/>
            </p:cNvSpPr>
            <p:nvPr/>
          </p:nvSpPr>
          <p:spPr>
            <a:xfrm>
              <a:off x="224874" y="5003280"/>
              <a:ext cx="10128" cy="59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52" name="asset_3422_32">
              <a:extLst>
                <a:ext uri="{FF2B5EF4-FFF2-40B4-BE49-F238E27FC236}">
                  <a16:creationId xmlns:a16="http://schemas.microsoft.com/office/drawing/2014/main" id="{D1D86BA7-21BC-C658-7ABC-7E2800F635DF}"/>
                </a:ext>
              </a:extLst>
            </p:cNvPr>
            <p:cNvSpPr>
              <a:spLocks noGrp="1"/>
            </p:cNvSpPr>
            <p:nvPr/>
          </p:nvSpPr>
          <p:spPr>
            <a:xfrm>
              <a:off x="291333" y="4860690"/>
              <a:ext cx="35713" cy="35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53" name="asset_3422_33">
              <a:extLst>
                <a:ext uri="{FF2B5EF4-FFF2-40B4-BE49-F238E27FC236}">
                  <a16:creationId xmlns:a16="http://schemas.microsoft.com/office/drawing/2014/main" id="{3D56089D-89CA-E8F6-BD24-E31FF0B1673B}"/>
                </a:ext>
              </a:extLst>
            </p:cNvPr>
            <p:cNvSpPr>
              <a:spLocks noGrp="1"/>
            </p:cNvSpPr>
            <p:nvPr/>
          </p:nvSpPr>
          <p:spPr>
            <a:xfrm>
              <a:off x="299012" y="4867475"/>
              <a:ext cx="11607" cy="678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54" name="asset_3422_34">
              <a:extLst>
                <a:ext uri="{FF2B5EF4-FFF2-40B4-BE49-F238E27FC236}">
                  <a16:creationId xmlns:a16="http://schemas.microsoft.com/office/drawing/2014/main" id="{13269EEF-EE14-C014-7BBC-90B612509955}"/>
                </a:ext>
              </a:extLst>
            </p:cNvPr>
            <p:cNvSpPr>
              <a:spLocks noGrp="1"/>
            </p:cNvSpPr>
            <p:nvPr/>
          </p:nvSpPr>
          <p:spPr>
            <a:xfrm>
              <a:off x="190779" y="4973792"/>
              <a:ext cx="35794" cy="3579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55" name="asset_3422_35">
              <a:extLst>
                <a:ext uri="{FF2B5EF4-FFF2-40B4-BE49-F238E27FC236}">
                  <a16:creationId xmlns:a16="http://schemas.microsoft.com/office/drawing/2014/main" id="{660BB2F7-E70F-8FBC-9FB6-39F09B45A36D}"/>
                </a:ext>
              </a:extLst>
            </p:cNvPr>
            <p:cNvSpPr>
              <a:spLocks noGrp="1"/>
            </p:cNvSpPr>
            <p:nvPr/>
          </p:nvSpPr>
          <p:spPr>
            <a:xfrm>
              <a:off x="198475" y="4980593"/>
              <a:ext cx="11633" cy="680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56" name="asset_3422_36">
              <a:extLst>
                <a:ext uri="{FF2B5EF4-FFF2-40B4-BE49-F238E27FC236}">
                  <a16:creationId xmlns:a16="http://schemas.microsoft.com/office/drawing/2014/main" id="{5C2E263D-6E8A-DF33-5BAB-35F5A2C5F251}"/>
                </a:ext>
              </a:extLst>
            </p:cNvPr>
            <p:cNvSpPr>
              <a:spLocks noGrp="1"/>
            </p:cNvSpPr>
            <p:nvPr/>
          </p:nvSpPr>
          <p:spPr>
            <a:xfrm>
              <a:off x="225392" y="4818090"/>
              <a:ext cx="40954" cy="4095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57" name="asset_3422_37">
              <a:extLst>
                <a:ext uri="{FF2B5EF4-FFF2-40B4-BE49-F238E27FC236}">
                  <a16:creationId xmlns:a16="http://schemas.microsoft.com/office/drawing/2014/main" id="{A870849F-ECC8-5872-6923-6C13804AE340}"/>
                </a:ext>
              </a:extLst>
            </p:cNvPr>
            <p:cNvSpPr>
              <a:spLocks noGrp="1"/>
            </p:cNvSpPr>
            <p:nvPr/>
          </p:nvSpPr>
          <p:spPr>
            <a:xfrm>
              <a:off x="234197" y="4825872"/>
              <a:ext cx="13310" cy="778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58" name="asset_3422_38">
              <a:extLst>
                <a:ext uri="{FF2B5EF4-FFF2-40B4-BE49-F238E27FC236}">
                  <a16:creationId xmlns:a16="http://schemas.microsoft.com/office/drawing/2014/main" id="{AAFC3371-F314-0C8A-2D26-93DB33BF9511}"/>
                </a:ext>
              </a:extLst>
            </p:cNvPr>
            <p:cNvSpPr>
              <a:spLocks noGrp="1"/>
            </p:cNvSpPr>
            <p:nvPr/>
          </p:nvSpPr>
          <p:spPr>
            <a:xfrm>
              <a:off x="202785" y="4934968"/>
              <a:ext cx="44618" cy="446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59" name="asset_3422_39">
              <a:extLst>
                <a:ext uri="{FF2B5EF4-FFF2-40B4-BE49-F238E27FC236}">
                  <a16:creationId xmlns:a16="http://schemas.microsoft.com/office/drawing/2014/main" id="{BD72A813-458E-DB8C-209B-ED44600E60CB}"/>
                </a:ext>
              </a:extLst>
            </p:cNvPr>
            <p:cNvSpPr>
              <a:spLocks noGrp="1"/>
            </p:cNvSpPr>
            <p:nvPr/>
          </p:nvSpPr>
          <p:spPr>
            <a:xfrm>
              <a:off x="212377" y="4943445"/>
              <a:ext cx="14501" cy="84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60" name="asset_3422_40">
              <a:extLst>
                <a:ext uri="{FF2B5EF4-FFF2-40B4-BE49-F238E27FC236}">
                  <a16:creationId xmlns:a16="http://schemas.microsoft.com/office/drawing/2014/main" id="{5274F46A-89A9-E068-374C-E1DCAFE1E6F7}"/>
                </a:ext>
              </a:extLst>
            </p:cNvPr>
            <p:cNvSpPr>
              <a:spLocks noGrp="1"/>
            </p:cNvSpPr>
            <p:nvPr/>
          </p:nvSpPr>
          <p:spPr>
            <a:xfrm>
              <a:off x="338599" y="4889037"/>
              <a:ext cx="31138" cy="3113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61" name="asset_3422_41">
              <a:extLst>
                <a:ext uri="{FF2B5EF4-FFF2-40B4-BE49-F238E27FC236}">
                  <a16:creationId xmlns:a16="http://schemas.microsoft.com/office/drawing/2014/main" id="{167DD92E-7EB5-65B3-3589-E51172090FEC}"/>
                </a:ext>
              </a:extLst>
            </p:cNvPr>
            <p:cNvSpPr>
              <a:spLocks noGrp="1"/>
            </p:cNvSpPr>
            <p:nvPr/>
          </p:nvSpPr>
          <p:spPr>
            <a:xfrm>
              <a:off x="345294" y="4894953"/>
              <a:ext cx="10120" cy="591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62" name="asset_3422_42">
              <a:extLst>
                <a:ext uri="{FF2B5EF4-FFF2-40B4-BE49-F238E27FC236}">
                  <a16:creationId xmlns:a16="http://schemas.microsoft.com/office/drawing/2014/main" id="{BF83F7AA-47B4-3838-E342-7B1C73E00473}"/>
                </a:ext>
              </a:extLst>
            </p:cNvPr>
            <p:cNvSpPr>
              <a:spLocks noGrp="1"/>
            </p:cNvSpPr>
            <p:nvPr/>
          </p:nvSpPr>
          <p:spPr>
            <a:xfrm>
              <a:off x="320967" y="4999928"/>
              <a:ext cx="43221" cy="4322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63" name="asset_3422_43">
              <a:extLst>
                <a:ext uri="{FF2B5EF4-FFF2-40B4-BE49-F238E27FC236}">
                  <a16:creationId xmlns:a16="http://schemas.microsoft.com/office/drawing/2014/main" id="{B56296FE-EF96-50A6-278B-9F12F8099985}"/>
                </a:ext>
              </a:extLst>
            </p:cNvPr>
            <p:cNvSpPr>
              <a:spLocks noGrp="1"/>
            </p:cNvSpPr>
            <p:nvPr/>
          </p:nvSpPr>
          <p:spPr>
            <a:xfrm>
              <a:off x="330259" y="5008140"/>
              <a:ext cx="14047" cy="821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64" name="asset_3422_44">
              <a:extLst>
                <a:ext uri="{FF2B5EF4-FFF2-40B4-BE49-F238E27FC236}">
                  <a16:creationId xmlns:a16="http://schemas.microsoft.com/office/drawing/2014/main" id="{DEF89A4A-63B2-98BA-BC0D-71B77242DF0C}"/>
                </a:ext>
              </a:extLst>
            </p:cNvPr>
            <p:cNvSpPr>
              <a:spLocks noGrp="1"/>
            </p:cNvSpPr>
            <p:nvPr/>
          </p:nvSpPr>
          <p:spPr>
            <a:xfrm>
              <a:off x="350970" y="4966161"/>
              <a:ext cx="35562" cy="355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65" name="asset_3422_45">
              <a:extLst>
                <a:ext uri="{FF2B5EF4-FFF2-40B4-BE49-F238E27FC236}">
                  <a16:creationId xmlns:a16="http://schemas.microsoft.com/office/drawing/2014/main" id="{1DB842C2-D35C-AE28-25B6-490A9A6DEE3F}"/>
                </a:ext>
              </a:extLst>
            </p:cNvPr>
            <p:cNvSpPr>
              <a:spLocks noGrp="1"/>
            </p:cNvSpPr>
            <p:nvPr/>
          </p:nvSpPr>
          <p:spPr>
            <a:xfrm>
              <a:off x="358616" y="4972917"/>
              <a:ext cx="11558" cy="67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66" name="asset_3422_46">
              <a:extLst>
                <a:ext uri="{FF2B5EF4-FFF2-40B4-BE49-F238E27FC236}">
                  <a16:creationId xmlns:a16="http://schemas.microsoft.com/office/drawing/2014/main" id="{02C81F11-43A1-A876-3305-0436CF283F37}"/>
                </a:ext>
              </a:extLst>
            </p:cNvPr>
            <p:cNvSpPr>
              <a:spLocks noGrp="1"/>
            </p:cNvSpPr>
            <p:nvPr/>
          </p:nvSpPr>
          <p:spPr>
            <a:xfrm>
              <a:off x="218758" y="4839345"/>
              <a:ext cx="38113" cy="381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67" name="asset_3422_47">
              <a:extLst>
                <a:ext uri="{FF2B5EF4-FFF2-40B4-BE49-F238E27FC236}">
                  <a16:creationId xmlns:a16="http://schemas.microsoft.com/office/drawing/2014/main" id="{5F933E82-BE9C-FA10-0B49-D2CCD29071ED}"/>
                </a:ext>
              </a:extLst>
            </p:cNvPr>
            <p:cNvSpPr>
              <a:spLocks noGrp="1"/>
            </p:cNvSpPr>
            <p:nvPr/>
          </p:nvSpPr>
          <p:spPr>
            <a:xfrm>
              <a:off x="226952" y="4846587"/>
              <a:ext cx="12387" cy="72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68" name="asset_3422_48">
              <a:extLst>
                <a:ext uri="{FF2B5EF4-FFF2-40B4-BE49-F238E27FC236}">
                  <a16:creationId xmlns:a16="http://schemas.microsoft.com/office/drawing/2014/main" id="{3A41F4F8-1186-49C7-1DD1-0B4B311B7DB0}"/>
                </a:ext>
              </a:extLst>
            </p:cNvPr>
            <p:cNvSpPr>
              <a:spLocks noGrp="1"/>
            </p:cNvSpPr>
            <p:nvPr/>
          </p:nvSpPr>
          <p:spPr>
            <a:xfrm>
              <a:off x="341389" y="4932820"/>
              <a:ext cx="34691" cy="3469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69" name="asset_3422_49">
              <a:extLst>
                <a:ext uri="{FF2B5EF4-FFF2-40B4-BE49-F238E27FC236}">
                  <a16:creationId xmlns:a16="http://schemas.microsoft.com/office/drawing/2014/main" id="{A35A991F-81FF-0E7A-D00D-848EA888A991}"/>
                </a:ext>
              </a:extLst>
            </p:cNvPr>
            <p:cNvSpPr>
              <a:spLocks noGrp="1"/>
            </p:cNvSpPr>
            <p:nvPr/>
          </p:nvSpPr>
          <p:spPr>
            <a:xfrm>
              <a:off x="348848" y="4939412"/>
              <a:ext cx="11275" cy="659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70" name="asset_3422_50">
              <a:extLst>
                <a:ext uri="{FF2B5EF4-FFF2-40B4-BE49-F238E27FC236}">
                  <a16:creationId xmlns:a16="http://schemas.microsoft.com/office/drawing/2014/main" id="{E7F36E5B-E5D5-072B-8145-CE94A2DF7776}"/>
                </a:ext>
              </a:extLst>
            </p:cNvPr>
            <p:cNvSpPr>
              <a:spLocks noGrp="1"/>
            </p:cNvSpPr>
            <p:nvPr/>
          </p:nvSpPr>
          <p:spPr>
            <a:xfrm>
              <a:off x="216428" y="4994121"/>
              <a:ext cx="37106" cy="3710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71" name="asset_3422_51">
              <a:extLst>
                <a:ext uri="{FF2B5EF4-FFF2-40B4-BE49-F238E27FC236}">
                  <a16:creationId xmlns:a16="http://schemas.microsoft.com/office/drawing/2014/main" id="{6935ED76-18CA-F8C7-5728-A29FCAB7A6FC}"/>
                </a:ext>
              </a:extLst>
            </p:cNvPr>
            <p:cNvSpPr>
              <a:spLocks noGrp="1"/>
            </p:cNvSpPr>
            <p:nvPr/>
          </p:nvSpPr>
          <p:spPr>
            <a:xfrm>
              <a:off x="224406" y="5001171"/>
              <a:ext cx="12060" cy="70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72" name="asset_3422_52">
              <a:extLst>
                <a:ext uri="{FF2B5EF4-FFF2-40B4-BE49-F238E27FC236}">
                  <a16:creationId xmlns:a16="http://schemas.microsoft.com/office/drawing/2014/main" id="{908C31DA-A30E-3EBF-E34D-A9003764C1AD}"/>
                </a:ext>
              </a:extLst>
            </p:cNvPr>
            <p:cNvSpPr>
              <a:spLocks noGrp="1"/>
            </p:cNvSpPr>
            <p:nvPr/>
          </p:nvSpPr>
          <p:spPr>
            <a:xfrm>
              <a:off x="264136" y="4989684"/>
              <a:ext cx="38739" cy="3873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73" name="asset_3422_53">
              <a:extLst>
                <a:ext uri="{FF2B5EF4-FFF2-40B4-BE49-F238E27FC236}">
                  <a16:creationId xmlns:a16="http://schemas.microsoft.com/office/drawing/2014/main" id="{63ED6A96-12A1-6581-9622-A2140ECF37D3}"/>
                </a:ext>
              </a:extLst>
            </p:cNvPr>
            <p:cNvSpPr>
              <a:spLocks noGrp="1"/>
            </p:cNvSpPr>
            <p:nvPr/>
          </p:nvSpPr>
          <p:spPr>
            <a:xfrm>
              <a:off x="272465" y="4997045"/>
              <a:ext cx="12590" cy="736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74" name="asset_3422_54">
              <a:extLst>
                <a:ext uri="{FF2B5EF4-FFF2-40B4-BE49-F238E27FC236}">
                  <a16:creationId xmlns:a16="http://schemas.microsoft.com/office/drawing/2014/main" id="{28B28C08-BAD7-DC13-B457-18E0200352EB}"/>
                </a:ext>
              </a:extLst>
            </p:cNvPr>
            <p:cNvSpPr>
              <a:spLocks noGrp="1"/>
            </p:cNvSpPr>
            <p:nvPr/>
          </p:nvSpPr>
          <p:spPr>
            <a:xfrm>
              <a:off x="259170" y="4848057"/>
              <a:ext cx="31787" cy="3178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75" name="asset_3422_55">
              <a:extLst>
                <a:ext uri="{FF2B5EF4-FFF2-40B4-BE49-F238E27FC236}">
                  <a16:creationId xmlns:a16="http://schemas.microsoft.com/office/drawing/2014/main" id="{1F364F2A-41E2-D13E-4466-4E0ABCDE78ED}"/>
                </a:ext>
              </a:extLst>
            </p:cNvPr>
            <p:cNvSpPr>
              <a:spLocks noGrp="1"/>
            </p:cNvSpPr>
            <p:nvPr/>
          </p:nvSpPr>
          <p:spPr>
            <a:xfrm>
              <a:off x="266004" y="4854097"/>
              <a:ext cx="10331" cy="603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76" name="asset_3422_56">
              <a:extLst>
                <a:ext uri="{FF2B5EF4-FFF2-40B4-BE49-F238E27FC236}">
                  <a16:creationId xmlns:a16="http://schemas.microsoft.com/office/drawing/2014/main" id="{17717E4A-319D-BE88-6C5C-C557B085689F}"/>
                </a:ext>
              </a:extLst>
            </p:cNvPr>
            <p:cNvSpPr>
              <a:spLocks noGrp="1"/>
            </p:cNvSpPr>
            <p:nvPr/>
          </p:nvSpPr>
          <p:spPr>
            <a:xfrm>
              <a:off x="339932" y="4846499"/>
              <a:ext cx="35333" cy="353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77" name="asset_3422_57">
              <a:extLst>
                <a:ext uri="{FF2B5EF4-FFF2-40B4-BE49-F238E27FC236}">
                  <a16:creationId xmlns:a16="http://schemas.microsoft.com/office/drawing/2014/main" id="{075D2F07-7E73-BF79-BBB7-9CC012B997E9}"/>
                </a:ext>
              </a:extLst>
            </p:cNvPr>
            <p:cNvSpPr>
              <a:spLocks noGrp="1"/>
            </p:cNvSpPr>
            <p:nvPr/>
          </p:nvSpPr>
          <p:spPr>
            <a:xfrm>
              <a:off x="347528" y="4853212"/>
              <a:ext cx="11483" cy="67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78" name="asset_3422_58">
              <a:extLst>
                <a:ext uri="{FF2B5EF4-FFF2-40B4-BE49-F238E27FC236}">
                  <a16:creationId xmlns:a16="http://schemas.microsoft.com/office/drawing/2014/main" id="{55A01054-349F-1A16-EDF9-A43768EBC870}"/>
                </a:ext>
              </a:extLst>
            </p:cNvPr>
            <p:cNvSpPr>
              <a:spLocks noGrp="1"/>
            </p:cNvSpPr>
            <p:nvPr/>
          </p:nvSpPr>
          <p:spPr>
            <a:xfrm>
              <a:off x="247737" y="4821086"/>
              <a:ext cx="41986" cy="4198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79" name="asset_3422_59">
              <a:extLst>
                <a:ext uri="{FF2B5EF4-FFF2-40B4-BE49-F238E27FC236}">
                  <a16:creationId xmlns:a16="http://schemas.microsoft.com/office/drawing/2014/main" id="{C1A5AEF5-98EA-3100-B831-1ABBCDF10C88}"/>
                </a:ext>
              </a:extLst>
            </p:cNvPr>
            <p:cNvSpPr>
              <a:spLocks noGrp="1"/>
            </p:cNvSpPr>
            <p:nvPr/>
          </p:nvSpPr>
          <p:spPr>
            <a:xfrm>
              <a:off x="256763" y="4829063"/>
              <a:ext cx="13645" cy="79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80" name="asset_3422_60">
              <a:extLst>
                <a:ext uri="{FF2B5EF4-FFF2-40B4-BE49-F238E27FC236}">
                  <a16:creationId xmlns:a16="http://schemas.microsoft.com/office/drawing/2014/main" id="{50839469-254F-A0C1-6B70-615D1531864D}"/>
                </a:ext>
              </a:extLst>
            </p:cNvPr>
            <p:cNvSpPr>
              <a:spLocks noGrp="1"/>
            </p:cNvSpPr>
            <p:nvPr/>
          </p:nvSpPr>
          <p:spPr>
            <a:xfrm>
              <a:off x="352013" y="4951727"/>
              <a:ext cx="41933" cy="419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81" name="asset_3422_61">
              <a:extLst>
                <a:ext uri="{FF2B5EF4-FFF2-40B4-BE49-F238E27FC236}">
                  <a16:creationId xmlns:a16="http://schemas.microsoft.com/office/drawing/2014/main" id="{20946B5C-8E8E-B01A-E522-C1C94B55A006}"/>
                </a:ext>
              </a:extLst>
            </p:cNvPr>
            <p:cNvSpPr>
              <a:spLocks noGrp="1"/>
            </p:cNvSpPr>
            <p:nvPr/>
          </p:nvSpPr>
          <p:spPr>
            <a:xfrm>
              <a:off x="361028" y="4959695"/>
              <a:ext cx="13628" cy="796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82" name="asset_3422_62">
              <a:extLst>
                <a:ext uri="{FF2B5EF4-FFF2-40B4-BE49-F238E27FC236}">
                  <a16:creationId xmlns:a16="http://schemas.microsoft.com/office/drawing/2014/main" id="{C261760A-C396-4C69-4FB2-570363B76D2B}"/>
                </a:ext>
              </a:extLst>
            </p:cNvPr>
            <p:cNvSpPr>
              <a:spLocks noGrp="1"/>
            </p:cNvSpPr>
            <p:nvPr/>
          </p:nvSpPr>
          <p:spPr>
            <a:xfrm>
              <a:off x="280588" y="4991959"/>
              <a:ext cx="33271" cy="3327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83" name="asset_3422_63">
              <a:extLst>
                <a:ext uri="{FF2B5EF4-FFF2-40B4-BE49-F238E27FC236}">
                  <a16:creationId xmlns:a16="http://schemas.microsoft.com/office/drawing/2014/main" id="{95D4AECC-4C0E-4869-BD24-C98A4D27DBF3}"/>
                </a:ext>
              </a:extLst>
            </p:cNvPr>
            <p:cNvSpPr>
              <a:spLocks noGrp="1"/>
            </p:cNvSpPr>
            <p:nvPr/>
          </p:nvSpPr>
          <p:spPr>
            <a:xfrm>
              <a:off x="287741" y="4998280"/>
              <a:ext cx="10813" cy="63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84" name="asset_3422_64">
              <a:extLst>
                <a:ext uri="{FF2B5EF4-FFF2-40B4-BE49-F238E27FC236}">
                  <a16:creationId xmlns:a16="http://schemas.microsoft.com/office/drawing/2014/main" id="{EF4314FD-3B81-AC6B-4EF1-6B0247A76615}"/>
                </a:ext>
              </a:extLst>
            </p:cNvPr>
            <p:cNvSpPr>
              <a:spLocks noGrp="1"/>
            </p:cNvSpPr>
            <p:nvPr/>
          </p:nvSpPr>
          <p:spPr>
            <a:xfrm>
              <a:off x="335774" y="4884877"/>
              <a:ext cx="37623" cy="376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85" name="asset_3422_65">
              <a:extLst>
                <a:ext uri="{FF2B5EF4-FFF2-40B4-BE49-F238E27FC236}">
                  <a16:creationId xmlns:a16="http://schemas.microsoft.com/office/drawing/2014/main" id="{59BE31B4-42C6-EC42-43BD-50A0A5581CB9}"/>
                </a:ext>
              </a:extLst>
            </p:cNvPr>
            <p:cNvSpPr>
              <a:spLocks noGrp="1"/>
            </p:cNvSpPr>
            <p:nvPr/>
          </p:nvSpPr>
          <p:spPr>
            <a:xfrm>
              <a:off x="343862" y="4892025"/>
              <a:ext cx="12227" cy="71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86" name="asset_3422_66">
              <a:extLst>
                <a:ext uri="{FF2B5EF4-FFF2-40B4-BE49-F238E27FC236}">
                  <a16:creationId xmlns:a16="http://schemas.microsoft.com/office/drawing/2014/main" id="{942AD861-633D-D5A0-43DA-97DAC7D17CE9}"/>
                </a:ext>
              </a:extLst>
            </p:cNvPr>
            <p:cNvSpPr>
              <a:spLocks noGrp="1"/>
            </p:cNvSpPr>
            <p:nvPr/>
          </p:nvSpPr>
          <p:spPr>
            <a:xfrm>
              <a:off x="328939" y="4981497"/>
              <a:ext cx="33522" cy="3352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87" name="asset_3422_67">
              <a:extLst>
                <a:ext uri="{FF2B5EF4-FFF2-40B4-BE49-F238E27FC236}">
                  <a16:creationId xmlns:a16="http://schemas.microsoft.com/office/drawing/2014/main" id="{41FF9A94-22D8-EC1B-5A83-3CE6CC60C904}"/>
                </a:ext>
              </a:extLst>
            </p:cNvPr>
            <p:cNvSpPr>
              <a:spLocks noGrp="1"/>
            </p:cNvSpPr>
            <p:nvPr/>
          </p:nvSpPr>
          <p:spPr>
            <a:xfrm>
              <a:off x="336146" y="4987866"/>
              <a:ext cx="10895" cy="63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88" name="asset_3422_68">
              <a:extLst>
                <a:ext uri="{FF2B5EF4-FFF2-40B4-BE49-F238E27FC236}">
                  <a16:creationId xmlns:a16="http://schemas.microsoft.com/office/drawing/2014/main" id="{97DEADC4-375C-4C05-3156-678B0C8226E5}"/>
                </a:ext>
              </a:extLst>
            </p:cNvPr>
            <p:cNvSpPr>
              <a:spLocks noGrp="1"/>
            </p:cNvSpPr>
            <p:nvPr/>
          </p:nvSpPr>
          <p:spPr>
            <a:xfrm>
              <a:off x="252204" y="4955574"/>
              <a:ext cx="31928" cy="3192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89" name="asset_3422_69">
              <a:extLst>
                <a:ext uri="{FF2B5EF4-FFF2-40B4-BE49-F238E27FC236}">
                  <a16:creationId xmlns:a16="http://schemas.microsoft.com/office/drawing/2014/main" id="{9D49C6DC-5879-9CD6-D171-8FA8EBCF7BF1}"/>
                </a:ext>
              </a:extLst>
            </p:cNvPr>
            <p:cNvSpPr>
              <a:spLocks noGrp="1"/>
            </p:cNvSpPr>
            <p:nvPr/>
          </p:nvSpPr>
          <p:spPr>
            <a:xfrm>
              <a:off x="259069" y="4961640"/>
              <a:ext cx="10376" cy="606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90" name="asset_3422_70">
              <a:extLst>
                <a:ext uri="{FF2B5EF4-FFF2-40B4-BE49-F238E27FC236}">
                  <a16:creationId xmlns:a16="http://schemas.microsoft.com/office/drawing/2014/main" id="{41234642-59FA-8F6F-B9E1-FC86F49F0371}"/>
                </a:ext>
              </a:extLst>
            </p:cNvPr>
            <p:cNvSpPr>
              <a:spLocks noGrp="1"/>
            </p:cNvSpPr>
            <p:nvPr/>
          </p:nvSpPr>
          <p:spPr>
            <a:xfrm>
              <a:off x="351225" y="4959284"/>
              <a:ext cx="35375" cy="3537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91" name="asset_3422_71">
              <a:extLst>
                <a:ext uri="{FF2B5EF4-FFF2-40B4-BE49-F238E27FC236}">
                  <a16:creationId xmlns:a16="http://schemas.microsoft.com/office/drawing/2014/main" id="{65231BD1-B4C3-F85A-F7E1-C5BFA0E5968F}"/>
                </a:ext>
              </a:extLst>
            </p:cNvPr>
            <p:cNvSpPr>
              <a:spLocks noGrp="1"/>
            </p:cNvSpPr>
            <p:nvPr/>
          </p:nvSpPr>
          <p:spPr>
            <a:xfrm>
              <a:off x="358831" y="4966005"/>
              <a:ext cx="11497" cy="67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92" name="asset_3422_72">
              <a:extLst>
                <a:ext uri="{FF2B5EF4-FFF2-40B4-BE49-F238E27FC236}">
                  <a16:creationId xmlns:a16="http://schemas.microsoft.com/office/drawing/2014/main" id="{97DAE6CE-6796-2E2A-1467-FEE328A8099A}"/>
                </a:ext>
              </a:extLst>
            </p:cNvPr>
            <p:cNvSpPr>
              <a:spLocks noGrp="1"/>
            </p:cNvSpPr>
            <p:nvPr/>
          </p:nvSpPr>
          <p:spPr>
            <a:xfrm>
              <a:off x="283858" y="4807960"/>
              <a:ext cx="50708" cy="5070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93" name="asset_3422_73">
              <a:extLst>
                <a:ext uri="{FF2B5EF4-FFF2-40B4-BE49-F238E27FC236}">
                  <a16:creationId xmlns:a16="http://schemas.microsoft.com/office/drawing/2014/main" id="{5B8B712B-0248-552D-1402-1CD77914548B}"/>
                </a:ext>
              </a:extLst>
            </p:cNvPr>
            <p:cNvSpPr>
              <a:spLocks noGrp="1"/>
            </p:cNvSpPr>
            <p:nvPr/>
          </p:nvSpPr>
          <p:spPr>
            <a:xfrm>
              <a:off x="294760" y="4817594"/>
              <a:ext cx="16480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94" name="asset_3422_74">
              <a:extLst>
                <a:ext uri="{FF2B5EF4-FFF2-40B4-BE49-F238E27FC236}">
                  <a16:creationId xmlns:a16="http://schemas.microsoft.com/office/drawing/2014/main" id="{2646C4E3-91A5-CA61-A5CC-09F4F0188022}"/>
                </a:ext>
              </a:extLst>
            </p:cNvPr>
            <p:cNvSpPr>
              <a:spLocks noGrp="1"/>
            </p:cNvSpPr>
            <p:nvPr/>
          </p:nvSpPr>
          <p:spPr>
            <a:xfrm>
              <a:off x="227957" y="4916303"/>
              <a:ext cx="43904" cy="439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95" name="asset_3422_75">
              <a:extLst>
                <a:ext uri="{FF2B5EF4-FFF2-40B4-BE49-F238E27FC236}">
                  <a16:creationId xmlns:a16="http://schemas.microsoft.com/office/drawing/2014/main" id="{4EF13AFC-1814-3AC3-4BE8-2920BF2E8FD5}"/>
                </a:ext>
              </a:extLst>
            </p:cNvPr>
            <p:cNvSpPr>
              <a:spLocks noGrp="1"/>
            </p:cNvSpPr>
            <p:nvPr/>
          </p:nvSpPr>
          <p:spPr>
            <a:xfrm>
              <a:off x="237396" y="4924644"/>
              <a:ext cx="14269" cy="834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96" name="asset_3422_76">
              <a:extLst>
                <a:ext uri="{FF2B5EF4-FFF2-40B4-BE49-F238E27FC236}">
                  <a16:creationId xmlns:a16="http://schemas.microsoft.com/office/drawing/2014/main" id="{205E869B-12A8-7301-607A-E7F6C15CE78B}"/>
                </a:ext>
              </a:extLst>
            </p:cNvPr>
            <p:cNvSpPr>
              <a:spLocks noGrp="1"/>
            </p:cNvSpPr>
            <p:nvPr/>
          </p:nvSpPr>
          <p:spPr>
            <a:xfrm>
              <a:off x="308000" y="4902881"/>
              <a:ext cx="50802" cy="5080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97" name="asset_3422_77">
              <a:extLst>
                <a:ext uri="{FF2B5EF4-FFF2-40B4-BE49-F238E27FC236}">
                  <a16:creationId xmlns:a16="http://schemas.microsoft.com/office/drawing/2014/main" id="{E0410E34-BBBC-DC69-6AED-677F08626CFB}"/>
                </a:ext>
              </a:extLst>
            </p:cNvPr>
            <p:cNvSpPr>
              <a:spLocks noGrp="1"/>
            </p:cNvSpPr>
            <p:nvPr/>
          </p:nvSpPr>
          <p:spPr>
            <a:xfrm>
              <a:off x="318923" y="4912533"/>
              <a:ext cx="16511" cy="965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398" name="asset_3422_78">
              <a:extLst>
                <a:ext uri="{FF2B5EF4-FFF2-40B4-BE49-F238E27FC236}">
                  <a16:creationId xmlns:a16="http://schemas.microsoft.com/office/drawing/2014/main" id="{1D955330-36B3-BC61-BE93-DA48B3F01DD3}"/>
                </a:ext>
              </a:extLst>
            </p:cNvPr>
            <p:cNvSpPr>
              <a:spLocks noGrp="1"/>
            </p:cNvSpPr>
            <p:nvPr/>
          </p:nvSpPr>
          <p:spPr>
            <a:xfrm>
              <a:off x="221278" y="4892246"/>
              <a:ext cx="31003" cy="31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399" name="asset_3422_79">
              <a:extLst>
                <a:ext uri="{FF2B5EF4-FFF2-40B4-BE49-F238E27FC236}">
                  <a16:creationId xmlns:a16="http://schemas.microsoft.com/office/drawing/2014/main" id="{D3534057-214E-054A-0678-B5B0364CFC21}"/>
                </a:ext>
              </a:extLst>
            </p:cNvPr>
            <p:cNvSpPr>
              <a:spLocks noGrp="1"/>
            </p:cNvSpPr>
            <p:nvPr/>
          </p:nvSpPr>
          <p:spPr>
            <a:xfrm>
              <a:off x="227943" y="4898137"/>
              <a:ext cx="10076" cy="589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00" name="asset_3422_80">
              <a:extLst>
                <a:ext uri="{FF2B5EF4-FFF2-40B4-BE49-F238E27FC236}">
                  <a16:creationId xmlns:a16="http://schemas.microsoft.com/office/drawing/2014/main" id="{26C05388-4DEE-2F66-8912-EA6C907FE5F6}"/>
                </a:ext>
              </a:extLst>
            </p:cNvPr>
            <p:cNvSpPr>
              <a:spLocks noGrp="1"/>
            </p:cNvSpPr>
            <p:nvPr/>
          </p:nvSpPr>
          <p:spPr>
            <a:xfrm>
              <a:off x="245288" y="4946120"/>
              <a:ext cx="42319" cy="4231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01" name="asset_3422_81">
              <a:extLst>
                <a:ext uri="{FF2B5EF4-FFF2-40B4-BE49-F238E27FC236}">
                  <a16:creationId xmlns:a16="http://schemas.microsoft.com/office/drawing/2014/main" id="{58FCBAFA-8804-8857-A6EE-1A97E8649505}"/>
                </a:ext>
              </a:extLst>
            </p:cNvPr>
            <p:cNvSpPr>
              <a:spLocks noGrp="1"/>
            </p:cNvSpPr>
            <p:nvPr/>
          </p:nvSpPr>
          <p:spPr>
            <a:xfrm>
              <a:off x="254387" y="4954160"/>
              <a:ext cx="13754" cy="80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02" name="asset_3422_82">
              <a:extLst>
                <a:ext uri="{FF2B5EF4-FFF2-40B4-BE49-F238E27FC236}">
                  <a16:creationId xmlns:a16="http://schemas.microsoft.com/office/drawing/2014/main" id="{B4AF2FBF-3BB0-1A56-3EDA-C9C35BC1CC2C}"/>
                </a:ext>
              </a:extLst>
            </p:cNvPr>
            <p:cNvSpPr>
              <a:spLocks noGrp="1"/>
            </p:cNvSpPr>
            <p:nvPr/>
          </p:nvSpPr>
          <p:spPr>
            <a:xfrm>
              <a:off x="295710" y="4881024"/>
              <a:ext cx="31860" cy="3186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03" name="asset_3422_83">
              <a:extLst>
                <a:ext uri="{FF2B5EF4-FFF2-40B4-BE49-F238E27FC236}">
                  <a16:creationId xmlns:a16="http://schemas.microsoft.com/office/drawing/2014/main" id="{BAB91C6D-DEF3-947D-F491-016EFDE83DAD}"/>
                </a:ext>
              </a:extLst>
            </p:cNvPr>
            <p:cNvSpPr>
              <a:spLocks noGrp="1"/>
            </p:cNvSpPr>
            <p:nvPr/>
          </p:nvSpPr>
          <p:spPr>
            <a:xfrm>
              <a:off x="302560" y="4887077"/>
              <a:ext cx="10354" cy="60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04" name="asset_3422_84">
              <a:extLst>
                <a:ext uri="{FF2B5EF4-FFF2-40B4-BE49-F238E27FC236}">
                  <a16:creationId xmlns:a16="http://schemas.microsoft.com/office/drawing/2014/main" id="{FF158B71-E1A3-CD3B-5D23-8EA31DEE4AD5}"/>
                </a:ext>
              </a:extLst>
            </p:cNvPr>
            <p:cNvSpPr>
              <a:spLocks noGrp="1"/>
            </p:cNvSpPr>
            <p:nvPr/>
          </p:nvSpPr>
          <p:spPr>
            <a:xfrm>
              <a:off x="220856" y="4873218"/>
              <a:ext cx="35097" cy="3509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05" name="asset_3422_85">
              <a:extLst>
                <a:ext uri="{FF2B5EF4-FFF2-40B4-BE49-F238E27FC236}">
                  <a16:creationId xmlns:a16="http://schemas.microsoft.com/office/drawing/2014/main" id="{0DFCE3CB-9380-9080-62CE-E600E22BD765}"/>
                </a:ext>
              </a:extLst>
            </p:cNvPr>
            <p:cNvSpPr>
              <a:spLocks noGrp="1"/>
            </p:cNvSpPr>
            <p:nvPr/>
          </p:nvSpPr>
          <p:spPr>
            <a:xfrm>
              <a:off x="228402" y="4879887"/>
              <a:ext cx="11407" cy="66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06" name="asset_3422_86">
              <a:extLst>
                <a:ext uri="{FF2B5EF4-FFF2-40B4-BE49-F238E27FC236}">
                  <a16:creationId xmlns:a16="http://schemas.microsoft.com/office/drawing/2014/main" id="{5257BCC6-6B37-38B5-750A-B9FB1D37D4CF}"/>
                </a:ext>
              </a:extLst>
            </p:cNvPr>
            <p:cNvSpPr>
              <a:spLocks noGrp="1"/>
            </p:cNvSpPr>
            <p:nvPr/>
          </p:nvSpPr>
          <p:spPr>
            <a:xfrm>
              <a:off x="196153" y="4954990"/>
              <a:ext cx="38214" cy="3821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07" name="asset_3422_87">
              <a:extLst>
                <a:ext uri="{FF2B5EF4-FFF2-40B4-BE49-F238E27FC236}">
                  <a16:creationId xmlns:a16="http://schemas.microsoft.com/office/drawing/2014/main" id="{C9B4B7F3-7C3E-4BA4-BD2B-D0D02B4B9EFA}"/>
                </a:ext>
              </a:extLst>
            </p:cNvPr>
            <p:cNvSpPr>
              <a:spLocks noGrp="1"/>
            </p:cNvSpPr>
            <p:nvPr/>
          </p:nvSpPr>
          <p:spPr>
            <a:xfrm>
              <a:off x="204369" y="4962251"/>
              <a:ext cx="12420" cy="726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08" name="asset_3422_88">
              <a:extLst>
                <a:ext uri="{FF2B5EF4-FFF2-40B4-BE49-F238E27FC236}">
                  <a16:creationId xmlns:a16="http://schemas.microsoft.com/office/drawing/2014/main" id="{9C47EB2E-2202-16D6-FA41-E794D3D49ABC}"/>
                </a:ext>
              </a:extLst>
            </p:cNvPr>
            <p:cNvSpPr>
              <a:spLocks noGrp="1"/>
            </p:cNvSpPr>
            <p:nvPr/>
          </p:nvSpPr>
          <p:spPr>
            <a:xfrm>
              <a:off x="311634" y="4857039"/>
              <a:ext cx="32924" cy="329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09" name="asset_3422_89">
              <a:extLst>
                <a:ext uri="{FF2B5EF4-FFF2-40B4-BE49-F238E27FC236}">
                  <a16:creationId xmlns:a16="http://schemas.microsoft.com/office/drawing/2014/main" id="{3D7A6E9E-92C0-ED2C-9FAB-28497D2F2124}"/>
                </a:ext>
              </a:extLst>
            </p:cNvPr>
            <p:cNvSpPr>
              <a:spLocks noGrp="1"/>
            </p:cNvSpPr>
            <p:nvPr/>
          </p:nvSpPr>
          <p:spPr>
            <a:xfrm>
              <a:off x="318713" y="4863294"/>
              <a:ext cx="10700" cy="625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10" name="asset_3422_90">
              <a:extLst>
                <a:ext uri="{FF2B5EF4-FFF2-40B4-BE49-F238E27FC236}">
                  <a16:creationId xmlns:a16="http://schemas.microsoft.com/office/drawing/2014/main" id="{06F5C2D0-D556-FCF2-A437-9F7F71693FF5}"/>
                </a:ext>
              </a:extLst>
            </p:cNvPr>
            <p:cNvSpPr>
              <a:spLocks noGrp="1"/>
            </p:cNvSpPr>
            <p:nvPr/>
          </p:nvSpPr>
          <p:spPr>
            <a:xfrm>
              <a:off x="222322" y="4929964"/>
              <a:ext cx="42100" cy="4210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11" name="asset_3422_91">
              <a:extLst>
                <a:ext uri="{FF2B5EF4-FFF2-40B4-BE49-F238E27FC236}">
                  <a16:creationId xmlns:a16="http://schemas.microsoft.com/office/drawing/2014/main" id="{36C49975-94FE-2741-4CEA-A47ADC9B588E}"/>
                </a:ext>
              </a:extLst>
            </p:cNvPr>
            <p:cNvSpPr>
              <a:spLocks noGrp="1"/>
            </p:cNvSpPr>
            <p:nvPr/>
          </p:nvSpPr>
          <p:spPr>
            <a:xfrm>
              <a:off x="231373" y="4937963"/>
              <a:ext cx="13683" cy="799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12" name="asset_3422_92">
              <a:extLst>
                <a:ext uri="{FF2B5EF4-FFF2-40B4-BE49-F238E27FC236}">
                  <a16:creationId xmlns:a16="http://schemas.microsoft.com/office/drawing/2014/main" id="{08518CB7-5FC9-399E-7522-87750B3BD07E}"/>
                </a:ext>
              </a:extLst>
            </p:cNvPr>
            <p:cNvSpPr>
              <a:spLocks noGrp="1"/>
            </p:cNvSpPr>
            <p:nvPr/>
          </p:nvSpPr>
          <p:spPr>
            <a:xfrm>
              <a:off x="290257" y="4968623"/>
              <a:ext cx="44062" cy="440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13" name="asset_3422_93">
              <a:extLst>
                <a:ext uri="{FF2B5EF4-FFF2-40B4-BE49-F238E27FC236}">
                  <a16:creationId xmlns:a16="http://schemas.microsoft.com/office/drawing/2014/main" id="{9F7909F0-C743-5248-E9D0-3EAB7BED8322}"/>
                </a:ext>
              </a:extLst>
            </p:cNvPr>
            <p:cNvSpPr>
              <a:spLocks noGrp="1"/>
            </p:cNvSpPr>
            <p:nvPr/>
          </p:nvSpPr>
          <p:spPr>
            <a:xfrm>
              <a:off x="299730" y="4976995"/>
              <a:ext cx="14320" cy="837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14" name="asset_3422_94">
              <a:extLst>
                <a:ext uri="{FF2B5EF4-FFF2-40B4-BE49-F238E27FC236}">
                  <a16:creationId xmlns:a16="http://schemas.microsoft.com/office/drawing/2014/main" id="{CC657E90-9303-E3F4-A56D-D23BBA806602}"/>
                </a:ext>
              </a:extLst>
            </p:cNvPr>
            <p:cNvSpPr>
              <a:spLocks noGrp="1"/>
            </p:cNvSpPr>
            <p:nvPr/>
          </p:nvSpPr>
          <p:spPr>
            <a:xfrm>
              <a:off x="278874" y="4994845"/>
              <a:ext cx="47350" cy="4735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15" name="asset_3422_95">
              <a:extLst>
                <a:ext uri="{FF2B5EF4-FFF2-40B4-BE49-F238E27FC236}">
                  <a16:creationId xmlns:a16="http://schemas.microsoft.com/office/drawing/2014/main" id="{2EE0A96B-A2A7-ADF9-A755-732FC6BCD648}"/>
                </a:ext>
              </a:extLst>
            </p:cNvPr>
            <p:cNvSpPr>
              <a:spLocks noGrp="1"/>
            </p:cNvSpPr>
            <p:nvPr/>
          </p:nvSpPr>
          <p:spPr>
            <a:xfrm>
              <a:off x="289054" y="5003841"/>
              <a:ext cx="15389" cy="89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16" name="asset_3422_96">
              <a:extLst>
                <a:ext uri="{FF2B5EF4-FFF2-40B4-BE49-F238E27FC236}">
                  <a16:creationId xmlns:a16="http://schemas.microsoft.com/office/drawing/2014/main" id="{47FFD0DE-B302-69C4-5EAD-3F3D18DDE18A}"/>
                </a:ext>
              </a:extLst>
            </p:cNvPr>
            <p:cNvSpPr>
              <a:spLocks noGrp="1"/>
            </p:cNvSpPr>
            <p:nvPr/>
          </p:nvSpPr>
          <p:spPr>
            <a:xfrm>
              <a:off x="339177" y="4942783"/>
              <a:ext cx="35427" cy="3542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17" name="asset_3422_97">
              <a:extLst>
                <a:ext uri="{FF2B5EF4-FFF2-40B4-BE49-F238E27FC236}">
                  <a16:creationId xmlns:a16="http://schemas.microsoft.com/office/drawing/2014/main" id="{370AA74C-C27E-E32F-89A5-8D03D4E5EE05}"/>
                </a:ext>
              </a:extLst>
            </p:cNvPr>
            <p:cNvSpPr>
              <a:spLocks noGrp="1"/>
            </p:cNvSpPr>
            <p:nvPr/>
          </p:nvSpPr>
          <p:spPr>
            <a:xfrm>
              <a:off x="346794" y="4949514"/>
              <a:ext cx="11514" cy="673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18" name="asset_3422_98">
              <a:extLst>
                <a:ext uri="{FF2B5EF4-FFF2-40B4-BE49-F238E27FC236}">
                  <a16:creationId xmlns:a16="http://schemas.microsoft.com/office/drawing/2014/main" id="{B3EFF36E-0DA8-B002-B991-18C5DE41D9D0}"/>
                </a:ext>
              </a:extLst>
            </p:cNvPr>
            <p:cNvSpPr>
              <a:spLocks noGrp="1"/>
            </p:cNvSpPr>
            <p:nvPr/>
          </p:nvSpPr>
          <p:spPr>
            <a:xfrm>
              <a:off x="181300" y="4897328"/>
              <a:ext cx="39596" cy="3959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19" name="asset_3422_99">
              <a:extLst>
                <a:ext uri="{FF2B5EF4-FFF2-40B4-BE49-F238E27FC236}">
                  <a16:creationId xmlns:a16="http://schemas.microsoft.com/office/drawing/2014/main" id="{B1669691-1A41-509E-4F31-50992DB8107C}"/>
                </a:ext>
              </a:extLst>
            </p:cNvPr>
            <p:cNvSpPr>
              <a:spLocks noGrp="1"/>
            </p:cNvSpPr>
            <p:nvPr/>
          </p:nvSpPr>
          <p:spPr>
            <a:xfrm>
              <a:off x="189813" y="4904851"/>
              <a:ext cx="12869" cy="752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20" name="asset_3422_100">
              <a:extLst>
                <a:ext uri="{FF2B5EF4-FFF2-40B4-BE49-F238E27FC236}">
                  <a16:creationId xmlns:a16="http://schemas.microsoft.com/office/drawing/2014/main" id="{341090B1-00B5-3753-37FA-2A7644BEB276}"/>
                </a:ext>
              </a:extLst>
            </p:cNvPr>
            <p:cNvSpPr>
              <a:spLocks noGrp="1"/>
            </p:cNvSpPr>
            <p:nvPr/>
          </p:nvSpPr>
          <p:spPr>
            <a:xfrm>
              <a:off x="270474" y="4941710"/>
              <a:ext cx="45030" cy="4503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21" name="asset_3422_101">
              <a:extLst>
                <a:ext uri="{FF2B5EF4-FFF2-40B4-BE49-F238E27FC236}">
                  <a16:creationId xmlns:a16="http://schemas.microsoft.com/office/drawing/2014/main" id="{904C0278-BF26-562A-D2D8-9E8E1AB94294}"/>
                </a:ext>
              </a:extLst>
            </p:cNvPr>
            <p:cNvSpPr>
              <a:spLocks noGrp="1"/>
            </p:cNvSpPr>
            <p:nvPr/>
          </p:nvSpPr>
          <p:spPr>
            <a:xfrm>
              <a:off x="280155" y="4950266"/>
              <a:ext cx="14635" cy="855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22" name="asset_3422_102">
              <a:extLst>
                <a:ext uri="{FF2B5EF4-FFF2-40B4-BE49-F238E27FC236}">
                  <a16:creationId xmlns:a16="http://schemas.microsoft.com/office/drawing/2014/main" id="{A183616A-83E1-61E2-F17A-4558792A3353}"/>
                </a:ext>
              </a:extLst>
            </p:cNvPr>
            <p:cNvSpPr>
              <a:spLocks noGrp="1"/>
            </p:cNvSpPr>
            <p:nvPr/>
          </p:nvSpPr>
          <p:spPr>
            <a:xfrm>
              <a:off x="353860" y="4863561"/>
              <a:ext cx="45124" cy="451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23" name="asset_3422_103">
              <a:extLst>
                <a:ext uri="{FF2B5EF4-FFF2-40B4-BE49-F238E27FC236}">
                  <a16:creationId xmlns:a16="http://schemas.microsoft.com/office/drawing/2014/main" id="{B1757740-7328-68D5-C6BB-5029280D9C21}"/>
                </a:ext>
              </a:extLst>
            </p:cNvPr>
            <p:cNvSpPr>
              <a:spLocks noGrp="1"/>
            </p:cNvSpPr>
            <p:nvPr/>
          </p:nvSpPr>
          <p:spPr>
            <a:xfrm>
              <a:off x="363561" y="4872135"/>
              <a:ext cx="14665" cy="8574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24" name="asset_3422_104">
              <a:extLst>
                <a:ext uri="{FF2B5EF4-FFF2-40B4-BE49-F238E27FC236}">
                  <a16:creationId xmlns:a16="http://schemas.microsoft.com/office/drawing/2014/main" id="{17139438-B9D0-8999-40E9-519F976B3739}"/>
                </a:ext>
              </a:extLst>
            </p:cNvPr>
            <p:cNvSpPr>
              <a:spLocks noGrp="1"/>
            </p:cNvSpPr>
            <p:nvPr/>
          </p:nvSpPr>
          <p:spPr>
            <a:xfrm>
              <a:off x="292608" y="4856843"/>
              <a:ext cx="47953" cy="4795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25" name="asset_3422_105">
              <a:extLst>
                <a:ext uri="{FF2B5EF4-FFF2-40B4-BE49-F238E27FC236}">
                  <a16:creationId xmlns:a16="http://schemas.microsoft.com/office/drawing/2014/main" id="{66C56846-18F0-44B1-2DBF-73E579B41289}"/>
                </a:ext>
              </a:extLst>
            </p:cNvPr>
            <p:cNvSpPr>
              <a:spLocks noGrp="1"/>
            </p:cNvSpPr>
            <p:nvPr/>
          </p:nvSpPr>
          <p:spPr>
            <a:xfrm>
              <a:off x="302918" y="4865954"/>
              <a:ext cx="15585" cy="911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26" name="asset_3422_106">
              <a:extLst>
                <a:ext uri="{FF2B5EF4-FFF2-40B4-BE49-F238E27FC236}">
                  <a16:creationId xmlns:a16="http://schemas.microsoft.com/office/drawing/2014/main" id="{5251878A-2A30-6938-EAA1-58E9A2E07FD6}"/>
                </a:ext>
              </a:extLst>
            </p:cNvPr>
            <p:cNvSpPr>
              <a:spLocks noGrp="1"/>
            </p:cNvSpPr>
            <p:nvPr/>
          </p:nvSpPr>
          <p:spPr>
            <a:xfrm>
              <a:off x="325107" y="5005898"/>
              <a:ext cx="40713" cy="40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27" name="asset_3422_107">
              <a:extLst>
                <a:ext uri="{FF2B5EF4-FFF2-40B4-BE49-F238E27FC236}">
                  <a16:creationId xmlns:a16="http://schemas.microsoft.com/office/drawing/2014/main" id="{4121F3E1-15A7-EC84-2E47-67DCF58B138A}"/>
                </a:ext>
              </a:extLst>
            </p:cNvPr>
            <p:cNvSpPr>
              <a:spLocks noGrp="1"/>
            </p:cNvSpPr>
            <p:nvPr/>
          </p:nvSpPr>
          <p:spPr>
            <a:xfrm>
              <a:off x="333860" y="5013633"/>
              <a:ext cx="13232" cy="77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28" name="asset_3422_108">
              <a:extLst>
                <a:ext uri="{FF2B5EF4-FFF2-40B4-BE49-F238E27FC236}">
                  <a16:creationId xmlns:a16="http://schemas.microsoft.com/office/drawing/2014/main" id="{89E11EA1-FC3E-A9C5-FE82-C6BA831B80EB}"/>
                </a:ext>
              </a:extLst>
            </p:cNvPr>
            <p:cNvSpPr>
              <a:spLocks noGrp="1"/>
            </p:cNvSpPr>
            <p:nvPr/>
          </p:nvSpPr>
          <p:spPr>
            <a:xfrm>
              <a:off x="229166" y="5002250"/>
              <a:ext cx="49404" cy="494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29" name="asset_3422_109">
              <a:extLst>
                <a:ext uri="{FF2B5EF4-FFF2-40B4-BE49-F238E27FC236}">
                  <a16:creationId xmlns:a16="http://schemas.microsoft.com/office/drawing/2014/main" id="{72122DDE-B111-36DE-40F5-7227E1EB89EF}"/>
                </a:ext>
              </a:extLst>
            </p:cNvPr>
            <p:cNvSpPr>
              <a:spLocks noGrp="1"/>
            </p:cNvSpPr>
            <p:nvPr/>
          </p:nvSpPr>
          <p:spPr>
            <a:xfrm>
              <a:off x="239788" y="5011637"/>
              <a:ext cx="16056" cy="938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30" name="asset_3422_110">
              <a:extLst>
                <a:ext uri="{FF2B5EF4-FFF2-40B4-BE49-F238E27FC236}">
                  <a16:creationId xmlns:a16="http://schemas.microsoft.com/office/drawing/2014/main" id="{F10CC179-131C-8312-5089-1877AAC82D33}"/>
                </a:ext>
              </a:extLst>
            </p:cNvPr>
            <p:cNvSpPr>
              <a:spLocks noGrp="1"/>
            </p:cNvSpPr>
            <p:nvPr/>
          </p:nvSpPr>
          <p:spPr>
            <a:xfrm>
              <a:off x="310153" y="4825306"/>
              <a:ext cx="38398" cy="3839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31" name="asset_3422_111">
              <a:extLst>
                <a:ext uri="{FF2B5EF4-FFF2-40B4-BE49-F238E27FC236}">
                  <a16:creationId xmlns:a16="http://schemas.microsoft.com/office/drawing/2014/main" id="{CD66646E-7538-6968-F086-E41C8F4365A5}"/>
                </a:ext>
              </a:extLst>
            </p:cNvPr>
            <p:cNvSpPr>
              <a:spLocks noGrp="1"/>
            </p:cNvSpPr>
            <p:nvPr/>
          </p:nvSpPr>
          <p:spPr>
            <a:xfrm>
              <a:off x="318409" y="4832601"/>
              <a:ext cx="12479" cy="72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32" name="asset_3422_112">
              <a:extLst>
                <a:ext uri="{FF2B5EF4-FFF2-40B4-BE49-F238E27FC236}">
                  <a16:creationId xmlns:a16="http://schemas.microsoft.com/office/drawing/2014/main" id="{A0FF7DBA-C800-BE39-7C34-0D8FE4DFCEC8}"/>
                </a:ext>
              </a:extLst>
            </p:cNvPr>
            <p:cNvSpPr>
              <a:spLocks noGrp="1"/>
            </p:cNvSpPr>
            <p:nvPr/>
          </p:nvSpPr>
          <p:spPr>
            <a:xfrm>
              <a:off x="169875" y="4921315"/>
              <a:ext cx="31880" cy="3188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33" name="asset_3422_113">
              <a:extLst>
                <a:ext uri="{FF2B5EF4-FFF2-40B4-BE49-F238E27FC236}">
                  <a16:creationId xmlns:a16="http://schemas.microsoft.com/office/drawing/2014/main" id="{69EA3A95-C469-4FB7-A7A3-51BA1BA52674}"/>
                </a:ext>
              </a:extLst>
            </p:cNvPr>
            <p:cNvSpPr>
              <a:spLocks noGrp="1"/>
            </p:cNvSpPr>
            <p:nvPr/>
          </p:nvSpPr>
          <p:spPr>
            <a:xfrm>
              <a:off x="176729" y="4927373"/>
              <a:ext cx="10361" cy="60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34" name="asset_3422_114">
              <a:extLst>
                <a:ext uri="{FF2B5EF4-FFF2-40B4-BE49-F238E27FC236}">
                  <a16:creationId xmlns:a16="http://schemas.microsoft.com/office/drawing/2014/main" id="{B488EF24-D24B-0F80-9C97-41656C2E08D1}"/>
                </a:ext>
              </a:extLst>
            </p:cNvPr>
            <p:cNvSpPr>
              <a:spLocks noGrp="1"/>
            </p:cNvSpPr>
            <p:nvPr/>
          </p:nvSpPr>
          <p:spPr>
            <a:xfrm>
              <a:off x="337382" y="4943216"/>
              <a:ext cx="45411" cy="4541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35" name="asset_3422_115">
              <a:extLst>
                <a:ext uri="{FF2B5EF4-FFF2-40B4-BE49-F238E27FC236}">
                  <a16:creationId xmlns:a16="http://schemas.microsoft.com/office/drawing/2014/main" id="{1BB10544-2009-4D25-779F-2347CF5A0575}"/>
                </a:ext>
              </a:extLst>
            </p:cNvPr>
            <p:cNvSpPr>
              <a:spLocks noGrp="1"/>
            </p:cNvSpPr>
            <p:nvPr/>
          </p:nvSpPr>
          <p:spPr>
            <a:xfrm>
              <a:off x="347146" y="4951844"/>
              <a:ext cx="14759" cy="862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36" name="asset_3422_116">
              <a:extLst>
                <a:ext uri="{FF2B5EF4-FFF2-40B4-BE49-F238E27FC236}">
                  <a16:creationId xmlns:a16="http://schemas.microsoft.com/office/drawing/2014/main" id="{4ABC882C-9958-036D-219A-7B89CCE8022E}"/>
                </a:ext>
              </a:extLst>
            </p:cNvPr>
            <p:cNvSpPr>
              <a:spLocks noGrp="1"/>
            </p:cNvSpPr>
            <p:nvPr/>
          </p:nvSpPr>
          <p:spPr>
            <a:xfrm>
              <a:off x="286766" y="4989439"/>
              <a:ext cx="37293" cy="372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37" name="asset_3422_117">
              <a:extLst>
                <a:ext uri="{FF2B5EF4-FFF2-40B4-BE49-F238E27FC236}">
                  <a16:creationId xmlns:a16="http://schemas.microsoft.com/office/drawing/2014/main" id="{188AADE0-E8D9-1102-D383-90A9F03B0923}"/>
                </a:ext>
              </a:extLst>
            </p:cNvPr>
            <p:cNvSpPr>
              <a:spLocks noGrp="1"/>
            </p:cNvSpPr>
            <p:nvPr/>
          </p:nvSpPr>
          <p:spPr>
            <a:xfrm>
              <a:off x="294784" y="4996525"/>
              <a:ext cx="12120" cy="708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38" name="asset_3422_118">
              <a:extLst>
                <a:ext uri="{FF2B5EF4-FFF2-40B4-BE49-F238E27FC236}">
                  <a16:creationId xmlns:a16="http://schemas.microsoft.com/office/drawing/2014/main" id="{5BB24AEF-FD38-074D-FF60-74BD7A7752D4}"/>
                </a:ext>
              </a:extLst>
            </p:cNvPr>
            <p:cNvSpPr>
              <a:spLocks noGrp="1"/>
            </p:cNvSpPr>
            <p:nvPr/>
          </p:nvSpPr>
          <p:spPr>
            <a:xfrm>
              <a:off x="348022" y="4844260"/>
              <a:ext cx="48957" cy="4895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39" name="asset_3422_119">
              <a:extLst>
                <a:ext uri="{FF2B5EF4-FFF2-40B4-BE49-F238E27FC236}">
                  <a16:creationId xmlns:a16="http://schemas.microsoft.com/office/drawing/2014/main" id="{7B40CFA6-D75A-3539-4FC2-D7FA9720FB2C}"/>
                </a:ext>
              </a:extLst>
            </p:cNvPr>
            <p:cNvSpPr>
              <a:spLocks noGrp="1"/>
            </p:cNvSpPr>
            <p:nvPr/>
          </p:nvSpPr>
          <p:spPr>
            <a:xfrm>
              <a:off x="358547" y="4853562"/>
              <a:ext cx="15911" cy="930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40" name="asset_3422_120">
              <a:extLst>
                <a:ext uri="{FF2B5EF4-FFF2-40B4-BE49-F238E27FC236}">
                  <a16:creationId xmlns:a16="http://schemas.microsoft.com/office/drawing/2014/main" id="{1737C6D6-FE64-854E-7920-429B04C822E8}"/>
                </a:ext>
              </a:extLst>
            </p:cNvPr>
            <p:cNvSpPr>
              <a:spLocks noGrp="1"/>
            </p:cNvSpPr>
            <p:nvPr/>
          </p:nvSpPr>
          <p:spPr>
            <a:xfrm>
              <a:off x="214854" y="4846950"/>
              <a:ext cx="50307" cy="5030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41" name="asset_3422_121">
              <a:extLst>
                <a:ext uri="{FF2B5EF4-FFF2-40B4-BE49-F238E27FC236}">
                  <a16:creationId xmlns:a16="http://schemas.microsoft.com/office/drawing/2014/main" id="{A0D3BF6E-7FB5-E935-C1AD-9FCE1647343B}"/>
                </a:ext>
              </a:extLst>
            </p:cNvPr>
            <p:cNvSpPr>
              <a:spLocks noGrp="1"/>
            </p:cNvSpPr>
            <p:nvPr/>
          </p:nvSpPr>
          <p:spPr>
            <a:xfrm>
              <a:off x="225670" y="4856508"/>
              <a:ext cx="16350" cy="95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1442" name="asset_3422_122">
              <a:extLst>
                <a:ext uri="{FF2B5EF4-FFF2-40B4-BE49-F238E27FC236}">
                  <a16:creationId xmlns:a16="http://schemas.microsoft.com/office/drawing/2014/main" id="{9D54F9EC-B99D-0823-576F-7840F5063CF8}"/>
                </a:ext>
              </a:extLst>
            </p:cNvPr>
            <p:cNvSpPr>
              <a:spLocks noGrp="1"/>
            </p:cNvSpPr>
            <p:nvPr/>
          </p:nvSpPr>
          <p:spPr>
            <a:xfrm>
              <a:off x="238599" y="5005575"/>
              <a:ext cx="36118" cy="361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1443" name="asset_3422_123">
              <a:extLst>
                <a:ext uri="{FF2B5EF4-FFF2-40B4-BE49-F238E27FC236}">
                  <a16:creationId xmlns:a16="http://schemas.microsoft.com/office/drawing/2014/main" id="{A964C3FE-D6E0-043B-1863-C1FB6ED3833F}"/>
                </a:ext>
              </a:extLst>
            </p:cNvPr>
            <p:cNvSpPr>
              <a:spLocks noGrp="1"/>
            </p:cNvSpPr>
            <p:nvPr/>
          </p:nvSpPr>
          <p:spPr>
            <a:xfrm>
              <a:off x="246364" y="5012438"/>
              <a:ext cx="11738" cy="686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</p:grpSp>
      <p:pic>
        <p:nvPicPr>
          <p:cNvPr id="1444" name="a | 50D atom feature bar" descr="bar.png">
            <a:extLst>
              <a:ext uri="{FF2B5EF4-FFF2-40B4-BE49-F238E27FC236}">
                <a16:creationId xmlns:a16="http://schemas.microsoft.com/office/drawing/2014/main" id="{314C068A-4F2C-BCB3-7662-1A20D5E739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4247" y="3501830"/>
            <a:ext cx="204607" cy="54091"/>
          </a:xfrm>
          <a:prstGeom prst="rect">
            <a:avLst/>
          </a:prstGeom>
        </p:spPr>
      </p:pic>
      <p:sp>
        <p:nvSpPr>
          <p:cNvPr id="1445" name="b | panel background">
            <a:extLst>
              <a:ext uri="{FF2B5EF4-FFF2-40B4-BE49-F238E27FC236}">
                <a16:creationId xmlns:a16="http://schemas.microsoft.com/office/drawing/2014/main" id="{02BF5837-B54E-E4C2-2130-483E762B554F}"/>
              </a:ext>
            </a:extLst>
          </p:cNvPr>
          <p:cNvSpPr>
            <a:spLocks noGrp="1"/>
          </p:cNvSpPr>
          <p:nvPr/>
        </p:nvSpPr>
        <p:spPr>
          <a:xfrm>
            <a:off x="2111300" y="56569"/>
            <a:ext cx="2963267" cy="1599224"/>
          </a:xfrm>
          <a:prstGeom prst="roundRect">
            <a:avLst>
              <a:gd name="adj" fmla="val 1737"/>
            </a:avLst>
          </a:prstGeom>
          <a:solidFill>
            <a:srgbClr val="F4F8FC"/>
          </a:solidFill>
          <a:ln w="5174">
            <a:solidFill>
              <a:srgbClr val="BCD3E4"/>
            </a:solidFill>
            <a:prstDash val="solid"/>
          </a:ln>
        </p:spPr>
        <p:txBody>
          <a:bodyPr/>
          <a:lstStyle/>
          <a:p>
            <a:endParaRPr lang="zh-CN" altLang="en-US" sz="1289" dirty="0"/>
          </a:p>
        </p:txBody>
      </p:sp>
      <p:pic>
        <p:nvPicPr>
          <p:cNvPr id="1446" name="图片 12">
            <a:extLst>
              <a:ext uri="{FF2B5EF4-FFF2-40B4-BE49-F238E27FC236}">
                <a16:creationId xmlns:a16="http://schemas.microsoft.com/office/drawing/2014/main" id="{2F7DA45D-AE9E-3B07-4724-68D6D69C2E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2923374" y="526649"/>
            <a:ext cx="1398292" cy="274055"/>
          </a:xfrm>
          <a:prstGeom prst="rect">
            <a:avLst/>
          </a:prstGeom>
        </p:spPr>
      </p:pic>
      <p:sp>
        <p:nvSpPr>
          <p:cNvPr id="1447" name="b | panel label">
            <a:extLst>
              <a:ext uri="{FF2B5EF4-FFF2-40B4-BE49-F238E27FC236}">
                <a16:creationId xmlns:a16="http://schemas.microsoft.com/office/drawing/2014/main" id="{11E5D961-222A-6581-566E-DF20C6614C66}"/>
              </a:ext>
            </a:extLst>
          </p:cNvPr>
          <p:cNvSpPr>
            <a:spLocks noGrp="1"/>
          </p:cNvSpPr>
          <p:nvPr/>
        </p:nvSpPr>
        <p:spPr>
          <a:xfrm>
            <a:off x="2151536" y="66886"/>
            <a:ext cx="88898" cy="1111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78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700" b="1" dirty="0">
                <a:solidFill>
                  <a:srgbClr val="1930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48" name="b | title">
            <a:extLst>
              <a:ext uri="{FF2B5EF4-FFF2-40B4-BE49-F238E27FC236}">
                <a16:creationId xmlns:a16="http://schemas.microsoft.com/office/drawing/2014/main" id="{1A0FB519-4490-A7C0-E4F7-E6765B554A8D}"/>
              </a:ext>
            </a:extLst>
          </p:cNvPr>
          <p:cNvSpPr>
            <a:spLocks noGrp="1"/>
          </p:cNvSpPr>
          <p:nvPr/>
        </p:nvSpPr>
        <p:spPr>
          <a:xfrm>
            <a:off x="2257102" y="68905"/>
            <a:ext cx="2148369" cy="10185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876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627" b="1" dirty="0">
                <a:solidFill>
                  <a:srgbClr val="193044"/>
                </a:solidFill>
                <a:latin typeface="Arial"/>
                <a:ea typeface="Arial"/>
                <a:cs typeface="Arial"/>
              </a:rPr>
              <a:t>Find: locate ligand regions</a:t>
            </a:r>
          </a:p>
        </p:txBody>
      </p:sp>
      <p:sp>
        <p:nvSpPr>
          <p:cNvPr id="1449" name="b | density input frame">
            <a:extLst>
              <a:ext uri="{FF2B5EF4-FFF2-40B4-BE49-F238E27FC236}">
                <a16:creationId xmlns:a16="http://schemas.microsoft.com/office/drawing/2014/main" id="{7F3C1719-57FD-D4DE-E2C0-80F67E525277}"/>
              </a:ext>
            </a:extLst>
          </p:cNvPr>
          <p:cNvSpPr>
            <a:spLocks noGrp="1"/>
          </p:cNvSpPr>
          <p:nvPr/>
        </p:nvSpPr>
        <p:spPr>
          <a:xfrm>
            <a:off x="2155240" y="306126"/>
            <a:ext cx="416709" cy="453735"/>
          </a:xfrm>
          <a:prstGeom prst="roundRect">
            <a:avLst>
              <a:gd name="adj" fmla="val 3556"/>
            </a:avLst>
          </a:prstGeom>
          <a:noFill/>
          <a:ln w="4010">
            <a:solidFill>
              <a:srgbClr val="B9D1E7"/>
            </a:solidFill>
            <a:prstDash val="solid"/>
          </a:ln>
        </p:spPr>
      </p:sp>
      <p:sp>
        <p:nvSpPr>
          <p:cNvPr id="1450" name="b | receptor input frame">
            <a:extLst>
              <a:ext uri="{FF2B5EF4-FFF2-40B4-BE49-F238E27FC236}">
                <a16:creationId xmlns:a16="http://schemas.microsoft.com/office/drawing/2014/main" id="{FE17CE43-2BDC-2758-133A-0C5952E473E2}"/>
              </a:ext>
            </a:extLst>
          </p:cNvPr>
          <p:cNvSpPr>
            <a:spLocks noGrp="1"/>
          </p:cNvSpPr>
          <p:nvPr/>
        </p:nvSpPr>
        <p:spPr>
          <a:xfrm>
            <a:off x="2155240" y="846648"/>
            <a:ext cx="416709" cy="329652"/>
          </a:xfrm>
          <a:prstGeom prst="roundRect">
            <a:avLst>
              <a:gd name="adj" fmla="val 4494"/>
            </a:avLst>
          </a:prstGeom>
          <a:noFill/>
          <a:ln w="4010">
            <a:solidFill>
              <a:srgbClr val="C8BEDB"/>
            </a:solidFill>
            <a:prstDash val="solid"/>
          </a:ln>
        </p:spPr>
      </p:sp>
      <p:sp>
        <p:nvSpPr>
          <p:cNvPr id="1451" name="b | pseudo input frame">
            <a:extLst>
              <a:ext uri="{FF2B5EF4-FFF2-40B4-BE49-F238E27FC236}">
                <a16:creationId xmlns:a16="http://schemas.microsoft.com/office/drawing/2014/main" id="{11F363B5-679E-A2C5-22C5-75C61774C768}"/>
              </a:ext>
            </a:extLst>
          </p:cNvPr>
          <p:cNvSpPr>
            <a:spLocks noGrp="1"/>
          </p:cNvSpPr>
          <p:nvPr/>
        </p:nvSpPr>
        <p:spPr>
          <a:xfrm>
            <a:off x="2155240" y="1236000"/>
            <a:ext cx="416709" cy="329652"/>
          </a:xfrm>
          <a:prstGeom prst="roundRect">
            <a:avLst>
              <a:gd name="adj" fmla="val 6202"/>
            </a:avLst>
          </a:prstGeom>
          <a:noFill/>
          <a:ln w="4010">
            <a:solidFill>
              <a:srgbClr val="DEC6A0"/>
            </a:solidFill>
            <a:prstDash val="solid"/>
          </a:ln>
        </p:spPr>
      </p:sp>
      <p:sp>
        <p:nvSpPr>
          <p:cNvPr id="1452" name="b | ligand probability frame">
            <a:extLst>
              <a:ext uri="{FF2B5EF4-FFF2-40B4-BE49-F238E27FC236}">
                <a16:creationId xmlns:a16="http://schemas.microsoft.com/office/drawing/2014/main" id="{B61AB487-C051-D435-090E-1CA0411E47DB}"/>
              </a:ext>
            </a:extLst>
          </p:cNvPr>
          <p:cNvSpPr>
            <a:spLocks noGrp="1"/>
          </p:cNvSpPr>
          <p:nvPr/>
        </p:nvSpPr>
        <p:spPr>
          <a:xfrm>
            <a:off x="4423992" y="302422"/>
            <a:ext cx="601914" cy="459291"/>
          </a:xfrm>
          <a:prstGeom prst="roundRect">
            <a:avLst>
              <a:gd name="adj" fmla="val 3226"/>
            </a:avLst>
          </a:prstGeom>
          <a:noFill/>
          <a:ln w="4398">
            <a:solidFill>
              <a:srgbClr val="AFC9DF"/>
            </a:solidFill>
            <a:prstDash val="solid"/>
          </a:ln>
        </p:spPr>
      </p:sp>
      <p:sp>
        <p:nvSpPr>
          <p:cNvPr id="1453" name="b | cues frame">
            <a:extLst>
              <a:ext uri="{FF2B5EF4-FFF2-40B4-BE49-F238E27FC236}">
                <a16:creationId xmlns:a16="http://schemas.microsoft.com/office/drawing/2014/main" id="{B0EA5805-BAD3-1160-7239-471F7FD99AB9}"/>
              </a:ext>
            </a:extLst>
          </p:cNvPr>
          <p:cNvSpPr>
            <a:spLocks noGrp="1"/>
          </p:cNvSpPr>
          <p:nvPr/>
        </p:nvSpPr>
        <p:spPr>
          <a:xfrm>
            <a:off x="4423992" y="802457"/>
            <a:ext cx="601914" cy="303725"/>
          </a:xfrm>
          <a:prstGeom prst="roundRect">
            <a:avLst>
              <a:gd name="adj" fmla="val 4878"/>
            </a:avLst>
          </a:prstGeom>
          <a:noFill/>
          <a:ln w="4139">
            <a:solidFill>
              <a:srgbClr val="AFC9DF"/>
            </a:solidFill>
            <a:prstDash val="dash"/>
          </a:ln>
        </p:spPr>
      </p:sp>
      <p:sp>
        <p:nvSpPr>
          <p:cNvPr id="1454" name="b | atom probability frame">
            <a:extLst>
              <a:ext uri="{FF2B5EF4-FFF2-40B4-BE49-F238E27FC236}">
                <a16:creationId xmlns:a16="http://schemas.microsoft.com/office/drawing/2014/main" id="{F56E138D-2892-2908-5907-D8185F1E0079}"/>
              </a:ext>
            </a:extLst>
          </p:cNvPr>
          <p:cNvSpPr>
            <a:spLocks noGrp="1"/>
          </p:cNvSpPr>
          <p:nvPr/>
        </p:nvSpPr>
        <p:spPr>
          <a:xfrm>
            <a:off x="4423992" y="1146925"/>
            <a:ext cx="601914" cy="412992"/>
          </a:xfrm>
          <a:prstGeom prst="roundRect">
            <a:avLst>
              <a:gd name="adj" fmla="val 3587"/>
            </a:avLst>
          </a:prstGeom>
          <a:noFill/>
          <a:ln w="4398">
            <a:solidFill>
              <a:srgbClr val="C2B8D4"/>
            </a:solidFill>
            <a:prstDash val="solid"/>
          </a:ln>
        </p:spPr>
      </p:sp>
      <p:sp>
        <p:nvSpPr>
          <p:cNvPr id="1455" name="b | point pathway frame">
            <a:extLst>
              <a:ext uri="{FF2B5EF4-FFF2-40B4-BE49-F238E27FC236}">
                <a16:creationId xmlns:a16="http://schemas.microsoft.com/office/drawing/2014/main" id="{3264C251-F6FC-248A-E5E8-F7A4D926DF64}"/>
              </a:ext>
            </a:extLst>
          </p:cNvPr>
          <p:cNvSpPr>
            <a:spLocks noGrp="1"/>
          </p:cNvSpPr>
          <p:nvPr/>
        </p:nvSpPr>
        <p:spPr>
          <a:xfrm>
            <a:off x="2896056" y="1112667"/>
            <a:ext cx="1474225" cy="465769"/>
          </a:xfrm>
          <a:prstGeom prst="roundRect">
            <a:avLst>
              <a:gd name="adj" fmla="val 4202"/>
            </a:avLst>
          </a:prstGeom>
          <a:solidFill>
            <a:srgbClr val="F7F6FC"/>
          </a:solidFill>
          <a:ln w="4398">
            <a:solidFill>
              <a:srgbClr val="C6BCDA"/>
            </a:solidFill>
            <a:prstDash val="solid"/>
          </a:ln>
        </p:spPr>
      </p:sp>
      <p:sp>
        <p:nvSpPr>
          <p:cNvPr id="1456" name="Density bank">
            <a:extLst>
              <a:ext uri="{FF2B5EF4-FFF2-40B4-BE49-F238E27FC236}">
                <a16:creationId xmlns:a16="http://schemas.microsoft.com/office/drawing/2014/main" id="{A63D619D-FEAE-DAF5-B9B2-B34000771536}"/>
              </a:ext>
            </a:extLst>
          </p:cNvPr>
          <p:cNvSpPr>
            <a:spLocks noGrp="1"/>
          </p:cNvSpPr>
          <p:nvPr/>
        </p:nvSpPr>
        <p:spPr>
          <a:xfrm>
            <a:off x="2181169" y="320942"/>
            <a:ext cx="368557" cy="7407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1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37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Density bank</a:t>
            </a:r>
          </a:p>
        </p:txBody>
      </p:sp>
      <p:grpSp>
        <p:nvGrpSpPr>
          <p:cNvPr id="1457" name="b | 56-channel density input cube | v4 editable"/>
          <p:cNvGrpSpPr/>
          <p:nvPr/>
        </p:nvGrpSpPr>
        <p:grpSpPr>
          <a:xfrm>
            <a:off x="2190000" y="428621"/>
            <a:ext cx="342000" cy="280759"/>
            <a:chOff x="1166040" y="530640"/>
            <a:chExt cx="440280" cy="361440"/>
          </a:xfrm>
        </p:grpSpPr>
        <p:sp>
          <p:nvSpPr>
            <p:cNvPr id="1458" name="asset_1581_0">
              <a:extLst>
                <a:ext uri="{FF2B5EF4-FFF2-40B4-BE49-F238E27FC236}">
                  <a16:creationId xmlns:a16="http://schemas.microsoft.com/office/drawing/2014/main" id="{3205C013-9DEC-48D4-B03E-BF08D4423450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530640"/>
              <a:ext cx="440280" cy="61445"/>
            </a:xfrm>
            <a:custGeom>
              <a:avLst/>
              <a:gdLst/>
              <a:ahLst/>
              <a:cxnLst/>
              <a:rect l="0" t="0" r="0" b="0"/>
              <a:pathLst>
                <a:path w="440280" h="61445">
                  <a:moveTo>
                    <a:pt x="0" y="61445"/>
                  </a:moveTo>
                  <a:lnTo>
                    <a:pt x="83653" y="0"/>
                  </a:lnTo>
                  <a:lnTo>
                    <a:pt x="440280" y="0"/>
                  </a:lnTo>
                  <a:lnTo>
                    <a:pt x="356627" y="61445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782">
              <a:solidFill>
                <a:srgbClr val="87ADD3"/>
              </a:solidFill>
            </a:ln>
          </p:spPr>
        </p:sp>
        <p:sp>
          <p:nvSpPr>
            <p:cNvPr id="1459" name="asset_1581_1">
              <a:extLst>
                <a:ext uri="{FF2B5EF4-FFF2-40B4-BE49-F238E27FC236}">
                  <a16:creationId xmlns:a16="http://schemas.microsoft.com/office/drawing/2014/main" id="{4EA5EB99-0F7C-4A7C-86F0-02C0F10C5825}"/>
                </a:ext>
              </a:extLst>
            </p:cNvPr>
            <p:cNvSpPr>
              <a:spLocks noGrp="1"/>
            </p:cNvSpPr>
            <p:nvPr/>
          </p:nvSpPr>
          <p:spPr>
            <a:xfrm>
              <a:off x="1522667" y="530640"/>
              <a:ext cx="83653" cy="361440"/>
            </a:xfrm>
            <a:custGeom>
              <a:avLst/>
              <a:gdLst/>
              <a:ahLst/>
              <a:cxnLst/>
              <a:rect l="0" t="0" r="0" b="0"/>
              <a:pathLst>
                <a:path w="83653" h="361440">
                  <a:moveTo>
                    <a:pt x="0" y="61445"/>
                  </a:moveTo>
                  <a:lnTo>
                    <a:pt x="83653" y="0"/>
                  </a:lnTo>
                  <a:lnTo>
                    <a:pt x="83653" y="299995"/>
                  </a:lnTo>
                  <a:lnTo>
                    <a:pt x="0" y="36144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782">
              <a:solidFill>
                <a:srgbClr val="87ADD3"/>
              </a:solidFill>
            </a:ln>
          </p:spPr>
        </p:sp>
        <p:sp>
          <p:nvSpPr>
            <p:cNvPr id="1460" name="asset_1581_2">
              <a:extLst>
                <a:ext uri="{FF2B5EF4-FFF2-40B4-BE49-F238E27FC236}">
                  <a16:creationId xmlns:a16="http://schemas.microsoft.com/office/drawing/2014/main" id="{C83C781F-4163-4F45-A576-FF381D6B7124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592085"/>
              <a:ext cx="356627" cy="299995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782">
              <a:solidFill>
                <a:srgbClr val="87ADD3"/>
              </a:solidFill>
            </a:ln>
          </p:spPr>
        </p:sp>
        <p:sp>
          <p:nvSpPr>
            <p:cNvPr id="1461" name="asset_1581_3">
              <a:extLst>
                <a:ext uri="{FF2B5EF4-FFF2-40B4-BE49-F238E27FC236}">
                  <a16:creationId xmlns:a16="http://schemas.microsoft.com/office/drawing/2014/main" id="{4814FF20-AF82-4EF2-9BB9-2297FCECF2A5}"/>
                </a:ext>
              </a:extLst>
            </p:cNvPr>
            <p:cNvSpPr>
              <a:spLocks noGrp="1"/>
            </p:cNvSpPr>
            <p:nvPr/>
          </p:nvSpPr>
          <p:spPr>
            <a:xfrm>
              <a:off x="1255197" y="592085"/>
              <a:ext cx="4" cy="299995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2" name="asset_1581_4">
              <a:extLst>
                <a:ext uri="{FF2B5EF4-FFF2-40B4-BE49-F238E27FC236}">
                  <a16:creationId xmlns:a16="http://schemas.microsoft.com/office/drawing/2014/main" id="{C8D2FDE4-E7E6-4930-A42E-B2B020E5E6FE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667084"/>
              <a:ext cx="356627" cy="4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3" name="asset_1581_5">
              <a:extLst>
                <a:ext uri="{FF2B5EF4-FFF2-40B4-BE49-F238E27FC236}">
                  <a16:creationId xmlns:a16="http://schemas.microsoft.com/office/drawing/2014/main" id="{815570DD-5E1B-4A48-A88B-AB9342DB5FB9}"/>
                </a:ext>
              </a:extLst>
            </p:cNvPr>
            <p:cNvSpPr>
              <a:spLocks noGrp="1"/>
            </p:cNvSpPr>
            <p:nvPr/>
          </p:nvSpPr>
          <p:spPr>
            <a:xfrm>
              <a:off x="1344353" y="592085"/>
              <a:ext cx="4" cy="299995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4" name="asset_1581_6">
              <a:extLst>
                <a:ext uri="{FF2B5EF4-FFF2-40B4-BE49-F238E27FC236}">
                  <a16:creationId xmlns:a16="http://schemas.microsoft.com/office/drawing/2014/main" id="{C23B0A45-5F83-4490-8AE3-9C0F30E2FB98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742082"/>
              <a:ext cx="356627" cy="4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5" name="asset_1581_7">
              <a:extLst>
                <a:ext uri="{FF2B5EF4-FFF2-40B4-BE49-F238E27FC236}">
                  <a16:creationId xmlns:a16="http://schemas.microsoft.com/office/drawing/2014/main" id="{54E6855F-E094-4217-B1D4-A57893976318}"/>
                </a:ext>
              </a:extLst>
            </p:cNvPr>
            <p:cNvSpPr>
              <a:spLocks noGrp="1"/>
            </p:cNvSpPr>
            <p:nvPr/>
          </p:nvSpPr>
          <p:spPr>
            <a:xfrm>
              <a:off x="1433510" y="592085"/>
              <a:ext cx="4" cy="299995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6" name="asset_1581_8">
              <a:extLst>
                <a:ext uri="{FF2B5EF4-FFF2-40B4-BE49-F238E27FC236}">
                  <a16:creationId xmlns:a16="http://schemas.microsoft.com/office/drawing/2014/main" id="{CC675C05-33DA-4598-BE5F-E5E4CE603F60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817081"/>
              <a:ext cx="356627" cy="4"/>
            </a:xfrm>
            <a:prstGeom prst="line">
              <a:avLst/>
            </a:prstGeom>
            <a:noFill/>
            <a:ln w="1307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467" name="asset_1581_9">
              <a:extLst>
                <a:ext uri="{FF2B5EF4-FFF2-40B4-BE49-F238E27FC236}">
                  <a16:creationId xmlns:a16="http://schemas.microsoft.com/office/drawing/2014/main" id="{AE9F7C31-36A5-472F-8764-7B217BC69915}"/>
                </a:ext>
              </a:extLst>
            </p:cNvPr>
            <p:cNvSpPr>
              <a:spLocks noGrp="1"/>
            </p:cNvSpPr>
            <p:nvPr/>
          </p:nvSpPr>
          <p:spPr>
            <a:xfrm>
              <a:off x="1197601" y="632784"/>
              <a:ext cx="166045" cy="13823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AA9DF">
                    <a:alpha val="66000"/>
                  </a:srgbClr>
                </a:gs>
                <a:gs pos="100000">
                  <a:srgbClr val="7AA9DF">
                    <a:alpha val="38500"/>
                  </a:srgbClr>
                </a:gs>
              </a:gsLst>
              <a:lin ang="84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68" name="asset_1581_10">
              <a:extLst>
                <a:ext uri="{FF2B5EF4-FFF2-40B4-BE49-F238E27FC236}">
                  <a16:creationId xmlns:a16="http://schemas.microsoft.com/office/drawing/2014/main" id="{B2B81824-5500-4EDD-B86C-BFD330C7B44E}"/>
                </a:ext>
              </a:extLst>
            </p:cNvPr>
            <p:cNvSpPr>
              <a:spLocks noGrp="1"/>
            </p:cNvSpPr>
            <p:nvPr/>
          </p:nvSpPr>
          <p:spPr>
            <a:xfrm>
              <a:off x="1273706" y="673104"/>
              <a:ext cx="179883" cy="14975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AA9DF">
                    <a:alpha val="66000"/>
                  </a:srgbClr>
                </a:gs>
                <a:gs pos="100000">
                  <a:srgbClr val="7AA9DF">
                    <a:alpha val="38500"/>
                  </a:srgbClr>
                </a:gs>
              </a:gsLst>
              <a:lin ang="84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69" name="asset_1581_11">
              <a:extLst>
                <a:ext uri="{FF2B5EF4-FFF2-40B4-BE49-F238E27FC236}">
                  <a16:creationId xmlns:a16="http://schemas.microsoft.com/office/drawing/2014/main" id="{1D48FAA2-8A1A-4C33-B539-827801F7314D}"/>
                </a:ext>
              </a:extLst>
            </p:cNvPr>
            <p:cNvSpPr>
              <a:spLocks noGrp="1"/>
            </p:cNvSpPr>
            <p:nvPr/>
          </p:nvSpPr>
          <p:spPr>
            <a:xfrm>
              <a:off x="1339432" y="598225"/>
              <a:ext cx="159127" cy="13247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AA9DF">
                    <a:alpha val="66000"/>
                  </a:srgbClr>
                </a:gs>
                <a:gs pos="100000">
                  <a:srgbClr val="7AA9DF">
                    <a:alpha val="38500"/>
                  </a:srgbClr>
                </a:gs>
              </a:gsLst>
              <a:lin ang="84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0" name="asset_1581_12">
              <a:extLst>
                <a:ext uri="{FF2B5EF4-FFF2-40B4-BE49-F238E27FC236}">
                  <a16:creationId xmlns:a16="http://schemas.microsoft.com/office/drawing/2014/main" id="{660B5A44-38E9-4890-BCD6-36653AEE837A}"/>
                </a:ext>
              </a:extLst>
            </p:cNvPr>
            <p:cNvSpPr>
              <a:spLocks noGrp="1"/>
            </p:cNvSpPr>
            <p:nvPr/>
          </p:nvSpPr>
          <p:spPr>
            <a:xfrm>
              <a:off x="1266787" y="578065"/>
              <a:ext cx="152208" cy="12671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7AA9DF">
                    <a:alpha val="66000"/>
                  </a:srgbClr>
                </a:gs>
                <a:gs pos="100000">
                  <a:srgbClr val="7AA9DF">
                    <a:alpha val="38500"/>
                  </a:srgbClr>
                </a:gs>
              </a:gsLst>
              <a:lin ang="84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1" name="asset_1581_13">
              <a:extLst>
                <a:ext uri="{FF2B5EF4-FFF2-40B4-BE49-F238E27FC236}">
                  <a16:creationId xmlns:a16="http://schemas.microsoft.com/office/drawing/2014/main" id="{A54C3BC1-A76A-42BF-A775-045933A231E0}"/>
                </a:ext>
              </a:extLst>
            </p:cNvPr>
            <p:cNvSpPr>
              <a:spLocks noGrp="1"/>
            </p:cNvSpPr>
            <p:nvPr/>
          </p:nvSpPr>
          <p:spPr>
            <a:xfrm>
              <a:off x="1267782" y="628001"/>
              <a:ext cx="89810" cy="7476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2" name="asset_1581_14">
              <a:extLst>
                <a:ext uri="{FF2B5EF4-FFF2-40B4-BE49-F238E27FC236}">
                  <a16:creationId xmlns:a16="http://schemas.microsoft.com/office/drawing/2014/main" id="{944F3B14-0DD0-4984-A86E-55658AF6431E}"/>
                </a:ext>
              </a:extLst>
            </p:cNvPr>
            <p:cNvSpPr>
              <a:spLocks noGrp="1"/>
            </p:cNvSpPr>
            <p:nvPr/>
          </p:nvSpPr>
          <p:spPr>
            <a:xfrm>
              <a:off x="1308490" y="708756"/>
              <a:ext cx="85440" cy="7113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3" name="asset_1581_15">
              <a:extLst>
                <a:ext uri="{FF2B5EF4-FFF2-40B4-BE49-F238E27FC236}">
                  <a16:creationId xmlns:a16="http://schemas.microsoft.com/office/drawing/2014/main" id="{1C484209-71E8-4F3C-BCB5-E545D61C95A7}"/>
                </a:ext>
              </a:extLst>
            </p:cNvPr>
            <p:cNvSpPr>
              <a:spLocks noGrp="1"/>
            </p:cNvSpPr>
            <p:nvPr/>
          </p:nvSpPr>
          <p:spPr>
            <a:xfrm>
              <a:off x="1329273" y="646628"/>
              <a:ext cx="68879" cy="573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4" name="asset_1581_16">
              <a:extLst>
                <a:ext uri="{FF2B5EF4-FFF2-40B4-BE49-F238E27FC236}">
                  <a16:creationId xmlns:a16="http://schemas.microsoft.com/office/drawing/2014/main" id="{EE253FFA-FAA9-4637-9B05-9F975F05475E}"/>
                </a:ext>
              </a:extLst>
            </p:cNvPr>
            <p:cNvSpPr>
              <a:spLocks noGrp="1"/>
            </p:cNvSpPr>
            <p:nvPr/>
          </p:nvSpPr>
          <p:spPr>
            <a:xfrm>
              <a:off x="1303611" y="590001"/>
              <a:ext cx="89020" cy="7411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5" name="asset_1581_17">
              <a:extLst>
                <a:ext uri="{FF2B5EF4-FFF2-40B4-BE49-F238E27FC236}">
                  <a16:creationId xmlns:a16="http://schemas.microsoft.com/office/drawing/2014/main" id="{E9F94C94-F491-4F79-AFFE-AFE6DB01D3E0}"/>
                </a:ext>
              </a:extLst>
            </p:cNvPr>
            <p:cNvSpPr>
              <a:spLocks noGrp="1"/>
            </p:cNvSpPr>
            <p:nvPr/>
          </p:nvSpPr>
          <p:spPr>
            <a:xfrm>
              <a:off x="1254986" y="668492"/>
              <a:ext cx="87304" cy="726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6" name="asset_1581_18">
              <a:extLst>
                <a:ext uri="{FF2B5EF4-FFF2-40B4-BE49-F238E27FC236}">
                  <a16:creationId xmlns:a16="http://schemas.microsoft.com/office/drawing/2014/main" id="{CF287EE7-CBD1-419B-B412-5114F8EE522C}"/>
                </a:ext>
              </a:extLst>
            </p:cNvPr>
            <p:cNvSpPr>
              <a:spLocks noGrp="1"/>
            </p:cNvSpPr>
            <p:nvPr/>
          </p:nvSpPr>
          <p:spPr>
            <a:xfrm>
              <a:off x="1366193" y="686325"/>
              <a:ext cx="64869" cy="540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7" name="asset_1581_19">
              <a:extLst>
                <a:ext uri="{FF2B5EF4-FFF2-40B4-BE49-F238E27FC236}">
                  <a16:creationId xmlns:a16="http://schemas.microsoft.com/office/drawing/2014/main" id="{3934C044-1AEB-40CD-8435-76A96DC8F529}"/>
                </a:ext>
              </a:extLst>
            </p:cNvPr>
            <p:cNvSpPr>
              <a:spLocks noGrp="1"/>
            </p:cNvSpPr>
            <p:nvPr/>
          </p:nvSpPr>
          <p:spPr>
            <a:xfrm>
              <a:off x="1403693" y="656125"/>
              <a:ext cx="79255" cy="659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8" name="asset_1581_20">
              <a:extLst>
                <a:ext uri="{FF2B5EF4-FFF2-40B4-BE49-F238E27FC236}">
                  <a16:creationId xmlns:a16="http://schemas.microsoft.com/office/drawing/2014/main" id="{B947AA40-95EB-4B42-8E17-68B5000BEFD0}"/>
                </a:ext>
              </a:extLst>
            </p:cNvPr>
            <p:cNvSpPr>
              <a:spLocks noGrp="1"/>
            </p:cNvSpPr>
            <p:nvPr/>
          </p:nvSpPr>
          <p:spPr>
            <a:xfrm>
              <a:off x="1354563" y="601883"/>
              <a:ext cx="65444" cy="5448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79" name="asset_1581_21">
              <a:extLst>
                <a:ext uri="{FF2B5EF4-FFF2-40B4-BE49-F238E27FC236}">
                  <a16:creationId xmlns:a16="http://schemas.microsoft.com/office/drawing/2014/main" id="{88DA60A4-9D2E-45B3-91D3-4CCAC622D763}"/>
                </a:ext>
              </a:extLst>
            </p:cNvPr>
            <p:cNvSpPr>
              <a:spLocks noGrp="1"/>
            </p:cNvSpPr>
            <p:nvPr/>
          </p:nvSpPr>
          <p:spPr>
            <a:xfrm>
              <a:off x="1195102" y="652037"/>
              <a:ext cx="77351" cy="643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0" name="asset_1581_22">
              <a:extLst>
                <a:ext uri="{FF2B5EF4-FFF2-40B4-BE49-F238E27FC236}">
                  <a16:creationId xmlns:a16="http://schemas.microsoft.com/office/drawing/2014/main" id="{07A18488-8880-4572-A74B-89AE9F6756E0}"/>
                </a:ext>
              </a:extLst>
            </p:cNvPr>
            <p:cNvSpPr>
              <a:spLocks noGrp="1"/>
            </p:cNvSpPr>
            <p:nvPr/>
          </p:nvSpPr>
          <p:spPr>
            <a:xfrm>
              <a:off x="1384387" y="701587"/>
              <a:ext cx="79465" cy="6615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1" name="asset_1581_23">
              <a:extLst>
                <a:ext uri="{FF2B5EF4-FFF2-40B4-BE49-F238E27FC236}">
                  <a16:creationId xmlns:a16="http://schemas.microsoft.com/office/drawing/2014/main" id="{6F869924-C87C-4542-AF02-358EE88B5C3E}"/>
                </a:ext>
              </a:extLst>
            </p:cNvPr>
            <p:cNvSpPr>
              <a:spLocks noGrp="1"/>
            </p:cNvSpPr>
            <p:nvPr/>
          </p:nvSpPr>
          <p:spPr>
            <a:xfrm>
              <a:off x="1356467" y="604314"/>
              <a:ext cx="78434" cy="6529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2" name="asset_1581_24">
              <a:extLst>
                <a:ext uri="{FF2B5EF4-FFF2-40B4-BE49-F238E27FC236}">
                  <a16:creationId xmlns:a16="http://schemas.microsoft.com/office/drawing/2014/main" id="{D4A359B9-4BC4-4F2F-9C3B-A736D78E428B}"/>
                </a:ext>
              </a:extLst>
            </p:cNvPr>
            <p:cNvSpPr>
              <a:spLocks noGrp="1"/>
            </p:cNvSpPr>
            <p:nvPr/>
          </p:nvSpPr>
          <p:spPr>
            <a:xfrm>
              <a:off x="1331768" y="602204"/>
              <a:ext cx="55523" cy="462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3" name="asset_1581_25">
              <a:extLst>
                <a:ext uri="{FF2B5EF4-FFF2-40B4-BE49-F238E27FC236}">
                  <a16:creationId xmlns:a16="http://schemas.microsoft.com/office/drawing/2014/main" id="{AA9DAE7B-C072-4D9C-9114-D41D267A99B9}"/>
                </a:ext>
              </a:extLst>
            </p:cNvPr>
            <p:cNvSpPr>
              <a:spLocks noGrp="1"/>
            </p:cNvSpPr>
            <p:nvPr/>
          </p:nvSpPr>
          <p:spPr>
            <a:xfrm>
              <a:off x="1265035" y="648588"/>
              <a:ext cx="78317" cy="652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4" name="asset_1581_26">
              <a:extLst>
                <a:ext uri="{FF2B5EF4-FFF2-40B4-BE49-F238E27FC236}">
                  <a16:creationId xmlns:a16="http://schemas.microsoft.com/office/drawing/2014/main" id="{5C0E4635-69D9-4CCB-8AF4-005FB40620D6}"/>
                </a:ext>
              </a:extLst>
            </p:cNvPr>
            <p:cNvSpPr>
              <a:spLocks noGrp="1"/>
            </p:cNvSpPr>
            <p:nvPr/>
          </p:nvSpPr>
          <p:spPr>
            <a:xfrm>
              <a:off x="1271877" y="738553"/>
              <a:ext cx="78927" cy="657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5" name="asset_1581_27">
              <a:extLst>
                <a:ext uri="{FF2B5EF4-FFF2-40B4-BE49-F238E27FC236}">
                  <a16:creationId xmlns:a16="http://schemas.microsoft.com/office/drawing/2014/main" id="{4AFD1DA4-8614-485B-8FC4-D6C868BE1E55}"/>
                </a:ext>
              </a:extLst>
            </p:cNvPr>
            <p:cNvSpPr>
              <a:spLocks noGrp="1"/>
            </p:cNvSpPr>
            <p:nvPr/>
          </p:nvSpPr>
          <p:spPr>
            <a:xfrm>
              <a:off x="1346286" y="645828"/>
              <a:ext cx="81581" cy="6791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6" name="asset_1581_28">
              <a:extLst>
                <a:ext uri="{FF2B5EF4-FFF2-40B4-BE49-F238E27FC236}">
                  <a16:creationId xmlns:a16="http://schemas.microsoft.com/office/drawing/2014/main" id="{435FC0BA-F446-4627-A792-A7D26955FFA3}"/>
                </a:ext>
              </a:extLst>
            </p:cNvPr>
            <p:cNvSpPr>
              <a:spLocks noGrp="1"/>
            </p:cNvSpPr>
            <p:nvPr/>
          </p:nvSpPr>
          <p:spPr>
            <a:xfrm>
              <a:off x="1275855" y="598815"/>
              <a:ext cx="59505" cy="4954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7" name="asset_1581_29">
              <a:extLst>
                <a:ext uri="{FF2B5EF4-FFF2-40B4-BE49-F238E27FC236}">
                  <a16:creationId xmlns:a16="http://schemas.microsoft.com/office/drawing/2014/main" id="{2705A797-7EE2-495B-B909-1340C299D43A}"/>
                </a:ext>
              </a:extLst>
            </p:cNvPr>
            <p:cNvSpPr>
              <a:spLocks noGrp="1"/>
            </p:cNvSpPr>
            <p:nvPr/>
          </p:nvSpPr>
          <p:spPr>
            <a:xfrm>
              <a:off x="1298797" y="658112"/>
              <a:ext cx="81860" cy="681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8" name="asset_1581_30">
              <a:extLst>
                <a:ext uri="{FF2B5EF4-FFF2-40B4-BE49-F238E27FC236}">
                  <a16:creationId xmlns:a16="http://schemas.microsoft.com/office/drawing/2014/main" id="{68ED42AE-36D2-41B0-81A5-F19F3765BD34}"/>
                </a:ext>
              </a:extLst>
            </p:cNvPr>
            <p:cNvSpPr>
              <a:spLocks noGrp="1"/>
            </p:cNvSpPr>
            <p:nvPr/>
          </p:nvSpPr>
          <p:spPr>
            <a:xfrm>
              <a:off x="1307873" y="672119"/>
              <a:ext cx="67974" cy="5659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89" name="asset_1581_31">
              <a:extLst>
                <a:ext uri="{FF2B5EF4-FFF2-40B4-BE49-F238E27FC236}">
                  <a16:creationId xmlns:a16="http://schemas.microsoft.com/office/drawing/2014/main" id="{570CA1DB-AE1A-46F9-874E-5C63A0584C84}"/>
                </a:ext>
              </a:extLst>
            </p:cNvPr>
            <p:cNvSpPr>
              <a:spLocks noGrp="1"/>
            </p:cNvSpPr>
            <p:nvPr/>
          </p:nvSpPr>
          <p:spPr>
            <a:xfrm>
              <a:off x="1380715" y="596498"/>
              <a:ext cx="50330" cy="4190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0" name="asset_1581_32">
              <a:extLst>
                <a:ext uri="{FF2B5EF4-FFF2-40B4-BE49-F238E27FC236}">
                  <a16:creationId xmlns:a16="http://schemas.microsoft.com/office/drawing/2014/main" id="{7DAC0771-FFD9-4D18-831E-141093886668}"/>
                </a:ext>
              </a:extLst>
            </p:cNvPr>
            <p:cNvSpPr>
              <a:spLocks noGrp="1"/>
            </p:cNvSpPr>
            <p:nvPr/>
          </p:nvSpPr>
          <p:spPr>
            <a:xfrm>
              <a:off x="1272577" y="634689"/>
              <a:ext cx="73845" cy="6147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1" name="asset_1581_33">
              <a:extLst>
                <a:ext uri="{FF2B5EF4-FFF2-40B4-BE49-F238E27FC236}">
                  <a16:creationId xmlns:a16="http://schemas.microsoft.com/office/drawing/2014/main" id="{B3171AA5-06B2-4F18-AD43-E15FA653F86B}"/>
                </a:ext>
              </a:extLst>
            </p:cNvPr>
            <p:cNvSpPr>
              <a:spLocks noGrp="1"/>
            </p:cNvSpPr>
            <p:nvPr/>
          </p:nvSpPr>
          <p:spPr>
            <a:xfrm>
              <a:off x="1212340" y="692783"/>
              <a:ext cx="65414" cy="5445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2" name="asset_1581_34">
              <a:extLst>
                <a:ext uri="{FF2B5EF4-FFF2-40B4-BE49-F238E27FC236}">
                  <a16:creationId xmlns:a16="http://schemas.microsoft.com/office/drawing/2014/main" id="{B30B9448-10C3-4A24-B25F-BA92A232A741}"/>
                </a:ext>
              </a:extLst>
            </p:cNvPr>
            <p:cNvSpPr>
              <a:spLocks noGrp="1"/>
            </p:cNvSpPr>
            <p:nvPr/>
          </p:nvSpPr>
          <p:spPr>
            <a:xfrm>
              <a:off x="1322656" y="736905"/>
              <a:ext cx="50345" cy="4191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3" name="asset_1581_35">
              <a:extLst>
                <a:ext uri="{FF2B5EF4-FFF2-40B4-BE49-F238E27FC236}">
                  <a16:creationId xmlns:a16="http://schemas.microsoft.com/office/drawing/2014/main" id="{15807BA9-6FC6-4791-B349-AE30B87C86A4}"/>
                </a:ext>
              </a:extLst>
            </p:cNvPr>
            <p:cNvSpPr>
              <a:spLocks noGrp="1"/>
            </p:cNvSpPr>
            <p:nvPr/>
          </p:nvSpPr>
          <p:spPr>
            <a:xfrm>
              <a:off x="1367542" y="615447"/>
              <a:ext cx="89009" cy="7410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4" name="asset_1581_36">
              <a:extLst>
                <a:ext uri="{FF2B5EF4-FFF2-40B4-BE49-F238E27FC236}">
                  <a16:creationId xmlns:a16="http://schemas.microsoft.com/office/drawing/2014/main" id="{B8028308-95DD-4FE0-8578-82EC16EAB52D}"/>
                </a:ext>
              </a:extLst>
            </p:cNvPr>
            <p:cNvSpPr>
              <a:spLocks noGrp="1"/>
            </p:cNvSpPr>
            <p:nvPr/>
          </p:nvSpPr>
          <p:spPr>
            <a:xfrm>
              <a:off x="1296881" y="621880"/>
              <a:ext cx="66929" cy="5572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5" name="asset_1581_37">
              <a:extLst>
                <a:ext uri="{FF2B5EF4-FFF2-40B4-BE49-F238E27FC236}">
                  <a16:creationId xmlns:a16="http://schemas.microsoft.com/office/drawing/2014/main" id="{DE1D7B0A-8FB6-41EA-A480-4EAF7F961838}"/>
                </a:ext>
              </a:extLst>
            </p:cNvPr>
            <p:cNvSpPr>
              <a:spLocks noGrp="1"/>
            </p:cNvSpPr>
            <p:nvPr/>
          </p:nvSpPr>
          <p:spPr>
            <a:xfrm>
              <a:off x="1277458" y="665345"/>
              <a:ext cx="68439" cy="5697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6" name="asset_1581_38">
              <a:extLst>
                <a:ext uri="{FF2B5EF4-FFF2-40B4-BE49-F238E27FC236}">
                  <a16:creationId xmlns:a16="http://schemas.microsoft.com/office/drawing/2014/main" id="{5610F228-B690-4146-935C-E1CD6E2A8D08}"/>
                </a:ext>
              </a:extLst>
            </p:cNvPr>
            <p:cNvSpPr>
              <a:spLocks noGrp="1"/>
            </p:cNvSpPr>
            <p:nvPr/>
          </p:nvSpPr>
          <p:spPr>
            <a:xfrm>
              <a:off x="1356515" y="745086"/>
              <a:ext cx="71762" cy="5974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7" name="asset_1581_39">
              <a:extLst>
                <a:ext uri="{FF2B5EF4-FFF2-40B4-BE49-F238E27FC236}">
                  <a16:creationId xmlns:a16="http://schemas.microsoft.com/office/drawing/2014/main" id="{FD6B0E2F-3BAB-4DAC-9F76-FBC230B82B49}"/>
                </a:ext>
              </a:extLst>
            </p:cNvPr>
            <p:cNvSpPr>
              <a:spLocks noGrp="1"/>
            </p:cNvSpPr>
            <p:nvPr/>
          </p:nvSpPr>
          <p:spPr>
            <a:xfrm>
              <a:off x="1386650" y="585659"/>
              <a:ext cx="88123" cy="7336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8" name="asset_1581_40">
              <a:extLst>
                <a:ext uri="{FF2B5EF4-FFF2-40B4-BE49-F238E27FC236}">
                  <a16:creationId xmlns:a16="http://schemas.microsoft.com/office/drawing/2014/main" id="{5A168792-540D-45E8-B808-1DD71F0B1A81}"/>
                </a:ext>
              </a:extLst>
            </p:cNvPr>
            <p:cNvSpPr>
              <a:spLocks noGrp="1"/>
            </p:cNvSpPr>
            <p:nvPr/>
          </p:nvSpPr>
          <p:spPr>
            <a:xfrm>
              <a:off x="1280729" y="604385"/>
              <a:ext cx="58619" cy="4880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499" name="asset_1581_41">
              <a:extLst>
                <a:ext uri="{FF2B5EF4-FFF2-40B4-BE49-F238E27FC236}">
                  <a16:creationId xmlns:a16="http://schemas.microsoft.com/office/drawing/2014/main" id="{847FD70E-5A8B-4114-A01D-F2EF50F4423E}"/>
                </a:ext>
              </a:extLst>
            </p:cNvPr>
            <p:cNvSpPr>
              <a:spLocks noGrp="1"/>
            </p:cNvSpPr>
            <p:nvPr/>
          </p:nvSpPr>
          <p:spPr>
            <a:xfrm>
              <a:off x="1252552" y="707551"/>
              <a:ext cx="67155" cy="559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0" name="asset_1581_42">
              <a:extLst>
                <a:ext uri="{FF2B5EF4-FFF2-40B4-BE49-F238E27FC236}">
                  <a16:creationId xmlns:a16="http://schemas.microsoft.com/office/drawing/2014/main" id="{B8465718-2209-4785-8D6C-FEFD5ED88B50}"/>
                </a:ext>
              </a:extLst>
            </p:cNvPr>
            <p:cNvSpPr>
              <a:spLocks noGrp="1"/>
            </p:cNvSpPr>
            <p:nvPr/>
          </p:nvSpPr>
          <p:spPr>
            <a:xfrm>
              <a:off x="1294512" y="681051"/>
              <a:ext cx="62827" cy="5230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1" name="asset_1581_43">
              <a:extLst>
                <a:ext uri="{FF2B5EF4-FFF2-40B4-BE49-F238E27FC236}">
                  <a16:creationId xmlns:a16="http://schemas.microsoft.com/office/drawing/2014/main" id="{CF9D731D-DAD3-42C6-A1D4-17669C521916}"/>
                </a:ext>
              </a:extLst>
            </p:cNvPr>
            <p:cNvSpPr>
              <a:spLocks noGrp="1"/>
            </p:cNvSpPr>
            <p:nvPr/>
          </p:nvSpPr>
          <p:spPr>
            <a:xfrm>
              <a:off x="1396532" y="648285"/>
              <a:ext cx="49406" cy="4113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2" name="asset_1581_44">
              <a:extLst>
                <a:ext uri="{FF2B5EF4-FFF2-40B4-BE49-F238E27FC236}">
                  <a16:creationId xmlns:a16="http://schemas.microsoft.com/office/drawing/2014/main" id="{26272332-EDB6-4712-B694-B8364E118BAB}"/>
                </a:ext>
              </a:extLst>
            </p:cNvPr>
            <p:cNvSpPr>
              <a:spLocks noGrp="1"/>
            </p:cNvSpPr>
            <p:nvPr/>
          </p:nvSpPr>
          <p:spPr>
            <a:xfrm>
              <a:off x="1284646" y="570918"/>
              <a:ext cx="72058" cy="5999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3" name="asset_1581_45">
              <a:extLst>
                <a:ext uri="{FF2B5EF4-FFF2-40B4-BE49-F238E27FC236}">
                  <a16:creationId xmlns:a16="http://schemas.microsoft.com/office/drawing/2014/main" id="{C32BD334-D78F-4BEA-8822-055E65717176}"/>
                </a:ext>
              </a:extLst>
            </p:cNvPr>
            <p:cNvSpPr>
              <a:spLocks noGrp="1"/>
            </p:cNvSpPr>
            <p:nvPr/>
          </p:nvSpPr>
          <p:spPr>
            <a:xfrm>
              <a:off x="1301463" y="668973"/>
              <a:ext cx="57033" cy="4748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4" name="asset_1581_46">
              <a:extLst>
                <a:ext uri="{FF2B5EF4-FFF2-40B4-BE49-F238E27FC236}">
                  <a16:creationId xmlns:a16="http://schemas.microsoft.com/office/drawing/2014/main" id="{767C0757-1EE1-4F32-B866-0F460338FCCC}"/>
                </a:ext>
              </a:extLst>
            </p:cNvPr>
            <p:cNvSpPr>
              <a:spLocks noGrp="1"/>
            </p:cNvSpPr>
            <p:nvPr/>
          </p:nvSpPr>
          <p:spPr>
            <a:xfrm>
              <a:off x="1314200" y="715321"/>
              <a:ext cx="64969" cy="5408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5" name="asset_1581_47">
              <a:extLst>
                <a:ext uri="{FF2B5EF4-FFF2-40B4-BE49-F238E27FC236}">
                  <a16:creationId xmlns:a16="http://schemas.microsoft.com/office/drawing/2014/main" id="{80494F87-B1E7-47F1-A0ED-34B1F248D749}"/>
                </a:ext>
              </a:extLst>
            </p:cNvPr>
            <p:cNvSpPr>
              <a:spLocks noGrp="1"/>
            </p:cNvSpPr>
            <p:nvPr/>
          </p:nvSpPr>
          <p:spPr>
            <a:xfrm>
              <a:off x="1337030" y="644689"/>
              <a:ext cx="54017" cy="4497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6" name="asset_1581_48">
              <a:extLst>
                <a:ext uri="{FF2B5EF4-FFF2-40B4-BE49-F238E27FC236}">
                  <a16:creationId xmlns:a16="http://schemas.microsoft.com/office/drawing/2014/main" id="{4CFA04E2-554C-4D33-A89E-58E94823C882}"/>
                </a:ext>
              </a:extLst>
            </p:cNvPr>
            <p:cNvSpPr>
              <a:spLocks noGrp="1"/>
            </p:cNvSpPr>
            <p:nvPr/>
          </p:nvSpPr>
          <p:spPr>
            <a:xfrm>
              <a:off x="1342926" y="612101"/>
              <a:ext cx="68657" cy="5715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7" name="asset_1581_49">
              <a:extLst>
                <a:ext uri="{FF2B5EF4-FFF2-40B4-BE49-F238E27FC236}">
                  <a16:creationId xmlns:a16="http://schemas.microsoft.com/office/drawing/2014/main" id="{6F10174C-29BC-4AF4-BBC1-4D20CFA0EF2A}"/>
                </a:ext>
              </a:extLst>
            </p:cNvPr>
            <p:cNvSpPr>
              <a:spLocks noGrp="1"/>
            </p:cNvSpPr>
            <p:nvPr/>
          </p:nvSpPr>
          <p:spPr>
            <a:xfrm>
              <a:off x="1241398" y="686021"/>
              <a:ext cx="57012" cy="474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8" name="asset_1581_50">
              <a:extLst>
                <a:ext uri="{FF2B5EF4-FFF2-40B4-BE49-F238E27FC236}">
                  <a16:creationId xmlns:a16="http://schemas.microsoft.com/office/drawing/2014/main" id="{E8F36DE9-E1F8-409F-9720-5A2344F983DE}"/>
                </a:ext>
              </a:extLst>
            </p:cNvPr>
            <p:cNvSpPr>
              <a:spLocks noGrp="1"/>
            </p:cNvSpPr>
            <p:nvPr/>
          </p:nvSpPr>
          <p:spPr>
            <a:xfrm>
              <a:off x="1358871" y="742809"/>
              <a:ext cx="63056" cy="5249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7AA9DF">
                    <a:alpha val="80300"/>
                  </a:srgbClr>
                </a:gs>
                <a:gs pos="100000">
                  <a:srgbClr val="7AA9DF">
                    <a:alpha val="46200"/>
                  </a:srgbClr>
                </a:gs>
              </a:gsLst>
              <a:lin ang="7500000"/>
            </a:gradFill>
            <a:ln w="2796">
              <a:noFill/>
            </a:ln>
            <a:effectLst>
              <a:softEdge rad="4320"/>
            </a:effectLst>
          </p:spPr>
        </p:sp>
        <p:sp>
          <p:nvSpPr>
            <p:cNvPr id="1509" name="asset_1581_51">
              <a:extLst>
                <a:ext uri="{FF2B5EF4-FFF2-40B4-BE49-F238E27FC236}">
                  <a16:creationId xmlns:a16="http://schemas.microsoft.com/office/drawing/2014/main" id="{BEDF2D03-4738-43DD-8C34-6D4A9302BC28}"/>
                </a:ext>
              </a:extLst>
            </p:cNvPr>
            <p:cNvSpPr>
              <a:spLocks noGrp="1"/>
            </p:cNvSpPr>
            <p:nvPr/>
          </p:nvSpPr>
          <p:spPr>
            <a:xfrm>
              <a:off x="1166040" y="592085"/>
              <a:ext cx="356627" cy="299995"/>
            </a:xfrm>
            <a:custGeom>
              <a:avLst/>
              <a:gdLst/>
              <a:ahLst/>
              <a:cxnLst/>
              <a:rect l="0" t="0" r="0" b="0"/>
              <a:pathLst>
                <a:path w="356627" h="299995">
                  <a:moveTo>
                    <a:pt x="0" y="0"/>
                  </a:moveTo>
                  <a:lnTo>
                    <a:pt x="356627" y="0"/>
                  </a:lnTo>
                  <a:lnTo>
                    <a:pt x="356627" y="299995"/>
                  </a:lnTo>
                  <a:lnTo>
                    <a:pt x="0" y="299995"/>
                  </a:lnTo>
                  <a:close/>
                </a:path>
              </a:pathLst>
            </a:custGeom>
            <a:noFill/>
            <a:ln w="2377">
              <a:solidFill>
                <a:srgbClr val="87ADD3"/>
              </a:solidFill>
            </a:ln>
          </p:spPr>
        </p:sp>
      </p:grpSp>
      <p:sp>
        <p:nvSpPr>
          <p:cNvPr id="1510" name="Receptor atoms">
            <a:extLst>
              <a:ext uri="{FF2B5EF4-FFF2-40B4-BE49-F238E27FC236}">
                <a16:creationId xmlns:a16="http://schemas.microsoft.com/office/drawing/2014/main" id="{5D7544A2-240E-DDA9-1AB9-E12149F271ED}"/>
              </a:ext>
            </a:extLst>
          </p:cNvPr>
          <p:cNvSpPr>
            <a:spLocks noGrp="1"/>
          </p:cNvSpPr>
          <p:nvPr/>
        </p:nvSpPr>
        <p:spPr>
          <a:xfrm>
            <a:off x="2177465" y="863315"/>
            <a:ext cx="372260" cy="666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23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Receptor atoms</a:t>
            </a:r>
          </a:p>
        </p:txBody>
      </p:sp>
      <p:pic>
        <p:nvPicPr>
          <p:cNvPr id="1511" name="图片 25">
            <a:extLst>
              <a:ext uri="{FF2B5EF4-FFF2-40B4-BE49-F238E27FC236}">
                <a16:creationId xmlns:a16="http://schemas.microsoft.com/office/drawing/2014/main" id="{03B67142-EE20-4DDE-6193-04475769B4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2210184" y="939246"/>
            <a:ext cx="308673" cy="185198"/>
          </a:xfrm>
          <a:prstGeom prst="rect">
            <a:avLst/>
          </a:prstGeom>
        </p:spPr>
      </p:pic>
      <p:sp>
        <p:nvSpPr>
          <p:cNvPr id="1512" name="Atom encoding">
            <a:extLst>
              <a:ext uri="{FF2B5EF4-FFF2-40B4-BE49-F238E27FC236}">
                <a16:creationId xmlns:a16="http://schemas.microsoft.com/office/drawing/2014/main" id="{C4A641D4-251A-BEDD-2DAE-30A29083273E}"/>
              </a:ext>
            </a:extLst>
          </p:cNvPr>
          <p:cNvSpPr>
            <a:spLocks noGrp="1"/>
          </p:cNvSpPr>
          <p:nvPr/>
        </p:nvSpPr>
        <p:spPr>
          <a:xfrm>
            <a:off x="2554995" y="914499"/>
            <a:ext cx="307123" cy="15653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lang="en-US" sz="394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Embedding</a:t>
            </a:r>
          </a:p>
          <a:p>
            <a:pPr algn="ctr">
              <a:defRPr sz="550" b="0">
                <a:solidFill>
                  <a:srgbClr val="776399"/>
                </a:solidFill>
                <a:latin typeface="Arial"/>
                <a:ea typeface="Arial"/>
                <a:cs typeface="Arial"/>
              </a:defRPr>
            </a:pPr>
            <a:r>
              <a:rPr lang="en-US" sz="394" dirty="0">
                <a:solidFill>
                  <a:srgbClr val="776399"/>
                </a:solidFill>
                <a:latin typeface="Arial"/>
                <a:ea typeface="Arial"/>
                <a:cs typeface="Arial"/>
              </a:rPr>
              <a:t> head</a:t>
            </a:r>
            <a:endParaRPr sz="394" dirty="0">
              <a:solidFill>
                <a:srgbClr val="77639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3" name="Pseudo atoms">
            <a:extLst>
              <a:ext uri="{FF2B5EF4-FFF2-40B4-BE49-F238E27FC236}">
                <a16:creationId xmlns:a16="http://schemas.microsoft.com/office/drawing/2014/main" id="{64588B34-94ED-1FB7-03A9-8B77EC477C8B}"/>
              </a:ext>
            </a:extLst>
          </p:cNvPr>
          <p:cNvSpPr>
            <a:spLocks noGrp="1"/>
          </p:cNvSpPr>
          <p:nvPr/>
        </p:nvSpPr>
        <p:spPr>
          <a:xfrm>
            <a:off x="2177465" y="1252667"/>
            <a:ext cx="372260" cy="666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23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23" b="1" dirty="0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1514" name="3D voxel U-Net">
            <a:extLst>
              <a:ext uri="{FF2B5EF4-FFF2-40B4-BE49-F238E27FC236}">
                <a16:creationId xmlns:a16="http://schemas.microsoft.com/office/drawing/2014/main" id="{9D0744D6-BEFB-82C6-87A4-995256EE6073}"/>
              </a:ext>
            </a:extLst>
          </p:cNvPr>
          <p:cNvSpPr>
            <a:spLocks noGrp="1"/>
          </p:cNvSpPr>
          <p:nvPr/>
        </p:nvSpPr>
        <p:spPr>
          <a:xfrm>
            <a:off x="3120154" y="250567"/>
            <a:ext cx="1009363" cy="814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13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510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3D voxel U-Net</a:t>
            </a:r>
          </a:p>
        </p:txBody>
      </p:sp>
      <p:sp>
        <p:nvSpPr>
          <p:cNvPr id="1515" name="Density bank to voxel input">
            <a:extLst>
              <a:ext uri="{FF2B5EF4-FFF2-40B4-BE49-F238E27FC236}">
                <a16:creationId xmlns:a16="http://schemas.microsoft.com/office/drawing/2014/main" id="{45E08DBF-96A0-EB74-147C-C015FAC3C54A}"/>
              </a:ext>
            </a:extLst>
          </p:cNvPr>
          <p:cNvSpPr>
            <a:spLocks noGrp="1"/>
          </p:cNvSpPr>
          <p:nvPr/>
        </p:nvSpPr>
        <p:spPr>
          <a:xfrm>
            <a:off x="2571949" y="657267"/>
            <a:ext cx="346332" cy="92"/>
          </a:xfrm>
          <a:custGeom>
            <a:avLst/>
            <a:gdLst/>
            <a:ahLst/>
            <a:cxnLst/>
            <a:rect l="0" t="0" r="0" b="0"/>
            <a:pathLst>
              <a:path w="1781175" h="476">
                <a:moveTo>
                  <a:pt x="0" y="0"/>
                </a:moveTo>
                <a:lnTo>
                  <a:pt x="1781175" y="0"/>
                </a:lnTo>
              </a:path>
            </a:pathLst>
          </a:custGeom>
          <a:noFill/>
          <a:ln w="7243">
            <a:solidFill>
              <a:srgbClr val="388BBE"/>
            </a:solidFill>
            <a:prstDash val="solid"/>
          </a:ln>
        </p:spPr>
      </p:sp>
      <p:sp>
        <p:nvSpPr>
          <p:cNvPr id="1516" name="Density bank to voxel input | arrowhead">
            <a:extLst>
              <a:ext uri="{FF2B5EF4-FFF2-40B4-BE49-F238E27FC236}">
                <a16:creationId xmlns:a16="http://schemas.microsoft.com/office/drawing/2014/main" id="{0CB6E354-CB56-56C0-95D5-76D44CC90AF4}"/>
              </a:ext>
            </a:extLst>
          </p:cNvPr>
          <p:cNvSpPr>
            <a:spLocks noGrp="1"/>
          </p:cNvSpPr>
          <p:nvPr/>
        </p:nvSpPr>
        <p:spPr>
          <a:xfrm>
            <a:off x="2904285" y="649089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517" name="Atom encoding shared trunk">
            <a:extLst>
              <a:ext uri="{FF2B5EF4-FFF2-40B4-BE49-F238E27FC236}">
                <a16:creationId xmlns:a16="http://schemas.microsoft.com/office/drawing/2014/main" id="{DA042B81-6DAF-8419-93D3-99F57AAF64C1}"/>
              </a:ext>
            </a:extLst>
          </p:cNvPr>
          <p:cNvSpPr>
            <a:spLocks noGrp="1"/>
          </p:cNvSpPr>
          <p:nvPr/>
        </p:nvSpPr>
        <p:spPr>
          <a:xfrm>
            <a:off x="2571949" y="995552"/>
            <a:ext cx="272250" cy="92"/>
          </a:xfrm>
          <a:custGeom>
            <a:avLst/>
            <a:gdLst/>
            <a:ahLst/>
            <a:cxnLst/>
            <a:rect l="0" t="0" r="0" b="0"/>
            <a:pathLst>
              <a:path w="1400175" h="476">
                <a:moveTo>
                  <a:pt x="0" y="0"/>
                </a:moveTo>
                <a:lnTo>
                  <a:pt x="1400175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518" name="Atom encoding to voxel input">
            <a:extLst>
              <a:ext uri="{FF2B5EF4-FFF2-40B4-BE49-F238E27FC236}">
                <a16:creationId xmlns:a16="http://schemas.microsoft.com/office/drawing/2014/main" id="{7CDE9097-E599-90F4-6A05-29F540F04056}"/>
              </a:ext>
            </a:extLst>
          </p:cNvPr>
          <p:cNvSpPr>
            <a:spLocks noGrp="1"/>
          </p:cNvSpPr>
          <p:nvPr/>
        </p:nvSpPr>
        <p:spPr>
          <a:xfrm>
            <a:off x="2844200" y="699014"/>
            <a:ext cx="74081" cy="370396"/>
          </a:xfrm>
          <a:custGeom>
            <a:avLst/>
            <a:gdLst/>
            <a:ahLst/>
            <a:cxnLst/>
            <a:rect l="0" t="0" r="0" b="0"/>
            <a:pathLst>
              <a:path w="381000" h="1905000">
                <a:moveTo>
                  <a:pt x="0" y="1905000"/>
                </a:moveTo>
                <a:lnTo>
                  <a:pt x="0" y="0"/>
                </a:lnTo>
                <a:lnTo>
                  <a:pt x="381000" y="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519" name="Atom encoding to voxel input | arrowhead">
            <a:extLst>
              <a:ext uri="{FF2B5EF4-FFF2-40B4-BE49-F238E27FC236}">
                <a16:creationId xmlns:a16="http://schemas.microsoft.com/office/drawing/2014/main" id="{9B971C50-EB92-8C86-2442-5981E30A5431}"/>
              </a:ext>
            </a:extLst>
          </p:cNvPr>
          <p:cNvSpPr>
            <a:spLocks noGrp="1"/>
          </p:cNvSpPr>
          <p:nvPr/>
        </p:nvSpPr>
        <p:spPr>
          <a:xfrm>
            <a:off x="2902011" y="69045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20" name="Atom encoding to point input">
            <a:extLst>
              <a:ext uri="{FF2B5EF4-FFF2-40B4-BE49-F238E27FC236}">
                <a16:creationId xmlns:a16="http://schemas.microsoft.com/office/drawing/2014/main" id="{48B20397-B0DA-43BE-26BA-BEEA22910267}"/>
              </a:ext>
            </a:extLst>
          </p:cNvPr>
          <p:cNvSpPr>
            <a:spLocks noGrp="1"/>
          </p:cNvSpPr>
          <p:nvPr/>
        </p:nvSpPr>
        <p:spPr>
          <a:xfrm>
            <a:off x="2844199" y="1046120"/>
            <a:ext cx="66674" cy="200014"/>
          </a:xfrm>
          <a:custGeom>
            <a:avLst/>
            <a:gdLst/>
            <a:ahLst/>
            <a:cxnLst/>
            <a:rect l="0" t="0" r="0" b="0"/>
            <a:pathLst>
              <a:path w="342900" h="1028700">
                <a:moveTo>
                  <a:pt x="0" y="0"/>
                </a:moveTo>
                <a:lnTo>
                  <a:pt x="0" y="1028700"/>
                </a:lnTo>
                <a:lnTo>
                  <a:pt x="342900" y="1028700"/>
                </a:lnTo>
              </a:path>
            </a:pathLst>
          </a:custGeom>
          <a:noFill/>
          <a:ln w="6467">
            <a:solidFill>
              <a:srgbClr val="8C77B3"/>
            </a:solidFill>
            <a:prstDash val="solid"/>
          </a:ln>
        </p:spPr>
      </p:sp>
      <p:sp>
        <p:nvSpPr>
          <p:cNvPr id="1521" name="Pseudo atoms to point input | arrowhead">
            <a:extLst>
              <a:ext uri="{FF2B5EF4-FFF2-40B4-BE49-F238E27FC236}">
                <a16:creationId xmlns:a16="http://schemas.microsoft.com/office/drawing/2014/main" id="{0A3342A2-0DC0-FA3F-DE1B-1F81197EB5A9}"/>
              </a:ext>
            </a:extLst>
          </p:cNvPr>
          <p:cNvSpPr>
            <a:spLocks noGrp="1"/>
          </p:cNvSpPr>
          <p:nvPr/>
        </p:nvSpPr>
        <p:spPr>
          <a:xfrm>
            <a:off x="2891427" y="1278320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C78A2B"/>
          </a:solidFill>
          <a:ln w="0">
            <a:noFill/>
          </a:ln>
        </p:spPr>
      </p:sp>
      <p:sp>
        <p:nvSpPr>
          <p:cNvPr id="1522" name="U-Net forward">
            <a:extLst>
              <a:ext uri="{FF2B5EF4-FFF2-40B4-BE49-F238E27FC236}">
                <a16:creationId xmlns:a16="http://schemas.microsoft.com/office/drawing/2014/main" id="{7611D78E-9268-F5AF-70FB-0BD35A3C2875}"/>
              </a:ext>
            </a:extLst>
          </p:cNvPr>
          <p:cNvSpPr>
            <a:spLocks noGrp="1"/>
          </p:cNvSpPr>
          <p:nvPr/>
        </p:nvSpPr>
        <p:spPr>
          <a:xfrm>
            <a:off x="3066445" y="768792"/>
            <a:ext cx="16668" cy="92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23" name="U-Net forward | arrowhead">
            <a:extLst>
              <a:ext uri="{FF2B5EF4-FFF2-40B4-BE49-F238E27FC236}">
                <a16:creationId xmlns:a16="http://schemas.microsoft.com/office/drawing/2014/main" id="{270930B1-BF1A-621B-AA98-758996368094}"/>
              </a:ext>
            </a:extLst>
          </p:cNvPr>
          <p:cNvSpPr>
            <a:spLocks noGrp="1"/>
          </p:cNvSpPr>
          <p:nvPr/>
        </p:nvSpPr>
        <p:spPr>
          <a:xfrm>
            <a:off x="3072279" y="764025"/>
            <a:ext cx="10835" cy="9534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24" name="U-Net forward">
            <a:extLst>
              <a:ext uri="{FF2B5EF4-FFF2-40B4-BE49-F238E27FC236}">
                <a16:creationId xmlns:a16="http://schemas.microsoft.com/office/drawing/2014/main" id="{773CA041-C2B2-0258-10F9-D933556745E3}"/>
              </a:ext>
            </a:extLst>
          </p:cNvPr>
          <p:cNvSpPr>
            <a:spLocks noGrp="1"/>
          </p:cNvSpPr>
          <p:nvPr/>
        </p:nvSpPr>
        <p:spPr>
          <a:xfrm>
            <a:off x="3184975" y="768792"/>
            <a:ext cx="16668" cy="92"/>
          </a:xfrm>
          <a:custGeom>
            <a:avLst/>
            <a:gdLst/>
            <a:ahLst/>
            <a:cxnLst/>
            <a:rect l="0" t="0" r="0" b="0"/>
            <a:pathLst>
              <a:path w="85725" h="476">
                <a:moveTo>
                  <a:pt x="0" y="0"/>
                </a:moveTo>
                <a:lnTo>
                  <a:pt x="857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25" name="U-Net forward | arrowhead">
            <a:extLst>
              <a:ext uri="{FF2B5EF4-FFF2-40B4-BE49-F238E27FC236}">
                <a16:creationId xmlns:a16="http://schemas.microsoft.com/office/drawing/2014/main" id="{D09C7F23-52B5-57DF-EC53-71B545166F99}"/>
              </a:ext>
            </a:extLst>
          </p:cNvPr>
          <p:cNvSpPr>
            <a:spLocks noGrp="1"/>
          </p:cNvSpPr>
          <p:nvPr/>
        </p:nvSpPr>
        <p:spPr>
          <a:xfrm>
            <a:off x="3190809" y="764025"/>
            <a:ext cx="10835" cy="9534"/>
          </a:xfrm>
          <a:custGeom>
            <a:avLst/>
            <a:gdLst/>
            <a:ahLst/>
            <a:cxnLst/>
            <a:rect l="0" t="0" r="0" b="0"/>
            <a:pathLst>
              <a:path w="55721" h="49035">
                <a:moveTo>
                  <a:pt x="55721" y="24517"/>
                </a:moveTo>
                <a:lnTo>
                  <a:pt x="0" y="0"/>
                </a:lnTo>
                <a:lnTo>
                  <a:pt x="0" y="49035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26" name="U-Net forward">
            <a:extLst>
              <a:ext uri="{FF2B5EF4-FFF2-40B4-BE49-F238E27FC236}">
                <a16:creationId xmlns:a16="http://schemas.microsoft.com/office/drawing/2014/main" id="{464A525D-E7AA-9576-D5CE-D8CDF6EBA24B}"/>
              </a:ext>
            </a:extLst>
          </p:cNvPr>
          <p:cNvSpPr>
            <a:spLocks noGrp="1"/>
          </p:cNvSpPr>
          <p:nvPr/>
        </p:nvSpPr>
        <p:spPr>
          <a:xfrm>
            <a:off x="3333139" y="768792"/>
            <a:ext cx="12965" cy="92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27" name="U-Net forward | arrowhead">
            <a:extLst>
              <a:ext uri="{FF2B5EF4-FFF2-40B4-BE49-F238E27FC236}">
                <a16:creationId xmlns:a16="http://schemas.microsoft.com/office/drawing/2014/main" id="{7BB17DBA-6110-691E-9D84-D991AC364EDD}"/>
              </a:ext>
            </a:extLst>
          </p:cNvPr>
          <p:cNvSpPr>
            <a:spLocks noGrp="1"/>
          </p:cNvSpPr>
          <p:nvPr/>
        </p:nvSpPr>
        <p:spPr>
          <a:xfrm>
            <a:off x="3337677" y="765084"/>
            <a:ext cx="8427" cy="7416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28" name="U-Net forward">
            <a:extLst>
              <a:ext uri="{FF2B5EF4-FFF2-40B4-BE49-F238E27FC236}">
                <a16:creationId xmlns:a16="http://schemas.microsoft.com/office/drawing/2014/main" id="{FFB7CE73-540D-F440-1BA9-86A3E5E714A1}"/>
              </a:ext>
            </a:extLst>
          </p:cNvPr>
          <p:cNvSpPr>
            <a:spLocks noGrp="1"/>
          </p:cNvSpPr>
          <p:nvPr/>
        </p:nvSpPr>
        <p:spPr>
          <a:xfrm>
            <a:off x="3451670" y="768792"/>
            <a:ext cx="12965" cy="92"/>
          </a:xfrm>
          <a:custGeom>
            <a:avLst/>
            <a:gdLst/>
            <a:ahLst/>
            <a:cxnLst/>
            <a:rect l="0" t="0" r="0" b="0"/>
            <a:pathLst>
              <a:path w="66675" h="476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29" name="U-Net forward | arrowhead">
            <a:extLst>
              <a:ext uri="{FF2B5EF4-FFF2-40B4-BE49-F238E27FC236}">
                <a16:creationId xmlns:a16="http://schemas.microsoft.com/office/drawing/2014/main" id="{01C9ED8D-A4DF-2F15-3B12-1F711A73A0AC}"/>
              </a:ext>
            </a:extLst>
          </p:cNvPr>
          <p:cNvSpPr>
            <a:spLocks noGrp="1"/>
          </p:cNvSpPr>
          <p:nvPr/>
        </p:nvSpPr>
        <p:spPr>
          <a:xfrm>
            <a:off x="3456207" y="765084"/>
            <a:ext cx="8427" cy="7416"/>
          </a:xfrm>
          <a:custGeom>
            <a:avLst/>
            <a:gdLst/>
            <a:ahLst/>
            <a:cxnLst/>
            <a:rect l="0" t="0" r="0" b="0"/>
            <a:pathLst>
              <a:path w="43339" h="38138">
                <a:moveTo>
                  <a:pt x="43339" y="19069"/>
                </a:moveTo>
                <a:lnTo>
                  <a:pt x="0" y="0"/>
                </a:lnTo>
                <a:lnTo>
                  <a:pt x="0" y="3813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30" name="U-Net forward">
            <a:extLst>
              <a:ext uri="{FF2B5EF4-FFF2-40B4-BE49-F238E27FC236}">
                <a16:creationId xmlns:a16="http://schemas.microsoft.com/office/drawing/2014/main" id="{75F72920-8BC3-A484-4EAE-095566A22179}"/>
              </a:ext>
            </a:extLst>
          </p:cNvPr>
          <p:cNvSpPr>
            <a:spLocks noGrp="1"/>
          </p:cNvSpPr>
          <p:nvPr/>
        </p:nvSpPr>
        <p:spPr>
          <a:xfrm>
            <a:off x="3557235" y="768792"/>
            <a:ext cx="14817" cy="92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31" name="U-Net forward | arrowhead">
            <a:extLst>
              <a:ext uri="{FF2B5EF4-FFF2-40B4-BE49-F238E27FC236}">
                <a16:creationId xmlns:a16="http://schemas.microsoft.com/office/drawing/2014/main" id="{CFED499F-1457-D329-76CB-A9E4F8D11B03}"/>
              </a:ext>
            </a:extLst>
          </p:cNvPr>
          <p:cNvSpPr>
            <a:spLocks noGrp="1"/>
          </p:cNvSpPr>
          <p:nvPr/>
        </p:nvSpPr>
        <p:spPr>
          <a:xfrm>
            <a:off x="3562421" y="764555"/>
            <a:ext cx="9631" cy="8474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32" name="U-Net forward">
            <a:extLst>
              <a:ext uri="{FF2B5EF4-FFF2-40B4-BE49-F238E27FC236}">
                <a16:creationId xmlns:a16="http://schemas.microsoft.com/office/drawing/2014/main" id="{7D943315-1DFF-021B-05A8-B660042A1F1D}"/>
              </a:ext>
            </a:extLst>
          </p:cNvPr>
          <p:cNvSpPr>
            <a:spLocks noGrp="1"/>
          </p:cNvSpPr>
          <p:nvPr/>
        </p:nvSpPr>
        <p:spPr>
          <a:xfrm>
            <a:off x="3673914" y="768792"/>
            <a:ext cx="14817" cy="92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33" name="U-Net forward | arrowhead">
            <a:extLst>
              <a:ext uri="{FF2B5EF4-FFF2-40B4-BE49-F238E27FC236}">
                <a16:creationId xmlns:a16="http://schemas.microsoft.com/office/drawing/2014/main" id="{EC062492-B1E0-0945-F706-784DEDB3474E}"/>
              </a:ext>
            </a:extLst>
          </p:cNvPr>
          <p:cNvSpPr>
            <a:spLocks noGrp="1"/>
          </p:cNvSpPr>
          <p:nvPr/>
        </p:nvSpPr>
        <p:spPr>
          <a:xfrm>
            <a:off x="3679100" y="764555"/>
            <a:ext cx="9631" cy="8474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34" name="U-Net forward">
            <a:extLst>
              <a:ext uri="{FF2B5EF4-FFF2-40B4-BE49-F238E27FC236}">
                <a16:creationId xmlns:a16="http://schemas.microsoft.com/office/drawing/2014/main" id="{8261DEF9-A4DB-4B87-744B-5F0A48CEF3AF}"/>
              </a:ext>
            </a:extLst>
          </p:cNvPr>
          <p:cNvSpPr>
            <a:spLocks noGrp="1"/>
          </p:cNvSpPr>
          <p:nvPr/>
        </p:nvSpPr>
        <p:spPr>
          <a:xfrm>
            <a:off x="3786888" y="768792"/>
            <a:ext cx="11113" cy="92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35" name="U-Net forward | arrowhead">
            <a:extLst>
              <a:ext uri="{FF2B5EF4-FFF2-40B4-BE49-F238E27FC236}">
                <a16:creationId xmlns:a16="http://schemas.microsoft.com/office/drawing/2014/main" id="{7E1EBBAF-AEE2-37B8-8DBE-54560A42C6AC}"/>
              </a:ext>
            </a:extLst>
          </p:cNvPr>
          <p:cNvSpPr>
            <a:spLocks noGrp="1"/>
          </p:cNvSpPr>
          <p:nvPr/>
        </p:nvSpPr>
        <p:spPr>
          <a:xfrm>
            <a:off x="3789667" y="765125"/>
            <a:ext cx="8334" cy="733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36" name="U-Net forward">
            <a:extLst>
              <a:ext uri="{FF2B5EF4-FFF2-40B4-BE49-F238E27FC236}">
                <a16:creationId xmlns:a16="http://schemas.microsoft.com/office/drawing/2014/main" id="{9096B61B-84F7-8577-8679-59C65AB15457}"/>
              </a:ext>
            </a:extLst>
          </p:cNvPr>
          <p:cNvSpPr>
            <a:spLocks noGrp="1"/>
          </p:cNvSpPr>
          <p:nvPr/>
        </p:nvSpPr>
        <p:spPr>
          <a:xfrm>
            <a:off x="3903567" y="768792"/>
            <a:ext cx="11113" cy="92"/>
          </a:xfrm>
          <a:custGeom>
            <a:avLst/>
            <a:gdLst/>
            <a:ahLst/>
            <a:cxnLst/>
            <a:rect l="0" t="0" r="0" b="0"/>
            <a:pathLst>
              <a:path w="57150" h="476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37" name="U-Net forward | arrowhead">
            <a:extLst>
              <a:ext uri="{FF2B5EF4-FFF2-40B4-BE49-F238E27FC236}">
                <a16:creationId xmlns:a16="http://schemas.microsoft.com/office/drawing/2014/main" id="{BFB2C954-D1FD-06A0-4F3E-CF96F96DA463}"/>
              </a:ext>
            </a:extLst>
          </p:cNvPr>
          <p:cNvSpPr>
            <a:spLocks noGrp="1"/>
          </p:cNvSpPr>
          <p:nvPr/>
        </p:nvSpPr>
        <p:spPr>
          <a:xfrm>
            <a:off x="3906346" y="765125"/>
            <a:ext cx="8334" cy="7334"/>
          </a:xfrm>
          <a:custGeom>
            <a:avLst/>
            <a:gdLst/>
            <a:ahLst/>
            <a:cxnLst/>
            <a:rect l="0" t="0" r="0" b="0"/>
            <a:pathLst>
              <a:path w="42863" h="37719">
                <a:moveTo>
                  <a:pt x="42863" y="18860"/>
                </a:moveTo>
                <a:lnTo>
                  <a:pt x="0" y="0"/>
                </a:lnTo>
                <a:lnTo>
                  <a:pt x="0" y="37719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38" name="U-Net forward">
            <a:extLst>
              <a:ext uri="{FF2B5EF4-FFF2-40B4-BE49-F238E27FC236}">
                <a16:creationId xmlns:a16="http://schemas.microsoft.com/office/drawing/2014/main" id="{C1BE5FF1-F9CD-1967-580B-236B78166D90}"/>
              </a:ext>
            </a:extLst>
          </p:cNvPr>
          <p:cNvSpPr>
            <a:spLocks noGrp="1"/>
          </p:cNvSpPr>
          <p:nvPr/>
        </p:nvSpPr>
        <p:spPr>
          <a:xfrm>
            <a:off x="4048027" y="768792"/>
            <a:ext cx="14817" cy="92"/>
          </a:xfrm>
          <a:custGeom>
            <a:avLst/>
            <a:gdLst/>
            <a:ahLst/>
            <a:cxnLst/>
            <a:rect l="0" t="0" r="0" b="0"/>
            <a:pathLst>
              <a:path w="76200" h="476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39" name="U-Net forward | arrowhead">
            <a:extLst>
              <a:ext uri="{FF2B5EF4-FFF2-40B4-BE49-F238E27FC236}">
                <a16:creationId xmlns:a16="http://schemas.microsoft.com/office/drawing/2014/main" id="{C60DF523-572C-DEB3-8FEE-034453786CA8}"/>
              </a:ext>
            </a:extLst>
          </p:cNvPr>
          <p:cNvSpPr>
            <a:spLocks noGrp="1"/>
          </p:cNvSpPr>
          <p:nvPr/>
        </p:nvSpPr>
        <p:spPr>
          <a:xfrm>
            <a:off x="4053212" y="764555"/>
            <a:ext cx="9631" cy="8474"/>
          </a:xfrm>
          <a:custGeom>
            <a:avLst/>
            <a:gdLst/>
            <a:ahLst/>
            <a:cxnLst/>
            <a:rect l="0" t="0" r="0" b="0"/>
            <a:pathLst>
              <a:path w="49530" h="43586">
                <a:moveTo>
                  <a:pt x="49530" y="21793"/>
                </a:moveTo>
                <a:lnTo>
                  <a:pt x="0" y="0"/>
                </a:lnTo>
                <a:lnTo>
                  <a:pt x="0" y="43586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40" name="U-Net forward">
            <a:extLst>
              <a:ext uri="{FF2B5EF4-FFF2-40B4-BE49-F238E27FC236}">
                <a16:creationId xmlns:a16="http://schemas.microsoft.com/office/drawing/2014/main" id="{9DE6FC83-28F8-434F-18B4-E17854E44748}"/>
              </a:ext>
            </a:extLst>
          </p:cNvPr>
          <p:cNvSpPr>
            <a:spLocks noGrp="1"/>
          </p:cNvSpPr>
          <p:nvPr/>
        </p:nvSpPr>
        <p:spPr>
          <a:xfrm>
            <a:off x="4159150" y="768792"/>
            <a:ext cx="24076" cy="92"/>
          </a:xfrm>
          <a:custGeom>
            <a:avLst/>
            <a:gdLst/>
            <a:ahLst/>
            <a:cxnLst/>
            <a:rect l="0" t="0" r="0" b="0"/>
            <a:pathLst>
              <a:path w="123825" h="476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4656">
            <a:solidFill>
              <a:srgbClr val="6993B4"/>
            </a:solidFill>
            <a:prstDash val="solid"/>
          </a:ln>
        </p:spPr>
      </p:sp>
      <p:sp>
        <p:nvSpPr>
          <p:cNvPr id="1541" name="U-Net forward | arrowhead">
            <a:extLst>
              <a:ext uri="{FF2B5EF4-FFF2-40B4-BE49-F238E27FC236}">
                <a16:creationId xmlns:a16="http://schemas.microsoft.com/office/drawing/2014/main" id="{E54137A6-4214-96DF-FD65-670C91FFA5B9}"/>
              </a:ext>
            </a:extLst>
          </p:cNvPr>
          <p:cNvSpPr>
            <a:spLocks noGrp="1"/>
          </p:cNvSpPr>
          <p:nvPr/>
        </p:nvSpPr>
        <p:spPr>
          <a:xfrm>
            <a:off x="4167576" y="761906"/>
            <a:ext cx="15650" cy="13771"/>
          </a:xfrm>
          <a:custGeom>
            <a:avLst/>
            <a:gdLst/>
            <a:ahLst/>
            <a:cxnLst/>
            <a:rect l="0" t="0" r="0" b="0"/>
            <a:pathLst>
              <a:path w="80486" h="70828">
                <a:moveTo>
                  <a:pt x="80486" y="35414"/>
                </a:moveTo>
                <a:lnTo>
                  <a:pt x="0" y="0"/>
                </a:lnTo>
                <a:lnTo>
                  <a:pt x="0" y="70828"/>
                </a:lnTo>
                <a:close/>
              </a:path>
            </a:pathLst>
          </a:custGeom>
          <a:solidFill>
            <a:srgbClr val="6993B4"/>
          </a:solidFill>
          <a:ln w="0">
            <a:noFill/>
          </a:ln>
        </p:spPr>
      </p:sp>
      <p:sp>
        <p:nvSpPr>
          <p:cNvPr id="1542" name="U-Net skip 1">
            <a:extLst>
              <a:ext uri="{FF2B5EF4-FFF2-40B4-BE49-F238E27FC236}">
                <a16:creationId xmlns:a16="http://schemas.microsoft.com/office/drawing/2014/main" id="{AD552ABD-E0E2-815D-6A83-7AD770480241}"/>
              </a:ext>
            </a:extLst>
          </p:cNvPr>
          <p:cNvSpPr>
            <a:spLocks noGrp="1"/>
          </p:cNvSpPr>
          <p:nvPr/>
        </p:nvSpPr>
        <p:spPr>
          <a:xfrm>
            <a:off x="2997919" y="427180"/>
            <a:ext cx="1257537" cy="101858"/>
          </a:xfrm>
          <a:custGeom>
            <a:avLst/>
            <a:gdLst/>
            <a:ahLst/>
            <a:cxnLst/>
            <a:rect l="0" t="0" r="0" b="0"/>
            <a:pathLst>
              <a:path w="6467475" h="438150">
                <a:moveTo>
                  <a:pt x="0" y="438150"/>
                </a:moveTo>
                <a:lnTo>
                  <a:pt x="0" y="0"/>
                </a:lnTo>
                <a:lnTo>
                  <a:pt x="6467475" y="0"/>
                </a:lnTo>
                <a:lnTo>
                  <a:pt x="6467475" y="43815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543" name="U-Net skip 1 | arrowhead">
            <a:extLst>
              <a:ext uri="{FF2B5EF4-FFF2-40B4-BE49-F238E27FC236}">
                <a16:creationId xmlns:a16="http://schemas.microsoft.com/office/drawing/2014/main" id="{E7B8FA34-F47F-DCAD-84B6-74D8B71F6275}"/>
              </a:ext>
            </a:extLst>
          </p:cNvPr>
          <p:cNvSpPr>
            <a:spLocks noGrp="1"/>
          </p:cNvSpPr>
          <p:nvPr/>
        </p:nvSpPr>
        <p:spPr>
          <a:xfrm>
            <a:off x="4247279" y="508836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544" name="U-Net skip 2">
            <a:extLst>
              <a:ext uri="{FF2B5EF4-FFF2-40B4-BE49-F238E27FC236}">
                <a16:creationId xmlns:a16="http://schemas.microsoft.com/office/drawing/2014/main" id="{95BB343C-1C80-6070-10F4-B7E5EF6062F5}"/>
              </a:ext>
            </a:extLst>
          </p:cNvPr>
          <p:cNvSpPr>
            <a:spLocks noGrp="1"/>
          </p:cNvSpPr>
          <p:nvPr/>
        </p:nvSpPr>
        <p:spPr>
          <a:xfrm>
            <a:off x="3134970" y="457966"/>
            <a:ext cx="976026" cy="101046"/>
          </a:xfrm>
          <a:custGeom>
            <a:avLst/>
            <a:gdLst/>
            <a:ahLst/>
            <a:cxnLst/>
            <a:rect l="0" t="0" r="0" b="0"/>
            <a:pathLst>
              <a:path w="5019675" h="447675">
                <a:moveTo>
                  <a:pt x="0" y="447675"/>
                </a:moveTo>
                <a:lnTo>
                  <a:pt x="0" y="0"/>
                </a:lnTo>
                <a:lnTo>
                  <a:pt x="5019675" y="0"/>
                </a:lnTo>
                <a:lnTo>
                  <a:pt x="5019675" y="44767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545" name="U-Net skip 2 | arrowhead">
            <a:extLst>
              <a:ext uri="{FF2B5EF4-FFF2-40B4-BE49-F238E27FC236}">
                <a16:creationId xmlns:a16="http://schemas.microsoft.com/office/drawing/2014/main" id="{D84B5D4D-A7EA-B33C-43CD-D33B51D4FA9E}"/>
              </a:ext>
            </a:extLst>
          </p:cNvPr>
          <p:cNvSpPr>
            <a:spLocks noGrp="1"/>
          </p:cNvSpPr>
          <p:nvPr/>
        </p:nvSpPr>
        <p:spPr>
          <a:xfrm>
            <a:off x="4102440" y="555135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5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546" name="U-Net skip 3">
            <a:extLst>
              <a:ext uri="{FF2B5EF4-FFF2-40B4-BE49-F238E27FC236}">
                <a16:creationId xmlns:a16="http://schemas.microsoft.com/office/drawing/2014/main" id="{2D3B2364-4969-FDFD-AC5A-83105465B6C2}"/>
              </a:ext>
            </a:extLst>
          </p:cNvPr>
          <p:cNvSpPr>
            <a:spLocks noGrp="1"/>
          </p:cNvSpPr>
          <p:nvPr/>
        </p:nvSpPr>
        <p:spPr>
          <a:xfrm>
            <a:off x="3268317" y="490609"/>
            <a:ext cx="717378" cy="112354"/>
          </a:xfrm>
          <a:custGeom>
            <a:avLst/>
            <a:gdLst/>
            <a:ahLst/>
            <a:cxnLst/>
            <a:rect l="0" t="0" r="0" b="0"/>
            <a:pathLst>
              <a:path w="3667125" h="419100">
                <a:moveTo>
                  <a:pt x="0" y="419100"/>
                </a:moveTo>
                <a:lnTo>
                  <a:pt x="0" y="0"/>
                </a:lnTo>
                <a:lnTo>
                  <a:pt x="3667125" y="0"/>
                </a:lnTo>
                <a:lnTo>
                  <a:pt x="3667125" y="419100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547" name="U-Net skip 3 | arrowhead">
            <a:extLst>
              <a:ext uri="{FF2B5EF4-FFF2-40B4-BE49-F238E27FC236}">
                <a16:creationId xmlns:a16="http://schemas.microsoft.com/office/drawing/2014/main" id="{6D635E38-CB4E-A992-ABBF-5D055F9693AE}"/>
              </a:ext>
            </a:extLst>
          </p:cNvPr>
          <p:cNvSpPr>
            <a:spLocks noGrp="1"/>
          </p:cNvSpPr>
          <p:nvPr/>
        </p:nvSpPr>
        <p:spPr>
          <a:xfrm>
            <a:off x="3976964" y="592175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548" name="U-Net skip 4">
            <a:extLst>
              <a:ext uri="{FF2B5EF4-FFF2-40B4-BE49-F238E27FC236}">
                <a16:creationId xmlns:a16="http://schemas.microsoft.com/office/drawing/2014/main" id="{BA2C6548-BBC3-B71B-E60A-3A2EA5FF0977}"/>
              </a:ext>
            </a:extLst>
          </p:cNvPr>
          <p:cNvSpPr>
            <a:spLocks noGrp="1"/>
          </p:cNvSpPr>
          <p:nvPr/>
        </p:nvSpPr>
        <p:spPr>
          <a:xfrm>
            <a:off x="3399812" y="523778"/>
            <a:ext cx="450046" cy="145254"/>
          </a:xfrm>
          <a:custGeom>
            <a:avLst/>
            <a:gdLst/>
            <a:ahLst/>
            <a:cxnLst/>
            <a:rect l="0" t="0" r="0" b="0"/>
            <a:pathLst>
              <a:path w="2314575" h="504825">
                <a:moveTo>
                  <a:pt x="0" y="504825"/>
                </a:moveTo>
                <a:lnTo>
                  <a:pt x="0" y="0"/>
                </a:lnTo>
                <a:lnTo>
                  <a:pt x="2314575" y="0"/>
                </a:lnTo>
                <a:lnTo>
                  <a:pt x="2314575" y="504825"/>
                </a:lnTo>
              </a:path>
            </a:pathLst>
          </a:custGeom>
          <a:noFill/>
          <a:ln w="4915">
            <a:solidFill>
              <a:srgbClr val="86A6C7"/>
            </a:solidFill>
            <a:prstDash val="dash"/>
          </a:ln>
        </p:spPr>
      </p:sp>
      <p:sp>
        <p:nvSpPr>
          <p:cNvPr id="1549" name="U-Net skip 4 | arrowhead">
            <a:extLst>
              <a:ext uri="{FF2B5EF4-FFF2-40B4-BE49-F238E27FC236}">
                <a16:creationId xmlns:a16="http://schemas.microsoft.com/office/drawing/2014/main" id="{01B6D0C1-FD5C-8FB7-2E1A-F879D49E6750}"/>
              </a:ext>
            </a:extLst>
          </p:cNvPr>
          <p:cNvSpPr>
            <a:spLocks noGrp="1"/>
          </p:cNvSpPr>
          <p:nvPr/>
        </p:nvSpPr>
        <p:spPr>
          <a:xfrm>
            <a:off x="3841302" y="660951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86A6C7"/>
          </a:solidFill>
          <a:ln w="0">
            <a:noFill/>
          </a:ln>
        </p:spPr>
      </p:sp>
      <p:sp>
        <p:nvSpPr>
          <p:cNvPr id="1550" name="Skip connections">
            <a:extLst>
              <a:ext uri="{FF2B5EF4-FFF2-40B4-BE49-F238E27FC236}">
                <a16:creationId xmlns:a16="http://schemas.microsoft.com/office/drawing/2014/main" id="{2B09B6C9-B0D1-3A19-7995-EA0E25A48C3F}"/>
              </a:ext>
            </a:extLst>
          </p:cNvPr>
          <p:cNvSpPr>
            <a:spLocks noGrp="1"/>
          </p:cNvSpPr>
          <p:nvPr/>
        </p:nvSpPr>
        <p:spPr>
          <a:xfrm>
            <a:off x="3322472" y="349024"/>
            <a:ext cx="592653" cy="6296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617F9F"/>
                </a:solidFill>
                <a:latin typeface="Arial"/>
                <a:ea typeface="Arial"/>
                <a:cs typeface="Arial"/>
              </a:defRPr>
            </a:pPr>
            <a:r>
              <a:rPr sz="364" dirty="0">
                <a:solidFill>
                  <a:srgbClr val="617F9F"/>
                </a:solidFill>
                <a:latin typeface="Arial"/>
                <a:ea typeface="Arial"/>
                <a:cs typeface="Arial"/>
              </a:rPr>
              <a:t>Skip connections</a:t>
            </a:r>
          </a:p>
        </p:txBody>
      </p:sp>
      <p:sp>
        <p:nvSpPr>
          <p:cNvPr id="1551" name="Encoder">
            <a:extLst>
              <a:ext uri="{FF2B5EF4-FFF2-40B4-BE49-F238E27FC236}">
                <a16:creationId xmlns:a16="http://schemas.microsoft.com/office/drawing/2014/main" id="{299C2F67-A7DE-87F9-2EF4-DF6C176C1359}"/>
              </a:ext>
            </a:extLst>
          </p:cNvPr>
          <p:cNvSpPr>
            <a:spLocks noGrp="1"/>
          </p:cNvSpPr>
          <p:nvPr/>
        </p:nvSpPr>
        <p:spPr>
          <a:xfrm>
            <a:off x="2959721" y="800705"/>
            <a:ext cx="431525" cy="759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507CAB"/>
                </a:solidFill>
                <a:latin typeface="Arial"/>
                <a:ea typeface="Arial"/>
                <a:cs typeface="Arial"/>
              </a:defRPr>
            </a:pPr>
            <a:r>
              <a:rPr sz="423" dirty="0">
                <a:solidFill>
                  <a:srgbClr val="507CAB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552" name="Bottleneck">
            <a:extLst>
              <a:ext uri="{FF2B5EF4-FFF2-40B4-BE49-F238E27FC236}">
                <a16:creationId xmlns:a16="http://schemas.microsoft.com/office/drawing/2014/main" id="{950E82E8-8259-B728-51CB-C945479A2E07}"/>
              </a:ext>
            </a:extLst>
          </p:cNvPr>
          <p:cNvSpPr>
            <a:spLocks noGrp="1"/>
          </p:cNvSpPr>
          <p:nvPr/>
        </p:nvSpPr>
        <p:spPr>
          <a:xfrm>
            <a:off x="3453522" y="791599"/>
            <a:ext cx="338924" cy="759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8C72AC"/>
                </a:solidFill>
                <a:latin typeface="Arial"/>
                <a:ea typeface="Arial"/>
                <a:cs typeface="Arial"/>
              </a:defRPr>
            </a:pPr>
            <a:r>
              <a:rPr sz="423" dirty="0">
                <a:solidFill>
                  <a:srgbClr val="8C72AC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1553" name="Decoder">
            <a:extLst>
              <a:ext uri="{FF2B5EF4-FFF2-40B4-BE49-F238E27FC236}">
                <a16:creationId xmlns:a16="http://schemas.microsoft.com/office/drawing/2014/main" id="{B76259FB-1513-7C07-340C-DB6B45E72088}"/>
              </a:ext>
            </a:extLst>
          </p:cNvPr>
          <p:cNvSpPr>
            <a:spLocks noGrp="1"/>
          </p:cNvSpPr>
          <p:nvPr/>
        </p:nvSpPr>
        <p:spPr>
          <a:xfrm>
            <a:off x="3876230" y="797038"/>
            <a:ext cx="411153" cy="7593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F8E84"/>
                </a:solidFill>
                <a:latin typeface="Arial"/>
                <a:ea typeface="Arial"/>
                <a:cs typeface="Arial"/>
              </a:defRPr>
            </a:pPr>
            <a:r>
              <a:rPr sz="423" dirty="0">
                <a:solidFill>
                  <a:srgbClr val="4F8E84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554" name="Voxel-to-point fusion">
            <a:extLst>
              <a:ext uri="{FF2B5EF4-FFF2-40B4-BE49-F238E27FC236}">
                <a16:creationId xmlns:a16="http://schemas.microsoft.com/office/drawing/2014/main" id="{BE1E1F3A-60EB-1A55-D87C-54C2BACBA4CF}"/>
              </a:ext>
            </a:extLst>
          </p:cNvPr>
          <p:cNvSpPr>
            <a:spLocks noGrp="1"/>
          </p:cNvSpPr>
          <p:nvPr/>
        </p:nvSpPr>
        <p:spPr>
          <a:xfrm>
            <a:off x="3313416" y="875863"/>
            <a:ext cx="92" cy="294465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555" name="Voxel-to-point fusion | arrowhead">
            <a:extLst>
              <a:ext uri="{FF2B5EF4-FFF2-40B4-BE49-F238E27FC236}">
                <a16:creationId xmlns:a16="http://schemas.microsoft.com/office/drawing/2014/main" id="{499892AD-7BFD-F77B-07D4-AE34BAC7B430}"/>
              </a:ext>
            </a:extLst>
          </p:cNvPr>
          <p:cNvSpPr>
            <a:spLocks noGrp="1"/>
          </p:cNvSpPr>
          <p:nvPr/>
        </p:nvSpPr>
        <p:spPr>
          <a:xfrm>
            <a:off x="3304373" y="1167231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556" name="Voxel-to-point fusion">
            <a:extLst>
              <a:ext uri="{FF2B5EF4-FFF2-40B4-BE49-F238E27FC236}">
                <a16:creationId xmlns:a16="http://schemas.microsoft.com/office/drawing/2014/main" id="{5309417F-8CA5-0B08-F277-05DF890119A6}"/>
              </a:ext>
            </a:extLst>
          </p:cNvPr>
          <p:cNvSpPr>
            <a:spLocks noGrp="1"/>
          </p:cNvSpPr>
          <p:nvPr/>
        </p:nvSpPr>
        <p:spPr>
          <a:xfrm>
            <a:off x="3183123" y="927668"/>
            <a:ext cx="865366" cy="13704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388BBE"/>
                </a:solidFill>
                <a:latin typeface="Arial"/>
                <a:ea typeface="Arial"/>
                <a:cs typeface="Arial"/>
              </a:defRPr>
            </a:pPr>
            <a:r>
              <a:rPr sz="423" dirty="0">
                <a:solidFill>
                  <a:srgbClr val="388BBE"/>
                </a:solidFill>
                <a:latin typeface="Arial"/>
                <a:ea typeface="Arial"/>
                <a:cs typeface="Arial"/>
              </a:rPr>
              <a:t>Voxel-to-point fusion</a:t>
            </a:r>
          </a:p>
        </p:txBody>
      </p:sp>
      <p:sp>
        <p:nvSpPr>
          <p:cNvPr id="1557" name="b | refined point stage">
            <a:extLst>
              <a:ext uri="{FF2B5EF4-FFF2-40B4-BE49-F238E27FC236}">
                <a16:creationId xmlns:a16="http://schemas.microsoft.com/office/drawing/2014/main" id="{E55B4B73-F3BC-2FE1-D809-C85935104050}"/>
              </a:ext>
            </a:extLst>
          </p:cNvPr>
          <p:cNvSpPr>
            <a:spLocks noGrp="1"/>
          </p:cNvSpPr>
          <p:nvPr/>
        </p:nvSpPr>
        <p:spPr>
          <a:xfrm>
            <a:off x="2920133" y="1191372"/>
            <a:ext cx="192613" cy="151863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558" name="b | refined point stage">
            <a:extLst>
              <a:ext uri="{FF2B5EF4-FFF2-40B4-BE49-F238E27FC236}">
                <a16:creationId xmlns:a16="http://schemas.microsoft.com/office/drawing/2014/main" id="{A0A6F2C9-B73E-15D5-63F7-D68D3F715458}"/>
              </a:ext>
            </a:extLst>
          </p:cNvPr>
          <p:cNvSpPr>
            <a:spLocks noGrp="1"/>
          </p:cNvSpPr>
          <p:nvPr/>
        </p:nvSpPr>
        <p:spPr>
          <a:xfrm>
            <a:off x="3223868" y="1191372"/>
            <a:ext cx="192613" cy="151863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559" name="b | refined point stage">
            <a:extLst>
              <a:ext uri="{FF2B5EF4-FFF2-40B4-BE49-F238E27FC236}">
                <a16:creationId xmlns:a16="http://schemas.microsoft.com/office/drawing/2014/main" id="{8139EA1E-C6F4-E621-FB9C-9E8F58649FE5}"/>
              </a:ext>
            </a:extLst>
          </p:cNvPr>
          <p:cNvSpPr>
            <a:spLocks noGrp="1"/>
          </p:cNvSpPr>
          <p:nvPr/>
        </p:nvSpPr>
        <p:spPr>
          <a:xfrm>
            <a:off x="3527603" y="1191372"/>
            <a:ext cx="192613" cy="151863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560" name="b | refined point stage">
            <a:extLst>
              <a:ext uri="{FF2B5EF4-FFF2-40B4-BE49-F238E27FC236}">
                <a16:creationId xmlns:a16="http://schemas.microsoft.com/office/drawing/2014/main" id="{5917C98C-391A-46FD-7364-624A734B8047}"/>
              </a:ext>
            </a:extLst>
          </p:cNvPr>
          <p:cNvSpPr>
            <a:spLocks noGrp="1"/>
          </p:cNvSpPr>
          <p:nvPr/>
        </p:nvSpPr>
        <p:spPr>
          <a:xfrm>
            <a:off x="3831338" y="1191372"/>
            <a:ext cx="192613" cy="151863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</p:sp>
      <p:sp>
        <p:nvSpPr>
          <p:cNvPr id="1561" name="b | refined point stage">
            <a:extLst>
              <a:ext uri="{FF2B5EF4-FFF2-40B4-BE49-F238E27FC236}">
                <a16:creationId xmlns:a16="http://schemas.microsoft.com/office/drawing/2014/main" id="{967EF3AB-149C-A44F-2B56-C729D3172EE7}"/>
              </a:ext>
            </a:extLst>
          </p:cNvPr>
          <p:cNvSpPr>
            <a:spLocks noGrp="1"/>
          </p:cNvSpPr>
          <p:nvPr/>
        </p:nvSpPr>
        <p:spPr>
          <a:xfrm>
            <a:off x="4135073" y="1191372"/>
            <a:ext cx="192613" cy="151863"/>
          </a:xfrm>
          <a:prstGeom prst="roundRect">
            <a:avLst>
              <a:gd name="adj" fmla="val 8537"/>
            </a:avLst>
          </a:prstGeom>
          <a:solidFill>
            <a:srgbClr val="FCFBFF"/>
          </a:solidFill>
          <a:ln w="4010">
            <a:solidFill>
              <a:srgbClr val="B6A6CF"/>
            </a:solidFill>
            <a:prstDash val="solid"/>
          </a:ln>
        </p:spPr>
        <p:txBody>
          <a:bodyPr/>
          <a:lstStyle/>
          <a:p>
            <a:endParaRPr lang="zh-CN" altLang="en-US" sz="1289" dirty="0"/>
          </a:p>
        </p:txBody>
      </p:sp>
      <p:sp>
        <p:nvSpPr>
          <p:cNvPr id="1562" name="Point pathway forward">
            <a:extLst>
              <a:ext uri="{FF2B5EF4-FFF2-40B4-BE49-F238E27FC236}">
                <a16:creationId xmlns:a16="http://schemas.microsoft.com/office/drawing/2014/main" id="{A5784651-2F7C-015A-5CD5-DA1136A57365}"/>
              </a:ext>
            </a:extLst>
          </p:cNvPr>
          <p:cNvSpPr>
            <a:spLocks noGrp="1"/>
          </p:cNvSpPr>
          <p:nvPr/>
        </p:nvSpPr>
        <p:spPr>
          <a:xfrm>
            <a:off x="3123858" y="1267304"/>
            <a:ext cx="87046" cy="92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563" name="Point pathway forward | arrowhead">
            <a:extLst>
              <a:ext uri="{FF2B5EF4-FFF2-40B4-BE49-F238E27FC236}">
                <a16:creationId xmlns:a16="http://schemas.microsoft.com/office/drawing/2014/main" id="{8A8CAC6B-B84C-021F-EE3C-07253A7A5BF3}"/>
              </a:ext>
            </a:extLst>
          </p:cNvPr>
          <p:cNvSpPr>
            <a:spLocks noGrp="1"/>
          </p:cNvSpPr>
          <p:nvPr/>
        </p:nvSpPr>
        <p:spPr>
          <a:xfrm>
            <a:off x="3191458" y="125874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64" name="Point pathway forward">
            <a:extLst>
              <a:ext uri="{FF2B5EF4-FFF2-40B4-BE49-F238E27FC236}">
                <a16:creationId xmlns:a16="http://schemas.microsoft.com/office/drawing/2014/main" id="{2086DACA-F211-0516-83ED-EAF40E78A93E}"/>
              </a:ext>
            </a:extLst>
          </p:cNvPr>
          <p:cNvSpPr>
            <a:spLocks noGrp="1"/>
          </p:cNvSpPr>
          <p:nvPr/>
        </p:nvSpPr>
        <p:spPr>
          <a:xfrm>
            <a:off x="3427593" y="1267304"/>
            <a:ext cx="87046" cy="92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565" name="Point pathway forward | arrowhead">
            <a:extLst>
              <a:ext uri="{FF2B5EF4-FFF2-40B4-BE49-F238E27FC236}">
                <a16:creationId xmlns:a16="http://schemas.microsoft.com/office/drawing/2014/main" id="{68848876-B942-EEB8-2919-3245FBD72825}"/>
              </a:ext>
            </a:extLst>
          </p:cNvPr>
          <p:cNvSpPr>
            <a:spLocks noGrp="1"/>
          </p:cNvSpPr>
          <p:nvPr/>
        </p:nvSpPr>
        <p:spPr>
          <a:xfrm>
            <a:off x="3495193" y="125874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66" name="Point pathway forward">
            <a:extLst>
              <a:ext uri="{FF2B5EF4-FFF2-40B4-BE49-F238E27FC236}">
                <a16:creationId xmlns:a16="http://schemas.microsoft.com/office/drawing/2014/main" id="{517B7A95-56CA-6722-2034-A58159BBABF4}"/>
              </a:ext>
            </a:extLst>
          </p:cNvPr>
          <p:cNvSpPr>
            <a:spLocks noGrp="1"/>
          </p:cNvSpPr>
          <p:nvPr/>
        </p:nvSpPr>
        <p:spPr>
          <a:xfrm>
            <a:off x="3731327" y="1267304"/>
            <a:ext cx="87046" cy="92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567" name="Point pathway forward | arrowhead">
            <a:extLst>
              <a:ext uri="{FF2B5EF4-FFF2-40B4-BE49-F238E27FC236}">
                <a16:creationId xmlns:a16="http://schemas.microsoft.com/office/drawing/2014/main" id="{1F9B8113-BD39-3048-DC67-8BC6A2FBE701}"/>
              </a:ext>
            </a:extLst>
          </p:cNvPr>
          <p:cNvSpPr>
            <a:spLocks noGrp="1"/>
          </p:cNvSpPr>
          <p:nvPr/>
        </p:nvSpPr>
        <p:spPr>
          <a:xfrm>
            <a:off x="3798928" y="125874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68" name="Point pathway forward">
            <a:extLst>
              <a:ext uri="{FF2B5EF4-FFF2-40B4-BE49-F238E27FC236}">
                <a16:creationId xmlns:a16="http://schemas.microsoft.com/office/drawing/2014/main" id="{1109744A-46DE-5186-2FB6-5238163A3E79}"/>
              </a:ext>
            </a:extLst>
          </p:cNvPr>
          <p:cNvSpPr>
            <a:spLocks noGrp="1"/>
          </p:cNvSpPr>
          <p:nvPr/>
        </p:nvSpPr>
        <p:spPr>
          <a:xfrm>
            <a:off x="4035062" y="1267304"/>
            <a:ext cx="87046" cy="92"/>
          </a:xfrm>
          <a:custGeom>
            <a:avLst/>
            <a:gdLst/>
            <a:ahLst/>
            <a:cxnLst/>
            <a:rect l="0" t="0" r="0" b="0"/>
            <a:pathLst>
              <a:path w="447675" h="476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/>
          <a:ln w="6726">
            <a:solidFill>
              <a:srgbClr val="8C77B3"/>
            </a:solidFill>
            <a:prstDash val="solid"/>
          </a:ln>
        </p:spPr>
      </p:sp>
      <p:sp>
        <p:nvSpPr>
          <p:cNvPr id="1569" name="Point pathway forward | arrowhead">
            <a:extLst>
              <a:ext uri="{FF2B5EF4-FFF2-40B4-BE49-F238E27FC236}">
                <a16:creationId xmlns:a16="http://schemas.microsoft.com/office/drawing/2014/main" id="{04CF95D7-587B-A305-EC6B-C95DE4453B36}"/>
              </a:ext>
            </a:extLst>
          </p:cNvPr>
          <p:cNvSpPr>
            <a:spLocks noGrp="1"/>
          </p:cNvSpPr>
          <p:nvPr/>
        </p:nvSpPr>
        <p:spPr>
          <a:xfrm>
            <a:off x="4102662" y="125874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70" name="Point recycling rounded return">
            <a:extLst>
              <a:ext uri="{FF2B5EF4-FFF2-40B4-BE49-F238E27FC236}">
                <a16:creationId xmlns:a16="http://schemas.microsoft.com/office/drawing/2014/main" id="{F141F842-8A45-7DB7-B3CD-5C2078764727}"/>
              </a:ext>
            </a:extLst>
          </p:cNvPr>
          <p:cNvSpPr>
            <a:spLocks noGrp="1"/>
          </p:cNvSpPr>
          <p:nvPr/>
        </p:nvSpPr>
        <p:spPr>
          <a:xfrm>
            <a:off x="3016439" y="1359902"/>
            <a:ext cx="1214940" cy="105563"/>
          </a:xfrm>
          <a:custGeom>
            <a:avLst/>
            <a:gdLst/>
            <a:ahLst/>
            <a:cxnLst/>
            <a:rect l="0" t="0" r="0" b="0"/>
            <a:pathLst>
              <a:path w="6248400" h="542925">
                <a:moveTo>
                  <a:pt x="6248400" y="0"/>
                </a:moveTo>
                <a:lnTo>
                  <a:pt x="6248400" y="314325"/>
                </a:lnTo>
                <a:lnTo>
                  <a:pt x="6247148" y="338220"/>
                </a:lnTo>
                <a:lnTo>
                  <a:pt x="6243405" y="361854"/>
                </a:lnTo>
                <a:lnTo>
                  <a:pt x="6237212" y="384966"/>
                </a:lnTo>
                <a:lnTo>
                  <a:pt x="6228636" y="407305"/>
                </a:lnTo>
                <a:lnTo>
                  <a:pt x="6217773" y="428625"/>
                </a:lnTo>
                <a:lnTo>
                  <a:pt x="6204741" y="448693"/>
                </a:lnTo>
                <a:lnTo>
                  <a:pt x="6189683" y="467288"/>
                </a:lnTo>
                <a:lnTo>
                  <a:pt x="6172763" y="484208"/>
                </a:lnTo>
                <a:lnTo>
                  <a:pt x="6154168" y="499266"/>
                </a:lnTo>
                <a:lnTo>
                  <a:pt x="6134100" y="512298"/>
                </a:lnTo>
                <a:lnTo>
                  <a:pt x="6112780" y="523161"/>
                </a:lnTo>
                <a:lnTo>
                  <a:pt x="6090441" y="531737"/>
                </a:lnTo>
                <a:lnTo>
                  <a:pt x="6067329" y="537930"/>
                </a:lnTo>
                <a:lnTo>
                  <a:pt x="6043695" y="541673"/>
                </a:lnTo>
                <a:lnTo>
                  <a:pt x="6019800" y="542925"/>
                </a:lnTo>
                <a:lnTo>
                  <a:pt x="228600" y="542925"/>
                </a:lnTo>
                <a:lnTo>
                  <a:pt x="204705" y="541673"/>
                </a:lnTo>
                <a:lnTo>
                  <a:pt x="181071" y="537930"/>
                </a:lnTo>
                <a:lnTo>
                  <a:pt x="157959" y="531737"/>
                </a:lnTo>
                <a:lnTo>
                  <a:pt x="135620" y="523161"/>
                </a:lnTo>
                <a:lnTo>
                  <a:pt x="114300" y="512298"/>
                </a:lnTo>
                <a:lnTo>
                  <a:pt x="94232" y="499266"/>
                </a:lnTo>
                <a:lnTo>
                  <a:pt x="75637" y="484208"/>
                </a:lnTo>
                <a:lnTo>
                  <a:pt x="58717" y="467288"/>
                </a:lnTo>
                <a:lnTo>
                  <a:pt x="43659" y="448693"/>
                </a:lnTo>
                <a:lnTo>
                  <a:pt x="30627" y="428625"/>
                </a:lnTo>
                <a:lnTo>
                  <a:pt x="19764" y="407305"/>
                </a:lnTo>
                <a:lnTo>
                  <a:pt x="11188" y="384966"/>
                </a:lnTo>
                <a:lnTo>
                  <a:pt x="4995" y="361854"/>
                </a:lnTo>
                <a:lnTo>
                  <a:pt x="1252" y="338220"/>
                </a:lnTo>
                <a:lnTo>
                  <a:pt x="0" y="314325"/>
                </a:lnTo>
                <a:lnTo>
                  <a:pt x="0" y="0"/>
                </a:lnTo>
              </a:path>
            </a:pathLst>
          </a:custGeom>
          <a:noFill/>
          <a:ln w="7761">
            <a:solidFill>
              <a:srgbClr val="6B94B8"/>
            </a:solidFill>
            <a:prstDash val="solid"/>
          </a:ln>
        </p:spPr>
      </p:sp>
      <p:sp>
        <p:nvSpPr>
          <p:cNvPr id="1571" name="Point recycling rounded return | arrowhead">
            <a:extLst>
              <a:ext uri="{FF2B5EF4-FFF2-40B4-BE49-F238E27FC236}">
                <a16:creationId xmlns:a16="http://schemas.microsoft.com/office/drawing/2014/main" id="{5DEC4188-1754-0CB5-9AD4-91EE68720798}"/>
              </a:ext>
            </a:extLst>
          </p:cNvPr>
          <p:cNvSpPr>
            <a:spLocks noGrp="1"/>
          </p:cNvSpPr>
          <p:nvPr/>
        </p:nvSpPr>
        <p:spPr>
          <a:xfrm>
            <a:off x="3007883" y="1359902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0"/>
                </a:moveTo>
                <a:lnTo>
                  <a:pt x="0" y="100013"/>
                </a:lnTo>
                <a:lnTo>
                  <a:pt x="88011" y="100013"/>
                </a:lnTo>
                <a:close/>
              </a:path>
            </a:pathLst>
          </a:custGeom>
          <a:solidFill>
            <a:srgbClr val="6B94B8"/>
          </a:solidFill>
          <a:ln w="0">
            <a:noFill/>
          </a:ln>
        </p:spPr>
      </p:sp>
      <p:sp>
        <p:nvSpPr>
          <p:cNvPr id="1572" name="Recycle">
            <a:extLst>
              <a:ext uri="{FF2B5EF4-FFF2-40B4-BE49-F238E27FC236}">
                <a16:creationId xmlns:a16="http://schemas.microsoft.com/office/drawing/2014/main" id="{5DDA785A-E893-2768-BFEA-5E3D10103A25}"/>
              </a:ext>
            </a:extLst>
          </p:cNvPr>
          <p:cNvSpPr>
            <a:spLocks noGrp="1"/>
          </p:cNvSpPr>
          <p:nvPr/>
        </p:nvSpPr>
        <p:spPr>
          <a:xfrm>
            <a:off x="3466486" y="1385830"/>
            <a:ext cx="314847" cy="648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91" b="0">
                <a:solidFill>
                  <a:srgbClr val="4E769C"/>
                </a:solidFill>
                <a:latin typeface="Arial"/>
                <a:ea typeface="Arial"/>
                <a:cs typeface="Arial"/>
              </a:defRPr>
            </a:pPr>
            <a:r>
              <a:rPr sz="423" i="1">
                <a:solidFill>
                  <a:srgbClr val="4E769C"/>
                </a:solidFill>
                <a:latin typeface="Segoe UI"/>
                <a:ea typeface="Segoe UI"/>
                <a:cs typeface="Segoe UI"/>
              </a:rPr>
              <a:t>Recycle</a:t>
            </a:r>
          </a:p>
        </p:txBody>
      </p:sp>
      <p:sp>
        <p:nvSpPr>
          <p:cNvPr id="1573" name="Point Transformer V3">
            <a:extLst>
              <a:ext uri="{FF2B5EF4-FFF2-40B4-BE49-F238E27FC236}">
                <a16:creationId xmlns:a16="http://schemas.microsoft.com/office/drawing/2014/main" id="{9C229B53-2310-3BBE-B80C-8418F3E56817}"/>
              </a:ext>
            </a:extLst>
          </p:cNvPr>
          <p:cNvSpPr>
            <a:spLocks noGrp="1"/>
          </p:cNvSpPr>
          <p:nvPr/>
        </p:nvSpPr>
        <p:spPr>
          <a:xfrm>
            <a:off x="3007180" y="1498801"/>
            <a:ext cx="1235312" cy="648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652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67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Point Transformer V3</a:t>
            </a:r>
          </a:p>
        </p:txBody>
      </p:sp>
      <p:sp>
        <p:nvSpPr>
          <p:cNvPr id="1574" name="Voxel pathway to ligand-area probability">
            <a:extLst>
              <a:ext uri="{FF2B5EF4-FFF2-40B4-BE49-F238E27FC236}">
                <a16:creationId xmlns:a16="http://schemas.microsoft.com/office/drawing/2014/main" id="{D0453500-5D20-9075-AC83-53BAE7836991}"/>
              </a:ext>
            </a:extLst>
          </p:cNvPr>
          <p:cNvSpPr>
            <a:spLocks noGrp="1"/>
          </p:cNvSpPr>
          <p:nvPr/>
        </p:nvSpPr>
        <p:spPr>
          <a:xfrm>
            <a:off x="4329537" y="615407"/>
            <a:ext cx="94454" cy="92"/>
          </a:xfrm>
          <a:custGeom>
            <a:avLst/>
            <a:gdLst/>
            <a:ahLst/>
            <a:cxnLst/>
            <a:rect l="0" t="0" r="0" b="0"/>
            <a:pathLst>
              <a:path w="485775" h="476">
                <a:moveTo>
                  <a:pt x="0" y="0"/>
                </a:moveTo>
                <a:lnTo>
                  <a:pt x="485775" y="0"/>
                </a:lnTo>
              </a:path>
            </a:pathLst>
          </a:custGeom>
          <a:noFill/>
          <a:ln w="7502">
            <a:solidFill>
              <a:srgbClr val="388BBE"/>
            </a:solidFill>
            <a:prstDash val="solid"/>
          </a:ln>
        </p:spPr>
      </p:sp>
      <p:sp>
        <p:nvSpPr>
          <p:cNvPr id="1575" name="Voxel pathway to ligand-area probability | arrowhead">
            <a:extLst>
              <a:ext uri="{FF2B5EF4-FFF2-40B4-BE49-F238E27FC236}">
                <a16:creationId xmlns:a16="http://schemas.microsoft.com/office/drawing/2014/main" id="{31B7DEAC-191C-5141-A148-178A012222C6}"/>
              </a:ext>
            </a:extLst>
          </p:cNvPr>
          <p:cNvSpPr>
            <a:spLocks noGrp="1"/>
          </p:cNvSpPr>
          <p:nvPr/>
        </p:nvSpPr>
        <p:spPr>
          <a:xfrm>
            <a:off x="4404545" y="606851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576" name="Point pathway to atom binding probability">
            <a:extLst>
              <a:ext uri="{FF2B5EF4-FFF2-40B4-BE49-F238E27FC236}">
                <a16:creationId xmlns:a16="http://schemas.microsoft.com/office/drawing/2014/main" id="{86FA6A24-595A-1A3E-A431-A91DE831A4B8}"/>
              </a:ext>
            </a:extLst>
          </p:cNvPr>
          <p:cNvSpPr>
            <a:spLocks noGrp="1"/>
          </p:cNvSpPr>
          <p:nvPr/>
        </p:nvSpPr>
        <p:spPr>
          <a:xfrm>
            <a:off x="4342502" y="1267304"/>
            <a:ext cx="81490" cy="92"/>
          </a:xfrm>
          <a:custGeom>
            <a:avLst/>
            <a:gdLst/>
            <a:ahLst/>
            <a:cxnLst/>
            <a:rect l="0" t="0" r="0" b="0"/>
            <a:pathLst>
              <a:path w="419100" h="476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/>
          <a:ln w="7502">
            <a:solidFill>
              <a:srgbClr val="8C77B3"/>
            </a:solidFill>
            <a:prstDash val="solid"/>
          </a:ln>
        </p:spPr>
      </p:sp>
      <p:sp>
        <p:nvSpPr>
          <p:cNvPr id="1577" name="Point pathway to atom binding probability | arrowhead">
            <a:extLst>
              <a:ext uri="{FF2B5EF4-FFF2-40B4-BE49-F238E27FC236}">
                <a16:creationId xmlns:a16="http://schemas.microsoft.com/office/drawing/2014/main" id="{1D3BEB45-F38A-A727-7D8A-1AD77E7A3952}"/>
              </a:ext>
            </a:extLst>
          </p:cNvPr>
          <p:cNvSpPr>
            <a:spLocks noGrp="1"/>
          </p:cNvSpPr>
          <p:nvPr/>
        </p:nvSpPr>
        <p:spPr>
          <a:xfrm>
            <a:off x="4404545" y="1258747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  <p:sp>
        <p:nvSpPr>
          <p:cNvPr id="1578" name="Ligand-area probability">
            <a:extLst>
              <a:ext uri="{FF2B5EF4-FFF2-40B4-BE49-F238E27FC236}">
                <a16:creationId xmlns:a16="http://schemas.microsoft.com/office/drawing/2014/main" id="{46599E5C-9E07-10FE-27B5-35D57B7D6FE4}"/>
              </a:ext>
            </a:extLst>
          </p:cNvPr>
          <p:cNvSpPr>
            <a:spLocks noGrp="1"/>
          </p:cNvSpPr>
          <p:nvPr/>
        </p:nvSpPr>
        <p:spPr>
          <a:xfrm>
            <a:off x="4464737" y="320942"/>
            <a:ext cx="520423" cy="1148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0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Ligand-region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0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grpSp>
        <p:nvGrpSpPr>
          <p:cNvPr id="1579" name="b | Ligand-area probability cube | v4 editable"/>
          <p:cNvGrpSpPr/>
          <p:nvPr/>
        </p:nvGrpSpPr>
        <p:grpSpPr>
          <a:xfrm>
            <a:off x="4490442" y="459000"/>
            <a:ext cx="334115" cy="263000"/>
            <a:chOff x="4043880" y="489960"/>
            <a:chExt cx="571680" cy="450000"/>
          </a:xfrm>
        </p:grpSpPr>
        <p:sp>
          <p:nvSpPr>
            <p:cNvPr id="1580" name="asset_2027_0">
              <a:extLst>
                <a:ext uri="{FF2B5EF4-FFF2-40B4-BE49-F238E27FC236}">
                  <a16:creationId xmlns:a16="http://schemas.microsoft.com/office/drawing/2014/main" id="{8E79CF82-FECD-4D00-AB68-C2266EE3EBEE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489960"/>
              <a:ext cx="571680" cy="76500"/>
            </a:xfrm>
            <a:custGeom>
              <a:avLst/>
              <a:gdLst/>
              <a:ahLst/>
              <a:cxnLst/>
              <a:rect l="0" t="0" r="0" b="0"/>
              <a:pathLst>
                <a:path w="571680" h="76500">
                  <a:moveTo>
                    <a:pt x="0" y="76500"/>
                  </a:moveTo>
                  <a:lnTo>
                    <a:pt x="108619" y="0"/>
                  </a:lnTo>
                  <a:lnTo>
                    <a:pt x="571680" y="0"/>
                  </a:lnTo>
                  <a:lnTo>
                    <a:pt x="463061" y="76500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1341">
              <a:solidFill>
                <a:srgbClr val="87ADD3"/>
              </a:solidFill>
            </a:ln>
          </p:spPr>
        </p:sp>
        <p:sp>
          <p:nvSpPr>
            <p:cNvPr id="1581" name="asset_2027_1">
              <a:extLst>
                <a:ext uri="{FF2B5EF4-FFF2-40B4-BE49-F238E27FC236}">
                  <a16:creationId xmlns:a16="http://schemas.microsoft.com/office/drawing/2014/main" id="{E446BF4D-A2D0-496C-B38C-B55BBAF933D7}"/>
                </a:ext>
              </a:extLst>
            </p:cNvPr>
            <p:cNvSpPr>
              <a:spLocks noGrp="1"/>
            </p:cNvSpPr>
            <p:nvPr/>
          </p:nvSpPr>
          <p:spPr>
            <a:xfrm>
              <a:off x="4506941" y="489960"/>
              <a:ext cx="108619" cy="450000"/>
            </a:xfrm>
            <a:custGeom>
              <a:avLst/>
              <a:gdLst/>
              <a:ahLst/>
              <a:cxnLst/>
              <a:rect l="0" t="0" r="0" b="0"/>
              <a:pathLst>
                <a:path w="108619" h="450000">
                  <a:moveTo>
                    <a:pt x="0" y="76500"/>
                  </a:moveTo>
                  <a:lnTo>
                    <a:pt x="108619" y="0"/>
                  </a:lnTo>
                  <a:lnTo>
                    <a:pt x="108619" y="373500"/>
                  </a:lnTo>
                  <a:lnTo>
                    <a:pt x="0" y="4500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1341">
              <a:solidFill>
                <a:srgbClr val="87ADD3"/>
              </a:solidFill>
            </a:ln>
          </p:spPr>
        </p:sp>
        <p:sp>
          <p:nvSpPr>
            <p:cNvPr id="1582" name="asset_2027_2">
              <a:extLst>
                <a:ext uri="{FF2B5EF4-FFF2-40B4-BE49-F238E27FC236}">
                  <a16:creationId xmlns:a16="http://schemas.microsoft.com/office/drawing/2014/main" id="{626787CB-A188-4A03-A26D-D0FCE8934E59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1341">
              <a:solidFill>
                <a:srgbClr val="87ADD3"/>
              </a:solidFill>
            </a:ln>
          </p:spPr>
        </p:sp>
        <p:sp>
          <p:nvSpPr>
            <p:cNvPr id="1583" name="asset_2027_3">
              <a:extLst>
                <a:ext uri="{FF2B5EF4-FFF2-40B4-BE49-F238E27FC236}">
                  <a16:creationId xmlns:a16="http://schemas.microsoft.com/office/drawing/2014/main" id="{3F137EB4-FF78-4209-90D6-2A8A13DE644F}"/>
                </a:ext>
              </a:extLst>
            </p:cNvPr>
            <p:cNvSpPr>
              <a:spLocks noGrp="1"/>
            </p:cNvSpPr>
            <p:nvPr/>
          </p:nvSpPr>
          <p:spPr>
            <a:xfrm>
              <a:off x="4159645" y="566460"/>
              <a:ext cx="4" cy="373500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4" name="asset_2027_4">
              <a:extLst>
                <a:ext uri="{FF2B5EF4-FFF2-40B4-BE49-F238E27FC236}">
                  <a16:creationId xmlns:a16="http://schemas.microsoft.com/office/drawing/2014/main" id="{9F951526-25DB-40E6-9DC1-B23B253533F3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659835"/>
              <a:ext cx="463061" cy="4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5" name="asset_2027_5">
              <a:extLst>
                <a:ext uri="{FF2B5EF4-FFF2-40B4-BE49-F238E27FC236}">
                  <a16:creationId xmlns:a16="http://schemas.microsoft.com/office/drawing/2014/main" id="{837FF1A3-137E-4D28-823C-000E5C57B683}"/>
                </a:ext>
              </a:extLst>
            </p:cNvPr>
            <p:cNvSpPr>
              <a:spLocks noGrp="1"/>
            </p:cNvSpPr>
            <p:nvPr/>
          </p:nvSpPr>
          <p:spPr>
            <a:xfrm>
              <a:off x="4275410" y="566460"/>
              <a:ext cx="4" cy="373500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6" name="asset_2027_6">
              <a:extLst>
                <a:ext uri="{FF2B5EF4-FFF2-40B4-BE49-F238E27FC236}">
                  <a16:creationId xmlns:a16="http://schemas.microsoft.com/office/drawing/2014/main" id="{AFE4A50A-6F82-4E63-8DB4-8D3C7C966035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753210"/>
              <a:ext cx="463061" cy="4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7" name="asset_2027_7">
              <a:extLst>
                <a:ext uri="{FF2B5EF4-FFF2-40B4-BE49-F238E27FC236}">
                  <a16:creationId xmlns:a16="http://schemas.microsoft.com/office/drawing/2014/main" id="{299F691F-376F-40D0-AD4D-4C95D359315B}"/>
                </a:ext>
              </a:extLst>
            </p:cNvPr>
            <p:cNvSpPr>
              <a:spLocks noGrp="1"/>
            </p:cNvSpPr>
            <p:nvPr/>
          </p:nvSpPr>
          <p:spPr>
            <a:xfrm>
              <a:off x="4391176" y="566460"/>
              <a:ext cx="4" cy="373500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8" name="asset_2027_8">
              <a:extLst>
                <a:ext uri="{FF2B5EF4-FFF2-40B4-BE49-F238E27FC236}">
                  <a16:creationId xmlns:a16="http://schemas.microsoft.com/office/drawing/2014/main" id="{E80AF0E3-F6FB-4A8B-A36F-8831B2AAC556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846585"/>
              <a:ext cx="463061" cy="4"/>
            </a:xfrm>
            <a:prstGeom prst="line">
              <a:avLst/>
            </a:prstGeom>
            <a:noFill/>
            <a:ln w="983">
              <a:solidFill>
                <a:srgbClr val="C9DEED">
                  <a:alpha val="33000"/>
                </a:srgbClr>
              </a:solidFill>
            </a:ln>
          </p:spPr>
        </p:sp>
        <p:sp>
          <p:nvSpPr>
            <p:cNvPr id="1589" name="asset_2027_9">
              <a:extLst>
                <a:ext uri="{FF2B5EF4-FFF2-40B4-BE49-F238E27FC236}">
                  <a16:creationId xmlns:a16="http://schemas.microsoft.com/office/drawing/2014/main" id="{34405941-63EA-46AA-946F-D6856B6416DA}"/>
                </a:ext>
              </a:extLst>
            </p:cNvPr>
            <p:cNvSpPr>
              <a:spLocks noGrp="1"/>
            </p:cNvSpPr>
            <p:nvPr/>
          </p:nvSpPr>
          <p:spPr>
            <a:xfrm>
              <a:off x="4084861" y="617132"/>
              <a:ext cx="215601" cy="172109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6D9EDA">
                    <a:alpha val="66000"/>
                  </a:srgbClr>
                </a:gs>
                <a:gs pos="100000">
                  <a:srgbClr val="6D9EDA">
                    <a:alpha val="38500"/>
                  </a:srgbClr>
                </a:gs>
              </a:gsLst>
              <a:lin ang="84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0" name="asset_2027_10">
              <a:extLst>
                <a:ext uri="{FF2B5EF4-FFF2-40B4-BE49-F238E27FC236}">
                  <a16:creationId xmlns:a16="http://schemas.microsoft.com/office/drawing/2014/main" id="{4E3119D4-E48B-4F84-A71E-8556AF9CADD2}"/>
                </a:ext>
              </a:extLst>
            </p:cNvPr>
            <p:cNvSpPr>
              <a:spLocks noGrp="1"/>
            </p:cNvSpPr>
            <p:nvPr/>
          </p:nvSpPr>
          <p:spPr>
            <a:xfrm>
              <a:off x="4183678" y="667330"/>
              <a:ext cx="233568" cy="186451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6D9EDA">
                    <a:alpha val="66000"/>
                  </a:srgbClr>
                </a:gs>
                <a:gs pos="100000">
                  <a:srgbClr val="6D9EDA">
                    <a:alpha val="38500"/>
                  </a:srgbClr>
                </a:gs>
              </a:gsLst>
              <a:lin ang="84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1" name="asset_2027_11">
              <a:extLst>
                <a:ext uri="{FF2B5EF4-FFF2-40B4-BE49-F238E27FC236}">
                  <a16:creationId xmlns:a16="http://schemas.microsoft.com/office/drawing/2014/main" id="{ADC0132E-476D-467C-9C2F-6C3273DDA927}"/>
                </a:ext>
              </a:extLst>
            </p:cNvPr>
            <p:cNvSpPr>
              <a:spLocks noGrp="1"/>
            </p:cNvSpPr>
            <p:nvPr/>
          </p:nvSpPr>
          <p:spPr>
            <a:xfrm>
              <a:off x="4269020" y="574105"/>
              <a:ext cx="206618" cy="164938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6D9EDA">
                    <a:alpha val="66000"/>
                  </a:srgbClr>
                </a:gs>
                <a:gs pos="100000">
                  <a:srgbClr val="6D9EDA">
                    <a:alpha val="38500"/>
                  </a:srgbClr>
                </a:gs>
              </a:gsLst>
              <a:lin ang="84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2" name="asset_2027_12">
              <a:extLst>
                <a:ext uri="{FF2B5EF4-FFF2-40B4-BE49-F238E27FC236}">
                  <a16:creationId xmlns:a16="http://schemas.microsoft.com/office/drawing/2014/main" id="{7245DCBA-40B5-4896-A0B6-69F047D40D11}"/>
                </a:ext>
              </a:extLst>
            </p:cNvPr>
            <p:cNvSpPr>
              <a:spLocks noGrp="1"/>
            </p:cNvSpPr>
            <p:nvPr/>
          </p:nvSpPr>
          <p:spPr>
            <a:xfrm>
              <a:off x="4174695" y="549005"/>
              <a:ext cx="197634" cy="157766"/>
            </a:xfrm>
            <a:prstGeom prst="ellipse">
              <a:avLst/>
            </a:prstGeom>
            <a:gradFill>
              <a:gsLst>
                <a:gs pos="0">
                  <a:srgbClr val="E5F0FF">
                    <a:alpha val="60500"/>
                  </a:srgbClr>
                </a:gs>
                <a:gs pos="48000">
                  <a:srgbClr val="6D9EDA">
                    <a:alpha val="66000"/>
                  </a:srgbClr>
                </a:gs>
                <a:gs pos="100000">
                  <a:srgbClr val="6D9EDA">
                    <a:alpha val="38500"/>
                  </a:srgbClr>
                </a:gs>
              </a:gsLst>
              <a:lin ang="84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3" name="asset_2027_13">
              <a:extLst>
                <a:ext uri="{FF2B5EF4-FFF2-40B4-BE49-F238E27FC236}">
                  <a16:creationId xmlns:a16="http://schemas.microsoft.com/office/drawing/2014/main" id="{D1AC94DD-CA80-42AC-B0FF-2AB7EAB03A11}"/>
                </a:ext>
              </a:extLst>
            </p:cNvPr>
            <p:cNvSpPr>
              <a:spLocks noGrp="1"/>
            </p:cNvSpPr>
            <p:nvPr/>
          </p:nvSpPr>
          <p:spPr>
            <a:xfrm>
              <a:off x="4195034" y="653113"/>
              <a:ext cx="64474" cy="5146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4" name="asset_2027_14">
              <a:extLst>
                <a:ext uri="{FF2B5EF4-FFF2-40B4-BE49-F238E27FC236}">
                  <a16:creationId xmlns:a16="http://schemas.microsoft.com/office/drawing/2014/main" id="{A3978DBD-AB1B-4A62-99A3-BA8E981F98E7}"/>
                </a:ext>
              </a:extLst>
            </p:cNvPr>
            <p:cNvSpPr>
              <a:spLocks noGrp="1"/>
            </p:cNvSpPr>
            <p:nvPr/>
          </p:nvSpPr>
          <p:spPr>
            <a:xfrm>
              <a:off x="4258141" y="665850"/>
              <a:ext cx="91626" cy="7314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5" name="asset_2027_15">
              <a:extLst>
                <a:ext uri="{FF2B5EF4-FFF2-40B4-BE49-F238E27FC236}">
                  <a16:creationId xmlns:a16="http://schemas.microsoft.com/office/drawing/2014/main" id="{688BB42A-2690-464A-876F-9DDF54F92102}"/>
                </a:ext>
              </a:extLst>
            </p:cNvPr>
            <p:cNvSpPr>
              <a:spLocks noGrp="1"/>
            </p:cNvSpPr>
            <p:nvPr/>
          </p:nvSpPr>
          <p:spPr>
            <a:xfrm>
              <a:off x="4348055" y="621224"/>
              <a:ext cx="65375" cy="5218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6" name="asset_2027_16">
              <a:extLst>
                <a:ext uri="{FF2B5EF4-FFF2-40B4-BE49-F238E27FC236}">
                  <a16:creationId xmlns:a16="http://schemas.microsoft.com/office/drawing/2014/main" id="{361B14F3-926B-4209-9774-7EAD2B13E9EF}"/>
                </a:ext>
              </a:extLst>
            </p:cNvPr>
            <p:cNvSpPr>
              <a:spLocks noGrp="1"/>
            </p:cNvSpPr>
            <p:nvPr/>
          </p:nvSpPr>
          <p:spPr>
            <a:xfrm>
              <a:off x="4168048" y="571175"/>
              <a:ext cx="90914" cy="7257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7" name="asset_2027_17">
              <a:extLst>
                <a:ext uri="{FF2B5EF4-FFF2-40B4-BE49-F238E27FC236}">
                  <a16:creationId xmlns:a16="http://schemas.microsoft.com/office/drawing/2014/main" id="{66E73D46-F7D5-4249-BCC8-A80566549CFC}"/>
                </a:ext>
              </a:extLst>
            </p:cNvPr>
            <p:cNvSpPr>
              <a:spLocks noGrp="1"/>
            </p:cNvSpPr>
            <p:nvPr/>
          </p:nvSpPr>
          <p:spPr>
            <a:xfrm>
              <a:off x="4139689" y="653199"/>
              <a:ext cx="75101" cy="599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8" name="asset_2027_18">
              <a:extLst>
                <a:ext uri="{FF2B5EF4-FFF2-40B4-BE49-F238E27FC236}">
                  <a16:creationId xmlns:a16="http://schemas.microsoft.com/office/drawing/2014/main" id="{60DAB196-3FDD-49BF-8D6E-67037AE1C8E3}"/>
                </a:ext>
              </a:extLst>
            </p:cNvPr>
            <p:cNvSpPr>
              <a:spLocks noGrp="1"/>
            </p:cNvSpPr>
            <p:nvPr/>
          </p:nvSpPr>
          <p:spPr>
            <a:xfrm>
              <a:off x="4267337" y="678651"/>
              <a:ext cx="81363" cy="6495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599" name="asset_2027_19">
              <a:extLst>
                <a:ext uri="{FF2B5EF4-FFF2-40B4-BE49-F238E27FC236}">
                  <a16:creationId xmlns:a16="http://schemas.microsoft.com/office/drawing/2014/main" id="{4C138FF3-2B02-4767-956B-9F501C36EBA0}"/>
                </a:ext>
              </a:extLst>
            </p:cNvPr>
            <p:cNvSpPr>
              <a:spLocks noGrp="1"/>
            </p:cNvSpPr>
            <p:nvPr/>
          </p:nvSpPr>
          <p:spPr>
            <a:xfrm>
              <a:off x="4391745" y="612898"/>
              <a:ext cx="69400" cy="5540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0" name="asset_2027_20">
              <a:extLst>
                <a:ext uri="{FF2B5EF4-FFF2-40B4-BE49-F238E27FC236}">
                  <a16:creationId xmlns:a16="http://schemas.microsoft.com/office/drawing/2014/main" id="{1A1E79AC-17AD-43DA-9021-7A448741C36C}"/>
                </a:ext>
              </a:extLst>
            </p:cNvPr>
            <p:cNvSpPr>
              <a:spLocks noGrp="1"/>
            </p:cNvSpPr>
            <p:nvPr/>
          </p:nvSpPr>
          <p:spPr>
            <a:xfrm>
              <a:off x="4273822" y="611161"/>
              <a:ext cx="105790" cy="844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1" name="asset_2027_21">
              <a:extLst>
                <a:ext uri="{FF2B5EF4-FFF2-40B4-BE49-F238E27FC236}">
                  <a16:creationId xmlns:a16="http://schemas.microsoft.com/office/drawing/2014/main" id="{67E612D4-3E6A-4231-BE3B-0E6ECA8F7EB4}"/>
                </a:ext>
              </a:extLst>
            </p:cNvPr>
            <p:cNvSpPr>
              <a:spLocks noGrp="1"/>
            </p:cNvSpPr>
            <p:nvPr/>
          </p:nvSpPr>
          <p:spPr>
            <a:xfrm>
              <a:off x="4079727" y="646303"/>
              <a:ext cx="109942" cy="8776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2" name="asset_2027_22">
              <a:extLst>
                <a:ext uri="{FF2B5EF4-FFF2-40B4-BE49-F238E27FC236}">
                  <a16:creationId xmlns:a16="http://schemas.microsoft.com/office/drawing/2014/main" id="{144523C5-0416-4230-96CB-1EAF1BAD0779}"/>
                </a:ext>
              </a:extLst>
            </p:cNvPr>
            <p:cNvSpPr>
              <a:spLocks noGrp="1"/>
            </p:cNvSpPr>
            <p:nvPr/>
          </p:nvSpPr>
          <p:spPr>
            <a:xfrm>
              <a:off x="4236492" y="714962"/>
              <a:ext cx="84609" cy="6754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3" name="asset_2027_23">
              <a:extLst>
                <a:ext uri="{FF2B5EF4-FFF2-40B4-BE49-F238E27FC236}">
                  <a16:creationId xmlns:a16="http://schemas.microsoft.com/office/drawing/2014/main" id="{C35832E6-9C22-410B-89DF-65A3C9FECA47}"/>
                </a:ext>
              </a:extLst>
            </p:cNvPr>
            <p:cNvSpPr>
              <a:spLocks noGrp="1"/>
            </p:cNvSpPr>
            <p:nvPr/>
          </p:nvSpPr>
          <p:spPr>
            <a:xfrm>
              <a:off x="4326191" y="626834"/>
              <a:ext cx="75016" cy="5988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4" name="asset_2027_24">
              <a:extLst>
                <a:ext uri="{FF2B5EF4-FFF2-40B4-BE49-F238E27FC236}">
                  <a16:creationId xmlns:a16="http://schemas.microsoft.com/office/drawing/2014/main" id="{DA42F372-F74C-49BF-8BFF-8264CCE324BC}"/>
                </a:ext>
              </a:extLst>
            </p:cNvPr>
            <p:cNvSpPr>
              <a:spLocks noGrp="1"/>
            </p:cNvSpPr>
            <p:nvPr/>
          </p:nvSpPr>
          <p:spPr>
            <a:xfrm>
              <a:off x="4191230" y="582183"/>
              <a:ext cx="88744" cy="7084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5" name="asset_2027_25">
              <a:extLst>
                <a:ext uri="{FF2B5EF4-FFF2-40B4-BE49-F238E27FC236}">
                  <a16:creationId xmlns:a16="http://schemas.microsoft.com/office/drawing/2014/main" id="{1C82A8F9-2B7C-41FA-868F-35115471245A}"/>
                </a:ext>
              </a:extLst>
            </p:cNvPr>
            <p:cNvSpPr>
              <a:spLocks noGrp="1"/>
            </p:cNvSpPr>
            <p:nvPr/>
          </p:nvSpPr>
          <p:spPr>
            <a:xfrm>
              <a:off x="4122858" y="684972"/>
              <a:ext cx="86331" cy="6891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6" name="asset_2027_26">
              <a:extLst>
                <a:ext uri="{FF2B5EF4-FFF2-40B4-BE49-F238E27FC236}">
                  <a16:creationId xmlns:a16="http://schemas.microsoft.com/office/drawing/2014/main" id="{1FBF9B24-5307-46E3-9E88-626CD784980E}"/>
                </a:ext>
              </a:extLst>
            </p:cNvPr>
            <p:cNvSpPr>
              <a:spLocks noGrp="1"/>
            </p:cNvSpPr>
            <p:nvPr/>
          </p:nvSpPr>
          <p:spPr>
            <a:xfrm>
              <a:off x="4263971" y="749193"/>
              <a:ext cx="94340" cy="7530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7" name="asset_2027_27">
              <a:extLst>
                <a:ext uri="{FF2B5EF4-FFF2-40B4-BE49-F238E27FC236}">
                  <a16:creationId xmlns:a16="http://schemas.microsoft.com/office/drawing/2014/main" id="{DF200888-1FB7-4595-88B3-13C42D5C625F}"/>
                </a:ext>
              </a:extLst>
            </p:cNvPr>
            <p:cNvSpPr>
              <a:spLocks noGrp="1"/>
            </p:cNvSpPr>
            <p:nvPr/>
          </p:nvSpPr>
          <p:spPr>
            <a:xfrm>
              <a:off x="4328927" y="671282"/>
              <a:ext cx="73906" cy="58997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8" name="asset_2027_28">
              <a:extLst>
                <a:ext uri="{FF2B5EF4-FFF2-40B4-BE49-F238E27FC236}">
                  <a16:creationId xmlns:a16="http://schemas.microsoft.com/office/drawing/2014/main" id="{826D53F6-F0E2-4DFF-B647-A55BD5ABE7D5}"/>
                </a:ext>
              </a:extLst>
            </p:cNvPr>
            <p:cNvSpPr>
              <a:spLocks noGrp="1"/>
            </p:cNvSpPr>
            <p:nvPr/>
          </p:nvSpPr>
          <p:spPr>
            <a:xfrm>
              <a:off x="4191714" y="625737"/>
              <a:ext cx="79574" cy="6352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09" name="asset_2027_29">
              <a:extLst>
                <a:ext uri="{FF2B5EF4-FFF2-40B4-BE49-F238E27FC236}">
                  <a16:creationId xmlns:a16="http://schemas.microsoft.com/office/drawing/2014/main" id="{FA89C153-5459-451F-BF9C-1062D1B17B3E}"/>
                </a:ext>
              </a:extLst>
            </p:cNvPr>
            <p:cNvSpPr>
              <a:spLocks noGrp="1"/>
            </p:cNvSpPr>
            <p:nvPr/>
          </p:nvSpPr>
          <p:spPr>
            <a:xfrm>
              <a:off x="4165324" y="712808"/>
              <a:ext cx="87906" cy="7017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0" name="asset_2027_30">
              <a:extLst>
                <a:ext uri="{FF2B5EF4-FFF2-40B4-BE49-F238E27FC236}">
                  <a16:creationId xmlns:a16="http://schemas.microsoft.com/office/drawing/2014/main" id="{EFE35B6A-8884-40CA-89ED-7B60AE28B9B8}"/>
                </a:ext>
              </a:extLst>
            </p:cNvPr>
            <p:cNvSpPr>
              <a:spLocks noGrp="1"/>
            </p:cNvSpPr>
            <p:nvPr/>
          </p:nvSpPr>
          <p:spPr>
            <a:xfrm>
              <a:off x="4306197" y="742925"/>
              <a:ext cx="82957" cy="6622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1" name="asset_2027_31">
              <a:extLst>
                <a:ext uri="{FF2B5EF4-FFF2-40B4-BE49-F238E27FC236}">
                  <a16:creationId xmlns:a16="http://schemas.microsoft.com/office/drawing/2014/main" id="{F66F1E84-B351-4917-A693-D8513B8B7034}"/>
                </a:ext>
              </a:extLst>
            </p:cNvPr>
            <p:cNvSpPr>
              <a:spLocks noGrp="1"/>
            </p:cNvSpPr>
            <p:nvPr/>
          </p:nvSpPr>
          <p:spPr>
            <a:xfrm>
              <a:off x="4316951" y="684022"/>
              <a:ext cx="63942" cy="5104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2" name="asset_2027_32">
              <a:extLst>
                <a:ext uri="{FF2B5EF4-FFF2-40B4-BE49-F238E27FC236}">
                  <a16:creationId xmlns:a16="http://schemas.microsoft.com/office/drawing/2014/main" id="{99D54062-A6F7-4DD1-8E9E-42ACD355CAAD}"/>
                </a:ext>
              </a:extLst>
            </p:cNvPr>
            <p:cNvSpPr>
              <a:spLocks noGrp="1"/>
            </p:cNvSpPr>
            <p:nvPr/>
          </p:nvSpPr>
          <p:spPr>
            <a:xfrm>
              <a:off x="4219749" y="640722"/>
              <a:ext cx="76653" cy="6119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3" name="asset_2027_33">
              <a:extLst>
                <a:ext uri="{FF2B5EF4-FFF2-40B4-BE49-F238E27FC236}">
                  <a16:creationId xmlns:a16="http://schemas.microsoft.com/office/drawing/2014/main" id="{E78FE44C-E947-4F2C-B2EE-5123430CAFBF}"/>
                </a:ext>
              </a:extLst>
            </p:cNvPr>
            <p:cNvSpPr>
              <a:spLocks noGrp="1"/>
            </p:cNvSpPr>
            <p:nvPr/>
          </p:nvSpPr>
          <p:spPr>
            <a:xfrm>
              <a:off x="4079240" y="689413"/>
              <a:ext cx="112660" cy="8993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4" name="asset_2027_34">
              <a:extLst>
                <a:ext uri="{FF2B5EF4-FFF2-40B4-BE49-F238E27FC236}">
                  <a16:creationId xmlns:a16="http://schemas.microsoft.com/office/drawing/2014/main" id="{1C1925E8-0217-4DDA-8B70-FBB79493D4C8}"/>
                </a:ext>
              </a:extLst>
            </p:cNvPr>
            <p:cNvSpPr>
              <a:spLocks noGrp="1"/>
            </p:cNvSpPr>
            <p:nvPr/>
          </p:nvSpPr>
          <p:spPr>
            <a:xfrm>
              <a:off x="4287443" y="729475"/>
              <a:ext cx="116098" cy="9267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5" name="asset_2027_35">
              <a:extLst>
                <a:ext uri="{FF2B5EF4-FFF2-40B4-BE49-F238E27FC236}">
                  <a16:creationId xmlns:a16="http://schemas.microsoft.com/office/drawing/2014/main" id="{7B1065D1-6E9E-4B4B-A57B-38F7033F8756}"/>
                </a:ext>
              </a:extLst>
            </p:cNvPr>
            <p:cNvSpPr>
              <a:spLocks noGrp="1"/>
            </p:cNvSpPr>
            <p:nvPr/>
          </p:nvSpPr>
          <p:spPr>
            <a:xfrm>
              <a:off x="4353400" y="652668"/>
              <a:ext cx="107604" cy="8589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6" name="asset_2027_36">
              <a:extLst>
                <a:ext uri="{FF2B5EF4-FFF2-40B4-BE49-F238E27FC236}">
                  <a16:creationId xmlns:a16="http://schemas.microsoft.com/office/drawing/2014/main" id="{031C8BB0-D0D4-4850-9E24-9DD349BAEC2B}"/>
                </a:ext>
              </a:extLst>
            </p:cNvPr>
            <p:cNvSpPr>
              <a:spLocks noGrp="1"/>
            </p:cNvSpPr>
            <p:nvPr/>
          </p:nvSpPr>
          <p:spPr>
            <a:xfrm>
              <a:off x="4223635" y="557958"/>
              <a:ext cx="109609" cy="87498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7" name="asset_2027_37">
              <a:extLst>
                <a:ext uri="{FF2B5EF4-FFF2-40B4-BE49-F238E27FC236}">
                  <a16:creationId xmlns:a16="http://schemas.microsoft.com/office/drawing/2014/main" id="{E06DF51A-A98F-424D-A5F6-95603CC128D3}"/>
                </a:ext>
              </a:extLst>
            </p:cNvPr>
            <p:cNvSpPr>
              <a:spLocks noGrp="1"/>
            </p:cNvSpPr>
            <p:nvPr/>
          </p:nvSpPr>
          <p:spPr>
            <a:xfrm>
              <a:off x="4179249" y="649750"/>
              <a:ext cx="106334" cy="84884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8" name="asset_2027_38">
              <a:extLst>
                <a:ext uri="{FF2B5EF4-FFF2-40B4-BE49-F238E27FC236}">
                  <a16:creationId xmlns:a16="http://schemas.microsoft.com/office/drawing/2014/main" id="{79012AB9-04C9-4C5B-9542-11B93745F898}"/>
                </a:ext>
              </a:extLst>
            </p:cNvPr>
            <p:cNvSpPr>
              <a:spLocks noGrp="1"/>
            </p:cNvSpPr>
            <p:nvPr/>
          </p:nvSpPr>
          <p:spPr>
            <a:xfrm>
              <a:off x="4228499" y="667856"/>
              <a:ext cx="105197" cy="8397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19" name="asset_2027_39">
              <a:extLst>
                <a:ext uri="{FF2B5EF4-FFF2-40B4-BE49-F238E27FC236}">
                  <a16:creationId xmlns:a16="http://schemas.microsoft.com/office/drawing/2014/main" id="{C1D186F1-5504-4ED9-827A-EB669B14FD96}"/>
                </a:ext>
              </a:extLst>
            </p:cNvPr>
            <p:cNvSpPr>
              <a:spLocks noGrp="1"/>
            </p:cNvSpPr>
            <p:nvPr/>
          </p:nvSpPr>
          <p:spPr>
            <a:xfrm>
              <a:off x="4241306" y="621458"/>
              <a:ext cx="114436" cy="913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0" name="asset_2027_40">
              <a:extLst>
                <a:ext uri="{FF2B5EF4-FFF2-40B4-BE49-F238E27FC236}">
                  <a16:creationId xmlns:a16="http://schemas.microsoft.com/office/drawing/2014/main" id="{1A8BCF88-2C3B-4AAF-A348-7356448B79E8}"/>
                </a:ext>
              </a:extLst>
            </p:cNvPr>
            <p:cNvSpPr>
              <a:spLocks noGrp="1"/>
            </p:cNvSpPr>
            <p:nvPr/>
          </p:nvSpPr>
          <p:spPr>
            <a:xfrm>
              <a:off x="4180454" y="586994"/>
              <a:ext cx="74974" cy="5985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1" name="asset_2027_41">
              <a:extLst>
                <a:ext uri="{FF2B5EF4-FFF2-40B4-BE49-F238E27FC236}">
                  <a16:creationId xmlns:a16="http://schemas.microsoft.com/office/drawing/2014/main" id="{6B6D00EE-D856-41A2-B092-27CEC1D19C0C}"/>
                </a:ext>
              </a:extLst>
            </p:cNvPr>
            <p:cNvSpPr>
              <a:spLocks noGrp="1"/>
            </p:cNvSpPr>
            <p:nvPr/>
          </p:nvSpPr>
          <p:spPr>
            <a:xfrm>
              <a:off x="4138019" y="635475"/>
              <a:ext cx="64716" cy="5166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2" name="asset_2027_42">
              <a:extLst>
                <a:ext uri="{FF2B5EF4-FFF2-40B4-BE49-F238E27FC236}">
                  <a16:creationId xmlns:a16="http://schemas.microsoft.com/office/drawing/2014/main" id="{FD5D9615-FDEC-47C1-8E2F-27690D31EA42}"/>
                </a:ext>
              </a:extLst>
            </p:cNvPr>
            <p:cNvSpPr>
              <a:spLocks noGrp="1"/>
            </p:cNvSpPr>
            <p:nvPr/>
          </p:nvSpPr>
          <p:spPr>
            <a:xfrm>
              <a:off x="4216931" y="737024"/>
              <a:ext cx="97423" cy="7777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3" name="asset_2027_43">
              <a:extLst>
                <a:ext uri="{FF2B5EF4-FFF2-40B4-BE49-F238E27FC236}">
                  <a16:creationId xmlns:a16="http://schemas.microsoft.com/office/drawing/2014/main" id="{03ACF71B-9F98-49D2-8E5E-0D53A083AC20}"/>
                </a:ext>
              </a:extLst>
            </p:cNvPr>
            <p:cNvSpPr>
              <a:spLocks noGrp="1"/>
            </p:cNvSpPr>
            <p:nvPr/>
          </p:nvSpPr>
          <p:spPr>
            <a:xfrm>
              <a:off x="4317133" y="564618"/>
              <a:ext cx="108008" cy="86220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4" name="asset_2027_44">
              <a:extLst>
                <a:ext uri="{FF2B5EF4-FFF2-40B4-BE49-F238E27FC236}">
                  <a16:creationId xmlns:a16="http://schemas.microsoft.com/office/drawing/2014/main" id="{724CFBDA-F7E3-4C52-A69B-62485EDF81F1}"/>
                </a:ext>
              </a:extLst>
            </p:cNvPr>
            <p:cNvSpPr>
              <a:spLocks noGrp="1"/>
            </p:cNvSpPr>
            <p:nvPr/>
          </p:nvSpPr>
          <p:spPr>
            <a:xfrm>
              <a:off x="4193257" y="633037"/>
              <a:ext cx="105416" cy="84151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5" name="asset_2027_45">
              <a:extLst>
                <a:ext uri="{FF2B5EF4-FFF2-40B4-BE49-F238E27FC236}">
                  <a16:creationId xmlns:a16="http://schemas.microsoft.com/office/drawing/2014/main" id="{FCAA0437-0AB5-4B5C-9D61-8D532428BE63}"/>
                </a:ext>
              </a:extLst>
            </p:cNvPr>
            <p:cNvSpPr>
              <a:spLocks noGrp="1"/>
            </p:cNvSpPr>
            <p:nvPr/>
          </p:nvSpPr>
          <p:spPr>
            <a:xfrm>
              <a:off x="4155603" y="656380"/>
              <a:ext cx="109670" cy="8754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6" name="asset_2027_46">
              <a:extLst>
                <a:ext uri="{FF2B5EF4-FFF2-40B4-BE49-F238E27FC236}">
                  <a16:creationId xmlns:a16="http://schemas.microsoft.com/office/drawing/2014/main" id="{560E5AF9-9BEE-43A1-8ED6-D936E75C34DE}"/>
                </a:ext>
              </a:extLst>
            </p:cNvPr>
            <p:cNvSpPr>
              <a:spLocks noGrp="1"/>
            </p:cNvSpPr>
            <p:nvPr/>
          </p:nvSpPr>
          <p:spPr>
            <a:xfrm>
              <a:off x="4309729" y="755020"/>
              <a:ext cx="74665" cy="59603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7" name="asset_2027_47">
              <a:extLst>
                <a:ext uri="{FF2B5EF4-FFF2-40B4-BE49-F238E27FC236}">
                  <a16:creationId xmlns:a16="http://schemas.microsoft.com/office/drawing/2014/main" id="{0B464A76-1B1F-4D22-820E-0D794E7B2B77}"/>
                </a:ext>
              </a:extLst>
            </p:cNvPr>
            <p:cNvSpPr>
              <a:spLocks noGrp="1"/>
            </p:cNvSpPr>
            <p:nvPr/>
          </p:nvSpPr>
          <p:spPr>
            <a:xfrm>
              <a:off x="4370973" y="641458"/>
              <a:ext cx="80485" cy="64249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8" name="asset_2027_48">
              <a:extLst>
                <a:ext uri="{FF2B5EF4-FFF2-40B4-BE49-F238E27FC236}">
                  <a16:creationId xmlns:a16="http://schemas.microsoft.com/office/drawing/2014/main" id="{CF938A00-1880-4525-A4C7-304301BFED96}"/>
                </a:ext>
              </a:extLst>
            </p:cNvPr>
            <p:cNvSpPr>
              <a:spLocks noGrp="1"/>
            </p:cNvSpPr>
            <p:nvPr/>
          </p:nvSpPr>
          <p:spPr>
            <a:xfrm>
              <a:off x="4211550" y="563563"/>
              <a:ext cx="100623" cy="80325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29" name="asset_2027_49">
              <a:extLst>
                <a:ext uri="{FF2B5EF4-FFF2-40B4-BE49-F238E27FC236}">
                  <a16:creationId xmlns:a16="http://schemas.microsoft.com/office/drawing/2014/main" id="{119ADBD8-A970-4D99-A982-9C8EA3F8074F}"/>
                </a:ext>
              </a:extLst>
            </p:cNvPr>
            <p:cNvSpPr>
              <a:spLocks noGrp="1"/>
            </p:cNvSpPr>
            <p:nvPr/>
          </p:nvSpPr>
          <p:spPr>
            <a:xfrm>
              <a:off x="4074324" y="667639"/>
              <a:ext cx="79905" cy="63786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30" name="asset_2027_50">
              <a:extLst>
                <a:ext uri="{FF2B5EF4-FFF2-40B4-BE49-F238E27FC236}">
                  <a16:creationId xmlns:a16="http://schemas.microsoft.com/office/drawing/2014/main" id="{C3BC6789-B85C-463C-A9F0-6F1AAA0D33FE}"/>
                </a:ext>
              </a:extLst>
            </p:cNvPr>
            <p:cNvSpPr>
              <a:spLocks noGrp="1"/>
            </p:cNvSpPr>
            <p:nvPr/>
          </p:nvSpPr>
          <p:spPr>
            <a:xfrm>
              <a:off x="4311133" y="726504"/>
              <a:ext cx="79349" cy="63342"/>
            </a:xfrm>
            <a:prstGeom prst="ellipse">
              <a:avLst/>
            </a:prstGeom>
            <a:gradFill>
              <a:gsLst>
                <a:gs pos="0">
                  <a:srgbClr val="DCEAFF">
                    <a:alpha val="69300"/>
                  </a:srgbClr>
                </a:gs>
                <a:gs pos="52000">
                  <a:srgbClr val="6D9EDA">
                    <a:alpha val="80300"/>
                  </a:srgbClr>
                </a:gs>
                <a:gs pos="100000">
                  <a:srgbClr val="6D9EDA">
                    <a:alpha val="46200"/>
                  </a:srgbClr>
                </a:gs>
              </a:gsLst>
              <a:lin ang="7500000"/>
            </a:gradFill>
            <a:ln w="2104">
              <a:noFill/>
            </a:ln>
            <a:effectLst>
              <a:softEdge rad="7200"/>
            </a:effectLst>
          </p:spPr>
        </p:sp>
        <p:sp>
          <p:nvSpPr>
            <p:cNvPr id="1631" name="asset_2027_51">
              <a:extLst>
                <a:ext uri="{FF2B5EF4-FFF2-40B4-BE49-F238E27FC236}">
                  <a16:creationId xmlns:a16="http://schemas.microsoft.com/office/drawing/2014/main" id="{CE4DD89B-764C-4055-87DA-1ACA2DC83E40}"/>
                </a:ext>
              </a:extLst>
            </p:cNvPr>
            <p:cNvSpPr>
              <a:spLocks noGrp="1"/>
            </p:cNvSpPr>
            <p:nvPr/>
          </p:nvSpPr>
          <p:spPr>
            <a:xfrm>
              <a:off x="4150384" y="671040"/>
              <a:ext cx="101873" cy="82170"/>
            </a:xfrm>
            <a:prstGeom prst="ellipse">
              <a:avLst/>
            </a:prstGeom>
            <a:gradFill>
              <a:gsLst>
                <a:gs pos="0">
                  <a:srgbClr val="FFF19B"/>
                </a:gs>
                <a:gs pos="28000">
                  <a:srgbClr val="FFB448">
                    <a:alpha val="90000"/>
                  </a:srgbClr>
                </a:gs>
                <a:gs pos="57000">
                  <a:srgbClr val="ED645D">
                    <a:alpha val="80000"/>
                  </a:srgbClr>
                </a:gs>
                <a:gs pos="100000">
                  <a:srgbClr val="DE5665">
                    <a:alpha val="0"/>
                  </a:srgbClr>
                </a:gs>
              </a:gsLst>
              <a:path path="shape"/>
            </a:gradFill>
            <a:ln w="1788">
              <a:noFill/>
            </a:ln>
            <a:effectLst>
              <a:softEdge rad="7200"/>
            </a:effectLst>
          </p:spPr>
        </p:sp>
        <p:sp>
          <p:nvSpPr>
            <p:cNvPr id="1632" name="asset_2027_52">
              <a:extLst>
                <a:ext uri="{FF2B5EF4-FFF2-40B4-BE49-F238E27FC236}">
                  <a16:creationId xmlns:a16="http://schemas.microsoft.com/office/drawing/2014/main" id="{C84C1206-2200-4D85-B478-81F3D96C2BD6}"/>
                </a:ext>
              </a:extLst>
            </p:cNvPr>
            <p:cNvSpPr>
              <a:spLocks noGrp="1"/>
            </p:cNvSpPr>
            <p:nvPr/>
          </p:nvSpPr>
          <p:spPr>
            <a:xfrm>
              <a:off x="4300879" y="784958"/>
              <a:ext cx="87982" cy="70965"/>
            </a:xfrm>
            <a:prstGeom prst="ellipse">
              <a:avLst/>
            </a:prstGeom>
            <a:gradFill>
              <a:gsLst>
                <a:gs pos="0">
                  <a:srgbClr val="FFF19B"/>
                </a:gs>
                <a:gs pos="28000">
                  <a:srgbClr val="FFB448">
                    <a:alpha val="90000"/>
                  </a:srgbClr>
                </a:gs>
                <a:gs pos="57000">
                  <a:srgbClr val="ED645D">
                    <a:alpha val="80000"/>
                  </a:srgbClr>
                </a:gs>
                <a:gs pos="100000">
                  <a:srgbClr val="DE5665">
                    <a:alpha val="0"/>
                  </a:srgbClr>
                </a:gs>
              </a:gsLst>
              <a:path path="shape"/>
            </a:gradFill>
            <a:ln w="1788">
              <a:noFill/>
            </a:ln>
            <a:effectLst>
              <a:softEdge rad="7200"/>
            </a:effectLst>
          </p:spPr>
        </p:sp>
        <p:sp>
          <p:nvSpPr>
            <p:cNvPr id="1633" name="asset_2027_53">
              <a:extLst>
                <a:ext uri="{FF2B5EF4-FFF2-40B4-BE49-F238E27FC236}">
                  <a16:creationId xmlns:a16="http://schemas.microsoft.com/office/drawing/2014/main" id="{104AC922-CCC5-4BEB-8EFB-FE92A2E0B9AD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custGeom>
              <a:avLst/>
              <a:gdLst/>
              <a:ahLst/>
              <a:cxnLst/>
              <a:rect l="0" t="0" r="0" b="0"/>
              <a:pathLst>
                <a:path w="463061" h="373500">
                  <a:moveTo>
                    <a:pt x="0" y="0"/>
                  </a:moveTo>
                  <a:lnTo>
                    <a:pt x="463061" y="0"/>
                  </a:lnTo>
                  <a:lnTo>
                    <a:pt x="463061" y="373500"/>
                  </a:lnTo>
                  <a:lnTo>
                    <a:pt x="0" y="373500"/>
                  </a:lnTo>
                  <a:close/>
                </a:path>
              </a:pathLst>
            </a:custGeom>
            <a:noFill/>
            <a:ln w="1788">
              <a:solidFill>
                <a:srgbClr val="87ADD3"/>
              </a:solidFill>
            </a:ln>
          </p:spPr>
        </p:sp>
      </p:grpSp>
      <p:sp>
        <p:nvSpPr>
          <p:cNvPr id="1634" name="Cues to Match">
            <a:extLst>
              <a:ext uri="{FF2B5EF4-FFF2-40B4-BE49-F238E27FC236}">
                <a16:creationId xmlns:a16="http://schemas.microsoft.com/office/drawing/2014/main" id="{A46FBCA6-9F66-EE76-B7C9-EAEB8C765FFB}"/>
              </a:ext>
            </a:extLst>
          </p:cNvPr>
          <p:cNvSpPr>
            <a:spLocks noGrp="1"/>
          </p:cNvSpPr>
          <p:nvPr/>
        </p:nvSpPr>
        <p:spPr>
          <a:xfrm>
            <a:off x="4464737" y="820977"/>
            <a:ext cx="520423" cy="666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0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Cues to Match</a:t>
            </a:r>
          </a:p>
        </p:txBody>
      </p:sp>
      <p:sp>
        <p:nvSpPr>
          <p:cNvPr id="1635" name="Blob">
            <a:extLst>
              <a:ext uri="{FF2B5EF4-FFF2-40B4-BE49-F238E27FC236}">
                <a16:creationId xmlns:a16="http://schemas.microsoft.com/office/drawing/2014/main" id="{C984FFB6-0157-13F6-B346-927155FE3003}"/>
              </a:ext>
            </a:extLst>
          </p:cNvPr>
          <p:cNvSpPr>
            <a:spLocks noGrp="1"/>
          </p:cNvSpPr>
          <p:nvPr/>
        </p:nvSpPr>
        <p:spPr>
          <a:xfrm>
            <a:off x="4467000" y="1020000"/>
            <a:ext cx="204000" cy="648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193044"/>
                </a:solidFill>
                <a:latin typeface="Arial"/>
                <a:ea typeface="Arial"/>
                <a:cs typeface="Arial"/>
              </a:rPr>
              <a:t>Blob</a:t>
            </a:r>
          </a:p>
        </p:txBody>
      </p:sp>
      <p:sp>
        <p:nvSpPr>
          <p:cNvPr id="1636" name="Pseudo atoms cue">
            <a:extLst>
              <a:ext uri="{FF2B5EF4-FFF2-40B4-BE49-F238E27FC236}">
                <a16:creationId xmlns:a16="http://schemas.microsoft.com/office/drawing/2014/main" id="{C7D21ADD-C1C6-6F77-8384-CD0F811E345A}"/>
              </a:ext>
            </a:extLst>
          </p:cNvPr>
          <p:cNvSpPr>
            <a:spLocks noGrp="1"/>
          </p:cNvSpPr>
          <p:nvPr/>
        </p:nvSpPr>
        <p:spPr>
          <a:xfrm>
            <a:off x="4722500" y="1020000"/>
            <a:ext cx="270000" cy="6481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09" b="0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193044"/>
                </a:solidFill>
                <a:latin typeface="Arial"/>
                <a:ea typeface="Arial"/>
                <a:cs typeface="Arial"/>
              </a:rPr>
              <a:t>Pseudo atoms</a:t>
            </a:r>
          </a:p>
        </p:txBody>
      </p:sp>
      <p:sp>
        <p:nvSpPr>
          <p:cNvPr id="1637" name="Atom binding probability">
            <a:extLst>
              <a:ext uri="{FF2B5EF4-FFF2-40B4-BE49-F238E27FC236}">
                <a16:creationId xmlns:a16="http://schemas.microsoft.com/office/drawing/2014/main" id="{498779F8-0A99-B1EC-651E-6D2DD93E51F5}"/>
              </a:ext>
            </a:extLst>
          </p:cNvPr>
          <p:cNvSpPr>
            <a:spLocks noGrp="1"/>
          </p:cNvSpPr>
          <p:nvPr/>
        </p:nvSpPr>
        <p:spPr>
          <a:xfrm>
            <a:off x="4464737" y="1167297"/>
            <a:ext cx="520423" cy="11482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0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Atom binding</a:t>
            </a:r>
          </a:p>
          <a:p>
            <a:pPr algn="ctr">
              <a:defRPr sz="570" b="1">
                <a:solidFill>
                  <a:srgbClr val="193044"/>
                </a:solidFill>
                <a:latin typeface="Arial"/>
                <a:ea typeface="Arial"/>
                <a:cs typeface="Arial"/>
              </a:defRPr>
            </a:pPr>
            <a:r>
              <a:rPr sz="408" b="1">
                <a:solidFill>
                  <a:srgbClr val="193044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1638" name="Probability scale">
            <a:extLst>
              <a:ext uri="{FF2B5EF4-FFF2-40B4-BE49-F238E27FC236}">
                <a16:creationId xmlns:a16="http://schemas.microsoft.com/office/drawing/2014/main" id="{95B887C2-207A-BE0B-527F-6A6C16005E39}"/>
              </a:ext>
            </a:extLst>
          </p:cNvPr>
          <p:cNvSpPr>
            <a:spLocks noGrp="1"/>
          </p:cNvSpPr>
          <p:nvPr/>
        </p:nvSpPr>
        <p:spPr>
          <a:xfrm>
            <a:off x="4862926" y="489472"/>
            <a:ext cx="18520" cy="179642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639" name="High">
            <a:extLst>
              <a:ext uri="{FF2B5EF4-FFF2-40B4-BE49-F238E27FC236}">
                <a16:creationId xmlns:a16="http://schemas.microsoft.com/office/drawing/2014/main" id="{2BEBAA7B-8D04-20B0-84C7-F5A713DDE497}"/>
              </a:ext>
            </a:extLst>
          </p:cNvPr>
          <p:cNvSpPr>
            <a:spLocks noGrp="1"/>
          </p:cNvSpPr>
          <p:nvPr/>
        </p:nvSpPr>
        <p:spPr>
          <a:xfrm>
            <a:off x="4899967" y="476508"/>
            <a:ext cx="105566" cy="59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640" name="Low">
            <a:extLst>
              <a:ext uri="{FF2B5EF4-FFF2-40B4-BE49-F238E27FC236}">
                <a16:creationId xmlns:a16="http://schemas.microsoft.com/office/drawing/2014/main" id="{5005B897-48F5-7EA3-88AB-4A93BB37564D}"/>
              </a:ext>
            </a:extLst>
          </p:cNvPr>
          <p:cNvSpPr>
            <a:spLocks noGrp="1"/>
          </p:cNvSpPr>
          <p:nvPr/>
        </p:nvSpPr>
        <p:spPr>
          <a:xfrm>
            <a:off x="4899966" y="628371"/>
            <a:ext cx="103715" cy="59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1641" name="Probability scale">
            <a:extLst>
              <a:ext uri="{FF2B5EF4-FFF2-40B4-BE49-F238E27FC236}">
                <a16:creationId xmlns:a16="http://schemas.microsoft.com/office/drawing/2014/main" id="{0112C579-36F6-6864-EAC6-BA99D1305608}"/>
              </a:ext>
            </a:extLst>
          </p:cNvPr>
          <p:cNvSpPr>
            <a:spLocks noGrp="1"/>
          </p:cNvSpPr>
          <p:nvPr/>
        </p:nvSpPr>
        <p:spPr>
          <a:xfrm>
            <a:off x="4862926" y="1326568"/>
            <a:ext cx="18520" cy="179642"/>
          </a:xfrm>
          <a:prstGeom prst="rect">
            <a:avLst/>
          </a:prstGeom>
          <a:gradFill>
            <a:gsLst>
              <a:gs pos="0">
                <a:srgbClr val="D54C69"/>
              </a:gs>
              <a:gs pos="50000">
                <a:srgbClr val="FCFCFE"/>
              </a:gs>
              <a:gs pos="100000">
                <a:srgbClr val="3481B4"/>
              </a:gs>
            </a:gsLst>
            <a:lin ang="5400000"/>
          </a:gradFill>
          <a:ln w="0">
            <a:noFill/>
          </a:ln>
        </p:spPr>
      </p:sp>
      <p:sp>
        <p:nvSpPr>
          <p:cNvPr id="1642" name="High">
            <a:extLst>
              <a:ext uri="{FF2B5EF4-FFF2-40B4-BE49-F238E27FC236}">
                <a16:creationId xmlns:a16="http://schemas.microsoft.com/office/drawing/2014/main" id="{BCA0213E-3EB7-17B9-6A44-96B27FB3CD03}"/>
              </a:ext>
            </a:extLst>
          </p:cNvPr>
          <p:cNvSpPr>
            <a:spLocks noGrp="1"/>
          </p:cNvSpPr>
          <p:nvPr/>
        </p:nvSpPr>
        <p:spPr>
          <a:xfrm>
            <a:off x="4899967" y="1313604"/>
            <a:ext cx="105566" cy="59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4E6579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643" name="Low">
            <a:extLst>
              <a:ext uri="{FF2B5EF4-FFF2-40B4-BE49-F238E27FC236}">
                <a16:creationId xmlns:a16="http://schemas.microsoft.com/office/drawing/2014/main" id="{2314D53B-604F-16C3-2C81-8E8C6C6961B9}"/>
              </a:ext>
            </a:extLst>
          </p:cNvPr>
          <p:cNvSpPr>
            <a:spLocks noGrp="1"/>
          </p:cNvSpPr>
          <p:nvPr/>
        </p:nvSpPr>
        <p:spPr>
          <a:xfrm>
            <a:off x="4899966" y="1465466"/>
            <a:ext cx="103715" cy="592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509" b="0">
                <a:solidFill>
                  <a:srgbClr val="4E6579"/>
                </a:solidFill>
                <a:latin typeface="Arial"/>
                <a:ea typeface="Arial"/>
                <a:cs typeface="Arial"/>
              </a:defRPr>
            </a:pPr>
            <a:r>
              <a:rPr sz="364">
                <a:solidFill>
                  <a:srgbClr val="4E6579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grpSp>
        <p:nvGrpSpPr>
          <p:cNvPr id="1644" name="b | PTV3 stage 1">
            <a:extLst>
              <a:ext uri="{FF2B5EF4-FFF2-40B4-BE49-F238E27FC236}">
                <a16:creationId xmlns:a16="http://schemas.microsoft.com/office/drawing/2014/main" id="{C1676FA9-E2CE-FBE1-C182-8854FD639BCB}"/>
              </a:ext>
            </a:extLst>
          </p:cNvPr>
          <p:cNvGrpSpPr/>
          <p:nvPr/>
        </p:nvGrpSpPr>
        <p:grpSpPr>
          <a:xfrm>
            <a:off x="2920133" y="1191372"/>
            <a:ext cx="192613" cy="151863"/>
            <a:chOff x="1837958" y="1438830"/>
            <a:chExt cx="279225" cy="243090"/>
          </a:xfrm>
        </p:grpSpPr>
        <p:sp>
          <p:nvSpPr>
            <p:cNvPr id="1645" name="ellipse_1845">
              <a:extLst>
                <a:ext uri="{FF2B5EF4-FFF2-40B4-BE49-F238E27FC236}">
                  <a16:creationId xmlns:a16="http://schemas.microsoft.com/office/drawing/2014/main" id="{6E764F25-DBA9-554E-C4CE-2FD02327DB99}"/>
                </a:ext>
              </a:extLst>
            </p:cNvPr>
            <p:cNvSpPr/>
            <p:nvPr/>
          </p:nvSpPr>
          <p:spPr>
            <a:xfrm>
              <a:off x="1913865" y="155124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46" name="ellipse_1846">
              <a:extLst>
                <a:ext uri="{FF2B5EF4-FFF2-40B4-BE49-F238E27FC236}">
                  <a16:creationId xmlns:a16="http://schemas.microsoft.com/office/drawing/2014/main" id="{197B7050-3D76-A2AB-BD38-1764B1343A22}"/>
                </a:ext>
              </a:extLst>
            </p:cNvPr>
            <p:cNvSpPr/>
            <p:nvPr/>
          </p:nvSpPr>
          <p:spPr>
            <a:xfrm>
              <a:off x="2018743" y="15705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47" name="ellipse_1847">
              <a:extLst>
                <a:ext uri="{FF2B5EF4-FFF2-40B4-BE49-F238E27FC236}">
                  <a16:creationId xmlns:a16="http://schemas.microsoft.com/office/drawing/2014/main" id="{81DD4F70-0917-A1BE-79E6-62615F75B8CC}"/>
                </a:ext>
              </a:extLst>
            </p:cNvPr>
            <p:cNvSpPr/>
            <p:nvPr/>
          </p:nvSpPr>
          <p:spPr>
            <a:xfrm>
              <a:off x="1903691" y="1464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48" name="ellipse_1848">
              <a:extLst>
                <a:ext uri="{FF2B5EF4-FFF2-40B4-BE49-F238E27FC236}">
                  <a16:creationId xmlns:a16="http://schemas.microsoft.com/office/drawing/2014/main" id="{D952897A-5895-C7BE-F43A-95CAB4B2A795}"/>
                </a:ext>
              </a:extLst>
            </p:cNvPr>
            <p:cNvSpPr/>
            <p:nvPr/>
          </p:nvSpPr>
          <p:spPr>
            <a:xfrm>
              <a:off x="1969603" y="149258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49" name="ellipse_1849">
              <a:extLst>
                <a:ext uri="{FF2B5EF4-FFF2-40B4-BE49-F238E27FC236}">
                  <a16:creationId xmlns:a16="http://schemas.microsoft.com/office/drawing/2014/main" id="{A963D769-952A-7D3A-3F80-8699A441E634}"/>
                </a:ext>
              </a:extLst>
            </p:cNvPr>
            <p:cNvSpPr/>
            <p:nvPr/>
          </p:nvSpPr>
          <p:spPr>
            <a:xfrm>
              <a:off x="1983888" y="146333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0" name="ellipse_1850">
              <a:extLst>
                <a:ext uri="{FF2B5EF4-FFF2-40B4-BE49-F238E27FC236}">
                  <a16:creationId xmlns:a16="http://schemas.microsoft.com/office/drawing/2014/main" id="{57152106-03AD-F124-8014-3B98F56CFEC2}"/>
                </a:ext>
              </a:extLst>
            </p:cNvPr>
            <p:cNvSpPr/>
            <p:nvPr/>
          </p:nvSpPr>
          <p:spPr>
            <a:xfrm>
              <a:off x="2028487" y="1524139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1" name="ellipse_1851">
              <a:extLst>
                <a:ext uri="{FF2B5EF4-FFF2-40B4-BE49-F238E27FC236}">
                  <a16:creationId xmlns:a16="http://schemas.microsoft.com/office/drawing/2014/main" id="{CE30E060-453E-DE2F-D1A5-53744423F89F}"/>
                </a:ext>
              </a:extLst>
            </p:cNvPr>
            <p:cNvSpPr/>
            <p:nvPr/>
          </p:nvSpPr>
          <p:spPr>
            <a:xfrm>
              <a:off x="1926343" y="157544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2" name="ellipse_1852">
              <a:extLst>
                <a:ext uri="{FF2B5EF4-FFF2-40B4-BE49-F238E27FC236}">
                  <a16:creationId xmlns:a16="http://schemas.microsoft.com/office/drawing/2014/main" id="{BCD21C73-A23D-DC08-C217-5024F875B013}"/>
                </a:ext>
              </a:extLst>
            </p:cNvPr>
            <p:cNvSpPr/>
            <p:nvPr/>
          </p:nvSpPr>
          <p:spPr>
            <a:xfrm>
              <a:off x="2049637" y="149404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3" name="ellipse_1853">
              <a:extLst>
                <a:ext uri="{FF2B5EF4-FFF2-40B4-BE49-F238E27FC236}">
                  <a16:creationId xmlns:a16="http://schemas.microsoft.com/office/drawing/2014/main" id="{B2668D05-AB99-45E2-3A48-0AE3CC708E79}"/>
                </a:ext>
              </a:extLst>
            </p:cNvPr>
            <p:cNvSpPr/>
            <p:nvPr/>
          </p:nvSpPr>
          <p:spPr>
            <a:xfrm>
              <a:off x="1974089" y="162258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4" name="ellipse_1854">
              <a:extLst>
                <a:ext uri="{FF2B5EF4-FFF2-40B4-BE49-F238E27FC236}">
                  <a16:creationId xmlns:a16="http://schemas.microsoft.com/office/drawing/2014/main" id="{C3FC532B-0C18-4686-B3F9-ECB23E3C8E5B}"/>
                </a:ext>
              </a:extLst>
            </p:cNvPr>
            <p:cNvSpPr/>
            <p:nvPr/>
          </p:nvSpPr>
          <p:spPr>
            <a:xfrm>
              <a:off x="1919318" y="1485061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5" name="Pseudo atom | small solid diamond">
              <a:extLst>
                <a:ext uri="{FF2B5EF4-FFF2-40B4-BE49-F238E27FC236}">
                  <a16:creationId xmlns:a16="http://schemas.microsoft.com/office/drawing/2014/main" id="{D47F9E70-6E4F-13F4-8384-DCC1953ED3AB}"/>
                </a:ext>
              </a:extLst>
            </p:cNvPr>
            <p:cNvSpPr/>
            <p:nvPr/>
          </p:nvSpPr>
          <p:spPr>
            <a:xfrm>
              <a:off x="1936117" y="1496523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6" name="Pseudo atom | small solid diamond">
              <a:extLst>
                <a:ext uri="{FF2B5EF4-FFF2-40B4-BE49-F238E27FC236}">
                  <a16:creationId xmlns:a16="http://schemas.microsoft.com/office/drawing/2014/main" id="{40A95EC5-07C8-CBE3-8B5E-76D354B0F803}"/>
                </a:ext>
              </a:extLst>
            </p:cNvPr>
            <p:cNvSpPr/>
            <p:nvPr/>
          </p:nvSpPr>
          <p:spPr>
            <a:xfrm>
              <a:off x="2009328" y="15343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7" name="Pseudo atom | small solid diamond">
              <a:extLst>
                <a:ext uri="{FF2B5EF4-FFF2-40B4-BE49-F238E27FC236}">
                  <a16:creationId xmlns:a16="http://schemas.microsoft.com/office/drawing/2014/main" id="{C55498F9-6468-6DFB-4A0D-F610CB9A5706}"/>
                </a:ext>
              </a:extLst>
            </p:cNvPr>
            <p:cNvSpPr/>
            <p:nvPr/>
          </p:nvSpPr>
          <p:spPr>
            <a:xfrm>
              <a:off x="2067998" y="155712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8" name="Pseudo atom | small solid diamond">
              <a:extLst>
                <a:ext uri="{FF2B5EF4-FFF2-40B4-BE49-F238E27FC236}">
                  <a16:creationId xmlns:a16="http://schemas.microsoft.com/office/drawing/2014/main" id="{0248D6CC-526B-E1EC-3CB1-D1883E4B1B2D}"/>
                </a:ext>
              </a:extLst>
            </p:cNvPr>
            <p:cNvSpPr/>
            <p:nvPr/>
          </p:nvSpPr>
          <p:spPr>
            <a:xfrm>
              <a:off x="1932440" y="1602598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59" name="Pseudo atom | small solid diamond">
              <a:extLst>
                <a:ext uri="{FF2B5EF4-FFF2-40B4-BE49-F238E27FC236}">
                  <a16:creationId xmlns:a16="http://schemas.microsoft.com/office/drawing/2014/main" id="{FA4E3C3B-8000-8401-0A8B-FABB928F4EE1}"/>
                </a:ext>
              </a:extLst>
            </p:cNvPr>
            <p:cNvSpPr/>
            <p:nvPr/>
          </p:nvSpPr>
          <p:spPr>
            <a:xfrm>
              <a:off x="2064662" y="1552465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60" name="b | PTV3 stage 2">
            <a:extLst>
              <a:ext uri="{FF2B5EF4-FFF2-40B4-BE49-F238E27FC236}">
                <a16:creationId xmlns:a16="http://schemas.microsoft.com/office/drawing/2014/main" id="{23A1EA82-E394-5DFA-6214-4AC3E743A029}"/>
              </a:ext>
            </a:extLst>
          </p:cNvPr>
          <p:cNvGrpSpPr/>
          <p:nvPr/>
        </p:nvGrpSpPr>
        <p:grpSpPr>
          <a:xfrm>
            <a:off x="3223868" y="1191372"/>
            <a:ext cx="192613" cy="151863"/>
            <a:chOff x="2276505" y="1465110"/>
            <a:chExt cx="243090" cy="190530"/>
          </a:xfrm>
        </p:grpSpPr>
        <p:sp>
          <p:nvSpPr>
            <p:cNvPr id="1661" name="ellipse_1861">
              <a:extLst>
                <a:ext uri="{FF2B5EF4-FFF2-40B4-BE49-F238E27FC236}">
                  <a16:creationId xmlns:a16="http://schemas.microsoft.com/office/drawing/2014/main" id="{B37A0A4A-E74F-5F9F-BAC3-F3FF01CBC46F}"/>
                </a:ext>
              </a:extLst>
            </p:cNvPr>
            <p:cNvSpPr/>
            <p:nvPr/>
          </p:nvSpPr>
          <p:spPr>
            <a:xfrm>
              <a:off x="2447720" y="147978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2" name="ellipse_1862">
              <a:extLst>
                <a:ext uri="{FF2B5EF4-FFF2-40B4-BE49-F238E27FC236}">
                  <a16:creationId xmlns:a16="http://schemas.microsoft.com/office/drawing/2014/main" id="{083301EA-AB1C-7899-FCE1-2BDF36418D76}"/>
                </a:ext>
              </a:extLst>
            </p:cNvPr>
            <p:cNvSpPr/>
            <p:nvPr/>
          </p:nvSpPr>
          <p:spPr>
            <a:xfrm>
              <a:off x="2338639" y="149494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3" name="ellipse_1863">
              <a:extLst>
                <a:ext uri="{FF2B5EF4-FFF2-40B4-BE49-F238E27FC236}">
                  <a16:creationId xmlns:a16="http://schemas.microsoft.com/office/drawing/2014/main" id="{F8403B38-B817-0FE9-48D0-4A1ECA4A3BA7}"/>
                </a:ext>
              </a:extLst>
            </p:cNvPr>
            <p:cNvSpPr/>
            <p:nvPr/>
          </p:nvSpPr>
          <p:spPr>
            <a:xfrm>
              <a:off x="2425728" y="152261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4" name="ellipse_1864">
              <a:extLst>
                <a:ext uri="{FF2B5EF4-FFF2-40B4-BE49-F238E27FC236}">
                  <a16:creationId xmlns:a16="http://schemas.microsoft.com/office/drawing/2014/main" id="{4869A9CB-0815-B038-134E-8053AF841AE3}"/>
                </a:ext>
              </a:extLst>
            </p:cNvPr>
            <p:cNvSpPr/>
            <p:nvPr/>
          </p:nvSpPr>
          <p:spPr>
            <a:xfrm>
              <a:off x="2400135" y="1486158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5" name="ellipse_1865">
              <a:extLst>
                <a:ext uri="{FF2B5EF4-FFF2-40B4-BE49-F238E27FC236}">
                  <a16:creationId xmlns:a16="http://schemas.microsoft.com/office/drawing/2014/main" id="{7FB3C033-ABDB-5C38-781B-5597EA5C77B2}"/>
                </a:ext>
              </a:extLst>
            </p:cNvPr>
            <p:cNvSpPr/>
            <p:nvPr/>
          </p:nvSpPr>
          <p:spPr>
            <a:xfrm>
              <a:off x="2349408" y="1613290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6" name="ellipse_1866">
              <a:extLst>
                <a:ext uri="{FF2B5EF4-FFF2-40B4-BE49-F238E27FC236}">
                  <a16:creationId xmlns:a16="http://schemas.microsoft.com/office/drawing/2014/main" id="{B90E425D-0867-8CFC-E647-C3FE3AF07CC6}"/>
                </a:ext>
              </a:extLst>
            </p:cNvPr>
            <p:cNvSpPr/>
            <p:nvPr/>
          </p:nvSpPr>
          <p:spPr>
            <a:xfrm>
              <a:off x="2460264" y="15279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7" name="ellipse_1867">
              <a:extLst>
                <a:ext uri="{FF2B5EF4-FFF2-40B4-BE49-F238E27FC236}">
                  <a16:creationId xmlns:a16="http://schemas.microsoft.com/office/drawing/2014/main" id="{5604C167-9769-BBCA-D178-2F3C8E783802}"/>
                </a:ext>
              </a:extLst>
            </p:cNvPr>
            <p:cNvSpPr/>
            <p:nvPr/>
          </p:nvSpPr>
          <p:spPr>
            <a:xfrm>
              <a:off x="2419949" y="154267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8" name="ellipse_1868">
              <a:extLst>
                <a:ext uri="{FF2B5EF4-FFF2-40B4-BE49-F238E27FC236}">
                  <a16:creationId xmlns:a16="http://schemas.microsoft.com/office/drawing/2014/main" id="{39A43F83-145B-C2C0-84E9-D50DD7699877}"/>
                </a:ext>
              </a:extLst>
            </p:cNvPr>
            <p:cNvSpPr/>
            <p:nvPr/>
          </p:nvSpPr>
          <p:spPr>
            <a:xfrm>
              <a:off x="2388499" y="155825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69" name="Pseudo atom | small solid diamond">
              <a:extLst>
                <a:ext uri="{FF2B5EF4-FFF2-40B4-BE49-F238E27FC236}">
                  <a16:creationId xmlns:a16="http://schemas.microsoft.com/office/drawing/2014/main" id="{C820E601-BB4E-7C30-63CB-0FC71FC4C14D}"/>
                </a:ext>
              </a:extLst>
            </p:cNvPr>
            <p:cNvSpPr/>
            <p:nvPr/>
          </p:nvSpPr>
          <p:spPr>
            <a:xfrm>
              <a:off x="2441335" y="155611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0" name="Pseudo atom | small solid diamond">
              <a:extLst>
                <a:ext uri="{FF2B5EF4-FFF2-40B4-BE49-F238E27FC236}">
                  <a16:creationId xmlns:a16="http://schemas.microsoft.com/office/drawing/2014/main" id="{FD16D9BB-ECB4-FAA1-E243-91C1AC6B6860}"/>
                </a:ext>
              </a:extLst>
            </p:cNvPr>
            <p:cNvSpPr/>
            <p:nvPr/>
          </p:nvSpPr>
          <p:spPr>
            <a:xfrm>
              <a:off x="2444088" y="1505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1" name="Pseudo atom | small solid diamond">
              <a:extLst>
                <a:ext uri="{FF2B5EF4-FFF2-40B4-BE49-F238E27FC236}">
                  <a16:creationId xmlns:a16="http://schemas.microsoft.com/office/drawing/2014/main" id="{F149C5F6-56E3-A04F-21A0-3C229CAF5E15}"/>
                </a:ext>
              </a:extLst>
            </p:cNvPr>
            <p:cNvSpPr/>
            <p:nvPr/>
          </p:nvSpPr>
          <p:spPr>
            <a:xfrm>
              <a:off x="2476774" y="14977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2" name="Pseudo atom | small solid diamond">
              <a:extLst>
                <a:ext uri="{FF2B5EF4-FFF2-40B4-BE49-F238E27FC236}">
                  <a16:creationId xmlns:a16="http://schemas.microsoft.com/office/drawing/2014/main" id="{77CEDCA4-F08A-788B-C9CF-76180514982B}"/>
                </a:ext>
              </a:extLst>
            </p:cNvPr>
            <p:cNvSpPr/>
            <p:nvPr/>
          </p:nvSpPr>
          <p:spPr>
            <a:xfrm>
              <a:off x="2439608" y="156170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3" name="Pseudo atom | small solid diamond">
              <a:extLst>
                <a:ext uri="{FF2B5EF4-FFF2-40B4-BE49-F238E27FC236}">
                  <a16:creationId xmlns:a16="http://schemas.microsoft.com/office/drawing/2014/main" id="{57A19B96-D93C-651B-A20F-2726C4535687}"/>
                </a:ext>
              </a:extLst>
            </p:cNvPr>
            <p:cNvSpPr/>
            <p:nvPr/>
          </p:nvSpPr>
          <p:spPr>
            <a:xfrm>
              <a:off x="2309778" y="1549378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74" name="b | PTV3 stage 3">
            <a:extLst>
              <a:ext uri="{FF2B5EF4-FFF2-40B4-BE49-F238E27FC236}">
                <a16:creationId xmlns:a16="http://schemas.microsoft.com/office/drawing/2014/main" id="{9D4E07F7-A1B3-6D94-9D3B-C87A009EFC9E}"/>
              </a:ext>
            </a:extLst>
          </p:cNvPr>
          <p:cNvGrpSpPr/>
          <p:nvPr/>
        </p:nvGrpSpPr>
        <p:grpSpPr>
          <a:xfrm>
            <a:off x="3527603" y="1191372"/>
            <a:ext cx="192613" cy="151863"/>
            <a:chOff x="2703555" y="1491390"/>
            <a:chExt cx="190530" cy="137970"/>
          </a:xfrm>
        </p:grpSpPr>
        <p:sp>
          <p:nvSpPr>
            <p:cNvPr id="1675" name="ellipse_1875">
              <a:extLst>
                <a:ext uri="{FF2B5EF4-FFF2-40B4-BE49-F238E27FC236}">
                  <a16:creationId xmlns:a16="http://schemas.microsoft.com/office/drawing/2014/main" id="{C2EBAE14-9677-3CC3-2EFF-3B8B5AC3E674}"/>
                </a:ext>
              </a:extLst>
            </p:cNvPr>
            <p:cNvSpPr/>
            <p:nvPr/>
          </p:nvSpPr>
          <p:spPr>
            <a:xfrm>
              <a:off x="2789079" y="1532307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6" name="ellipse_1876">
              <a:extLst>
                <a:ext uri="{FF2B5EF4-FFF2-40B4-BE49-F238E27FC236}">
                  <a16:creationId xmlns:a16="http://schemas.microsoft.com/office/drawing/2014/main" id="{2FEF0058-7009-8E93-CFA0-25D0C93585CB}"/>
                </a:ext>
              </a:extLst>
            </p:cNvPr>
            <p:cNvSpPr/>
            <p:nvPr/>
          </p:nvSpPr>
          <p:spPr>
            <a:xfrm>
              <a:off x="2757487" y="1601916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7" name="ellipse_1877">
              <a:extLst>
                <a:ext uri="{FF2B5EF4-FFF2-40B4-BE49-F238E27FC236}">
                  <a16:creationId xmlns:a16="http://schemas.microsoft.com/office/drawing/2014/main" id="{F309FE41-9380-9A20-1E9E-0129102A2DFC}"/>
                </a:ext>
              </a:extLst>
            </p:cNvPr>
            <p:cNvSpPr/>
            <p:nvPr/>
          </p:nvSpPr>
          <p:spPr>
            <a:xfrm>
              <a:off x="2750624" y="1504602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8" name="ellipse_1878">
              <a:extLst>
                <a:ext uri="{FF2B5EF4-FFF2-40B4-BE49-F238E27FC236}">
                  <a16:creationId xmlns:a16="http://schemas.microsoft.com/office/drawing/2014/main" id="{B469328C-6613-AD48-066F-F45135B95DD5}"/>
                </a:ext>
              </a:extLst>
            </p:cNvPr>
            <p:cNvSpPr/>
            <p:nvPr/>
          </p:nvSpPr>
          <p:spPr>
            <a:xfrm>
              <a:off x="2840127" y="1518774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79" name="ellipse_1879">
              <a:extLst>
                <a:ext uri="{FF2B5EF4-FFF2-40B4-BE49-F238E27FC236}">
                  <a16:creationId xmlns:a16="http://schemas.microsoft.com/office/drawing/2014/main" id="{4021B8FF-12FE-5E1D-2EE3-B6B8BF2B4042}"/>
                </a:ext>
              </a:extLst>
            </p:cNvPr>
            <p:cNvSpPr/>
            <p:nvPr/>
          </p:nvSpPr>
          <p:spPr>
            <a:xfrm>
              <a:off x="2838529" y="1575175"/>
              <a:ext cx="17404" cy="1598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0" name="Pseudo atom | small solid diamond">
              <a:extLst>
                <a:ext uri="{FF2B5EF4-FFF2-40B4-BE49-F238E27FC236}">
                  <a16:creationId xmlns:a16="http://schemas.microsoft.com/office/drawing/2014/main" id="{31A67893-603B-350D-3159-5447E6DABFC4}"/>
                </a:ext>
              </a:extLst>
            </p:cNvPr>
            <p:cNvSpPr/>
            <p:nvPr/>
          </p:nvSpPr>
          <p:spPr>
            <a:xfrm>
              <a:off x="2732391" y="1513767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1" name="Pseudo atom | small solid diamond">
              <a:extLst>
                <a:ext uri="{FF2B5EF4-FFF2-40B4-BE49-F238E27FC236}">
                  <a16:creationId xmlns:a16="http://schemas.microsoft.com/office/drawing/2014/main" id="{13D427F8-351E-54EB-34A4-216EA0B8B747}"/>
                </a:ext>
              </a:extLst>
            </p:cNvPr>
            <p:cNvSpPr/>
            <p:nvPr/>
          </p:nvSpPr>
          <p:spPr>
            <a:xfrm>
              <a:off x="2786505" y="1580800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2" name="Pseudo atom | small solid diamond">
              <a:extLst>
                <a:ext uri="{FF2B5EF4-FFF2-40B4-BE49-F238E27FC236}">
                  <a16:creationId xmlns:a16="http://schemas.microsoft.com/office/drawing/2014/main" id="{C2EE35F7-35A5-2044-B1C6-8481D2A5BB7C}"/>
                </a:ext>
              </a:extLst>
            </p:cNvPr>
            <p:cNvSpPr/>
            <p:nvPr/>
          </p:nvSpPr>
          <p:spPr>
            <a:xfrm>
              <a:off x="2737720" y="152162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3" name="Pseudo atom | small solid diamond">
              <a:extLst>
                <a:ext uri="{FF2B5EF4-FFF2-40B4-BE49-F238E27FC236}">
                  <a16:creationId xmlns:a16="http://schemas.microsoft.com/office/drawing/2014/main" id="{42574D19-CAE6-7297-BB38-A12C136A5088}"/>
                </a:ext>
              </a:extLst>
            </p:cNvPr>
            <p:cNvSpPr/>
            <p:nvPr/>
          </p:nvSpPr>
          <p:spPr>
            <a:xfrm>
              <a:off x="2832745" y="1536936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4" name="Pseudo atom | small solid diamond">
              <a:extLst>
                <a:ext uri="{FF2B5EF4-FFF2-40B4-BE49-F238E27FC236}">
                  <a16:creationId xmlns:a16="http://schemas.microsoft.com/office/drawing/2014/main" id="{BF0A4DD9-CF3C-E4B4-D387-9F9EB8427226}"/>
                </a:ext>
              </a:extLst>
            </p:cNvPr>
            <p:cNvSpPr/>
            <p:nvPr/>
          </p:nvSpPr>
          <p:spPr>
            <a:xfrm>
              <a:off x="2837638" y="1514943"/>
              <a:ext cx="10992" cy="10095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85" name="b | PTV3 stage 4">
            <a:extLst>
              <a:ext uri="{FF2B5EF4-FFF2-40B4-BE49-F238E27FC236}">
                <a16:creationId xmlns:a16="http://schemas.microsoft.com/office/drawing/2014/main" id="{4E625ACB-7730-EABD-CA7E-31410DC3EA27}"/>
              </a:ext>
            </a:extLst>
          </p:cNvPr>
          <p:cNvGrpSpPr/>
          <p:nvPr/>
        </p:nvGrpSpPr>
        <p:grpSpPr>
          <a:xfrm>
            <a:off x="3831338" y="1191372"/>
            <a:ext cx="192613" cy="151863"/>
            <a:chOff x="3097755" y="1465110"/>
            <a:chExt cx="243090" cy="190530"/>
          </a:xfrm>
        </p:grpSpPr>
        <p:sp>
          <p:nvSpPr>
            <p:cNvPr id="1686" name="ellipse_1886">
              <a:extLst>
                <a:ext uri="{FF2B5EF4-FFF2-40B4-BE49-F238E27FC236}">
                  <a16:creationId xmlns:a16="http://schemas.microsoft.com/office/drawing/2014/main" id="{DEBDD630-39CB-4945-69A7-C45ECCCB414A}"/>
                </a:ext>
              </a:extLst>
            </p:cNvPr>
            <p:cNvSpPr/>
            <p:nvPr/>
          </p:nvSpPr>
          <p:spPr>
            <a:xfrm>
              <a:off x="3279141" y="155225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7" name="ellipse_1887">
              <a:extLst>
                <a:ext uri="{FF2B5EF4-FFF2-40B4-BE49-F238E27FC236}">
                  <a16:creationId xmlns:a16="http://schemas.microsoft.com/office/drawing/2014/main" id="{59BC77A0-9969-AC6F-6915-C0B51253D787}"/>
                </a:ext>
              </a:extLst>
            </p:cNvPr>
            <p:cNvSpPr/>
            <p:nvPr/>
          </p:nvSpPr>
          <p:spPr>
            <a:xfrm>
              <a:off x="3239930" y="1573193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8" name="ellipse_1888">
              <a:extLst>
                <a:ext uri="{FF2B5EF4-FFF2-40B4-BE49-F238E27FC236}">
                  <a16:creationId xmlns:a16="http://schemas.microsoft.com/office/drawing/2014/main" id="{A8042CFE-DABB-883F-C190-FD15F1C91EFF}"/>
                </a:ext>
              </a:extLst>
            </p:cNvPr>
            <p:cNvSpPr/>
            <p:nvPr/>
          </p:nvSpPr>
          <p:spPr>
            <a:xfrm>
              <a:off x="3219861" y="155279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89" name="ellipse_1889">
              <a:extLst>
                <a:ext uri="{FF2B5EF4-FFF2-40B4-BE49-F238E27FC236}">
                  <a16:creationId xmlns:a16="http://schemas.microsoft.com/office/drawing/2014/main" id="{017434A9-431C-0625-D9E0-828875C1F2EF}"/>
                </a:ext>
              </a:extLst>
            </p:cNvPr>
            <p:cNvSpPr/>
            <p:nvPr/>
          </p:nvSpPr>
          <p:spPr>
            <a:xfrm>
              <a:off x="3118969" y="1584357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0" name="ellipse_1890">
              <a:extLst>
                <a:ext uri="{FF2B5EF4-FFF2-40B4-BE49-F238E27FC236}">
                  <a16:creationId xmlns:a16="http://schemas.microsoft.com/office/drawing/2014/main" id="{1F5E9B61-38E1-5584-6A50-23987A9B7F59}"/>
                </a:ext>
              </a:extLst>
            </p:cNvPr>
            <p:cNvSpPr/>
            <p:nvPr/>
          </p:nvSpPr>
          <p:spPr>
            <a:xfrm>
              <a:off x="3292564" y="158854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1" name="ellipse_1891">
              <a:extLst>
                <a:ext uri="{FF2B5EF4-FFF2-40B4-BE49-F238E27FC236}">
                  <a16:creationId xmlns:a16="http://schemas.microsoft.com/office/drawing/2014/main" id="{38C39B4A-C03C-0EF8-548B-0DE9A9149171}"/>
                </a:ext>
              </a:extLst>
            </p:cNvPr>
            <p:cNvSpPr/>
            <p:nvPr/>
          </p:nvSpPr>
          <p:spPr>
            <a:xfrm>
              <a:off x="3210805" y="1614479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2" name="ellipse_1892">
              <a:extLst>
                <a:ext uri="{FF2B5EF4-FFF2-40B4-BE49-F238E27FC236}">
                  <a16:creationId xmlns:a16="http://schemas.microsoft.com/office/drawing/2014/main" id="{D43FF6D2-A629-F11C-E0AD-13723D83D57E}"/>
                </a:ext>
              </a:extLst>
            </p:cNvPr>
            <p:cNvSpPr/>
            <p:nvPr/>
          </p:nvSpPr>
          <p:spPr>
            <a:xfrm>
              <a:off x="3229188" y="1616582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3" name="ellipse_1893">
              <a:extLst>
                <a:ext uri="{FF2B5EF4-FFF2-40B4-BE49-F238E27FC236}">
                  <a16:creationId xmlns:a16="http://schemas.microsoft.com/office/drawing/2014/main" id="{831CC9BA-B03C-7279-23E0-EA17BC41F284}"/>
                </a:ext>
              </a:extLst>
            </p:cNvPr>
            <p:cNvSpPr/>
            <p:nvPr/>
          </p:nvSpPr>
          <p:spPr>
            <a:xfrm>
              <a:off x="3260194" y="1481644"/>
              <a:ext cx="22205" cy="22074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4" name="Pseudo atom | small solid diamond">
              <a:extLst>
                <a:ext uri="{FF2B5EF4-FFF2-40B4-BE49-F238E27FC236}">
                  <a16:creationId xmlns:a16="http://schemas.microsoft.com/office/drawing/2014/main" id="{23898752-E7C0-52EA-C7E0-063556BD910C}"/>
                </a:ext>
              </a:extLst>
            </p:cNvPr>
            <p:cNvSpPr/>
            <p:nvPr/>
          </p:nvSpPr>
          <p:spPr>
            <a:xfrm>
              <a:off x="3148094" y="1611532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5" name="Pseudo atom | small solid diamond">
              <a:extLst>
                <a:ext uri="{FF2B5EF4-FFF2-40B4-BE49-F238E27FC236}">
                  <a16:creationId xmlns:a16="http://schemas.microsoft.com/office/drawing/2014/main" id="{6D5015BF-5484-B8E6-B0E2-02407DF2F178}"/>
                </a:ext>
              </a:extLst>
            </p:cNvPr>
            <p:cNvSpPr/>
            <p:nvPr/>
          </p:nvSpPr>
          <p:spPr>
            <a:xfrm>
              <a:off x="3138576" y="1510364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6" name="Pseudo atom | small solid diamond">
              <a:extLst>
                <a:ext uri="{FF2B5EF4-FFF2-40B4-BE49-F238E27FC236}">
                  <a16:creationId xmlns:a16="http://schemas.microsoft.com/office/drawing/2014/main" id="{2726F865-88D0-A4CF-0993-9AA0E0C36A47}"/>
                </a:ext>
              </a:extLst>
            </p:cNvPr>
            <p:cNvSpPr/>
            <p:nvPr/>
          </p:nvSpPr>
          <p:spPr>
            <a:xfrm>
              <a:off x="3167444" y="1532517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7" name="Pseudo atom | small solid diamond">
              <a:extLst>
                <a:ext uri="{FF2B5EF4-FFF2-40B4-BE49-F238E27FC236}">
                  <a16:creationId xmlns:a16="http://schemas.microsoft.com/office/drawing/2014/main" id="{DECB651C-331E-DA33-2FA6-8298C9E48C8D}"/>
                </a:ext>
              </a:extLst>
            </p:cNvPr>
            <p:cNvSpPr/>
            <p:nvPr/>
          </p:nvSpPr>
          <p:spPr>
            <a:xfrm>
              <a:off x="3192186" y="1545481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698" name="Pseudo atom | small solid diamond">
              <a:extLst>
                <a:ext uri="{FF2B5EF4-FFF2-40B4-BE49-F238E27FC236}">
                  <a16:creationId xmlns:a16="http://schemas.microsoft.com/office/drawing/2014/main" id="{84133FDC-C3B3-8510-5D8C-B98696EC3BCE}"/>
                </a:ext>
              </a:extLst>
            </p:cNvPr>
            <p:cNvSpPr/>
            <p:nvPr/>
          </p:nvSpPr>
          <p:spPr>
            <a:xfrm>
              <a:off x="3219021" y="1555020"/>
              <a:ext cx="14024" cy="13941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699" name="b | PTV3 stage 5">
            <a:extLst>
              <a:ext uri="{FF2B5EF4-FFF2-40B4-BE49-F238E27FC236}">
                <a16:creationId xmlns:a16="http://schemas.microsoft.com/office/drawing/2014/main" id="{BA8DF252-2B5F-29DA-4136-E9858897891C}"/>
              </a:ext>
            </a:extLst>
          </p:cNvPr>
          <p:cNvGrpSpPr/>
          <p:nvPr/>
        </p:nvGrpSpPr>
        <p:grpSpPr>
          <a:xfrm>
            <a:off x="4135073" y="1191372"/>
            <a:ext cx="192613" cy="151863"/>
            <a:chOff x="3473888" y="1438830"/>
            <a:chExt cx="279225" cy="243090"/>
          </a:xfrm>
        </p:grpSpPr>
        <p:sp>
          <p:nvSpPr>
            <p:cNvPr id="1700" name="ellipse_1900">
              <a:extLst>
                <a:ext uri="{FF2B5EF4-FFF2-40B4-BE49-F238E27FC236}">
                  <a16:creationId xmlns:a16="http://schemas.microsoft.com/office/drawing/2014/main" id="{1A40232D-4A98-E958-9D43-C2005E585A2F}"/>
                </a:ext>
              </a:extLst>
            </p:cNvPr>
            <p:cNvSpPr/>
            <p:nvPr/>
          </p:nvSpPr>
          <p:spPr>
            <a:xfrm>
              <a:off x="3541505" y="1483896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1" name="ellipse_1901">
              <a:extLst>
                <a:ext uri="{FF2B5EF4-FFF2-40B4-BE49-F238E27FC236}">
                  <a16:creationId xmlns:a16="http://schemas.microsoft.com/office/drawing/2014/main" id="{5F7139B2-9C53-F883-B610-E2D0FCA1C3EF}"/>
                </a:ext>
              </a:extLst>
            </p:cNvPr>
            <p:cNvSpPr/>
            <p:nvPr/>
          </p:nvSpPr>
          <p:spPr>
            <a:xfrm>
              <a:off x="3634685" y="157945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2" name="ellipse_1902">
              <a:extLst>
                <a:ext uri="{FF2B5EF4-FFF2-40B4-BE49-F238E27FC236}">
                  <a16:creationId xmlns:a16="http://schemas.microsoft.com/office/drawing/2014/main" id="{DF5325C2-D24A-E8C1-AFC4-A1D6FCE146CF}"/>
                </a:ext>
              </a:extLst>
            </p:cNvPr>
            <p:cNvSpPr/>
            <p:nvPr/>
          </p:nvSpPr>
          <p:spPr>
            <a:xfrm>
              <a:off x="3690250" y="1591533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3" name="ellipse_1903">
              <a:extLst>
                <a:ext uri="{FF2B5EF4-FFF2-40B4-BE49-F238E27FC236}">
                  <a16:creationId xmlns:a16="http://schemas.microsoft.com/office/drawing/2014/main" id="{CCB15768-37EE-E144-F5BD-50E1F0D6A00B}"/>
                </a:ext>
              </a:extLst>
            </p:cNvPr>
            <p:cNvSpPr/>
            <p:nvPr/>
          </p:nvSpPr>
          <p:spPr>
            <a:xfrm>
              <a:off x="3688948" y="1626754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4" name="ellipse_1904">
              <a:extLst>
                <a:ext uri="{FF2B5EF4-FFF2-40B4-BE49-F238E27FC236}">
                  <a16:creationId xmlns:a16="http://schemas.microsoft.com/office/drawing/2014/main" id="{3C6FC5A4-3EEC-DFF4-C7AC-4BEF9B715E73}"/>
                </a:ext>
              </a:extLst>
            </p:cNvPr>
            <p:cNvSpPr/>
            <p:nvPr/>
          </p:nvSpPr>
          <p:spPr>
            <a:xfrm>
              <a:off x="3676533" y="145861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5" name="ellipse_1905">
              <a:extLst>
                <a:ext uri="{FF2B5EF4-FFF2-40B4-BE49-F238E27FC236}">
                  <a16:creationId xmlns:a16="http://schemas.microsoft.com/office/drawing/2014/main" id="{A7DBCE17-E9CD-22D1-5C2E-ABD09A4F3ADB}"/>
                </a:ext>
              </a:extLst>
            </p:cNvPr>
            <p:cNvSpPr/>
            <p:nvPr/>
          </p:nvSpPr>
          <p:spPr>
            <a:xfrm>
              <a:off x="3582836" y="160440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6" name="ellipse_1906">
              <a:extLst>
                <a:ext uri="{FF2B5EF4-FFF2-40B4-BE49-F238E27FC236}">
                  <a16:creationId xmlns:a16="http://schemas.microsoft.com/office/drawing/2014/main" id="{09B08BB9-FF7D-78AF-132C-E1E6E3B32ACC}"/>
                </a:ext>
              </a:extLst>
            </p:cNvPr>
            <p:cNvSpPr/>
            <p:nvPr/>
          </p:nvSpPr>
          <p:spPr>
            <a:xfrm>
              <a:off x="3502117" y="1481357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7" name="ellipse_1907">
              <a:extLst>
                <a:ext uri="{FF2B5EF4-FFF2-40B4-BE49-F238E27FC236}">
                  <a16:creationId xmlns:a16="http://schemas.microsoft.com/office/drawing/2014/main" id="{9065E74D-C006-BE02-81E5-504C0667EEC4}"/>
                </a:ext>
              </a:extLst>
            </p:cNvPr>
            <p:cNvSpPr/>
            <p:nvPr/>
          </p:nvSpPr>
          <p:spPr>
            <a:xfrm>
              <a:off x="3701184" y="1635112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8" name="ellipse_1908">
              <a:extLst>
                <a:ext uri="{FF2B5EF4-FFF2-40B4-BE49-F238E27FC236}">
                  <a16:creationId xmlns:a16="http://schemas.microsoft.com/office/drawing/2014/main" id="{3E7CCF9B-D08E-7B45-FD81-449880C15D5E}"/>
                </a:ext>
              </a:extLst>
            </p:cNvPr>
            <p:cNvSpPr/>
            <p:nvPr/>
          </p:nvSpPr>
          <p:spPr>
            <a:xfrm>
              <a:off x="3667161" y="1608045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09" name="ellipse_1909">
              <a:extLst>
                <a:ext uri="{FF2B5EF4-FFF2-40B4-BE49-F238E27FC236}">
                  <a16:creationId xmlns:a16="http://schemas.microsoft.com/office/drawing/2014/main" id="{7381DA4A-DE28-CFB2-088D-D48CA57D0EB3}"/>
                </a:ext>
              </a:extLst>
            </p:cNvPr>
            <p:cNvSpPr/>
            <p:nvPr/>
          </p:nvSpPr>
          <p:spPr>
            <a:xfrm>
              <a:off x="3580356" y="1576358"/>
              <a:ext cx="25506" cy="28163"/>
            </a:xfrm>
            <a:prstGeom prst="ellipse">
              <a:avLst/>
            </a:prstGeom>
            <a:gradFill flip="none" rotWithShape="1">
              <a:gsLst>
                <a:gs pos="0">
                  <a:srgbClr val="F7F7FA"/>
                </a:gs>
                <a:gs pos="43000">
                  <a:srgbClr val="B6B8C9"/>
                </a:gs>
                <a:gs pos="100000">
                  <a:srgbClr val="858CA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0" name="Pseudo atom | small solid diamond">
              <a:extLst>
                <a:ext uri="{FF2B5EF4-FFF2-40B4-BE49-F238E27FC236}">
                  <a16:creationId xmlns:a16="http://schemas.microsoft.com/office/drawing/2014/main" id="{949C5E2A-BF77-9AA9-712C-E406280813B7}"/>
                </a:ext>
              </a:extLst>
            </p:cNvPr>
            <p:cNvSpPr/>
            <p:nvPr/>
          </p:nvSpPr>
          <p:spPr>
            <a:xfrm>
              <a:off x="3677032" y="1640896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1" name="Pseudo atom | small solid diamond">
              <a:extLst>
                <a:ext uri="{FF2B5EF4-FFF2-40B4-BE49-F238E27FC236}">
                  <a16:creationId xmlns:a16="http://schemas.microsoft.com/office/drawing/2014/main" id="{F5BCF5DC-78BC-4F02-7E0F-69A7F9F4C77A}"/>
                </a:ext>
              </a:extLst>
            </p:cNvPr>
            <p:cNvSpPr/>
            <p:nvPr/>
          </p:nvSpPr>
          <p:spPr>
            <a:xfrm>
              <a:off x="3542290" y="1523790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2" name="Pseudo atom | small solid diamond">
              <a:extLst>
                <a:ext uri="{FF2B5EF4-FFF2-40B4-BE49-F238E27FC236}">
                  <a16:creationId xmlns:a16="http://schemas.microsoft.com/office/drawing/2014/main" id="{0F1395F3-C26D-9DE3-ECE5-1CAE76A69008}"/>
                </a:ext>
              </a:extLst>
            </p:cNvPr>
            <p:cNvSpPr/>
            <p:nvPr/>
          </p:nvSpPr>
          <p:spPr>
            <a:xfrm>
              <a:off x="3590254" y="1492059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3" name="Pseudo atom | small solid diamond">
              <a:extLst>
                <a:ext uri="{FF2B5EF4-FFF2-40B4-BE49-F238E27FC236}">
                  <a16:creationId xmlns:a16="http://schemas.microsoft.com/office/drawing/2014/main" id="{84838EC1-3B57-65F1-56C4-2649AFCB1DB2}"/>
                </a:ext>
              </a:extLst>
            </p:cNvPr>
            <p:cNvSpPr/>
            <p:nvPr/>
          </p:nvSpPr>
          <p:spPr>
            <a:xfrm>
              <a:off x="3710724" y="162678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4" name="Pseudo atom | small solid diamond">
              <a:extLst>
                <a:ext uri="{FF2B5EF4-FFF2-40B4-BE49-F238E27FC236}">
                  <a16:creationId xmlns:a16="http://schemas.microsoft.com/office/drawing/2014/main" id="{F1909A85-7A2F-877A-0CFB-9DBF849A270C}"/>
                </a:ext>
              </a:extLst>
            </p:cNvPr>
            <p:cNvSpPr/>
            <p:nvPr/>
          </p:nvSpPr>
          <p:spPr>
            <a:xfrm>
              <a:off x="3552701" y="1475941"/>
              <a:ext cx="16109" cy="17787"/>
            </a:xfrm>
            <a:custGeom>
              <a:avLst/>
              <a:gdLst/>
              <a:ahLst/>
              <a:cxnLst/>
              <a:rect l="0" t="0" r="w" b="h"/>
              <a:pathLst>
                <a:path w="17739" h="17739" extrusionOk="0">
                  <a:moveTo>
                    <a:pt x="8870" y="0"/>
                  </a:moveTo>
                  <a:lnTo>
                    <a:pt x="17739" y="8869"/>
                  </a:lnTo>
                  <a:lnTo>
                    <a:pt x="8870" y="17739"/>
                  </a:lnTo>
                  <a:lnTo>
                    <a:pt x="0" y="8869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15" name="b | Receptor embedding feature bar">
            <a:extLst>
              <a:ext uri="{FF2B5EF4-FFF2-40B4-BE49-F238E27FC236}">
                <a16:creationId xmlns:a16="http://schemas.microsoft.com/office/drawing/2014/main" id="{68E2A5AD-1ABF-61B1-2543-17C21A3A42F6}"/>
              </a:ext>
            </a:extLst>
          </p:cNvPr>
          <p:cNvGrpSpPr/>
          <p:nvPr/>
        </p:nvGrpSpPr>
        <p:grpSpPr>
          <a:xfrm>
            <a:off x="2242286" y="1142965"/>
            <a:ext cx="242618" cy="14816"/>
            <a:chOff x="1258155" y="1540665"/>
            <a:chExt cx="325215" cy="42705"/>
          </a:xfrm>
        </p:grpSpPr>
        <p:sp>
          <p:nvSpPr>
            <p:cNvPr id="1716" name="feature_1">
              <a:extLst>
                <a:ext uri="{FF2B5EF4-FFF2-40B4-BE49-F238E27FC236}">
                  <a16:creationId xmlns:a16="http://schemas.microsoft.com/office/drawing/2014/main" id="{E21EE4CE-67B1-F3FB-B39E-9572172B5C7E}"/>
                </a:ext>
              </a:extLst>
            </p:cNvPr>
            <p:cNvSpPr/>
            <p:nvPr/>
          </p:nvSpPr>
          <p:spPr>
            <a:xfrm>
              <a:off x="1258155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7" name="feature_2">
              <a:extLst>
                <a:ext uri="{FF2B5EF4-FFF2-40B4-BE49-F238E27FC236}">
                  <a16:creationId xmlns:a16="http://schemas.microsoft.com/office/drawing/2014/main" id="{9A1987D2-173C-478F-29E3-CF6C33E174AE}"/>
                </a:ext>
              </a:extLst>
            </p:cNvPr>
            <p:cNvSpPr/>
            <p:nvPr/>
          </p:nvSpPr>
          <p:spPr>
            <a:xfrm>
              <a:off x="1305084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8" name="feature_3">
              <a:extLst>
                <a:ext uri="{FF2B5EF4-FFF2-40B4-BE49-F238E27FC236}">
                  <a16:creationId xmlns:a16="http://schemas.microsoft.com/office/drawing/2014/main" id="{B944528F-2EBB-88B7-073D-355EBDFB26A3}"/>
                </a:ext>
              </a:extLst>
            </p:cNvPr>
            <p:cNvSpPr/>
            <p:nvPr/>
          </p:nvSpPr>
          <p:spPr>
            <a:xfrm>
              <a:off x="1352012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19" name="feature_4">
              <a:extLst>
                <a:ext uri="{FF2B5EF4-FFF2-40B4-BE49-F238E27FC236}">
                  <a16:creationId xmlns:a16="http://schemas.microsoft.com/office/drawing/2014/main" id="{8123CED1-0BEF-B7E1-95B4-73B9FEE4DED2}"/>
                </a:ext>
              </a:extLst>
            </p:cNvPr>
            <p:cNvSpPr/>
            <p:nvPr/>
          </p:nvSpPr>
          <p:spPr>
            <a:xfrm>
              <a:off x="1398941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0" name="feature_5">
              <a:extLst>
                <a:ext uri="{FF2B5EF4-FFF2-40B4-BE49-F238E27FC236}">
                  <a16:creationId xmlns:a16="http://schemas.microsoft.com/office/drawing/2014/main" id="{508ACE6D-A37F-1FE8-271D-07551B6A4546}"/>
                </a:ext>
              </a:extLst>
            </p:cNvPr>
            <p:cNvSpPr/>
            <p:nvPr/>
          </p:nvSpPr>
          <p:spPr>
            <a:xfrm>
              <a:off x="1445869" y="1540665"/>
              <a:ext cx="43644" cy="42705"/>
            </a:xfrm>
            <a:prstGeom prst="rect">
              <a:avLst/>
            </a:prstGeom>
            <a:solidFill>
              <a:srgbClr val="C7BFE0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1" name="feature_6">
              <a:extLst>
                <a:ext uri="{FF2B5EF4-FFF2-40B4-BE49-F238E27FC236}">
                  <a16:creationId xmlns:a16="http://schemas.microsoft.com/office/drawing/2014/main" id="{8843B37E-41FD-118A-8AFF-22DBF538E05A}"/>
                </a:ext>
              </a:extLst>
            </p:cNvPr>
            <p:cNvSpPr/>
            <p:nvPr/>
          </p:nvSpPr>
          <p:spPr>
            <a:xfrm>
              <a:off x="1492798" y="1540665"/>
              <a:ext cx="43644" cy="42705"/>
            </a:xfrm>
            <a:prstGeom prst="rect">
              <a:avLst/>
            </a:prstGeom>
            <a:solidFill>
              <a:srgbClr val="AEBED6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2" name="feature_7">
              <a:extLst>
                <a:ext uri="{FF2B5EF4-FFF2-40B4-BE49-F238E27FC236}">
                  <a16:creationId xmlns:a16="http://schemas.microsoft.com/office/drawing/2014/main" id="{3F88DFC0-852F-5D39-FE80-AC50287351FE}"/>
                </a:ext>
              </a:extLst>
            </p:cNvPr>
            <p:cNvSpPr/>
            <p:nvPr/>
          </p:nvSpPr>
          <p:spPr>
            <a:xfrm>
              <a:off x="1539726" y="1540665"/>
              <a:ext cx="43644" cy="42705"/>
            </a:xfrm>
            <a:prstGeom prst="rect">
              <a:avLst/>
            </a:prstGeom>
            <a:solidFill>
              <a:srgbClr val="B2A4CD"/>
            </a:soli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23" name="b | Pseudo atoms">
            <a:extLst>
              <a:ext uri="{FF2B5EF4-FFF2-40B4-BE49-F238E27FC236}">
                <a16:creationId xmlns:a16="http://schemas.microsoft.com/office/drawing/2014/main" id="{8E31C4B9-39A0-9B42-2819-D701DEA7C7D8}"/>
              </a:ext>
            </a:extLst>
          </p:cNvPr>
          <p:cNvGrpSpPr/>
          <p:nvPr/>
        </p:nvGrpSpPr>
        <p:grpSpPr>
          <a:xfrm>
            <a:off x="2201500" y="1360000"/>
            <a:ext cx="319000" cy="159000"/>
            <a:chOff x="1224494" y="1827718"/>
            <a:chExt cx="319272" cy="160003"/>
          </a:xfrm>
        </p:grpSpPr>
        <p:sp>
          <p:nvSpPr>
            <p:cNvPr id="1724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239583" y="1865614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5" name="Pseudo atom | small solid diamond">
              <a:extLst>
                <a:ext uri="{FF2B5EF4-FFF2-40B4-BE49-F238E27FC236}">
                  <a16:creationId xmlns:a16="http://schemas.microsoft.com/office/drawing/2014/main" id="{C1220AC0-17E2-5159-60B2-D54B1AE046D4}"/>
                </a:ext>
              </a:extLst>
            </p:cNvPr>
            <p:cNvSpPr/>
            <p:nvPr/>
          </p:nvSpPr>
          <p:spPr>
            <a:xfrm>
              <a:off x="1336337" y="197400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6" name="Pseudo atom | small solid diamond">
              <a:extLst>
                <a:ext uri="{FF2B5EF4-FFF2-40B4-BE49-F238E27FC236}">
                  <a16:creationId xmlns:a16="http://schemas.microsoft.com/office/drawing/2014/main" id="{2C743AB9-F896-CB6D-8766-3727DEE86F28}"/>
                </a:ext>
              </a:extLst>
            </p:cNvPr>
            <p:cNvSpPr/>
            <p:nvPr/>
          </p:nvSpPr>
          <p:spPr>
            <a:xfrm>
              <a:off x="1253164" y="1956944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7" name="Pseudo atom | small solid diamond">
              <a:extLst>
                <a:ext uri="{FF2B5EF4-FFF2-40B4-BE49-F238E27FC236}">
                  <a16:creationId xmlns:a16="http://schemas.microsoft.com/office/drawing/2014/main" id="{A5BDC21A-C5AF-A4B6-36CC-EB1D9735D9FB}"/>
                </a:ext>
              </a:extLst>
            </p:cNvPr>
            <p:cNvSpPr/>
            <p:nvPr/>
          </p:nvSpPr>
          <p:spPr>
            <a:xfrm>
              <a:off x="1253413" y="1877786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8" name="Pseudo atom | small solid diamond">
              <a:extLst>
                <a:ext uri="{FF2B5EF4-FFF2-40B4-BE49-F238E27FC236}">
                  <a16:creationId xmlns:a16="http://schemas.microsoft.com/office/drawing/2014/main" id="{1B2AC413-C826-7D28-5334-945B10F56119}"/>
                </a:ext>
              </a:extLst>
            </p:cNvPr>
            <p:cNvSpPr/>
            <p:nvPr/>
          </p:nvSpPr>
          <p:spPr>
            <a:xfrm>
              <a:off x="1429247" y="1920246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29" name="Pseudo atom | small solid diamond">
              <a:extLst>
                <a:ext uri="{FF2B5EF4-FFF2-40B4-BE49-F238E27FC236}">
                  <a16:creationId xmlns:a16="http://schemas.microsoft.com/office/drawing/2014/main" id="{27CD90E8-D173-ABAF-6379-B68FD95B0FB1}"/>
                </a:ext>
              </a:extLst>
            </p:cNvPr>
            <p:cNvSpPr/>
            <p:nvPr/>
          </p:nvSpPr>
          <p:spPr>
            <a:xfrm>
              <a:off x="1523954" y="188898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0" name="Pseudo atom | small solid diamond">
              <a:extLst>
                <a:ext uri="{FF2B5EF4-FFF2-40B4-BE49-F238E27FC236}">
                  <a16:creationId xmlns:a16="http://schemas.microsoft.com/office/drawing/2014/main" id="{26CB92B8-18BD-E545-9A89-4E3A3DDF83C5}"/>
                </a:ext>
              </a:extLst>
            </p:cNvPr>
            <p:cNvSpPr/>
            <p:nvPr/>
          </p:nvSpPr>
          <p:spPr>
            <a:xfrm>
              <a:off x="1518729" y="1967532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1" name="Pseudo atom | small solid diamond">
              <a:extLst>
                <a:ext uri="{FF2B5EF4-FFF2-40B4-BE49-F238E27FC236}">
                  <a16:creationId xmlns:a16="http://schemas.microsoft.com/office/drawing/2014/main" id="{CCF54E8C-14F5-AC0A-2FE9-C7C223900C0E}"/>
                </a:ext>
              </a:extLst>
            </p:cNvPr>
            <p:cNvSpPr/>
            <p:nvPr/>
          </p:nvSpPr>
          <p:spPr>
            <a:xfrm>
              <a:off x="1442178" y="1829238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2" name="Pseudo atom | small solid diamond">
              <a:extLst>
                <a:ext uri="{FF2B5EF4-FFF2-40B4-BE49-F238E27FC236}">
                  <a16:creationId xmlns:a16="http://schemas.microsoft.com/office/drawing/2014/main" id="{3530A738-4110-5D53-C3B5-56FAA29BA782}"/>
                </a:ext>
              </a:extLst>
            </p:cNvPr>
            <p:cNvSpPr/>
            <p:nvPr/>
          </p:nvSpPr>
          <p:spPr>
            <a:xfrm>
              <a:off x="1470133" y="196357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3" name="Pseudo atom | small solid diamond">
              <a:extLst>
                <a:ext uri="{FF2B5EF4-FFF2-40B4-BE49-F238E27FC236}">
                  <a16:creationId xmlns:a16="http://schemas.microsoft.com/office/drawing/2014/main" id="{643A8A27-5082-11E9-6DF8-62029EDB2BA1}"/>
                </a:ext>
              </a:extLst>
            </p:cNvPr>
            <p:cNvSpPr/>
            <p:nvPr/>
          </p:nvSpPr>
          <p:spPr>
            <a:xfrm>
              <a:off x="1376682" y="1856324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4" name="Pseudo atom | small solid diamond">
              <a:extLst>
                <a:ext uri="{FF2B5EF4-FFF2-40B4-BE49-F238E27FC236}">
                  <a16:creationId xmlns:a16="http://schemas.microsoft.com/office/drawing/2014/main" id="{0C222145-C329-4976-D578-8D036F4E281B}"/>
                </a:ext>
              </a:extLst>
            </p:cNvPr>
            <p:cNvSpPr/>
            <p:nvPr/>
          </p:nvSpPr>
          <p:spPr>
            <a:xfrm>
              <a:off x="1259476" y="195513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5" name="Pseudo atom | small solid diamond">
              <a:extLst>
                <a:ext uri="{FF2B5EF4-FFF2-40B4-BE49-F238E27FC236}">
                  <a16:creationId xmlns:a16="http://schemas.microsoft.com/office/drawing/2014/main" id="{C4CB2F02-EA91-573C-6EC4-7BB529661680}"/>
                </a:ext>
              </a:extLst>
            </p:cNvPr>
            <p:cNvSpPr/>
            <p:nvPr/>
          </p:nvSpPr>
          <p:spPr>
            <a:xfrm>
              <a:off x="1227515" y="1909528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6" name="Pseudo atom | small solid diamond">
              <a:extLst>
                <a:ext uri="{FF2B5EF4-FFF2-40B4-BE49-F238E27FC236}">
                  <a16:creationId xmlns:a16="http://schemas.microsoft.com/office/drawing/2014/main" id="{01120F4A-BE0C-A199-4AB5-7C4F4DF3799E}"/>
                </a:ext>
              </a:extLst>
            </p:cNvPr>
            <p:cNvSpPr/>
            <p:nvPr/>
          </p:nvSpPr>
          <p:spPr>
            <a:xfrm>
              <a:off x="1267208" y="1872194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7" name="Pseudo atom | small solid diamond">
              <a:extLst>
                <a:ext uri="{FF2B5EF4-FFF2-40B4-BE49-F238E27FC236}">
                  <a16:creationId xmlns:a16="http://schemas.microsoft.com/office/drawing/2014/main" id="{57DEA26B-0208-C45D-8976-D93D9EC94D8A}"/>
                </a:ext>
              </a:extLst>
            </p:cNvPr>
            <p:cNvSpPr/>
            <p:nvPr/>
          </p:nvSpPr>
          <p:spPr>
            <a:xfrm>
              <a:off x="1531545" y="1868436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8" name="Pseudo atom | small solid diamond">
              <a:extLst>
                <a:ext uri="{FF2B5EF4-FFF2-40B4-BE49-F238E27FC236}">
                  <a16:creationId xmlns:a16="http://schemas.microsoft.com/office/drawing/2014/main" id="{ADB7DD25-6F5B-8AB1-FD7F-A8B08D2CE29A}"/>
                </a:ext>
              </a:extLst>
            </p:cNvPr>
            <p:cNvSpPr/>
            <p:nvPr/>
          </p:nvSpPr>
          <p:spPr>
            <a:xfrm>
              <a:off x="1431224" y="194324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39" name="Pseudo atom | small solid diamond">
              <a:extLst>
                <a:ext uri="{FF2B5EF4-FFF2-40B4-BE49-F238E27FC236}">
                  <a16:creationId xmlns:a16="http://schemas.microsoft.com/office/drawing/2014/main" id="{B5BB41B1-6993-E219-D051-01575299AC45}"/>
                </a:ext>
              </a:extLst>
            </p:cNvPr>
            <p:cNvSpPr/>
            <p:nvPr/>
          </p:nvSpPr>
          <p:spPr>
            <a:xfrm>
              <a:off x="1296181" y="1848612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0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333046" y="1901319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1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371359" y="194132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2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419250" y="1888519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3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451177" y="1846918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4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492682" y="190932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5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294734" y="1942920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6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342625" y="1843718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47" name="Pseudo atom | small solid diamond">
              <a:extLst>
                <a:ext uri="{FF2B5EF4-FFF2-40B4-BE49-F238E27FC236}">
                  <a16:creationId xmlns:a16="http://schemas.microsoft.com/office/drawing/2014/main" id="{00A9FEA0-8D80-7F50-AE2F-80F92964E695}"/>
                </a:ext>
              </a:extLst>
            </p:cNvPr>
            <p:cNvSpPr/>
            <p:nvPr/>
          </p:nvSpPr>
          <p:spPr>
            <a:xfrm>
              <a:off x="1409672" y="1974921"/>
              <a:ext cx="9200" cy="12200"/>
            </a:xfrm>
            <a:custGeom>
              <a:avLst/>
              <a:gdLst/>
              <a:ahLst/>
              <a:cxnLst/>
              <a:rect l="0" t="0" r="w" b="h"/>
              <a:pathLst>
                <a:path w="15242" h="15242" extrusionOk="0">
                  <a:moveTo>
                    <a:pt x="7621" y="0"/>
                  </a:moveTo>
                  <a:lnTo>
                    <a:pt x="15242" y="7621"/>
                  </a:lnTo>
                  <a:lnTo>
                    <a:pt x="7621" y="15242"/>
                  </a:lnTo>
                  <a:lnTo>
                    <a:pt x="0" y="7621"/>
                  </a:lnTo>
                  <a:close/>
                </a:path>
              </a:pathLst>
            </a:custGeom>
            <a:solidFill>
              <a:srgbClr val="D6800B"/>
            </a:solidFill>
            <a:ln w="2540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48" name="b | Candidate blob matched to Match"/>
          <p:cNvGrpSpPr/>
          <p:nvPr/>
        </p:nvGrpSpPr>
        <p:grpSpPr>
          <a:xfrm>
            <a:off x="4490500" y="914000"/>
            <a:ext cx="155316" cy="100125"/>
            <a:chOff x="2714019" y="2595654"/>
            <a:chExt cx="155316" cy="100125"/>
          </a:xfrm>
        </p:grpSpPr>
        <p:sp>
          <p:nvSpPr>
            <p:cNvPr id="1749" name="Candidate blob | editable contour">
              <a:extLst>
                <a:ext uri="{FF2B5EF4-FFF2-40B4-BE49-F238E27FC236}">
                  <a16:creationId xmlns:a16="http://schemas.microsoft.com/office/drawing/2014/main" id="{D4133630-6457-1A92-8F3C-A382376AE168}"/>
                </a:ext>
              </a:extLst>
            </p:cNvPr>
            <p:cNvSpPr/>
            <p:nvPr/>
          </p:nvSpPr>
          <p:spPr>
            <a:xfrm>
              <a:off x="2714019" y="2595654"/>
              <a:ext cx="155316" cy="100125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1502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0" name="ellipse_2612">
              <a:extLst>
                <a:ext uri="{FF2B5EF4-FFF2-40B4-BE49-F238E27FC236}">
                  <a16:creationId xmlns:a16="http://schemas.microsoft.com/office/drawing/2014/main" id="{3F872C11-AB73-B0BA-C9CB-0DE746E05FFE}"/>
                </a:ext>
              </a:extLst>
            </p:cNvPr>
            <p:cNvSpPr/>
            <p:nvPr/>
          </p:nvSpPr>
          <p:spPr>
            <a:xfrm>
              <a:off x="2726281" y="2603827"/>
              <a:ext cx="81745" cy="34737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1502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51" name="b | Pseudo atoms cue matched to Match">
            <a:extLst>
              <a:ext uri="{FF2B5EF4-FFF2-40B4-BE49-F238E27FC236}">
                <a16:creationId xmlns:a16="http://schemas.microsoft.com/office/drawing/2014/main" id="{5A1DFE96-A8C7-AD86-6D6A-1913B3422C89}"/>
              </a:ext>
            </a:extLst>
          </p:cNvPr>
          <p:cNvGrpSpPr/>
          <p:nvPr/>
        </p:nvGrpSpPr>
        <p:grpSpPr>
          <a:xfrm>
            <a:off x="4784500" y="914000"/>
            <a:ext cx="132836" cy="100125"/>
            <a:chOff x="2356083" y="3581646"/>
            <a:chExt cx="132815" cy="121377"/>
          </a:xfrm>
        </p:grpSpPr>
        <p:sp>
          <p:nvSpPr>
            <p:cNvPr id="1752" name="Pseudo atom | small solid diamond">
              <a:extLst>
                <a:ext uri="{FF2B5EF4-FFF2-40B4-BE49-F238E27FC236}">
                  <a16:creationId xmlns:a16="http://schemas.microsoft.com/office/drawing/2014/main" id="{7D201F4A-9E65-793A-D032-8276D5F80DBB}"/>
                </a:ext>
              </a:extLst>
            </p:cNvPr>
            <p:cNvSpPr/>
            <p:nvPr/>
          </p:nvSpPr>
          <p:spPr>
            <a:xfrm>
              <a:off x="2470337" y="3657927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3" name="Pseudo atom | small solid diamond">
              <a:extLst>
                <a:ext uri="{FF2B5EF4-FFF2-40B4-BE49-F238E27FC236}">
                  <a16:creationId xmlns:a16="http://schemas.microsoft.com/office/drawing/2014/main" id="{CC7F86F5-EE3C-A3E5-856F-3CAC3E0A67D3}"/>
                </a:ext>
              </a:extLst>
            </p:cNvPr>
            <p:cNvSpPr/>
            <p:nvPr/>
          </p:nvSpPr>
          <p:spPr>
            <a:xfrm>
              <a:off x="2367832" y="3581646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4" name="Pseudo atom | small solid diamond">
              <a:extLst>
                <a:ext uri="{FF2B5EF4-FFF2-40B4-BE49-F238E27FC236}">
                  <a16:creationId xmlns:a16="http://schemas.microsoft.com/office/drawing/2014/main" id="{38EF4C65-C290-52C0-447A-923E11938EB3}"/>
                </a:ext>
              </a:extLst>
            </p:cNvPr>
            <p:cNvSpPr/>
            <p:nvPr/>
          </p:nvSpPr>
          <p:spPr>
            <a:xfrm>
              <a:off x="2462977" y="3688569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5" name="Pseudo atom | small solid diamond">
              <a:extLst>
                <a:ext uri="{FF2B5EF4-FFF2-40B4-BE49-F238E27FC236}">
                  <a16:creationId xmlns:a16="http://schemas.microsoft.com/office/drawing/2014/main" id="{225D7F66-5C9F-7DBA-C241-59A79A43F2C9}"/>
                </a:ext>
              </a:extLst>
            </p:cNvPr>
            <p:cNvSpPr/>
            <p:nvPr/>
          </p:nvSpPr>
          <p:spPr>
            <a:xfrm>
              <a:off x="2381094" y="3596723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6" name="Pseudo atom | small solid diamond">
              <a:extLst>
                <a:ext uri="{FF2B5EF4-FFF2-40B4-BE49-F238E27FC236}">
                  <a16:creationId xmlns:a16="http://schemas.microsoft.com/office/drawing/2014/main" id="{7AB75D92-E75C-CD76-34AB-CF527A0CAEEF}"/>
                </a:ext>
              </a:extLst>
            </p:cNvPr>
            <p:cNvSpPr/>
            <p:nvPr/>
          </p:nvSpPr>
          <p:spPr>
            <a:xfrm>
              <a:off x="2474444" y="3633245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7" name="Pseudo atom | small solid diamond">
              <a:extLst>
                <a:ext uri="{FF2B5EF4-FFF2-40B4-BE49-F238E27FC236}">
                  <a16:creationId xmlns:a16="http://schemas.microsoft.com/office/drawing/2014/main" id="{30F8F9F2-23EA-EAE3-240E-840DEE71BD54}"/>
                </a:ext>
              </a:extLst>
            </p:cNvPr>
            <p:cNvSpPr/>
            <p:nvPr/>
          </p:nvSpPr>
          <p:spPr>
            <a:xfrm>
              <a:off x="2419798" y="3615676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8" name="Pseudo atom | small solid diamond">
              <a:extLst>
                <a:ext uri="{FF2B5EF4-FFF2-40B4-BE49-F238E27FC236}">
                  <a16:creationId xmlns:a16="http://schemas.microsoft.com/office/drawing/2014/main" id="{C001A4AB-55AC-7E19-8417-1673B1CCD688}"/>
                </a:ext>
              </a:extLst>
            </p:cNvPr>
            <p:cNvSpPr/>
            <p:nvPr/>
          </p:nvSpPr>
          <p:spPr>
            <a:xfrm>
              <a:off x="2356083" y="3630928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59" name="Pseudo atom | small solid diamond">
              <a:extLst>
                <a:ext uri="{FF2B5EF4-FFF2-40B4-BE49-F238E27FC236}">
                  <a16:creationId xmlns:a16="http://schemas.microsoft.com/office/drawing/2014/main" id="{FE196410-CC33-81BF-EB84-F075E0A6EF25}"/>
                </a:ext>
              </a:extLst>
            </p:cNvPr>
            <p:cNvSpPr/>
            <p:nvPr/>
          </p:nvSpPr>
          <p:spPr>
            <a:xfrm>
              <a:off x="2399168" y="3621448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0" name="Pseudo atom | small solid diamond">
              <a:extLst>
                <a:ext uri="{FF2B5EF4-FFF2-40B4-BE49-F238E27FC236}">
                  <a16:creationId xmlns:a16="http://schemas.microsoft.com/office/drawing/2014/main" id="{EFE8C116-2B94-FCCB-F944-D9BFD58C3872}"/>
                </a:ext>
              </a:extLst>
            </p:cNvPr>
            <p:cNvSpPr/>
            <p:nvPr/>
          </p:nvSpPr>
          <p:spPr>
            <a:xfrm>
              <a:off x="2442478" y="3664017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1" name="Pseudo atom | small solid diamond">
              <a:extLst>
                <a:ext uri="{FF2B5EF4-FFF2-40B4-BE49-F238E27FC236}">
                  <a16:creationId xmlns:a16="http://schemas.microsoft.com/office/drawing/2014/main" id="{63DA1393-B1D1-AEA4-3854-012BC1C76FCA}"/>
                </a:ext>
              </a:extLst>
            </p:cNvPr>
            <p:cNvSpPr/>
            <p:nvPr/>
          </p:nvSpPr>
          <p:spPr>
            <a:xfrm>
              <a:off x="2457792" y="3672561"/>
              <a:ext cx="14454" cy="14454"/>
            </a:xfrm>
            <a:custGeom>
              <a:avLst/>
              <a:gdLst/>
              <a:ahLst/>
              <a:cxnLst/>
              <a:rect l="0" t="0" r="w" b="h"/>
              <a:pathLst>
                <a:path w="14454" h="14454" extrusionOk="0">
                  <a:moveTo>
                    <a:pt x="7227" y="0"/>
                  </a:moveTo>
                  <a:lnTo>
                    <a:pt x="14454" y="7227"/>
                  </a:lnTo>
                  <a:lnTo>
                    <a:pt x="7227" y="14454"/>
                  </a:lnTo>
                  <a:lnTo>
                    <a:pt x="0" y="7227"/>
                  </a:lnTo>
                  <a:close/>
                </a:path>
              </a:pathLst>
            </a:custGeom>
            <a:solidFill>
              <a:srgbClr val="D6800B"/>
            </a:solidFill>
            <a:ln w="976" cap="rnd" cmpd="sng" algn="ctr">
              <a:solidFill>
                <a:srgbClr val="AE610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762" name="b | Atom binding probability atoms">
            <a:extLst>
              <a:ext uri="{FF2B5EF4-FFF2-40B4-BE49-F238E27FC236}">
                <a16:creationId xmlns:a16="http://schemas.microsoft.com/office/drawing/2014/main" id="{F18600FF-1A0A-5554-35F3-ED260089FE16}"/>
              </a:ext>
            </a:extLst>
          </p:cNvPr>
          <p:cNvGrpSpPr/>
          <p:nvPr/>
        </p:nvGrpSpPr>
        <p:grpSpPr>
          <a:xfrm>
            <a:off x="4481404" y="1313603"/>
            <a:ext cx="348184" cy="198162"/>
            <a:chOff x="4048258" y="1358908"/>
            <a:chExt cx="619157" cy="354006"/>
          </a:xfrm>
        </p:grpSpPr>
        <p:sp>
          <p:nvSpPr>
            <p:cNvPr id="1763" name="ellipse_2090">
              <a:extLst>
                <a:ext uri="{FF2B5EF4-FFF2-40B4-BE49-F238E27FC236}">
                  <a16:creationId xmlns:a16="http://schemas.microsoft.com/office/drawing/2014/main" id="{CBD588EE-A3BA-33C4-BF03-97EB078D3411}"/>
                </a:ext>
              </a:extLst>
            </p:cNvPr>
            <p:cNvSpPr/>
            <p:nvPr/>
          </p:nvSpPr>
          <p:spPr>
            <a:xfrm>
              <a:off x="4258453" y="1489516"/>
              <a:ext cx="30094" cy="30094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4" name="ellipse_2091">
              <a:extLst>
                <a:ext uri="{FF2B5EF4-FFF2-40B4-BE49-F238E27FC236}">
                  <a16:creationId xmlns:a16="http://schemas.microsoft.com/office/drawing/2014/main" id="{3EAD1776-C5B5-6F58-AAEE-6CDD999DE893}"/>
                </a:ext>
              </a:extLst>
            </p:cNvPr>
            <p:cNvSpPr/>
            <p:nvPr/>
          </p:nvSpPr>
          <p:spPr>
            <a:xfrm>
              <a:off x="4113367" y="1552446"/>
              <a:ext cx="36128" cy="36128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BFD5EB"/>
                </a:gs>
                <a:gs pos="100000">
                  <a:srgbClr val="93B0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5" name="ellipse_2092">
              <a:extLst>
                <a:ext uri="{FF2B5EF4-FFF2-40B4-BE49-F238E27FC236}">
                  <a16:creationId xmlns:a16="http://schemas.microsoft.com/office/drawing/2014/main" id="{FA427F62-F7CB-B5E5-DF9B-5E62DBB78158}"/>
                </a:ext>
              </a:extLst>
            </p:cNvPr>
            <p:cNvSpPr/>
            <p:nvPr/>
          </p:nvSpPr>
          <p:spPr>
            <a:xfrm>
              <a:off x="4241603" y="1430960"/>
              <a:ext cx="24712" cy="2471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6" name="ellipse_2093">
              <a:extLst>
                <a:ext uri="{FF2B5EF4-FFF2-40B4-BE49-F238E27FC236}">
                  <a16:creationId xmlns:a16="http://schemas.microsoft.com/office/drawing/2014/main" id="{0490AC07-8BBA-79C8-BFED-A7F3104A9642}"/>
                </a:ext>
              </a:extLst>
            </p:cNvPr>
            <p:cNvSpPr/>
            <p:nvPr/>
          </p:nvSpPr>
          <p:spPr>
            <a:xfrm>
              <a:off x="4416989" y="1399138"/>
              <a:ext cx="30911" cy="30911"/>
            </a:xfrm>
            <a:prstGeom prst="ellipse">
              <a:avLst/>
            </a:prstGeom>
            <a:gradFill flip="none" rotWithShape="1">
              <a:gsLst>
                <a:gs pos="0">
                  <a:srgbClr val="FEFEFE"/>
                </a:gs>
                <a:gs pos="43000">
                  <a:srgbClr val="F8F9FB"/>
                </a:gs>
                <a:gs pos="100000">
                  <a:srgbClr val="D5DAD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7" name="ellipse_2094">
              <a:extLst>
                <a:ext uri="{FF2B5EF4-FFF2-40B4-BE49-F238E27FC236}">
                  <a16:creationId xmlns:a16="http://schemas.microsoft.com/office/drawing/2014/main" id="{952745FD-DE09-503D-CB1F-676407CFC9AA}"/>
                </a:ext>
              </a:extLst>
            </p:cNvPr>
            <p:cNvSpPr/>
            <p:nvPr/>
          </p:nvSpPr>
          <p:spPr>
            <a:xfrm>
              <a:off x="4225009" y="1420091"/>
              <a:ext cx="23096" cy="23096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4A6D5"/>
                </a:gs>
                <a:gs pos="100000">
                  <a:srgbClr val="3D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8" name="ellipse_2095">
              <a:extLst>
                <a:ext uri="{FF2B5EF4-FFF2-40B4-BE49-F238E27FC236}">
                  <a16:creationId xmlns:a16="http://schemas.microsoft.com/office/drawing/2014/main" id="{AF93DE0E-5D93-89DD-D930-545F1B10456E}"/>
                </a:ext>
              </a:extLst>
            </p:cNvPr>
            <p:cNvSpPr/>
            <p:nvPr/>
          </p:nvSpPr>
          <p:spPr>
            <a:xfrm>
              <a:off x="4351890" y="1391469"/>
              <a:ext cx="20643" cy="20643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69" name="ellipse_2096">
              <a:extLst>
                <a:ext uri="{FF2B5EF4-FFF2-40B4-BE49-F238E27FC236}">
                  <a16:creationId xmlns:a16="http://schemas.microsoft.com/office/drawing/2014/main" id="{3AAB646C-5BF7-3BD9-5E0A-47BC3CB52E30}"/>
                </a:ext>
              </a:extLst>
            </p:cNvPr>
            <p:cNvSpPr/>
            <p:nvPr/>
          </p:nvSpPr>
          <p:spPr>
            <a:xfrm>
              <a:off x="4500666" y="1563839"/>
              <a:ext cx="30169" cy="30169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0" name="ellipse_2097">
              <a:extLst>
                <a:ext uri="{FF2B5EF4-FFF2-40B4-BE49-F238E27FC236}">
                  <a16:creationId xmlns:a16="http://schemas.microsoft.com/office/drawing/2014/main" id="{98189645-3058-8E87-8CDD-5FDE6B2C8E79}"/>
                </a:ext>
              </a:extLst>
            </p:cNvPr>
            <p:cNvSpPr/>
            <p:nvPr/>
          </p:nvSpPr>
          <p:spPr>
            <a:xfrm>
              <a:off x="4285092" y="1531884"/>
              <a:ext cx="35504" cy="3550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1" name="ellipse_2098">
              <a:extLst>
                <a:ext uri="{FF2B5EF4-FFF2-40B4-BE49-F238E27FC236}">
                  <a16:creationId xmlns:a16="http://schemas.microsoft.com/office/drawing/2014/main" id="{8FFE06FD-E2CB-DEB1-5E37-8CDE6FD16ED5}"/>
                </a:ext>
              </a:extLst>
            </p:cNvPr>
            <p:cNvSpPr/>
            <p:nvPr/>
          </p:nvSpPr>
          <p:spPr>
            <a:xfrm>
              <a:off x="4478008" y="1554349"/>
              <a:ext cx="26505" cy="26505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2ECF5"/>
                </a:gs>
                <a:gs pos="100000">
                  <a:srgbClr val="BCCA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2" name="ellipse_2099">
              <a:extLst>
                <a:ext uri="{FF2B5EF4-FFF2-40B4-BE49-F238E27FC236}">
                  <a16:creationId xmlns:a16="http://schemas.microsoft.com/office/drawing/2014/main" id="{DCE66A16-64BD-202E-FFE1-79E644DA739C}"/>
                </a:ext>
              </a:extLst>
            </p:cNvPr>
            <p:cNvSpPr/>
            <p:nvPr/>
          </p:nvSpPr>
          <p:spPr>
            <a:xfrm>
              <a:off x="4554728" y="1513181"/>
              <a:ext cx="25082" cy="2508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3E2F1"/>
                </a:gs>
                <a:gs pos="100000">
                  <a:srgbClr val="AABFD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3" name="ellipse_2100">
              <a:extLst>
                <a:ext uri="{FF2B5EF4-FFF2-40B4-BE49-F238E27FC236}">
                  <a16:creationId xmlns:a16="http://schemas.microsoft.com/office/drawing/2014/main" id="{77C50F41-8B5A-D1A0-D0AD-0B5B86C5A7CF}"/>
                </a:ext>
              </a:extLst>
            </p:cNvPr>
            <p:cNvSpPr/>
            <p:nvPr/>
          </p:nvSpPr>
          <p:spPr>
            <a:xfrm>
              <a:off x="4437339" y="1438245"/>
              <a:ext cx="26429" cy="26429"/>
            </a:xfrm>
            <a:prstGeom prst="ellipse">
              <a:avLst/>
            </a:prstGeom>
            <a:gradFill flip="none" rotWithShape="1">
              <a:gsLst>
                <a:gs pos="0">
                  <a:srgbClr val="F8E4E5"/>
                </a:gs>
                <a:gs pos="43000">
                  <a:srgbClr val="DD7C81"/>
                </a:gs>
                <a:gs pos="100000">
                  <a:srgbClr val="B6495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4" name="ellipse_2101">
              <a:extLst>
                <a:ext uri="{FF2B5EF4-FFF2-40B4-BE49-F238E27FC236}">
                  <a16:creationId xmlns:a16="http://schemas.microsoft.com/office/drawing/2014/main" id="{249064B6-F818-2BB7-FFD6-4F406F42ECF2}"/>
                </a:ext>
              </a:extLst>
            </p:cNvPr>
            <p:cNvSpPr/>
            <p:nvPr/>
          </p:nvSpPr>
          <p:spPr>
            <a:xfrm>
              <a:off x="4540638" y="1512355"/>
              <a:ext cx="24065" cy="24065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5" name="ellipse_2102">
              <a:extLst>
                <a:ext uri="{FF2B5EF4-FFF2-40B4-BE49-F238E27FC236}">
                  <a16:creationId xmlns:a16="http://schemas.microsoft.com/office/drawing/2014/main" id="{CC57D1C1-DD7E-9301-B44D-B5827B4CE964}"/>
                </a:ext>
              </a:extLst>
            </p:cNvPr>
            <p:cNvSpPr/>
            <p:nvPr/>
          </p:nvSpPr>
          <p:spPr>
            <a:xfrm>
              <a:off x="4379933" y="1358908"/>
              <a:ext cx="19574" cy="1957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6" name="ellipse_2103">
              <a:extLst>
                <a:ext uri="{FF2B5EF4-FFF2-40B4-BE49-F238E27FC236}">
                  <a16:creationId xmlns:a16="http://schemas.microsoft.com/office/drawing/2014/main" id="{060B784B-8CD9-E54A-AD19-D8AEE51304AE}"/>
                </a:ext>
              </a:extLst>
            </p:cNvPr>
            <p:cNvSpPr/>
            <p:nvPr/>
          </p:nvSpPr>
          <p:spPr>
            <a:xfrm>
              <a:off x="4136927" y="1409448"/>
              <a:ext cx="34734" cy="3473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7" name="ellipse_2104">
              <a:extLst>
                <a:ext uri="{FF2B5EF4-FFF2-40B4-BE49-F238E27FC236}">
                  <a16:creationId xmlns:a16="http://schemas.microsoft.com/office/drawing/2014/main" id="{FA08D5C9-801C-5C99-54B6-5DD18B8C5CC7}"/>
                </a:ext>
              </a:extLst>
            </p:cNvPr>
            <p:cNvSpPr/>
            <p:nvPr/>
          </p:nvSpPr>
          <p:spPr>
            <a:xfrm>
              <a:off x="4185936" y="1432087"/>
              <a:ext cx="35247" cy="3524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8" name="ellipse_2105">
              <a:extLst>
                <a:ext uri="{FF2B5EF4-FFF2-40B4-BE49-F238E27FC236}">
                  <a16:creationId xmlns:a16="http://schemas.microsoft.com/office/drawing/2014/main" id="{77128847-B0BA-166F-201B-B23E7AD3ABA8}"/>
                </a:ext>
              </a:extLst>
            </p:cNvPr>
            <p:cNvSpPr/>
            <p:nvPr/>
          </p:nvSpPr>
          <p:spPr>
            <a:xfrm>
              <a:off x="4160777" y="1485033"/>
              <a:ext cx="33010" cy="3301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79" name="ellipse_2106">
              <a:extLst>
                <a:ext uri="{FF2B5EF4-FFF2-40B4-BE49-F238E27FC236}">
                  <a16:creationId xmlns:a16="http://schemas.microsoft.com/office/drawing/2014/main" id="{4552C83A-FEF6-C8E3-A4CF-E5D048E5179D}"/>
                </a:ext>
              </a:extLst>
            </p:cNvPr>
            <p:cNvSpPr/>
            <p:nvPr/>
          </p:nvSpPr>
          <p:spPr>
            <a:xfrm>
              <a:off x="4156764" y="1588952"/>
              <a:ext cx="33812" cy="33812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7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0" name="ellipse_2107">
              <a:extLst>
                <a:ext uri="{FF2B5EF4-FFF2-40B4-BE49-F238E27FC236}">
                  <a16:creationId xmlns:a16="http://schemas.microsoft.com/office/drawing/2014/main" id="{1A000040-E7B4-B500-E195-D6D2D2330789}"/>
                </a:ext>
              </a:extLst>
            </p:cNvPr>
            <p:cNvSpPr/>
            <p:nvPr/>
          </p:nvSpPr>
          <p:spPr>
            <a:xfrm>
              <a:off x="4477325" y="1432896"/>
              <a:ext cx="23702" cy="23702"/>
            </a:xfrm>
            <a:prstGeom prst="ellipse">
              <a:avLst/>
            </a:prstGeom>
            <a:gradFill flip="none" rotWithShape="1">
              <a:gsLst>
                <a:gs pos="0">
                  <a:srgbClr val="FAECED"/>
                </a:gs>
                <a:gs pos="43000">
                  <a:srgbClr val="E6A5A9"/>
                </a:gs>
                <a:gs pos="100000">
                  <a:srgbClr val="C0788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1" name="ellipse_2108">
              <a:extLst>
                <a:ext uri="{FF2B5EF4-FFF2-40B4-BE49-F238E27FC236}">
                  <a16:creationId xmlns:a16="http://schemas.microsoft.com/office/drawing/2014/main" id="{8EDEF44D-E385-C3F0-C228-C602331FBC04}"/>
                </a:ext>
              </a:extLst>
            </p:cNvPr>
            <p:cNvSpPr/>
            <p:nvPr/>
          </p:nvSpPr>
          <p:spPr>
            <a:xfrm>
              <a:off x="4277073" y="1643617"/>
              <a:ext cx="28926" cy="28926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2" name="ellipse_2109">
              <a:extLst>
                <a:ext uri="{FF2B5EF4-FFF2-40B4-BE49-F238E27FC236}">
                  <a16:creationId xmlns:a16="http://schemas.microsoft.com/office/drawing/2014/main" id="{0AF0AFB4-13F5-7151-1CE6-8281A5EEFC1E}"/>
                </a:ext>
              </a:extLst>
            </p:cNvPr>
            <p:cNvSpPr/>
            <p:nvPr/>
          </p:nvSpPr>
          <p:spPr>
            <a:xfrm>
              <a:off x="4232832" y="1587878"/>
              <a:ext cx="32331" cy="3233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3" name="ellipse_2110">
              <a:extLst>
                <a:ext uri="{FF2B5EF4-FFF2-40B4-BE49-F238E27FC236}">
                  <a16:creationId xmlns:a16="http://schemas.microsoft.com/office/drawing/2014/main" id="{23FF43CF-B48E-630C-0B72-9552B5CD41CE}"/>
                </a:ext>
              </a:extLst>
            </p:cNvPr>
            <p:cNvSpPr/>
            <p:nvPr/>
          </p:nvSpPr>
          <p:spPr>
            <a:xfrm>
              <a:off x="4366549" y="1446303"/>
              <a:ext cx="19768" cy="19768"/>
            </a:xfrm>
            <a:prstGeom prst="ellipse">
              <a:avLst/>
            </a:prstGeom>
            <a:gradFill flip="none" rotWithShape="1">
              <a:gsLst>
                <a:gs pos="0">
                  <a:srgbClr val="FCF6F7"/>
                </a:gs>
                <a:gs pos="43000">
                  <a:srgbClr val="F0D6D9"/>
                </a:gs>
                <a:gs pos="100000">
                  <a:srgbClr val="CCB1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4" name="ellipse_2111">
              <a:extLst>
                <a:ext uri="{FF2B5EF4-FFF2-40B4-BE49-F238E27FC236}">
                  <a16:creationId xmlns:a16="http://schemas.microsoft.com/office/drawing/2014/main" id="{7E7B98C1-A16B-B334-468D-8DBEFEFD9C6D}"/>
                </a:ext>
              </a:extLst>
            </p:cNvPr>
            <p:cNvSpPr/>
            <p:nvPr/>
          </p:nvSpPr>
          <p:spPr>
            <a:xfrm>
              <a:off x="4319837" y="1616419"/>
              <a:ext cx="29048" cy="290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5" name="ellipse_2112">
              <a:extLst>
                <a:ext uri="{FF2B5EF4-FFF2-40B4-BE49-F238E27FC236}">
                  <a16:creationId xmlns:a16="http://schemas.microsoft.com/office/drawing/2014/main" id="{3BA026B6-BA8A-2E20-02E2-1C7280247750}"/>
                </a:ext>
              </a:extLst>
            </p:cNvPr>
            <p:cNvSpPr/>
            <p:nvPr/>
          </p:nvSpPr>
          <p:spPr>
            <a:xfrm>
              <a:off x="4162910" y="1486420"/>
              <a:ext cx="24489" cy="24489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BD7"/>
                </a:gs>
                <a:gs pos="100000">
                  <a:srgbClr val="45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6" name="ellipse_2113">
              <a:extLst>
                <a:ext uri="{FF2B5EF4-FFF2-40B4-BE49-F238E27FC236}">
                  <a16:creationId xmlns:a16="http://schemas.microsoft.com/office/drawing/2014/main" id="{8A548621-1226-DEE1-4C52-394E0A6255D4}"/>
                </a:ext>
              </a:extLst>
            </p:cNvPr>
            <p:cNvSpPr/>
            <p:nvPr/>
          </p:nvSpPr>
          <p:spPr>
            <a:xfrm>
              <a:off x="4477711" y="1630434"/>
              <a:ext cx="31074" cy="31074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7" name="ellipse_2114">
              <a:extLst>
                <a:ext uri="{FF2B5EF4-FFF2-40B4-BE49-F238E27FC236}">
                  <a16:creationId xmlns:a16="http://schemas.microsoft.com/office/drawing/2014/main" id="{CEE9C097-F8F6-6EE3-4940-8457A2775DB1}"/>
                </a:ext>
              </a:extLst>
            </p:cNvPr>
            <p:cNvSpPr/>
            <p:nvPr/>
          </p:nvSpPr>
          <p:spPr>
            <a:xfrm>
              <a:off x="4561895" y="1404845"/>
              <a:ext cx="32842" cy="3284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1E1"/>
                </a:gs>
                <a:gs pos="100000">
                  <a:srgbClr val="6F99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8" name="ellipse_2115">
              <a:extLst>
                <a:ext uri="{FF2B5EF4-FFF2-40B4-BE49-F238E27FC236}">
                  <a16:creationId xmlns:a16="http://schemas.microsoft.com/office/drawing/2014/main" id="{72EA503D-9656-4CE4-85AF-F144213C1938}"/>
                </a:ext>
              </a:extLst>
            </p:cNvPr>
            <p:cNvSpPr/>
            <p:nvPr/>
          </p:nvSpPr>
          <p:spPr>
            <a:xfrm>
              <a:off x="4215117" y="1531671"/>
              <a:ext cx="31068" cy="31068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89" name="ellipse_2116">
              <a:extLst>
                <a:ext uri="{FF2B5EF4-FFF2-40B4-BE49-F238E27FC236}">
                  <a16:creationId xmlns:a16="http://schemas.microsoft.com/office/drawing/2014/main" id="{DED678EB-406D-687A-CF83-38E01CFC07D5}"/>
                </a:ext>
              </a:extLst>
            </p:cNvPr>
            <p:cNvSpPr/>
            <p:nvPr/>
          </p:nvSpPr>
          <p:spPr>
            <a:xfrm>
              <a:off x="4305476" y="1587179"/>
              <a:ext cx="22676" cy="22676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6DC"/>
                </a:gs>
                <a:gs pos="100000">
                  <a:srgbClr val="5C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0" name="ellipse_2117">
              <a:extLst>
                <a:ext uri="{FF2B5EF4-FFF2-40B4-BE49-F238E27FC236}">
                  <a16:creationId xmlns:a16="http://schemas.microsoft.com/office/drawing/2014/main" id="{89618EEF-48D8-B99B-A566-5BC83F78E7B4}"/>
                </a:ext>
              </a:extLst>
            </p:cNvPr>
            <p:cNvSpPr/>
            <p:nvPr/>
          </p:nvSpPr>
          <p:spPr>
            <a:xfrm>
              <a:off x="4603877" y="1581641"/>
              <a:ext cx="20231" cy="20231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1" name="ellipse_2118">
              <a:extLst>
                <a:ext uri="{FF2B5EF4-FFF2-40B4-BE49-F238E27FC236}">
                  <a16:creationId xmlns:a16="http://schemas.microsoft.com/office/drawing/2014/main" id="{69F2330B-9AD1-8D62-2F58-56D7BC3523EE}"/>
                </a:ext>
              </a:extLst>
            </p:cNvPr>
            <p:cNvSpPr/>
            <p:nvPr/>
          </p:nvSpPr>
          <p:spPr>
            <a:xfrm>
              <a:off x="4148220" y="1473747"/>
              <a:ext cx="36222" cy="36222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8D5"/>
                </a:gs>
                <a:gs pos="100000">
                  <a:srgbClr val="41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2" name="ellipse_2119">
              <a:extLst>
                <a:ext uri="{FF2B5EF4-FFF2-40B4-BE49-F238E27FC236}">
                  <a16:creationId xmlns:a16="http://schemas.microsoft.com/office/drawing/2014/main" id="{3F99D8F5-58BE-1377-7404-D5379FB3A85E}"/>
                </a:ext>
              </a:extLst>
            </p:cNvPr>
            <p:cNvSpPr/>
            <p:nvPr/>
          </p:nvSpPr>
          <p:spPr>
            <a:xfrm>
              <a:off x="4552698" y="1554585"/>
              <a:ext cx="29289" cy="29289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3" name="ellipse_2120">
              <a:extLst>
                <a:ext uri="{FF2B5EF4-FFF2-40B4-BE49-F238E27FC236}">
                  <a16:creationId xmlns:a16="http://schemas.microsoft.com/office/drawing/2014/main" id="{7CF26033-9F35-95BE-4872-F3B5EC230C3A}"/>
                </a:ext>
              </a:extLst>
            </p:cNvPr>
            <p:cNvSpPr/>
            <p:nvPr/>
          </p:nvSpPr>
          <p:spPr>
            <a:xfrm>
              <a:off x="4303221" y="1630068"/>
              <a:ext cx="26948" cy="2694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4" name="ellipse_2121">
              <a:extLst>
                <a:ext uri="{FF2B5EF4-FFF2-40B4-BE49-F238E27FC236}">
                  <a16:creationId xmlns:a16="http://schemas.microsoft.com/office/drawing/2014/main" id="{209D44EF-ABCA-50A1-F9C7-09C8659D775B}"/>
                </a:ext>
              </a:extLst>
            </p:cNvPr>
            <p:cNvSpPr/>
            <p:nvPr/>
          </p:nvSpPr>
          <p:spPr>
            <a:xfrm>
              <a:off x="4478501" y="1592646"/>
              <a:ext cx="34960" cy="3496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CB5DB"/>
                </a:gs>
                <a:gs pos="100000">
                  <a:srgbClr val="588B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5" name="ellipse_2122">
              <a:extLst>
                <a:ext uri="{FF2B5EF4-FFF2-40B4-BE49-F238E27FC236}">
                  <a16:creationId xmlns:a16="http://schemas.microsoft.com/office/drawing/2014/main" id="{6E294A8E-F28C-EA21-B55C-DC75F472D7C6}"/>
                </a:ext>
              </a:extLst>
            </p:cNvPr>
            <p:cNvSpPr/>
            <p:nvPr/>
          </p:nvSpPr>
          <p:spPr>
            <a:xfrm>
              <a:off x="4565932" y="1590332"/>
              <a:ext cx="28306" cy="28306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6" name="ellipse_2123">
              <a:extLst>
                <a:ext uri="{FF2B5EF4-FFF2-40B4-BE49-F238E27FC236}">
                  <a16:creationId xmlns:a16="http://schemas.microsoft.com/office/drawing/2014/main" id="{1BC804C8-127E-0AA3-E009-86A7258DF5AC}"/>
                </a:ext>
              </a:extLst>
            </p:cNvPr>
            <p:cNvSpPr/>
            <p:nvPr/>
          </p:nvSpPr>
          <p:spPr>
            <a:xfrm>
              <a:off x="4059567" y="1420321"/>
              <a:ext cx="25021" cy="25021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3D3"/>
                </a:gs>
                <a:gs pos="100000">
                  <a:srgbClr val="3876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7" name="ellipse_2124">
              <a:extLst>
                <a:ext uri="{FF2B5EF4-FFF2-40B4-BE49-F238E27FC236}">
                  <a16:creationId xmlns:a16="http://schemas.microsoft.com/office/drawing/2014/main" id="{276F0B44-507B-31C5-C786-1119E704151C}"/>
                </a:ext>
              </a:extLst>
            </p:cNvPr>
            <p:cNvSpPr/>
            <p:nvPr/>
          </p:nvSpPr>
          <p:spPr>
            <a:xfrm>
              <a:off x="4454981" y="1419123"/>
              <a:ext cx="20719" cy="20719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5C9"/>
                </a:gs>
                <a:gs pos="100000">
                  <a:srgbClr val="C89E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8" name="ellipse_2125">
              <a:extLst>
                <a:ext uri="{FF2B5EF4-FFF2-40B4-BE49-F238E27FC236}">
                  <a16:creationId xmlns:a16="http://schemas.microsoft.com/office/drawing/2014/main" id="{40B18D8B-E1CA-81DD-0025-83D9F5B9B79C}"/>
                </a:ext>
              </a:extLst>
            </p:cNvPr>
            <p:cNvSpPr/>
            <p:nvPr/>
          </p:nvSpPr>
          <p:spPr>
            <a:xfrm>
              <a:off x="4213951" y="1613938"/>
              <a:ext cx="30623" cy="30623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CD3E9"/>
                </a:gs>
                <a:gs pos="100000">
                  <a:srgbClr val="90AEC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99" name="ellipse_2126">
              <a:extLst>
                <a:ext uri="{FF2B5EF4-FFF2-40B4-BE49-F238E27FC236}">
                  <a16:creationId xmlns:a16="http://schemas.microsoft.com/office/drawing/2014/main" id="{DF024F9A-4C76-48B1-7BAD-E6162B35C38E}"/>
                </a:ext>
              </a:extLst>
            </p:cNvPr>
            <p:cNvSpPr/>
            <p:nvPr/>
          </p:nvSpPr>
          <p:spPr>
            <a:xfrm>
              <a:off x="4448861" y="1530866"/>
              <a:ext cx="30010" cy="30010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0"/>
                </a:gs>
                <a:gs pos="100000">
                  <a:srgbClr val="C6949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0" name="ellipse_2127">
              <a:extLst>
                <a:ext uri="{FF2B5EF4-FFF2-40B4-BE49-F238E27FC236}">
                  <a16:creationId xmlns:a16="http://schemas.microsoft.com/office/drawing/2014/main" id="{D11FD325-60A4-A938-D014-05D6B586A2C3}"/>
                </a:ext>
              </a:extLst>
            </p:cNvPr>
            <p:cNvSpPr/>
            <p:nvPr/>
          </p:nvSpPr>
          <p:spPr>
            <a:xfrm>
              <a:off x="4187439" y="1437250"/>
              <a:ext cx="22091" cy="22091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1" name="ellipse_2128">
              <a:extLst>
                <a:ext uri="{FF2B5EF4-FFF2-40B4-BE49-F238E27FC236}">
                  <a16:creationId xmlns:a16="http://schemas.microsoft.com/office/drawing/2014/main" id="{9F589DC5-07B2-D58D-F462-2A7277B79610}"/>
                </a:ext>
              </a:extLst>
            </p:cNvPr>
            <p:cNvSpPr/>
            <p:nvPr/>
          </p:nvSpPr>
          <p:spPr>
            <a:xfrm>
              <a:off x="4156267" y="1447360"/>
              <a:ext cx="27517" cy="2751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2" name="ellipse_2129">
              <a:extLst>
                <a:ext uri="{FF2B5EF4-FFF2-40B4-BE49-F238E27FC236}">
                  <a16:creationId xmlns:a16="http://schemas.microsoft.com/office/drawing/2014/main" id="{6200D936-ECFA-A1EC-3976-90A295990247}"/>
                </a:ext>
              </a:extLst>
            </p:cNvPr>
            <p:cNvSpPr/>
            <p:nvPr/>
          </p:nvSpPr>
          <p:spPr>
            <a:xfrm>
              <a:off x="4513687" y="1593956"/>
              <a:ext cx="26924" cy="2692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2DA"/>
                </a:gs>
                <a:gs pos="100000">
                  <a:srgbClr val="53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3" name="ellipse_2130">
              <a:extLst>
                <a:ext uri="{FF2B5EF4-FFF2-40B4-BE49-F238E27FC236}">
                  <a16:creationId xmlns:a16="http://schemas.microsoft.com/office/drawing/2014/main" id="{5679C4A3-A590-F320-CA55-EFC0FEB3A3FD}"/>
                </a:ext>
              </a:extLst>
            </p:cNvPr>
            <p:cNvSpPr/>
            <p:nvPr/>
          </p:nvSpPr>
          <p:spPr>
            <a:xfrm>
              <a:off x="4475672" y="1534775"/>
              <a:ext cx="19735" cy="19735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CC5C8"/>
                </a:gs>
                <a:gs pos="100000">
                  <a:srgbClr val="C79DA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4" name="ellipse_2131">
              <a:extLst>
                <a:ext uri="{FF2B5EF4-FFF2-40B4-BE49-F238E27FC236}">
                  <a16:creationId xmlns:a16="http://schemas.microsoft.com/office/drawing/2014/main" id="{8360672F-84DC-D8A3-D83A-1989AA5BAF61}"/>
                </a:ext>
              </a:extLst>
            </p:cNvPr>
            <p:cNvSpPr/>
            <p:nvPr/>
          </p:nvSpPr>
          <p:spPr>
            <a:xfrm>
              <a:off x="4177150" y="1479714"/>
              <a:ext cx="34047" cy="34047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5" name="ellipse_2132">
              <a:extLst>
                <a:ext uri="{FF2B5EF4-FFF2-40B4-BE49-F238E27FC236}">
                  <a16:creationId xmlns:a16="http://schemas.microsoft.com/office/drawing/2014/main" id="{470B6575-1946-A9F8-FC08-85241C868957}"/>
                </a:ext>
              </a:extLst>
            </p:cNvPr>
            <p:cNvSpPr/>
            <p:nvPr/>
          </p:nvSpPr>
          <p:spPr>
            <a:xfrm>
              <a:off x="4169230" y="1457714"/>
              <a:ext cx="24475" cy="2447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6" name="ellipse_2133">
              <a:extLst>
                <a:ext uri="{FF2B5EF4-FFF2-40B4-BE49-F238E27FC236}">
                  <a16:creationId xmlns:a16="http://schemas.microsoft.com/office/drawing/2014/main" id="{DFF9378C-C513-EE52-BE77-7C4D53173188}"/>
                </a:ext>
              </a:extLst>
            </p:cNvPr>
            <p:cNvSpPr/>
            <p:nvPr/>
          </p:nvSpPr>
          <p:spPr>
            <a:xfrm>
              <a:off x="4250267" y="1611599"/>
              <a:ext cx="27208" cy="27208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5E3"/>
                </a:gs>
                <a:gs pos="100000">
                  <a:srgbClr val="74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7" name="ellipse_2134">
              <a:extLst>
                <a:ext uri="{FF2B5EF4-FFF2-40B4-BE49-F238E27FC236}">
                  <a16:creationId xmlns:a16="http://schemas.microsoft.com/office/drawing/2014/main" id="{88B2AB24-8B7E-3A08-45D1-3EC5BC2A3971}"/>
                </a:ext>
              </a:extLst>
            </p:cNvPr>
            <p:cNvSpPr/>
            <p:nvPr/>
          </p:nvSpPr>
          <p:spPr>
            <a:xfrm>
              <a:off x="4316540" y="1649280"/>
              <a:ext cx="31638" cy="3163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8" name="ellipse_2135">
              <a:extLst>
                <a:ext uri="{FF2B5EF4-FFF2-40B4-BE49-F238E27FC236}">
                  <a16:creationId xmlns:a16="http://schemas.microsoft.com/office/drawing/2014/main" id="{0036F3F9-9E6E-793F-4EEB-F9AAFA4A9026}"/>
                </a:ext>
              </a:extLst>
            </p:cNvPr>
            <p:cNvSpPr/>
            <p:nvPr/>
          </p:nvSpPr>
          <p:spPr>
            <a:xfrm>
              <a:off x="4145317" y="1562114"/>
              <a:ext cx="29616" cy="29616"/>
            </a:xfrm>
            <a:prstGeom prst="ellipse">
              <a:avLst/>
            </a:prstGeom>
            <a:gradFill flip="none" rotWithShape="1">
              <a:gsLst>
                <a:gs pos="0">
                  <a:srgbClr val="F8FAFC"/>
                </a:gs>
                <a:gs pos="43000">
                  <a:srgbClr val="DBE7F3"/>
                </a:gs>
                <a:gs pos="100000">
                  <a:srgbClr val="B4C4D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09" name="ellipse_2136">
              <a:extLst>
                <a:ext uri="{FF2B5EF4-FFF2-40B4-BE49-F238E27FC236}">
                  <a16:creationId xmlns:a16="http://schemas.microsoft.com/office/drawing/2014/main" id="{DE6F2EDB-63ED-2D59-170D-E5566A653C82}"/>
                </a:ext>
              </a:extLst>
            </p:cNvPr>
            <p:cNvSpPr/>
            <p:nvPr/>
          </p:nvSpPr>
          <p:spPr>
            <a:xfrm>
              <a:off x="4212479" y="1534532"/>
              <a:ext cx="21239" cy="21239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9C8E4"/>
                </a:gs>
                <a:gs pos="100000">
                  <a:srgbClr val="7AA0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0" name="ellipse_2137">
              <a:extLst>
                <a:ext uri="{FF2B5EF4-FFF2-40B4-BE49-F238E27FC236}">
                  <a16:creationId xmlns:a16="http://schemas.microsoft.com/office/drawing/2014/main" id="{6C22D785-70DD-B1E4-0AA5-5F5B2E582FC7}"/>
                </a:ext>
              </a:extLst>
            </p:cNvPr>
            <p:cNvSpPr/>
            <p:nvPr/>
          </p:nvSpPr>
          <p:spPr>
            <a:xfrm>
              <a:off x="4296928" y="1660530"/>
              <a:ext cx="21078" cy="21078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1" name="ellipse_2138">
              <a:extLst>
                <a:ext uri="{FF2B5EF4-FFF2-40B4-BE49-F238E27FC236}">
                  <a16:creationId xmlns:a16="http://schemas.microsoft.com/office/drawing/2014/main" id="{0D7D27AF-9187-B7E5-E139-FA9D0EC1A0B9}"/>
                </a:ext>
              </a:extLst>
            </p:cNvPr>
            <p:cNvSpPr/>
            <p:nvPr/>
          </p:nvSpPr>
          <p:spPr>
            <a:xfrm>
              <a:off x="4387132" y="1397727"/>
              <a:ext cx="22984" cy="22984"/>
            </a:xfrm>
            <a:prstGeom prst="ellipse">
              <a:avLst/>
            </a:prstGeom>
            <a:gradFill flip="none" rotWithShape="1">
              <a:gsLst>
                <a:gs pos="0">
                  <a:srgbClr val="F5F8FC"/>
                </a:gs>
                <a:gs pos="43000">
                  <a:srgbClr val="CFDFEF"/>
                </a:gs>
                <a:gs pos="100000">
                  <a:srgbClr val="A5BCD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2" name="ellipse_2139">
              <a:extLst>
                <a:ext uri="{FF2B5EF4-FFF2-40B4-BE49-F238E27FC236}">
                  <a16:creationId xmlns:a16="http://schemas.microsoft.com/office/drawing/2014/main" id="{786629BA-0B6F-6894-EC9D-135EE152806C}"/>
                </a:ext>
              </a:extLst>
            </p:cNvPr>
            <p:cNvSpPr/>
            <p:nvPr/>
          </p:nvSpPr>
          <p:spPr>
            <a:xfrm>
              <a:off x="4423607" y="1603144"/>
              <a:ext cx="26321" cy="2632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8B3DA"/>
                </a:gs>
                <a:gs pos="100000">
                  <a:srgbClr val="54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3" name="ellipse_2140">
              <a:extLst>
                <a:ext uri="{FF2B5EF4-FFF2-40B4-BE49-F238E27FC236}">
                  <a16:creationId xmlns:a16="http://schemas.microsoft.com/office/drawing/2014/main" id="{6A01F0FB-291F-A015-A42A-952B218E4A75}"/>
                </a:ext>
              </a:extLst>
            </p:cNvPr>
            <p:cNvSpPr/>
            <p:nvPr/>
          </p:nvSpPr>
          <p:spPr>
            <a:xfrm>
              <a:off x="4143066" y="1454342"/>
              <a:ext cx="33754" cy="3375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4" name="ellipse_2141">
              <a:extLst>
                <a:ext uri="{FF2B5EF4-FFF2-40B4-BE49-F238E27FC236}">
                  <a16:creationId xmlns:a16="http://schemas.microsoft.com/office/drawing/2014/main" id="{66EBF56F-7E6E-8E8A-7C91-286C56562265}"/>
                </a:ext>
              </a:extLst>
            </p:cNvPr>
            <p:cNvSpPr/>
            <p:nvPr/>
          </p:nvSpPr>
          <p:spPr>
            <a:xfrm>
              <a:off x="4172222" y="1529575"/>
              <a:ext cx="28626" cy="28626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ECBE6"/>
                </a:gs>
                <a:gs pos="100000">
                  <a:srgbClr val="80A4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5" name="ellipse_2142">
              <a:extLst>
                <a:ext uri="{FF2B5EF4-FFF2-40B4-BE49-F238E27FC236}">
                  <a16:creationId xmlns:a16="http://schemas.microsoft.com/office/drawing/2014/main" id="{BD3FF831-7852-8545-E02C-59BD458FA2F2}"/>
                </a:ext>
              </a:extLst>
            </p:cNvPr>
            <p:cNvSpPr/>
            <p:nvPr/>
          </p:nvSpPr>
          <p:spPr>
            <a:xfrm>
              <a:off x="4543531" y="1594407"/>
              <a:ext cx="30468" cy="30468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6" name="ellipse_2143">
              <a:extLst>
                <a:ext uri="{FF2B5EF4-FFF2-40B4-BE49-F238E27FC236}">
                  <a16:creationId xmlns:a16="http://schemas.microsoft.com/office/drawing/2014/main" id="{8DACE373-19FE-D8CA-6A93-44FDB698A44B}"/>
                </a:ext>
              </a:extLst>
            </p:cNvPr>
            <p:cNvSpPr/>
            <p:nvPr/>
          </p:nvSpPr>
          <p:spPr>
            <a:xfrm>
              <a:off x="4485018" y="1527843"/>
              <a:ext cx="27018" cy="27018"/>
            </a:xfrm>
            <a:prstGeom prst="ellipse">
              <a:avLst/>
            </a:prstGeom>
            <a:gradFill flip="none" rotWithShape="1">
              <a:gsLst>
                <a:gs pos="0">
                  <a:srgbClr val="FBF4F4"/>
                </a:gs>
                <a:gs pos="43000">
                  <a:srgbClr val="EDC8CC"/>
                </a:gs>
                <a:gs pos="100000">
                  <a:srgbClr val="C8A1A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7" name="ellipse_2144">
              <a:extLst>
                <a:ext uri="{FF2B5EF4-FFF2-40B4-BE49-F238E27FC236}">
                  <a16:creationId xmlns:a16="http://schemas.microsoft.com/office/drawing/2014/main" id="{8021850D-E323-E044-6D74-8104836CB71B}"/>
                </a:ext>
              </a:extLst>
            </p:cNvPr>
            <p:cNvSpPr/>
            <p:nvPr/>
          </p:nvSpPr>
          <p:spPr>
            <a:xfrm>
              <a:off x="4197746" y="1447194"/>
              <a:ext cx="24842" cy="248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8" name="ellipse_2145">
              <a:extLst>
                <a:ext uri="{FF2B5EF4-FFF2-40B4-BE49-F238E27FC236}">
                  <a16:creationId xmlns:a16="http://schemas.microsoft.com/office/drawing/2014/main" id="{4CCC3730-1D79-698C-023C-914768C6E1B3}"/>
                </a:ext>
              </a:extLst>
            </p:cNvPr>
            <p:cNvSpPr/>
            <p:nvPr/>
          </p:nvSpPr>
          <p:spPr>
            <a:xfrm>
              <a:off x="4457750" y="1465726"/>
              <a:ext cx="30821" cy="3082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19" name="ellipse_2146">
              <a:extLst>
                <a:ext uri="{FF2B5EF4-FFF2-40B4-BE49-F238E27FC236}">
                  <a16:creationId xmlns:a16="http://schemas.microsoft.com/office/drawing/2014/main" id="{A21F4A3C-DD76-1FD4-4DED-424CD358F27D}"/>
                </a:ext>
              </a:extLst>
            </p:cNvPr>
            <p:cNvSpPr/>
            <p:nvPr/>
          </p:nvSpPr>
          <p:spPr>
            <a:xfrm>
              <a:off x="4451010" y="1568162"/>
              <a:ext cx="23766" cy="23766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ADCEE"/>
                </a:gs>
                <a:gs pos="100000">
                  <a:srgbClr val="A0B8C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0" name="ellipse_2147">
              <a:extLst>
                <a:ext uri="{FF2B5EF4-FFF2-40B4-BE49-F238E27FC236}">
                  <a16:creationId xmlns:a16="http://schemas.microsoft.com/office/drawing/2014/main" id="{9A718C97-5C13-2BA4-F1A4-25D40CBB2172}"/>
                </a:ext>
              </a:extLst>
            </p:cNvPr>
            <p:cNvSpPr/>
            <p:nvPr/>
          </p:nvSpPr>
          <p:spPr>
            <a:xfrm>
              <a:off x="4223815" y="1435525"/>
              <a:ext cx="33315" cy="3331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7D5"/>
                </a:gs>
                <a:gs pos="100000">
                  <a:srgbClr val="40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1" name="ellipse_2148">
              <a:extLst>
                <a:ext uri="{FF2B5EF4-FFF2-40B4-BE49-F238E27FC236}">
                  <a16:creationId xmlns:a16="http://schemas.microsoft.com/office/drawing/2014/main" id="{F75CEC6B-2A48-856D-E3CE-137A098A66D8}"/>
                </a:ext>
              </a:extLst>
            </p:cNvPr>
            <p:cNvSpPr/>
            <p:nvPr/>
          </p:nvSpPr>
          <p:spPr>
            <a:xfrm>
              <a:off x="4429682" y="1587437"/>
              <a:ext cx="20909" cy="20909"/>
            </a:xfrm>
            <a:prstGeom prst="ellipse">
              <a:avLst/>
            </a:prstGeom>
            <a:gradFill flip="none" rotWithShape="1">
              <a:gsLst>
                <a:gs pos="0">
                  <a:srgbClr val="ECF2F9"/>
                </a:gs>
                <a:gs pos="43000">
                  <a:srgbClr val="A1C3E1"/>
                </a:gs>
                <a:gs pos="100000">
                  <a:srgbClr val="719B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2" name="ellipse_2149">
              <a:extLst>
                <a:ext uri="{FF2B5EF4-FFF2-40B4-BE49-F238E27FC236}">
                  <a16:creationId xmlns:a16="http://schemas.microsoft.com/office/drawing/2014/main" id="{8D3FD4BA-A651-7935-39D5-4B6D31CE29D5}"/>
                </a:ext>
              </a:extLst>
            </p:cNvPr>
            <p:cNvSpPr/>
            <p:nvPr/>
          </p:nvSpPr>
          <p:spPr>
            <a:xfrm>
              <a:off x="4200321" y="1424891"/>
              <a:ext cx="21059" cy="2105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3" name="ellipse_2150">
              <a:extLst>
                <a:ext uri="{FF2B5EF4-FFF2-40B4-BE49-F238E27FC236}">
                  <a16:creationId xmlns:a16="http://schemas.microsoft.com/office/drawing/2014/main" id="{83B57BD1-2FA9-4974-76A4-4800784046CE}"/>
                </a:ext>
              </a:extLst>
            </p:cNvPr>
            <p:cNvSpPr/>
            <p:nvPr/>
          </p:nvSpPr>
          <p:spPr>
            <a:xfrm>
              <a:off x="4265269" y="1675294"/>
              <a:ext cx="32963" cy="3296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4" name="ellipse_2151">
              <a:extLst>
                <a:ext uri="{FF2B5EF4-FFF2-40B4-BE49-F238E27FC236}">
                  <a16:creationId xmlns:a16="http://schemas.microsoft.com/office/drawing/2014/main" id="{CA1D9A86-DF9F-CBD9-C656-988081C0A408}"/>
                </a:ext>
              </a:extLst>
            </p:cNvPr>
            <p:cNvSpPr/>
            <p:nvPr/>
          </p:nvSpPr>
          <p:spPr>
            <a:xfrm>
              <a:off x="4255395" y="1464436"/>
              <a:ext cx="30049" cy="3004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5" name="ellipse_2152">
              <a:extLst>
                <a:ext uri="{FF2B5EF4-FFF2-40B4-BE49-F238E27FC236}">
                  <a16:creationId xmlns:a16="http://schemas.microsoft.com/office/drawing/2014/main" id="{6C8F6028-4587-3846-21B9-5833E8D4C481}"/>
                </a:ext>
              </a:extLst>
            </p:cNvPr>
            <p:cNvSpPr/>
            <p:nvPr/>
          </p:nvSpPr>
          <p:spPr>
            <a:xfrm>
              <a:off x="4442577" y="1583236"/>
              <a:ext cx="34593" cy="34593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6" name="ellipse_2153">
              <a:extLst>
                <a:ext uri="{FF2B5EF4-FFF2-40B4-BE49-F238E27FC236}">
                  <a16:creationId xmlns:a16="http://schemas.microsoft.com/office/drawing/2014/main" id="{CDA2AC36-0FCA-C664-0122-B23EA963DE72}"/>
                </a:ext>
              </a:extLst>
            </p:cNvPr>
            <p:cNvSpPr/>
            <p:nvPr/>
          </p:nvSpPr>
          <p:spPr>
            <a:xfrm>
              <a:off x="4487089" y="1605392"/>
              <a:ext cx="21701" cy="21701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7" name="ellipse_2154">
              <a:extLst>
                <a:ext uri="{FF2B5EF4-FFF2-40B4-BE49-F238E27FC236}">
                  <a16:creationId xmlns:a16="http://schemas.microsoft.com/office/drawing/2014/main" id="{2AF5E7EF-400D-A8AA-EC6E-CD995996D1D7}"/>
                </a:ext>
              </a:extLst>
            </p:cNvPr>
            <p:cNvSpPr/>
            <p:nvPr/>
          </p:nvSpPr>
          <p:spPr>
            <a:xfrm>
              <a:off x="4496800" y="1560661"/>
              <a:ext cx="29011" cy="2901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5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8" name="ellipse_2155">
              <a:extLst>
                <a:ext uri="{FF2B5EF4-FFF2-40B4-BE49-F238E27FC236}">
                  <a16:creationId xmlns:a16="http://schemas.microsoft.com/office/drawing/2014/main" id="{397DCE5A-EC31-D96D-2E9D-0E2A897BA0C3}"/>
                </a:ext>
              </a:extLst>
            </p:cNvPr>
            <p:cNvSpPr/>
            <p:nvPr/>
          </p:nvSpPr>
          <p:spPr>
            <a:xfrm>
              <a:off x="4296447" y="1640205"/>
              <a:ext cx="28855" cy="28855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29" name="ellipse_2156">
              <a:extLst>
                <a:ext uri="{FF2B5EF4-FFF2-40B4-BE49-F238E27FC236}">
                  <a16:creationId xmlns:a16="http://schemas.microsoft.com/office/drawing/2014/main" id="{677EABBB-ADB7-67C0-161F-9D06063CA954}"/>
                </a:ext>
              </a:extLst>
            </p:cNvPr>
            <p:cNvSpPr/>
            <p:nvPr/>
          </p:nvSpPr>
          <p:spPr>
            <a:xfrm>
              <a:off x="4517139" y="1596962"/>
              <a:ext cx="32658" cy="32658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0" name="ellipse_2157">
              <a:extLst>
                <a:ext uri="{FF2B5EF4-FFF2-40B4-BE49-F238E27FC236}">
                  <a16:creationId xmlns:a16="http://schemas.microsoft.com/office/drawing/2014/main" id="{B07C6409-156A-41B4-8B38-92418D3328AD}"/>
                </a:ext>
              </a:extLst>
            </p:cNvPr>
            <p:cNvSpPr/>
            <p:nvPr/>
          </p:nvSpPr>
          <p:spPr>
            <a:xfrm>
              <a:off x="4387488" y="1548169"/>
              <a:ext cx="31558" cy="31558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1EAF4"/>
                </a:gs>
                <a:gs pos="100000">
                  <a:srgbClr val="BAC8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1" name="ellipse_2158">
              <a:extLst>
                <a:ext uri="{FF2B5EF4-FFF2-40B4-BE49-F238E27FC236}">
                  <a16:creationId xmlns:a16="http://schemas.microsoft.com/office/drawing/2014/main" id="{CB238420-C8BB-EDDD-1DFE-1E71530E537D}"/>
                </a:ext>
              </a:extLst>
            </p:cNvPr>
            <p:cNvSpPr/>
            <p:nvPr/>
          </p:nvSpPr>
          <p:spPr>
            <a:xfrm>
              <a:off x="4404494" y="1366310"/>
              <a:ext cx="20661" cy="20661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7BCDF"/>
                </a:gs>
                <a:gs pos="100000">
                  <a:srgbClr val="6593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2" name="ellipse_2159">
              <a:extLst>
                <a:ext uri="{FF2B5EF4-FFF2-40B4-BE49-F238E27FC236}">
                  <a16:creationId xmlns:a16="http://schemas.microsoft.com/office/drawing/2014/main" id="{1C6307AC-293E-3940-5C38-B7756EA73052}"/>
                </a:ext>
              </a:extLst>
            </p:cNvPr>
            <p:cNvSpPr/>
            <p:nvPr/>
          </p:nvSpPr>
          <p:spPr>
            <a:xfrm>
              <a:off x="4287847" y="1579304"/>
              <a:ext cx="21637" cy="21637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7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3" name="ellipse_2160">
              <a:extLst>
                <a:ext uri="{FF2B5EF4-FFF2-40B4-BE49-F238E27FC236}">
                  <a16:creationId xmlns:a16="http://schemas.microsoft.com/office/drawing/2014/main" id="{1DD9754A-EAB3-FBB4-1EBB-03F2F1FA201F}"/>
                </a:ext>
              </a:extLst>
            </p:cNvPr>
            <p:cNvSpPr/>
            <p:nvPr/>
          </p:nvSpPr>
          <p:spPr>
            <a:xfrm>
              <a:off x="4247333" y="1542048"/>
              <a:ext cx="20042" cy="2004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3C3E2"/>
                </a:gs>
                <a:gs pos="100000">
                  <a:srgbClr val="73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4" name="ellipse_2161">
              <a:extLst>
                <a:ext uri="{FF2B5EF4-FFF2-40B4-BE49-F238E27FC236}">
                  <a16:creationId xmlns:a16="http://schemas.microsoft.com/office/drawing/2014/main" id="{79E50B0F-4276-42C8-2E7C-F5329F37D17C}"/>
                </a:ext>
              </a:extLst>
            </p:cNvPr>
            <p:cNvSpPr/>
            <p:nvPr/>
          </p:nvSpPr>
          <p:spPr>
            <a:xfrm>
              <a:off x="4457286" y="1441037"/>
              <a:ext cx="30843" cy="308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5" name="ellipse_2162">
              <a:extLst>
                <a:ext uri="{FF2B5EF4-FFF2-40B4-BE49-F238E27FC236}">
                  <a16:creationId xmlns:a16="http://schemas.microsoft.com/office/drawing/2014/main" id="{FB51459F-DCE8-B404-C7A3-094370E22E6F}"/>
                </a:ext>
              </a:extLst>
            </p:cNvPr>
            <p:cNvSpPr/>
            <p:nvPr/>
          </p:nvSpPr>
          <p:spPr>
            <a:xfrm>
              <a:off x="4174540" y="1565987"/>
              <a:ext cx="25424" cy="25424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3ECF5"/>
                </a:gs>
                <a:gs pos="100000">
                  <a:srgbClr val="BDCBD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6" name="ellipse_2163">
              <a:extLst>
                <a:ext uri="{FF2B5EF4-FFF2-40B4-BE49-F238E27FC236}">
                  <a16:creationId xmlns:a16="http://schemas.microsoft.com/office/drawing/2014/main" id="{E755F9AB-A8CF-972C-EB2D-552C0D3A7C84}"/>
                </a:ext>
              </a:extLst>
            </p:cNvPr>
            <p:cNvSpPr/>
            <p:nvPr/>
          </p:nvSpPr>
          <p:spPr>
            <a:xfrm>
              <a:off x="4283446" y="1527651"/>
              <a:ext cx="34254" cy="3425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1"/>
                </a:gs>
                <a:gs pos="100000">
                  <a:srgbClr val="6C97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7" name="ellipse_2164">
              <a:extLst>
                <a:ext uri="{FF2B5EF4-FFF2-40B4-BE49-F238E27FC236}">
                  <a16:creationId xmlns:a16="http://schemas.microsoft.com/office/drawing/2014/main" id="{CE907A41-D518-3F1D-C3A0-57F9EF26CE65}"/>
                </a:ext>
              </a:extLst>
            </p:cNvPr>
            <p:cNvSpPr/>
            <p:nvPr/>
          </p:nvSpPr>
          <p:spPr>
            <a:xfrm>
              <a:off x="4643589" y="1587283"/>
              <a:ext cx="23827" cy="2382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8" name="ellipse_2165">
              <a:extLst>
                <a:ext uri="{FF2B5EF4-FFF2-40B4-BE49-F238E27FC236}">
                  <a16:creationId xmlns:a16="http://schemas.microsoft.com/office/drawing/2014/main" id="{3A2118F1-6704-133C-F78E-531A4A008CC0}"/>
                </a:ext>
              </a:extLst>
            </p:cNvPr>
            <p:cNvSpPr/>
            <p:nvPr/>
          </p:nvSpPr>
          <p:spPr>
            <a:xfrm>
              <a:off x="4362350" y="1394370"/>
              <a:ext cx="36100" cy="36100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5D9EC"/>
                </a:gs>
                <a:gs pos="100000">
                  <a:srgbClr val="9AB4C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39" name="ellipse_2166">
              <a:extLst>
                <a:ext uri="{FF2B5EF4-FFF2-40B4-BE49-F238E27FC236}">
                  <a16:creationId xmlns:a16="http://schemas.microsoft.com/office/drawing/2014/main" id="{A5681E39-4D00-C532-F7B4-24598D832801}"/>
                </a:ext>
              </a:extLst>
            </p:cNvPr>
            <p:cNvSpPr/>
            <p:nvPr/>
          </p:nvSpPr>
          <p:spPr>
            <a:xfrm>
              <a:off x="4308980" y="1614559"/>
              <a:ext cx="24285" cy="24285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0" name="ellipse_2167">
              <a:extLst>
                <a:ext uri="{FF2B5EF4-FFF2-40B4-BE49-F238E27FC236}">
                  <a16:creationId xmlns:a16="http://schemas.microsoft.com/office/drawing/2014/main" id="{45AC14A4-6E99-6763-42FF-9F9CDBB73259}"/>
                </a:ext>
              </a:extLst>
            </p:cNvPr>
            <p:cNvSpPr/>
            <p:nvPr/>
          </p:nvSpPr>
          <p:spPr>
            <a:xfrm>
              <a:off x="4258920" y="1604652"/>
              <a:ext cx="35727" cy="35727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B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1" name="ellipse_2168">
              <a:extLst>
                <a:ext uri="{FF2B5EF4-FFF2-40B4-BE49-F238E27FC236}">
                  <a16:creationId xmlns:a16="http://schemas.microsoft.com/office/drawing/2014/main" id="{66837522-9230-ACCD-0CF9-C0CD74441BAA}"/>
                </a:ext>
              </a:extLst>
            </p:cNvPr>
            <p:cNvSpPr/>
            <p:nvPr/>
          </p:nvSpPr>
          <p:spPr>
            <a:xfrm>
              <a:off x="4055626" y="1445608"/>
              <a:ext cx="27529" cy="2752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2" name="ellipse_2169">
              <a:extLst>
                <a:ext uri="{FF2B5EF4-FFF2-40B4-BE49-F238E27FC236}">
                  <a16:creationId xmlns:a16="http://schemas.microsoft.com/office/drawing/2014/main" id="{EFE77510-B504-D1EA-417F-FA144661A214}"/>
                </a:ext>
              </a:extLst>
            </p:cNvPr>
            <p:cNvSpPr/>
            <p:nvPr/>
          </p:nvSpPr>
          <p:spPr>
            <a:xfrm>
              <a:off x="4246396" y="1460762"/>
              <a:ext cx="31802" cy="31802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2AED8"/>
                </a:gs>
                <a:gs pos="100000">
                  <a:srgbClr val="4D83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3" name="ellipse_2170">
              <a:extLst>
                <a:ext uri="{FF2B5EF4-FFF2-40B4-BE49-F238E27FC236}">
                  <a16:creationId xmlns:a16="http://schemas.microsoft.com/office/drawing/2014/main" id="{2D6C5F0E-6E41-961E-F4AE-45DDB067826E}"/>
                </a:ext>
              </a:extLst>
            </p:cNvPr>
            <p:cNvSpPr/>
            <p:nvPr/>
          </p:nvSpPr>
          <p:spPr>
            <a:xfrm>
              <a:off x="4488487" y="1463669"/>
              <a:ext cx="19500" cy="19500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4" name="ellipse_2171">
              <a:extLst>
                <a:ext uri="{FF2B5EF4-FFF2-40B4-BE49-F238E27FC236}">
                  <a16:creationId xmlns:a16="http://schemas.microsoft.com/office/drawing/2014/main" id="{FF980CB9-82B0-8045-C8FE-37FF30E161F4}"/>
                </a:ext>
              </a:extLst>
            </p:cNvPr>
            <p:cNvSpPr/>
            <p:nvPr/>
          </p:nvSpPr>
          <p:spPr>
            <a:xfrm>
              <a:off x="4378658" y="1411914"/>
              <a:ext cx="25207" cy="25207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EEF3F9"/>
                </a:gs>
                <a:gs pos="100000">
                  <a:srgbClr val="CAD3D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5" name="ellipse_2172">
              <a:extLst>
                <a:ext uri="{FF2B5EF4-FFF2-40B4-BE49-F238E27FC236}">
                  <a16:creationId xmlns:a16="http://schemas.microsoft.com/office/drawing/2014/main" id="{51177189-AC89-A143-8F33-6807DF74ED52}"/>
                </a:ext>
              </a:extLst>
            </p:cNvPr>
            <p:cNvSpPr/>
            <p:nvPr/>
          </p:nvSpPr>
          <p:spPr>
            <a:xfrm>
              <a:off x="4369328" y="1415476"/>
              <a:ext cx="35743" cy="3574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2F4"/>
                </a:gs>
                <a:gs pos="100000">
                  <a:srgbClr val="D3D1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6" name="ellipse_2173">
              <a:extLst>
                <a:ext uri="{FF2B5EF4-FFF2-40B4-BE49-F238E27FC236}">
                  <a16:creationId xmlns:a16="http://schemas.microsoft.com/office/drawing/2014/main" id="{977D8148-1E08-C63B-A316-B040FF08E94D}"/>
                </a:ext>
              </a:extLst>
            </p:cNvPr>
            <p:cNvSpPr/>
            <p:nvPr/>
          </p:nvSpPr>
          <p:spPr>
            <a:xfrm>
              <a:off x="4108720" y="1553209"/>
              <a:ext cx="23944" cy="23944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CE7"/>
                </a:gs>
                <a:gs pos="100000">
                  <a:srgbClr val="83A5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7" name="ellipse_2174">
              <a:extLst>
                <a:ext uri="{FF2B5EF4-FFF2-40B4-BE49-F238E27FC236}">
                  <a16:creationId xmlns:a16="http://schemas.microsoft.com/office/drawing/2014/main" id="{154D9869-C263-0AC0-22A9-C9E5F29FA103}"/>
                </a:ext>
              </a:extLst>
            </p:cNvPr>
            <p:cNvSpPr/>
            <p:nvPr/>
          </p:nvSpPr>
          <p:spPr>
            <a:xfrm>
              <a:off x="4471741" y="1503867"/>
              <a:ext cx="25632" cy="25632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8" name="ellipse_2175">
              <a:extLst>
                <a:ext uri="{FF2B5EF4-FFF2-40B4-BE49-F238E27FC236}">
                  <a16:creationId xmlns:a16="http://schemas.microsoft.com/office/drawing/2014/main" id="{97E418BF-BECA-3213-63F2-7A6D75E88864}"/>
                </a:ext>
              </a:extLst>
            </p:cNvPr>
            <p:cNvSpPr/>
            <p:nvPr/>
          </p:nvSpPr>
          <p:spPr>
            <a:xfrm>
              <a:off x="4318731" y="1540689"/>
              <a:ext cx="28238" cy="28238"/>
            </a:xfrm>
            <a:prstGeom prst="ellipse">
              <a:avLst/>
            </a:prstGeom>
            <a:gradFill flip="none" rotWithShape="1">
              <a:gsLst>
                <a:gs pos="0">
                  <a:srgbClr val="EDF4F9"/>
                </a:gs>
                <a:gs pos="43000">
                  <a:srgbClr val="ABC8E4"/>
                </a:gs>
                <a:gs pos="100000">
                  <a:srgbClr val="7CA1C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49" name="ellipse_2176">
              <a:extLst>
                <a:ext uri="{FF2B5EF4-FFF2-40B4-BE49-F238E27FC236}">
                  <a16:creationId xmlns:a16="http://schemas.microsoft.com/office/drawing/2014/main" id="{3F95D632-402C-5C54-1F85-149625D120FD}"/>
                </a:ext>
              </a:extLst>
            </p:cNvPr>
            <p:cNvSpPr/>
            <p:nvPr/>
          </p:nvSpPr>
          <p:spPr>
            <a:xfrm>
              <a:off x="4264380" y="1516974"/>
              <a:ext cx="22493" cy="22493"/>
            </a:xfrm>
            <a:prstGeom prst="ellipse">
              <a:avLst/>
            </a:prstGeom>
            <a:gradFill flip="none" rotWithShape="1">
              <a:gsLst>
                <a:gs pos="0">
                  <a:srgbClr val="E8F1F8"/>
                </a:gs>
                <a:gs pos="43000">
                  <a:srgbClr val="93BADD"/>
                </a:gs>
                <a:gs pos="100000">
                  <a:srgbClr val="6091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0" name="ellipse_2177">
              <a:extLst>
                <a:ext uri="{FF2B5EF4-FFF2-40B4-BE49-F238E27FC236}">
                  <a16:creationId xmlns:a16="http://schemas.microsoft.com/office/drawing/2014/main" id="{B9FD10CB-A0ED-6D39-A2C1-2B98587469ED}"/>
                </a:ext>
              </a:extLst>
            </p:cNvPr>
            <p:cNvSpPr/>
            <p:nvPr/>
          </p:nvSpPr>
          <p:spPr>
            <a:xfrm>
              <a:off x="4223323" y="1483184"/>
              <a:ext cx="26490" cy="2649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EACD7"/>
                </a:gs>
                <a:gs pos="100000">
                  <a:srgbClr val="4881B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1" name="ellipse_2178">
              <a:extLst>
                <a:ext uri="{FF2B5EF4-FFF2-40B4-BE49-F238E27FC236}">
                  <a16:creationId xmlns:a16="http://schemas.microsoft.com/office/drawing/2014/main" id="{E015AC56-4150-1EA0-A4E9-E0D250349EB1}"/>
                </a:ext>
              </a:extLst>
            </p:cNvPr>
            <p:cNvSpPr/>
            <p:nvPr/>
          </p:nvSpPr>
          <p:spPr>
            <a:xfrm>
              <a:off x="4401541" y="1664126"/>
              <a:ext cx="25319" cy="2531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2" name="ellipse_2179">
              <a:extLst>
                <a:ext uri="{FF2B5EF4-FFF2-40B4-BE49-F238E27FC236}">
                  <a16:creationId xmlns:a16="http://schemas.microsoft.com/office/drawing/2014/main" id="{D50E4658-464D-CF10-9A82-4ED2E20D9123}"/>
                </a:ext>
              </a:extLst>
            </p:cNvPr>
            <p:cNvSpPr/>
            <p:nvPr/>
          </p:nvSpPr>
          <p:spPr>
            <a:xfrm>
              <a:off x="4339068" y="1457481"/>
              <a:ext cx="35401" cy="35401"/>
            </a:xfrm>
            <a:prstGeom prst="ellipse">
              <a:avLst/>
            </a:prstGeom>
            <a:gradFill flip="none" rotWithShape="1">
              <a:gsLst>
                <a:gs pos="0">
                  <a:srgbClr val="FDFBFB"/>
                </a:gs>
                <a:gs pos="43000">
                  <a:srgbClr val="F5EAED"/>
                </a:gs>
                <a:gs pos="100000">
                  <a:srgbClr val="D1C8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3" name="ellipse_2180">
              <a:extLst>
                <a:ext uri="{FF2B5EF4-FFF2-40B4-BE49-F238E27FC236}">
                  <a16:creationId xmlns:a16="http://schemas.microsoft.com/office/drawing/2014/main" id="{DCF47F3D-D5FC-9D27-4CB9-6B8DCE96AE57}"/>
                </a:ext>
              </a:extLst>
            </p:cNvPr>
            <p:cNvSpPr/>
            <p:nvPr/>
          </p:nvSpPr>
          <p:spPr>
            <a:xfrm>
              <a:off x="4147487" y="1616286"/>
              <a:ext cx="26099" cy="26099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4" name="ellipse_2181">
              <a:extLst>
                <a:ext uri="{FF2B5EF4-FFF2-40B4-BE49-F238E27FC236}">
                  <a16:creationId xmlns:a16="http://schemas.microsoft.com/office/drawing/2014/main" id="{B8B7E02A-7E8F-2B2F-0BA7-31D39F2B016F}"/>
                </a:ext>
              </a:extLst>
            </p:cNvPr>
            <p:cNvSpPr/>
            <p:nvPr/>
          </p:nvSpPr>
          <p:spPr>
            <a:xfrm>
              <a:off x="4421275" y="1403443"/>
              <a:ext cx="35162" cy="35162"/>
            </a:xfrm>
            <a:prstGeom prst="ellipse">
              <a:avLst/>
            </a:prstGeom>
            <a:gradFill flip="none" rotWithShape="1">
              <a:gsLst>
                <a:gs pos="0">
                  <a:srgbClr val="FCF9FA"/>
                </a:gs>
                <a:gs pos="43000">
                  <a:srgbClr val="F3E3E6"/>
                </a:gs>
                <a:gs pos="100000">
                  <a:srgbClr val="CFC0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5" name="ellipse_2182">
              <a:extLst>
                <a:ext uri="{FF2B5EF4-FFF2-40B4-BE49-F238E27FC236}">
                  <a16:creationId xmlns:a16="http://schemas.microsoft.com/office/drawing/2014/main" id="{9B3E2083-2C5A-8D71-EC99-C3AAD0978A85}"/>
                </a:ext>
              </a:extLst>
            </p:cNvPr>
            <p:cNvSpPr/>
            <p:nvPr/>
          </p:nvSpPr>
          <p:spPr>
            <a:xfrm>
              <a:off x="4115470" y="1492277"/>
              <a:ext cx="31229" cy="31229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6" name="ellipse_2183">
              <a:extLst>
                <a:ext uri="{FF2B5EF4-FFF2-40B4-BE49-F238E27FC236}">
                  <a16:creationId xmlns:a16="http://schemas.microsoft.com/office/drawing/2014/main" id="{6415A768-D8A5-5EEA-6A0F-2FAADBB004C3}"/>
                </a:ext>
              </a:extLst>
            </p:cNvPr>
            <p:cNvSpPr/>
            <p:nvPr/>
          </p:nvSpPr>
          <p:spPr>
            <a:xfrm>
              <a:off x="4091744" y="1552009"/>
              <a:ext cx="22492" cy="22492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A0C2E1"/>
                </a:gs>
                <a:gs pos="100000">
                  <a:srgbClr val="6F9AC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7" name="ellipse_2184">
              <a:extLst>
                <a:ext uri="{FF2B5EF4-FFF2-40B4-BE49-F238E27FC236}">
                  <a16:creationId xmlns:a16="http://schemas.microsoft.com/office/drawing/2014/main" id="{1D9B5F8D-7CBB-5605-2908-158E53F29E19}"/>
                </a:ext>
              </a:extLst>
            </p:cNvPr>
            <p:cNvSpPr/>
            <p:nvPr/>
          </p:nvSpPr>
          <p:spPr>
            <a:xfrm>
              <a:off x="4133493" y="1548733"/>
              <a:ext cx="25991" cy="25991"/>
            </a:xfrm>
            <a:prstGeom prst="ellipse">
              <a:avLst/>
            </a:prstGeom>
            <a:gradFill flip="none" rotWithShape="1">
              <a:gsLst>
                <a:gs pos="0">
                  <a:srgbClr val="F2F6FB"/>
                </a:gs>
                <a:gs pos="43000">
                  <a:srgbClr val="C0D6EB"/>
                </a:gs>
                <a:gs pos="100000">
                  <a:srgbClr val="94B1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8" name="ellipse_2185">
              <a:extLst>
                <a:ext uri="{FF2B5EF4-FFF2-40B4-BE49-F238E27FC236}">
                  <a16:creationId xmlns:a16="http://schemas.microsoft.com/office/drawing/2014/main" id="{DB325903-7737-DE33-C84B-1EB938A88303}"/>
                </a:ext>
              </a:extLst>
            </p:cNvPr>
            <p:cNvSpPr/>
            <p:nvPr/>
          </p:nvSpPr>
          <p:spPr>
            <a:xfrm>
              <a:off x="4250858" y="1579120"/>
              <a:ext cx="23959" cy="23959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4CEE7"/>
                </a:gs>
                <a:gs pos="100000">
                  <a:srgbClr val="87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59" name="ellipse_2186">
              <a:extLst>
                <a:ext uri="{FF2B5EF4-FFF2-40B4-BE49-F238E27FC236}">
                  <a16:creationId xmlns:a16="http://schemas.microsoft.com/office/drawing/2014/main" id="{67E85818-9BB0-4B1C-07E3-B92D8C5357FE}"/>
                </a:ext>
              </a:extLst>
            </p:cNvPr>
            <p:cNvSpPr/>
            <p:nvPr/>
          </p:nvSpPr>
          <p:spPr>
            <a:xfrm>
              <a:off x="4273408" y="1643014"/>
              <a:ext cx="27291" cy="2729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0AED8"/>
                </a:gs>
                <a:gs pos="100000">
                  <a:srgbClr val="4B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0" name="ellipse_2187">
              <a:extLst>
                <a:ext uri="{FF2B5EF4-FFF2-40B4-BE49-F238E27FC236}">
                  <a16:creationId xmlns:a16="http://schemas.microsoft.com/office/drawing/2014/main" id="{A31CC5D7-2CB3-E755-D408-8536212D53D3}"/>
                </a:ext>
              </a:extLst>
            </p:cNvPr>
            <p:cNvSpPr/>
            <p:nvPr/>
          </p:nvSpPr>
          <p:spPr>
            <a:xfrm>
              <a:off x="4321059" y="1463010"/>
              <a:ext cx="28730" cy="28730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1" name="ellipse_2188">
              <a:extLst>
                <a:ext uri="{FF2B5EF4-FFF2-40B4-BE49-F238E27FC236}">
                  <a16:creationId xmlns:a16="http://schemas.microsoft.com/office/drawing/2014/main" id="{F5496B1D-7813-7819-E6C4-541971155E50}"/>
                </a:ext>
              </a:extLst>
            </p:cNvPr>
            <p:cNvSpPr/>
            <p:nvPr/>
          </p:nvSpPr>
          <p:spPr>
            <a:xfrm>
              <a:off x="4421172" y="1439570"/>
              <a:ext cx="30726" cy="30726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2" name="ellipse_2189">
              <a:extLst>
                <a:ext uri="{FF2B5EF4-FFF2-40B4-BE49-F238E27FC236}">
                  <a16:creationId xmlns:a16="http://schemas.microsoft.com/office/drawing/2014/main" id="{8A326DF7-7326-8A15-7473-69D2CCFABF5B}"/>
                </a:ext>
              </a:extLst>
            </p:cNvPr>
            <p:cNvSpPr/>
            <p:nvPr/>
          </p:nvSpPr>
          <p:spPr>
            <a:xfrm>
              <a:off x="4229887" y="1669778"/>
              <a:ext cx="23937" cy="23937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3" name="ellipse_2190">
              <a:extLst>
                <a:ext uri="{FF2B5EF4-FFF2-40B4-BE49-F238E27FC236}">
                  <a16:creationId xmlns:a16="http://schemas.microsoft.com/office/drawing/2014/main" id="{045C20BE-D428-E4E3-2816-B271D7DE5BCC}"/>
                </a:ext>
              </a:extLst>
            </p:cNvPr>
            <p:cNvSpPr/>
            <p:nvPr/>
          </p:nvSpPr>
          <p:spPr>
            <a:xfrm>
              <a:off x="4374353" y="1632975"/>
              <a:ext cx="24495" cy="24495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4" name="ellipse_2191">
              <a:extLst>
                <a:ext uri="{FF2B5EF4-FFF2-40B4-BE49-F238E27FC236}">
                  <a16:creationId xmlns:a16="http://schemas.microsoft.com/office/drawing/2014/main" id="{28661607-30E7-7D8C-B454-D0F74231E68A}"/>
                </a:ext>
              </a:extLst>
            </p:cNvPr>
            <p:cNvSpPr/>
            <p:nvPr/>
          </p:nvSpPr>
          <p:spPr>
            <a:xfrm>
              <a:off x="4300902" y="1684368"/>
              <a:ext cx="24743" cy="2474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5" name="ellipse_2192">
              <a:extLst>
                <a:ext uri="{FF2B5EF4-FFF2-40B4-BE49-F238E27FC236}">
                  <a16:creationId xmlns:a16="http://schemas.microsoft.com/office/drawing/2014/main" id="{093D10E6-6AA5-F110-E451-AA1D4FC68AF3}"/>
                </a:ext>
              </a:extLst>
            </p:cNvPr>
            <p:cNvSpPr/>
            <p:nvPr/>
          </p:nvSpPr>
          <p:spPr>
            <a:xfrm>
              <a:off x="4211047" y="1622071"/>
              <a:ext cx="27475" cy="27475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6CFE8"/>
                </a:gs>
                <a:gs pos="100000">
                  <a:srgbClr val="88A9C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6" name="ellipse_2193">
              <a:extLst>
                <a:ext uri="{FF2B5EF4-FFF2-40B4-BE49-F238E27FC236}">
                  <a16:creationId xmlns:a16="http://schemas.microsoft.com/office/drawing/2014/main" id="{9A0145ED-11CB-9566-CBB0-8F12E93872F5}"/>
                </a:ext>
              </a:extLst>
            </p:cNvPr>
            <p:cNvSpPr/>
            <p:nvPr/>
          </p:nvSpPr>
          <p:spPr>
            <a:xfrm>
              <a:off x="4395435" y="1581312"/>
              <a:ext cx="29624" cy="29624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EC0E1"/>
                </a:gs>
                <a:gs pos="100000">
                  <a:srgbClr val="6D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7" name="ellipse_2194">
              <a:extLst>
                <a:ext uri="{FF2B5EF4-FFF2-40B4-BE49-F238E27FC236}">
                  <a16:creationId xmlns:a16="http://schemas.microsoft.com/office/drawing/2014/main" id="{18DD055C-8BB1-ADE0-3DA3-2480A91F168C}"/>
                </a:ext>
              </a:extLst>
            </p:cNvPr>
            <p:cNvSpPr/>
            <p:nvPr/>
          </p:nvSpPr>
          <p:spPr>
            <a:xfrm>
              <a:off x="4048258" y="1480126"/>
              <a:ext cx="35829" cy="35829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8" name="ellipse_2195">
              <a:extLst>
                <a:ext uri="{FF2B5EF4-FFF2-40B4-BE49-F238E27FC236}">
                  <a16:creationId xmlns:a16="http://schemas.microsoft.com/office/drawing/2014/main" id="{5CC8139A-27F9-82CA-467C-608BCAE58535}"/>
                </a:ext>
              </a:extLst>
            </p:cNvPr>
            <p:cNvSpPr/>
            <p:nvPr/>
          </p:nvSpPr>
          <p:spPr>
            <a:xfrm>
              <a:off x="4492338" y="1548882"/>
              <a:ext cx="24345" cy="24345"/>
            </a:xfrm>
            <a:prstGeom prst="ellipse">
              <a:avLst/>
            </a:prstGeom>
            <a:gradFill flip="none" rotWithShape="1">
              <a:gsLst>
                <a:gs pos="0">
                  <a:srgbClr val="FBFCFD"/>
                </a:gs>
                <a:gs pos="43000">
                  <a:srgbClr val="EAF1F7"/>
                </a:gs>
                <a:gs pos="100000">
                  <a:srgbClr val="C5D0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69" name="ellipse_2196">
              <a:extLst>
                <a:ext uri="{FF2B5EF4-FFF2-40B4-BE49-F238E27FC236}">
                  <a16:creationId xmlns:a16="http://schemas.microsoft.com/office/drawing/2014/main" id="{5B6161FC-0F84-BE6F-173C-95F9CAEFBB21}"/>
                </a:ext>
              </a:extLst>
            </p:cNvPr>
            <p:cNvSpPr/>
            <p:nvPr/>
          </p:nvSpPr>
          <p:spPr>
            <a:xfrm>
              <a:off x="4303160" y="1607853"/>
              <a:ext cx="30281" cy="30281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4B0D9"/>
                </a:gs>
                <a:gs pos="100000">
                  <a:srgbClr val="4F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0" name="ellipse_2197">
              <a:extLst>
                <a:ext uri="{FF2B5EF4-FFF2-40B4-BE49-F238E27FC236}">
                  <a16:creationId xmlns:a16="http://schemas.microsoft.com/office/drawing/2014/main" id="{A0DA4961-E012-8DD3-1D95-31EE488AC6C0}"/>
                </a:ext>
              </a:extLst>
            </p:cNvPr>
            <p:cNvSpPr/>
            <p:nvPr/>
          </p:nvSpPr>
          <p:spPr>
            <a:xfrm>
              <a:off x="4353888" y="1597620"/>
              <a:ext cx="20715" cy="20715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6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1" name="ellipse_2198">
              <a:extLst>
                <a:ext uri="{FF2B5EF4-FFF2-40B4-BE49-F238E27FC236}">
                  <a16:creationId xmlns:a16="http://schemas.microsoft.com/office/drawing/2014/main" id="{916DBC23-8425-B63F-7261-5E1BCD1520CB}"/>
                </a:ext>
              </a:extLst>
            </p:cNvPr>
            <p:cNvSpPr/>
            <p:nvPr/>
          </p:nvSpPr>
          <p:spPr>
            <a:xfrm>
              <a:off x="4339685" y="1653492"/>
              <a:ext cx="30582" cy="3058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4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2" name="ellipse_2199">
              <a:extLst>
                <a:ext uri="{FF2B5EF4-FFF2-40B4-BE49-F238E27FC236}">
                  <a16:creationId xmlns:a16="http://schemas.microsoft.com/office/drawing/2014/main" id="{C19E57D3-C822-45BF-E88B-53B9D7571DD2}"/>
                </a:ext>
              </a:extLst>
            </p:cNvPr>
            <p:cNvSpPr/>
            <p:nvPr/>
          </p:nvSpPr>
          <p:spPr>
            <a:xfrm>
              <a:off x="4211176" y="1555263"/>
              <a:ext cx="22426" cy="22426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3" name="ellipse_2200">
              <a:extLst>
                <a:ext uri="{FF2B5EF4-FFF2-40B4-BE49-F238E27FC236}">
                  <a16:creationId xmlns:a16="http://schemas.microsoft.com/office/drawing/2014/main" id="{8FB3E88D-BB1A-2A49-29F3-C3ECBDD4F0AE}"/>
                </a:ext>
              </a:extLst>
            </p:cNvPr>
            <p:cNvSpPr/>
            <p:nvPr/>
          </p:nvSpPr>
          <p:spPr>
            <a:xfrm>
              <a:off x="4462884" y="1435914"/>
              <a:ext cx="31220" cy="31220"/>
            </a:xfrm>
            <a:prstGeom prst="ellipse">
              <a:avLst/>
            </a:prstGeom>
            <a:gradFill flip="none" rotWithShape="1">
              <a:gsLst>
                <a:gs pos="0">
                  <a:srgbClr val="F8E6E7"/>
                </a:gs>
                <a:gs pos="43000">
                  <a:srgbClr val="DF878B"/>
                </a:gs>
                <a:gs pos="100000">
                  <a:srgbClr val="B8565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4" name="ellipse_2201">
              <a:extLst>
                <a:ext uri="{FF2B5EF4-FFF2-40B4-BE49-F238E27FC236}">
                  <a16:creationId xmlns:a16="http://schemas.microsoft.com/office/drawing/2014/main" id="{C5AF456F-11B0-664C-9F3C-75F181A11802}"/>
                </a:ext>
              </a:extLst>
            </p:cNvPr>
            <p:cNvSpPr/>
            <p:nvPr/>
          </p:nvSpPr>
          <p:spPr>
            <a:xfrm>
              <a:off x="4266414" y="1692646"/>
              <a:ext cx="20268" cy="2026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5" name="ellipse_2202">
              <a:extLst>
                <a:ext uri="{FF2B5EF4-FFF2-40B4-BE49-F238E27FC236}">
                  <a16:creationId xmlns:a16="http://schemas.microsoft.com/office/drawing/2014/main" id="{1B231F3B-0D17-D381-D49C-DB17F332DD18}"/>
                </a:ext>
              </a:extLst>
            </p:cNvPr>
            <p:cNvSpPr/>
            <p:nvPr/>
          </p:nvSpPr>
          <p:spPr>
            <a:xfrm>
              <a:off x="4483555" y="1615434"/>
              <a:ext cx="25340" cy="2534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7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6" name="ellipse_2203">
              <a:extLst>
                <a:ext uri="{FF2B5EF4-FFF2-40B4-BE49-F238E27FC236}">
                  <a16:creationId xmlns:a16="http://schemas.microsoft.com/office/drawing/2014/main" id="{29664548-5D33-AAA0-4C00-DF8968D90B4B}"/>
                </a:ext>
              </a:extLst>
            </p:cNvPr>
            <p:cNvSpPr/>
            <p:nvPr/>
          </p:nvSpPr>
          <p:spPr>
            <a:xfrm>
              <a:off x="4529828" y="1504880"/>
              <a:ext cx="34733" cy="34733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1F3"/>
                </a:gs>
                <a:gs pos="100000">
                  <a:srgbClr val="D3D0D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7" name="ellipse_2204">
              <a:extLst>
                <a:ext uri="{FF2B5EF4-FFF2-40B4-BE49-F238E27FC236}">
                  <a16:creationId xmlns:a16="http://schemas.microsoft.com/office/drawing/2014/main" id="{44973C32-FDDD-BF8B-C0C7-3B0CD2FFF6A1}"/>
                </a:ext>
              </a:extLst>
            </p:cNvPr>
            <p:cNvSpPr/>
            <p:nvPr/>
          </p:nvSpPr>
          <p:spPr>
            <a:xfrm>
              <a:off x="4259420" y="1662443"/>
              <a:ext cx="32679" cy="3267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8" name="ellipse_2205">
              <a:extLst>
                <a:ext uri="{FF2B5EF4-FFF2-40B4-BE49-F238E27FC236}">
                  <a16:creationId xmlns:a16="http://schemas.microsoft.com/office/drawing/2014/main" id="{06DE724D-3730-2454-33C2-5B4C46451AF2}"/>
                </a:ext>
              </a:extLst>
            </p:cNvPr>
            <p:cNvSpPr/>
            <p:nvPr/>
          </p:nvSpPr>
          <p:spPr>
            <a:xfrm>
              <a:off x="4164350" y="1623047"/>
              <a:ext cx="36365" cy="36365"/>
            </a:xfrm>
            <a:prstGeom prst="ellipse">
              <a:avLst/>
            </a:prstGeom>
            <a:gradFill flip="none" rotWithShape="1">
              <a:gsLst>
                <a:gs pos="0">
                  <a:srgbClr val="F0F6FA"/>
                </a:gs>
                <a:gs pos="43000">
                  <a:srgbClr val="B9D2E9"/>
                </a:gs>
                <a:gs pos="100000">
                  <a:srgbClr val="8C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79" name="ellipse_2206">
              <a:extLst>
                <a:ext uri="{FF2B5EF4-FFF2-40B4-BE49-F238E27FC236}">
                  <a16:creationId xmlns:a16="http://schemas.microsoft.com/office/drawing/2014/main" id="{CFCBC54A-C11E-268A-9173-DBFD610DEFFD}"/>
                </a:ext>
              </a:extLst>
            </p:cNvPr>
            <p:cNvSpPr/>
            <p:nvPr/>
          </p:nvSpPr>
          <p:spPr>
            <a:xfrm>
              <a:off x="4174720" y="1571707"/>
              <a:ext cx="20339" cy="20339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0" name="ellipse_2207">
              <a:extLst>
                <a:ext uri="{FF2B5EF4-FFF2-40B4-BE49-F238E27FC236}">
                  <a16:creationId xmlns:a16="http://schemas.microsoft.com/office/drawing/2014/main" id="{DDF5B957-3674-63C9-2AF4-FB333720CD9C}"/>
                </a:ext>
              </a:extLst>
            </p:cNvPr>
            <p:cNvSpPr/>
            <p:nvPr/>
          </p:nvSpPr>
          <p:spPr>
            <a:xfrm>
              <a:off x="4442759" y="1467880"/>
              <a:ext cx="28267" cy="28267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1" name="ellipse_2208">
              <a:extLst>
                <a:ext uri="{FF2B5EF4-FFF2-40B4-BE49-F238E27FC236}">
                  <a16:creationId xmlns:a16="http://schemas.microsoft.com/office/drawing/2014/main" id="{AC6A2CFD-C898-20A5-D310-626F0DDD711B}"/>
                </a:ext>
              </a:extLst>
            </p:cNvPr>
            <p:cNvSpPr/>
            <p:nvPr/>
          </p:nvSpPr>
          <p:spPr>
            <a:xfrm>
              <a:off x="4216943" y="1625920"/>
              <a:ext cx="35489" cy="35489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2" name="ellipse_2209">
              <a:extLst>
                <a:ext uri="{FF2B5EF4-FFF2-40B4-BE49-F238E27FC236}">
                  <a16:creationId xmlns:a16="http://schemas.microsoft.com/office/drawing/2014/main" id="{3F52F3CC-E37E-6053-566B-1A97F0EAA024}"/>
                </a:ext>
              </a:extLst>
            </p:cNvPr>
            <p:cNvSpPr/>
            <p:nvPr/>
          </p:nvSpPr>
          <p:spPr>
            <a:xfrm>
              <a:off x="4372327" y="1669257"/>
              <a:ext cx="36395" cy="36395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3" name="ellipse_2210">
              <a:extLst>
                <a:ext uri="{FF2B5EF4-FFF2-40B4-BE49-F238E27FC236}">
                  <a16:creationId xmlns:a16="http://schemas.microsoft.com/office/drawing/2014/main" id="{2D1B9971-65C9-64CA-7ED2-FE0F93CB5055}"/>
                </a:ext>
              </a:extLst>
            </p:cNvPr>
            <p:cNvSpPr/>
            <p:nvPr/>
          </p:nvSpPr>
          <p:spPr>
            <a:xfrm>
              <a:off x="4169640" y="1618732"/>
              <a:ext cx="34055" cy="34055"/>
            </a:xfrm>
            <a:prstGeom prst="ellipse">
              <a:avLst/>
            </a:prstGeom>
            <a:gradFill flip="none" rotWithShape="1">
              <a:gsLst>
                <a:gs pos="0">
                  <a:srgbClr val="F2F7FB"/>
                </a:gs>
                <a:gs pos="43000">
                  <a:srgbClr val="C3D7EC"/>
                </a:gs>
                <a:gs pos="100000">
                  <a:srgbClr val="97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4" name="ellipse_2211">
              <a:extLst>
                <a:ext uri="{FF2B5EF4-FFF2-40B4-BE49-F238E27FC236}">
                  <a16:creationId xmlns:a16="http://schemas.microsoft.com/office/drawing/2014/main" id="{EEEFA362-EBAA-A495-DB83-240E0BEFA041}"/>
                </a:ext>
              </a:extLst>
            </p:cNvPr>
            <p:cNvSpPr/>
            <p:nvPr/>
          </p:nvSpPr>
          <p:spPr>
            <a:xfrm>
              <a:off x="4313792" y="1396283"/>
              <a:ext cx="29270" cy="2927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5" name="ellipse_2212">
              <a:extLst>
                <a:ext uri="{FF2B5EF4-FFF2-40B4-BE49-F238E27FC236}">
                  <a16:creationId xmlns:a16="http://schemas.microsoft.com/office/drawing/2014/main" id="{1553B031-2533-0EF3-B11E-A3A298DD2527}"/>
                </a:ext>
              </a:extLst>
            </p:cNvPr>
            <p:cNvSpPr/>
            <p:nvPr/>
          </p:nvSpPr>
          <p:spPr>
            <a:xfrm>
              <a:off x="4179309" y="1432837"/>
              <a:ext cx="30914" cy="3091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6" name="ellipse_2213">
              <a:extLst>
                <a:ext uri="{FF2B5EF4-FFF2-40B4-BE49-F238E27FC236}">
                  <a16:creationId xmlns:a16="http://schemas.microsoft.com/office/drawing/2014/main" id="{C0F9C2B7-008A-7843-CE1C-9E9BAEF7F34B}"/>
                </a:ext>
              </a:extLst>
            </p:cNvPr>
            <p:cNvSpPr/>
            <p:nvPr/>
          </p:nvSpPr>
          <p:spPr>
            <a:xfrm>
              <a:off x="4119488" y="1533108"/>
              <a:ext cx="29184" cy="291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7" name="ellipse_2214">
              <a:extLst>
                <a:ext uri="{FF2B5EF4-FFF2-40B4-BE49-F238E27FC236}">
                  <a16:creationId xmlns:a16="http://schemas.microsoft.com/office/drawing/2014/main" id="{63FB8A4A-CCEC-018E-F048-FF786CAE8F5F}"/>
                </a:ext>
              </a:extLst>
            </p:cNvPr>
            <p:cNvSpPr/>
            <p:nvPr/>
          </p:nvSpPr>
          <p:spPr>
            <a:xfrm>
              <a:off x="4374279" y="1463343"/>
              <a:ext cx="31808" cy="3180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49A9F"/>
                </a:gs>
                <a:gs pos="100000">
                  <a:srgbClr val="BD6C7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8" name="ellipse_2215">
              <a:extLst>
                <a:ext uri="{FF2B5EF4-FFF2-40B4-BE49-F238E27FC236}">
                  <a16:creationId xmlns:a16="http://schemas.microsoft.com/office/drawing/2014/main" id="{8677DA1D-78C0-1225-6703-6001EB9854F6}"/>
                </a:ext>
              </a:extLst>
            </p:cNvPr>
            <p:cNvSpPr/>
            <p:nvPr/>
          </p:nvSpPr>
          <p:spPr>
            <a:xfrm>
              <a:off x="4554980" y="1612685"/>
              <a:ext cx="33803" cy="33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89" name="ellipse_2216">
              <a:extLst>
                <a:ext uri="{FF2B5EF4-FFF2-40B4-BE49-F238E27FC236}">
                  <a16:creationId xmlns:a16="http://schemas.microsoft.com/office/drawing/2014/main" id="{EA6717CB-0E34-8D0F-0DDC-B24FC59B912D}"/>
                </a:ext>
              </a:extLst>
            </p:cNvPr>
            <p:cNvSpPr/>
            <p:nvPr/>
          </p:nvSpPr>
          <p:spPr>
            <a:xfrm>
              <a:off x="4259972" y="1386621"/>
              <a:ext cx="36239" cy="36239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0" name="ellipse_2217">
              <a:extLst>
                <a:ext uri="{FF2B5EF4-FFF2-40B4-BE49-F238E27FC236}">
                  <a16:creationId xmlns:a16="http://schemas.microsoft.com/office/drawing/2014/main" id="{3C6AA9F5-99B5-8881-4B36-BA7C0B634BB4}"/>
                </a:ext>
              </a:extLst>
            </p:cNvPr>
            <p:cNvSpPr/>
            <p:nvPr/>
          </p:nvSpPr>
          <p:spPr>
            <a:xfrm>
              <a:off x="4388705" y="1575308"/>
              <a:ext cx="32684" cy="32684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4C4E2"/>
                </a:gs>
                <a:gs pos="100000">
                  <a:srgbClr val="749C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1" name="ellipse_2218">
              <a:extLst>
                <a:ext uri="{FF2B5EF4-FFF2-40B4-BE49-F238E27FC236}">
                  <a16:creationId xmlns:a16="http://schemas.microsoft.com/office/drawing/2014/main" id="{A8D61B11-A05C-902D-366B-0152463D89F1}"/>
                </a:ext>
              </a:extLst>
            </p:cNvPr>
            <p:cNvSpPr/>
            <p:nvPr/>
          </p:nvSpPr>
          <p:spPr>
            <a:xfrm>
              <a:off x="4479568" y="1395923"/>
              <a:ext cx="34044" cy="34044"/>
            </a:xfrm>
            <a:prstGeom prst="ellipse">
              <a:avLst/>
            </a:prstGeom>
            <a:gradFill flip="none" rotWithShape="1">
              <a:gsLst>
                <a:gs pos="0">
                  <a:srgbClr val="FAFBFD"/>
                </a:gs>
                <a:gs pos="43000">
                  <a:srgbClr val="E6EEF6"/>
                </a:gs>
                <a:gs pos="100000">
                  <a:srgbClr val="C0CC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2" name="ellipse_2219">
              <a:extLst>
                <a:ext uri="{FF2B5EF4-FFF2-40B4-BE49-F238E27FC236}">
                  <a16:creationId xmlns:a16="http://schemas.microsoft.com/office/drawing/2014/main" id="{98373FAE-A0E6-ED00-FE82-60C5A290D38A}"/>
                </a:ext>
              </a:extLst>
            </p:cNvPr>
            <p:cNvSpPr/>
            <p:nvPr/>
          </p:nvSpPr>
          <p:spPr>
            <a:xfrm>
              <a:off x="4284660" y="1602255"/>
              <a:ext cx="21197" cy="21197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ADE"/>
                </a:gs>
                <a:gs pos="100000">
                  <a:srgbClr val="61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3" name="ellipse_2220">
              <a:extLst>
                <a:ext uri="{FF2B5EF4-FFF2-40B4-BE49-F238E27FC236}">
                  <a16:creationId xmlns:a16="http://schemas.microsoft.com/office/drawing/2014/main" id="{47053A4A-0686-F8A2-C02A-81B821290D1C}"/>
                </a:ext>
              </a:extLst>
            </p:cNvPr>
            <p:cNvSpPr/>
            <p:nvPr/>
          </p:nvSpPr>
          <p:spPr>
            <a:xfrm>
              <a:off x="4165774" y="1531813"/>
              <a:ext cx="25912" cy="25912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B0CCE6"/>
                </a:gs>
                <a:gs pos="100000">
                  <a:srgbClr val="82A5C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4" name="ellipse_2221">
              <a:extLst>
                <a:ext uri="{FF2B5EF4-FFF2-40B4-BE49-F238E27FC236}">
                  <a16:creationId xmlns:a16="http://schemas.microsoft.com/office/drawing/2014/main" id="{84ABBA91-7890-B5FD-9EFC-4B56985B9971}"/>
                </a:ext>
              </a:extLst>
            </p:cNvPr>
            <p:cNvSpPr/>
            <p:nvPr/>
          </p:nvSpPr>
          <p:spPr>
            <a:xfrm>
              <a:off x="4496640" y="1596997"/>
              <a:ext cx="32682" cy="32682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5" name="ellipse_2222">
              <a:extLst>
                <a:ext uri="{FF2B5EF4-FFF2-40B4-BE49-F238E27FC236}">
                  <a16:creationId xmlns:a16="http://schemas.microsoft.com/office/drawing/2014/main" id="{21832E51-9E5F-92DE-DAC8-CD53B84A55CD}"/>
                </a:ext>
              </a:extLst>
            </p:cNvPr>
            <p:cNvSpPr/>
            <p:nvPr/>
          </p:nvSpPr>
          <p:spPr>
            <a:xfrm>
              <a:off x="4080569" y="1562154"/>
              <a:ext cx="29306" cy="29306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2C3E2"/>
                </a:gs>
                <a:gs pos="100000">
                  <a:srgbClr val="729B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6" name="ellipse_2223">
              <a:extLst>
                <a:ext uri="{FF2B5EF4-FFF2-40B4-BE49-F238E27FC236}">
                  <a16:creationId xmlns:a16="http://schemas.microsoft.com/office/drawing/2014/main" id="{279931E7-BDA8-0938-0C09-93B0843FB81F}"/>
                </a:ext>
              </a:extLst>
            </p:cNvPr>
            <p:cNvSpPr/>
            <p:nvPr/>
          </p:nvSpPr>
          <p:spPr>
            <a:xfrm>
              <a:off x="4109818" y="1517906"/>
              <a:ext cx="20219" cy="20219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9B3DA"/>
                </a:gs>
                <a:gs pos="100000">
                  <a:srgbClr val="5588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7" name="ellipse_2224">
              <a:extLst>
                <a:ext uri="{FF2B5EF4-FFF2-40B4-BE49-F238E27FC236}">
                  <a16:creationId xmlns:a16="http://schemas.microsoft.com/office/drawing/2014/main" id="{3E46A9EE-C8E8-B173-C3AF-5DEBFE1F3FD2}"/>
                </a:ext>
              </a:extLst>
            </p:cNvPr>
            <p:cNvSpPr/>
            <p:nvPr/>
          </p:nvSpPr>
          <p:spPr>
            <a:xfrm>
              <a:off x="4485896" y="1407592"/>
              <a:ext cx="26944" cy="26944"/>
            </a:xfrm>
            <a:prstGeom prst="ellipse">
              <a:avLst/>
            </a:prstGeom>
            <a:gradFill flip="none" rotWithShape="1">
              <a:gsLst>
                <a:gs pos="0">
                  <a:srgbClr val="FDFDFE"/>
                </a:gs>
                <a:gs pos="43000">
                  <a:srgbClr val="F7F6F8"/>
                </a:gs>
                <a:gs pos="100000">
                  <a:srgbClr val="D4D5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8" name="ellipse_2225">
              <a:extLst>
                <a:ext uri="{FF2B5EF4-FFF2-40B4-BE49-F238E27FC236}">
                  <a16:creationId xmlns:a16="http://schemas.microsoft.com/office/drawing/2014/main" id="{24352E1A-34D8-2B52-E4C0-198A50D3C837}"/>
                </a:ext>
              </a:extLst>
            </p:cNvPr>
            <p:cNvSpPr/>
            <p:nvPr/>
          </p:nvSpPr>
          <p:spPr>
            <a:xfrm>
              <a:off x="4195814" y="1538945"/>
              <a:ext cx="28500" cy="28500"/>
            </a:xfrm>
            <a:prstGeom prst="ellipse">
              <a:avLst/>
            </a:prstGeom>
            <a:gradFill flip="none" rotWithShape="1">
              <a:gsLst>
                <a:gs pos="0">
                  <a:srgbClr val="F1F6FA"/>
                </a:gs>
                <a:gs pos="43000">
                  <a:srgbClr val="BAD2E9"/>
                </a:gs>
                <a:gs pos="100000">
                  <a:srgbClr val="8DACC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899" name="ellipse_2226">
              <a:extLst>
                <a:ext uri="{FF2B5EF4-FFF2-40B4-BE49-F238E27FC236}">
                  <a16:creationId xmlns:a16="http://schemas.microsoft.com/office/drawing/2014/main" id="{E5D48CD9-2230-5EB5-B610-D47A04327C9E}"/>
                </a:ext>
              </a:extLst>
            </p:cNvPr>
            <p:cNvSpPr/>
            <p:nvPr/>
          </p:nvSpPr>
          <p:spPr>
            <a:xfrm>
              <a:off x="4140216" y="1445463"/>
              <a:ext cx="30909" cy="30909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0" name="ellipse_2227">
              <a:extLst>
                <a:ext uri="{FF2B5EF4-FFF2-40B4-BE49-F238E27FC236}">
                  <a16:creationId xmlns:a16="http://schemas.microsoft.com/office/drawing/2014/main" id="{3EF779CB-D095-7406-8F2F-74892CADA272}"/>
                </a:ext>
              </a:extLst>
            </p:cNvPr>
            <p:cNvSpPr/>
            <p:nvPr/>
          </p:nvSpPr>
          <p:spPr>
            <a:xfrm>
              <a:off x="4218177" y="1435070"/>
              <a:ext cx="24835" cy="2483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1" name="ellipse_2228">
              <a:extLst>
                <a:ext uri="{FF2B5EF4-FFF2-40B4-BE49-F238E27FC236}">
                  <a16:creationId xmlns:a16="http://schemas.microsoft.com/office/drawing/2014/main" id="{4D3CAC82-F853-5C4A-D9F5-0C2E5CA0749B}"/>
                </a:ext>
              </a:extLst>
            </p:cNvPr>
            <p:cNvSpPr/>
            <p:nvPr/>
          </p:nvSpPr>
          <p:spPr>
            <a:xfrm>
              <a:off x="4396992" y="1424174"/>
              <a:ext cx="31572" cy="31572"/>
            </a:xfrm>
            <a:prstGeom prst="ellipse">
              <a:avLst/>
            </a:prstGeom>
            <a:gradFill flip="none" rotWithShape="1">
              <a:gsLst>
                <a:gs pos="0">
                  <a:srgbClr val="FBF1F2"/>
                </a:gs>
                <a:gs pos="43000">
                  <a:srgbClr val="EBBDC1"/>
                </a:gs>
                <a:gs pos="100000">
                  <a:srgbClr val="C6959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2" name="ellipse_2229">
              <a:extLst>
                <a:ext uri="{FF2B5EF4-FFF2-40B4-BE49-F238E27FC236}">
                  <a16:creationId xmlns:a16="http://schemas.microsoft.com/office/drawing/2014/main" id="{B506E05B-DC28-FB4A-D484-317B3A7CB57C}"/>
                </a:ext>
              </a:extLst>
            </p:cNvPr>
            <p:cNvSpPr/>
            <p:nvPr/>
          </p:nvSpPr>
          <p:spPr>
            <a:xfrm>
              <a:off x="4450606" y="1519243"/>
              <a:ext cx="22570" cy="22570"/>
            </a:xfrm>
            <a:prstGeom prst="ellipse">
              <a:avLst/>
            </a:prstGeom>
            <a:gradFill flip="none" rotWithShape="1">
              <a:gsLst>
                <a:gs pos="0">
                  <a:srgbClr val="F9E6E7"/>
                </a:gs>
                <a:gs pos="43000">
                  <a:srgbClr val="E0898E"/>
                </a:gs>
                <a:gs pos="100000">
                  <a:srgbClr val="B9586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3" name="ellipse_2230">
              <a:extLst>
                <a:ext uri="{FF2B5EF4-FFF2-40B4-BE49-F238E27FC236}">
                  <a16:creationId xmlns:a16="http://schemas.microsoft.com/office/drawing/2014/main" id="{EB20075A-8AD8-A1C3-4877-86E04812BC75}"/>
                </a:ext>
              </a:extLst>
            </p:cNvPr>
            <p:cNvSpPr/>
            <p:nvPr/>
          </p:nvSpPr>
          <p:spPr>
            <a:xfrm>
              <a:off x="4493511" y="1391803"/>
              <a:ext cx="30887" cy="30887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4" name="ellipse_2231">
              <a:extLst>
                <a:ext uri="{FF2B5EF4-FFF2-40B4-BE49-F238E27FC236}">
                  <a16:creationId xmlns:a16="http://schemas.microsoft.com/office/drawing/2014/main" id="{4D309287-A947-CBEB-193B-F66350B13CCF}"/>
                </a:ext>
              </a:extLst>
            </p:cNvPr>
            <p:cNvSpPr/>
            <p:nvPr/>
          </p:nvSpPr>
          <p:spPr>
            <a:xfrm>
              <a:off x="4365893" y="1649463"/>
              <a:ext cx="23524" cy="2352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B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5" name="ellipse_2232">
              <a:extLst>
                <a:ext uri="{FF2B5EF4-FFF2-40B4-BE49-F238E27FC236}">
                  <a16:creationId xmlns:a16="http://schemas.microsoft.com/office/drawing/2014/main" id="{C7004E38-E65B-1FF3-C9DA-B9F1D8134E06}"/>
                </a:ext>
              </a:extLst>
            </p:cNvPr>
            <p:cNvSpPr/>
            <p:nvPr/>
          </p:nvSpPr>
          <p:spPr>
            <a:xfrm>
              <a:off x="4343626" y="1628381"/>
              <a:ext cx="24226" cy="2422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6" name="ellipse_2233">
              <a:extLst>
                <a:ext uri="{FF2B5EF4-FFF2-40B4-BE49-F238E27FC236}">
                  <a16:creationId xmlns:a16="http://schemas.microsoft.com/office/drawing/2014/main" id="{B80EC19B-3113-671C-BC50-EF6C73D0115C}"/>
                </a:ext>
              </a:extLst>
            </p:cNvPr>
            <p:cNvSpPr/>
            <p:nvPr/>
          </p:nvSpPr>
          <p:spPr>
            <a:xfrm>
              <a:off x="4369163" y="1423006"/>
              <a:ext cx="20129" cy="2012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2F6FA"/>
                </a:gs>
                <a:gs pos="100000">
                  <a:srgbClr val="CED5D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7" name="ellipse_2234">
              <a:extLst>
                <a:ext uri="{FF2B5EF4-FFF2-40B4-BE49-F238E27FC236}">
                  <a16:creationId xmlns:a16="http://schemas.microsoft.com/office/drawing/2014/main" id="{1A72FD43-D587-E27C-14DC-B16661879BBC}"/>
                </a:ext>
              </a:extLst>
            </p:cNvPr>
            <p:cNvSpPr/>
            <p:nvPr/>
          </p:nvSpPr>
          <p:spPr>
            <a:xfrm>
              <a:off x="4319544" y="1450468"/>
              <a:ext cx="22903" cy="22903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7DAED"/>
                </a:gs>
                <a:gs pos="100000">
                  <a:srgbClr val="9CB6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8" name="ellipse_2235">
              <a:extLst>
                <a:ext uri="{FF2B5EF4-FFF2-40B4-BE49-F238E27FC236}">
                  <a16:creationId xmlns:a16="http://schemas.microsoft.com/office/drawing/2014/main" id="{3E6C1AE9-91E1-4CE5-4B6A-E47EF04AFA52}"/>
                </a:ext>
              </a:extLst>
            </p:cNvPr>
            <p:cNvSpPr/>
            <p:nvPr/>
          </p:nvSpPr>
          <p:spPr>
            <a:xfrm>
              <a:off x="4341136" y="1630187"/>
              <a:ext cx="33821" cy="33821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09" name="ellipse_2236">
              <a:extLst>
                <a:ext uri="{FF2B5EF4-FFF2-40B4-BE49-F238E27FC236}">
                  <a16:creationId xmlns:a16="http://schemas.microsoft.com/office/drawing/2014/main" id="{EB9D2C39-474F-6C68-6555-F50089E5B0C9}"/>
                </a:ext>
              </a:extLst>
            </p:cNvPr>
            <p:cNvSpPr/>
            <p:nvPr/>
          </p:nvSpPr>
          <p:spPr>
            <a:xfrm>
              <a:off x="4161225" y="1530942"/>
              <a:ext cx="25121" cy="25121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DCAE5"/>
                </a:gs>
                <a:gs pos="100000">
                  <a:srgbClr val="7EA3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0" name="ellipse_2237">
              <a:extLst>
                <a:ext uri="{FF2B5EF4-FFF2-40B4-BE49-F238E27FC236}">
                  <a16:creationId xmlns:a16="http://schemas.microsoft.com/office/drawing/2014/main" id="{DB980468-3491-11A5-DE34-ED12AFAEE91B}"/>
                </a:ext>
              </a:extLst>
            </p:cNvPr>
            <p:cNvSpPr/>
            <p:nvPr/>
          </p:nvSpPr>
          <p:spPr>
            <a:xfrm>
              <a:off x="4203426" y="1536802"/>
              <a:ext cx="26566" cy="26566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DE7"/>
                </a:gs>
                <a:gs pos="100000">
                  <a:srgbClr val="85A7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1" name="ellipse_2238">
              <a:extLst>
                <a:ext uri="{FF2B5EF4-FFF2-40B4-BE49-F238E27FC236}">
                  <a16:creationId xmlns:a16="http://schemas.microsoft.com/office/drawing/2014/main" id="{8E17EA45-1136-FEAC-C65F-0E6508CB01F3}"/>
                </a:ext>
              </a:extLst>
            </p:cNvPr>
            <p:cNvSpPr/>
            <p:nvPr/>
          </p:nvSpPr>
          <p:spPr>
            <a:xfrm>
              <a:off x="4482696" y="1603333"/>
              <a:ext cx="28320" cy="28320"/>
            </a:xfrm>
            <a:prstGeom prst="ellipse">
              <a:avLst/>
            </a:prstGeom>
            <a:gradFill flip="none" rotWithShape="1">
              <a:gsLst>
                <a:gs pos="0">
                  <a:srgbClr val="E6EEF7"/>
                </a:gs>
                <a:gs pos="43000">
                  <a:srgbClr val="85B0D9"/>
                </a:gs>
                <a:gs pos="100000">
                  <a:srgbClr val="5085B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2" name="ellipse_2239">
              <a:extLst>
                <a:ext uri="{FF2B5EF4-FFF2-40B4-BE49-F238E27FC236}">
                  <a16:creationId xmlns:a16="http://schemas.microsoft.com/office/drawing/2014/main" id="{3F298802-FC4A-60AC-8577-0284DFFFD6F3}"/>
                </a:ext>
              </a:extLst>
            </p:cNvPr>
            <p:cNvSpPr/>
            <p:nvPr/>
          </p:nvSpPr>
          <p:spPr>
            <a:xfrm>
              <a:off x="4197066" y="1522229"/>
              <a:ext cx="22601" cy="22601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DC0E0"/>
                </a:gs>
                <a:gs pos="100000">
                  <a:srgbClr val="6C97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3" name="ellipse_2240">
              <a:extLst>
                <a:ext uri="{FF2B5EF4-FFF2-40B4-BE49-F238E27FC236}">
                  <a16:creationId xmlns:a16="http://schemas.microsoft.com/office/drawing/2014/main" id="{918AFC04-A779-96A4-64A7-5788FA94E0D6}"/>
                </a:ext>
              </a:extLst>
            </p:cNvPr>
            <p:cNvSpPr/>
            <p:nvPr/>
          </p:nvSpPr>
          <p:spPr>
            <a:xfrm>
              <a:off x="4144638" y="1578773"/>
              <a:ext cx="26817" cy="26817"/>
            </a:xfrm>
            <a:prstGeom prst="ellipse">
              <a:avLst/>
            </a:prstGeom>
            <a:gradFill flip="none" rotWithShape="1">
              <a:gsLst>
                <a:gs pos="0">
                  <a:srgbClr val="F9FBFD"/>
                </a:gs>
                <a:gs pos="43000">
                  <a:srgbClr val="E4ECF6"/>
                </a:gs>
                <a:gs pos="100000">
                  <a:srgbClr val="BDCB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4" name="ellipse_2241">
              <a:extLst>
                <a:ext uri="{FF2B5EF4-FFF2-40B4-BE49-F238E27FC236}">
                  <a16:creationId xmlns:a16="http://schemas.microsoft.com/office/drawing/2014/main" id="{0477F0B2-C26F-BF20-ED5F-4626A7B91A43}"/>
                </a:ext>
              </a:extLst>
            </p:cNvPr>
            <p:cNvSpPr/>
            <p:nvPr/>
          </p:nvSpPr>
          <p:spPr>
            <a:xfrm>
              <a:off x="4441221" y="1606601"/>
              <a:ext cx="26804" cy="2680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5" name="ellipse_2242">
              <a:extLst>
                <a:ext uri="{FF2B5EF4-FFF2-40B4-BE49-F238E27FC236}">
                  <a16:creationId xmlns:a16="http://schemas.microsoft.com/office/drawing/2014/main" id="{F1FC3FD9-B686-6342-26C3-352AFF4B8C55}"/>
                </a:ext>
              </a:extLst>
            </p:cNvPr>
            <p:cNvSpPr/>
            <p:nvPr/>
          </p:nvSpPr>
          <p:spPr>
            <a:xfrm>
              <a:off x="4334837" y="1431903"/>
              <a:ext cx="27902" cy="27902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5E4F1"/>
                </a:gs>
                <a:gs pos="100000">
                  <a:srgbClr val="AD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6" name="ellipse_2243">
              <a:extLst>
                <a:ext uri="{FF2B5EF4-FFF2-40B4-BE49-F238E27FC236}">
                  <a16:creationId xmlns:a16="http://schemas.microsoft.com/office/drawing/2014/main" id="{AA378CEF-E3C5-18D9-28F8-158260A0061D}"/>
                </a:ext>
              </a:extLst>
            </p:cNvPr>
            <p:cNvSpPr/>
            <p:nvPr/>
          </p:nvSpPr>
          <p:spPr>
            <a:xfrm>
              <a:off x="4400306" y="1450110"/>
              <a:ext cx="32534" cy="32534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7" name="ellipse_2244">
              <a:extLst>
                <a:ext uri="{FF2B5EF4-FFF2-40B4-BE49-F238E27FC236}">
                  <a16:creationId xmlns:a16="http://schemas.microsoft.com/office/drawing/2014/main" id="{7B50744A-6D9A-043F-D7E7-0F7288434828}"/>
                </a:ext>
              </a:extLst>
            </p:cNvPr>
            <p:cNvSpPr/>
            <p:nvPr/>
          </p:nvSpPr>
          <p:spPr>
            <a:xfrm>
              <a:off x="4216796" y="1447370"/>
              <a:ext cx="23756" cy="2375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5A6D5"/>
                </a:gs>
                <a:gs pos="100000">
                  <a:srgbClr val="3E7A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8" name="ellipse_2245">
              <a:extLst>
                <a:ext uri="{FF2B5EF4-FFF2-40B4-BE49-F238E27FC236}">
                  <a16:creationId xmlns:a16="http://schemas.microsoft.com/office/drawing/2014/main" id="{17A394B8-5DE3-F3D9-2F7F-57C5BC529DBE}"/>
                </a:ext>
              </a:extLst>
            </p:cNvPr>
            <p:cNvSpPr/>
            <p:nvPr/>
          </p:nvSpPr>
          <p:spPr>
            <a:xfrm>
              <a:off x="4370480" y="1659527"/>
              <a:ext cx="19803" cy="19803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9" name="ellipse_2246">
              <a:extLst>
                <a:ext uri="{FF2B5EF4-FFF2-40B4-BE49-F238E27FC236}">
                  <a16:creationId xmlns:a16="http://schemas.microsoft.com/office/drawing/2014/main" id="{43B68530-5A46-B707-8B34-D5A65C2CD3DD}"/>
                </a:ext>
              </a:extLst>
            </p:cNvPr>
            <p:cNvSpPr/>
            <p:nvPr/>
          </p:nvSpPr>
          <p:spPr>
            <a:xfrm>
              <a:off x="4529718" y="1436043"/>
              <a:ext cx="27552" cy="27552"/>
            </a:xfrm>
            <a:prstGeom prst="ellipse">
              <a:avLst/>
            </a:prstGeom>
            <a:gradFill flip="none" rotWithShape="1">
              <a:gsLst>
                <a:gs pos="0">
                  <a:srgbClr val="FDFCFD"/>
                </a:gs>
                <a:gs pos="43000">
                  <a:srgbClr val="F6F3F6"/>
                </a:gs>
                <a:gs pos="100000">
                  <a:srgbClr val="D3D2D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0" name="ellipse_2247">
              <a:extLst>
                <a:ext uri="{FF2B5EF4-FFF2-40B4-BE49-F238E27FC236}">
                  <a16:creationId xmlns:a16="http://schemas.microsoft.com/office/drawing/2014/main" id="{466DB010-E058-126C-3239-E32516346232}"/>
                </a:ext>
              </a:extLst>
            </p:cNvPr>
            <p:cNvSpPr/>
            <p:nvPr/>
          </p:nvSpPr>
          <p:spPr>
            <a:xfrm>
              <a:off x="4155808" y="1608147"/>
              <a:ext cx="21024" cy="21024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9E6F2"/>
                </a:gs>
                <a:gs pos="100000">
                  <a:srgbClr val="B1C3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1" name="ellipse_2248">
              <a:extLst>
                <a:ext uri="{FF2B5EF4-FFF2-40B4-BE49-F238E27FC236}">
                  <a16:creationId xmlns:a16="http://schemas.microsoft.com/office/drawing/2014/main" id="{0DAA6709-BEA1-9625-CF63-12B0C7BA4688}"/>
                </a:ext>
              </a:extLst>
            </p:cNvPr>
            <p:cNvSpPr/>
            <p:nvPr/>
          </p:nvSpPr>
          <p:spPr>
            <a:xfrm>
              <a:off x="4430114" y="1433963"/>
              <a:ext cx="19388" cy="19388"/>
            </a:xfrm>
            <a:prstGeom prst="ellipse">
              <a:avLst/>
            </a:prstGeom>
            <a:gradFill flip="none" rotWithShape="1">
              <a:gsLst>
                <a:gs pos="0">
                  <a:srgbClr val="F9EAEB"/>
                </a:gs>
                <a:gs pos="43000">
                  <a:srgbClr val="E3999D"/>
                </a:gs>
                <a:gs pos="100000">
                  <a:srgbClr val="BD6A7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2" name="ellipse_2249">
              <a:extLst>
                <a:ext uri="{FF2B5EF4-FFF2-40B4-BE49-F238E27FC236}">
                  <a16:creationId xmlns:a16="http://schemas.microsoft.com/office/drawing/2014/main" id="{3D91868B-F433-B949-10BC-17C562F275F3}"/>
                </a:ext>
              </a:extLst>
            </p:cNvPr>
            <p:cNvSpPr/>
            <p:nvPr/>
          </p:nvSpPr>
          <p:spPr>
            <a:xfrm>
              <a:off x="4348582" y="1617385"/>
              <a:ext cx="30384" cy="3038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3" name="ellipse_2250">
              <a:extLst>
                <a:ext uri="{FF2B5EF4-FFF2-40B4-BE49-F238E27FC236}">
                  <a16:creationId xmlns:a16="http://schemas.microsoft.com/office/drawing/2014/main" id="{D06AA5D7-CA78-95E8-883A-66655566DC5E}"/>
                </a:ext>
              </a:extLst>
            </p:cNvPr>
            <p:cNvSpPr/>
            <p:nvPr/>
          </p:nvSpPr>
          <p:spPr>
            <a:xfrm>
              <a:off x="4463319" y="1574688"/>
              <a:ext cx="25872" cy="25872"/>
            </a:xfrm>
            <a:prstGeom prst="ellipse">
              <a:avLst/>
            </a:prstGeom>
            <a:gradFill flip="none" rotWithShape="1">
              <a:gsLst>
                <a:gs pos="0">
                  <a:srgbClr val="F0F5FA"/>
                </a:gs>
                <a:gs pos="43000">
                  <a:srgbClr val="B5CFE7"/>
                </a:gs>
                <a:gs pos="100000">
                  <a:srgbClr val="88A9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4" name="ellipse_2251">
              <a:extLst>
                <a:ext uri="{FF2B5EF4-FFF2-40B4-BE49-F238E27FC236}">
                  <a16:creationId xmlns:a16="http://schemas.microsoft.com/office/drawing/2014/main" id="{D036FC62-92CC-B774-21CA-93CDC5A1E207}"/>
                </a:ext>
              </a:extLst>
            </p:cNvPr>
            <p:cNvSpPr/>
            <p:nvPr/>
          </p:nvSpPr>
          <p:spPr>
            <a:xfrm>
              <a:off x="4531596" y="1568921"/>
              <a:ext cx="28919" cy="28919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9BDDF"/>
                </a:gs>
                <a:gs pos="100000">
                  <a:srgbClr val="6895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5" name="ellipse_2252">
              <a:extLst>
                <a:ext uri="{FF2B5EF4-FFF2-40B4-BE49-F238E27FC236}">
                  <a16:creationId xmlns:a16="http://schemas.microsoft.com/office/drawing/2014/main" id="{054F3B6E-FFCA-9294-A608-ECC45732754F}"/>
                </a:ext>
              </a:extLst>
            </p:cNvPr>
            <p:cNvSpPr/>
            <p:nvPr/>
          </p:nvSpPr>
          <p:spPr>
            <a:xfrm>
              <a:off x="4374229" y="1660093"/>
              <a:ext cx="34954" cy="34954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6" name="ellipse_2253">
              <a:extLst>
                <a:ext uri="{FF2B5EF4-FFF2-40B4-BE49-F238E27FC236}">
                  <a16:creationId xmlns:a16="http://schemas.microsoft.com/office/drawing/2014/main" id="{3C33DCDD-97D8-0CF9-45D3-FB38CCC98243}"/>
                </a:ext>
              </a:extLst>
            </p:cNvPr>
            <p:cNvSpPr/>
            <p:nvPr/>
          </p:nvSpPr>
          <p:spPr>
            <a:xfrm>
              <a:off x="4263352" y="1508604"/>
              <a:ext cx="27274" cy="27274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2B8DD"/>
                </a:gs>
                <a:gs pos="100000">
                  <a:srgbClr val="608F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7" name="ellipse_2254">
              <a:extLst>
                <a:ext uri="{FF2B5EF4-FFF2-40B4-BE49-F238E27FC236}">
                  <a16:creationId xmlns:a16="http://schemas.microsoft.com/office/drawing/2014/main" id="{45440191-CB8E-0282-F392-BF49B80D002C}"/>
                </a:ext>
              </a:extLst>
            </p:cNvPr>
            <p:cNvSpPr/>
            <p:nvPr/>
          </p:nvSpPr>
          <p:spPr>
            <a:xfrm>
              <a:off x="4379064" y="1465078"/>
              <a:ext cx="29615" cy="29615"/>
            </a:xfrm>
            <a:prstGeom prst="ellipse">
              <a:avLst/>
            </a:prstGeom>
            <a:gradFill flip="none" rotWithShape="1">
              <a:gsLst>
                <a:gs pos="0">
                  <a:srgbClr val="F9E8E9"/>
                </a:gs>
                <a:gs pos="43000">
                  <a:srgbClr val="E19296"/>
                </a:gs>
                <a:gs pos="100000">
                  <a:srgbClr val="BB626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8" name="ellipse_2255">
              <a:extLst>
                <a:ext uri="{FF2B5EF4-FFF2-40B4-BE49-F238E27FC236}">
                  <a16:creationId xmlns:a16="http://schemas.microsoft.com/office/drawing/2014/main" id="{ED46A7AD-7F70-4753-E76D-02E312665A17}"/>
                </a:ext>
              </a:extLst>
            </p:cNvPr>
            <p:cNvSpPr/>
            <p:nvPr/>
          </p:nvSpPr>
          <p:spPr>
            <a:xfrm>
              <a:off x="4333679" y="1393440"/>
              <a:ext cx="26335" cy="26335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29" name="ellipse_2256">
              <a:extLst>
                <a:ext uri="{FF2B5EF4-FFF2-40B4-BE49-F238E27FC236}">
                  <a16:creationId xmlns:a16="http://schemas.microsoft.com/office/drawing/2014/main" id="{91CDD69E-AFC2-3EC5-DE24-94A57FC5E4CA}"/>
                </a:ext>
              </a:extLst>
            </p:cNvPr>
            <p:cNvSpPr/>
            <p:nvPr/>
          </p:nvSpPr>
          <p:spPr>
            <a:xfrm>
              <a:off x="4603700" y="1511648"/>
              <a:ext cx="33300" cy="33300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9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0" name="ellipse_2257">
              <a:extLst>
                <a:ext uri="{FF2B5EF4-FFF2-40B4-BE49-F238E27FC236}">
                  <a16:creationId xmlns:a16="http://schemas.microsoft.com/office/drawing/2014/main" id="{E7AE554C-5C09-7013-2831-E60314E85504}"/>
                </a:ext>
              </a:extLst>
            </p:cNvPr>
            <p:cNvSpPr/>
            <p:nvPr/>
          </p:nvSpPr>
          <p:spPr>
            <a:xfrm>
              <a:off x="4612515" y="1554699"/>
              <a:ext cx="35513" cy="3551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9A9D6"/>
                </a:gs>
                <a:gs pos="100000">
                  <a:srgbClr val="43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1" name="ellipse_2258">
              <a:extLst>
                <a:ext uri="{FF2B5EF4-FFF2-40B4-BE49-F238E27FC236}">
                  <a16:creationId xmlns:a16="http://schemas.microsoft.com/office/drawing/2014/main" id="{16795F78-F22B-94B3-45AB-DA03FB9E1157}"/>
                </a:ext>
              </a:extLst>
            </p:cNvPr>
            <p:cNvSpPr/>
            <p:nvPr/>
          </p:nvSpPr>
          <p:spPr>
            <a:xfrm>
              <a:off x="4293316" y="1609491"/>
              <a:ext cx="35894" cy="35894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5B1DA"/>
                </a:gs>
                <a:gs pos="100000">
                  <a:srgbClr val="5186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2" name="ellipse_2259">
              <a:extLst>
                <a:ext uri="{FF2B5EF4-FFF2-40B4-BE49-F238E27FC236}">
                  <a16:creationId xmlns:a16="http://schemas.microsoft.com/office/drawing/2014/main" id="{08962B8B-EAF2-969C-088B-844C58C79206}"/>
                </a:ext>
              </a:extLst>
            </p:cNvPr>
            <p:cNvSpPr/>
            <p:nvPr/>
          </p:nvSpPr>
          <p:spPr>
            <a:xfrm>
              <a:off x="4465841" y="1446603"/>
              <a:ext cx="29343" cy="2934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3" name="ellipse_2260">
              <a:extLst>
                <a:ext uri="{FF2B5EF4-FFF2-40B4-BE49-F238E27FC236}">
                  <a16:creationId xmlns:a16="http://schemas.microsoft.com/office/drawing/2014/main" id="{D54EC136-A3C0-3BB4-0E4B-94C6B9CD505B}"/>
                </a:ext>
              </a:extLst>
            </p:cNvPr>
            <p:cNvSpPr/>
            <p:nvPr/>
          </p:nvSpPr>
          <p:spPr>
            <a:xfrm>
              <a:off x="4395565" y="1451343"/>
              <a:ext cx="34062" cy="34062"/>
            </a:xfrm>
            <a:prstGeom prst="ellipse">
              <a:avLst/>
            </a:prstGeom>
            <a:gradFill flip="none" rotWithShape="1">
              <a:gsLst>
                <a:gs pos="0">
                  <a:srgbClr val="F8E3E4"/>
                </a:gs>
                <a:gs pos="43000">
                  <a:srgbClr val="DC797E"/>
                </a:gs>
                <a:gs pos="100000">
                  <a:srgbClr val="B5464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4" name="ellipse_2261">
              <a:extLst>
                <a:ext uri="{FF2B5EF4-FFF2-40B4-BE49-F238E27FC236}">
                  <a16:creationId xmlns:a16="http://schemas.microsoft.com/office/drawing/2014/main" id="{910AC8AB-E534-BC7D-7D26-1DF7703C9F9B}"/>
                </a:ext>
              </a:extLst>
            </p:cNvPr>
            <p:cNvSpPr/>
            <p:nvPr/>
          </p:nvSpPr>
          <p:spPr>
            <a:xfrm>
              <a:off x="4447971" y="1453977"/>
              <a:ext cx="20526" cy="20526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5" name="ellipse_2262">
              <a:extLst>
                <a:ext uri="{FF2B5EF4-FFF2-40B4-BE49-F238E27FC236}">
                  <a16:creationId xmlns:a16="http://schemas.microsoft.com/office/drawing/2014/main" id="{9D6A813D-23DE-D94E-B24E-CC0472E9F498}"/>
                </a:ext>
              </a:extLst>
            </p:cNvPr>
            <p:cNvSpPr/>
            <p:nvPr/>
          </p:nvSpPr>
          <p:spPr>
            <a:xfrm>
              <a:off x="4414105" y="1439212"/>
              <a:ext cx="23231" cy="23231"/>
            </a:xfrm>
            <a:prstGeom prst="ellipse">
              <a:avLst/>
            </a:prstGeom>
            <a:gradFill flip="none" rotWithShape="1">
              <a:gsLst>
                <a:gs pos="0">
                  <a:srgbClr val="F9E8E8"/>
                </a:gs>
                <a:gs pos="43000">
                  <a:srgbClr val="E18F93"/>
                </a:gs>
                <a:gs pos="100000">
                  <a:srgbClr val="BA5F6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6" name="ellipse_2263">
              <a:extLst>
                <a:ext uri="{FF2B5EF4-FFF2-40B4-BE49-F238E27FC236}">
                  <a16:creationId xmlns:a16="http://schemas.microsoft.com/office/drawing/2014/main" id="{7E503169-E20F-FBFD-EC10-E06E332126CF}"/>
                </a:ext>
              </a:extLst>
            </p:cNvPr>
            <p:cNvSpPr/>
            <p:nvPr/>
          </p:nvSpPr>
          <p:spPr>
            <a:xfrm>
              <a:off x="4382949" y="1613377"/>
              <a:ext cx="25360" cy="25360"/>
            </a:xfrm>
            <a:prstGeom prst="ellipse">
              <a:avLst/>
            </a:prstGeom>
            <a:gradFill flip="none" rotWithShape="1">
              <a:gsLst>
                <a:gs pos="0">
                  <a:srgbClr val="E4EEF7"/>
                </a:gs>
                <a:gs pos="43000">
                  <a:srgbClr val="7DABD7"/>
                </a:gs>
                <a:gs pos="100000">
                  <a:srgbClr val="4880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7" name="ellipse_2264">
              <a:extLst>
                <a:ext uri="{FF2B5EF4-FFF2-40B4-BE49-F238E27FC236}">
                  <a16:creationId xmlns:a16="http://schemas.microsoft.com/office/drawing/2014/main" id="{7A0B2A4C-4B15-955A-87D5-CB1D5DB1278B}"/>
                </a:ext>
              </a:extLst>
            </p:cNvPr>
            <p:cNvSpPr/>
            <p:nvPr/>
          </p:nvSpPr>
          <p:spPr>
            <a:xfrm>
              <a:off x="4431400" y="1599480"/>
              <a:ext cx="21660" cy="2166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8FB7DC"/>
                </a:gs>
                <a:gs pos="100000">
                  <a:srgbClr val="5C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8" name="ellipse_2265">
              <a:extLst>
                <a:ext uri="{FF2B5EF4-FFF2-40B4-BE49-F238E27FC236}">
                  <a16:creationId xmlns:a16="http://schemas.microsoft.com/office/drawing/2014/main" id="{19E09C88-4D2A-27FD-87BC-6B2B7A995E92}"/>
                </a:ext>
              </a:extLst>
            </p:cNvPr>
            <p:cNvSpPr/>
            <p:nvPr/>
          </p:nvSpPr>
          <p:spPr>
            <a:xfrm>
              <a:off x="4137969" y="1490081"/>
              <a:ext cx="25196" cy="2519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CABD7"/>
                </a:gs>
                <a:gs pos="100000">
                  <a:srgbClr val="467F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39" name="ellipse_2266">
              <a:extLst>
                <a:ext uri="{FF2B5EF4-FFF2-40B4-BE49-F238E27FC236}">
                  <a16:creationId xmlns:a16="http://schemas.microsoft.com/office/drawing/2014/main" id="{3AE80D41-CA7A-DA50-10D0-DFBE2E98DD84}"/>
                </a:ext>
              </a:extLst>
            </p:cNvPr>
            <p:cNvSpPr/>
            <p:nvPr/>
          </p:nvSpPr>
          <p:spPr>
            <a:xfrm>
              <a:off x="4390923" y="1523400"/>
              <a:ext cx="28756" cy="28756"/>
            </a:xfrm>
            <a:prstGeom prst="ellipse">
              <a:avLst/>
            </a:prstGeom>
            <a:gradFill flip="none" rotWithShape="1">
              <a:gsLst>
                <a:gs pos="0">
                  <a:srgbClr val="FBF3F4"/>
                </a:gs>
                <a:gs pos="43000">
                  <a:srgbClr val="EDC6CA"/>
                </a:gs>
                <a:gs pos="100000">
                  <a:srgbClr val="C89FA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0" name="ellipse_2267">
              <a:extLst>
                <a:ext uri="{FF2B5EF4-FFF2-40B4-BE49-F238E27FC236}">
                  <a16:creationId xmlns:a16="http://schemas.microsoft.com/office/drawing/2014/main" id="{FA732ED8-5127-2DEF-E938-D9DBC0CD80D1}"/>
                </a:ext>
              </a:extLst>
            </p:cNvPr>
            <p:cNvSpPr/>
            <p:nvPr/>
          </p:nvSpPr>
          <p:spPr>
            <a:xfrm>
              <a:off x="4421907" y="1413437"/>
              <a:ext cx="21785" cy="21785"/>
            </a:xfrm>
            <a:prstGeom prst="ellipse">
              <a:avLst/>
            </a:prstGeom>
            <a:gradFill flip="none" rotWithShape="1">
              <a:gsLst>
                <a:gs pos="0">
                  <a:srgbClr val="FCF8F8"/>
                </a:gs>
                <a:gs pos="43000">
                  <a:srgbClr val="F1DCDF"/>
                </a:gs>
                <a:gs pos="100000">
                  <a:srgbClr val="CDB8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1" name="ellipse_2268">
              <a:extLst>
                <a:ext uri="{FF2B5EF4-FFF2-40B4-BE49-F238E27FC236}">
                  <a16:creationId xmlns:a16="http://schemas.microsoft.com/office/drawing/2014/main" id="{4441F2C1-DD8A-3A5B-9C30-49482C3CFA98}"/>
                </a:ext>
              </a:extLst>
            </p:cNvPr>
            <p:cNvSpPr/>
            <p:nvPr/>
          </p:nvSpPr>
          <p:spPr>
            <a:xfrm>
              <a:off x="4389016" y="1638974"/>
              <a:ext cx="32977" cy="3297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2" name="ellipse_2269">
              <a:extLst>
                <a:ext uri="{FF2B5EF4-FFF2-40B4-BE49-F238E27FC236}">
                  <a16:creationId xmlns:a16="http://schemas.microsoft.com/office/drawing/2014/main" id="{2C915FCD-7904-E870-2184-FB0E8CD6CE52}"/>
                </a:ext>
              </a:extLst>
            </p:cNvPr>
            <p:cNvSpPr/>
            <p:nvPr/>
          </p:nvSpPr>
          <p:spPr>
            <a:xfrm>
              <a:off x="4134968" y="1559389"/>
              <a:ext cx="34498" cy="34498"/>
            </a:xfrm>
            <a:prstGeom prst="ellipse">
              <a:avLst/>
            </a:prstGeom>
            <a:gradFill flip="none" rotWithShape="1">
              <a:gsLst>
                <a:gs pos="0">
                  <a:srgbClr val="F6F9FC"/>
                </a:gs>
                <a:gs pos="43000">
                  <a:srgbClr val="D6E4F1"/>
                </a:gs>
                <a:gs pos="100000">
                  <a:srgbClr val="AEC1D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3" name="ellipse_2270">
              <a:extLst>
                <a:ext uri="{FF2B5EF4-FFF2-40B4-BE49-F238E27FC236}">
                  <a16:creationId xmlns:a16="http://schemas.microsoft.com/office/drawing/2014/main" id="{C6B06455-438A-ACF7-9746-4438D3574D7F}"/>
                </a:ext>
              </a:extLst>
            </p:cNvPr>
            <p:cNvSpPr/>
            <p:nvPr/>
          </p:nvSpPr>
          <p:spPr>
            <a:xfrm>
              <a:off x="4362437" y="1655067"/>
              <a:ext cx="32745" cy="32745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4" name="ellipse_2271">
              <a:extLst>
                <a:ext uri="{FF2B5EF4-FFF2-40B4-BE49-F238E27FC236}">
                  <a16:creationId xmlns:a16="http://schemas.microsoft.com/office/drawing/2014/main" id="{8C0D56D1-245B-C812-89DB-D0DAB6869849}"/>
                </a:ext>
              </a:extLst>
            </p:cNvPr>
            <p:cNvSpPr/>
            <p:nvPr/>
          </p:nvSpPr>
          <p:spPr>
            <a:xfrm>
              <a:off x="4190384" y="1452612"/>
              <a:ext cx="23442" cy="23442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3A5D4"/>
                </a:gs>
                <a:gs pos="100000">
                  <a:srgbClr val="3C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5" name="ellipse_2272">
              <a:extLst>
                <a:ext uri="{FF2B5EF4-FFF2-40B4-BE49-F238E27FC236}">
                  <a16:creationId xmlns:a16="http://schemas.microsoft.com/office/drawing/2014/main" id="{9E974A03-00D6-BB33-D94B-55BA03CE914B}"/>
                </a:ext>
              </a:extLst>
            </p:cNvPr>
            <p:cNvSpPr/>
            <p:nvPr/>
          </p:nvSpPr>
          <p:spPr>
            <a:xfrm>
              <a:off x="4191528" y="1431318"/>
              <a:ext cx="28918" cy="28918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6" name="ellipse_2273">
              <a:extLst>
                <a:ext uri="{FF2B5EF4-FFF2-40B4-BE49-F238E27FC236}">
                  <a16:creationId xmlns:a16="http://schemas.microsoft.com/office/drawing/2014/main" id="{13BF07EA-316C-776C-AAF5-C1B119A49C34}"/>
                </a:ext>
              </a:extLst>
            </p:cNvPr>
            <p:cNvSpPr/>
            <p:nvPr/>
          </p:nvSpPr>
          <p:spPr>
            <a:xfrm>
              <a:off x="4069030" y="1464721"/>
              <a:ext cx="29833" cy="29833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8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7" name="ellipse_2274">
              <a:extLst>
                <a:ext uri="{FF2B5EF4-FFF2-40B4-BE49-F238E27FC236}">
                  <a16:creationId xmlns:a16="http://schemas.microsoft.com/office/drawing/2014/main" id="{12054A0F-7086-40B6-B84E-B092D3ED98AA}"/>
                </a:ext>
              </a:extLst>
            </p:cNvPr>
            <p:cNvSpPr/>
            <p:nvPr/>
          </p:nvSpPr>
          <p:spPr>
            <a:xfrm>
              <a:off x="4366890" y="1406820"/>
              <a:ext cx="36480" cy="36480"/>
            </a:xfrm>
            <a:prstGeom prst="ellipse">
              <a:avLst/>
            </a:prstGeom>
            <a:gradFill flip="none" rotWithShape="1">
              <a:gsLst>
                <a:gs pos="0">
                  <a:srgbClr val="FAFCFD"/>
                </a:gs>
                <a:gs pos="43000">
                  <a:srgbClr val="E8EFF6"/>
                </a:gs>
                <a:gs pos="100000">
                  <a:srgbClr val="C2CED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8" name="ellipse_2275">
              <a:extLst>
                <a:ext uri="{FF2B5EF4-FFF2-40B4-BE49-F238E27FC236}">
                  <a16:creationId xmlns:a16="http://schemas.microsoft.com/office/drawing/2014/main" id="{F10AC51B-CA7D-9AA5-D0E5-69E0C9EB94F0}"/>
                </a:ext>
              </a:extLst>
            </p:cNvPr>
            <p:cNvSpPr/>
            <p:nvPr/>
          </p:nvSpPr>
          <p:spPr>
            <a:xfrm>
              <a:off x="4539539" y="1639101"/>
              <a:ext cx="31994" cy="31994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2A4D4"/>
                </a:gs>
                <a:gs pos="100000">
                  <a:srgbClr val="3A78B1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49" name="ellipse_2276">
              <a:extLst>
                <a:ext uri="{FF2B5EF4-FFF2-40B4-BE49-F238E27FC236}">
                  <a16:creationId xmlns:a16="http://schemas.microsoft.com/office/drawing/2014/main" id="{7039CEDC-61E8-B28B-333E-AA2E93C89543}"/>
                </a:ext>
              </a:extLst>
            </p:cNvPr>
            <p:cNvSpPr/>
            <p:nvPr/>
          </p:nvSpPr>
          <p:spPr>
            <a:xfrm>
              <a:off x="4549589" y="1539226"/>
              <a:ext cx="29499" cy="29499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2CDE7"/>
                </a:gs>
                <a:gs pos="100000">
                  <a:srgbClr val="84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0" name="ellipse_2277">
              <a:extLst>
                <a:ext uri="{FF2B5EF4-FFF2-40B4-BE49-F238E27FC236}">
                  <a16:creationId xmlns:a16="http://schemas.microsoft.com/office/drawing/2014/main" id="{D5CC3D1A-A662-8CDE-0050-CC086E91A290}"/>
                </a:ext>
              </a:extLst>
            </p:cNvPr>
            <p:cNvSpPr/>
            <p:nvPr/>
          </p:nvSpPr>
          <p:spPr>
            <a:xfrm>
              <a:off x="4446293" y="1479918"/>
              <a:ext cx="27511" cy="27511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1" name="ellipse_2278">
              <a:extLst>
                <a:ext uri="{FF2B5EF4-FFF2-40B4-BE49-F238E27FC236}">
                  <a16:creationId xmlns:a16="http://schemas.microsoft.com/office/drawing/2014/main" id="{C7863D01-65EE-D948-0BA8-EE16F73D378B}"/>
                </a:ext>
              </a:extLst>
            </p:cNvPr>
            <p:cNvSpPr/>
            <p:nvPr/>
          </p:nvSpPr>
          <p:spPr>
            <a:xfrm>
              <a:off x="4355108" y="1592089"/>
              <a:ext cx="22851" cy="22851"/>
            </a:xfrm>
            <a:prstGeom prst="ellipse">
              <a:avLst/>
            </a:prstGeom>
            <a:gradFill flip="none" rotWithShape="1">
              <a:gsLst>
                <a:gs pos="0">
                  <a:srgbClr val="E7EFF7"/>
                </a:gs>
                <a:gs pos="43000">
                  <a:srgbClr val="8AB3DA"/>
                </a:gs>
                <a:gs pos="100000">
                  <a:srgbClr val="5689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2" name="ellipse_2279">
              <a:extLst>
                <a:ext uri="{FF2B5EF4-FFF2-40B4-BE49-F238E27FC236}">
                  <a16:creationId xmlns:a16="http://schemas.microsoft.com/office/drawing/2014/main" id="{CBE1FD0E-2CC7-CC08-BD54-CAC8EF44B297}"/>
                </a:ext>
              </a:extLst>
            </p:cNvPr>
            <p:cNvSpPr/>
            <p:nvPr/>
          </p:nvSpPr>
          <p:spPr>
            <a:xfrm>
              <a:off x="4334201" y="1374235"/>
              <a:ext cx="33937" cy="33937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EB6DC"/>
                </a:gs>
                <a:gs pos="100000">
                  <a:srgbClr val="5B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3" name="ellipse_2280">
              <a:extLst>
                <a:ext uri="{FF2B5EF4-FFF2-40B4-BE49-F238E27FC236}">
                  <a16:creationId xmlns:a16="http://schemas.microsoft.com/office/drawing/2014/main" id="{3617DBD3-0891-88B0-8942-88EAA33306B8}"/>
                </a:ext>
              </a:extLst>
            </p:cNvPr>
            <p:cNvSpPr/>
            <p:nvPr/>
          </p:nvSpPr>
          <p:spPr>
            <a:xfrm>
              <a:off x="4208173" y="1505071"/>
              <a:ext cx="28611" cy="28611"/>
            </a:xfrm>
            <a:prstGeom prst="ellipse">
              <a:avLst/>
            </a:prstGeom>
            <a:gradFill flip="none" rotWithShape="1">
              <a:gsLst>
                <a:gs pos="0">
                  <a:srgbClr val="E7EFF8"/>
                </a:gs>
                <a:gs pos="43000">
                  <a:srgbClr val="8BB4DB"/>
                </a:gs>
                <a:gs pos="100000">
                  <a:srgbClr val="578AB9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4" name="ellipse_2281">
              <a:extLst>
                <a:ext uri="{FF2B5EF4-FFF2-40B4-BE49-F238E27FC236}">
                  <a16:creationId xmlns:a16="http://schemas.microsoft.com/office/drawing/2014/main" id="{7DD60AFB-A1AF-CD64-0589-1EEBBDC19CC0}"/>
                </a:ext>
              </a:extLst>
            </p:cNvPr>
            <p:cNvSpPr/>
            <p:nvPr/>
          </p:nvSpPr>
          <p:spPr>
            <a:xfrm>
              <a:off x="4351038" y="1462430"/>
              <a:ext cx="22124" cy="22124"/>
            </a:xfrm>
            <a:prstGeom prst="ellipse">
              <a:avLst/>
            </a:prstGeom>
            <a:gradFill flip="none" rotWithShape="1">
              <a:gsLst>
                <a:gs pos="0">
                  <a:srgbClr val="FCF9F9"/>
                </a:gs>
                <a:gs pos="43000">
                  <a:srgbClr val="F2E0E2"/>
                </a:gs>
                <a:gs pos="100000">
                  <a:srgbClr val="CEB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5" name="ellipse_2282">
              <a:extLst>
                <a:ext uri="{FF2B5EF4-FFF2-40B4-BE49-F238E27FC236}">
                  <a16:creationId xmlns:a16="http://schemas.microsoft.com/office/drawing/2014/main" id="{7D37AF8E-1E51-3281-5B11-8989E87018E8}"/>
                </a:ext>
              </a:extLst>
            </p:cNvPr>
            <p:cNvSpPr/>
            <p:nvPr/>
          </p:nvSpPr>
          <p:spPr>
            <a:xfrm>
              <a:off x="4165466" y="1438010"/>
              <a:ext cx="20358" cy="20358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1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6" name="ellipse_2283">
              <a:extLst>
                <a:ext uri="{FF2B5EF4-FFF2-40B4-BE49-F238E27FC236}">
                  <a16:creationId xmlns:a16="http://schemas.microsoft.com/office/drawing/2014/main" id="{6C4C9841-4E1E-0D69-4A93-F065A4D9687C}"/>
                </a:ext>
              </a:extLst>
            </p:cNvPr>
            <p:cNvSpPr/>
            <p:nvPr/>
          </p:nvSpPr>
          <p:spPr>
            <a:xfrm>
              <a:off x="4536548" y="1543850"/>
              <a:ext cx="20077" cy="20077"/>
            </a:xfrm>
            <a:prstGeom prst="ellipse">
              <a:avLst/>
            </a:prstGeom>
            <a:gradFill flip="none" rotWithShape="1">
              <a:gsLst>
                <a:gs pos="0">
                  <a:srgbClr val="F4F8FB"/>
                </a:gs>
                <a:gs pos="43000">
                  <a:srgbClr val="C8DBED"/>
                </a:gs>
                <a:gs pos="100000">
                  <a:srgbClr val="9EB7C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7" name="ellipse_2284">
              <a:extLst>
                <a:ext uri="{FF2B5EF4-FFF2-40B4-BE49-F238E27FC236}">
                  <a16:creationId xmlns:a16="http://schemas.microsoft.com/office/drawing/2014/main" id="{E778E66A-8331-D792-E8FF-23567715713E}"/>
                </a:ext>
              </a:extLst>
            </p:cNvPr>
            <p:cNvSpPr/>
            <p:nvPr/>
          </p:nvSpPr>
          <p:spPr>
            <a:xfrm>
              <a:off x="4385205" y="1582957"/>
              <a:ext cx="35418" cy="35418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8" name="ellipse_2285">
              <a:extLst>
                <a:ext uri="{FF2B5EF4-FFF2-40B4-BE49-F238E27FC236}">
                  <a16:creationId xmlns:a16="http://schemas.microsoft.com/office/drawing/2014/main" id="{C09548FA-F400-7E86-978A-6A0A62EF7EA4}"/>
                </a:ext>
              </a:extLst>
            </p:cNvPr>
            <p:cNvSpPr/>
            <p:nvPr/>
          </p:nvSpPr>
          <p:spPr>
            <a:xfrm>
              <a:off x="4454362" y="1598960"/>
              <a:ext cx="22052" cy="22052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0B7DC"/>
                </a:gs>
                <a:gs pos="100000">
                  <a:srgbClr val="5D8DB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59" name="ellipse_2286">
              <a:extLst>
                <a:ext uri="{FF2B5EF4-FFF2-40B4-BE49-F238E27FC236}">
                  <a16:creationId xmlns:a16="http://schemas.microsoft.com/office/drawing/2014/main" id="{4AF51FED-88DF-2C58-6C13-3A9CB736535D}"/>
                </a:ext>
              </a:extLst>
            </p:cNvPr>
            <p:cNvSpPr/>
            <p:nvPr/>
          </p:nvSpPr>
          <p:spPr>
            <a:xfrm>
              <a:off x="4291069" y="1582444"/>
              <a:ext cx="24245" cy="24245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5BBDE"/>
                </a:gs>
                <a:gs pos="100000">
                  <a:srgbClr val="63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0" name="ellipse_2287">
              <a:extLst>
                <a:ext uri="{FF2B5EF4-FFF2-40B4-BE49-F238E27FC236}">
                  <a16:creationId xmlns:a16="http://schemas.microsoft.com/office/drawing/2014/main" id="{972C9A22-790A-19A0-3EE0-8EFC3C46AB07}"/>
                </a:ext>
              </a:extLst>
            </p:cNvPr>
            <p:cNvSpPr/>
            <p:nvPr/>
          </p:nvSpPr>
          <p:spPr>
            <a:xfrm>
              <a:off x="4344184" y="1617285"/>
              <a:ext cx="22334" cy="22334"/>
            </a:xfrm>
            <a:prstGeom prst="ellipse">
              <a:avLst/>
            </a:prstGeom>
            <a:gradFill flip="none" rotWithShape="1">
              <a:gsLst>
                <a:gs pos="0">
                  <a:srgbClr val="E4EDF6"/>
                </a:gs>
                <a:gs pos="43000">
                  <a:srgbClr val="7BAAD6"/>
                </a:gs>
                <a:gs pos="100000">
                  <a:srgbClr val="45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1" name="ellipse_2288">
              <a:extLst>
                <a:ext uri="{FF2B5EF4-FFF2-40B4-BE49-F238E27FC236}">
                  <a16:creationId xmlns:a16="http://schemas.microsoft.com/office/drawing/2014/main" id="{3D34E7C8-2BEB-E157-9366-69A350843A92}"/>
                </a:ext>
              </a:extLst>
            </p:cNvPr>
            <p:cNvSpPr/>
            <p:nvPr/>
          </p:nvSpPr>
          <p:spPr>
            <a:xfrm>
              <a:off x="4426069" y="1482377"/>
              <a:ext cx="19818" cy="19818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2" name="ellipse_2289">
              <a:extLst>
                <a:ext uri="{FF2B5EF4-FFF2-40B4-BE49-F238E27FC236}">
                  <a16:creationId xmlns:a16="http://schemas.microsoft.com/office/drawing/2014/main" id="{C1B8A1E6-9ECD-6D09-6A72-D873D4ECB8F3}"/>
                </a:ext>
              </a:extLst>
            </p:cNvPr>
            <p:cNvSpPr/>
            <p:nvPr/>
          </p:nvSpPr>
          <p:spPr>
            <a:xfrm>
              <a:off x="4442307" y="1575762"/>
              <a:ext cx="27470" cy="27470"/>
            </a:xfrm>
            <a:prstGeom prst="ellipse">
              <a:avLst/>
            </a:prstGeom>
            <a:gradFill flip="none" rotWithShape="1">
              <a:gsLst>
                <a:gs pos="0">
                  <a:srgbClr val="EFF5FA"/>
                </a:gs>
                <a:gs pos="43000">
                  <a:srgbClr val="B3CEE7"/>
                </a:gs>
                <a:gs pos="100000">
                  <a:srgbClr val="86A8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3" name="ellipse_2290">
              <a:extLst>
                <a:ext uri="{FF2B5EF4-FFF2-40B4-BE49-F238E27FC236}">
                  <a16:creationId xmlns:a16="http://schemas.microsoft.com/office/drawing/2014/main" id="{197ABEC0-6418-A472-40BB-09F213671F8B}"/>
                </a:ext>
              </a:extLst>
            </p:cNvPr>
            <p:cNvSpPr/>
            <p:nvPr/>
          </p:nvSpPr>
          <p:spPr>
            <a:xfrm>
              <a:off x="4523153" y="1390255"/>
              <a:ext cx="35635" cy="3563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4" name="ellipse_2291">
              <a:extLst>
                <a:ext uri="{FF2B5EF4-FFF2-40B4-BE49-F238E27FC236}">
                  <a16:creationId xmlns:a16="http://schemas.microsoft.com/office/drawing/2014/main" id="{7C4336BA-7172-BAFF-46D7-49EF9B6E588E}"/>
                </a:ext>
              </a:extLst>
            </p:cNvPr>
            <p:cNvSpPr/>
            <p:nvPr/>
          </p:nvSpPr>
          <p:spPr>
            <a:xfrm>
              <a:off x="4236158" y="1526463"/>
              <a:ext cx="28446" cy="28446"/>
            </a:xfrm>
            <a:prstGeom prst="ellipse">
              <a:avLst/>
            </a:prstGeom>
            <a:gradFill flip="none" rotWithShape="1">
              <a:gsLst>
                <a:gs pos="0">
                  <a:srgbClr val="EAF2F9"/>
                </a:gs>
                <a:gs pos="43000">
                  <a:srgbClr val="9CBFE0"/>
                </a:gs>
                <a:gs pos="100000">
                  <a:srgbClr val="6A96BF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5" name="ellipse_2292">
              <a:extLst>
                <a:ext uri="{FF2B5EF4-FFF2-40B4-BE49-F238E27FC236}">
                  <a16:creationId xmlns:a16="http://schemas.microsoft.com/office/drawing/2014/main" id="{70DEEB2C-3827-0F02-21AA-EA0E5A6F9F2E}"/>
                </a:ext>
              </a:extLst>
            </p:cNvPr>
            <p:cNvSpPr/>
            <p:nvPr/>
          </p:nvSpPr>
          <p:spPr>
            <a:xfrm>
              <a:off x="4170501" y="1585016"/>
              <a:ext cx="25613" cy="25613"/>
            </a:xfrm>
            <a:prstGeom prst="ellipse">
              <a:avLst/>
            </a:prstGeom>
            <a:gradFill flip="none" rotWithShape="1">
              <a:gsLst>
                <a:gs pos="0">
                  <a:srgbClr val="FBFCFE"/>
                </a:gs>
                <a:gs pos="43000">
                  <a:srgbClr val="ECF2F8"/>
                </a:gs>
                <a:gs pos="100000">
                  <a:srgbClr val="C7D1D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6" name="ellipse_2293">
              <a:extLst>
                <a:ext uri="{FF2B5EF4-FFF2-40B4-BE49-F238E27FC236}">
                  <a16:creationId xmlns:a16="http://schemas.microsoft.com/office/drawing/2014/main" id="{26E1CE8D-D081-6157-1618-AABE0DB1EDC7}"/>
                </a:ext>
              </a:extLst>
            </p:cNvPr>
            <p:cNvSpPr/>
            <p:nvPr/>
          </p:nvSpPr>
          <p:spPr>
            <a:xfrm>
              <a:off x="4426597" y="1550333"/>
              <a:ext cx="33399" cy="33399"/>
            </a:xfrm>
            <a:prstGeom prst="ellipse">
              <a:avLst/>
            </a:prstGeom>
            <a:gradFill flip="none" rotWithShape="1">
              <a:gsLst>
                <a:gs pos="0">
                  <a:srgbClr val="FCFDFE"/>
                </a:gs>
                <a:gs pos="43000">
                  <a:srgbClr val="F0F4F9"/>
                </a:gs>
                <a:gs pos="100000">
                  <a:srgbClr val="CCD4D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7" name="ellipse_2294">
              <a:extLst>
                <a:ext uri="{FF2B5EF4-FFF2-40B4-BE49-F238E27FC236}">
                  <a16:creationId xmlns:a16="http://schemas.microsoft.com/office/drawing/2014/main" id="{AD976E07-C5AE-A0F8-725A-DCFDEE0BABF3}"/>
                </a:ext>
              </a:extLst>
            </p:cNvPr>
            <p:cNvSpPr/>
            <p:nvPr/>
          </p:nvSpPr>
          <p:spPr>
            <a:xfrm>
              <a:off x="4455596" y="1563737"/>
              <a:ext cx="21726" cy="21726"/>
            </a:xfrm>
            <a:prstGeom prst="ellipse">
              <a:avLst/>
            </a:prstGeom>
            <a:gradFill flip="none" rotWithShape="1">
              <a:gsLst>
                <a:gs pos="0">
                  <a:srgbClr val="F7FAFC"/>
                </a:gs>
                <a:gs pos="43000">
                  <a:srgbClr val="D8E5F2"/>
                </a:gs>
                <a:gs pos="100000">
                  <a:srgbClr val="B0C2D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8" name="ellipse_2295">
              <a:extLst>
                <a:ext uri="{FF2B5EF4-FFF2-40B4-BE49-F238E27FC236}">
                  <a16:creationId xmlns:a16="http://schemas.microsoft.com/office/drawing/2014/main" id="{DD05A4F6-8A17-88A2-5943-8D95F1D90561}"/>
                </a:ext>
              </a:extLst>
            </p:cNvPr>
            <p:cNvSpPr/>
            <p:nvPr/>
          </p:nvSpPr>
          <p:spPr>
            <a:xfrm>
              <a:off x="4206873" y="1503948"/>
              <a:ext cx="19608" cy="19608"/>
            </a:xfrm>
            <a:prstGeom prst="ellipse">
              <a:avLst/>
            </a:prstGeom>
            <a:gradFill flip="none" rotWithShape="1">
              <a:gsLst>
                <a:gs pos="0">
                  <a:srgbClr val="E6EFF7"/>
                </a:gs>
                <a:gs pos="43000">
                  <a:srgbClr val="87B1DA"/>
                </a:gs>
                <a:gs pos="100000">
                  <a:srgbClr val="5287B8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69" name="ellipse_2296">
              <a:extLst>
                <a:ext uri="{FF2B5EF4-FFF2-40B4-BE49-F238E27FC236}">
                  <a16:creationId xmlns:a16="http://schemas.microsoft.com/office/drawing/2014/main" id="{F9EAA4E7-A0DF-94F2-C3E4-9F3C50FC4FC1}"/>
                </a:ext>
              </a:extLst>
            </p:cNvPr>
            <p:cNvSpPr/>
            <p:nvPr/>
          </p:nvSpPr>
          <p:spPr>
            <a:xfrm>
              <a:off x="4164462" y="1485793"/>
              <a:ext cx="22000" cy="22000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BAAD6"/>
                </a:gs>
                <a:gs pos="100000">
                  <a:srgbClr val="447E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0" name="ellipse_2297">
              <a:extLst>
                <a:ext uri="{FF2B5EF4-FFF2-40B4-BE49-F238E27FC236}">
                  <a16:creationId xmlns:a16="http://schemas.microsoft.com/office/drawing/2014/main" id="{AAFE1DF8-AFB8-32D9-8C4A-AC59C48E4D5C}"/>
                </a:ext>
              </a:extLst>
            </p:cNvPr>
            <p:cNvSpPr/>
            <p:nvPr/>
          </p:nvSpPr>
          <p:spPr>
            <a:xfrm>
              <a:off x="4121930" y="1427187"/>
              <a:ext cx="36580" cy="36580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1" name="ellipse_2298">
              <a:extLst>
                <a:ext uri="{FF2B5EF4-FFF2-40B4-BE49-F238E27FC236}">
                  <a16:creationId xmlns:a16="http://schemas.microsoft.com/office/drawing/2014/main" id="{08351075-568A-2CE4-EB86-6C2764FF41DA}"/>
                </a:ext>
              </a:extLst>
            </p:cNvPr>
            <p:cNvSpPr/>
            <p:nvPr/>
          </p:nvSpPr>
          <p:spPr>
            <a:xfrm>
              <a:off x="4439517" y="1446263"/>
              <a:ext cx="30433" cy="30433"/>
            </a:xfrm>
            <a:prstGeom prst="ellipse">
              <a:avLst/>
            </a:prstGeom>
            <a:gradFill flip="none" rotWithShape="1">
              <a:gsLst>
                <a:gs pos="0">
                  <a:srgbClr val="F8E2E4"/>
                </a:gs>
                <a:gs pos="43000">
                  <a:srgbClr val="DC767B"/>
                </a:gs>
                <a:gs pos="100000">
                  <a:srgbClr val="B4434B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2" name="ellipse_2299">
              <a:extLst>
                <a:ext uri="{FF2B5EF4-FFF2-40B4-BE49-F238E27FC236}">
                  <a16:creationId xmlns:a16="http://schemas.microsoft.com/office/drawing/2014/main" id="{2D073169-7852-F10D-6BFC-AA912F86DFAC}"/>
                </a:ext>
              </a:extLst>
            </p:cNvPr>
            <p:cNvSpPr/>
            <p:nvPr/>
          </p:nvSpPr>
          <p:spPr>
            <a:xfrm>
              <a:off x="4187240" y="1542165"/>
              <a:ext cx="30589" cy="30589"/>
            </a:xfrm>
            <a:prstGeom prst="ellipse">
              <a:avLst/>
            </a:prstGeom>
            <a:gradFill flip="none" rotWithShape="1">
              <a:gsLst>
                <a:gs pos="0">
                  <a:srgbClr val="F3F7FB"/>
                </a:gs>
                <a:gs pos="43000">
                  <a:srgbClr val="C3D7EC"/>
                </a:gs>
                <a:gs pos="100000">
                  <a:srgbClr val="98B3C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3" name="ellipse_2300">
              <a:extLst>
                <a:ext uri="{FF2B5EF4-FFF2-40B4-BE49-F238E27FC236}">
                  <a16:creationId xmlns:a16="http://schemas.microsoft.com/office/drawing/2014/main" id="{E3CE4D72-E951-2AB9-6BA2-925380B464B0}"/>
                </a:ext>
              </a:extLst>
            </p:cNvPr>
            <p:cNvSpPr/>
            <p:nvPr/>
          </p:nvSpPr>
          <p:spPr>
            <a:xfrm>
              <a:off x="4382159" y="1608073"/>
              <a:ext cx="23377" cy="23377"/>
            </a:xfrm>
            <a:prstGeom prst="ellipse">
              <a:avLst/>
            </a:prstGeom>
            <a:gradFill flip="none" rotWithShape="1">
              <a:gsLst>
                <a:gs pos="0">
                  <a:srgbClr val="E5EEF7"/>
                </a:gs>
                <a:gs pos="43000">
                  <a:srgbClr val="81AED8"/>
                </a:gs>
                <a:gs pos="100000">
                  <a:srgbClr val="4C82B6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4" name="ellipse_2301">
              <a:extLst>
                <a:ext uri="{FF2B5EF4-FFF2-40B4-BE49-F238E27FC236}">
                  <a16:creationId xmlns:a16="http://schemas.microsoft.com/office/drawing/2014/main" id="{1C0C7E08-1F08-10E3-64B0-BCF55164889E}"/>
                </a:ext>
              </a:extLst>
            </p:cNvPr>
            <p:cNvSpPr/>
            <p:nvPr/>
          </p:nvSpPr>
          <p:spPr>
            <a:xfrm>
              <a:off x="4245686" y="1551510"/>
              <a:ext cx="28620" cy="28620"/>
            </a:xfrm>
            <a:prstGeom prst="ellipse">
              <a:avLst/>
            </a:prstGeom>
            <a:gradFill flip="none" rotWithShape="1">
              <a:gsLst>
                <a:gs pos="0">
                  <a:srgbClr val="EEF4FA"/>
                </a:gs>
                <a:gs pos="43000">
                  <a:srgbClr val="ACC9E5"/>
                </a:gs>
                <a:gs pos="100000">
                  <a:srgbClr val="7EA2C5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5" name="ellipse_2302">
              <a:extLst>
                <a:ext uri="{FF2B5EF4-FFF2-40B4-BE49-F238E27FC236}">
                  <a16:creationId xmlns:a16="http://schemas.microsoft.com/office/drawing/2014/main" id="{35D6AF95-D0DB-EBC5-5AA3-57963DC0108B}"/>
                </a:ext>
              </a:extLst>
            </p:cNvPr>
            <p:cNvSpPr/>
            <p:nvPr/>
          </p:nvSpPr>
          <p:spPr>
            <a:xfrm>
              <a:off x="4125026" y="1435844"/>
              <a:ext cx="31657" cy="31657"/>
            </a:xfrm>
            <a:prstGeom prst="ellipse">
              <a:avLst/>
            </a:prstGeom>
            <a:gradFill flip="none" rotWithShape="1">
              <a:gsLst>
                <a:gs pos="0">
                  <a:srgbClr val="E1ECF6"/>
                </a:gs>
                <a:gs pos="43000">
                  <a:srgbClr val="70A4D3"/>
                </a:gs>
                <a:gs pos="100000">
                  <a:srgbClr val="3977B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6" name="ellipse_2303">
              <a:extLst>
                <a:ext uri="{FF2B5EF4-FFF2-40B4-BE49-F238E27FC236}">
                  <a16:creationId xmlns:a16="http://schemas.microsoft.com/office/drawing/2014/main" id="{73E71806-192C-055E-3DCF-12CBF86FB1EF}"/>
                </a:ext>
              </a:extLst>
            </p:cNvPr>
            <p:cNvSpPr/>
            <p:nvPr/>
          </p:nvSpPr>
          <p:spPr>
            <a:xfrm>
              <a:off x="4319199" y="1400240"/>
              <a:ext cx="22469" cy="22469"/>
            </a:xfrm>
            <a:prstGeom prst="ellipse">
              <a:avLst/>
            </a:prstGeom>
            <a:gradFill flip="none" rotWithShape="1">
              <a:gsLst>
                <a:gs pos="0">
                  <a:srgbClr val="E9F1F8"/>
                </a:gs>
                <a:gs pos="43000">
                  <a:srgbClr val="94BBDE"/>
                </a:gs>
                <a:gs pos="100000">
                  <a:srgbClr val="6291BD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7" name="ellipse_2304">
              <a:extLst>
                <a:ext uri="{FF2B5EF4-FFF2-40B4-BE49-F238E27FC236}">
                  <a16:creationId xmlns:a16="http://schemas.microsoft.com/office/drawing/2014/main" id="{86007247-D7C3-7D98-6CE2-11B1D4CC0EB3}"/>
                </a:ext>
              </a:extLst>
            </p:cNvPr>
            <p:cNvSpPr/>
            <p:nvPr/>
          </p:nvSpPr>
          <p:spPr>
            <a:xfrm>
              <a:off x="4310408" y="1650641"/>
              <a:ext cx="33967" cy="33967"/>
            </a:xfrm>
            <a:prstGeom prst="ellipse">
              <a:avLst/>
            </a:prstGeom>
            <a:gradFill flip="none" rotWithShape="1">
              <a:gsLst>
                <a:gs pos="0">
                  <a:srgbClr val="E2ECF6"/>
                </a:gs>
                <a:gs pos="43000">
                  <a:srgbClr val="75A6D5"/>
                </a:gs>
                <a:gs pos="100000">
                  <a:srgbClr val="3E79B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8" name="ellipse_2305">
              <a:extLst>
                <a:ext uri="{FF2B5EF4-FFF2-40B4-BE49-F238E27FC236}">
                  <a16:creationId xmlns:a16="http://schemas.microsoft.com/office/drawing/2014/main" id="{D4179FDF-49BE-BA4B-89B9-E66F7F110C85}"/>
                </a:ext>
              </a:extLst>
            </p:cNvPr>
            <p:cNvSpPr/>
            <p:nvPr/>
          </p:nvSpPr>
          <p:spPr>
            <a:xfrm>
              <a:off x="4296212" y="1597039"/>
              <a:ext cx="25772" cy="25772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6DC"/>
                </a:gs>
                <a:gs pos="100000">
                  <a:srgbClr val="5A8C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79" name="ellipse_2306">
              <a:extLst>
                <a:ext uri="{FF2B5EF4-FFF2-40B4-BE49-F238E27FC236}">
                  <a16:creationId xmlns:a16="http://schemas.microsoft.com/office/drawing/2014/main" id="{48412C41-3C16-DD70-7A94-250DF10CACB6}"/>
                </a:ext>
              </a:extLst>
            </p:cNvPr>
            <p:cNvSpPr/>
            <p:nvPr/>
          </p:nvSpPr>
          <p:spPr>
            <a:xfrm>
              <a:off x="4408152" y="1634290"/>
              <a:ext cx="19526" cy="19526"/>
            </a:xfrm>
            <a:prstGeom prst="ellipse">
              <a:avLst/>
            </a:prstGeom>
            <a:gradFill flip="none" rotWithShape="1">
              <a:gsLst>
                <a:gs pos="0">
                  <a:srgbClr val="E2EDF6"/>
                </a:gs>
                <a:gs pos="43000">
                  <a:srgbClr val="76A7D5"/>
                </a:gs>
                <a:gs pos="100000">
                  <a:srgbClr val="3F7B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0" name="ellipse_2307">
              <a:extLst>
                <a:ext uri="{FF2B5EF4-FFF2-40B4-BE49-F238E27FC236}">
                  <a16:creationId xmlns:a16="http://schemas.microsoft.com/office/drawing/2014/main" id="{C5143DB6-743C-B66F-D40F-A0FDE4760BEF}"/>
                </a:ext>
              </a:extLst>
            </p:cNvPr>
            <p:cNvSpPr/>
            <p:nvPr/>
          </p:nvSpPr>
          <p:spPr>
            <a:xfrm>
              <a:off x="4292052" y="1602925"/>
              <a:ext cx="27039" cy="27039"/>
            </a:xfrm>
            <a:prstGeom prst="ellipse">
              <a:avLst/>
            </a:prstGeom>
            <a:gradFill flip="none" rotWithShape="1">
              <a:gsLst>
                <a:gs pos="0">
                  <a:srgbClr val="E7F0F8"/>
                </a:gs>
                <a:gs pos="43000">
                  <a:srgbClr val="8DB5DC"/>
                </a:gs>
                <a:gs pos="100000">
                  <a:srgbClr val="598BBA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1" name="ellipse_2308">
              <a:extLst>
                <a:ext uri="{FF2B5EF4-FFF2-40B4-BE49-F238E27FC236}">
                  <a16:creationId xmlns:a16="http://schemas.microsoft.com/office/drawing/2014/main" id="{E3DDAD64-BBB6-1104-D847-E3E76181934F}"/>
                </a:ext>
              </a:extLst>
            </p:cNvPr>
            <p:cNvSpPr/>
            <p:nvPr/>
          </p:nvSpPr>
          <p:spPr>
            <a:xfrm>
              <a:off x="4487851" y="1368093"/>
              <a:ext cx="29410" cy="29410"/>
            </a:xfrm>
            <a:prstGeom prst="ellipse">
              <a:avLst/>
            </a:prstGeom>
            <a:gradFill flip="none" rotWithShape="1">
              <a:gsLst>
                <a:gs pos="0">
                  <a:srgbClr val="EBF2F9"/>
                </a:gs>
                <a:gs pos="43000">
                  <a:srgbClr val="9FC0E1"/>
                </a:gs>
                <a:gs pos="100000">
                  <a:srgbClr val="6E98C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2" name="ellipse_2309">
              <a:extLst>
                <a:ext uri="{FF2B5EF4-FFF2-40B4-BE49-F238E27FC236}">
                  <a16:creationId xmlns:a16="http://schemas.microsoft.com/office/drawing/2014/main" id="{E38EA753-EDF6-0DD6-E6E9-5702A0B893B3}"/>
                </a:ext>
              </a:extLst>
            </p:cNvPr>
            <p:cNvSpPr/>
            <p:nvPr/>
          </p:nvSpPr>
          <p:spPr>
            <a:xfrm>
              <a:off x="4373452" y="1624571"/>
              <a:ext cx="28823" cy="28823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3" name="ellipse_2310">
              <a:extLst>
                <a:ext uri="{FF2B5EF4-FFF2-40B4-BE49-F238E27FC236}">
                  <a16:creationId xmlns:a16="http://schemas.microsoft.com/office/drawing/2014/main" id="{2FFCC27D-3E9A-99B1-990D-D43ED24A4089}"/>
                </a:ext>
              </a:extLst>
            </p:cNvPr>
            <p:cNvSpPr/>
            <p:nvPr/>
          </p:nvSpPr>
          <p:spPr>
            <a:xfrm>
              <a:off x="4442845" y="1573986"/>
              <a:ext cx="33095" cy="33095"/>
            </a:xfrm>
            <a:prstGeom prst="ellipse">
              <a:avLst/>
            </a:prstGeom>
            <a:gradFill flip="none" rotWithShape="1">
              <a:gsLst>
                <a:gs pos="0">
                  <a:srgbClr val="EFF4FA"/>
                </a:gs>
                <a:gs pos="43000">
                  <a:srgbClr val="B1CDE7"/>
                </a:gs>
                <a:gs pos="100000">
                  <a:srgbClr val="83A6C7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4" name="ellipse_2311">
              <a:extLst>
                <a:ext uri="{FF2B5EF4-FFF2-40B4-BE49-F238E27FC236}">
                  <a16:creationId xmlns:a16="http://schemas.microsoft.com/office/drawing/2014/main" id="{4BCDD434-5423-8744-2313-6E5257C55799}"/>
                </a:ext>
              </a:extLst>
            </p:cNvPr>
            <p:cNvSpPr/>
            <p:nvPr/>
          </p:nvSpPr>
          <p:spPr>
            <a:xfrm>
              <a:off x="4142514" y="1474122"/>
              <a:ext cx="33416" cy="33416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7A8D5"/>
                </a:gs>
                <a:gs pos="100000">
                  <a:srgbClr val="407C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5" name="ellipse_2312">
              <a:extLst>
                <a:ext uri="{FF2B5EF4-FFF2-40B4-BE49-F238E27FC236}">
                  <a16:creationId xmlns:a16="http://schemas.microsoft.com/office/drawing/2014/main" id="{6346EFBB-6261-E524-F774-855E1F985380}"/>
                </a:ext>
              </a:extLst>
            </p:cNvPr>
            <p:cNvSpPr/>
            <p:nvPr/>
          </p:nvSpPr>
          <p:spPr>
            <a:xfrm>
              <a:off x="4441787" y="1628137"/>
              <a:ext cx="24264" cy="24264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6" name="ellipse_2313">
              <a:extLst>
                <a:ext uri="{FF2B5EF4-FFF2-40B4-BE49-F238E27FC236}">
                  <a16:creationId xmlns:a16="http://schemas.microsoft.com/office/drawing/2014/main" id="{C006413C-EC86-1E47-9E99-D1580C2E3614}"/>
                </a:ext>
              </a:extLst>
            </p:cNvPr>
            <p:cNvSpPr/>
            <p:nvPr/>
          </p:nvSpPr>
          <p:spPr>
            <a:xfrm>
              <a:off x="4210200" y="1605956"/>
              <a:ext cx="25913" cy="25913"/>
            </a:xfrm>
            <a:prstGeom prst="ellipse">
              <a:avLst/>
            </a:prstGeom>
            <a:gradFill flip="none" rotWithShape="1">
              <a:gsLst>
                <a:gs pos="0">
                  <a:srgbClr val="F4F8FC"/>
                </a:gs>
                <a:gs pos="43000">
                  <a:srgbClr val="CDDEEE"/>
                </a:gs>
                <a:gs pos="100000">
                  <a:srgbClr val="A3BAD0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7" name="ellipse_2314">
              <a:extLst>
                <a:ext uri="{FF2B5EF4-FFF2-40B4-BE49-F238E27FC236}">
                  <a16:creationId xmlns:a16="http://schemas.microsoft.com/office/drawing/2014/main" id="{6FFF3B98-FE59-6071-A537-F3E8022E2E93}"/>
                </a:ext>
              </a:extLst>
            </p:cNvPr>
            <p:cNvSpPr/>
            <p:nvPr/>
          </p:nvSpPr>
          <p:spPr>
            <a:xfrm>
              <a:off x="4389420" y="1621757"/>
              <a:ext cx="29758" cy="29758"/>
            </a:xfrm>
            <a:prstGeom prst="ellipse">
              <a:avLst/>
            </a:prstGeom>
            <a:gradFill flip="none" rotWithShape="1">
              <a:gsLst>
                <a:gs pos="0">
                  <a:srgbClr val="E3EDF6"/>
                </a:gs>
                <a:gs pos="43000">
                  <a:srgbClr val="78A9D5"/>
                </a:gs>
                <a:gs pos="100000">
                  <a:srgbClr val="427DB3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8" name="ellipse_2315">
              <a:extLst>
                <a:ext uri="{FF2B5EF4-FFF2-40B4-BE49-F238E27FC236}">
                  <a16:creationId xmlns:a16="http://schemas.microsoft.com/office/drawing/2014/main" id="{910423FF-ACE9-B6B5-671D-7D011550A527}"/>
                </a:ext>
              </a:extLst>
            </p:cNvPr>
            <p:cNvSpPr/>
            <p:nvPr/>
          </p:nvSpPr>
          <p:spPr>
            <a:xfrm>
              <a:off x="4357703" y="1564816"/>
              <a:ext cx="31476" cy="31476"/>
            </a:xfrm>
            <a:prstGeom prst="ellipse">
              <a:avLst/>
            </a:prstGeom>
            <a:gradFill flip="none" rotWithShape="1">
              <a:gsLst>
                <a:gs pos="0">
                  <a:srgbClr val="EDF3F9"/>
                </a:gs>
                <a:gs pos="43000">
                  <a:srgbClr val="A6C5E3"/>
                </a:gs>
                <a:gs pos="100000">
                  <a:srgbClr val="779E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89" name="ellipse_2316">
              <a:extLst>
                <a:ext uri="{FF2B5EF4-FFF2-40B4-BE49-F238E27FC236}">
                  <a16:creationId xmlns:a16="http://schemas.microsoft.com/office/drawing/2014/main" id="{FDD6706A-0D35-546D-DEC2-49F40EF69EA4}"/>
                </a:ext>
              </a:extLst>
            </p:cNvPr>
            <p:cNvSpPr/>
            <p:nvPr/>
          </p:nvSpPr>
          <p:spPr>
            <a:xfrm>
              <a:off x="4551183" y="1555710"/>
              <a:ext cx="19732" cy="19732"/>
            </a:xfrm>
            <a:prstGeom prst="ellipse">
              <a:avLst/>
            </a:prstGeom>
            <a:gradFill flip="none" rotWithShape="1">
              <a:gsLst>
                <a:gs pos="0">
                  <a:srgbClr val="ECF3F9"/>
                </a:gs>
                <a:gs pos="43000">
                  <a:srgbClr val="A5C5E3"/>
                </a:gs>
                <a:gs pos="100000">
                  <a:srgbClr val="759DC2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90" name="ellipse_2317">
              <a:extLst>
                <a:ext uri="{FF2B5EF4-FFF2-40B4-BE49-F238E27FC236}">
                  <a16:creationId xmlns:a16="http://schemas.microsoft.com/office/drawing/2014/main" id="{B89D60B7-D934-CD15-7589-C4465545FF6B}"/>
                </a:ext>
              </a:extLst>
            </p:cNvPr>
            <p:cNvSpPr/>
            <p:nvPr/>
          </p:nvSpPr>
          <p:spPr>
            <a:xfrm>
              <a:off x="4268846" y="1396019"/>
              <a:ext cx="29486" cy="29486"/>
            </a:xfrm>
            <a:prstGeom prst="ellipse">
              <a:avLst/>
            </a:prstGeom>
            <a:gradFill flip="none" rotWithShape="1">
              <a:gsLst>
                <a:gs pos="0">
                  <a:srgbClr val="E4EDF7"/>
                </a:gs>
                <a:gs pos="43000">
                  <a:srgbClr val="7BAAD7"/>
                </a:gs>
                <a:gs pos="100000">
                  <a:srgbClr val="457EB4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91" name="ellipse_2318">
              <a:extLst>
                <a:ext uri="{FF2B5EF4-FFF2-40B4-BE49-F238E27FC236}">
                  <a16:creationId xmlns:a16="http://schemas.microsoft.com/office/drawing/2014/main" id="{CFE5D82E-CAAB-A38B-F8E0-2F0554CBC096}"/>
                </a:ext>
              </a:extLst>
            </p:cNvPr>
            <p:cNvSpPr/>
            <p:nvPr/>
          </p:nvSpPr>
          <p:spPr>
            <a:xfrm>
              <a:off x="4147675" y="1517892"/>
              <a:ext cx="26511" cy="26511"/>
            </a:xfrm>
            <a:prstGeom prst="ellipse">
              <a:avLst/>
            </a:prstGeom>
            <a:gradFill flip="none" rotWithShape="1">
              <a:gsLst>
                <a:gs pos="0">
                  <a:srgbClr val="EAF1F8"/>
                </a:gs>
                <a:gs pos="43000">
                  <a:srgbClr val="98BDDF"/>
                </a:gs>
                <a:gs pos="100000">
                  <a:srgbClr val="6694BE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92" name="ellipse_2319">
              <a:extLst>
                <a:ext uri="{FF2B5EF4-FFF2-40B4-BE49-F238E27FC236}">
                  <a16:creationId xmlns:a16="http://schemas.microsoft.com/office/drawing/2014/main" id="{83398342-48E8-D135-3FD1-B26887E19A65}"/>
                </a:ext>
              </a:extLst>
            </p:cNvPr>
            <p:cNvSpPr/>
            <p:nvPr/>
          </p:nvSpPr>
          <p:spPr>
            <a:xfrm>
              <a:off x="4181039" y="1509495"/>
              <a:ext cx="31700" cy="31700"/>
            </a:xfrm>
            <a:prstGeom prst="ellipse">
              <a:avLst/>
            </a:prstGeom>
            <a:gradFill flip="none" rotWithShape="1">
              <a:gsLst>
                <a:gs pos="0">
                  <a:srgbClr val="E8F0F8"/>
                </a:gs>
                <a:gs pos="43000">
                  <a:srgbClr val="93B9DD"/>
                </a:gs>
                <a:gs pos="100000">
                  <a:srgbClr val="6090B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993" name="Voxel-to-point fusion">
            <a:extLst>
              <a:ext uri="{FF2B5EF4-FFF2-40B4-BE49-F238E27FC236}">
                <a16:creationId xmlns:a16="http://schemas.microsoft.com/office/drawing/2014/main" id="{4B09A963-E0DD-99D8-6981-3F1072C103F1}"/>
              </a:ext>
            </a:extLst>
          </p:cNvPr>
          <p:cNvSpPr>
            <a:spLocks noGrp="1"/>
          </p:cNvSpPr>
          <p:nvPr/>
        </p:nvSpPr>
        <p:spPr>
          <a:xfrm>
            <a:off x="3012660" y="880241"/>
            <a:ext cx="92" cy="294465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994" name="Voxel-to-point fusion | arrowhead">
            <a:extLst>
              <a:ext uri="{FF2B5EF4-FFF2-40B4-BE49-F238E27FC236}">
                <a16:creationId xmlns:a16="http://schemas.microsoft.com/office/drawing/2014/main" id="{7425A5C2-1D05-AAC6-505F-B6929033C762}"/>
              </a:ext>
            </a:extLst>
          </p:cNvPr>
          <p:cNvSpPr>
            <a:spLocks noGrp="1"/>
          </p:cNvSpPr>
          <p:nvPr/>
        </p:nvSpPr>
        <p:spPr>
          <a:xfrm>
            <a:off x="3003616" y="1171609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995" name="Voxel-to-point fusion">
            <a:extLst>
              <a:ext uri="{FF2B5EF4-FFF2-40B4-BE49-F238E27FC236}">
                <a16:creationId xmlns:a16="http://schemas.microsoft.com/office/drawing/2014/main" id="{66955A30-2204-2769-C099-433F4F7203C8}"/>
              </a:ext>
            </a:extLst>
          </p:cNvPr>
          <p:cNvSpPr>
            <a:spLocks noGrp="1"/>
          </p:cNvSpPr>
          <p:nvPr/>
        </p:nvSpPr>
        <p:spPr>
          <a:xfrm>
            <a:off x="3922673" y="878388"/>
            <a:ext cx="92" cy="294465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996" name="Voxel-to-point fusion | arrowhead">
            <a:extLst>
              <a:ext uri="{FF2B5EF4-FFF2-40B4-BE49-F238E27FC236}">
                <a16:creationId xmlns:a16="http://schemas.microsoft.com/office/drawing/2014/main" id="{E43614B7-73E2-C7A0-3A75-BFA6199A1701}"/>
              </a:ext>
            </a:extLst>
          </p:cNvPr>
          <p:cNvSpPr>
            <a:spLocks noGrp="1"/>
          </p:cNvSpPr>
          <p:nvPr/>
        </p:nvSpPr>
        <p:spPr>
          <a:xfrm>
            <a:off x="3913629" y="1169756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sp>
        <p:nvSpPr>
          <p:cNvPr id="1997" name="Voxel-to-point fusion">
            <a:extLst>
              <a:ext uri="{FF2B5EF4-FFF2-40B4-BE49-F238E27FC236}">
                <a16:creationId xmlns:a16="http://schemas.microsoft.com/office/drawing/2014/main" id="{DD6EB5BF-E3B9-4AB8-9D9F-4A7C028E9B72}"/>
              </a:ext>
            </a:extLst>
          </p:cNvPr>
          <p:cNvSpPr>
            <a:spLocks noGrp="1"/>
          </p:cNvSpPr>
          <p:nvPr/>
        </p:nvSpPr>
        <p:spPr>
          <a:xfrm>
            <a:off x="4226018" y="875292"/>
            <a:ext cx="92" cy="294465"/>
          </a:xfrm>
          <a:custGeom>
            <a:avLst/>
            <a:gdLst/>
            <a:ahLst/>
            <a:cxnLst/>
            <a:rect l="0" t="0" r="0" b="0"/>
            <a:pathLst>
              <a:path w="476" h="1514475">
                <a:moveTo>
                  <a:pt x="0" y="0"/>
                </a:moveTo>
                <a:lnTo>
                  <a:pt x="0" y="1514475"/>
                </a:lnTo>
              </a:path>
            </a:pathLst>
          </a:custGeom>
          <a:noFill/>
          <a:ln w="8537">
            <a:solidFill>
              <a:srgbClr val="388BBE"/>
            </a:solidFill>
            <a:prstDash val="solid"/>
          </a:ln>
        </p:spPr>
      </p:sp>
      <p:sp>
        <p:nvSpPr>
          <p:cNvPr id="1998" name="Voxel-to-point fusion | arrowhead">
            <a:extLst>
              <a:ext uri="{FF2B5EF4-FFF2-40B4-BE49-F238E27FC236}">
                <a16:creationId xmlns:a16="http://schemas.microsoft.com/office/drawing/2014/main" id="{9DF5DD5B-15CD-D977-95C5-E78BF6656265}"/>
              </a:ext>
            </a:extLst>
          </p:cNvPr>
          <p:cNvSpPr>
            <a:spLocks noGrp="1"/>
          </p:cNvSpPr>
          <p:nvPr/>
        </p:nvSpPr>
        <p:spPr>
          <a:xfrm>
            <a:off x="4216975" y="1166660"/>
            <a:ext cx="17113" cy="19446"/>
          </a:xfrm>
          <a:custGeom>
            <a:avLst/>
            <a:gdLst/>
            <a:ahLst/>
            <a:cxnLst/>
            <a:rect l="0" t="0" r="0" b="0"/>
            <a:pathLst>
              <a:path w="88011" h="100013">
                <a:moveTo>
                  <a:pt x="44006" y="100013"/>
                </a:moveTo>
                <a:lnTo>
                  <a:pt x="88011" y="0"/>
                </a:lnTo>
                <a:lnTo>
                  <a:pt x="0" y="0"/>
                </a:lnTo>
                <a:close/>
              </a:path>
            </a:pathLst>
          </a:custGeom>
          <a:solidFill>
            <a:srgbClr val="388BBE"/>
          </a:solidFill>
          <a:ln w="0">
            <a:noFill/>
          </a:ln>
        </p:spPr>
      </p:sp>
      <p:cxnSp>
        <p:nvCxnSpPr>
          <p:cNvPr id="1999" name="连接符: 肘形 569">
            <a:extLst>
              <a:ext uri="{FF2B5EF4-FFF2-40B4-BE49-F238E27FC236}">
                <a16:creationId xmlns:a16="http://schemas.microsoft.com/office/drawing/2014/main" id="{1BE2B009-E1C5-2C5C-2BCD-82A6A62E49EC}"/>
              </a:ext>
            </a:extLst>
          </p:cNvPr>
          <p:cNvCxnSpPr>
            <a:cxnSpLocks/>
          </p:cNvCxnSpPr>
          <p:nvPr/>
        </p:nvCxnSpPr>
        <p:spPr>
          <a:xfrm flipV="1">
            <a:off x="2571949" y="1289054"/>
            <a:ext cx="325996" cy="106954"/>
          </a:xfrm>
          <a:prstGeom prst="bentConnector3">
            <a:avLst>
              <a:gd name="adj1" fmla="val 83601"/>
            </a:avLst>
          </a:prstGeom>
          <a:noFill/>
          <a:ln w="6467">
            <a:solidFill>
              <a:srgbClr val="C78A2B"/>
            </a:solidFill>
            <a:prstDash val="solid"/>
          </a:ln>
        </p:spPr>
      </p:cxnSp>
      <p:grpSp>
        <p:nvGrpSpPr>
          <p:cNvPr id="2000" name="Arrow | shared_input → find_density">
            <a:extLst>
              <a:ext uri="{FF2B5EF4-FFF2-40B4-BE49-F238E27FC236}">
                <a16:creationId xmlns:a16="http://schemas.microsoft.com/office/drawing/2014/main" id="{E225BFF1-E8B4-D5A5-4F95-FE484FB74D08}"/>
              </a:ext>
            </a:extLst>
          </p:cNvPr>
          <p:cNvGrpSpPr/>
          <p:nvPr/>
        </p:nvGrpSpPr>
        <p:grpSpPr>
          <a:xfrm>
            <a:off x="2045298" y="542254"/>
            <a:ext cx="124645" cy="20837"/>
            <a:chOff x="959220" y="757422"/>
            <a:chExt cx="174105" cy="29105"/>
          </a:xfrm>
        </p:grpSpPr>
        <p:cxnSp>
          <p:nvCxnSpPr>
            <p:cNvPr id="2001" name="Arrow | shared_input → find_density | path">
              <a:extLst>
                <a:ext uri="{FF2B5EF4-FFF2-40B4-BE49-F238E27FC236}">
                  <a16:creationId xmlns:a16="http://schemas.microsoft.com/office/drawing/2014/main" id="{F30B4445-4DED-3C79-85E4-46233916FF14}"/>
                </a:ext>
              </a:extLst>
            </p:cNvPr>
            <p:cNvCxnSpPr/>
            <p:nvPr/>
          </p:nvCxnSpPr>
          <p:spPr>
            <a:xfrm>
              <a:off x="959220" y="771975"/>
              <a:ext cx="174105" cy="0"/>
            </a:xfrm>
            <a:prstGeom prst="line">
              <a:avLst/>
            </a:prstGeom>
            <a:noFill/>
            <a:ln w="12700" cap="rnd" cmpd="sng" algn="ctr">
              <a:solidFill>
                <a:srgbClr val="367FB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002" name="Arrow | shared_input → find_density | editable arrowhead">
              <a:extLst>
                <a:ext uri="{FF2B5EF4-FFF2-40B4-BE49-F238E27FC236}">
                  <a16:creationId xmlns:a16="http://schemas.microsoft.com/office/drawing/2014/main" id="{DE325CFF-F12D-F815-216B-225667997DB5}"/>
                </a:ext>
              </a:extLst>
            </p:cNvPr>
            <p:cNvSpPr/>
            <p:nvPr/>
          </p:nvSpPr>
          <p:spPr>
            <a:xfrm>
              <a:off x="1099490" y="757422"/>
              <a:ext cx="33836" cy="29105"/>
            </a:xfrm>
            <a:custGeom>
              <a:avLst/>
              <a:gdLst/>
              <a:ahLst/>
              <a:cxnLst/>
              <a:rect l="0" t="0" r="w" b="h"/>
              <a:pathLst>
                <a:path w="33836" h="29105" stroke="0" extrusionOk="0">
                  <a:moveTo>
                    <a:pt x="33836" y="14553"/>
                  </a:moveTo>
                  <a:lnTo>
                    <a:pt x="0" y="29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67FB7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003" name="Arrow 56">
            <a:extLst>
              <a:ext uri="{FF2B5EF4-FFF2-40B4-BE49-F238E27FC236}">
                <a16:creationId xmlns:a16="http://schemas.microsoft.com/office/drawing/2014/main" id="{E02DD7B0-AF91-A31E-8E21-3A4E0A7DEB77}"/>
              </a:ext>
            </a:extLst>
          </p:cNvPr>
          <p:cNvSpPr>
            <a:spLocks noGrp="1"/>
          </p:cNvSpPr>
          <p:nvPr/>
        </p:nvSpPr>
        <p:spPr>
          <a:xfrm>
            <a:off x="3815547" y="2682497"/>
            <a:ext cx="20" cy="30651"/>
          </a:xfrm>
          <a:custGeom>
            <a:avLst/>
            <a:gdLst/>
            <a:ahLst/>
            <a:cxnLst/>
            <a:rect l="0" t="0" r="0" b="0"/>
            <a:pathLst>
              <a:path w="95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3474">
            <a:solidFill>
              <a:srgbClr val="2B887C"/>
            </a:solidFill>
            <a:prstDash val="solid"/>
          </a:ln>
        </p:spPr>
      </p:sp>
      <p:sp>
        <p:nvSpPr>
          <p:cNvPr id="2004" name="Arrow 56 | proportional arrowhead">
            <a:extLst>
              <a:ext uri="{FF2B5EF4-FFF2-40B4-BE49-F238E27FC236}">
                <a16:creationId xmlns:a16="http://schemas.microsoft.com/office/drawing/2014/main" id="{BB2A553E-6157-AB0C-0937-E9B2ED8BEB4F}"/>
              </a:ext>
            </a:extLst>
          </p:cNvPr>
          <p:cNvSpPr/>
          <p:nvPr/>
        </p:nvSpPr>
        <p:spPr>
          <a:xfrm>
            <a:off x="3808394" y="2694757"/>
            <a:ext cx="14305" cy="18390"/>
          </a:xfrm>
          <a:custGeom>
            <a:avLst/>
            <a:gdLst/>
            <a:ahLst/>
            <a:cxnLst/>
            <a:rect l="0" t="0" r="0" b="0"/>
            <a:pathLst>
              <a:path w="66675" h="85725">
                <a:moveTo>
                  <a:pt x="33338" y="85725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B887C"/>
          </a:solidFill>
          <a:ln w="1">
            <a:noFill/>
          </a:ln>
        </p:spPr>
      </p:sp>
      <p:sp>
        <p:nvSpPr>
          <p:cNvPr id="2005" name="Atom encoding to point input | arrowhead">
            <a:extLst>
              <a:ext uri="{FF2B5EF4-FFF2-40B4-BE49-F238E27FC236}">
                <a16:creationId xmlns:a16="http://schemas.microsoft.com/office/drawing/2014/main" id="{BEB38505-637B-D3AE-A7DA-6A5C3BFAC485}"/>
              </a:ext>
            </a:extLst>
          </p:cNvPr>
          <p:cNvSpPr>
            <a:spLocks noGrp="1"/>
          </p:cNvSpPr>
          <p:nvPr/>
        </p:nvSpPr>
        <p:spPr>
          <a:xfrm>
            <a:off x="2893015" y="1238638"/>
            <a:ext cx="19447" cy="17113"/>
          </a:xfrm>
          <a:custGeom>
            <a:avLst/>
            <a:gdLst/>
            <a:ahLst/>
            <a:cxnLst/>
            <a:rect l="0" t="0" r="0" b="0"/>
            <a:pathLst>
              <a:path w="100013" h="88011">
                <a:moveTo>
                  <a:pt x="100013" y="44006"/>
                </a:moveTo>
                <a:lnTo>
                  <a:pt x="0" y="0"/>
                </a:lnTo>
                <a:lnTo>
                  <a:pt x="0" y="88011"/>
                </a:lnTo>
                <a:close/>
              </a:path>
            </a:pathLst>
          </a:custGeom>
          <a:solidFill>
            <a:srgbClr val="8C77B3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3749798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FAF79-11F9-10EA-541A-9067F592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| Find background">
            <a:extLst>
              <a:ext uri="{FF2B5EF4-FFF2-40B4-BE49-F238E27FC236}">
                <a16:creationId xmlns:a16="http://schemas.microsoft.com/office/drawing/2014/main" id="{48B2630F-EE4F-8D8F-C8D1-E2B865187AB9}"/>
              </a:ext>
            </a:extLst>
          </p:cNvPr>
          <p:cNvSpPr/>
          <p:nvPr/>
        </p:nvSpPr>
        <p:spPr>
          <a:xfrm>
            <a:off x="450985" y="85589"/>
            <a:ext cx="4096180" cy="1756103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9720">
            <a:solidFill>
              <a:srgbClr val="CF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3" name="Panel | Match background">
            <a:extLst>
              <a:ext uri="{FF2B5EF4-FFF2-40B4-BE49-F238E27FC236}">
                <a16:creationId xmlns:a16="http://schemas.microsoft.com/office/drawing/2014/main" id="{A043AAC4-48ED-059D-9C09-BCFF9992562C}"/>
              </a:ext>
            </a:extLst>
          </p:cNvPr>
          <p:cNvSpPr/>
          <p:nvPr/>
        </p:nvSpPr>
        <p:spPr>
          <a:xfrm>
            <a:off x="450985" y="1885270"/>
            <a:ext cx="4096180" cy="2532204"/>
          </a:xfrm>
          <a:prstGeom prst="roundRect">
            <a:avLst>
              <a:gd name="adj" fmla="val 2000"/>
            </a:avLst>
          </a:prstGeom>
          <a:solidFill>
            <a:srgbClr val="F2F9F6"/>
          </a:solidFill>
          <a:ln w="9720">
            <a:solidFill>
              <a:srgbClr val="C8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4" name="Panel | Build background">
            <a:extLst>
              <a:ext uri="{FF2B5EF4-FFF2-40B4-BE49-F238E27FC236}">
                <a16:creationId xmlns:a16="http://schemas.microsoft.com/office/drawing/2014/main" id="{5E276643-FEBD-BC72-22E3-559B58E7B058}"/>
              </a:ext>
            </a:extLst>
          </p:cNvPr>
          <p:cNvSpPr/>
          <p:nvPr/>
        </p:nvSpPr>
        <p:spPr>
          <a:xfrm>
            <a:off x="4583047" y="81744"/>
            <a:ext cx="1354615" cy="4335730"/>
          </a:xfrm>
          <a:prstGeom prst="roundRect">
            <a:avLst>
              <a:gd name="adj" fmla="val 2000"/>
            </a:avLst>
          </a:prstGeom>
          <a:solidFill>
            <a:srgbClr val="FAF6EE"/>
          </a:solidFill>
          <a:ln w="972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grpSp>
        <p:nvGrpSpPr>
          <p:cNvPr id="5" name="Input boundary layer"/>
          <p:cNvGrpSpPr/>
          <p:nvPr/>
        </p:nvGrpSpPr>
        <p:grpSpPr>
          <a:xfrm>
            <a:off x="0" y="0"/>
            <a:ext cx="6480175" cy="4468813"/>
            <a:chOff x="0" y="0"/>
            <a:chExt cx="15240000" cy="10509702"/>
          </a:xfrm>
        </p:grpSpPr>
        <p:sp>
          <p:nvSpPr>
            <p:cNvPr id="6" name="Match continuous input boundary">
              <a:extLst>
                <a:ext uri="{FF2B5EF4-FFF2-40B4-BE49-F238E27FC236}">
                  <a16:creationId xmlns:a16="http://schemas.microsoft.com/office/drawing/2014/main" id="{1534F5B1-FA5F-4DBD-B108-CAA8E98D90CE}"/>
                </a:ext>
              </a:extLst>
            </p:cNvPr>
            <p:cNvSpPr>
              <a:spLocks noGrp="1"/>
            </p:cNvSpPr>
            <p:nvPr/>
          </p:nvSpPr>
          <p:spPr>
            <a:xfrm>
              <a:off x="1246823" y="5281613"/>
              <a:ext cx="3163253" cy="2511743"/>
            </a:xfrm>
            <a:custGeom>
              <a:avLst/>
              <a:gdLst/>
              <a:ahLst/>
              <a:cxnLst/>
              <a:rect l="0" t="0" r="0" b="0"/>
              <a:pathLst>
                <a:path w="3163253" h="2511743">
                  <a:moveTo>
                    <a:pt x="76200" y="0"/>
                  </a:moveTo>
                  <a:lnTo>
                    <a:pt x="2100263" y="0"/>
                  </a:lnTo>
                  <a:cubicBezTo>
                    <a:pt x="2143125" y="0"/>
                    <a:pt x="2176463" y="33338"/>
                    <a:pt x="2176463" y="76200"/>
                  </a:cubicBezTo>
                  <a:lnTo>
                    <a:pt x="2176463" y="1066800"/>
                  </a:lnTo>
                  <a:cubicBezTo>
                    <a:pt x="2176463" y="1157288"/>
                    <a:pt x="2247900" y="1225868"/>
                    <a:pt x="2338388" y="1225868"/>
                  </a:cubicBezTo>
                  <a:lnTo>
                    <a:pt x="3087053" y="1225868"/>
                  </a:lnTo>
                  <a:cubicBezTo>
                    <a:pt x="3128963" y="1225868"/>
                    <a:pt x="3163253" y="1260158"/>
                    <a:pt x="3163253" y="1302068"/>
                  </a:cubicBezTo>
                  <a:lnTo>
                    <a:pt x="3163253" y="2435543"/>
                  </a:lnTo>
                  <a:cubicBezTo>
                    <a:pt x="3163253" y="2478405"/>
                    <a:pt x="3128963" y="2511743"/>
                    <a:pt x="3087053" y="2511743"/>
                  </a:cubicBezTo>
                  <a:lnTo>
                    <a:pt x="76200" y="2511743"/>
                  </a:lnTo>
                  <a:cubicBezTo>
                    <a:pt x="33338" y="2511743"/>
                    <a:pt x="0" y="2478405"/>
                    <a:pt x="0" y="2435543"/>
                  </a:cubicBezTo>
                  <a:lnTo>
                    <a:pt x="0" y="76200"/>
                  </a:lnTo>
                  <a:cubicBezTo>
                    <a:pt x="0" y="33338"/>
                    <a:pt x="33338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7290">
              <a:solidFill>
                <a:srgbClr val="B6CEC5"/>
              </a:solidFill>
            </a:ln>
          </p:spPr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A1DF5636-C3F9-BC8E-196E-70B0EA2747FB}"/>
              </a:ext>
            </a:extLst>
          </p:cNvPr>
          <p:cNvSpPr txBox="1"/>
          <p:nvPr/>
        </p:nvSpPr>
        <p:spPr>
          <a:xfrm>
            <a:off x="519056" y="107111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C5568318-F4F0-D26F-4A06-9689D3B3B110}"/>
              </a:ext>
            </a:extLst>
          </p:cNvPr>
          <p:cNvSpPr txBox="1"/>
          <p:nvPr/>
        </p:nvSpPr>
        <p:spPr>
          <a:xfrm>
            <a:off x="677263" y="120127"/>
            <a:ext cx="2531320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>
                <a:solidFill>
                  <a:srgbClr val="1E293B"/>
                </a:solidFill>
                <a:latin typeface="Arial"/>
              </a:rPr>
              <a:t>Find: locate ligand regions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EE2FDCC3-2041-365A-F921-08572C8B166F}"/>
              </a:ext>
            </a:extLst>
          </p:cNvPr>
          <p:cNvSpPr txBox="1"/>
          <p:nvPr/>
        </p:nvSpPr>
        <p:spPr>
          <a:xfrm>
            <a:off x="519056" y="1909702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b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F7145108-DEDF-8030-06D7-FBCD3AD40DE6}"/>
              </a:ext>
            </a:extLst>
          </p:cNvPr>
          <p:cNvSpPr txBox="1"/>
          <p:nvPr/>
        </p:nvSpPr>
        <p:spPr>
          <a:xfrm>
            <a:off x="667104" y="1931954"/>
            <a:ext cx="2847735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 dirty="0">
                <a:solidFill>
                  <a:srgbClr val="1E293B"/>
                </a:solidFill>
                <a:latin typeface="Arial"/>
              </a:rPr>
              <a:t>Match: candidate-to-identity assignment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6CE95369-A19A-9B3C-5D51-96647901A11F}"/>
              </a:ext>
            </a:extLst>
          </p:cNvPr>
          <p:cNvSpPr txBox="1"/>
          <p:nvPr/>
        </p:nvSpPr>
        <p:spPr>
          <a:xfrm>
            <a:off x="4616630" y="107125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c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C8DBDC94-F553-42F9-B404-DC430DB9DCBB}"/>
              </a:ext>
            </a:extLst>
          </p:cNvPr>
          <p:cNvSpPr txBox="1"/>
          <p:nvPr/>
        </p:nvSpPr>
        <p:spPr>
          <a:xfrm>
            <a:off x="4774837" y="120126"/>
            <a:ext cx="1202377" cy="239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Build: downstream</a:t>
            </a:r>
          </a:p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pose reconstruction</a:t>
            </a:r>
          </a:p>
        </p:txBody>
      </p:sp>
      <p:sp>
        <p:nvSpPr>
          <p:cNvPr id="13" name="Find | Density card">
            <a:extLst>
              <a:ext uri="{FF2B5EF4-FFF2-40B4-BE49-F238E27FC236}">
                <a16:creationId xmlns:a16="http://schemas.microsoft.com/office/drawing/2014/main" id="{C595CBD7-EE6A-2A4E-E2FA-319352BAD3E9}"/>
              </a:ext>
            </a:extLst>
          </p:cNvPr>
          <p:cNvSpPr/>
          <p:nvPr/>
        </p:nvSpPr>
        <p:spPr>
          <a:xfrm>
            <a:off x="526966" y="284774"/>
            <a:ext cx="617009" cy="6802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586D997-B428-E65A-FA57-7375B4A1F70B}"/>
              </a:ext>
            </a:extLst>
          </p:cNvPr>
          <p:cNvSpPr txBox="1"/>
          <p:nvPr/>
        </p:nvSpPr>
        <p:spPr>
          <a:xfrm>
            <a:off x="500206" y="317081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grpSp>
        <p:nvGrpSpPr>
          <p:cNvPr id="15" name="Find | Fig1 Density surface">
            <a:extLst>
              <a:ext uri="{FF2B5EF4-FFF2-40B4-BE49-F238E27FC236}">
                <a16:creationId xmlns:a16="http://schemas.microsoft.com/office/drawing/2014/main" id="{6D989076-A3A8-7396-EC79-2A8BD4179735}"/>
              </a:ext>
            </a:extLst>
          </p:cNvPr>
          <p:cNvGrpSpPr/>
          <p:nvPr/>
        </p:nvGrpSpPr>
        <p:grpSpPr>
          <a:xfrm>
            <a:off x="610687" y="418240"/>
            <a:ext cx="425669" cy="506264"/>
            <a:chOff x="496477" y="1485900"/>
            <a:chExt cx="1521646" cy="1809750"/>
          </a:xfrm>
        </p:grpSpPr>
        <p:sp>
          <p:nvSpPr>
            <p:cNvPr id="16" name="Input_density__7">
              <a:extLst>
                <a:ext uri="{FF2B5EF4-FFF2-40B4-BE49-F238E27FC236}">
                  <a16:creationId xmlns:a16="http://schemas.microsoft.com/office/drawing/2014/main" id="{09E432FB-083D-5E19-D126-156654C9B05F}"/>
                </a:ext>
              </a:extLst>
            </p:cNvPr>
            <p:cNvSpPr>
              <a:spLocks noGrp="1"/>
            </p:cNvSpPr>
            <p:nvPr/>
          </p:nvSpPr>
          <p:spPr>
            <a:xfrm>
              <a:off x="1220655" y="3062646"/>
              <a:ext cx="46074" cy="24513"/>
            </a:xfrm>
            <a:custGeom>
              <a:avLst/>
              <a:gdLst/>
              <a:ahLst/>
              <a:cxnLst/>
              <a:rect l="0" t="0" r="0" b="0"/>
              <a:pathLst>
                <a:path w="46074" h="24513">
                  <a:moveTo>
                    <a:pt x="0" y="2106"/>
                  </a:moveTo>
                  <a:lnTo>
                    <a:pt x="6305" y="2476"/>
                  </a:lnTo>
                  <a:lnTo>
                    <a:pt x="7043" y="3162"/>
                  </a:lnTo>
                  <a:close/>
                  <a:moveTo>
                    <a:pt x="46074" y="24513"/>
                  </a:moveTo>
                  <a:lnTo>
                    <a:pt x="31930" y="0"/>
                  </a:lnTo>
                  <a:lnTo>
                    <a:pt x="7043" y="316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7" name="Input_density__8">
              <a:extLst>
                <a:ext uri="{FF2B5EF4-FFF2-40B4-BE49-F238E27FC236}">
                  <a16:creationId xmlns:a16="http://schemas.microsoft.com/office/drawing/2014/main" id="{90B97A6B-A1BC-C04E-8C13-6ABC69D31F35}"/>
                </a:ext>
              </a:extLst>
            </p:cNvPr>
            <p:cNvSpPr>
              <a:spLocks noGrp="1"/>
            </p:cNvSpPr>
            <p:nvPr/>
          </p:nvSpPr>
          <p:spPr>
            <a:xfrm>
              <a:off x="1176575" y="3034249"/>
              <a:ext cx="50386" cy="30873"/>
            </a:xfrm>
            <a:custGeom>
              <a:avLst/>
              <a:gdLst/>
              <a:ahLst/>
              <a:cxnLst/>
              <a:rect l="0" t="0" r="0" b="0"/>
              <a:pathLst>
                <a:path w="50386" h="30873">
                  <a:moveTo>
                    <a:pt x="0" y="0"/>
                  </a:moveTo>
                  <a:lnTo>
                    <a:pt x="44081" y="30502"/>
                  </a:lnTo>
                  <a:lnTo>
                    <a:pt x="16434" y="26437"/>
                  </a:lnTo>
                  <a:close/>
                  <a:moveTo>
                    <a:pt x="50386" y="30873"/>
                  </a:moveTo>
                  <a:lnTo>
                    <a:pt x="44081" y="30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8" name="Input_density__9">
              <a:extLst>
                <a:ext uri="{FF2B5EF4-FFF2-40B4-BE49-F238E27FC236}">
                  <a16:creationId xmlns:a16="http://schemas.microsoft.com/office/drawing/2014/main" id="{1C0B32EC-6AAD-1883-556B-4796DF16F14E}"/>
                </a:ext>
              </a:extLst>
            </p:cNvPr>
            <p:cNvSpPr>
              <a:spLocks noGrp="1"/>
            </p:cNvSpPr>
            <p:nvPr/>
          </p:nvSpPr>
          <p:spPr>
            <a:xfrm>
              <a:off x="1285861" y="2960591"/>
              <a:ext cx="31800" cy="38987"/>
            </a:xfrm>
            <a:custGeom>
              <a:avLst/>
              <a:gdLst/>
              <a:ahLst/>
              <a:cxnLst/>
              <a:rect l="0" t="0" r="0" b="0"/>
              <a:pathLst>
                <a:path w="31800" h="38987">
                  <a:moveTo>
                    <a:pt x="31800" y="0"/>
                  </a:moveTo>
                  <a:lnTo>
                    <a:pt x="0" y="38987"/>
                  </a:lnTo>
                  <a:lnTo>
                    <a:pt x="26860" y="3303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9" name="Input_density__10">
              <a:extLst>
                <a:ext uri="{FF2B5EF4-FFF2-40B4-BE49-F238E27FC236}">
                  <a16:creationId xmlns:a16="http://schemas.microsoft.com/office/drawing/2014/main" id="{42C1D91D-0C9A-9EAD-79F5-00E8912361A0}"/>
                </a:ext>
              </a:extLst>
            </p:cNvPr>
            <p:cNvSpPr>
              <a:spLocks noGrp="1"/>
            </p:cNvSpPr>
            <p:nvPr/>
          </p:nvSpPr>
          <p:spPr>
            <a:xfrm>
              <a:off x="1165464" y="2802847"/>
              <a:ext cx="647703" cy="262961"/>
            </a:xfrm>
            <a:custGeom>
              <a:avLst/>
              <a:gdLst/>
              <a:ahLst/>
              <a:cxnLst/>
              <a:rect l="0" t="0" r="0" b="0"/>
              <a:pathLst>
                <a:path w="647703" h="262961">
                  <a:moveTo>
                    <a:pt x="11111" y="231402"/>
                  </a:moveTo>
                  <a:lnTo>
                    <a:pt x="27546" y="257839"/>
                  </a:lnTo>
                  <a:lnTo>
                    <a:pt x="0" y="225150"/>
                  </a:lnTo>
                  <a:close/>
                  <a:moveTo>
                    <a:pt x="75866" y="244721"/>
                  </a:moveTo>
                  <a:lnTo>
                    <a:pt x="55192" y="261905"/>
                  </a:lnTo>
                  <a:lnTo>
                    <a:pt x="62235" y="262961"/>
                  </a:lnTo>
                  <a:close/>
                  <a:moveTo>
                    <a:pt x="55192" y="261905"/>
                  </a:moveTo>
                  <a:lnTo>
                    <a:pt x="75866" y="244721"/>
                  </a:lnTo>
                  <a:lnTo>
                    <a:pt x="27546" y="257839"/>
                  </a:lnTo>
                  <a:close/>
                  <a:moveTo>
                    <a:pt x="647703" y="23298"/>
                  </a:moveTo>
                  <a:lnTo>
                    <a:pt x="608152" y="0"/>
                  </a:lnTo>
                  <a:lnTo>
                    <a:pt x="620178" y="1659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0" name="Input_density__11">
              <a:extLst>
                <a:ext uri="{FF2B5EF4-FFF2-40B4-BE49-F238E27FC236}">
                  <a16:creationId xmlns:a16="http://schemas.microsoft.com/office/drawing/2014/main" id="{27E9643B-C095-155F-9AFC-4FD27FF63439}"/>
                </a:ext>
              </a:extLst>
            </p:cNvPr>
            <p:cNvSpPr>
              <a:spLocks noGrp="1"/>
            </p:cNvSpPr>
            <p:nvPr/>
          </p:nvSpPr>
          <p:spPr>
            <a:xfrm>
              <a:off x="1158101" y="2765470"/>
              <a:ext cx="627473" cy="318854"/>
            </a:xfrm>
            <a:custGeom>
              <a:avLst/>
              <a:gdLst/>
              <a:ahLst/>
              <a:cxnLst/>
              <a:rect l="0" t="0" r="0" b="0"/>
              <a:pathLst>
                <a:path w="627473" h="318854">
                  <a:moveTo>
                    <a:pt x="12609" y="246459"/>
                  </a:moveTo>
                  <a:lnTo>
                    <a:pt x="25966" y="299282"/>
                  </a:lnTo>
                  <a:lnTo>
                    <a:pt x="0" y="289276"/>
                  </a:lnTo>
                  <a:close/>
                  <a:moveTo>
                    <a:pt x="12609" y="246459"/>
                  </a:moveTo>
                  <a:lnTo>
                    <a:pt x="7363" y="262527"/>
                  </a:lnTo>
                  <a:lnTo>
                    <a:pt x="34908" y="295216"/>
                  </a:lnTo>
                  <a:close/>
                  <a:moveTo>
                    <a:pt x="34908" y="295216"/>
                  </a:moveTo>
                  <a:lnTo>
                    <a:pt x="49674" y="254215"/>
                  </a:lnTo>
                  <a:lnTo>
                    <a:pt x="12609" y="246459"/>
                  </a:lnTo>
                  <a:close/>
                  <a:moveTo>
                    <a:pt x="83229" y="282099"/>
                  </a:moveTo>
                  <a:lnTo>
                    <a:pt x="69598" y="300338"/>
                  </a:lnTo>
                  <a:lnTo>
                    <a:pt x="94484" y="297176"/>
                  </a:lnTo>
                  <a:close/>
                  <a:moveTo>
                    <a:pt x="83229" y="282099"/>
                  </a:moveTo>
                  <a:lnTo>
                    <a:pt x="49674" y="254215"/>
                  </a:lnTo>
                  <a:lnTo>
                    <a:pt x="34908" y="295216"/>
                  </a:lnTo>
                  <a:close/>
                  <a:moveTo>
                    <a:pt x="16407" y="225713"/>
                  </a:moveTo>
                  <a:lnTo>
                    <a:pt x="7363" y="262527"/>
                  </a:lnTo>
                  <a:lnTo>
                    <a:pt x="12609" y="246459"/>
                  </a:lnTo>
                  <a:close/>
                  <a:moveTo>
                    <a:pt x="143154" y="266341"/>
                  </a:moveTo>
                  <a:lnTo>
                    <a:pt x="106559" y="269003"/>
                  </a:lnTo>
                  <a:lnTo>
                    <a:pt x="121640" y="318854"/>
                  </a:lnTo>
                  <a:close/>
                  <a:moveTo>
                    <a:pt x="121640" y="318854"/>
                  </a:moveTo>
                  <a:lnTo>
                    <a:pt x="106559" y="269003"/>
                  </a:lnTo>
                  <a:lnTo>
                    <a:pt x="94484" y="297176"/>
                  </a:lnTo>
                  <a:close/>
                  <a:moveTo>
                    <a:pt x="112506" y="268348"/>
                  </a:moveTo>
                  <a:lnTo>
                    <a:pt x="145623" y="267592"/>
                  </a:lnTo>
                  <a:lnTo>
                    <a:pt x="121640" y="318854"/>
                  </a:lnTo>
                  <a:close/>
                  <a:moveTo>
                    <a:pt x="145623" y="267592"/>
                  </a:moveTo>
                  <a:lnTo>
                    <a:pt x="155775" y="282099"/>
                  </a:lnTo>
                  <a:lnTo>
                    <a:pt x="143154" y="266341"/>
                  </a:lnTo>
                  <a:close/>
                  <a:moveTo>
                    <a:pt x="145623" y="267592"/>
                  </a:moveTo>
                  <a:lnTo>
                    <a:pt x="147811" y="264915"/>
                  </a:lnTo>
                  <a:lnTo>
                    <a:pt x="157969" y="281384"/>
                  </a:lnTo>
                  <a:close/>
                  <a:moveTo>
                    <a:pt x="127760" y="234109"/>
                  </a:moveTo>
                  <a:lnTo>
                    <a:pt x="143154" y="266341"/>
                  </a:lnTo>
                  <a:lnTo>
                    <a:pt x="155469" y="276034"/>
                  </a:lnTo>
                  <a:close/>
                  <a:moveTo>
                    <a:pt x="58256" y="191691"/>
                  </a:moveTo>
                  <a:lnTo>
                    <a:pt x="85582" y="196563"/>
                  </a:lnTo>
                  <a:lnTo>
                    <a:pt x="67528" y="196390"/>
                  </a:lnTo>
                  <a:close/>
                  <a:moveTo>
                    <a:pt x="148099" y="180641"/>
                  </a:moveTo>
                  <a:lnTo>
                    <a:pt x="142839" y="174222"/>
                  </a:lnTo>
                  <a:lnTo>
                    <a:pt x="144021" y="176142"/>
                  </a:lnTo>
                  <a:close/>
                  <a:moveTo>
                    <a:pt x="144021" y="176142"/>
                  </a:moveTo>
                  <a:lnTo>
                    <a:pt x="159560" y="195122"/>
                  </a:lnTo>
                  <a:lnTo>
                    <a:pt x="180739" y="210977"/>
                  </a:lnTo>
                  <a:close/>
                  <a:moveTo>
                    <a:pt x="142839" y="174222"/>
                  </a:moveTo>
                  <a:lnTo>
                    <a:pt x="133210" y="140184"/>
                  </a:lnTo>
                  <a:lnTo>
                    <a:pt x="144021" y="176142"/>
                  </a:lnTo>
                  <a:close/>
                  <a:moveTo>
                    <a:pt x="627473" y="53938"/>
                  </a:moveTo>
                  <a:lnTo>
                    <a:pt x="614434" y="33339"/>
                  </a:lnTo>
                  <a:lnTo>
                    <a:pt x="611394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1" name="Input_density__12">
              <a:extLst>
                <a:ext uri="{FF2B5EF4-FFF2-40B4-BE49-F238E27FC236}">
                  <a16:creationId xmlns:a16="http://schemas.microsoft.com/office/drawing/2014/main" id="{8F5481FC-E426-D901-0895-A9888D03BB6E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1611"/>
              <a:ext cx="131066" cy="142712"/>
            </a:xfrm>
            <a:custGeom>
              <a:avLst/>
              <a:gdLst/>
              <a:ahLst/>
              <a:cxnLst/>
              <a:rect l="0" t="0" r="0" b="0"/>
              <a:pathLst>
                <a:path w="131066" h="142712">
                  <a:moveTo>
                    <a:pt x="95949" y="91450"/>
                  </a:moveTo>
                  <a:lnTo>
                    <a:pt x="93480" y="90199"/>
                  </a:lnTo>
                  <a:lnTo>
                    <a:pt x="71966" y="142712"/>
                  </a:lnTo>
                  <a:close/>
                  <a:moveTo>
                    <a:pt x="33555" y="105957"/>
                  </a:moveTo>
                  <a:lnTo>
                    <a:pt x="44810" y="121035"/>
                  </a:lnTo>
                  <a:lnTo>
                    <a:pt x="56885" y="92862"/>
                  </a:lnTo>
                  <a:close/>
                  <a:moveTo>
                    <a:pt x="0" y="78073"/>
                  </a:moveTo>
                  <a:lnTo>
                    <a:pt x="33555" y="105957"/>
                  </a:lnTo>
                  <a:lnTo>
                    <a:pt x="42415" y="52019"/>
                  </a:lnTo>
                  <a:close/>
                  <a:moveTo>
                    <a:pt x="60425" y="83205"/>
                  </a:moveTo>
                  <a:lnTo>
                    <a:pt x="33555" y="105957"/>
                  </a:lnTo>
                  <a:lnTo>
                    <a:pt x="56885" y="92862"/>
                  </a:lnTo>
                  <a:close/>
                  <a:moveTo>
                    <a:pt x="78086" y="57967"/>
                  </a:moveTo>
                  <a:lnTo>
                    <a:pt x="60425" y="83205"/>
                  </a:lnTo>
                  <a:lnTo>
                    <a:pt x="56885" y="92862"/>
                  </a:lnTo>
                  <a:close/>
                  <a:moveTo>
                    <a:pt x="2105" y="65562"/>
                  </a:moveTo>
                  <a:lnTo>
                    <a:pt x="45214" y="26337"/>
                  </a:lnTo>
                  <a:lnTo>
                    <a:pt x="35909" y="20421"/>
                  </a:lnTo>
                  <a:close/>
                  <a:moveTo>
                    <a:pt x="2105" y="65562"/>
                  </a:moveTo>
                  <a:lnTo>
                    <a:pt x="35909" y="20421"/>
                  </a:lnTo>
                  <a:lnTo>
                    <a:pt x="8582" y="15549"/>
                  </a:lnTo>
                  <a:close/>
                  <a:moveTo>
                    <a:pt x="45214" y="26337"/>
                  </a:moveTo>
                  <a:lnTo>
                    <a:pt x="65955" y="52019"/>
                  </a:lnTo>
                  <a:lnTo>
                    <a:pt x="35909" y="20421"/>
                  </a:lnTo>
                  <a:close/>
                  <a:moveTo>
                    <a:pt x="65955" y="52019"/>
                  </a:moveTo>
                  <a:lnTo>
                    <a:pt x="78086" y="57967"/>
                  </a:lnTo>
                  <a:lnTo>
                    <a:pt x="35909" y="20421"/>
                  </a:lnTo>
                  <a:close/>
                  <a:moveTo>
                    <a:pt x="104946" y="52019"/>
                  </a:moveTo>
                  <a:lnTo>
                    <a:pt x="123009" y="71590"/>
                  </a:lnTo>
                  <a:lnTo>
                    <a:pt x="131066" y="34835"/>
                  </a:lnTo>
                  <a:close/>
                  <a:moveTo>
                    <a:pt x="131066" y="34835"/>
                  </a:moveTo>
                  <a:lnTo>
                    <a:pt x="109886" y="18980"/>
                  </a:lnTo>
                  <a:lnTo>
                    <a:pt x="104946" y="52019"/>
                  </a:lnTo>
                  <a:close/>
                  <a:moveTo>
                    <a:pt x="131066" y="34835"/>
                  </a:moveTo>
                  <a:lnTo>
                    <a:pt x="98426" y="4500"/>
                  </a:lnTo>
                  <a:lnTo>
                    <a:pt x="94347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2" name="Input_density__13">
              <a:extLst>
                <a:ext uri="{FF2B5EF4-FFF2-40B4-BE49-F238E27FC236}">
                  <a16:creationId xmlns:a16="http://schemas.microsoft.com/office/drawing/2014/main" id="{9C1EC482-DF5F-C333-00F7-286E6D6A417B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6111"/>
              <a:ext cx="157820" cy="101457"/>
            </a:xfrm>
            <a:custGeom>
              <a:avLst/>
              <a:gdLst/>
              <a:ahLst/>
              <a:cxnLst/>
              <a:rect l="0" t="0" r="0" b="0"/>
              <a:pathLst>
                <a:path w="157820" h="101457">
                  <a:moveTo>
                    <a:pt x="2105" y="61062"/>
                  </a:moveTo>
                  <a:lnTo>
                    <a:pt x="0" y="73573"/>
                  </a:lnTo>
                  <a:lnTo>
                    <a:pt x="42415" y="47519"/>
                  </a:lnTo>
                  <a:close/>
                  <a:moveTo>
                    <a:pt x="42415" y="47519"/>
                  </a:moveTo>
                  <a:lnTo>
                    <a:pt x="33555" y="101457"/>
                  </a:lnTo>
                  <a:lnTo>
                    <a:pt x="60425" y="78705"/>
                  </a:lnTo>
                  <a:close/>
                  <a:moveTo>
                    <a:pt x="65955" y="47519"/>
                  </a:moveTo>
                  <a:lnTo>
                    <a:pt x="60425" y="78705"/>
                  </a:lnTo>
                  <a:lnTo>
                    <a:pt x="78086" y="53467"/>
                  </a:lnTo>
                  <a:close/>
                  <a:moveTo>
                    <a:pt x="78086" y="53467"/>
                  </a:moveTo>
                  <a:lnTo>
                    <a:pt x="56885" y="88362"/>
                  </a:lnTo>
                  <a:lnTo>
                    <a:pt x="93480" y="85700"/>
                  </a:lnTo>
                  <a:close/>
                  <a:moveTo>
                    <a:pt x="42415" y="47519"/>
                  </a:moveTo>
                  <a:lnTo>
                    <a:pt x="45214" y="21837"/>
                  </a:lnTo>
                  <a:lnTo>
                    <a:pt x="2105" y="61062"/>
                  </a:lnTo>
                  <a:close/>
                  <a:moveTo>
                    <a:pt x="95949" y="86951"/>
                  </a:moveTo>
                  <a:lnTo>
                    <a:pt x="117014" y="69498"/>
                  </a:lnTo>
                  <a:lnTo>
                    <a:pt x="98137" y="84274"/>
                  </a:lnTo>
                  <a:close/>
                  <a:moveTo>
                    <a:pt x="104946" y="47519"/>
                  </a:moveTo>
                  <a:lnTo>
                    <a:pt x="98137" y="84274"/>
                  </a:lnTo>
                  <a:lnTo>
                    <a:pt x="123009" y="67091"/>
                  </a:lnTo>
                  <a:close/>
                  <a:moveTo>
                    <a:pt x="45214" y="21837"/>
                  </a:moveTo>
                  <a:lnTo>
                    <a:pt x="83737" y="30336"/>
                  </a:lnTo>
                  <a:lnTo>
                    <a:pt x="65955" y="47519"/>
                  </a:lnTo>
                  <a:close/>
                  <a:moveTo>
                    <a:pt x="131066" y="30336"/>
                  </a:moveTo>
                  <a:lnTo>
                    <a:pt x="157820" y="13152"/>
                  </a:lnTo>
                  <a:lnTo>
                    <a:pt x="98426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3" name="Input_density__14">
              <a:extLst>
                <a:ext uri="{FF2B5EF4-FFF2-40B4-BE49-F238E27FC236}">
                  <a16:creationId xmlns:a16="http://schemas.microsoft.com/office/drawing/2014/main" id="{28A75993-C52F-D497-40C9-D39D1DEAFB18}"/>
                </a:ext>
              </a:extLst>
            </p:cNvPr>
            <p:cNvSpPr>
              <a:spLocks noGrp="1"/>
            </p:cNvSpPr>
            <p:nvPr/>
          </p:nvSpPr>
          <p:spPr>
            <a:xfrm>
              <a:off x="1403259" y="3040359"/>
              <a:ext cx="20521" cy="19483"/>
            </a:xfrm>
            <a:custGeom>
              <a:avLst/>
              <a:gdLst/>
              <a:ahLst/>
              <a:cxnLst/>
              <a:rect l="0" t="0" r="0" b="0"/>
              <a:pathLst>
                <a:path w="20521" h="19483">
                  <a:moveTo>
                    <a:pt x="8296" y="9597"/>
                  </a:moveTo>
                  <a:lnTo>
                    <a:pt x="20521" y="0"/>
                  </a:lnTo>
                  <a:lnTo>
                    <a:pt x="0" y="1948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4" name="Input_density__15">
              <a:extLst>
                <a:ext uri="{FF2B5EF4-FFF2-40B4-BE49-F238E27FC236}">
                  <a16:creationId xmlns:a16="http://schemas.microsoft.com/office/drawing/2014/main" id="{EBAA99DD-F885-6F36-FF6C-7FB244342B59}"/>
                </a:ext>
              </a:extLst>
            </p:cNvPr>
            <p:cNvSpPr>
              <a:spLocks noGrp="1"/>
            </p:cNvSpPr>
            <p:nvPr/>
          </p:nvSpPr>
          <p:spPr>
            <a:xfrm>
              <a:off x="1171862" y="2806732"/>
              <a:ext cx="697002" cy="294774"/>
            </a:xfrm>
            <a:custGeom>
              <a:avLst/>
              <a:gdLst/>
              <a:ahLst/>
              <a:cxnLst/>
              <a:rect l="0" t="0" r="0" b="0"/>
              <a:pathLst>
                <a:path w="697002" h="294774">
                  <a:moveTo>
                    <a:pt x="12205" y="258019"/>
                  </a:moveTo>
                  <a:lnTo>
                    <a:pt x="13071" y="240836"/>
                  </a:lnTo>
                  <a:lnTo>
                    <a:pt x="0" y="294774"/>
                  </a:lnTo>
                  <a:close/>
                  <a:moveTo>
                    <a:pt x="220597" y="241101"/>
                  </a:moveTo>
                  <a:lnTo>
                    <a:pt x="202799" y="270766"/>
                  </a:lnTo>
                  <a:lnTo>
                    <a:pt x="251917" y="233627"/>
                  </a:lnTo>
                  <a:close/>
                  <a:moveTo>
                    <a:pt x="239692" y="243224"/>
                  </a:moveTo>
                  <a:lnTo>
                    <a:pt x="256646" y="226041"/>
                  </a:lnTo>
                  <a:lnTo>
                    <a:pt x="251917" y="233627"/>
                  </a:lnTo>
                  <a:close/>
                  <a:moveTo>
                    <a:pt x="280095" y="172102"/>
                  </a:moveTo>
                  <a:lnTo>
                    <a:pt x="264494" y="184443"/>
                  </a:lnTo>
                  <a:lnTo>
                    <a:pt x="256646" y="226041"/>
                  </a:lnTo>
                  <a:close/>
                  <a:moveTo>
                    <a:pt x="264494" y="184443"/>
                  </a:moveTo>
                  <a:lnTo>
                    <a:pt x="280095" y="172102"/>
                  </a:lnTo>
                  <a:lnTo>
                    <a:pt x="319565" y="169557"/>
                  </a:lnTo>
                  <a:close/>
                  <a:moveTo>
                    <a:pt x="333600" y="125823"/>
                  </a:moveTo>
                  <a:lnTo>
                    <a:pt x="328627" y="154919"/>
                  </a:lnTo>
                  <a:lnTo>
                    <a:pt x="341177" y="125786"/>
                  </a:lnTo>
                  <a:close/>
                  <a:moveTo>
                    <a:pt x="671920" y="9302"/>
                  </a:moveTo>
                  <a:lnTo>
                    <a:pt x="697002" y="15064"/>
                  </a:lnTo>
                  <a:lnTo>
                    <a:pt x="66184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5" name="Input_density__16">
              <a:extLst>
                <a:ext uri="{FF2B5EF4-FFF2-40B4-BE49-F238E27FC236}">
                  <a16:creationId xmlns:a16="http://schemas.microsoft.com/office/drawing/2014/main" id="{11B47E97-59C8-0E61-0E5B-3BC4E355AD80}"/>
                </a:ext>
              </a:extLst>
            </p:cNvPr>
            <p:cNvSpPr>
              <a:spLocks noGrp="1"/>
            </p:cNvSpPr>
            <p:nvPr/>
          </p:nvSpPr>
          <p:spPr>
            <a:xfrm>
              <a:off x="1117103" y="2657593"/>
              <a:ext cx="716604" cy="397153"/>
            </a:xfrm>
            <a:custGeom>
              <a:avLst/>
              <a:gdLst/>
              <a:ahLst/>
              <a:cxnLst/>
              <a:rect l="0" t="0" r="0" b="0"/>
              <a:pathLst>
                <a:path w="716604" h="397153">
                  <a:moveTo>
                    <a:pt x="50607" y="353220"/>
                  </a:moveTo>
                  <a:lnTo>
                    <a:pt x="53607" y="354336"/>
                  </a:lnTo>
                  <a:lnTo>
                    <a:pt x="24095" y="362325"/>
                  </a:lnTo>
                  <a:close/>
                  <a:moveTo>
                    <a:pt x="53607" y="354336"/>
                  </a:moveTo>
                  <a:lnTo>
                    <a:pt x="40998" y="397153"/>
                  </a:lnTo>
                  <a:lnTo>
                    <a:pt x="24095" y="362325"/>
                  </a:lnTo>
                  <a:close/>
                  <a:moveTo>
                    <a:pt x="7981" y="319594"/>
                  </a:moveTo>
                  <a:lnTo>
                    <a:pt x="50607" y="353220"/>
                  </a:lnTo>
                  <a:lnTo>
                    <a:pt x="17403" y="337305"/>
                  </a:lnTo>
                  <a:close/>
                  <a:moveTo>
                    <a:pt x="53607" y="354336"/>
                  </a:moveTo>
                  <a:lnTo>
                    <a:pt x="50607" y="353220"/>
                  </a:lnTo>
                  <a:lnTo>
                    <a:pt x="7981" y="319594"/>
                  </a:lnTo>
                  <a:close/>
                  <a:moveTo>
                    <a:pt x="50607" y="353220"/>
                  </a:moveTo>
                  <a:lnTo>
                    <a:pt x="55369" y="352903"/>
                  </a:lnTo>
                  <a:lnTo>
                    <a:pt x="17403" y="337305"/>
                  </a:lnTo>
                  <a:close/>
                  <a:moveTo>
                    <a:pt x="17403" y="337305"/>
                  </a:moveTo>
                  <a:lnTo>
                    <a:pt x="55369" y="352903"/>
                  </a:lnTo>
                  <a:lnTo>
                    <a:pt x="68273" y="306713"/>
                  </a:lnTo>
                  <a:close/>
                  <a:moveTo>
                    <a:pt x="17403" y="337305"/>
                  </a:moveTo>
                  <a:lnTo>
                    <a:pt x="68273" y="306713"/>
                  </a:lnTo>
                  <a:lnTo>
                    <a:pt x="34469" y="304901"/>
                  </a:lnTo>
                  <a:close/>
                  <a:moveTo>
                    <a:pt x="97563" y="299282"/>
                  </a:moveTo>
                  <a:lnTo>
                    <a:pt x="68273" y="306713"/>
                  </a:lnTo>
                  <a:lnTo>
                    <a:pt x="99254" y="299567"/>
                  </a:lnTo>
                  <a:close/>
                  <a:moveTo>
                    <a:pt x="99254" y="299567"/>
                  </a:moveTo>
                  <a:lnTo>
                    <a:pt x="68273" y="306713"/>
                  </a:lnTo>
                  <a:lnTo>
                    <a:pt x="55369" y="352903"/>
                  </a:lnTo>
                  <a:close/>
                  <a:moveTo>
                    <a:pt x="99254" y="299567"/>
                  </a:moveTo>
                  <a:lnTo>
                    <a:pt x="55369" y="352903"/>
                  </a:lnTo>
                  <a:lnTo>
                    <a:pt x="92777" y="349580"/>
                  </a:lnTo>
                  <a:close/>
                  <a:moveTo>
                    <a:pt x="28707" y="299282"/>
                  </a:moveTo>
                  <a:lnTo>
                    <a:pt x="0" y="316465"/>
                  </a:lnTo>
                  <a:lnTo>
                    <a:pt x="17403" y="337305"/>
                  </a:lnTo>
                  <a:close/>
                  <a:moveTo>
                    <a:pt x="153949" y="371684"/>
                  </a:moveTo>
                  <a:lnTo>
                    <a:pt x="153504" y="376225"/>
                  </a:lnTo>
                  <a:lnTo>
                    <a:pt x="149112" y="388173"/>
                  </a:lnTo>
                  <a:close/>
                  <a:moveTo>
                    <a:pt x="133087" y="336037"/>
                  </a:moveTo>
                  <a:lnTo>
                    <a:pt x="151096" y="367223"/>
                  </a:lnTo>
                  <a:lnTo>
                    <a:pt x="143304" y="355608"/>
                  </a:lnTo>
                  <a:close/>
                  <a:moveTo>
                    <a:pt x="156430" y="318853"/>
                  </a:moveTo>
                  <a:lnTo>
                    <a:pt x="133087" y="336037"/>
                  </a:lnTo>
                  <a:lnTo>
                    <a:pt x="143304" y="355608"/>
                  </a:lnTo>
                  <a:close/>
                  <a:moveTo>
                    <a:pt x="204672" y="355608"/>
                  </a:moveTo>
                  <a:lnTo>
                    <a:pt x="153949" y="371684"/>
                  </a:lnTo>
                  <a:lnTo>
                    <a:pt x="156627" y="336037"/>
                  </a:lnTo>
                  <a:close/>
                  <a:moveTo>
                    <a:pt x="174409" y="318853"/>
                  </a:moveTo>
                  <a:lnTo>
                    <a:pt x="204672" y="355608"/>
                  </a:lnTo>
                  <a:lnTo>
                    <a:pt x="156627" y="336037"/>
                  </a:lnTo>
                  <a:close/>
                  <a:moveTo>
                    <a:pt x="161867" y="311283"/>
                  </a:moveTo>
                  <a:lnTo>
                    <a:pt x="174409" y="318853"/>
                  </a:lnTo>
                  <a:lnTo>
                    <a:pt x="135886" y="310355"/>
                  </a:lnTo>
                  <a:close/>
                  <a:moveTo>
                    <a:pt x="70473" y="295877"/>
                  </a:moveTo>
                  <a:lnTo>
                    <a:pt x="68273" y="306713"/>
                  </a:lnTo>
                  <a:lnTo>
                    <a:pt x="97563" y="299282"/>
                  </a:lnTo>
                  <a:close/>
                  <a:moveTo>
                    <a:pt x="221738" y="318853"/>
                  </a:moveTo>
                  <a:lnTo>
                    <a:pt x="213681" y="355608"/>
                  </a:lnTo>
                  <a:lnTo>
                    <a:pt x="232139" y="338425"/>
                  </a:lnTo>
                  <a:close/>
                  <a:moveTo>
                    <a:pt x="221738" y="318853"/>
                  </a:moveTo>
                  <a:lnTo>
                    <a:pt x="232139" y="338425"/>
                  </a:lnTo>
                  <a:lnTo>
                    <a:pt x="248492" y="301670"/>
                  </a:lnTo>
                  <a:close/>
                  <a:moveTo>
                    <a:pt x="183837" y="282098"/>
                  </a:moveTo>
                  <a:lnTo>
                    <a:pt x="189097" y="288518"/>
                  </a:lnTo>
                  <a:lnTo>
                    <a:pt x="212078" y="278231"/>
                  </a:lnTo>
                  <a:close/>
                  <a:moveTo>
                    <a:pt x="183837" y="282098"/>
                  </a:moveTo>
                  <a:lnTo>
                    <a:pt x="212078" y="278231"/>
                  </a:lnTo>
                  <a:lnTo>
                    <a:pt x="192169" y="264915"/>
                  </a:lnTo>
                  <a:close/>
                  <a:moveTo>
                    <a:pt x="248492" y="301670"/>
                  </a:moveTo>
                  <a:lnTo>
                    <a:pt x="212078" y="278231"/>
                  </a:lnTo>
                  <a:lnTo>
                    <a:pt x="189097" y="288518"/>
                  </a:lnTo>
                  <a:close/>
                  <a:moveTo>
                    <a:pt x="174147" y="245343"/>
                  </a:moveTo>
                  <a:lnTo>
                    <a:pt x="183837" y="282098"/>
                  </a:lnTo>
                  <a:lnTo>
                    <a:pt x="192169" y="264915"/>
                  </a:lnTo>
                  <a:close/>
                  <a:moveTo>
                    <a:pt x="174147" y="245343"/>
                  </a:moveTo>
                  <a:lnTo>
                    <a:pt x="192169" y="264915"/>
                  </a:lnTo>
                  <a:lnTo>
                    <a:pt x="168455" y="228160"/>
                  </a:lnTo>
                  <a:close/>
                  <a:moveTo>
                    <a:pt x="306912" y="287438"/>
                  </a:moveTo>
                  <a:lnTo>
                    <a:pt x="316961" y="301670"/>
                  </a:lnTo>
                  <a:lnTo>
                    <a:pt x="305717" y="284816"/>
                  </a:lnTo>
                  <a:close/>
                  <a:moveTo>
                    <a:pt x="192169" y="264915"/>
                  </a:moveTo>
                  <a:lnTo>
                    <a:pt x="212078" y="278231"/>
                  </a:lnTo>
                  <a:lnTo>
                    <a:pt x="218332" y="256935"/>
                  </a:lnTo>
                  <a:close/>
                  <a:moveTo>
                    <a:pt x="218332" y="256935"/>
                  </a:moveTo>
                  <a:lnTo>
                    <a:pt x="212078" y="278231"/>
                  </a:lnTo>
                  <a:lnTo>
                    <a:pt x="255107" y="298873"/>
                  </a:lnTo>
                  <a:close/>
                  <a:moveTo>
                    <a:pt x="192169" y="264915"/>
                  </a:moveTo>
                  <a:lnTo>
                    <a:pt x="218332" y="256935"/>
                  </a:lnTo>
                  <a:lnTo>
                    <a:pt x="168455" y="228160"/>
                  </a:lnTo>
                  <a:close/>
                  <a:moveTo>
                    <a:pt x="247531" y="215538"/>
                  </a:moveTo>
                  <a:lnTo>
                    <a:pt x="218332" y="256935"/>
                  </a:lnTo>
                  <a:lnTo>
                    <a:pt x="258762" y="251155"/>
                  </a:lnTo>
                  <a:close/>
                  <a:moveTo>
                    <a:pt x="357804" y="314306"/>
                  </a:moveTo>
                  <a:lnTo>
                    <a:pt x="306912" y="287438"/>
                  </a:lnTo>
                  <a:lnTo>
                    <a:pt x="307436" y="283419"/>
                  </a:lnTo>
                  <a:close/>
                  <a:moveTo>
                    <a:pt x="307436" y="283419"/>
                  </a:moveTo>
                  <a:lnTo>
                    <a:pt x="320044" y="284487"/>
                  </a:lnTo>
                  <a:lnTo>
                    <a:pt x="357804" y="314306"/>
                  </a:lnTo>
                  <a:close/>
                  <a:moveTo>
                    <a:pt x="716604" y="149139"/>
                  </a:moveTo>
                  <a:lnTo>
                    <a:pt x="687746" y="127448"/>
                  </a:lnTo>
                  <a:lnTo>
                    <a:pt x="656513" y="145254"/>
                  </a:lnTo>
                  <a:close/>
                  <a:moveTo>
                    <a:pt x="652267" y="58453"/>
                  </a:moveTo>
                  <a:lnTo>
                    <a:pt x="674110" y="86472"/>
                  </a:lnTo>
                  <a:lnTo>
                    <a:pt x="672189" y="90693"/>
                  </a:lnTo>
                  <a:close/>
                  <a:moveTo>
                    <a:pt x="672189" y="90693"/>
                  </a:moveTo>
                  <a:lnTo>
                    <a:pt x="674110" y="86472"/>
                  </a:lnTo>
                  <a:lnTo>
                    <a:pt x="652392" y="107877"/>
                  </a:lnTo>
                  <a:close/>
                  <a:moveTo>
                    <a:pt x="652451" y="33861"/>
                  </a:moveTo>
                  <a:lnTo>
                    <a:pt x="652267" y="58453"/>
                  </a:lnTo>
                  <a:lnTo>
                    <a:pt x="651579" y="53938"/>
                  </a:lnTo>
                  <a:close/>
                  <a:moveTo>
                    <a:pt x="656520" y="0"/>
                  </a:moveTo>
                  <a:lnTo>
                    <a:pt x="653098" y="13031"/>
                  </a:lnTo>
                  <a:lnTo>
                    <a:pt x="651579" y="539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6" name="Input_density__17">
              <a:extLst>
                <a:ext uri="{FF2B5EF4-FFF2-40B4-BE49-F238E27FC236}">
                  <a16:creationId xmlns:a16="http://schemas.microsoft.com/office/drawing/2014/main" id="{921055B1-2DAA-3230-11C6-C1AAB1570A2C}"/>
                </a:ext>
              </a:extLst>
            </p:cNvPr>
            <p:cNvSpPr>
              <a:spLocks noGrp="1"/>
            </p:cNvSpPr>
            <p:nvPr/>
          </p:nvSpPr>
          <p:spPr>
            <a:xfrm>
              <a:off x="1163090" y="2804613"/>
              <a:ext cx="711047" cy="260139"/>
            </a:xfrm>
            <a:custGeom>
              <a:avLst/>
              <a:gdLst/>
              <a:ahLst/>
              <a:cxnLst/>
              <a:rect l="0" t="0" r="0" b="0"/>
              <a:pathLst>
                <a:path w="711047" h="260139">
                  <a:moveTo>
                    <a:pt x="21843" y="242955"/>
                  </a:moveTo>
                  <a:lnTo>
                    <a:pt x="20977" y="260139"/>
                  </a:lnTo>
                  <a:lnTo>
                    <a:pt x="7620" y="207316"/>
                  </a:lnTo>
                  <a:close/>
                  <a:moveTo>
                    <a:pt x="21085" y="241116"/>
                  </a:moveTo>
                  <a:lnTo>
                    <a:pt x="4620" y="206200"/>
                  </a:lnTo>
                  <a:lnTo>
                    <a:pt x="0" y="200948"/>
                  </a:lnTo>
                  <a:close/>
                  <a:moveTo>
                    <a:pt x="21085" y="241116"/>
                  </a:moveTo>
                  <a:lnTo>
                    <a:pt x="21843" y="242955"/>
                  </a:lnTo>
                  <a:lnTo>
                    <a:pt x="46790" y="202560"/>
                  </a:lnTo>
                  <a:close/>
                  <a:moveTo>
                    <a:pt x="14032" y="112609"/>
                  </a:moveTo>
                  <a:lnTo>
                    <a:pt x="51575" y="152262"/>
                  </a:lnTo>
                  <a:lnTo>
                    <a:pt x="16398" y="115507"/>
                  </a:lnTo>
                  <a:close/>
                  <a:moveTo>
                    <a:pt x="260924" y="140418"/>
                  </a:moveTo>
                  <a:lnTo>
                    <a:pt x="288867" y="174222"/>
                  </a:lnTo>
                  <a:lnTo>
                    <a:pt x="270973" y="154650"/>
                  </a:lnTo>
                  <a:close/>
                  <a:moveTo>
                    <a:pt x="199721" y="63957"/>
                  </a:moveTo>
                  <a:lnTo>
                    <a:pt x="178812" y="82567"/>
                  </a:lnTo>
                  <a:lnTo>
                    <a:pt x="201544" y="68518"/>
                  </a:lnTo>
                  <a:close/>
                  <a:moveTo>
                    <a:pt x="184537" y="10509"/>
                  </a:moveTo>
                  <a:lnTo>
                    <a:pt x="182866" y="56615"/>
                  </a:lnTo>
                  <a:lnTo>
                    <a:pt x="199721" y="63957"/>
                  </a:lnTo>
                  <a:close/>
                  <a:moveTo>
                    <a:pt x="705774" y="17183"/>
                  </a:moveTo>
                  <a:lnTo>
                    <a:pt x="711047" y="0"/>
                  </a:lnTo>
                  <a:lnTo>
                    <a:pt x="670616" y="211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7" name="Input_density__18">
              <a:extLst>
                <a:ext uri="{FF2B5EF4-FFF2-40B4-BE49-F238E27FC236}">
                  <a16:creationId xmlns:a16="http://schemas.microsoft.com/office/drawing/2014/main" id="{024164D8-AC65-C980-312D-F5DC8EFE3E01}"/>
                </a:ext>
              </a:extLst>
            </p:cNvPr>
            <p:cNvSpPr>
              <a:spLocks noGrp="1"/>
            </p:cNvSpPr>
            <p:nvPr/>
          </p:nvSpPr>
          <p:spPr>
            <a:xfrm>
              <a:off x="1089553" y="2798808"/>
              <a:ext cx="744154" cy="248760"/>
            </a:xfrm>
            <a:custGeom>
              <a:avLst/>
              <a:gdLst/>
              <a:ahLst/>
              <a:cxnLst/>
              <a:rect l="0" t="0" r="0" b="0"/>
              <a:pathLst>
                <a:path w="744154" h="248760">
                  <a:moveTo>
                    <a:pt x="118222" y="220876"/>
                  </a:moveTo>
                  <a:lnTo>
                    <a:pt x="95380" y="248760"/>
                  </a:lnTo>
                  <a:lnTo>
                    <a:pt x="81157" y="213121"/>
                  </a:lnTo>
                  <a:close/>
                  <a:moveTo>
                    <a:pt x="55099" y="189558"/>
                  </a:moveTo>
                  <a:lnTo>
                    <a:pt x="81157" y="213121"/>
                  </a:lnTo>
                  <a:lnTo>
                    <a:pt x="35531" y="178379"/>
                  </a:lnTo>
                  <a:close/>
                  <a:moveTo>
                    <a:pt x="27550" y="175250"/>
                  </a:moveTo>
                  <a:lnTo>
                    <a:pt x="35531" y="178379"/>
                  </a:lnTo>
                  <a:lnTo>
                    <a:pt x="44953" y="196089"/>
                  </a:lnTo>
                  <a:close/>
                  <a:moveTo>
                    <a:pt x="82920" y="211688"/>
                  </a:moveTo>
                  <a:lnTo>
                    <a:pt x="78157" y="212005"/>
                  </a:lnTo>
                  <a:lnTo>
                    <a:pt x="94623" y="246921"/>
                  </a:lnTo>
                  <a:close/>
                  <a:moveTo>
                    <a:pt x="120327" y="208365"/>
                  </a:moveTo>
                  <a:lnTo>
                    <a:pt x="95380" y="248760"/>
                  </a:lnTo>
                  <a:lnTo>
                    <a:pt x="118222" y="220876"/>
                  </a:lnTo>
                  <a:close/>
                  <a:moveTo>
                    <a:pt x="82920" y="211688"/>
                  </a:moveTo>
                  <a:lnTo>
                    <a:pt x="94623" y="246921"/>
                  </a:lnTo>
                  <a:lnTo>
                    <a:pt x="120327" y="208365"/>
                  </a:lnTo>
                  <a:close/>
                  <a:moveTo>
                    <a:pt x="56257" y="158067"/>
                  </a:moveTo>
                  <a:lnTo>
                    <a:pt x="0" y="135429"/>
                  </a:lnTo>
                  <a:lnTo>
                    <a:pt x="5778" y="138495"/>
                  </a:lnTo>
                  <a:close/>
                  <a:moveTo>
                    <a:pt x="56257" y="158067"/>
                  </a:moveTo>
                  <a:lnTo>
                    <a:pt x="5778" y="138495"/>
                  </a:lnTo>
                  <a:lnTo>
                    <a:pt x="27550" y="175250"/>
                  </a:lnTo>
                  <a:close/>
                  <a:moveTo>
                    <a:pt x="125113" y="158067"/>
                  </a:moveTo>
                  <a:lnTo>
                    <a:pt x="126804" y="158352"/>
                  </a:lnTo>
                  <a:lnTo>
                    <a:pt x="89936" y="121311"/>
                  </a:lnTo>
                  <a:close/>
                  <a:moveTo>
                    <a:pt x="61997" y="156863"/>
                  </a:moveTo>
                  <a:lnTo>
                    <a:pt x="98023" y="154662"/>
                  </a:lnTo>
                  <a:lnTo>
                    <a:pt x="87569" y="118414"/>
                  </a:lnTo>
                  <a:close/>
                  <a:moveTo>
                    <a:pt x="87569" y="118414"/>
                  </a:moveTo>
                  <a:lnTo>
                    <a:pt x="98023" y="154662"/>
                  </a:lnTo>
                  <a:lnTo>
                    <a:pt x="125113" y="158067"/>
                  </a:lnTo>
                  <a:close/>
                  <a:moveTo>
                    <a:pt x="275081" y="74323"/>
                  </a:moveTo>
                  <a:lnTo>
                    <a:pt x="252350" y="88372"/>
                  </a:lnTo>
                  <a:lnTo>
                    <a:pt x="245882" y="115720"/>
                  </a:lnTo>
                  <a:close/>
                  <a:moveTo>
                    <a:pt x="286312" y="109939"/>
                  </a:moveTo>
                  <a:lnTo>
                    <a:pt x="320295" y="109400"/>
                  </a:lnTo>
                  <a:lnTo>
                    <a:pt x="275081" y="74323"/>
                  </a:lnTo>
                  <a:close/>
                  <a:moveTo>
                    <a:pt x="196005" y="86945"/>
                  </a:moveTo>
                  <a:lnTo>
                    <a:pt x="196798" y="83789"/>
                  </a:lnTo>
                  <a:lnTo>
                    <a:pt x="192111" y="42852"/>
                  </a:lnTo>
                  <a:close/>
                  <a:moveTo>
                    <a:pt x="252350" y="88372"/>
                  </a:moveTo>
                  <a:lnTo>
                    <a:pt x="273258" y="69761"/>
                  </a:lnTo>
                  <a:lnTo>
                    <a:pt x="256403" y="62419"/>
                  </a:lnTo>
                  <a:close/>
                  <a:moveTo>
                    <a:pt x="684063" y="4039"/>
                  </a:moveTo>
                  <a:lnTo>
                    <a:pt x="683397" y="3822"/>
                  </a:lnTo>
                  <a:lnTo>
                    <a:pt x="696089" y="20632"/>
                  </a:lnTo>
                  <a:close/>
                  <a:moveTo>
                    <a:pt x="683397" y="3822"/>
                  </a:moveTo>
                  <a:lnTo>
                    <a:pt x="682982" y="0"/>
                  </a:lnTo>
                  <a:lnTo>
                    <a:pt x="696021" y="20600"/>
                  </a:lnTo>
                  <a:close/>
                  <a:moveTo>
                    <a:pt x="723614" y="27337"/>
                  </a:moveTo>
                  <a:lnTo>
                    <a:pt x="744154" y="7924"/>
                  </a:lnTo>
                  <a:lnTo>
                    <a:pt x="684063" y="403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8" name="Input_density__19">
              <a:extLst>
                <a:ext uri="{FF2B5EF4-FFF2-40B4-BE49-F238E27FC236}">
                  <a16:creationId xmlns:a16="http://schemas.microsoft.com/office/drawing/2014/main" id="{B13F7F0F-866A-0232-2E86-0BA0A32CD179}"/>
                </a:ext>
              </a:extLst>
            </p:cNvPr>
            <p:cNvSpPr>
              <a:spLocks noGrp="1"/>
            </p:cNvSpPr>
            <p:nvPr/>
          </p:nvSpPr>
          <p:spPr>
            <a:xfrm>
              <a:off x="1250190" y="2694348"/>
              <a:ext cx="554660" cy="334929"/>
            </a:xfrm>
            <a:custGeom>
              <a:avLst/>
              <a:gdLst/>
              <a:ahLst/>
              <a:cxnLst/>
              <a:rect l="0" t="0" r="0" b="0"/>
              <a:pathLst>
                <a:path w="554660" h="334929">
                  <a:moveTo>
                    <a:pt x="28780" y="274528"/>
                  </a:moveTo>
                  <a:lnTo>
                    <a:pt x="0" y="299282"/>
                  </a:lnTo>
                  <a:lnTo>
                    <a:pt x="23344" y="282098"/>
                  </a:lnTo>
                  <a:close/>
                  <a:moveTo>
                    <a:pt x="28780" y="274528"/>
                  </a:moveTo>
                  <a:lnTo>
                    <a:pt x="2800" y="273600"/>
                  </a:lnTo>
                  <a:lnTo>
                    <a:pt x="0" y="299282"/>
                  </a:lnTo>
                  <a:close/>
                  <a:moveTo>
                    <a:pt x="23540" y="299282"/>
                  </a:moveTo>
                  <a:lnTo>
                    <a:pt x="20862" y="334929"/>
                  </a:lnTo>
                  <a:lnTo>
                    <a:pt x="18010" y="330468"/>
                  </a:lnTo>
                  <a:close/>
                  <a:moveTo>
                    <a:pt x="122020" y="262119"/>
                  </a:moveTo>
                  <a:lnTo>
                    <a:pt x="78991" y="241476"/>
                  </a:lnTo>
                  <a:lnTo>
                    <a:pt x="115405" y="264915"/>
                  </a:lnTo>
                  <a:close/>
                  <a:moveTo>
                    <a:pt x="125675" y="214400"/>
                  </a:moveTo>
                  <a:lnTo>
                    <a:pt x="85246" y="220180"/>
                  </a:lnTo>
                  <a:lnTo>
                    <a:pt x="122020" y="262119"/>
                  </a:lnTo>
                  <a:close/>
                  <a:moveTo>
                    <a:pt x="122020" y="262119"/>
                  </a:moveTo>
                  <a:lnTo>
                    <a:pt x="172631" y="248062"/>
                  </a:lnTo>
                  <a:lnTo>
                    <a:pt x="159658" y="213861"/>
                  </a:lnTo>
                  <a:close/>
                  <a:moveTo>
                    <a:pt x="122020" y="262119"/>
                  </a:moveTo>
                  <a:lnTo>
                    <a:pt x="159658" y="213861"/>
                  </a:lnTo>
                  <a:lnTo>
                    <a:pt x="125675" y="214400"/>
                  </a:lnTo>
                  <a:close/>
                  <a:moveTo>
                    <a:pt x="173825" y="250683"/>
                  </a:moveTo>
                  <a:lnTo>
                    <a:pt x="176990" y="230548"/>
                  </a:lnTo>
                  <a:lnTo>
                    <a:pt x="174350" y="246664"/>
                  </a:lnTo>
                  <a:close/>
                  <a:moveTo>
                    <a:pt x="186958" y="247732"/>
                  </a:moveTo>
                  <a:lnTo>
                    <a:pt x="174350" y="246664"/>
                  </a:lnTo>
                  <a:lnTo>
                    <a:pt x="165195" y="209359"/>
                  </a:lnTo>
                  <a:close/>
                  <a:moveTo>
                    <a:pt x="165195" y="209359"/>
                  </a:moveTo>
                  <a:lnTo>
                    <a:pt x="174350" y="246664"/>
                  </a:lnTo>
                  <a:lnTo>
                    <a:pt x="145283" y="198459"/>
                  </a:lnTo>
                  <a:close/>
                  <a:moveTo>
                    <a:pt x="357638" y="151000"/>
                  </a:moveTo>
                  <a:lnTo>
                    <a:pt x="336381" y="159427"/>
                  </a:lnTo>
                  <a:lnTo>
                    <a:pt x="365350" y="154990"/>
                  </a:lnTo>
                  <a:close/>
                  <a:moveTo>
                    <a:pt x="523426" y="108499"/>
                  </a:moveTo>
                  <a:lnTo>
                    <a:pt x="522218" y="107877"/>
                  </a:lnTo>
                  <a:lnTo>
                    <a:pt x="522760" y="108282"/>
                  </a:lnTo>
                  <a:close/>
                  <a:moveTo>
                    <a:pt x="522346" y="104460"/>
                  </a:moveTo>
                  <a:lnTo>
                    <a:pt x="522760" y="108282"/>
                  </a:lnTo>
                  <a:lnTo>
                    <a:pt x="522218" y="107877"/>
                  </a:lnTo>
                  <a:close/>
                  <a:moveTo>
                    <a:pt x="522218" y="107877"/>
                  </a:moveTo>
                  <a:lnTo>
                    <a:pt x="523426" y="108499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2218" y="107877"/>
                  </a:lnTo>
                  <a:lnTo>
                    <a:pt x="523718" y="107504"/>
                  </a:lnTo>
                  <a:close/>
                  <a:moveTo>
                    <a:pt x="523426" y="108499"/>
                  </a:moveTo>
                  <a:lnTo>
                    <a:pt x="554660" y="90693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3718" y="107504"/>
                  </a:lnTo>
                  <a:lnTo>
                    <a:pt x="519306" y="71122"/>
                  </a:lnTo>
                  <a:close/>
                  <a:moveTo>
                    <a:pt x="519306" y="71122"/>
                  </a:moveTo>
                  <a:lnTo>
                    <a:pt x="523718" y="107504"/>
                  </a:lnTo>
                  <a:lnTo>
                    <a:pt x="554660" y="90693"/>
                  </a:lnTo>
                  <a:close/>
                  <a:moveTo>
                    <a:pt x="519306" y="71122"/>
                  </a:moveTo>
                  <a:lnTo>
                    <a:pt x="554660" y="90693"/>
                  </a:lnTo>
                  <a:lnTo>
                    <a:pt x="539102" y="53938"/>
                  </a:lnTo>
                  <a:close/>
                  <a:moveTo>
                    <a:pt x="539102" y="53938"/>
                  </a:moveTo>
                  <a:lnTo>
                    <a:pt x="529364" y="34494"/>
                  </a:lnTo>
                  <a:lnTo>
                    <a:pt x="519181" y="21698"/>
                  </a:lnTo>
                  <a:close/>
                  <a:moveTo>
                    <a:pt x="518493" y="17183"/>
                  </a:moveTo>
                  <a:lnTo>
                    <a:pt x="519181" y="21698"/>
                  </a:lnTo>
                  <a:lnTo>
                    <a:pt x="529364" y="34494"/>
                  </a:lnTo>
                  <a:close/>
                  <a:moveTo>
                    <a:pt x="538954" y="0"/>
                  </a:moveTo>
                  <a:lnTo>
                    <a:pt x="518493" y="17183"/>
                  </a:lnTo>
                  <a:lnTo>
                    <a:pt x="529364" y="3449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9" name="Input_density__20">
              <a:extLst>
                <a:ext uri="{FF2B5EF4-FFF2-40B4-BE49-F238E27FC236}">
                  <a16:creationId xmlns:a16="http://schemas.microsoft.com/office/drawing/2014/main" id="{7EC9592C-DBC2-DF95-1F0A-E9CC37F65CB6}"/>
                </a:ext>
              </a:extLst>
            </p:cNvPr>
            <p:cNvSpPr>
              <a:spLocks noGrp="1"/>
            </p:cNvSpPr>
            <p:nvPr/>
          </p:nvSpPr>
          <p:spPr>
            <a:xfrm>
              <a:off x="1188362" y="2587834"/>
              <a:ext cx="685776" cy="459999"/>
            </a:xfrm>
            <a:custGeom>
              <a:avLst/>
              <a:gdLst/>
              <a:ahLst/>
              <a:cxnLst/>
              <a:rect l="0" t="0" r="0" b="0"/>
              <a:pathLst>
                <a:path w="685776" h="459999">
                  <a:moveTo>
                    <a:pt x="238870" y="440483"/>
                  </a:moveTo>
                  <a:lnTo>
                    <a:pt x="204097" y="459999"/>
                  </a:lnTo>
                  <a:lnTo>
                    <a:pt x="235418" y="452525"/>
                  </a:lnTo>
                  <a:close/>
                  <a:moveTo>
                    <a:pt x="238870" y="440483"/>
                  </a:moveTo>
                  <a:lnTo>
                    <a:pt x="208855" y="437796"/>
                  </a:lnTo>
                  <a:lnTo>
                    <a:pt x="204097" y="459999"/>
                  </a:lnTo>
                  <a:close/>
                  <a:moveTo>
                    <a:pt x="238870" y="440483"/>
                  </a:moveTo>
                  <a:lnTo>
                    <a:pt x="235418" y="452525"/>
                  </a:lnTo>
                  <a:lnTo>
                    <a:pt x="240146" y="444938"/>
                  </a:lnTo>
                  <a:close/>
                  <a:moveTo>
                    <a:pt x="240146" y="444938"/>
                  </a:moveTo>
                  <a:lnTo>
                    <a:pt x="247995" y="403341"/>
                  </a:lnTo>
                  <a:lnTo>
                    <a:pt x="238870" y="440483"/>
                  </a:lnTo>
                  <a:close/>
                  <a:moveTo>
                    <a:pt x="263596" y="391000"/>
                  </a:moveTo>
                  <a:lnTo>
                    <a:pt x="235653" y="357196"/>
                  </a:lnTo>
                  <a:lnTo>
                    <a:pt x="286545" y="384065"/>
                  </a:lnTo>
                  <a:close/>
                  <a:moveTo>
                    <a:pt x="14057" y="96960"/>
                  </a:moveTo>
                  <a:lnTo>
                    <a:pt x="11918" y="86825"/>
                  </a:lnTo>
                  <a:lnTo>
                    <a:pt x="0" y="99010"/>
                  </a:lnTo>
                  <a:close/>
                  <a:moveTo>
                    <a:pt x="655420" y="228200"/>
                  </a:moveTo>
                  <a:lnTo>
                    <a:pt x="645345" y="218898"/>
                  </a:lnTo>
                  <a:lnTo>
                    <a:pt x="624805" y="238310"/>
                  </a:lnTo>
                  <a:close/>
                  <a:moveTo>
                    <a:pt x="685776" y="216778"/>
                  </a:moveTo>
                  <a:lnTo>
                    <a:pt x="680503" y="233962"/>
                  </a:lnTo>
                  <a:lnTo>
                    <a:pt x="683075" y="235388"/>
                  </a:lnTo>
                  <a:close/>
                  <a:moveTo>
                    <a:pt x="665054" y="106513"/>
                  </a:moveTo>
                  <a:lnTo>
                    <a:pt x="670841" y="89330"/>
                  </a:lnTo>
                  <a:lnTo>
                    <a:pt x="675837" y="143268"/>
                  </a:lnTo>
                  <a:close/>
                  <a:moveTo>
                    <a:pt x="661953" y="0"/>
                  </a:moveTo>
                  <a:lnTo>
                    <a:pt x="671281" y="52575"/>
                  </a:lnTo>
                  <a:lnTo>
                    <a:pt x="662424" y="1582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0" name="Input_density__21">
              <a:extLst>
                <a:ext uri="{FF2B5EF4-FFF2-40B4-BE49-F238E27FC236}">
                  <a16:creationId xmlns:a16="http://schemas.microsoft.com/office/drawing/2014/main" id="{C740EA9F-37F6-1C55-C3B1-1527D8795989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2410"/>
              <a:ext cx="58420" cy="16854"/>
            </a:xfrm>
            <a:custGeom>
              <a:avLst/>
              <a:gdLst/>
              <a:ahLst/>
              <a:cxnLst/>
              <a:rect l="0" t="0" r="0" b="0"/>
              <a:pathLst>
                <a:path w="58420" h="16854">
                  <a:moveTo>
                    <a:pt x="0" y="16854"/>
                  </a:moveTo>
                  <a:lnTo>
                    <a:pt x="28598" y="15700"/>
                  </a:lnTo>
                  <a:lnTo>
                    <a:pt x="6615" y="14057"/>
                  </a:lnTo>
                  <a:close/>
                  <a:moveTo>
                    <a:pt x="57226" y="0"/>
                  </a:moveTo>
                  <a:lnTo>
                    <a:pt x="6615" y="14057"/>
                  </a:lnTo>
                  <a:lnTo>
                    <a:pt x="58420" y="2621"/>
                  </a:lnTo>
                  <a:close/>
                  <a:moveTo>
                    <a:pt x="6615" y="14057"/>
                  </a:moveTo>
                  <a:lnTo>
                    <a:pt x="28598" y="15700"/>
                  </a:lnTo>
                  <a:lnTo>
                    <a:pt x="58420" y="262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1" name="Input_density__22">
              <a:extLst>
                <a:ext uri="{FF2B5EF4-FFF2-40B4-BE49-F238E27FC236}">
                  <a16:creationId xmlns:a16="http://schemas.microsoft.com/office/drawing/2014/main" id="{7D033B7C-FADA-3303-8A02-261884ACA668}"/>
                </a:ext>
              </a:extLst>
            </p:cNvPr>
            <p:cNvSpPr>
              <a:spLocks noGrp="1"/>
            </p:cNvSpPr>
            <p:nvPr/>
          </p:nvSpPr>
          <p:spPr>
            <a:xfrm>
              <a:off x="1049471" y="2456998"/>
              <a:ext cx="847717" cy="750326"/>
            </a:xfrm>
            <a:custGeom>
              <a:avLst/>
              <a:gdLst/>
              <a:ahLst/>
              <a:cxnLst/>
              <a:rect l="0" t="0" r="0" b="0"/>
              <a:pathLst>
                <a:path w="847717" h="750326">
                  <a:moveTo>
                    <a:pt x="146956" y="737590"/>
                  </a:moveTo>
                  <a:lnTo>
                    <a:pt x="146164" y="738080"/>
                  </a:lnTo>
                  <a:lnTo>
                    <a:pt x="156099" y="750326"/>
                  </a:lnTo>
                  <a:close/>
                  <a:moveTo>
                    <a:pt x="0" y="437990"/>
                  </a:moveTo>
                  <a:lnTo>
                    <a:pt x="31692" y="463122"/>
                  </a:lnTo>
                  <a:lnTo>
                    <a:pt x="22596" y="457394"/>
                  </a:lnTo>
                  <a:close/>
                  <a:moveTo>
                    <a:pt x="247790" y="720407"/>
                  </a:moveTo>
                  <a:lnTo>
                    <a:pt x="256274" y="678315"/>
                  </a:lnTo>
                  <a:lnTo>
                    <a:pt x="241179" y="666468"/>
                  </a:lnTo>
                  <a:close/>
                  <a:moveTo>
                    <a:pt x="256274" y="678315"/>
                  </a:moveTo>
                  <a:lnTo>
                    <a:pt x="278858" y="683651"/>
                  </a:lnTo>
                  <a:lnTo>
                    <a:pt x="264585" y="643062"/>
                  </a:lnTo>
                  <a:close/>
                  <a:moveTo>
                    <a:pt x="109213" y="448125"/>
                  </a:moveTo>
                  <a:lnTo>
                    <a:pt x="101564" y="445938"/>
                  </a:lnTo>
                  <a:lnTo>
                    <a:pt x="82485" y="460524"/>
                  </a:lnTo>
                  <a:close/>
                  <a:moveTo>
                    <a:pt x="102078" y="498673"/>
                  </a:moveTo>
                  <a:lnTo>
                    <a:pt x="127651" y="460224"/>
                  </a:lnTo>
                  <a:lnTo>
                    <a:pt x="109213" y="448125"/>
                  </a:lnTo>
                  <a:close/>
                  <a:moveTo>
                    <a:pt x="109213" y="448125"/>
                  </a:moveTo>
                  <a:lnTo>
                    <a:pt x="82863" y="433571"/>
                  </a:lnTo>
                  <a:lnTo>
                    <a:pt x="101564" y="445938"/>
                  </a:lnTo>
                  <a:close/>
                  <a:moveTo>
                    <a:pt x="324147" y="629713"/>
                  </a:moveTo>
                  <a:lnTo>
                    <a:pt x="325123" y="612530"/>
                  </a:lnTo>
                  <a:lnTo>
                    <a:pt x="317191" y="618962"/>
                  </a:lnTo>
                  <a:close/>
                  <a:moveTo>
                    <a:pt x="347745" y="568633"/>
                  </a:moveTo>
                  <a:lnTo>
                    <a:pt x="325123" y="612530"/>
                  </a:lnTo>
                  <a:lnTo>
                    <a:pt x="342988" y="590835"/>
                  </a:lnTo>
                  <a:close/>
                  <a:moveTo>
                    <a:pt x="347745" y="568633"/>
                  </a:moveTo>
                  <a:lnTo>
                    <a:pt x="377760" y="571319"/>
                  </a:lnTo>
                  <a:lnTo>
                    <a:pt x="357069" y="547275"/>
                  </a:lnTo>
                  <a:close/>
                  <a:moveTo>
                    <a:pt x="377760" y="571319"/>
                  </a:moveTo>
                  <a:lnTo>
                    <a:pt x="386885" y="534177"/>
                  </a:lnTo>
                  <a:lnTo>
                    <a:pt x="357069" y="547275"/>
                  </a:lnTo>
                  <a:close/>
                  <a:moveTo>
                    <a:pt x="386885" y="534177"/>
                  </a:moveTo>
                  <a:lnTo>
                    <a:pt x="410574" y="526536"/>
                  </a:lnTo>
                  <a:lnTo>
                    <a:pt x="357069" y="547275"/>
                  </a:lnTo>
                  <a:close/>
                  <a:moveTo>
                    <a:pt x="298156" y="358123"/>
                  </a:moveTo>
                  <a:lnTo>
                    <a:pt x="269244" y="371858"/>
                  </a:lnTo>
                  <a:lnTo>
                    <a:pt x="260166" y="406668"/>
                  </a:lnTo>
                  <a:close/>
                  <a:moveTo>
                    <a:pt x="298156" y="358123"/>
                  </a:moveTo>
                  <a:lnTo>
                    <a:pt x="260166" y="406668"/>
                  </a:lnTo>
                  <a:lnTo>
                    <a:pt x="296485" y="404230"/>
                  </a:lnTo>
                  <a:close/>
                  <a:moveTo>
                    <a:pt x="226030" y="374816"/>
                  </a:moveTo>
                  <a:lnTo>
                    <a:pt x="226350" y="362324"/>
                  </a:lnTo>
                  <a:lnTo>
                    <a:pt x="206343" y="333842"/>
                  </a:lnTo>
                  <a:close/>
                  <a:moveTo>
                    <a:pt x="132295" y="227797"/>
                  </a:moveTo>
                  <a:lnTo>
                    <a:pt x="138890" y="229846"/>
                  </a:lnTo>
                  <a:lnTo>
                    <a:pt x="150809" y="217661"/>
                  </a:lnTo>
                  <a:close/>
                  <a:moveTo>
                    <a:pt x="137311" y="223940"/>
                  </a:moveTo>
                  <a:lnTo>
                    <a:pt x="132295" y="227797"/>
                  </a:lnTo>
                  <a:lnTo>
                    <a:pt x="150809" y="217661"/>
                  </a:lnTo>
                  <a:close/>
                  <a:moveTo>
                    <a:pt x="418118" y="493761"/>
                  </a:moveTo>
                  <a:lnTo>
                    <a:pt x="410574" y="526536"/>
                  </a:lnTo>
                  <a:lnTo>
                    <a:pt x="449908" y="495006"/>
                  </a:lnTo>
                  <a:close/>
                  <a:moveTo>
                    <a:pt x="449908" y="495006"/>
                  </a:moveTo>
                  <a:lnTo>
                    <a:pt x="455991" y="475557"/>
                  </a:lnTo>
                  <a:lnTo>
                    <a:pt x="423235" y="477667"/>
                  </a:lnTo>
                  <a:close/>
                  <a:moveTo>
                    <a:pt x="842172" y="330431"/>
                  </a:moveTo>
                  <a:lnTo>
                    <a:pt x="824666" y="347615"/>
                  </a:lnTo>
                  <a:lnTo>
                    <a:pt x="847717" y="366297"/>
                  </a:lnTo>
                  <a:close/>
                  <a:moveTo>
                    <a:pt x="800843" y="130836"/>
                  </a:moveTo>
                  <a:lnTo>
                    <a:pt x="805805" y="171549"/>
                  </a:lnTo>
                  <a:lnTo>
                    <a:pt x="810171" y="183411"/>
                  </a:lnTo>
                  <a:close/>
                  <a:moveTo>
                    <a:pt x="805868" y="82004"/>
                  </a:moveTo>
                  <a:lnTo>
                    <a:pt x="805036" y="42674"/>
                  </a:lnTo>
                  <a:lnTo>
                    <a:pt x="775681" y="57496"/>
                  </a:lnTo>
                  <a:close/>
                  <a:moveTo>
                    <a:pt x="805282" y="37733"/>
                  </a:moveTo>
                  <a:lnTo>
                    <a:pt x="775681" y="57496"/>
                  </a:lnTo>
                  <a:lnTo>
                    <a:pt x="805036" y="42674"/>
                  </a:lnTo>
                  <a:close/>
                  <a:moveTo>
                    <a:pt x="778130" y="32719"/>
                  </a:moveTo>
                  <a:lnTo>
                    <a:pt x="805282" y="37733"/>
                  </a:lnTo>
                  <a:lnTo>
                    <a:pt x="796654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2" name="Input_density__23">
              <a:extLst>
                <a:ext uri="{FF2B5EF4-FFF2-40B4-BE49-F238E27FC236}">
                  <a16:creationId xmlns:a16="http://schemas.microsoft.com/office/drawing/2014/main" id="{E2670DAA-7C04-425D-5749-C92D796D7CCD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70666"/>
              <a:ext cx="795662" cy="724412"/>
            </a:xfrm>
            <a:custGeom>
              <a:avLst/>
              <a:gdLst/>
              <a:ahLst/>
              <a:cxnLst/>
              <a:rect l="0" t="0" r="0" b="0"/>
              <a:pathLst>
                <a:path w="795662" h="724412">
                  <a:moveTo>
                    <a:pt x="101645" y="704350"/>
                  </a:moveTo>
                  <a:lnTo>
                    <a:pt x="114472" y="724412"/>
                  </a:lnTo>
                  <a:lnTo>
                    <a:pt x="115265" y="723922"/>
                  </a:lnTo>
                  <a:close/>
                  <a:moveTo>
                    <a:pt x="78161" y="657673"/>
                  </a:moveTo>
                  <a:lnTo>
                    <a:pt x="100455" y="672005"/>
                  </a:lnTo>
                  <a:lnTo>
                    <a:pt x="98992" y="687167"/>
                  </a:lnTo>
                  <a:close/>
                  <a:moveTo>
                    <a:pt x="76848" y="650412"/>
                  </a:moveTo>
                  <a:lnTo>
                    <a:pt x="71173" y="618606"/>
                  </a:lnTo>
                  <a:lnTo>
                    <a:pt x="78161" y="657673"/>
                  </a:lnTo>
                  <a:close/>
                  <a:moveTo>
                    <a:pt x="81928" y="534895"/>
                  </a:moveTo>
                  <a:lnTo>
                    <a:pt x="86547" y="540147"/>
                  </a:lnTo>
                  <a:lnTo>
                    <a:pt x="60036" y="549252"/>
                  </a:lnTo>
                  <a:close/>
                  <a:moveTo>
                    <a:pt x="31829" y="472160"/>
                  </a:moveTo>
                  <a:lnTo>
                    <a:pt x="8390" y="463572"/>
                  </a:lnTo>
                  <a:lnTo>
                    <a:pt x="64647" y="486209"/>
                  </a:lnTo>
                  <a:close/>
                  <a:moveTo>
                    <a:pt x="0" y="449454"/>
                  </a:moveTo>
                  <a:lnTo>
                    <a:pt x="8390" y="463572"/>
                  </a:lnTo>
                  <a:lnTo>
                    <a:pt x="31829" y="472160"/>
                  </a:lnTo>
                  <a:close/>
                  <a:moveTo>
                    <a:pt x="177573" y="643343"/>
                  </a:moveTo>
                  <a:lnTo>
                    <a:pt x="166675" y="633229"/>
                  </a:lnTo>
                  <a:lnTo>
                    <a:pt x="204804" y="648947"/>
                  </a:lnTo>
                  <a:close/>
                  <a:moveTo>
                    <a:pt x="177573" y="643343"/>
                  </a:moveTo>
                  <a:lnTo>
                    <a:pt x="204804" y="648947"/>
                  </a:lnTo>
                  <a:lnTo>
                    <a:pt x="224582" y="664647"/>
                  </a:lnTo>
                  <a:close/>
                  <a:moveTo>
                    <a:pt x="224582" y="664647"/>
                  </a:moveTo>
                  <a:lnTo>
                    <a:pt x="232894" y="629394"/>
                  </a:lnTo>
                  <a:lnTo>
                    <a:pt x="217606" y="616045"/>
                  </a:lnTo>
                  <a:close/>
                  <a:moveTo>
                    <a:pt x="31829" y="472160"/>
                  </a:moveTo>
                  <a:lnTo>
                    <a:pt x="64647" y="486209"/>
                  </a:lnTo>
                  <a:lnTo>
                    <a:pt x="50793" y="446856"/>
                  </a:lnTo>
                  <a:close/>
                  <a:moveTo>
                    <a:pt x="50793" y="446856"/>
                  </a:moveTo>
                  <a:lnTo>
                    <a:pt x="64647" y="486209"/>
                  </a:lnTo>
                  <a:lnTo>
                    <a:pt x="77521" y="434457"/>
                  </a:lnTo>
                  <a:close/>
                  <a:moveTo>
                    <a:pt x="77521" y="434457"/>
                  </a:moveTo>
                  <a:lnTo>
                    <a:pt x="64647" y="486209"/>
                  </a:lnTo>
                  <a:lnTo>
                    <a:pt x="70387" y="485005"/>
                  </a:lnTo>
                  <a:close/>
                  <a:moveTo>
                    <a:pt x="106413" y="482804"/>
                  </a:moveTo>
                  <a:lnTo>
                    <a:pt x="70409" y="491828"/>
                  </a:lnTo>
                  <a:lnTo>
                    <a:pt x="104213" y="493640"/>
                  </a:lnTo>
                  <a:close/>
                  <a:moveTo>
                    <a:pt x="285499" y="605294"/>
                  </a:moveTo>
                  <a:lnTo>
                    <a:pt x="271475" y="598862"/>
                  </a:lnTo>
                  <a:lnTo>
                    <a:pt x="232894" y="629394"/>
                  </a:lnTo>
                  <a:close/>
                  <a:moveTo>
                    <a:pt x="270420" y="645121"/>
                  </a:moveTo>
                  <a:lnTo>
                    <a:pt x="285499" y="605294"/>
                  </a:lnTo>
                  <a:lnTo>
                    <a:pt x="232894" y="629394"/>
                  </a:lnTo>
                  <a:close/>
                  <a:moveTo>
                    <a:pt x="207404" y="562107"/>
                  </a:moveTo>
                  <a:lnTo>
                    <a:pt x="177441" y="541642"/>
                  </a:lnTo>
                  <a:lnTo>
                    <a:pt x="179245" y="542535"/>
                  </a:lnTo>
                  <a:close/>
                  <a:moveTo>
                    <a:pt x="286618" y="596553"/>
                  </a:moveTo>
                  <a:lnTo>
                    <a:pt x="285499" y="605294"/>
                  </a:lnTo>
                  <a:lnTo>
                    <a:pt x="293432" y="598862"/>
                  </a:lnTo>
                  <a:close/>
                  <a:moveTo>
                    <a:pt x="286618" y="596553"/>
                  </a:moveTo>
                  <a:lnTo>
                    <a:pt x="293432" y="598862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86618" y="596553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65260" y="529622"/>
                  </a:lnTo>
                  <a:lnTo>
                    <a:pt x="255553" y="549974"/>
                  </a:lnTo>
                  <a:close/>
                  <a:moveTo>
                    <a:pt x="316053" y="554965"/>
                  </a:moveTo>
                  <a:lnTo>
                    <a:pt x="325378" y="533607"/>
                  </a:lnTo>
                  <a:lnTo>
                    <a:pt x="285720" y="552537"/>
                  </a:lnTo>
                  <a:close/>
                  <a:moveTo>
                    <a:pt x="285720" y="552537"/>
                  </a:moveTo>
                  <a:lnTo>
                    <a:pt x="325378" y="533607"/>
                  </a:lnTo>
                  <a:lnTo>
                    <a:pt x="268079" y="525352"/>
                  </a:lnTo>
                  <a:close/>
                  <a:moveTo>
                    <a:pt x="268079" y="525352"/>
                  </a:moveTo>
                  <a:lnTo>
                    <a:pt x="265260" y="529622"/>
                  </a:lnTo>
                  <a:lnTo>
                    <a:pt x="285720" y="552537"/>
                  </a:lnTo>
                  <a:close/>
                  <a:moveTo>
                    <a:pt x="214234" y="397903"/>
                  </a:moveTo>
                  <a:lnTo>
                    <a:pt x="194338" y="361149"/>
                  </a:lnTo>
                  <a:lnTo>
                    <a:pt x="200501" y="370994"/>
                  </a:lnTo>
                  <a:close/>
                  <a:moveTo>
                    <a:pt x="378882" y="512868"/>
                  </a:moveTo>
                  <a:lnTo>
                    <a:pt x="349939" y="490985"/>
                  </a:lnTo>
                  <a:lnTo>
                    <a:pt x="325378" y="533607"/>
                  </a:lnTo>
                  <a:close/>
                  <a:moveTo>
                    <a:pt x="194338" y="361149"/>
                  </a:moveTo>
                  <a:lnTo>
                    <a:pt x="228474" y="393000"/>
                  </a:lnTo>
                  <a:lnTo>
                    <a:pt x="201440" y="347746"/>
                  </a:lnTo>
                  <a:close/>
                  <a:moveTo>
                    <a:pt x="386427" y="480093"/>
                  </a:moveTo>
                  <a:lnTo>
                    <a:pt x="418216" y="481338"/>
                  </a:lnTo>
                  <a:lnTo>
                    <a:pt x="391544" y="463999"/>
                  </a:lnTo>
                  <a:close/>
                  <a:moveTo>
                    <a:pt x="346016" y="454230"/>
                  </a:moveTo>
                  <a:lnTo>
                    <a:pt x="364916" y="437047"/>
                  </a:lnTo>
                  <a:lnTo>
                    <a:pt x="322345" y="426061"/>
                  </a:lnTo>
                  <a:close/>
                  <a:moveTo>
                    <a:pt x="348455" y="427475"/>
                  </a:moveTo>
                  <a:lnTo>
                    <a:pt x="311087" y="417475"/>
                  </a:lnTo>
                  <a:lnTo>
                    <a:pt x="322345" y="426061"/>
                  </a:lnTo>
                  <a:close/>
                  <a:moveTo>
                    <a:pt x="792975" y="333947"/>
                  </a:moveTo>
                  <a:lnTo>
                    <a:pt x="771611" y="311147"/>
                  </a:lnTo>
                  <a:lnTo>
                    <a:pt x="752544" y="336066"/>
                  </a:lnTo>
                  <a:close/>
                  <a:moveTo>
                    <a:pt x="783036" y="260437"/>
                  </a:moveTo>
                  <a:lnTo>
                    <a:pt x="777947" y="244259"/>
                  </a:lnTo>
                  <a:lnTo>
                    <a:pt x="795662" y="276496"/>
                  </a:lnTo>
                  <a:close/>
                  <a:moveTo>
                    <a:pt x="778040" y="206498"/>
                  </a:moveTo>
                  <a:lnTo>
                    <a:pt x="777283" y="236148"/>
                  </a:lnTo>
                  <a:lnTo>
                    <a:pt x="783036" y="260437"/>
                  </a:lnTo>
                  <a:close/>
                  <a:moveTo>
                    <a:pt x="728390" y="167965"/>
                  </a:moveTo>
                  <a:lnTo>
                    <a:pt x="785007" y="168818"/>
                  </a:lnTo>
                  <a:lnTo>
                    <a:pt x="774113" y="157881"/>
                  </a:lnTo>
                  <a:close/>
                  <a:moveTo>
                    <a:pt x="728390" y="167965"/>
                  </a:moveTo>
                  <a:lnTo>
                    <a:pt x="774113" y="157881"/>
                  </a:lnTo>
                  <a:lnTo>
                    <a:pt x="769151" y="117168"/>
                  </a:lnTo>
                  <a:close/>
                  <a:moveTo>
                    <a:pt x="769151" y="117168"/>
                  </a:moveTo>
                  <a:lnTo>
                    <a:pt x="769398" y="110457"/>
                  </a:lnTo>
                  <a:lnTo>
                    <a:pt x="735636" y="108805"/>
                  </a:lnTo>
                  <a:close/>
                  <a:moveTo>
                    <a:pt x="683990" y="59478"/>
                  </a:moveTo>
                  <a:lnTo>
                    <a:pt x="689383" y="96233"/>
                  </a:lnTo>
                  <a:lnTo>
                    <a:pt x="708883" y="79050"/>
                  </a:lnTo>
                  <a:close/>
                  <a:moveTo>
                    <a:pt x="673216" y="0"/>
                  </a:moveTo>
                  <a:lnTo>
                    <a:pt x="691920" y="18627"/>
                  </a:lnTo>
                  <a:lnTo>
                    <a:pt x="673451" y="6553"/>
                  </a:lnTo>
                  <a:close/>
                  <a:moveTo>
                    <a:pt x="774176" y="68336"/>
                  </a:moveTo>
                  <a:lnTo>
                    <a:pt x="735636" y="108805"/>
                  </a:lnTo>
                  <a:lnTo>
                    <a:pt x="769398" y="11045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3" name="Input_density__24">
              <a:extLst>
                <a:ext uri="{FF2B5EF4-FFF2-40B4-BE49-F238E27FC236}">
                  <a16:creationId xmlns:a16="http://schemas.microsoft.com/office/drawing/2014/main" id="{03051141-DC32-3C81-450A-A668707F7CD7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92514"/>
              <a:ext cx="805601" cy="802074"/>
            </a:xfrm>
            <a:custGeom>
              <a:avLst/>
              <a:gdLst/>
              <a:ahLst/>
              <a:cxnLst/>
              <a:rect l="0" t="0" r="0" b="0"/>
              <a:pathLst>
                <a:path w="805601" h="802074">
                  <a:moveTo>
                    <a:pt x="94112" y="765319"/>
                  </a:moveTo>
                  <a:lnTo>
                    <a:pt x="96765" y="782502"/>
                  </a:lnTo>
                  <a:lnTo>
                    <a:pt x="110385" y="802074"/>
                  </a:lnTo>
                  <a:close/>
                  <a:moveTo>
                    <a:pt x="71968" y="728564"/>
                  </a:moveTo>
                  <a:lnTo>
                    <a:pt x="73281" y="735825"/>
                  </a:lnTo>
                  <a:lnTo>
                    <a:pt x="90196" y="758414"/>
                  </a:lnTo>
                  <a:close/>
                  <a:moveTo>
                    <a:pt x="51350" y="655054"/>
                  </a:moveTo>
                  <a:lnTo>
                    <a:pt x="67312" y="691809"/>
                  </a:lnTo>
                  <a:lnTo>
                    <a:pt x="69155" y="674626"/>
                  </a:lnTo>
                  <a:close/>
                  <a:moveTo>
                    <a:pt x="59767" y="564361"/>
                  </a:moveTo>
                  <a:lnTo>
                    <a:pt x="48464" y="602384"/>
                  </a:lnTo>
                  <a:lnTo>
                    <a:pt x="65529" y="569980"/>
                  </a:lnTo>
                  <a:close/>
                  <a:moveTo>
                    <a:pt x="186874" y="711381"/>
                  </a:moveTo>
                  <a:lnTo>
                    <a:pt x="172693" y="721495"/>
                  </a:lnTo>
                  <a:lnTo>
                    <a:pt x="219702" y="742799"/>
                  </a:lnTo>
                  <a:close/>
                  <a:moveTo>
                    <a:pt x="212726" y="694197"/>
                  </a:moveTo>
                  <a:lnTo>
                    <a:pt x="186874" y="711381"/>
                  </a:lnTo>
                  <a:lnTo>
                    <a:pt x="219702" y="742799"/>
                  </a:lnTo>
                  <a:close/>
                  <a:moveTo>
                    <a:pt x="180210" y="657442"/>
                  </a:moveTo>
                  <a:lnTo>
                    <a:pt x="180948" y="657722"/>
                  </a:lnTo>
                  <a:lnTo>
                    <a:pt x="181504" y="658232"/>
                  </a:lnTo>
                  <a:close/>
                  <a:moveTo>
                    <a:pt x="181504" y="658232"/>
                  </a:moveTo>
                  <a:lnTo>
                    <a:pt x="180948" y="657722"/>
                  </a:lnTo>
                  <a:lnTo>
                    <a:pt x="212726" y="694197"/>
                  </a:lnTo>
                  <a:close/>
                  <a:moveTo>
                    <a:pt x="212726" y="694197"/>
                  </a:moveTo>
                  <a:lnTo>
                    <a:pt x="180948" y="657722"/>
                  </a:lnTo>
                  <a:lnTo>
                    <a:pt x="177663" y="674626"/>
                  </a:lnTo>
                  <a:close/>
                  <a:moveTo>
                    <a:pt x="212726" y="694197"/>
                  </a:moveTo>
                  <a:lnTo>
                    <a:pt x="177663" y="674626"/>
                  </a:lnTo>
                  <a:lnTo>
                    <a:pt x="186874" y="711381"/>
                  </a:lnTo>
                  <a:close/>
                  <a:moveTo>
                    <a:pt x="180172" y="653252"/>
                  </a:moveTo>
                  <a:lnTo>
                    <a:pt x="180948" y="657722"/>
                  </a:lnTo>
                  <a:lnTo>
                    <a:pt x="180210" y="657442"/>
                  </a:lnTo>
                  <a:close/>
                  <a:moveTo>
                    <a:pt x="180172" y="653252"/>
                  </a:moveTo>
                  <a:lnTo>
                    <a:pt x="184564" y="641303"/>
                  </a:lnTo>
                  <a:lnTo>
                    <a:pt x="180948" y="657722"/>
                  </a:lnTo>
                  <a:close/>
                  <a:moveTo>
                    <a:pt x="180948" y="657722"/>
                  </a:moveTo>
                  <a:lnTo>
                    <a:pt x="184564" y="641303"/>
                  </a:lnTo>
                  <a:lnTo>
                    <a:pt x="177663" y="674626"/>
                  </a:lnTo>
                  <a:close/>
                  <a:moveTo>
                    <a:pt x="65529" y="569980"/>
                  </a:moveTo>
                  <a:lnTo>
                    <a:pt x="65507" y="563157"/>
                  </a:lnTo>
                  <a:lnTo>
                    <a:pt x="59767" y="564361"/>
                  </a:lnTo>
                  <a:close/>
                  <a:moveTo>
                    <a:pt x="65507" y="563157"/>
                  </a:moveTo>
                  <a:lnTo>
                    <a:pt x="65529" y="569980"/>
                  </a:lnTo>
                  <a:lnTo>
                    <a:pt x="101533" y="560956"/>
                  </a:lnTo>
                  <a:close/>
                  <a:moveTo>
                    <a:pt x="212726" y="694197"/>
                  </a:moveTo>
                  <a:lnTo>
                    <a:pt x="228014" y="707546"/>
                  </a:lnTo>
                  <a:lnTo>
                    <a:pt x="236330" y="684534"/>
                  </a:lnTo>
                  <a:close/>
                  <a:moveTo>
                    <a:pt x="263199" y="603504"/>
                  </a:moveTo>
                  <a:lnTo>
                    <a:pt x="320498" y="611759"/>
                  </a:lnTo>
                  <a:lnTo>
                    <a:pt x="295051" y="586321"/>
                  </a:lnTo>
                  <a:close/>
                  <a:moveTo>
                    <a:pt x="220218" y="485982"/>
                  </a:moveTo>
                  <a:lnTo>
                    <a:pt x="249392" y="522014"/>
                  </a:lnTo>
                  <a:lnTo>
                    <a:pt x="255860" y="494666"/>
                  </a:lnTo>
                  <a:close/>
                  <a:moveTo>
                    <a:pt x="199515" y="493239"/>
                  </a:moveTo>
                  <a:lnTo>
                    <a:pt x="249392" y="522014"/>
                  </a:lnTo>
                  <a:lnTo>
                    <a:pt x="220218" y="485982"/>
                  </a:lnTo>
                  <a:close/>
                  <a:moveTo>
                    <a:pt x="200308" y="490083"/>
                  </a:moveTo>
                  <a:lnTo>
                    <a:pt x="199515" y="493239"/>
                  </a:lnTo>
                  <a:lnTo>
                    <a:pt x="220218" y="485982"/>
                  </a:lnTo>
                  <a:close/>
                  <a:moveTo>
                    <a:pt x="18806" y="327450"/>
                  </a:moveTo>
                  <a:lnTo>
                    <a:pt x="0" y="346219"/>
                  </a:lnTo>
                  <a:lnTo>
                    <a:pt x="28464" y="342448"/>
                  </a:lnTo>
                  <a:close/>
                  <a:moveTo>
                    <a:pt x="28464" y="342448"/>
                  </a:moveTo>
                  <a:lnTo>
                    <a:pt x="32332" y="346219"/>
                  </a:lnTo>
                  <a:lnTo>
                    <a:pt x="18806" y="327450"/>
                  </a:lnTo>
                  <a:close/>
                  <a:moveTo>
                    <a:pt x="209354" y="476055"/>
                  </a:moveTo>
                  <a:lnTo>
                    <a:pt x="200308" y="490083"/>
                  </a:lnTo>
                  <a:lnTo>
                    <a:pt x="220218" y="485982"/>
                  </a:lnTo>
                  <a:close/>
                  <a:moveTo>
                    <a:pt x="209354" y="476055"/>
                  </a:moveTo>
                  <a:lnTo>
                    <a:pt x="195621" y="449146"/>
                  </a:lnTo>
                  <a:lnTo>
                    <a:pt x="200308" y="490083"/>
                  </a:lnTo>
                  <a:close/>
                  <a:moveTo>
                    <a:pt x="209354" y="476055"/>
                  </a:moveTo>
                  <a:lnTo>
                    <a:pt x="220218" y="485982"/>
                  </a:lnTo>
                  <a:lnTo>
                    <a:pt x="223594" y="471152"/>
                  </a:lnTo>
                  <a:close/>
                  <a:moveTo>
                    <a:pt x="209354" y="476055"/>
                  </a:moveTo>
                  <a:lnTo>
                    <a:pt x="223594" y="471152"/>
                  </a:lnTo>
                  <a:lnTo>
                    <a:pt x="189458" y="439300"/>
                  </a:lnTo>
                  <a:close/>
                  <a:moveTo>
                    <a:pt x="259913" y="468714"/>
                  </a:moveTo>
                  <a:lnTo>
                    <a:pt x="220218" y="485982"/>
                  </a:lnTo>
                  <a:lnTo>
                    <a:pt x="255860" y="494666"/>
                  </a:lnTo>
                  <a:close/>
                  <a:moveTo>
                    <a:pt x="259913" y="468714"/>
                  </a:moveTo>
                  <a:lnTo>
                    <a:pt x="223594" y="471152"/>
                  </a:lnTo>
                  <a:lnTo>
                    <a:pt x="220218" y="485982"/>
                  </a:lnTo>
                  <a:close/>
                  <a:moveTo>
                    <a:pt x="313467" y="489266"/>
                  </a:moveTo>
                  <a:lnTo>
                    <a:pt x="309430" y="500293"/>
                  </a:lnTo>
                  <a:lnTo>
                    <a:pt x="306207" y="495627"/>
                  </a:lnTo>
                  <a:close/>
                  <a:moveTo>
                    <a:pt x="309430" y="500293"/>
                  </a:moveTo>
                  <a:lnTo>
                    <a:pt x="341136" y="532382"/>
                  </a:lnTo>
                  <a:lnTo>
                    <a:pt x="317465" y="504213"/>
                  </a:lnTo>
                  <a:close/>
                  <a:moveTo>
                    <a:pt x="306207" y="495627"/>
                  </a:moveTo>
                  <a:lnTo>
                    <a:pt x="309430" y="500293"/>
                  </a:lnTo>
                  <a:lnTo>
                    <a:pt x="317465" y="504213"/>
                  </a:lnTo>
                  <a:close/>
                  <a:moveTo>
                    <a:pt x="374002" y="591020"/>
                  </a:moveTo>
                  <a:lnTo>
                    <a:pt x="381547" y="558245"/>
                  </a:lnTo>
                  <a:lnTo>
                    <a:pt x="345059" y="569137"/>
                  </a:lnTo>
                  <a:close/>
                  <a:moveTo>
                    <a:pt x="341136" y="532382"/>
                  </a:moveTo>
                  <a:lnTo>
                    <a:pt x="345059" y="569137"/>
                  </a:lnTo>
                  <a:lnTo>
                    <a:pt x="360036" y="515199"/>
                  </a:lnTo>
                  <a:close/>
                  <a:moveTo>
                    <a:pt x="143372" y="311852"/>
                  </a:moveTo>
                  <a:lnTo>
                    <a:pt x="161801" y="257914"/>
                  </a:lnTo>
                  <a:lnTo>
                    <a:pt x="128099" y="275097"/>
                  </a:lnTo>
                  <a:close/>
                  <a:moveTo>
                    <a:pt x="156774" y="221159"/>
                  </a:moveTo>
                  <a:lnTo>
                    <a:pt x="159369" y="227795"/>
                  </a:lnTo>
                  <a:lnTo>
                    <a:pt x="128099" y="275097"/>
                  </a:lnTo>
                  <a:close/>
                  <a:moveTo>
                    <a:pt x="518978" y="470707"/>
                  </a:moveTo>
                  <a:lnTo>
                    <a:pt x="532422" y="472104"/>
                  </a:lnTo>
                  <a:lnTo>
                    <a:pt x="574460" y="457360"/>
                  </a:lnTo>
                  <a:close/>
                  <a:moveTo>
                    <a:pt x="755474" y="375344"/>
                  </a:moveTo>
                  <a:lnTo>
                    <a:pt x="747664" y="414218"/>
                  </a:lnTo>
                  <a:lnTo>
                    <a:pt x="766731" y="389299"/>
                  </a:lnTo>
                  <a:close/>
                  <a:moveTo>
                    <a:pt x="755474" y="375344"/>
                  </a:moveTo>
                  <a:lnTo>
                    <a:pt x="718806" y="392527"/>
                  </a:lnTo>
                  <a:lnTo>
                    <a:pt x="747664" y="414218"/>
                  </a:lnTo>
                  <a:close/>
                  <a:moveTo>
                    <a:pt x="788095" y="412099"/>
                  </a:moveTo>
                  <a:lnTo>
                    <a:pt x="805601" y="394915"/>
                  </a:lnTo>
                  <a:lnTo>
                    <a:pt x="766731" y="389299"/>
                  </a:lnTo>
                  <a:close/>
                  <a:moveTo>
                    <a:pt x="790782" y="354648"/>
                  </a:moveTo>
                  <a:lnTo>
                    <a:pt x="773067" y="322411"/>
                  </a:lnTo>
                  <a:lnTo>
                    <a:pt x="776299" y="328864"/>
                  </a:lnTo>
                  <a:close/>
                  <a:moveTo>
                    <a:pt x="713647" y="315406"/>
                  </a:moveTo>
                  <a:lnTo>
                    <a:pt x="733296" y="338589"/>
                  </a:lnTo>
                  <a:lnTo>
                    <a:pt x="756942" y="284650"/>
                  </a:lnTo>
                  <a:close/>
                  <a:moveTo>
                    <a:pt x="756942" y="284650"/>
                  </a:moveTo>
                  <a:lnTo>
                    <a:pt x="733296" y="338589"/>
                  </a:lnTo>
                  <a:lnTo>
                    <a:pt x="772403" y="314299"/>
                  </a:lnTo>
                  <a:close/>
                  <a:moveTo>
                    <a:pt x="778156" y="338589"/>
                  </a:moveTo>
                  <a:lnTo>
                    <a:pt x="772403" y="314299"/>
                  </a:lnTo>
                  <a:lnTo>
                    <a:pt x="773067" y="322411"/>
                  </a:lnTo>
                  <a:close/>
                  <a:moveTo>
                    <a:pt x="695706" y="211140"/>
                  </a:moveTo>
                  <a:lnTo>
                    <a:pt x="684503" y="174385"/>
                  </a:lnTo>
                  <a:lnTo>
                    <a:pt x="679248" y="228324"/>
                  </a:lnTo>
                  <a:close/>
                  <a:moveTo>
                    <a:pt x="756942" y="284650"/>
                  </a:moveTo>
                  <a:lnTo>
                    <a:pt x="780128" y="246970"/>
                  </a:lnTo>
                  <a:lnTo>
                    <a:pt x="723510" y="246117"/>
                  </a:lnTo>
                  <a:close/>
                  <a:moveTo>
                    <a:pt x="756942" y="284650"/>
                  </a:moveTo>
                  <a:lnTo>
                    <a:pt x="723510" y="246117"/>
                  </a:lnTo>
                  <a:lnTo>
                    <a:pt x="721984" y="250368"/>
                  </a:lnTo>
                  <a:close/>
                  <a:moveTo>
                    <a:pt x="775402" y="320513"/>
                  </a:moveTo>
                  <a:lnTo>
                    <a:pt x="772403" y="314299"/>
                  </a:lnTo>
                  <a:lnTo>
                    <a:pt x="773160" y="284650"/>
                  </a:lnTo>
                  <a:close/>
                  <a:moveTo>
                    <a:pt x="723510" y="246117"/>
                  </a:moveTo>
                  <a:lnTo>
                    <a:pt x="764271" y="195320"/>
                  </a:lnTo>
                  <a:lnTo>
                    <a:pt x="728074" y="197660"/>
                  </a:lnTo>
                  <a:close/>
                  <a:moveTo>
                    <a:pt x="728074" y="197660"/>
                  </a:moveTo>
                  <a:lnTo>
                    <a:pt x="764271" y="195320"/>
                  </a:lnTo>
                  <a:lnTo>
                    <a:pt x="730756" y="186957"/>
                  </a:lnTo>
                  <a:close/>
                  <a:moveTo>
                    <a:pt x="679110" y="137630"/>
                  </a:moveTo>
                  <a:lnTo>
                    <a:pt x="704003" y="157202"/>
                  </a:lnTo>
                  <a:lnTo>
                    <a:pt x="693668" y="120447"/>
                  </a:lnTo>
                  <a:close/>
                  <a:moveTo>
                    <a:pt x="668571" y="84705"/>
                  </a:moveTo>
                  <a:lnTo>
                    <a:pt x="687881" y="122860"/>
                  </a:lnTo>
                  <a:lnTo>
                    <a:pt x="693668" y="120447"/>
                  </a:lnTo>
                  <a:close/>
                  <a:moveTo>
                    <a:pt x="693428" y="47394"/>
                  </a:moveTo>
                  <a:lnTo>
                    <a:pt x="668336" y="78152"/>
                  </a:lnTo>
                  <a:lnTo>
                    <a:pt x="699490" y="66509"/>
                  </a:lnTo>
                  <a:close/>
                  <a:moveTo>
                    <a:pt x="674918" y="34798"/>
                  </a:moveTo>
                  <a:lnTo>
                    <a:pt x="693540" y="46747"/>
                  </a:lnTo>
                  <a:lnTo>
                    <a:pt x="699490" y="66509"/>
                  </a:lnTo>
                  <a:close/>
                  <a:moveTo>
                    <a:pt x="677406" y="15857"/>
                  </a:moveTo>
                  <a:lnTo>
                    <a:pt x="693540" y="46747"/>
                  </a:lnTo>
                  <a:lnTo>
                    <a:pt x="674918" y="34798"/>
                  </a:lnTo>
                  <a:close/>
                  <a:moveTo>
                    <a:pt x="677406" y="15857"/>
                  </a:moveTo>
                  <a:lnTo>
                    <a:pt x="688612" y="23665"/>
                  </a:lnTo>
                  <a:lnTo>
                    <a:pt x="706484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4" name="Input_density__25">
              <a:extLst>
                <a:ext uri="{FF2B5EF4-FFF2-40B4-BE49-F238E27FC236}">
                  <a16:creationId xmlns:a16="http://schemas.microsoft.com/office/drawing/2014/main" id="{56C2CE11-58D2-118F-E432-93CB5D26FE24}"/>
                </a:ext>
              </a:extLst>
            </p:cNvPr>
            <p:cNvSpPr>
              <a:spLocks noGrp="1"/>
            </p:cNvSpPr>
            <p:nvPr/>
          </p:nvSpPr>
          <p:spPr>
            <a:xfrm>
              <a:off x="1024881" y="2494732"/>
              <a:ext cx="895868" cy="718137"/>
            </a:xfrm>
            <a:custGeom>
              <a:avLst/>
              <a:gdLst/>
              <a:ahLst/>
              <a:cxnLst/>
              <a:rect l="0" t="0" r="0" b="0"/>
              <a:pathLst>
                <a:path w="895868" h="718137">
                  <a:moveTo>
                    <a:pt x="234564" y="718137"/>
                  </a:moveTo>
                  <a:lnTo>
                    <a:pt x="200940" y="716998"/>
                  </a:lnTo>
                  <a:lnTo>
                    <a:pt x="180690" y="712592"/>
                  </a:lnTo>
                  <a:close/>
                  <a:moveTo>
                    <a:pt x="47187" y="419661"/>
                  </a:moveTo>
                  <a:lnTo>
                    <a:pt x="0" y="393160"/>
                  </a:lnTo>
                  <a:lnTo>
                    <a:pt x="24591" y="400257"/>
                  </a:lnTo>
                  <a:close/>
                  <a:moveTo>
                    <a:pt x="279954" y="667059"/>
                  </a:moveTo>
                  <a:lnTo>
                    <a:pt x="280864" y="640582"/>
                  </a:lnTo>
                  <a:lnTo>
                    <a:pt x="272381" y="682673"/>
                  </a:lnTo>
                  <a:close/>
                  <a:moveTo>
                    <a:pt x="289176" y="605328"/>
                  </a:moveTo>
                  <a:lnTo>
                    <a:pt x="303449" y="645918"/>
                  </a:lnTo>
                  <a:lnTo>
                    <a:pt x="307261" y="644579"/>
                  </a:lnTo>
                  <a:close/>
                  <a:moveTo>
                    <a:pt x="289176" y="605328"/>
                  </a:moveTo>
                  <a:lnTo>
                    <a:pt x="307261" y="644579"/>
                  </a:lnTo>
                  <a:lnTo>
                    <a:pt x="326702" y="621055"/>
                  </a:lnTo>
                  <a:close/>
                  <a:moveTo>
                    <a:pt x="348738" y="591980"/>
                  </a:moveTo>
                  <a:lnTo>
                    <a:pt x="341782" y="581229"/>
                  </a:lnTo>
                  <a:lnTo>
                    <a:pt x="326702" y="621055"/>
                  </a:lnTo>
                  <a:close/>
                  <a:moveTo>
                    <a:pt x="349714" y="574797"/>
                  </a:moveTo>
                  <a:lnTo>
                    <a:pt x="348738" y="591980"/>
                  </a:lnTo>
                  <a:lnTo>
                    <a:pt x="367578" y="553102"/>
                  </a:lnTo>
                  <a:close/>
                  <a:moveTo>
                    <a:pt x="435165" y="488803"/>
                  </a:moveTo>
                  <a:lnTo>
                    <a:pt x="411476" y="496443"/>
                  </a:lnTo>
                  <a:lnTo>
                    <a:pt x="466546" y="481558"/>
                  </a:lnTo>
                  <a:close/>
                  <a:moveTo>
                    <a:pt x="323051" y="319900"/>
                  </a:moveTo>
                  <a:lnTo>
                    <a:pt x="293835" y="334124"/>
                  </a:lnTo>
                  <a:lnTo>
                    <a:pt x="322747" y="320390"/>
                  </a:lnTo>
                  <a:close/>
                  <a:moveTo>
                    <a:pt x="293835" y="334124"/>
                  </a:moveTo>
                  <a:lnTo>
                    <a:pt x="323051" y="319900"/>
                  </a:lnTo>
                  <a:lnTo>
                    <a:pt x="302644" y="309645"/>
                  </a:lnTo>
                  <a:close/>
                  <a:moveTo>
                    <a:pt x="592778" y="415739"/>
                  </a:moveTo>
                  <a:lnTo>
                    <a:pt x="627600" y="421355"/>
                  </a:lnTo>
                  <a:lnTo>
                    <a:pt x="649624" y="407493"/>
                  </a:lnTo>
                  <a:close/>
                  <a:moveTo>
                    <a:pt x="649624" y="407493"/>
                  </a:moveTo>
                  <a:lnTo>
                    <a:pt x="627600" y="421355"/>
                  </a:lnTo>
                  <a:lnTo>
                    <a:pt x="686605" y="421183"/>
                  </a:lnTo>
                  <a:close/>
                  <a:moveTo>
                    <a:pt x="849257" y="309881"/>
                  </a:moveTo>
                  <a:lnTo>
                    <a:pt x="846556" y="328491"/>
                  </a:lnTo>
                  <a:lnTo>
                    <a:pt x="872308" y="328564"/>
                  </a:lnTo>
                  <a:close/>
                  <a:moveTo>
                    <a:pt x="866763" y="292698"/>
                  </a:moveTo>
                  <a:lnTo>
                    <a:pt x="872308" y="328564"/>
                  </a:lnTo>
                  <a:lnTo>
                    <a:pt x="895868" y="320446"/>
                  </a:lnTo>
                  <a:close/>
                  <a:moveTo>
                    <a:pt x="825905" y="108923"/>
                  </a:moveTo>
                  <a:lnTo>
                    <a:pt x="825680" y="86392"/>
                  </a:lnTo>
                  <a:lnTo>
                    <a:pt x="825434" y="93103"/>
                  </a:lnTo>
                  <a:close/>
                  <a:moveTo>
                    <a:pt x="830458" y="44271"/>
                  </a:moveTo>
                  <a:lnTo>
                    <a:pt x="825680" y="86392"/>
                  </a:lnTo>
                  <a:lnTo>
                    <a:pt x="828991" y="54985"/>
                  </a:lnTo>
                  <a:close/>
                  <a:moveTo>
                    <a:pt x="828991" y="54985"/>
                  </a:moveTo>
                  <a:lnTo>
                    <a:pt x="829627" y="4940"/>
                  </a:lnTo>
                  <a:lnTo>
                    <a:pt x="830458" y="44271"/>
                  </a:lnTo>
                  <a:close/>
                  <a:moveTo>
                    <a:pt x="829801" y="1046"/>
                  </a:moveTo>
                  <a:lnTo>
                    <a:pt x="829627" y="4940"/>
                  </a:lnTo>
                  <a:lnTo>
                    <a:pt x="828991" y="54985"/>
                  </a:lnTo>
                  <a:close/>
                  <a:moveTo>
                    <a:pt x="829873" y="0"/>
                  </a:moveTo>
                  <a:lnTo>
                    <a:pt x="829627" y="4940"/>
                  </a:lnTo>
                  <a:lnTo>
                    <a:pt x="829801" y="104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5" name="Input_density__26">
              <a:extLst>
                <a:ext uri="{FF2B5EF4-FFF2-40B4-BE49-F238E27FC236}">
                  <a16:creationId xmlns:a16="http://schemas.microsoft.com/office/drawing/2014/main" id="{3C6F526E-1085-D8CB-AA68-960C9105EFB4}"/>
                </a:ext>
              </a:extLst>
            </p:cNvPr>
            <p:cNvSpPr>
              <a:spLocks noGrp="1"/>
            </p:cNvSpPr>
            <p:nvPr/>
          </p:nvSpPr>
          <p:spPr>
            <a:xfrm>
              <a:off x="1259445" y="2633245"/>
              <a:ext cx="302322" cy="579624"/>
            </a:xfrm>
            <a:custGeom>
              <a:avLst/>
              <a:gdLst/>
              <a:ahLst/>
              <a:cxnLst/>
              <a:rect l="0" t="0" r="0" b="0"/>
              <a:pathLst>
                <a:path w="302322" h="579624">
                  <a:moveTo>
                    <a:pt x="19646" y="556869"/>
                  </a:moveTo>
                  <a:lnTo>
                    <a:pt x="36590" y="554710"/>
                  </a:lnTo>
                  <a:lnTo>
                    <a:pt x="37817" y="544160"/>
                  </a:lnTo>
                  <a:close/>
                  <a:moveTo>
                    <a:pt x="0" y="579624"/>
                  </a:moveTo>
                  <a:lnTo>
                    <a:pt x="29305" y="564615"/>
                  </a:lnTo>
                  <a:lnTo>
                    <a:pt x="19646" y="556869"/>
                  </a:lnTo>
                  <a:close/>
                  <a:moveTo>
                    <a:pt x="37817" y="544160"/>
                  </a:moveTo>
                  <a:lnTo>
                    <a:pt x="36590" y="554710"/>
                  </a:lnTo>
                  <a:lnTo>
                    <a:pt x="45390" y="528546"/>
                  </a:lnTo>
                  <a:close/>
                  <a:moveTo>
                    <a:pt x="46300" y="502068"/>
                  </a:moveTo>
                  <a:lnTo>
                    <a:pt x="45390" y="528546"/>
                  </a:lnTo>
                  <a:lnTo>
                    <a:pt x="68885" y="507405"/>
                  </a:lnTo>
                  <a:close/>
                  <a:moveTo>
                    <a:pt x="239934" y="318759"/>
                  </a:moveTo>
                  <a:lnTo>
                    <a:pt x="200601" y="350289"/>
                  </a:lnTo>
                  <a:lnTo>
                    <a:pt x="231982" y="343045"/>
                  </a:lnTo>
                  <a:close/>
                  <a:moveTo>
                    <a:pt x="239934" y="318759"/>
                  </a:moveTo>
                  <a:lnTo>
                    <a:pt x="231982" y="343045"/>
                  </a:lnTo>
                  <a:lnTo>
                    <a:pt x="241045" y="328407"/>
                  </a:lnTo>
                  <a:close/>
                  <a:moveTo>
                    <a:pt x="239934" y="318759"/>
                  </a:moveTo>
                  <a:lnTo>
                    <a:pt x="241045" y="328407"/>
                  </a:lnTo>
                  <a:lnTo>
                    <a:pt x="246017" y="299311"/>
                  </a:lnTo>
                  <a:close/>
                  <a:moveTo>
                    <a:pt x="246017" y="299311"/>
                  </a:moveTo>
                  <a:lnTo>
                    <a:pt x="276215" y="287637"/>
                  </a:lnTo>
                  <a:lnTo>
                    <a:pt x="302322" y="289038"/>
                  </a:lnTo>
                  <a:close/>
                  <a:moveTo>
                    <a:pt x="269155" y="289611"/>
                  </a:moveTo>
                  <a:lnTo>
                    <a:pt x="246017" y="299311"/>
                  </a:lnTo>
                  <a:lnTo>
                    <a:pt x="302322" y="289038"/>
                  </a:lnTo>
                  <a:close/>
                  <a:moveTo>
                    <a:pt x="69906" y="0"/>
                  </a:moveTo>
                  <a:lnTo>
                    <a:pt x="61549" y="11713"/>
                  </a:lnTo>
                  <a:lnTo>
                    <a:pt x="57416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6" name="Input_density__27">
              <a:extLst>
                <a:ext uri="{FF2B5EF4-FFF2-40B4-BE49-F238E27FC236}">
                  <a16:creationId xmlns:a16="http://schemas.microsoft.com/office/drawing/2014/main" id="{7CD60598-CDFA-7518-E8F5-9C9E9279D2D2}"/>
                </a:ext>
              </a:extLst>
            </p:cNvPr>
            <p:cNvSpPr>
              <a:spLocks noGrp="1"/>
            </p:cNvSpPr>
            <p:nvPr/>
          </p:nvSpPr>
          <p:spPr>
            <a:xfrm>
              <a:off x="1073738" y="2408371"/>
              <a:ext cx="792433" cy="595902"/>
            </a:xfrm>
            <a:custGeom>
              <a:avLst/>
              <a:gdLst/>
              <a:ahLst/>
              <a:cxnLst/>
              <a:rect l="0" t="0" r="0" b="0"/>
              <a:pathLst>
                <a:path w="792433" h="595902">
                  <a:moveTo>
                    <a:pt x="5136" y="339052"/>
                  </a:moveTo>
                  <a:lnTo>
                    <a:pt x="12305" y="330362"/>
                  </a:lnTo>
                  <a:lnTo>
                    <a:pt x="0" y="347545"/>
                  </a:lnTo>
                  <a:close/>
                  <a:moveTo>
                    <a:pt x="275505" y="587647"/>
                  </a:moveTo>
                  <a:lnTo>
                    <a:pt x="307356" y="570464"/>
                  </a:lnTo>
                  <a:lnTo>
                    <a:pt x="291857" y="550892"/>
                  </a:lnTo>
                  <a:close/>
                  <a:moveTo>
                    <a:pt x="307356" y="570464"/>
                  </a:moveTo>
                  <a:lnTo>
                    <a:pt x="332803" y="595902"/>
                  </a:lnTo>
                  <a:lnTo>
                    <a:pt x="343574" y="556176"/>
                  </a:lnTo>
                  <a:close/>
                  <a:moveTo>
                    <a:pt x="332803" y="595902"/>
                  </a:moveTo>
                  <a:lnTo>
                    <a:pt x="357364" y="553280"/>
                  </a:lnTo>
                  <a:lnTo>
                    <a:pt x="343574" y="556176"/>
                  </a:lnTo>
                  <a:close/>
                  <a:moveTo>
                    <a:pt x="350277" y="536659"/>
                  </a:moveTo>
                  <a:lnTo>
                    <a:pt x="343574" y="556176"/>
                  </a:lnTo>
                  <a:lnTo>
                    <a:pt x="353442" y="516525"/>
                  </a:lnTo>
                  <a:close/>
                  <a:moveTo>
                    <a:pt x="353442" y="516525"/>
                  </a:moveTo>
                  <a:lnTo>
                    <a:pt x="343574" y="556176"/>
                  </a:lnTo>
                  <a:lnTo>
                    <a:pt x="357364" y="553280"/>
                  </a:lnTo>
                  <a:close/>
                  <a:moveTo>
                    <a:pt x="350802" y="532641"/>
                  </a:moveTo>
                  <a:lnTo>
                    <a:pt x="353442" y="516525"/>
                  </a:lnTo>
                  <a:lnTo>
                    <a:pt x="321735" y="484436"/>
                  </a:lnTo>
                  <a:close/>
                  <a:moveTo>
                    <a:pt x="174106" y="242057"/>
                  </a:moveTo>
                  <a:lnTo>
                    <a:pt x="169079" y="205302"/>
                  </a:lnTo>
                  <a:lnTo>
                    <a:pt x="140404" y="259240"/>
                  </a:lnTo>
                  <a:close/>
                  <a:moveTo>
                    <a:pt x="531283" y="454850"/>
                  </a:moveTo>
                  <a:lnTo>
                    <a:pt x="560564" y="439750"/>
                  </a:lnTo>
                  <a:lnTo>
                    <a:pt x="504478" y="450836"/>
                  </a:lnTo>
                  <a:close/>
                  <a:moveTo>
                    <a:pt x="586765" y="441503"/>
                  </a:moveTo>
                  <a:lnTo>
                    <a:pt x="544728" y="456247"/>
                  </a:lnTo>
                  <a:lnTo>
                    <a:pt x="577029" y="447792"/>
                  </a:lnTo>
                  <a:close/>
                  <a:moveTo>
                    <a:pt x="560564" y="439750"/>
                  </a:moveTo>
                  <a:lnTo>
                    <a:pt x="531283" y="454850"/>
                  </a:lnTo>
                  <a:lnTo>
                    <a:pt x="586765" y="441503"/>
                  </a:lnTo>
                  <a:close/>
                  <a:moveTo>
                    <a:pt x="614087" y="419080"/>
                  </a:moveTo>
                  <a:lnTo>
                    <a:pt x="560564" y="439750"/>
                  </a:lnTo>
                  <a:lnTo>
                    <a:pt x="586765" y="441503"/>
                  </a:lnTo>
                  <a:close/>
                  <a:moveTo>
                    <a:pt x="604217" y="410545"/>
                  </a:moveTo>
                  <a:lnTo>
                    <a:pt x="614087" y="419080"/>
                  </a:lnTo>
                  <a:lnTo>
                    <a:pt x="586765" y="441503"/>
                  </a:lnTo>
                  <a:close/>
                  <a:moveTo>
                    <a:pt x="715554" y="339915"/>
                  </a:moveTo>
                  <a:lnTo>
                    <a:pt x="731111" y="376670"/>
                  </a:lnTo>
                  <a:lnTo>
                    <a:pt x="767779" y="359487"/>
                  </a:lnTo>
                  <a:close/>
                  <a:moveTo>
                    <a:pt x="715554" y="339915"/>
                  </a:moveTo>
                  <a:lnTo>
                    <a:pt x="767779" y="359487"/>
                  </a:lnTo>
                  <a:lnTo>
                    <a:pt x="745601" y="322732"/>
                  </a:lnTo>
                  <a:close/>
                  <a:moveTo>
                    <a:pt x="715554" y="339915"/>
                  </a:moveTo>
                  <a:lnTo>
                    <a:pt x="745601" y="322732"/>
                  </a:lnTo>
                  <a:lnTo>
                    <a:pt x="705816" y="320471"/>
                  </a:lnTo>
                  <a:close/>
                  <a:moveTo>
                    <a:pt x="745601" y="322732"/>
                  </a:moveTo>
                  <a:lnTo>
                    <a:pt x="725953" y="299549"/>
                  </a:lnTo>
                  <a:lnTo>
                    <a:pt x="705816" y="320471"/>
                  </a:lnTo>
                  <a:close/>
                  <a:moveTo>
                    <a:pt x="715406" y="285977"/>
                  </a:moveTo>
                  <a:lnTo>
                    <a:pt x="705816" y="320471"/>
                  </a:lnTo>
                  <a:lnTo>
                    <a:pt x="725953" y="299549"/>
                  </a:lnTo>
                  <a:close/>
                  <a:moveTo>
                    <a:pt x="715406" y="285977"/>
                  </a:moveTo>
                  <a:lnTo>
                    <a:pt x="699885" y="249222"/>
                  </a:lnTo>
                  <a:lnTo>
                    <a:pt x="694945" y="303160"/>
                  </a:lnTo>
                  <a:close/>
                  <a:moveTo>
                    <a:pt x="792433" y="342303"/>
                  </a:moveTo>
                  <a:lnTo>
                    <a:pt x="767779" y="359487"/>
                  </a:lnTo>
                  <a:lnTo>
                    <a:pt x="779036" y="373442"/>
                  </a:lnTo>
                  <a:close/>
                  <a:moveTo>
                    <a:pt x="745601" y="322732"/>
                  </a:moveTo>
                  <a:lnTo>
                    <a:pt x="788604" y="313007"/>
                  </a:lnTo>
                  <a:lnTo>
                    <a:pt x="785372" y="306554"/>
                  </a:lnTo>
                  <a:close/>
                  <a:moveTo>
                    <a:pt x="792433" y="342303"/>
                  </a:moveTo>
                  <a:lnTo>
                    <a:pt x="788604" y="313007"/>
                  </a:lnTo>
                  <a:lnTo>
                    <a:pt x="745601" y="322732"/>
                  </a:lnTo>
                  <a:close/>
                  <a:moveTo>
                    <a:pt x="767779" y="359487"/>
                  </a:moveTo>
                  <a:lnTo>
                    <a:pt x="792433" y="342303"/>
                  </a:lnTo>
                  <a:lnTo>
                    <a:pt x="745601" y="322732"/>
                  </a:lnTo>
                  <a:close/>
                  <a:moveTo>
                    <a:pt x="728843" y="280676"/>
                  </a:moveTo>
                  <a:lnTo>
                    <a:pt x="725953" y="299549"/>
                  </a:lnTo>
                  <a:lnTo>
                    <a:pt x="769247" y="268793"/>
                  </a:lnTo>
                  <a:close/>
                  <a:moveTo>
                    <a:pt x="784709" y="298443"/>
                  </a:moveTo>
                  <a:lnTo>
                    <a:pt x="745601" y="322732"/>
                  </a:lnTo>
                  <a:lnTo>
                    <a:pt x="785372" y="306554"/>
                  </a:lnTo>
                  <a:close/>
                  <a:moveTo>
                    <a:pt x="715406" y="285977"/>
                  </a:moveTo>
                  <a:lnTo>
                    <a:pt x="725953" y="299549"/>
                  </a:lnTo>
                  <a:lnTo>
                    <a:pt x="728843" y="280676"/>
                  </a:lnTo>
                  <a:close/>
                  <a:moveTo>
                    <a:pt x="732375" y="232038"/>
                  </a:moveTo>
                  <a:lnTo>
                    <a:pt x="728843" y="280676"/>
                  </a:lnTo>
                  <a:lnTo>
                    <a:pt x="734289" y="234511"/>
                  </a:lnTo>
                  <a:close/>
                  <a:moveTo>
                    <a:pt x="715406" y="285977"/>
                  </a:moveTo>
                  <a:lnTo>
                    <a:pt x="728843" y="280676"/>
                  </a:lnTo>
                  <a:lnTo>
                    <a:pt x="732375" y="232038"/>
                  </a:lnTo>
                  <a:close/>
                  <a:moveTo>
                    <a:pt x="699885" y="249222"/>
                  </a:moveTo>
                  <a:lnTo>
                    <a:pt x="715406" y="285977"/>
                  </a:lnTo>
                  <a:lnTo>
                    <a:pt x="732375" y="232038"/>
                  </a:lnTo>
                  <a:close/>
                  <a:moveTo>
                    <a:pt x="728843" y="280676"/>
                  </a:moveTo>
                  <a:lnTo>
                    <a:pt x="769247" y="268793"/>
                  </a:lnTo>
                  <a:lnTo>
                    <a:pt x="734289" y="234511"/>
                  </a:lnTo>
                  <a:close/>
                  <a:moveTo>
                    <a:pt x="691553" y="212467"/>
                  </a:moveTo>
                  <a:lnTo>
                    <a:pt x="699885" y="249222"/>
                  </a:lnTo>
                  <a:lnTo>
                    <a:pt x="732375" y="232038"/>
                  </a:lnTo>
                  <a:close/>
                  <a:moveTo>
                    <a:pt x="691553" y="212467"/>
                  </a:moveTo>
                  <a:lnTo>
                    <a:pt x="732375" y="232038"/>
                  </a:lnTo>
                  <a:lnTo>
                    <a:pt x="708011" y="195283"/>
                  </a:lnTo>
                  <a:close/>
                  <a:moveTo>
                    <a:pt x="732375" y="232038"/>
                  </a:moveTo>
                  <a:lnTo>
                    <a:pt x="734289" y="234511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35815" y="230261"/>
                  </a:lnTo>
                  <a:lnTo>
                    <a:pt x="740379" y="181803"/>
                  </a:lnTo>
                  <a:close/>
                  <a:moveTo>
                    <a:pt x="708011" y="195283"/>
                  </a:moveTo>
                  <a:lnTo>
                    <a:pt x="732375" y="232038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40379" y="181803"/>
                  </a:lnTo>
                  <a:lnTo>
                    <a:pt x="716308" y="141345"/>
                  </a:lnTo>
                  <a:close/>
                  <a:moveTo>
                    <a:pt x="696808" y="158528"/>
                  </a:moveTo>
                  <a:lnTo>
                    <a:pt x="708011" y="195283"/>
                  </a:lnTo>
                  <a:lnTo>
                    <a:pt x="716308" y="141345"/>
                  </a:lnTo>
                  <a:close/>
                  <a:moveTo>
                    <a:pt x="705973" y="104590"/>
                  </a:moveTo>
                  <a:lnTo>
                    <a:pt x="682535" y="69378"/>
                  </a:lnTo>
                  <a:lnTo>
                    <a:pt x="680876" y="68848"/>
                  </a:lnTo>
                  <a:close/>
                  <a:moveTo>
                    <a:pt x="681144" y="67835"/>
                  </a:moveTo>
                  <a:lnTo>
                    <a:pt x="680876" y="68848"/>
                  </a:lnTo>
                  <a:lnTo>
                    <a:pt x="682535" y="69378"/>
                  </a:lnTo>
                  <a:close/>
                  <a:moveTo>
                    <a:pt x="680641" y="62295"/>
                  </a:moveTo>
                  <a:lnTo>
                    <a:pt x="680876" y="68848"/>
                  </a:lnTo>
                  <a:lnTo>
                    <a:pt x="681144" y="67835"/>
                  </a:lnTo>
                  <a:close/>
                  <a:moveTo>
                    <a:pt x="683747" y="66514"/>
                  </a:moveTo>
                  <a:lnTo>
                    <a:pt x="682535" y="69378"/>
                  </a:lnTo>
                  <a:lnTo>
                    <a:pt x="711795" y="50652"/>
                  </a:lnTo>
                  <a:close/>
                  <a:moveTo>
                    <a:pt x="711795" y="50652"/>
                  </a:moveTo>
                  <a:lnTo>
                    <a:pt x="682535" y="69378"/>
                  </a:lnTo>
                  <a:lnTo>
                    <a:pt x="705973" y="104590"/>
                  </a:lnTo>
                  <a:close/>
                  <a:moveTo>
                    <a:pt x="681144" y="67835"/>
                  </a:moveTo>
                  <a:lnTo>
                    <a:pt x="682535" y="69378"/>
                  </a:lnTo>
                  <a:lnTo>
                    <a:pt x="683747" y="66514"/>
                  </a:lnTo>
                  <a:close/>
                  <a:moveTo>
                    <a:pt x="681144" y="67835"/>
                  </a:moveTo>
                  <a:lnTo>
                    <a:pt x="683747" y="66514"/>
                  </a:lnTo>
                  <a:lnTo>
                    <a:pt x="680641" y="62295"/>
                  </a:lnTo>
                  <a:close/>
                  <a:moveTo>
                    <a:pt x="711795" y="50652"/>
                  </a:moveTo>
                  <a:lnTo>
                    <a:pt x="680641" y="62295"/>
                  </a:lnTo>
                  <a:lnTo>
                    <a:pt x="683747" y="66514"/>
                  </a:lnTo>
                  <a:close/>
                  <a:moveTo>
                    <a:pt x="689711" y="0"/>
                  </a:moveTo>
                  <a:lnTo>
                    <a:pt x="687223" y="18941"/>
                  </a:lnTo>
                  <a:lnTo>
                    <a:pt x="691622" y="1389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7" name="Input_density__28">
              <a:extLst>
                <a:ext uri="{FF2B5EF4-FFF2-40B4-BE49-F238E27FC236}">
                  <a16:creationId xmlns:a16="http://schemas.microsoft.com/office/drawing/2014/main" id="{8B595059-D6DA-9629-1881-959566A1FB95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5031"/>
              <a:ext cx="58420" cy="33804"/>
            </a:xfrm>
            <a:custGeom>
              <a:avLst/>
              <a:gdLst/>
              <a:ahLst/>
              <a:cxnLst/>
              <a:rect l="0" t="0" r="0" b="0"/>
              <a:pathLst>
                <a:path w="58420" h="33804">
                  <a:moveTo>
                    <a:pt x="15499" y="33804"/>
                  </a:moveTo>
                  <a:lnTo>
                    <a:pt x="28598" y="13078"/>
                  </a:lnTo>
                  <a:lnTo>
                    <a:pt x="0" y="14233"/>
                  </a:lnTo>
                  <a:close/>
                  <a:moveTo>
                    <a:pt x="28598" y="13078"/>
                  </a:moveTo>
                  <a:lnTo>
                    <a:pt x="15499" y="33804"/>
                  </a:lnTo>
                  <a:lnTo>
                    <a:pt x="51717" y="19516"/>
                  </a:lnTo>
                  <a:close/>
                  <a:moveTo>
                    <a:pt x="28598" y="13078"/>
                  </a:moveTo>
                  <a:lnTo>
                    <a:pt x="51717" y="19516"/>
                  </a:lnTo>
                  <a:lnTo>
                    <a:pt x="5842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8" name="Input_density__29">
              <a:extLst>
                <a:ext uri="{FF2B5EF4-FFF2-40B4-BE49-F238E27FC236}">
                  <a16:creationId xmlns:a16="http://schemas.microsoft.com/office/drawing/2014/main" id="{D137719A-573F-0A5F-4B48-F9B793E674CD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57222"/>
              <a:ext cx="823813" cy="837366"/>
            </a:xfrm>
            <a:custGeom>
              <a:avLst/>
              <a:gdLst/>
              <a:ahLst/>
              <a:cxnLst/>
              <a:rect l="0" t="0" r="0" b="0"/>
              <a:pathLst>
                <a:path w="823813" h="837366">
                  <a:moveTo>
                    <a:pt x="94112" y="800611"/>
                  </a:moveTo>
                  <a:lnTo>
                    <a:pt x="90196" y="793706"/>
                  </a:lnTo>
                  <a:lnTo>
                    <a:pt x="73281" y="771117"/>
                  </a:lnTo>
                  <a:close/>
                  <a:moveTo>
                    <a:pt x="114398" y="783427"/>
                  </a:moveTo>
                  <a:lnTo>
                    <a:pt x="151791" y="823872"/>
                  </a:lnTo>
                  <a:lnTo>
                    <a:pt x="154766" y="814337"/>
                  </a:lnTo>
                  <a:close/>
                  <a:moveTo>
                    <a:pt x="110385" y="837366"/>
                  </a:moveTo>
                  <a:lnTo>
                    <a:pt x="151791" y="823872"/>
                  </a:lnTo>
                  <a:lnTo>
                    <a:pt x="114398" y="783427"/>
                  </a:lnTo>
                  <a:close/>
                  <a:moveTo>
                    <a:pt x="94112" y="800611"/>
                  </a:moveTo>
                  <a:lnTo>
                    <a:pt x="110385" y="837366"/>
                  </a:lnTo>
                  <a:lnTo>
                    <a:pt x="114398" y="783427"/>
                  </a:lnTo>
                  <a:close/>
                  <a:moveTo>
                    <a:pt x="151791" y="823872"/>
                  </a:moveTo>
                  <a:lnTo>
                    <a:pt x="164986" y="820182"/>
                  </a:lnTo>
                  <a:lnTo>
                    <a:pt x="154766" y="814337"/>
                  </a:lnTo>
                  <a:close/>
                  <a:moveTo>
                    <a:pt x="94112" y="800611"/>
                  </a:moveTo>
                  <a:lnTo>
                    <a:pt x="114398" y="783427"/>
                  </a:lnTo>
                  <a:lnTo>
                    <a:pt x="90196" y="793706"/>
                  </a:lnTo>
                  <a:close/>
                  <a:moveTo>
                    <a:pt x="114398" y="783427"/>
                  </a:moveTo>
                  <a:lnTo>
                    <a:pt x="112832" y="782131"/>
                  </a:lnTo>
                  <a:lnTo>
                    <a:pt x="90196" y="793706"/>
                  </a:lnTo>
                  <a:close/>
                  <a:moveTo>
                    <a:pt x="67312" y="727101"/>
                  </a:moveTo>
                  <a:lnTo>
                    <a:pt x="71968" y="763856"/>
                  </a:lnTo>
                  <a:lnTo>
                    <a:pt x="88753" y="746672"/>
                  </a:lnTo>
                  <a:close/>
                  <a:moveTo>
                    <a:pt x="67312" y="727101"/>
                  </a:moveTo>
                  <a:lnTo>
                    <a:pt x="88753" y="746672"/>
                  </a:lnTo>
                  <a:lnTo>
                    <a:pt x="69155" y="709917"/>
                  </a:lnTo>
                  <a:close/>
                  <a:moveTo>
                    <a:pt x="51350" y="690346"/>
                  </a:moveTo>
                  <a:lnTo>
                    <a:pt x="69155" y="709917"/>
                  </a:lnTo>
                  <a:lnTo>
                    <a:pt x="65639" y="673162"/>
                  </a:lnTo>
                  <a:close/>
                  <a:moveTo>
                    <a:pt x="189140" y="766244"/>
                  </a:moveTo>
                  <a:lnTo>
                    <a:pt x="164986" y="820182"/>
                  </a:lnTo>
                  <a:lnTo>
                    <a:pt x="208068" y="802999"/>
                  </a:lnTo>
                  <a:close/>
                  <a:moveTo>
                    <a:pt x="114398" y="783427"/>
                  </a:moveTo>
                  <a:lnTo>
                    <a:pt x="154766" y="814337"/>
                  </a:lnTo>
                  <a:lnTo>
                    <a:pt x="164146" y="769080"/>
                  </a:lnTo>
                  <a:close/>
                  <a:moveTo>
                    <a:pt x="164146" y="769080"/>
                  </a:moveTo>
                  <a:lnTo>
                    <a:pt x="189140" y="766244"/>
                  </a:lnTo>
                  <a:lnTo>
                    <a:pt x="199924" y="762391"/>
                  </a:lnTo>
                  <a:close/>
                  <a:moveTo>
                    <a:pt x="136829" y="701794"/>
                  </a:moveTo>
                  <a:lnTo>
                    <a:pt x="120000" y="712723"/>
                  </a:lnTo>
                  <a:lnTo>
                    <a:pt x="119573" y="733482"/>
                  </a:lnTo>
                  <a:close/>
                  <a:moveTo>
                    <a:pt x="106306" y="692734"/>
                  </a:moveTo>
                  <a:lnTo>
                    <a:pt x="68881" y="658111"/>
                  </a:lnTo>
                  <a:lnTo>
                    <a:pt x="65639" y="673162"/>
                  </a:lnTo>
                  <a:close/>
                  <a:moveTo>
                    <a:pt x="106306" y="692734"/>
                  </a:moveTo>
                  <a:lnTo>
                    <a:pt x="65639" y="673162"/>
                  </a:lnTo>
                  <a:lnTo>
                    <a:pt x="69155" y="709917"/>
                  </a:lnTo>
                  <a:close/>
                  <a:moveTo>
                    <a:pt x="69337" y="655979"/>
                  </a:moveTo>
                  <a:lnTo>
                    <a:pt x="51370" y="619224"/>
                  </a:lnTo>
                  <a:lnTo>
                    <a:pt x="47755" y="630539"/>
                  </a:lnTo>
                  <a:close/>
                  <a:moveTo>
                    <a:pt x="199924" y="762391"/>
                  </a:moveTo>
                  <a:lnTo>
                    <a:pt x="189140" y="766244"/>
                  </a:lnTo>
                  <a:lnTo>
                    <a:pt x="219617" y="739813"/>
                  </a:lnTo>
                  <a:close/>
                  <a:moveTo>
                    <a:pt x="196727" y="680186"/>
                  </a:moveTo>
                  <a:lnTo>
                    <a:pt x="181504" y="693523"/>
                  </a:lnTo>
                  <a:lnTo>
                    <a:pt x="202524" y="675551"/>
                  </a:lnTo>
                  <a:close/>
                  <a:moveTo>
                    <a:pt x="181504" y="693523"/>
                  </a:moveTo>
                  <a:lnTo>
                    <a:pt x="212726" y="729489"/>
                  </a:lnTo>
                  <a:lnTo>
                    <a:pt x="202524" y="675551"/>
                  </a:lnTo>
                  <a:close/>
                  <a:moveTo>
                    <a:pt x="202524" y="675551"/>
                  </a:moveTo>
                  <a:lnTo>
                    <a:pt x="212726" y="729489"/>
                  </a:lnTo>
                  <a:lnTo>
                    <a:pt x="244316" y="707582"/>
                  </a:lnTo>
                  <a:close/>
                  <a:moveTo>
                    <a:pt x="244316" y="707582"/>
                  </a:moveTo>
                  <a:lnTo>
                    <a:pt x="212726" y="729489"/>
                  </a:lnTo>
                  <a:lnTo>
                    <a:pt x="236330" y="719825"/>
                  </a:lnTo>
                  <a:close/>
                  <a:moveTo>
                    <a:pt x="236330" y="719825"/>
                  </a:moveTo>
                  <a:lnTo>
                    <a:pt x="266595" y="712306"/>
                  </a:lnTo>
                  <a:lnTo>
                    <a:pt x="244316" y="707582"/>
                  </a:lnTo>
                  <a:close/>
                  <a:moveTo>
                    <a:pt x="180210" y="692734"/>
                  </a:moveTo>
                  <a:lnTo>
                    <a:pt x="181504" y="693523"/>
                  </a:lnTo>
                  <a:lnTo>
                    <a:pt x="196727" y="680186"/>
                  </a:lnTo>
                  <a:close/>
                  <a:moveTo>
                    <a:pt x="180210" y="692734"/>
                  </a:moveTo>
                  <a:lnTo>
                    <a:pt x="196727" y="680186"/>
                  </a:lnTo>
                  <a:lnTo>
                    <a:pt x="180172" y="688544"/>
                  </a:lnTo>
                  <a:close/>
                  <a:moveTo>
                    <a:pt x="172561" y="655086"/>
                  </a:moveTo>
                  <a:lnTo>
                    <a:pt x="202404" y="675455"/>
                  </a:lnTo>
                  <a:lnTo>
                    <a:pt x="162359" y="638796"/>
                  </a:lnTo>
                  <a:close/>
                  <a:moveTo>
                    <a:pt x="202404" y="675455"/>
                  </a:moveTo>
                  <a:lnTo>
                    <a:pt x="172561" y="655086"/>
                  </a:lnTo>
                  <a:lnTo>
                    <a:pt x="202524" y="675551"/>
                  </a:lnTo>
                  <a:close/>
                  <a:moveTo>
                    <a:pt x="180172" y="688544"/>
                  </a:moveTo>
                  <a:lnTo>
                    <a:pt x="196727" y="680186"/>
                  </a:lnTo>
                  <a:lnTo>
                    <a:pt x="202524" y="675551"/>
                  </a:lnTo>
                  <a:close/>
                  <a:moveTo>
                    <a:pt x="174365" y="655979"/>
                  </a:moveTo>
                  <a:lnTo>
                    <a:pt x="180172" y="688544"/>
                  </a:lnTo>
                  <a:lnTo>
                    <a:pt x="202524" y="675551"/>
                  </a:lnTo>
                  <a:close/>
                  <a:moveTo>
                    <a:pt x="281738" y="709997"/>
                  </a:moveTo>
                  <a:lnTo>
                    <a:pt x="244316" y="707582"/>
                  </a:lnTo>
                  <a:lnTo>
                    <a:pt x="266595" y="712306"/>
                  </a:lnTo>
                  <a:close/>
                  <a:moveTo>
                    <a:pt x="250673" y="663418"/>
                  </a:moveTo>
                  <a:lnTo>
                    <a:pt x="244316" y="707582"/>
                  </a:lnTo>
                  <a:lnTo>
                    <a:pt x="281738" y="709997"/>
                  </a:lnTo>
                  <a:close/>
                  <a:moveTo>
                    <a:pt x="280840" y="665981"/>
                  </a:moveTo>
                  <a:lnTo>
                    <a:pt x="250673" y="663418"/>
                  </a:lnTo>
                  <a:lnTo>
                    <a:pt x="281738" y="709997"/>
                  </a:lnTo>
                  <a:close/>
                  <a:moveTo>
                    <a:pt x="202524" y="675551"/>
                  </a:moveTo>
                  <a:lnTo>
                    <a:pt x="244316" y="707582"/>
                  </a:lnTo>
                  <a:lnTo>
                    <a:pt x="250673" y="663418"/>
                  </a:lnTo>
                  <a:close/>
                  <a:moveTo>
                    <a:pt x="202524" y="675551"/>
                  </a:moveTo>
                  <a:lnTo>
                    <a:pt x="250673" y="663418"/>
                  </a:lnTo>
                  <a:lnTo>
                    <a:pt x="202404" y="675455"/>
                  </a:lnTo>
                  <a:close/>
                  <a:moveTo>
                    <a:pt x="202404" y="675455"/>
                  </a:moveTo>
                  <a:lnTo>
                    <a:pt x="250673" y="663418"/>
                  </a:lnTo>
                  <a:lnTo>
                    <a:pt x="248030" y="625260"/>
                  </a:lnTo>
                  <a:close/>
                  <a:moveTo>
                    <a:pt x="196480" y="621612"/>
                  </a:moveTo>
                  <a:lnTo>
                    <a:pt x="162359" y="638796"/>
                  </a:lnTo>
                  <a:lnTo>
                    <a:pt x="202404" y="675455"/>
                  </a:lnTo>
                  <a:close/>
                  <a:moveTo>
                    <a:pt x="196480" y="621612"/>
                  </a:moveTo>
                  <a:lnTo>
                    <a:pt x="159612" y="602041"/>
                  </a:lnTo>
                  <a:lnTo>
                    <a:pt x="162359" y="638796"/>
                  </a:lnTo>
                  <a:close/>
                  <a:moveTo>
                    <a:pt x="28464" y="377740"/>
                  </a:moveTo>
                  <a:lnTo>
                    <a:pt x="0" y="381511"/>
                  </a:lnTo>
                  <a:lnTo>
                    <a:pt x="52394" y="392116"/>
                  </a:lnTo>
                  <a:close/>
                  <a:moveTo>
                    <a:pt x="345059" y="604429"/>
                  </a:moveTo>
                  <a:lnTo>
                    <a:pt x="381547" y="593537"/>
                  </a:lnTo>
                  <a:lnTo>
                    <a:pt x="360036" y="550491"/>
                  </a:lnTo>
                  <a:close/>
                  <a:moveTo>
                    <a:pt x="343575" y="540918"/>
                  </a:moveTo>
                  <a:lnTo>
                    <a:pt x="358104" y="499031"/>
                  </a:lnTo>
                  <a:lnTo>
                    <a:pt x="312462" y="506031"/>
                  </a:lnTo>
                  <a:close/>
                  <a:moveTo>
                    <a:pt x="312462" y="506031"/>
                  </a:moveTo>
                  <a:lnTo>
                    <a:pt x="358104" y="499031"/>
                  </a:lnTo>
                  <a:lnTo>
                    <a:pt x="354937" y="496552"/>
                  </a:lnTo>
                  <a:close/>
                  <a:moveTo>
                    <a:pt x="398592" y="533307"/>
                  </a:moveTo>
                  <a:lnTo>
                    <a:pt x="360036" y="550491"/>
                  </a:lnTo>
                  <a:lnTo>
                    <a:pt x="386664" y="577443"/>
                  </a:lnTo>
                  <a:close/>
                  <a:moveTo>
                    <a:pt x="399373" y="489550"/>
                  </a:moveTo>
                  <a:lnTo>
                    <a:pt x="383916" y="470960"/>
                  </a:lnTo>
                  <a:lnTo>
                    <a:pt x="383464" y="479369"/>
                  </a:lnTo>
                  <a:close/>
                  <a:moveTo>
                    <a:pt x="383916" y="470960"/>
                  </a:moveTo>
                  <a:lnTo>
                    <a:pt x="399373" y="489550"/>
                  </a:lnTo>
                  <a:lnTo>
                    <a:pt x="442575" y="469494"/>
                  </a:lnTo>
                  <a:close/>
                  <a:moveTo>
                    <a:pt x="239108" y="270096"/>
                  </a:moveTo>
                  <a:lnTo>
                    <a:pt x="215891" y="222084"/>
                  </a:lnTo>
                  <a:lnTo>
                    <a:pt x="206386" y="224863"/>
                  </a:lnTo>
                  <a:close/>
                  <a:moveTo>
                    <a:pt x="255363" y="204900"/>
                  </a:moveTo>
                  <a:lnTo>
                    <a:pt x="247234" y="237449"/>
                  </a:lnTo>
                  <a:lnTo>
                    <a:pt x="266546" y="213446"/>
                  </a:lnTo>
                  <a:close/>
                  <a:moveTo>
                    <a:pt x="255363" y="204900"/>
                  </a:moveTo>
                  <a:lnTo>
                    <a:pt x="215891" y="222084"/>
                  </a:lnTo>
                  <a:lnTo>
                    <a:pt x="247234" y="237449"/>
                  </a:lnTo>
                  <a:close/>
                  <a:moveTo>
                    <a:pt x="594890" y="528446"/>
                  </a:moveTo>
                  <a:lnTo>
                    <a:pt x="605116" y="511060"/>
                  </a:lnTo>
                  <a:lnTo>
                    <a:pt x="563767" y="526660"/>
                  </a:lnTo>
                  <a:close/>
                  <a:moveTo>
                    <a:pt x="563767" y="526660"/>
                  </a:moveTo>
                  <a:lnTo>
                    <a:pt x="605116" y="511060"/>
                  </a:lnTo>
                  <a:lnTo>
                    <a:pt x="564724" y="498940"/>
                  </a:lnTo>
                  <a:close/>
                  <a:moveTo>
                    <a:pt x="611527" y="518512"/>
                  </a:moveTo>
                  <a:lnTo>
                    <a:pt x="594890" y="528446"/>
                  </a:lnTo>
                  <a:lnTo>
                    <a:pt x="588462" y="545002"/>
                  </a:lnTo>
                  <a:close/>
                  <a:moveTo>
                    <a:pt x="611527" y="518512"/>
                  </a:moveTo>
                  <a:lnTo>
                    <a:pt x="655570" y="501329"/>
                  </a:lnTo>
                  <a:lnTo>
                    <a:pt x="605116" y="511060"/>
                  </a:lnTo>
                  <a:close/>
                  <a:moveTo>
                    <a:pt x="604811" y="413711"/>
                  </a:moveTo>
                  <a:lnTo>
                    <a:pt x="597727" y="436645"/>
                  </a:lnTo>
                  <a:lnTo>
                    <a:pt x="598491" y="427819"/>
                  </a:lnTo>
                  <a:close/>
                  <a:moveTo>
                    <a:pt x="805601" y="430207"/>
                  </a:moveTo>
                  <a:lnTo>
                    <a:pt x="787222" y="404994"/>
                  </a:lnTo>
                  <a:lnTo>
                    <a:pt x="766731" y="424591"/>
                  </a:lnTo>
                  <a:close/>
                  <a:moveTo>
                    <a:pt x="805601" y="430207"/>
                  </a:moveTo>
                  <a:lnTo>
                    <a:pt x="823813" y="413024"/>
                  </a:lnTo>
                  <a:lnTo>
                    <a:pt x="787222" y="404994"/>
                  </a:lnTo>
                  <a:close/>
                  <a:moveTo>
                    <a:pt x="775402" y="355804"/>
                  </a:moveTo>
                  <a:lnTo>
                    <a:pt x="776299" y="364156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6299" y="364156"/>
                  </a:lnTo>
                  <a:lnTo>
                    <a:pt x="792237" y="376269"/>
                  </a:lnTo>
                  <a:close/>
                  <a:moveTo>
                    <a:pt x="756942" y="319942"/>
                  </a:moveTo>
                  <a:lnTo>
                    <a:pt x="772403" y="349591"/>
                  </a:lnTo>
                  <a:lnTo>
                    <a:pt x="758724" y="302759"/>
                  </a:lnTo>
                  <a:close/>
                  <a:moveTo>
                    <a:pt x="758724" y="302759"/>
                  </a:moveTo>
                  <a:lnTo>
                    <a:pt x="772403" y="349591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2403" y="349591"/>
                  </a:lnTo>
                  <a:lnTo>
                    <a:pt x="775402" y="355804"/>
                  </a:lnTo>
                  <a:close/>
                  <a:moveTo>
                    <a:pt x="725624" y="138555"/>
                  </a:moveTo>
                  <a:lnTo>
                    <a:pt x="739290" y="179086"/>
                  </a:lnTo>
                  <a:lnTo>
                    <a:pt x="739110" y="157271"/>
                  </a:lnTo>
                  <a:close/>
                  <a:moveTo>
                    <a:pt x="699490" y="101800"/>
                  </a:moveTo>
                  <a:lnTo>
                    <a:pt x="741558" y="132495"/>
                  </a:lnTo>
                  <a:lnTo>
                    <a:pt x="740512" y="88598"/>
                  </a:lnTo>
                  <a:close/>
                  <a:moveTo>
                    <a:pt x="742951" y="75424"/>
                  </a:moveTo>
                  <a:lnTo>
                    <a:pt x="699490" y="101800"/>
                  </a:lnTo>
                  <a:lnTo>
                    <a:pt x="740512" y="88598"/>
                  </a:lnTo>
                  <a:close/>
                  <a:moveTo>
                    <a:pt x="729527" y="30679"/>
                  </a:moveTo>
                  <a:lnTo>
                    <a:pt x="706230" y="47862"/>
                  </a:lnTo>
                  <a:lnTo>
                    <a:pt x="742951" y="75424"/>
                  </a:lnTo>
                  <a:close/>
                  <a:moveTo>
                    <a:pt x="729527" y="30679"/>
                  </a:moveTo>
                  <a:lnTo>
                    <a:pt x="706090" y="0"/>
                  </a:lnTo>
                  <a:lnTo>
                    <a:pt x="705942" y="11107"/>
                  </a:lnTo>
                  <a:close/>
                  <a:moveTo>
                    <a:pt x="729527" y="30679"/>
                  </a:moveTo>
                  <a:lnTo>
                    <a:pt x="705942" y="11107"/>
                  </a:lnTo>
                  <a:lnTo>
                    <a:pt x="706230" y="4786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9" name="Input_density__30">
              <a:extLst>
                <a:ext uri="{FF2B5EF4-FFF2-40B4-BE49-F238E27FC236}">
                  <a16:creationId xmlns:a16="http://schemas.microsoft.com/office/drawing/2014/main" id="{5DF2A8D0-B78C-51C0-D68F-9A1D8A594A9B}"/>
                </a:ext>
              </a:extLst>
            </p:cNvPr>
            <p:cNvSpPr>
              <a:spLocks noGrp="1"/>
            </p:cNvSpPr>
            <p:nvPr/>
          </p:nvSpPr>
          <p:spPr>
            <a:xfrm>
              <a:off x="967511" y="2403832"/>
              <a:ext cx="1014011" cy="807898"/>
            </a:xfrm>
            <a:custGeom>
              <a:avLst/>
              <a:gdLst/>
              <a:ahLst/>
              <a:cxnLst/>
              <a:rect l="0" t="0" r="0" b="0"/>
              <a:pathLst>
                <a:path w="1014011" h="807898">
                  <a:moveTo>
                    <a:pt x="228917" y="790756"/>
                  </a:moveTo>
                  <a:lnTo>
                    <a:pt x="238060" y="803492"/>
                  </a:lnTo>
                  <a:lnTo>
                    <a:pt x="258310" y="807898"/>
                  </a:lnTo>
                  <a:close/>
                  <a:moveTo>
                    <a:pt x="311580" y="786281"/>
                  </a:moveTo>
                  <a:lnTo>
                    <a:pt x="283518" y="773573"/>
                  </a:lnTo>
                  <a:lnTo>
                    <a:pt x="258310" y="807898"/>
                  </a:lnTo>
                  <a:close/>
                  <a:moveTo>
                    <a:pt x="0" y="458865"/>
                  </a:moveTo>
                  <a:lnTo>
                    <a:pt x="44828" y="479533"/>
                  </a:lnTo>
                  <a:lnTo>
                    <a:pt x="26953" y="469566"/>
                  </a:lnTo>
                  <a:close/>
                  <a:moveTo>
                    <a:pt x="0" y="458865"/>
                  </a:moveTo>
                  <a:lnTo>
                    <a:pt x="57370" y="484060"/>
                  </a:lnTo>
                  <a:lnTo>
                    <a:pt x="44828" y="479533"/>
                  </a:lnTo>
                  <a:close/>
                  <a:moveTo>
                    <a:pt x="44828" y="479533"/>
                  </a:moveTo>
                  <a:lnTo>
                    <a:pt x="57370" y="484060"/>
                  </a:lnTo>
                  <a:lnTo>
                    <a:pt x="65959" y="490828"/>
                  </a:lnTo>
                  <a:close/>
                  <a:moveTo>
                    <a:pt x="104557" y="510560"/>
                  </a:moveTo>
                  <a:lnTo>
                    <a:pt x="65959" y="490828"/>
                  </a:lnTo>
                  <a:lnTo>
                    <a:pt x="57370" y="484060"/>
                  </a:lnTo>
                  <a:close/>
                  <a:moveTo>
                    <a:pt x="283518" y="773573"/>
                  </a:moveTo>
                  <a:lnTo>
                    <a:pt x="311580" y="786281"/>
                  </a:lnTo>
                  <a:lnTo>
                    <a:pt x="325188" y="793144"/>
                  </a:lnTo>
                  <a:close/>
                  <a:moveTo>
                    <a:pt x="113652" y="516288"/>
                  </a:moveTo>
                  <a:lnTo>
                    <a:pt x="150737" y="499104"/>
                  </a:lnTo>
                  <a:lnTo>
                    <a:pt x="104557" y="510560"/>
                  </a:lnTo>
                  <a:close/>
                  <a:moveTo>
                    <a:pt x="150737" y="499104"/>
                  </a:moveTo>
                  <a:lnTo>
                    <a:pt x="122850" y="482749"/>
                  </a:lnTo>
                  <a:lnTo>
                    <a:pt x="104557" y="510560"/>
                  </a:lnTo>
                  <a:close/>
                  <a:moveTo>
                    <a:pt x="65959" y="490828"/>
                  </a:moveTo>
                  <a:lnTo>
                    <a:pt x="44377" y="467535"/>
                  </a:lnTo>
                  <a:lnTo>
                    <a:pt x="44828" y="479533"/>
                  </a:lnTo>
                  <a:close/>
                  <a:moveTo>
                    <a:pt x="26953" y="469566"/>
                  </a:moveTo>
                  <a:lnTo>
                    <a:pt x="44828" y="479533"/>
                  </a:lnTo>
                  <a:lnTo>
                    <a:pt x="44377" y="467535"/>
                  </a:lnTo>
                  <a:close/>
                  <a:moveTo>
                    <a:pt x="65959" y="490828"/>
                  </a:moveTo>
                  <a:lnTo>
                    <a:pt x="104557" y="510560"/>
                  </a:lnTo>
                  <a:lnTo>
                    <a:pt x="122850" y="482749"/>
                  </a:lnTo>
                  <a:close/>
                  <a:moveTo>
                    <a:pt x="89063" y="480999"/>
                  </a:moveTo>
                  <a:lnTo>
                    <a:pt x="65959" y="490828"/>
                  </a:lnTo>
                  <a:lnTo>
                    <a:pt x="122850" y="482749"/>
                  </a:lnTo>
                  <a:close/>
                  <a:moveTo>
                    <a:pt x="245492" y="609370"/>
                  </a:moveTo>
                  <a:lnTo>
                    <a:pt x="235624" y="559032"/>
                  </a:lnTo>
                  <a:lnTo>
                    <a:pt x="239588" y="596173"/>
                  </a:lnTo>
                  <a:close/>
                  <a:moveTo>
                    <a:pt x="150737" y="499104"/>
                  </a:moveTo>
                  <a:lnTo>
                    <a:pt x="159588" y="481921"/>
                  </a:lnTo>
                  <a:lnTo>
                    <a:pt x="122850" y="482749"/>
                  </a:lnTo>
                  <a:close/>
                  <a:moveTo>
                    <a:pt x="177751" y="529863"/>
                  </a:moveTo>
                  <a:lnTo>
                    <a:pt x="164445" y="513690"/>
                  </a:lnTo>
                  <a:lnTo>
                    <a:pt x="183525" y="499104"/>
                  </a:lnTo>
                  <a:close/>
                  <a:moveTo>
                    <a:pt x="369301" y="575003"/>
                  </a:moveTo>
                  <a:lnTo>
                    <a:pt x="345419" y="546652"/>
                  </a:lnTo>
                  <a:lnTo>
                    <a:pt x="363192" y="566050"/>
                  </a:lnTo>
                  <a:close/>
                  <a:moveTo>
                    <a:pt x="367620" y="573350"/>
                  </a:moveTo>
                  <a:lnTo>
                    <a:pt x="363192" y="566050"/>
                  </a:lnTo>
                  <a:lnTo>
                    <a:pt x="339440" y="524424"/>
                  </a:lnTo>
                  <a:close/>
                  <a:moveTo>
                    <a:pt x="367620" y="573350"/>
                  </a:moveTo>
                  <a:lnTo>
                    <a:pt x="366563" y="578650"/>
                  </a:lnTo>
                  <a:lnTo>
                    <a:pt x="369301" y="575003"/>
                  </a:lnTo>
                  <a:close/>
                  <a:moveTo>
                    <a:pt x="367620" y="573350"/>
                  </a:moveTo>
                  <a:lnTo>
                    <a:pt x="369301" y="575003"/>
                  </a:lnTo>
                  <a:lnTo>
                    <a:pt x="363192" y="566050"/>
                  </a:lnTo>
                  <a:close/>
                  <a:moveTo>
                    <a:pt x="308310" y="415491"/>
                  </a:moveTo>
                  <a:lnTo>
                    <a:pt x="307990" y="427983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308310" y="415491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288304" y="387009"/>
                  </a:lnTo>
                  <a:lnTo>
                    <a:pt x="308310" y="415491"/>
                  </a:lnTo>
                  <a:close/>
                  <a:moveTo>
                    <a:pt x="303663" y="410800"/>
                  </a:moveTo>
                  <a:lnTo>
                    <a:pt x="315092" y="414580"/>
                  </a:lnTo>
                  <a:lnTo>
                    <a:pt x="319655" y="406268"/>
                  </a:lnTo>
                  <a:close/>
                  <a:moveTo>
                    <a:pt x="360014" y="400545"/>
                  </a:moveTo>
                  <a:lnTo>
                    <a:pt x="315092" y="414580"/>
                  </a:lnTo>
                  <a:lnTo>
                    <a:pt x="351205" y="425024"/>
                  </a:lnTo>
                  <a:close/>
                  <a:moveTo>
                    <a:pt x="360014" y="400545"/>
                  </a:moveTo>
                  <a:lnTo>
                    <a:pt x="319655" y="406268"/>
                  </a:lnTo>
                  <a:lnTo>
                    <a:pt x="315092" y="414580"/>
                  </a:lnTo>
                  <a:close/>
                  <a:moveTo>
                    <a:pt x="505196" y="530833"/>
                  </a:moveTo>
                  <a:lnTo>
                    <a:pt x="537952" y="528724"/>
                  </a:lnTo>
                  <a:lnTo>
                    <a:pt x="561089" y="519024"/>
                  </a:lnTo>
                  <a:close/>
                  <a:moveTo>
                    <a:pt x="501997" y="432759"/>
                  </a:moveTo>
                  <a:lnTo>
                    <a:pt x="502448" y="424350"/>
                  </a:lnTo>
                  <a:lnTo>
                    <a:pt x="497133" y="413188"/>
                  </a:lnTo>
                  <a:close/>
                  <a:moveTo>
                    <a:pt x="501997" y="432759"/>
                  </a:moveTo>
                  <a:lnTo>
                    <a:pt x="497133" y="413188"/>
                  </a:lnTo>
                  <a:lnTo>
                    <a:pt x="507534" y="396004"/>
                  </a:lnTo>
                  <a:close/>
                  <a:moveTo>
                    <a:pt x="713422" y="481836"/>
                  </a:moveTo>
                  <a:lnTo>
                    <a:pt x="679637" y="520686"/>
                  </a:lnTo>
                  <a:lnTo>
                    <a:pt x="706994" y="498393"/>
                  </a:lnTo>
                  <a:close/>
                  <a:moveTo>
                    <a:pt x="713422" y="481836"/>
                  </a:moveTo>
                  <a:lnTo>
                    <a:pt x="682300" y="480050"/>
                  </a:lnTo>
                  <a:lnTo>
                    <a:pt x="679637" y="520686"/>
                  </a:lnTo>
                  <a:close/>
                  <a:moveTo>
                    <a:pt x="759423" y="508657"/>
                  </a:moveTo>
                  <a:lnTo>
                    <a:pt x="760307" y="515555"/>
                  </a:lnTo>
                  <a:lnTo>
                    <a:pt x="770901" y="516544"/>
                  </a:lnTo>
                  <a:close/>
                  <a:moveTo>
                    <a:pt x="801826" y="400781"/>
                  </a:moveTo>
                  <a:lnTo>
                    <a:pt x="793143" y="381209"/>
                  </a:lnTo>
                  <a:lnTo>
                    <a:pt x="805236" y="364026"/>
                  </a:lnTo>
                  <a:close/>
                  <a:moveTo>
                    <a:pt x="942345" y="366414"/>
                  </a:moveTo>
                  <a:lnTo>
                    <a:pt x="953238" y="411345"/>
                  </a:lnTo>
                  <a:lnTo>
                    <a:pt x="974754" y="395579"/>
                  </a:lnTo>
                  <a:close/>
                  <a:moveTo>
                    <a:pt x="1014011" y="355245"/>
                  </a:moveTo>
                  <a:lnTo>
                    <a:pt x="983958" y="352590"/>
                  </a:lnTo>
                  <a:lnTo>
                    <a:pt x="974754" y="395579"/>
                  </a:lnTo>
                  <a:close/>
                  <a:moveTo>
                    <a:pt x="1005046" y="317787"/>
                  </a:moveTo>
                  <a:lnTo>
                    <a:pt x="986404" y="342928"/>
                  </a:lnTo>
                  <a:lnTo>
                    <a:pt x="983958" y="352590"/>
                  </a:lnTo>
                  <a:close/>
                  <a:moveTo>
                    <a:pt x="861483" y="28815"/>
                  </a:moveTo>
                  <a:lnTo>
                    <a:pt x="859045" y="41989"/>
                  </a:lnTo>
                  <a:lnTo>
                    <a:pt x="875638" y="1252"/>
                  </a:lnTo>
                  <a:close/>
                  <a:moveTo>
                    <a:pt x="875638" y="1252"/>
                  </a:moveTo>
                  <a:lnTo>
                    <a:pt x="879508" y="0"/>
                  </a:lnTo>
                  <a:lnTo>
                    <a:pt x="861483" y="2881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0" name="Input_density__31">
              <a:extLst>
                <a:ext uri="{FF2B5EF4-FFF2-40B4-BE49-F238E27FC236}">
                  <a16:creationId xmlns:a16="http://schemas.microsoft.com/office/drawing/2014/main" id="{68E3489D-1981-73C3-C277-0040F7E85410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45821"/>
              <a:ext cx="839586" cy="765909"/>
            </a:xfrm>
            <a:custGeom>
              <a:avLst/>
              <a:gdLst/>
              <a:ahLst/>
              <a:cxnLst/>
              <a:rect l="0" t="0" r="0" b="0"/>
              <a:pathLst>
                <a:path w="839586" h="765909">
                  <a:moveTo>
                    <a:pt x="115265" y="748767"/>
                  </a:moveTo>
                  <a:lnTo>
                    <a:pt x="144658" y="765909"/>
                  </a:lnTo>
                  <a:lnTo>
                    <a:pt x="156670" y="735274"/>
                  </a:lnTo>
                  <a:close/>
                  <a:moveTo>
                    <a:pt x="144658" y="765909"/>
                  </a:moveTo>
                  <a:lnTo>
                    <a:pt x="169866" y="731584"/>
                  </a:lnTo>
                  <a:lnTo>
                    <a:pt x="156670" y="735274"/>
                  </a:lnTo>
                  <a:close/>
                  <a:moveTo>
                    <a:pt x="204804" y="673793"/>
                  </a:moveTo>
                  <a:lnTo>
                    <a:pt x="166675" y="658074"/>
                  </a:lnTo>
                  <a:lnTo>
                    <a:pt x="169026" y="680482"/>
                  </a:lnTo>
                  <a:close/>
                  <a:moveTo>
                    <a:pt x="169026" y="680482"/>
                  </a:moveTo>
                  <a:lnTo>
                    <a:pt x="166675" y="658074"/>
                  </a:lnTo>
                  <a:lnTo>
                    <a:pt x="160663" y="642534"/>
                  </a:lnTo>
                  <a:close/>
                  <a:moveTo>
                    <a:pt x="224582" y="689492"/>
                  </a:moveTo>
                  <a:lnTo>
                    <a:pt x="204804" y="673793"/>
                  </a:lnTo>
                  <a:lnTo>
                    <a:pt x="209487" y="677646"/>
                  </a:lnTo>
                  <a:close/>
                  <a:moveTo>
                    <a:pt x="132272" y="604136"/>
                  </a:moveTo>
                  <a:lnTo>
                    <a:pt x="124880" y="624125"/>
                  </a:lnTo>
                  <a:lnTo>
                    <a:pt x="141709" y="613196"/>
                  </a:lnTo>
                  <a:close/>
                  <a:moveTo>
                    <a:pt x="141709" y="613196"/>
                  </a:moveTo>
                  <a:lnTo>
                    <a:pt x="124453" y="644884"/>
                  </a:lnTo>
                  <a:lnTo>
                    <a:pt x="160663" y="642534"/>
                  </a:lnTo>
                  <a:close/>
                  <a:moveTo>
                    <a:pt x="166675" y="658074"/>
                  </a:moveTo>
                  <a:lnTo>
                    <a:pt x="141709" y="613196"/>
                  </a:lnTo>
                  <a:lnTo>
                    <a:pt x="160663" y="642534"/>
                  </a:lnTo>
                  <a:close/>
                  <a:moveTo>
                    <a:pt x="141709" y="613196"/>
                  </a:moveTo>
                  <a:lnTo>
                    <a:pt x="128469" y="609174"/>
                  </a:lnTo>
                  <a:lnTo>
                    <a:pt x="132272" y="604136"/>
                  </a:lnTo>
                  <a:close/>
                  <a:moveTo>
                    <a:pt x="37085" y="457116"/>
                  </a:moveTo>
                  <a:lnTo>
                    <a:pt x="31829" y="497006"/>
                  </a:lnTo>
                  <a:lnTo>
                    <a:pt x="50793" y="471701"/>
                  </a:lnTo>
                  <a:close/>
                  <a:moveTo>
                    <a:pt x="37085" y="457116"/>
                  </a:moveTo>
                  <a:lnTo>
                    <a:pt x="0" y="474299"/>
                  </a:lnTo>
                  <a:lnTo>
                    <a:pt x="31829" y="497006"/>
                  </a:lnTo>
                  <a:close/>
                  <a:moveTo>
                    <a:pt x="232894" y="654239"/>
                  </a:moveTo>
                  <a:lnTo>
                    <a:pt x="271475" y="623707"/>
                  </a:lnTo>
                  <a:lnTo>
                    <a:pt x="241210" y="631227"/>
                  </a:lnTo>
                  <a:close/>
                  <a:moveTo>
                    <a:pt x="125936" y="554184"/>
                  </a:moveTo>
                  <a:lnTo>
                    <a:pt x="132272" y="604136"/>
                  </a:lnTo>
                  <a:lnTo>
                    <a:pt x="131840" y="567381"/>
                  </a:lnTo>
                  <a:close/>
                  <a:moveTo>
                    <a:pt x="37085" y="457116"/>
                  </a:moveTo>
                  <a:lnTo>
                    <a:pt x="50793" y="471701"/>
                  </a:lnTo>
                  <a:lnTo>
                    <a:pt x="56925" y="476687"/>
                  </a:lnTo>
                  <a:close/>
                  <a:moveTo>
                    <a:pt x="271475" y="623707"/>
                  </a:moveTo>
                  <a:lnTo>
                    <a:pt x="285499" y="630139"/>
                  </a:lnTo>
                  <a:lnTo>
                    <a:pt x="286618" y="621399"/>
                  </a:lnTo>
                  <a:close/>
                  <a:moveTo>
                    <a:pt x="207284" y="586857"/>
                  </a:moveTo>
                  <a:lnTo>
                    <a:pt x="252910" y="536661"/>
                  </a:lnTo>
                  <a:lnTo>
                    <a:pt x="222463" y="547401"/>
                  </a:lnTo>
                  <a:close/>
                  <a:moveTo>
                    <a:pt x="255553" y="574820"/>
                  </a:moveTo>
                  <a:lnTo>
                    <a:pt x="265260" y="554468"/>
                  </a:lnTo>
                  <a:lnTo>
                    <a:pt x="255648" y="533014"/>
                  </a:lnTo>
                  <a:close/>
                  <a:moveTo>
                    <a:pt x="252910" y="536661"/>
                  </a:moveTo>
                  <a:lnTo>
                    <a:pt x="255553" y="574820"/>
                  </a:lnTo>
                  <a:lnTo>
                    <a:pt x="255648" y="533014"/>
                  </a:lnTo>
                  <a:close/>
                  <a:moveTo>
                    <a:pt x="253968" y="531361"/>
                  </a:moveTo>
                  <a:lnTo>
                    <a:pt x="222463" y="547401"/>
                  </a:lnTo>
                  <a:lnTo>
                    <a:pt x="252910" y="536661"/>
                  </a:lnTo>
                  <a:close/>
                  <a:moveTo>
                    <a:pt x="201440" y="372592"/>
                  </a:moveTo>
                  <a:lnTo>
                    <a:pt x="228474" y="417845"/>
                  </a:lnTo>
                  <a:lnTo>
                    <a:pt x="237553" y="383035"/>
                  </a:lnTo>
                  <a:close/>
                  <a:moveTo>
                    <a:pt x="190011" y="368811"/>
                  </a:moveTo>
                  <a:lnTo>
                    <a:pt x="167030" y="332056"/>
                  </a:lnTo>
                  <a:lnTo>
                    <a:pt x="174651" y="345020"/>
                  </a:lnTo>
                  <a:close/>
                  <a:moveTo>
                    <a:pt x="364916" y="461892"/>
                  </a:moveTo>
                  <a:lnTo>
                    <a:pt x="386427" y="504939"/>
                  </a:lnTo>
                  <a:lnTo>
                    <a:pt x="391544" y="488844"/>
                  </a:lnTo>
                  <a:close/>
                  <a:moveTo>
                    <a:pt x="364916" y="461892"/>
                  </a:moveTo>
                  <a:lnTo>
                    <a:pt x="348455" y="452320"/>
                  </a:lnTo>
                  <a:lnTo>
                    <a:pt x="322345" y="450906"/>
                  </a:lnTo>
                  <a:close/>
                  <a:moveTo>
                    <a:pt x="167030" y="332056"/>
                  </a:moveTo>
                  <a:lnTo>
                    <a:pt x="206002" y="364280"/>
                  </a:lnTo>
                  <a:lnTo>
                    <a:pt x="180489" y="322629"/>
                  </a:lnTo>
                  <a:close/>
                  <a:moveTo>
                    <a:pt x="190011" y="368811"/>
                  </a:moveTo>
                  <a:lnTo>
                    <a:pt x="206002" y="364280"/>
                  </a:lnTo>
                  <a:lnTo>
                    <a:pt x="167030" y="332056"/>
                  </a:lnTo>
                  <a:close/>
                  <a:moveTo>
                    <a:pt x="167030" y="332056"/>
                  </a:moveTo>
                  <a:lnTo>
                    <a:pt x="169597" y="322041"/>
                  </a:lnTo>
                  <a:lnTo>
                    <a:pt x="153242" y="290590"/>
                  </a:lnTo>
                  <a:close/>
                  <a:moveTo>
                    <a:pt x="340680" y="461892"/>
                  </a:moveTo>
                  <a:lnTo>
                    <a:pt x="348455" y="452320"/>
                  </a:lnTo>
                  <a:lnTo>
                    <a:pt x="317342" y="417433"/>
                  </a:lnTo>
                  <a:close/>
                  <a:moveTo>
                    <a:pt x="364916" y="461892"/>
                  </a:moveTo>
                  <a:lnTo>
                    <a:pt x="403472" y="444709"/>
                  </a:lnTo>
                  <a:lnTo>
                    <a:pt x="348455" y="452320"/>
                  </a:lnTo>
                  <a:close/>
                  <a:moveTo>
                    <a:pt x="403472" y="444709"/>
                  </a:moveTo>
                  <a:lnTo>
                    <a:pt x="362984" y="410433"/>
                  </a:lnTo>
                  <a:lnTo>
                    <a:pt x="348455" y="452320"/>
                  </a:lnTo>
                  <a:close/>
                  <a:moveTo>
                    <a:pt x="406731" y="449419"/>
                  </a:moveTo>
                  <a:lnTo>
                    <a:pt x="391544" y="488844"/>
                  </a:lnTo>
                  <a:lnTo>
                    <a:pt x="447437" y="477035"/>
                  </a:lnTo>
                  <a:close/>
                  <a:moveTo>
                    <a:pt x="447437" y="477035"/>
                  </a:moveTo>
                  <a:lnTo>
                    <a:pt x="431335" y="445199"/>
                  </a:lnTo>
                  <a:lnTo>
                    <a:pt x="406731" y="449419"/>
                  </a:lnTo>
                  <a:close/>
                  <a:moveTo>
                    <a:pt x="252114" y="148851"/>
                  </a:moveTo>
                  <a:lnTo>
                    <a:pt x="220771" y="133486"/>
                  </a:lnTo>
                  <a:lnTo>
                    <a:pt x="243988" y="181498"/>
                  </a:lnTo>
                  <a:close/>
                  <a:moveTo>
                    <a:pt x="243988" y="181498"/>
                  </a:moveTo>
                  <a:lnTo>
                    <a:pt x="211266" y="136265"/>
                  </a:lnTo>
                  <a:lnTo>
                    <a:pt x="222588" y="171807"/>
                  </a:lnTo>
                  <a:close/>
                  <a:moveTo>
                    <a:pt x="523858" y="417401"/>
                  </a:moveTo>
                  <a:lnTo>
                    <a:pt x="542531" y="410342"/>
                  </a:lnTo>
                  <a:lnTo>
                    <a:pt x="537302" y="418797"/>
                  </a:lnTo>
                  <a:close/>
                  <a:moveTo>
                    <a:pt x="537302" y="418797"/>
                  </a:moveTo>
                  <a:lnTo>
                    <a:pt x="552407" y="427934"/>
                  </a:lnTo>
                  <a:lnTo>
                    <a:pt x="569604" y="410342"/>
                  </a:lnTo>
                  <a:close/>
                  <a:moveTo>
                    <a:pt x="616407" y="429914"/>
                  </a:moveTo>
                  <a:lnTo>
                    <a:pt x="646654" y="473567"/>
                  </a:lnTo>
                  <a:lnTo>
                    <a:pt x="645771" y="466669"/>
                  </a:lnTo>
                  <a:close/>
                  <a:moveTo>
                    <a:pt x="593342" y="456404"/>
                  </a:moveTo>
                  <a:lnTo>
                    <a:pt x="646654" y="473567"/>
                  </a:lnTo>
                  <a:lnTo>
                    <a:pt x="616407" y="429914"/>
                  </a:lnTo>
                  <a:close/>
                  <a:moveTo>
                    <a:pt x="616407" y="429914"/>
                  </a:moveTo>
                  <a:lnTo>
                    <a:pt x="645771" y="466669"/>
                  </a:lnTo>
                  <a:lnTo>
                    <a:pt x="660450" y="412731"/>
                  </a:lnTo>
                  <a:close/>
                  <a:moveTo>
                    <a:pt x="828693" y="324425"/>
                  </a:moveTo>
                  <a:lnTo>
                    <a:pt x="810481" y="341609"/>
                  </a:lnTo>
                  <a:lnTo>
                    <a:pt x="839586" y="369357"/>
                  </a:lnTo>
                  <a:close/>
                  <a:moveTo>
                    <a:pt x="763604" y="214160"/>
                  </a:moveTo>
                  <a:lnTo>
                    <a:pt x="762400" y="254656"/>
                  </a:lnTo>
                  <a:lnTo>
                    <a:pt x="759796" y="223980"/>
                  </a:lnTo>
                  <a:close/>
                  <a:moveTo>
                    <a:pt x="763604" y="214160"/>
                  </a:moveTo>
                  <a:lnTo>
                    <a:pt x="785007" y="193664"/>
                  </a:lnTo>
                  <a:lnTo>
                    <a:pt x="761822" y="231344"/>
                  </a:lnTo>
                  <a:close/>
                  <a:moveTo>
                    <a:pt x="774176" y="93182"/>
                  </a:moveTo>
                  <a:lnTo>
                    <a:pt x="744170" y="90488"/>
                  </a:lnTo>
                  <a:lnTo>
                    <a:pt x="735636" y="133650"/>
                  </a:lnTo>
                  <a:close/>
                  <a:moveTo>
                    <a:pt x="744170" y="90488"/>
                  </a:moveTo>
                  <a:lnTo>
                    <a:pt x="774176" y="93182"/>
                  </a:lnTo>
                  <a:lnTo>
                    <a:pt x="743990" y="68673"/>
                  </a:lnTo>
                  <a:close/>
                  <a:moveTo>
                    <a:pt x="773590" y="48911"/>
                  </a:moveTo>
                  <a:lnTo>
                    <a:pt x="746438" y="43897"/>
                  </a:lnTo>
                  <a:lnTo>
                    <a:pt x="743990" y="68673"/>
                  </a:lnTo>
                  <a:close/>
                  <a:moveTo>
                    <a:pt x="746438" y="43897"/>
                  </a:moveTo>
                  <a:lnTo>
                    <a:pt x="764963" y="11178"/>
                  </a:lnTo>
                  <a:lnTo>
                    <a:pt x="745392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1" name="Input_density__32">
              <a:extLst>
                <a:ext uri="{FF2B5EF4-FFF2-40B4-BE49-F238E27FC236}">
                  <a16:creationId xmlns:a16="http://schemas.microsoft.com/office/drawing/2014/main" id="{E5A872CC-3397-BAD9-2DB5-DD75DEDBD0E9}"/>
                </a:ext>
              </a:extLst>
            </p:cNvPr>
            <p:cNvSpPr>
              <a:spLocks noGrp="1"/>
            </p:cNvSpPr>
            <p:nvPr/>
          </p:nvSpPr>
          <p:spPr>
            <a:xfrm>
              <a:off x="1203135" y="2594672"/>
              <a:ext cx="778387" cy="618197"/>
            </a:xfrm>
            <a:custGeom>
              <a:avLst/>
              <a:gdLst/>
              <a:ahLst/>
              <a:cxnLst/>
              <a:rect l="0" t="0" r="0" b="0"/>
              <a:pathLst>
                <a:path w="778387" h="618197">
                  <a:moveTo>
                    <a:pt x="56310" y="618197"/>
                  </a:moveTo>
                  <a:lnTo>
                    <a:pt x="75956" y="595442"/>
                  </a:lnTo>
                  <a:lnTo>
                    <a:pt x="22686" y="617058"/>
                  </a:lnTo>
                  <a:close/>
                  <a:moveTo>
                    <a:pt x="2241" y="364592"/>
                  </a:moveTo>
                  <a:lnTo>
                    <a:pt x="0" y="368192"/>
                  </a:lnTo>
                  <a:lnTo>
                    <a:pt x="9868" y="418530"/>
                  </a:lnTo>
                  <a:close/>
                  <a:moveTo>
                    <a:pt x="226483" y="303469"/>
                  </a:moveTo>
                  <a:lnTo>
                    <a:pt x="218708" y="313041"/>
                  </a:lnTo>
                  <a:lnTo>
                    <a:pt x="181641" y="324491"/>
                  </a:lnTo>
                  <a:close/>
                  <a:moveTo>
                    <a:pt x="118563" y="169695"/>
                  </a:moveTo>
                  <a:lnTo>
                    <a:pt x="94983" y="185541"/>
                  </a:lnTo>
                  <a:lnTo>
                    <a:pt x="84030" y="215429"/>
                  </a:lnTo>
                  <a:close/>
                  <a:moveTo>
                    <a:pt x="118563" y="169695"/>
                  </a:moveTo>
                  <a:lnTo>
                    <a:pt x="84030" y="215429"/>
                  </a:lnTo>
                  <a:lnTo>
                    <a:pt x="124390" y="209705"/>
                  </a:lnTo>
                  <a:close/>
                  <a:moveTo>
                    <a:pt x="126216" y="38573"/>
                  </a:moveTo>
                  <a:lnTo>
                    <a:pt x="130142" y="0"/>
                  </a:lnTo>
                  <a:lnTo>
                    <a:pt x="122016" y="32647"/>
                  </a:lnTo>
                  <a:close/>
                  <a:moveTo>
                    <a:pt x="508351" y="321243"/>
                  </a:moveTo>
                  <a:lnTo>
                    <a:pt x="524682" y="324716"/>
                  </a:lnTo>
                  <a:lnTo>
                    <a:pt x="471370" y="307553"/>
                  </a:lnTo>
                  <a:close/>
                  <a:moveTo>
                    <a:pt x="568975" y="327121"/>
                  </a:moveTo>
                  <a:lnTo>
                    <a:pt x="535276" y="325704"/>
                  </a:lnTo>
                  <a:lnTo>
                    <a:pt x="524682" y="324716"/>
                  </a:lnTo>
                  <a:close/>
                  <a:moveTo>
                    <a:pt x="772713" y="121636"/>
                  </a:moveTo>
                  <a:lnTo>
                    <a:pt x="750779" y="152088"/>
                  </a:lnTo>
                  <a:lnTo>
                    <a:pt x="769421" y="126947"/>
                  </a:lnTo>
                  <a:close/>
                  <a:moveTo>
                    <a:pt x="769421" y="126947"/>
                  </a:moveTo>
                  <a:lnTo>
                    <a:pt x="748334" y="161750"/>
                  </a:lnTo>
                  <a:lnTo>
                    <a:pt x="778387" y="16440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2" name="Input_density__33">
              <a:extLst>
                <a:ext uri="{FF2B5EF4-FFF2-40B4-BE49-F238E27FC236}">
                  <a16:creationId xmlns:a16="http://schemas.microsoft.com/office/drawing/2014/main" id="{206749C5-E619-752D-A4CF-05793DE0999E}"/>
                </a:ext>
              </a:extLst>
            </p:cNvPr>
            <p:cNvSpPr>
              <a:spLocks noGrp="1"/>
            </p:cNvSpPr>
            <p:nvPr/>
          </p:nvSpPr>
          <p:spPr>
            <a:xfrm>
              <a:off x="1078873" y="2368330"/>
              <a:ext cx="830982" cy="809075"/>
            </a:xfrm>
            <a:custGeom>
              <a:avLst/>
              <a:gdLst/>
              <a:ahLst/>
              <a:cxnLst/>
              <a:rect l="0" t="0" r="0" b="0"/>
              <a:pathLst>
                <a:path w="830982" h="809075">
                  <a:moveTo>
                    <a:pt x="95923" y="735565"/>
                  </a:moveTo>
                  <a:lnTo>
                    <a:pt x="97366" y="782599"/>
                  </a:lnTo>
                  <a:lnTo>
                    <a:pt x="120002" y="771024"/>
                  </a:lnTo>
                  <a:close/>
                  <a:moveTo>
                    <a:pt x="95923" y="735565"/>
                  </a:moveTo>
                  <a:lnTo>
                    <a:pt x="79137" y="752749"/>
                  </a:lnTo>
                  <a:lnTo>
                    <a:pt x="97366" y="782599"/>
                  </a:lnTo>
                  <a:close/>
                  <a:moveTo>
                    <a:pt x="171316" y="757973"/>
                  </a:moveTo>
                  <a:lnTo>
                    <a:pt x="161935" y="803230"/>
                  </a:lnTo>
                  <a:lnTo>
                    <a:pt x="196309" y="755137"/>
                  </a:lnTo>
                  <a:close/>
                  <a:moveTo>
                    <a:pt x="196309" y="755137"/>
                  </a:moveTo>
                  <a:lnTo>
                    <a:pt x="161935" y="803230"/>
                  </a:lnTo>
                  <a:lnTo>
                    <a:pt x="172155" y="809075"/>
                  </a:lnTo>
                  <a:close/>
                  <a:moveTo>
                    <a:pt x="76324" y="698810"/>
                  </a:moveTo>
                  <a:lnTo>
                    <a:pt x="95923" y="735565"/>
                  </a:lnTo>
                  <a:lnTo>
                    <a:pt x="113475" y="681627"/>
                  </a:lnTo>
                  <a:close/>
                  <a:moveTo>
                    <a:pt x="59564" y="381009"/>
                  </a:moveTo>
                  <a:lnTo>
                    <a:pt x="7169" y="370404"/>
                  </a:lnTo>
                  <a:lnTo>
                    <a:pt x="0" y="379094"/>
                  </a:lnTo>
                  <a:close/>
                  <a:moveTo>
                    <a:pt x="295399" y="514624"/>
                  </a:moveTo>
                  <a:lnTo>
                    <a:pt x="283994" y="529394"/>
                  </a:lnTo>
                  <a:lnTo>
                    <a:pt x="298560" y="502628"/>
                  </a:lnTo>
                  <a:close/>
                  <a:moveTo>
                    <a:pt x="298560" y="502628"/>
                  </a:moveTo>
                  <a:lnTo>
                    <a:pt x="292230" y="472453"/>
                  </a:lnTo>
                  <a:lnTo>
                    <a:pt x="295399" y="514624"/>
                  </a:lnTo>
                  <a:close/>
                  <a:moveTo>
                    <a:pt x="298560" y="502628"/>
                  </a:moveTo>
                  <a:lnTo>
                    <a:pt x="290373" y="465873"/>
                  </a:lnTo>
                  <a:lnTo>
                    <a:pt x="292230" y="472453"/>
                  </a:lnTo>
                  <a:close/>
                  <a:moveTo>
                    <a:pt x="405761" y="522200"/>
                  </a:moveTo>
                  <a:lnTo>
                    <a:pt x="393833" y="566336"/>
                  </a:lnTo>
                  <a:lnTo>
                    <a:pt x="409020" y="526910"/>
                  </a:lnTo>
                  <a:close/>
                  <a:moveTo>
                    <a:pt x="298560" y="502628"/>
                  </a:moveTo>
                  <a:lnTo>
                    <a:pt x="319631" y="494924"/>
                  </a:lnTo>
                  <a:lnTo>
                    <a:pt x="290373" y="465873"/>
                  </a:lnTo>
                  <a:close/>
                  <a:moveTo>
                    <a:pt x="161862" y="225707"/>
                  </a:moveTo>
                  <a:lnTo>
                    <a:pt x="163944" y="245343"/>
                  </a:lnTo>
                  <a:lnTo>
                    <a:pt x="159344" y="230741"/>
                  </a:lnTo>
                  <a:close/>
                  <a:moveTo>
                    <a:pt x="161862" y="225707"/>
                  </a:moveTo>
                  <a:lnTo>
                    <a:pt x="159344" y="230741"/>
                  </a:lnTo>
                  <a:lnTo>
                    <a:pt x="159299" y="228160"/>
                  </a:lnTo>
                  <a:close/>
                  <a:moveTo>
                    <a:pt x="422312" y="505017"/>
                  </a:moveTo>
                  <a:lnTo>
                    <a:pt x="405761" y="522200"/>
                  </a:lnTo>
                  <a:lnTo>
                    <a:pt x="409020" y="526910"/>
                  </a:lnTo>
                  <a:close/>
                  <a:moveTo>
                    <a:pt x="405761" y="522200"/>
                  </a:moveTo>
                  <a:lnTo>
                    <a:pt x="422312" y="505017"/>
                  </a:lnTo>
                  <a:lnTo>
                    <a:pt x="406542" y="478443"/>
                  </a:lnTo>
                  <a:close/>
                  <a:moveTo>
                    <a:pt x="365273" y="487924"/>
                  </a:moveTo>
                  <a:lnTo>
                    <a:pt x="405761" y="522200"/>
                  </a:lnTo>
                  <a:lnTo>
                    <a:pt x="406542" y="478443"/>
                  </a:lnTo>
                  <a:close/>
                  <a:moveTo>
                    <a:pt x="449745" y="458387"/>
                  </a:moveTo>
                  <a:lnTo>
                    <a:pt x="406542" y="478443"/>
                  </a:lnTo>
                  <a:lnTo>
                    <a:pt x="434900" y="468262"/>
                  </a:lnTo>
                  <a:close/>
                  <a:moveTo>
                    <a:pt x="406542" y="478443"/>
                  </a:moveTo>
                  <a:lnTo>
                    <a:pt x="426274" y="495212"/>
                  </a:lnTo>
                  <a:lnTo>
                    <a:pt x="434900" y="468262"/>
                  </a:lnTo>
                  <a:close/>
                  <a:moveTo>
                    <a:pt x="165384" y="225830"/>
                  </a:moveTo>
                  <a:lnTo>
                    <a:pt x="224878" y="249298"/>
                  </a:lnTo>
                  <a:lnTo>
                    <a:pt x="213555" y="213756"/>
                  </a:lnTo>
                  <a:close/>
                  <a:moveTo>
                    <a:pt x="161862" y="225707"/>
                  </a:moveTo>
                  <a:lnTo>
                    <a:pt x="159299" y="228160"/>
                  </a:lnTo>
                  <a:lnTo>
                    <a:pt x="165384" y="225830"/>
                  </a:lnTo>
                  <a:close/>
                  <a:moveTo>
                    <a:pt x="165384" y="225830"/>
                  </a:moveTo>
                  <a:lnTo>
                    <a:pt x="191465" y="211812"/>
                  </a:lnTo>
                  <a:lnTo>
                    <a:pt x="161862" y="225707"/>
                  </a:lnTo>
                  <a:close/>
                  <a:moveTo>
                    <a:pt x="165384" y="225830"/>
                  </a:moveTo>
                  <a:lnTo>
                    <a:pt x="213555" y="213756"/>
                  </a:lnTo>
                  <a:lnTo>
                    <a:pt x="191465" y="211812"/>
                  </a:lnTo>
                  <a:close/>
                  <a:moveTo>
                    <a:pt x="247216" y="199473"/>
                  </a:moveTo>
                  <a:lnTo>
                    <a:pt x="213555" y="213756"/>
                  </a:lnTo>
                  <a:lnTo>
                    <a:pt x="223060" y="210977"/>
                  </a:lnTo>
                  <a:close/>
                  <a:moveTo>
                    <a:pt x="191465" y="211812"/>
                  </a:moveTo>
                  <a:lnTo>
                    <a:pt x="213555" y="213756"/>
                  </a:lnTo>
                  <a:lnTo>
                    <a:pt x="247216" y="199473"/>
                  </a:lnTo>
                  <a:close/>
                  <a:moveTo>
                    <a:pt x="270640" y="190842"/>
                  </a:moveTo>
                  <a:lnTo>
                    <a:pt x="247216" y="199473"/>
                  </a:lnTo>
                  <a:lnTo>
                    <a:pt x="223060" y="210977"/>
                  </a:lnTo>
                  <a:close/>
                  <a:moveTo>
                    <a:pt x="571893" y="487833"/>
                  </a:moveTo>
                  <a:lnTo>
                    <a:pt x="612285" y="499953"/>
                  </a:lnTo>
                  <a:lnTo>
                    <a:pt x="593024" y="470650"/>
                  </a:lnTo>
                  <a:close/>
                  <a:moveTo>
                    <a:pt x="602059" y="517339"/>
                  </a:moveTo>
                  <a:lnTo>
                    <a:pt x="618696" y="507405"/>
                  </a:lnTo>
                  <a:lnTo>
                    <a:pt x="612285" y="499953"/>
                  </a:lnTo>
                  <a:close/>
                  <a:moveTo>
                    <a:pt x="599082" y="450587"/>
                  </a:moveTo>
                  <a:lnTo>
                    <a:pt x="581629" y="481544"/>
                  </a:lnTo>
                  <a:lnTo>
                    <a:pt x="571893" y="487833"/>
                  </a:lnTo>
                  <a:close/>
                  <a:moveTo>
                    <a:pt x="593024" y="470650"/>
                  </a:moveTo>
                  <a:lnTo>
                    <a:pt x="604897" y="425538"/>
                  </a:lnTo>
                  <a:lnTo>
                    <a:pt x="599082" y="450587"/>
                  </a:lnTo>
                  <a:close/>
                  <a:moveTo>
                    <a:pt x="605660" y="416712"/>
                  </a:moveTo>
                  <a:lnTo>
                    <a:pt x="604897" y="425538"/>
                  </a:lnTo>
                  <a:lnTo>
                    <a:pt x="593024" y="470650"/>
                  </a:lnTo>
                  <a:close/>
                  <a:moveTo>
                    <a:pt x="787298" y="382345"/>
                  </a:moveTo>
                  <a:lnTo>
                    <a:pt x="773900" y="413484"/>
                  </a:lnTo>
                  <a:lnTo>
                    <a:pt x="794391" y="393887"/>
                  </a:lnTo>
                  <a:close/>
                  <a:moveTo>
                    <a:pt x="830982" y="401916"/>
                  </a:moveTo>
                  <a:lnTo>
                    <a:pt x="819630" y="392044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94391" y="393887"/>
                  </a:lnTo>
                  <a:lnTo>
                    <a:pt x="819630" y="392044"/>
                  </a:lnTo>
                  <a:close/>
                  <a:moveTo>
                    <a:pt x="799407" y="365162"/>
                  </a:moveTo>
                  <a:lnTo>
                    <a:pt x="787298" y="382345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83468" y="353048"/>
                  </a:lnTo>
                  <a:lnTo>
                    <a:pt x="787298" y="382345"/>
                  </a:lnTo>
                  <a:close/>
                  <a:moveTo>
                    <a:pt x="711172" y="181387"/>
                  </a:moveTo>
                  <a:lnTo>
                    <a:pt x="735243" y="221844"/>
                  </a:lnTo>
                  <a:lnTo>
                    <a:pt x="737926" y="211141"/>
                  </a:lnTo>
                  <a:close/>
                  <a:moveTo>
                    <a:pt x="711172" y="181387"/>
                  </a:moveTo>
                  <a:lnTo>
                    <a:pt x="737926" y="211141"/>
                  </a:lnTo>
                  <a:lnTo>
                    <a:pt x="746460" y="167979"/>
                  </a:lnTo>
                  <a:close/>
                  <a:moveTo>
                    <a:pt x="711172" y="181387"/>
                  </a:moveTo>
                  <a:lnTo>
                    <a:pt x="746460" y="167979"/>
                  </a:lnTo>
                  <a:lnTo>
                    <a:pt x="732793" y="127448"/>
                  </a:lnTo>
                  <a:close/>
                  <a:moveTo>
                    <a:pt x="700837" y="144632"/>
                  </a:moveTo>
                  <a:lnTo>
                    <a:pt x="711172" y="181387"/>
                  </a:lnTo>
                  <a:lnTo>
                    <a:pt x="732793" y="127448"/>
                  </a:lnTo>
                  <a:close/>
                  <a:moveTo>
                    <a:pt x="706660" y="90693"/>
                  </a:moveTo>
                  <a:lnTo>
                    <a:pt x="700837" y="144632"/>
                  </a:lnTo>
                  <a:lnTo>
                    <a:pt x="732793" y="127448"/>
                  </a:lnTo>
                  <a:close/>
                  <a:moveTo>
                    <a:pt x="682088" y="58983"/>
                  </a:moveTo>
                  <a:lnTo>
                    <a:pt x="689896" y="59934"/>
                  </a:lnTo>
                  <a:lnTo>
                    <a:pt x="686486" y="53938"/>
                  </a:lnTo>
                  <a:close/>
                  <a:moveTo>
                    <a:pt x="706660" y="90693"/>
                  </a:moveTo>
                  <a:lnTo>
                    <a:pt x="689896" y="59934"/>
                  </a:lnTo>
                  <a:lnTo>
                    <a:pt x="682088" y="58983"/>
                  </a:lnTo>
                  <a:close/>
                  <a:moveTo>
                    <a:pt x="732793" y="127448"/>
                  </a:moveTo>
                  <a:lnTo>
                    <a:pt x="746279" y="146164"/>
                  </a:lnTo>
                  <a:lnTo>
                    <a:pt x="748728" y="121388"/>
                  </a:lnTo>
                  <a:close/>
                  <a:moveTo>
                    <a:pt x="706660" y="90693"/>
                  </a:moveTo>
                  <a:lnTo>
                    <a:pt x="732793" y="127448"/>
                  </a:lnTo>
                  <a:lnTo>
                    <a:pt x="748728" y="121388"/>
                  </a:lnTo>
                  <a:close/>
                  <a:moveTo>
                    <a:pt x="695782" y="47849"/>
                  </a:moveTo>
                  <a:lnTo>
                    <a:pt x="689896" y="59934"/>
                  </a:lnTo>
                  <a:lnTo>
                    <a:pt x="713399" y="36755"/>
                  </a:lnTo>
                  <a:close/>
                  <a:moveTo>
                    <a:pt x="689896" y="59934"/>
                  </a:moveTo>
                  <a:lnTo>
                    <a:pt x="706660" y="90693"/>
                  </a:lnTo>
                  <a:lnTo>
                    <a:pt x="713399" y="36755"/>
                  </a:lnTo>
                  <a:close/>
                  <a:moveTo>
                    <a:pt x="713399" y="36755"/>
                  </a:moveTo>
                  <a:lnTo>
                    <a:pt x="706660" y="90693"/>
                  </a:lnTo>
                  <a:lnTo>
                    <a:pt x="750120" y="64317"/>
                  </a:lnTo>
                  <a:close/>
                  <a:moveTo>
                    <a:pt x="686486" y="53938"/>
                  </a:moveTo>
                  <a:lnTo>
                    <a:pt x="689896" y="59934"/>
                  </a:lnTo>
                  <a:lnTo>
                    <a:pt x="695782" y="47849"/>
                  </a:lnTo>
                  <a:close/>
                  <a:moveTo>
                    <a:pt x="684575" y="40042"/>
                  </a:moveTo>
                  <a:lnTo>
                    <a:pt x="686486" y="53938"/>
                  </a:lnTo>
                  <a:lnTo>
                    <a:pt x="695782" y="47849"/>
                  </a:lnTo>
                  <a:close/>
                  <a:moveTo>
                    <a:pt x="713112" y="0"/>
                  </a:moveTo>
                  <a:lnTo>
                    <a:pt x="695782" y="47849"/>
                  </a:lnTo>
                  <a:lnTo>
                    <a:pt x="713399" y="3675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3" name="Input_density__34">
              <a:extLst>
                <a:ext uri="{FF2B5EF4-FFF2-40B4-BE49-F238E27FC236}">
                  <a16:creationId xmlns:a16="http://schemas.microsoft.com/office/drawing/2014/main" id="{B6B2F69B-8525-B19D-6F39-99CE65FAC253}"/>
                </a:ext>
              </a:extLst>
            </p:cNvPr>
            <p:cNvSpPr>
              <a:spLocks noGrp="1"/>
            </p:cNvSpPr>
            <p:nvPr/>
          </p:nvSpPr>
          <p:spPr>
            <a:xfrm>
              <a:off x="1279091" y="2484377"/>
              <a:ext cx="702431" cy="717302"/>
            </a:xfrm>
            <a:custGeom>
              <a:avLst/>
              <a:gdLst/>
              <a:ahLst/>
              <a:cxnLst/>
              <a:rect l="0" t="0" r="0" b="0"/>
              <a:pathLst>
                <a:path w="702431" h="717302">
                  <a:moveTo>
                    <a:pt x="18171" y="693028"/>
                  </a:moveTo>
                  <a:lnTo>
                    <a:pt x="21784" y="717302"/>
                  </a:lnTo>
                  <a:lnTo>
                    <a:pt x="0" y="705737"/>
                  </a:lnTo>
                  <a:close/>
                  <a:moveTo>
                    <a:pt x="46061" y="142941"/>
                  </a:moveTo>
                  <a:lnTo>
                    <a:pt x="41903" y="160581"/>
                  </a:lnTo>
                  <a:lnTo>
                    <a:pt x="50260" y="148868"/>
                  </a:lnTo>
                  <a:close/>
                  <a:moveTo>
                    <a:pt x="368057" y="440141"/>
                  </a:moveTo>
                  <a:lnTo>
                    <a:pt x="338568" y="426094"/>
                  </a:lnTo>
                  <a:lnTo>
                    <a:pt x="395414" y="417848"/>
                  </a:lnTo>
                  <a:close/>
                  <a:moveTo>
                    <a:pt x="320718" y="2890"/>
                  </a:moveTo>
                  <a:lnTo>
                    <a:pt x="297851" y="13604"/>
                  </a:lnTo>
                  <a:lnTo>
                    <a:pt x="353264" y="0"/>
                  </a:lnTo>
                  <a:close/>
                  <a:moveTo>
                    <a:pt x="663174" y="315034"/>
                  </a:moveTo>
                  <a:lnTo>
                    <a:pt x="641658" y="330800"/>
                  </a:lnTo>
                  <a:lnTo>
                    <a:pt x="693537" y="303980"/>
                  </a:lnTo>
                  <a:close/>
                  <a:moveTo>
                    <a:pt x="702431" y="274700"/>
                  </a:moveTo>
                  <a:lnTo>
                    <a:pt x="663174" y="315034"/>
                  </a:lnTo>
                  <a:lnTo>
                    <a:pt x="693537" y="3039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4" name="Input_density__35">
              <a:extLst>
                <a:ext uri="{FF2B5EF4-FFF2-40B4-BE49-F238E27FC236}">
                  <a16:creationId xmlns:a16="http://schemas.microsoft.com/office/drawing/2014/main" id="{EAD70D82-3B94-31FA-1718-4592381206B0}"/>
                </a:ext>
              </a:extLst>
            </p:cNvPr>
            <p:cNvSpPr>
              <a:spLocks noGrp="1"/>
            </p:cNvSpPr>
            <p:nvPr/>
          </p:nvSpPr>
          <p:spPr>
            <a:xfrm>
              <a:off x="1650767" y="2818916"/>
              <a:ext cx="27188" cy="37246"/>
            </a:xfrm>
            <a:custGeom>
              <a:avLst/>
              <a:gdLst/>
              <a:ahLst/>
              <a:cxnLst/>
              <a:rect l="0" t="0" r="0" b="0"/>
              <a:pathLst>
                <a:path w="27188" h="37246">
                  <a:moveTo>
                    <a:pt x="27188" y="0"/>
                  </a:moveTo>
                  <a:lnTo>
                    <a:pt x="0" y="37246"/>
                  </a:lnTo>
                  <a:lnTo>
                    <a:pt x="21131" y="200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5" name="Input_density__36">
              <a:extLst>
                <a:ext uri="{FF2B5EF4-FFF2-40B4-BE49-F238E27FC236}">
                  <a16:creationId xmlns:a16="http://schemas.microsoft.com/office/drawing/2014/main" id="{728CE2F8-2224-B599-AF11-012A6B0AB04C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31365"/>
              <a:ext cx="1042953" cy="865612"/>
            </a:xfrm>
            <a:custGeom>
              <a:avLst/>
              <a:gdLst/>
              <a:ahLst/>
              <a:cxnLst/>
              <a:rect l="0" t="0" r="0" b="0"/>
              <a:pathLst>
                <a:path w="1042953" h="865612">
                  <a:moveTo>
                    <a:pt x="361216" y="828857"/>
                  </a:moveTo>
                  <a:lnTo>
                    <a:pt x="318134" y="846040"/>
                  </a:lnTo>
                  <a:lnTo>
                    <a:pt x="359804" y="865612"/>
                  </a:lnTo>
                  <a:close/>
                  <a:moveTo>
                    <a:pt x="87132" y="541402"/>
                  </a:moveTo>
                  <a:lnTo>
                    <a:pt x="78993" y="540002"/>
                  </a:lnTo>
                  <a:lnTo>
                    <a:pt x="100575" y="563295"/>
                  </a:lnTo>
                  <a:close/>
                  <a:moveTo>
                    <a:pt x="24747" y="512268"/>
                  </a:moveTo>
                  <a:lnTo>
                    <a:pt x="77407" y="534817"/>
                  </a:lnTo>
                  <a:lnTo>
                    <a:pt x="47724" y="518638"/>
                  </a:lnTo>
                  <a:close/>
                  <a:moveTo>
                    <a:pt x="24747" y="512268"/>
                  </a:moveTo>
                  <a:lnTo>
                    <a:pt x="78993" y="540002"/>
                  </a:lnTo>
                  <a:lnTo>
                    <a:pt x="77407" y="534817"/>
                  </a:lnTo>
                  <a:close/>
                  <a:moveTo>
                    <a:pt x="25086" y="515245"/>
                  </a:moveTo>
                  <a:lnTo>
                    <a:pt x="78993" y="540002"/>
                  </a:lnTo>
                  <a:lnTo>
                    <a:pt x="24747" y="512268"/>
                  </a:lnTo>
                  <a:close/>
                  <a:moveTo>
                    <a:pt x="77407" y="534817"/>
                  </a:moveTo>
                  <a:lnTo>
                    <a:pt x="78993" y="540002"/>
                  </a:lnTo>
                  <a:lnTo>
                    <a:pt x="87132" y="541402"/>
                  </a:lnTo>
                  <a:close/>
                  <a:moveTo>
                    <a:pt x="47724" y="518638"/>
                  </a:moveTo>
                  <a:lnTo>
                    <a:pt x="0" y="505299"/>
                  </a:lnTo>
                  <a:lnTo>
                    <a:pt x="24747" y="512268"/>
                  </a:lnTo>
                  <a:close/>
                  <a:moveTo>
                    <a:pt x="359804" y="865612"/>
                  </a:moveTo>
                  <a:lnTo>
                    <a:pt x="351899" y="856300"/>
                  </a:lnTo>
                  <a:lnTo>
                    <a:pt x="341326" y="820148"/>
                  </a:lnTo>
                  <a:close/>
                  <a:moveTo>
                    <a:pt x="361216" y="828857"/>
                  </a:moveTo>
                  <a:lnTo>
                    <a:pt x="341326" y="820148"/>
                  </a:lnTo>
                  <a:lnTo>
                    <a:pt x="322905" y="790377"/>
                  </a:lnTo>
                  <a:close/>
                  <a:moveTo>
                    <a:pt x="322851" y="745674"/>
                  </a:moveTo>
                  <a:lnTo>
                    <a:pt x="342289" y="792102"/>
                  </a:lnTo>
                  <a:lnTo>
                    <a:pt x="322905" y="790377"/>
                  </a:lnTo>
                  <a:close/>
                  <a:moveTo>
                    <a:pt x="211140" y="627898"/>
                  </a:moveTo>
                  <a:lnTo>
                    <a:pt x="228524" y="678689"/>
                  </a:lnTo>
                  <a:lnTo>
                    <a:pt x="242166" y="651107"/>
                  </a:lnTo>
                  <a:close/>
                  <a:moveTo>
                    <a:pt x="274204" y="668640"/>
                  </a:moveTo>
                  <a:lnTo>
                    <a:pt x="270240" y="631499"/>
                  </a:lnTo>
                  <a:lnTo>
                    <a:pt x="242166" y="651107"/>
                  </a:lnTo>
                  <a:close/>
                  <a:moveTo>
                    <a:pt x="194205" y="554388"/>
                  </a:moveTo>
                  <a:lnTo>
                    <a:pt x="185353" y="571572"/>
                  </a:lnTo>
                  <a:lnTo>
                    <a:pt x="205193" y="591143"/>
                  </a:lnTo>
                  <a:close/>
                  <a:moveTo>
                    <a:pt x="194205" y="554388"/>
                  </a:moveTo>
                  <a:lnTo>
                    <a:pt x="174762" y="523673"/>
                  </a:lnTo>
                  <a:lnTo>
                    <a:pt x="157466" y="555216"/>
                  </a:lnTo>
                  <a:close/>
                  <a:moveTo>
                    <a:pt x="77407" y="534817"/>
                  </a:moveTo>
                  <a:lnTo>
                    <a:pt x="87132" y="541402"/>
                  </a:lnTo>
                  <a:lnTo>
                    <a:pt x="88118" y="532583"/>
                  </a:lnTo>
                  <a:close/>
                  <a:moveTo>
                    <a:pt x="77407" y="534817"/>
                  </a:moveTo>
                  <a:lnTo>
                    <a:pt x="88118" y="532583"/>
                  </a:lnTo>
                  <a:lnTo>
                    <a:pt x="47724" y="518638"/>
                  </a:lnTo>
                  <a:close/>
                  <a:moveTo>
                    <a:pt x="133675" y="522635"/>
                  </a:moveTo>
                  <a:lnTo>
                    <a:pt x="87132" y="541402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88118" y="532583"/>
                  </a:lnTo>
                  <a:lnTo>
                    <a:pt x="87132" y="541402"/>
                  </a:lnTo>
                  <a:close/>
                  <a:moveTo>
                    <a:pt x="88118" y="532583"/>
                  </a:moveTo>
                  <a:lnTo>
                    <a:pt x="133675" y="522635"/>
                  </a:lnTo>
                  <a:lnTo>
                    <a:pt x="101928" y="500513"/>
                  </a:lnTo>
                  <a:close/>
                  <a:moveTo>
                    <a:pt x="133675" y="522635"/>
                  </a:moveTo>
                  <a:lnTo>
                    <a:pt x="136789" y="506277"/>
                  </a:lnTo>
                  <a:lnTo>
                    <a:pt x="101928" y="500513"/>
                  </a:lnTo>
                  <a:close/>
                  <a:moveTo>
                    <a:pt x="123679" y="553466"/>
                  </a:moveTo>
                  <a:lnTo>
                    <a:pt x="164611" y="517634"/>
                  </a:lnTo>
                  <a:lnTo>
                    <a:pt x="133675" y="522635"/>
                  </a:lnTo>
                  <a:close/>
                  <a:moveTo>
                    <a:pt x="174762" y="523673"/>
                  </a:moveTo>
                  <a:lnTo>
                    <a:pt x="164611" y="517634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164611" y="517634"/>
                  </a:lnTo>
                  <a:lnTo>
                    <a:pt x="136789" y="506277"/>
                  </a:lnTo>
                  <a:close/>
                  <a:moveTo>
                    <a:pt x="339106" y="811673"/>
                  </a:moveTo>
                  <a:lnTo>
                    <a:pt x="322905" y="790377"/>
                  </a:lnTo>
                  <a:lnTo>
                    <a:pt x="341326" y="820148"/>
                  </a:lnTo>
                  <a:close/>
                  <a:moveTo>
                    <a:pt x="322905" y="790377"/>
                  </a:moveTo>
                  <a:lnTo>
                    <a:pt x="320119" y="774919"/>
                  </a:lnTo>
                  <a:lnTo>
                    <a:pt x="284634" y="749655"/>
                  </a:lnTo>
                  <a:close/>
                  <a:moveTo>
                    <a:pt x="322851" y="745674"/>
                  </a:moveTo>
                  <a:lnTo>
                    <a:pt x="322905" y="790377"/>
                  </a:lnTo>
                  <a:lnTo>
                    <a:pt x="284634" y="749655"/>
                  </a:lnTo>
                  <a:close/>
                  <a:moveTo>
                    <a:pt x="330336" y="635403"/>
                  </a:moveTo>
                  <a:lnTo>
                    <a:pt x="306942" y="624366"/>
                  </a:lnTo>
                  <a:lnTo>
                    <a:pt x="349629" y="647470"/>
                  </a:lnTo>
                  <a:close/>
                  <a:moveTo>
                    <a:pt x="243445" y="621812"/>
                  </a:moveTo>
                  <a:lnTo>
                    <a:pt x="242166" y="651107"/>
                  </a:lnTo>
                  <a:lnTo>
                    <a:pt x="270726" y="626721"/>
                  </a:lnTo>
                  <a:close/>
                  <a:moveTo>
                    <a:pt x="299487" y="610715"/>
                  </a:moveTo>
                  <a:lnTo>
                    <a:pt x="306942" y="624366"/>
                  </a:lnTo>
                  <a:lnTo>
                    <a:pt x="330336" y="635403"/>
                  </a:lnTo>
                  <a:close/>
                  <a:moveTo>
                    <a:pt x="220677" y="573960"/>
                  </a:moveTo>
                  <a:lnTo>
                    <a:pt x="194205" y="554388"/>
                  </a:lnTo>
                  <a:lnTo>
                    <a:pt x="205193" y="591143"/>
                  </a:lnTo>
                  <a:close/>
                  <a:moveTo>
                    <a:pt x="174762" y="523673"/>
                  </a:moveTo>
                  <a:lnTo>
                    <a:pt x="194205" y="554388"/>
                  </a:lnTo>
                  <a:lnTo>
                    <a:pt x="199830" y="540687"/>
                  </a:lnTo>
                  <a:close/>
                  <a:moveTo>
                    <a:pt x="330336" y="635403"/>
                  </a:moveTo>
                  <a:lnTo>
                    <a:pt x="349629" y="647470"/>
                  </a:lnTo>
                  <a:lnTo>
                    <a:pt x="350154" y="613290"/>
                  </a:lnTo>
                  <a:close/>
                  <a:moveTo>
                    <a:pt x="374056" y="596892"/>
                  </a:moveTo>
                  <a:lnTo>
                    <a:pt x="349629" y="647470"/>
                  </a:lnTo>
                  <a:lnTo>
                    <a:pt x="375493" y="640470"/>
                  </a:lnTo>
                  <a:close/>
                  <a:moveTo>
                    <a:pt x="402236" y="645817"/>
                  </a:moveTo>
                  <a:lnTo>
                    <a:pt x="375493" y="640470"/>
                  </a:lnTo>
                  <a:lnTo>
                    <a:pt x="370731" y="661857"/>
                  </a:lnTo>
                  <a:close/>
                  <a:moveTo>
                    <a:pt x="312325" y="593532"/>
                  </a:moveTo>
                  <a:lnTo>
                    <a:pt x="292880" y="573960"/>
                  </a:lnTo>
                  <a:lnTo>
                    <a:pt x="299487" y="610715"/>
                  </a:lnTo>
                  <a:close/>
                  <a:moveTo>
                    <a:pt x="317866" y="436497"/>
                  </a:moveTo>
                  <a:lnTo>
                    <a:pt x="315299" y="446512"/>
                  </a:lnTo>
                  <a:lnTo>
                    <a:pt x="328758" y="437085"/>
                  </a:lnTo>
                  <a:close/>
                  <a:moveTo>
                    <a:pt x="317866" y="436497"/>
                  </a:moveTo>
                  <a:lnTo>
                    <a:pt x="328758" y="437085"/>
                  </a:lnTo>
                  <a:lnTo>
                    <a:pt x="314141" y="429328"/>
                  </a:lnTo>
                  <a:close/>
                  <a:moveTo>
                    <a:pt x="314141" y="429328"/>
                  </a:moveTo>
                  <a:lnTo>
                    <a:pt x="301511" y="405046"/>
                  </a:lnTo>
                  <a:lnTo>
                    <a:pt x="317866" y="436497"/>
                  </a:lnTo>
                  <a:close/>
                  <a:moveTo>
                    <a:pt x="314141" y="429328"/>
                  </a:moveTo>
                  <a:lnTo>
                    <a:pt x="284128" y="392574"/>
                  </a:lnTo>
                  <a:lnTo>
                    <a:pt x="301511" y="405046"/>
                  </a:lnTo>
                  <a:close/>
                  <a:moveTo>
                    <a:pt x="493558" y="559165"/>
                  </a:moveTo>
                  <a:lnTo>
                    <a:pt x="488948" y="576348"/>
                  </a:lnTo>
                  <a:lnTo>
                    <a:pt x="465610" y="531889"/>
                  </a:lnTo>
                  <a:close/>
                  <a:moveTo>
                    <a:pt x="433664" y="486026"/>
                  </a:moveTo>
                  <a:lnTo>
                    <a:pt x="436352" y="502838"/>
                  </a:lnTo>
                  <a:lnTo>
                    <a:pt x="434395" y="486682"/>
                  </a:lnTo>
                  <a:close/>
                  <a:moveTo>
                    <a:pt x="314141" y="429328"/>
                  </a:moveTo>
                  <a:lnTo>
                    <a:pt x="328758" y="437085"/>
                  </a:lnTo>
                  <a:lnTo>
                    <a:pt x="340140" y="418388"/>
                  </a:lnTo>
                  <a:close/>
                  <a:moveTo>
                    <a:pt x="314141" y="429328"/>
                  </a:moveTo>
                  <a:lnTo>
                    <a:pt x="340140" y="418388"/>
                  </a:lnTo>
                  <a:lnTo>
                    <a:pt x="284128" y="392574"/>
                  </a:lnTo>
                  <a:close/>
                  <a:moveTo>
                    <a:pt x="284024" y="392175"/>
                  </a:moveTo>
                  <a:lnTo>
                    <a:pt x="284128" y="392574"/>
                  </a:lnTo>
                  <a:lnTo>
                    <a:pt x="308508" y="389742"/>
                  </a:lnTo>
                  <a:close/>
                  <a:moveTo>
                    <a:pt x="368009" y="412145"/>
                  </a:moveTo>
                  <a:lnTo>
                    <a:pt x="389717" y="449918"/>
                  </a:lnTo>
                  <a:lnTo>
                    <a:pt x="389871" y="448900"/>
                  </a:lnTo>
                  <a:close/>
                  <a:moveTo>
                    <a:pt x="328758" y="437085"/>
                  </a:moveTo>
                  <a:lnTo>
                    <a:pt x="389717" y="449918"/>
                  </a:lnTo>
                  <a:lnTo>
                    <a:pt x="368009" y="412145"/>
                  </a:lnTo>
                  <a:close/>
                  <a:moveTo>
                    <a:pt x="368009" y="412145"/>
                  </a:moveTo>
                  <a:lnTo>
                    <a:pt x="340140" y="418388"/>
                  </a:lnTo>
                  <a:lnTo>
                    <a:pt x="328758" y="437085"/>
                  </a:lnTo>
                  <a:close/>
                  <a:moveTo>
                    <a:pt x="340140" y="418388"/>
                  </a:moveTo>
                  <a:lnTo>
                    <a:pt x="368009" y="412145"/>
                  </a:lnTo>
                  <a:lnTo>
                    <a:pt x="346688" y="407913"/>
                  </a:lnTo>
                  <a:close/>
                  <a:moveTo>
                    <a:pt x="284128" y="392574"/>
                  </a:moveTo>
                  <a:lnTo>
                    <a:pt x="284024" y="392175"/>
                  </a:lnTo>
                  <a:lnTo>
                    <a:pt x="275531" y="354331"/>
                  </a:lnTo>
                  <a:close/>
                  <a:moveTo>
                    <a:pt x="432458" y="485655"/>
                  </a:moveTo>
                  <a:lnTo>
                    <a:pt x="433664" y="486026"/>
                  </a:lnTo>
                  <a:lnTo>
                    <a:pt x="434395" y="486682"/>
                  </a:lnTo>
                  <a:close/>
                  <a:moveTo>
                    <a:pt x="389717" y="449918"/>
                  </a:moveTo>
                  <a:lnTo>
                    <a:pt x="432458" y="485655"/>
                  </a:lnTo>
                  <a:lnTo>
                    <a:pt x="391670" y="451519"/>
                  </a:lnTo>
                  <a:close/>
                  <a:moveTo>
                    <a:pt x="433664" y="486026"/>
                  </a:moveTo>
                  <a:lnTo>
                    <a:pt x="432458" y="485655"/>
                  </a:lnTo>
                  <a:lnTo>
                    <a:pt x="389717" y="449918"/>
                  </a:lnTo>
                  <a:close/>
                  <a:moveTo>
                    <a:pt x="275646" y="375390"/>
                  </a:moveTo>
                  <a:lnTo>
                    <a:pt x="275531" y="354331"/>
                  </a:lnTo>
                  <a:lnTo>
                    <a:pt x="284024" y="392175"/>
                  </a:lnTo>
                  <a:close/>
                  <a:moveTo>
                    <a:pt x="530019" y="505227"/>
                  </a:moveTo>
                  <a:lnTo>
                    <a:pt x="511252" y="524889"/>
                  </a:lnTo>
                  <a:lnTo>
                    <a:pt x="532750" y="509058"/>
                  </a:lnTo>
                  <a:close/>
                  <a:moveTo>
                    <a:pt x="508085" y="522410"/>
                  </a:moveTo>
                  <a:lnTo>
                    <a:pt x="511252" y="524889"/>
                  </a:lnTo>
                  <a:lnTo>
                    <a:pt x="530019" y="505227"/>
                  </a:lnTo>
                  <a:close/>
                  <a:moveTo>
                    <a:pt x="496996" y="468472"/>
                  </a:moveTo>
                  <a:lnTo>
                    <a:pt x="508085" y="522410"/>
                  </a:lnTo>
                  <a:lnTo>
                    <a:pt x="530019" y="505227"/>
                  </a:lnTo>
                  <a:close/>
                  <a:moveTo>
                    <a:pt x="432458" y="485655"/>
                  </a:moveTo>
                  <a:lnTo>
                    <a:pt x="434395" y="486682"/>
                  </a:lnTo>
                  <a:lnTo>
                    <a:pt x="436492" y="483727"/>
                  </a:lnTo>
                  <a:close/>
                  <a:moveTo>
                    <a:pt x="432458" y="485655"/>
                  </a:moveTo>
                  <a:lnTo>
                    <a:pt x="436492" y="483727"/>
                  </a:lnTo>
                  <a:lnTo>
                    <a:pt x="391670" y="451519"/>
                  </a:lnTo>
                  <a:close/>
                  <a:moveTo>
                    <a:pt x="484431" y="471841"/>
                  </a:moveTo>
                  <a:lnTo>
                    <a:pt x="436492" y="483727"/>
                  </a:lnTo>
                  <a:lnTo>
                    <a:pt x="434395" y="486682"/>
                  </a:lnTo>
                  <a:close/>
                  <a:moveTo>
                    <a:pt x="436492" y="483727"/>
                  </a:moveTo>
                  <a:lnTo>
                    <a:pt x="484431" y="471841"/>
                  </a:lnTo>
                  <a:lnTo>
                    <a:pt x="454246" y="464696"/>
                  </a:lnTo>
                  <a:close/>
                  <a:moveTo>
                    <a:pt x="495917" y="444845"/>
                  </a:moveTo>
                  <a:lnTo>
                    <a:pt x="485750" y="457905"/>
                  </a:lnTo>
                  <a:lnTo>
                    <a:pt x="484431" y="471841"/>
                  </a:lnTo>
                  <a:close/>
                  <a:moveTo>
                    <a:pt x="496996" y="468472"/>
                  </a:moveTo>
                  <a:lnTo>
                    <a:pt x="516243" y="447341"/>
                  </a:lnTo>
                  <a:lnTo>
                    <a:pt x="495917" y="444845"/>
                  </a:lnTo>
                  <a:close/>
                  <a:moveTo>
                    <a:pt x="484431" y="471841"/>
                  </a:moveTo>
                  <a:lnTo>
                    <a:pt x="496996" y="468472"/>
                  </a:lnTo>
                  <a:lnTo>
                    <a:pt x="495917" y="444845"/>
                  </a:lnTo>
                  <a:close/>
                  <a:moveTo>
                    <a:pt x="579603" y="559655"/>
                  </a:moveTo>
                  <a:lnTo>
                    <a:pt x="590450" y="578737"/>
                  </a:lnTo>
                  <a:lnTo>
                    <a:pt x="587591" y="576392"/>
                  </a:lnTo>
                  <a:close/>
                  <a:moveTo>
                    <a:pt x="532750" y="509058"/>
                  </a:moveTo>
                  <a:lnTo>
                    <a:pt x="536613" y="505227"/>
                  </a:lnTo>
                  <a:lnTo>
                    <a:pt x="556717" y="529656"/>
                  </a:lnTo>
                  <a:close/>
                  <a:moveTo>
                    <a:pt x="556717" y="529656"/>
                  </a:moveTo>
                  <a:lnTo>
                    <a:pt x="536613" y="505227"/>
                  </a:lnTo>
                  <a:lnTo>
                    <a:pt x="573127" y="498656"/>
                  </a:lnTo>
                  <a:close/>
                  <a:moveTo>
                    <a:pt x="536694" y="456440"/>
                  </a:moveTo>
                  <a:lnTo>
                    <a:pt x="542151" y="468472"/>
                  </a:lnTo>
                  <a:lnTo>
                    <a:pt x="516243" y="447341"/>
                  </a:lnTo>
                  <a:close/>
                  <a:moveTo>
                    <a:pt x="794039" y="581125"/>
                  </a:moveTo>
                  <a:lnTo>
                    <a:pt x="805517" y="589011"/>
                  </a:lnTo>
                  <a:lnTo>
                    <a:pt x="822810" y="565351"/>
                  </a:lnTo>
                  <a:close/>
                  <a:moveTo>
                    <a:pt x="794039" y="581125"/>
                  </a:moveTo>
                  <a:lnTo>
                    <a:pt x="822810" y="565351"/>
                  </a:lnTo>
                  <a:lnTo>
                    <a:pt x="808718" y="527187"/>
                  </a:lnTo>
                  <a:close/>
                  <a:moveTo>
                    <a:pt x="863582" y="585322"/>
                  </a:moveTo>
                  <a:lnTo>
                    <a:pt x="829922" y="559569"/>
                  </a:lnTo>
                  <a:lnTo>
                    <a:pt x="825530" y="563942"/>
                  </a:lnTo>
                  <a:close/>
                  <a:moveTo>
                    <a:pt x="846442" y="549607"/>
                  </a:moveTo>
                  <a:lnTo>
                    <a:pt x="829922" y="559569"/>
                  </a:lnTo>
                  <a:lnTo>
                    <a:pt x="863582" y="585322"/>
                  </a:lnTo>
                  <a:close/>
                  <a:moveTo>
                    <a:pt x="812441" y="510003"/>
                  </a:moveTo>
                  <a:lnTo>
                    <a:pt x="808718" y="527187"/>
                  </a:lnTo>
                  <a:lnTo>
                    <a:pt x="842734" y="546758"/>
                  </a:lnTo>
                  <a:close/>
                  <a:moveTo>
                    <a:pt x="814637" y="473248"/>
                  </a:moveTo>
                  <a:lnTo>
                    <a:pt x="808718" y="527187"/>
                  </a:lnTo>
                  <a:lnTo>
                    <a:pt x="812441" y="510003"/>
                  </a:lnTo>
                  <a:close/>
                  <a:moveTo>
                    <a:pt x="789676" y="461944"/>
                  </a:moveTo>
                  <a:lnTo>
                    <a:pt x="814637" y="473248"/>
                  </a:lnTo>
                  <a:lnTo>
                    <a:pt x="824928" y="419310"/>
                  </a:lnTo>
                  <a:close/>
                  <a:moveTo>
                    <a:pt x="824928" y="419310"/>
                  </a:moveTo>
                  <a:lnTo>
                    <a:pt x="814637" y="473248"/>
                  </a:lnTo>
                  <a:lnTo>
                    <a:pt x="838547" y="423881"/>
                  </a:lnTo>
                  <a:close/>
                  <a:moveTo>
                    <a:pt x="838547" y="423881"/>
                  </a:moveTo>
                  <a:lnTo>
                    <a:pt x="814637" y="473248"/>
                  </a:lnTo>
                  <a:lnTo>
                    <a:pt x="831861" y="468498"/>
                  </a:lnTo>
                  <a:close/>
                  <a:moveTo>
                    <a:pt x="836443" y="473248"/>
                  </a:moveTo>
                  <a:lnTo>
                    <a:pt x="838547" y="423881"/>
                  </a:lnTo>
                  <a:lnTo>
                    <a:pt x="831861" y="468498"/>
                  </a:lnTo>
                  <a:close/>
                  <a:moveTo>
                    <a:pt x="909291" y="365371"/>
                  </a:moveTo>
                  <a:lnTo>
                    <a:pt x="910668" y="369112"/>
                  </a:lnTo>
                  <a:lnTo>
                    <a:pt x="916824" y="371184"/>
                  </a:lnTo>
                  <a:close/>
                  <a:moveTo>
                    <a:pt x="908065" y="338436"/>
                  </a:moveTo>
                  <a:lnTo>
                    <a:pt x="910668" y="369112"/>
                  </a:lnTo>
                  <a:lnTo>
                    <a:pt x="909291" y="365371"/>
                  </a:lnTo>
                  <a:close/>
                  <a:moveTo>
                    <a:pt x="976961" y="438881"/>
                  </a:moveTo>
                  <a:lnTo>
                    <a:pt x="1009370" y="468046"/>
                  </a:lnTo>
                  <a:lnTo>
                    <a:pt x="1018574" y="425057"/>
                  </a:lnTo>
                  <a:close/>
                  <a:moveTo>
                    <a:pt x="909291" y="365371"/>
                  </a:moveTo>
                  <a:lnTo>
                    <a:pt x="907904" y="326612"/>
                  </a:lnTo>
                  <a:lnTo>
                    <a:pt x="908065" y="338436"/>
                  </a:lnTo>
                  <a:close/>
                  <a:moveTo>
                    <a:pt x="1013670" y="331005"/>
                  </a:moveTo>
                  <a:lnTo>
                    <a:pt x="998208" y="358474"/>
                  </a:lnTo>
                  <a:lnTo>
                    <a:pt x="1020244" y="334205"/>
                  </a:lnTo>
                  <a:close/>
                  <a:moveTo>
                    <a:pt x="1020244" y="334205"/>
                  </a:moveTo>
                  <a:lnTo>
                    <a:pt x="998208" y="358474"/>
                  </a:lnTo>
                  <a:lnTo>
                    <a:pt x="993617" y="373511"/>
                  </a:lnTo>
                  <a:close/>
                  <a:moveTo>
                    <a:pt x="1028342" y="367760"/>
                  </a:moveTo>
                  <a:lnTo>
                    <a:pt x="1032726" y="362955"/>
                  </a:lnTo>
                  <a:lnTo>
                    <a:pt x="1020244" y="334205"/>
                  </a:lnTo>
                  <a:close/>
                  <a:moveTo>
                    <a:pt x="993617" y="373511"/>
                  </a:moveTo>
                  <a:lnTo>
                    <a:pt x="1028342" y="367760"/>
                  </a:lnTo>
                  <a:lnTo>
                    <a:pt x="1020244" y="334205"/>
                  </a:lnTo>
                  <a:close/>
                  <a:moveTo>
                    <a:pt x="1042953" y="384943"/>
                  </a:moveTo>
                  <a:lnTo>
                    <a:pt x="1035691" y="374042"/>
                  </a:lnTo>
                  <a:lnTo>
                    <a:pt x="1021020" y="415395"/>
                  </a:lnTo>
                  <a:close/>
                  <a:moveTo>
                    <a:pt x="1042953" y="384943"/>
                  </a:moveTo>
                  <a:lnTo>
                    <a:pt x="1036179" y="367760"/>
                  </a:lnTo>
                  <a:lnTo>
                    <a:pt x="1035691" y="374042"/>
                  </a:lnTo>
                  <a:close/>
                  <a:moveTo>
                    <a:pt x="1036179" y="367760"/>
                  </a:moveTo>
                  <a:lnTo>
                    <a:pt x="1020244" y="334205"/>
                  </a:lnTo>
                  <a:lnTo>
                    <a:pt x="1032726" y="362955"/>
                  </a:lnTo>
                  <a:close/>
                  <a:moveTo>
                    <a:pt x="926310" y="294250"/>
                  </a:moveTo>
                  <a:lnTo>
                    <a:pt x="906070" y="274678"/>
                  </a:lnTo>
                  <a:lnTo>
                    <a:pt x="914866" y="311433"/>
                  </a:lnTo>
                  <a:close/>
                  <a:moveTo>
                    <a:pt x="997001" y="281266"/>
                  </a:moveTo>
                  <a:lnTo>
                    <a:pt x="1013670" y="331005"/>
                  </a:lnTo>
                  <a:lnTo>
                    <a:pt x="1002290" y="294250"/>
                  </a:lnTo>
                  <a:close/>
                  <a:moveTo>
                    <a:pt x="882675" y="56536"/>
                  </a:moveTo>
                  <a:lnTo>
                    <a:pt x="896099" y="101282"/>
                  </a:lnTo>
                  <a:lnTo>
                    <a:pt x="914125" y="72467"/>
                  </a:lnTo>
                  <a:close/>
                  <a:moveTo>
                    <a:pt x="913710" y="39353"/>
                  </a:moveTo>
                  <a:lnTo>
                    <a:pt x="914125" y="72467"/>
                  </a:lnTo>
                  <a:lnTo>
                    <a:pt x="936990" y="61750"/>
                  </a:lnTo>
                  <a:close/>
                  <a:moveTo>
                    <a:pt x="913710" y="39353"/>
                  </a:moveTo>
                  <a:lnTo>
                    <a:pt x="882675" y="56536"/>
                  </a:lnTo>
                  <a:lnTo>
                    <a:pt x="914125" y="72467"/>
                  </a:lnTo>
                  <a:close/>
                  <a:moveTo>
                    <a:pt x="955486" y="22170"/>
                  </a:moveTo>
                  <a:lnTo>
                    <a:pt x="966232" y="37798"/>
                  </a:lnTo>
                  <a:lnTo>
                    <a:pt x="92436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6" name="Input_density__37">
              <a:extLst>
                <a:ext uri="{FF2B5EF4-FFF2-40B4-BE49-F238E27FC236}">
                  <a16:creationId xmlns:a16="http://schemas.microsoft.com/office/drawing/2014/main" id="{3686CFF4-76D8-D399-6254-D8D147D34D0E}"/>
                </a:ext>
              </a:extLst>
            </p:cNvPr>
            <p:cNvSpPr>
              <a:spLocks noGrp="1"/>
            </p:cNvSpPr>
            <p:nvPr/>
          </p:nvSpPr>
          <p:spPr>
            <a:xfrm>
              <a:off x="1069684" y="2330936"/>
              <a:ext cx="899389" cy="829285"/>
            </a:xfrm>
            <a:custGeom>
              <a:avLst/>
              <a:gdLst/>
              <a:ahLst/>
              <a:cxnLst/>
              <a:rect l="0" t="0" r="0" b="0"/>
              <a:pathLst>
                <a:path w="899389" h="829285">
                  <a:moveTo>
                    <a:pt x="180505" y="795366"/>
                  </a:moveTo>
                  <a:lnTo>
                    <a:pt x="129191" y="808417"/>
                  </a:lnTo>
                  <a:lnTo>
                    <a:pt x="130757" y="809713"/>
                  </a:lnTo>
                  <a:close/>
                  <a:moveTo>
                    <a:pt x="135933" y="759768"/>
                  </a:moveTo>
                  <a:lnTo>
                    <a:pt x="129191" y="808417"/>
                  </a:lnTo>
                  <a:lnTo>
                    <a:pt x="180505" y="795366"/>
                  </a:lnTo>
                  <a:close/>
                  <a:moveTo>
                    <a:pt x="172142" y="757418"/>
                  </a:moveTo>
                  <a:lnTo>
                    <a:pt x="135933" y="759768"/>
                  </a:lnTo>
                  <a:lnTo>
                    <a:pt x="180505" y="795366"/>
                  </a:lnTo>
                  <a:close/>
                  <a:moveTo>
                    <a:pt x="122665" y="719020"/>
                  </a:moveTo>
                  <a:lnTo>
                    <a:pt x="135933" y="759768"/>
                  </a:lnTo>
                  <a:lnTo>
                    <a:pt x="136360" y="739009"/>
                  </a:lnTo>
                  <a:close/>
                  <a:moveTo>
                    <a:pt x="105113" y="772958"/>
                  </a:moveTo>
                  <a:lnTo>
                    <a:pt x="135933" y="759768"/>
                  </a:lnTo>
                  <a:lnTo>
                    <a:pt x="122665" y="719020"/>
                  </a:lnTo>
                  <a:close/>
                  <a:moveTo>
                    <a:pt x="88879" y="686065"/>
                  </a:moveTo>
                  <a:lnTo>
                    <a:pt x="85240" y="684398"/>
                  </a:lnTo>
                  <a:lnTo>
                    <a:pt x="122665" y="719020"/>
                  </a:lnTo>
                  <a:close/>
                  <a:moveTo>
                    <a:pt x="85696" y="682265"/>
                  </a:moveTo>
                  <a:lnTo>
                    <a:pt x="85240" y="684398"/>
                  </a:lnTo>
                  <a:lnTo>
                    <a:pt x="88879" y="686065"/>
                  </a:lnTo>
                  <a:close/>
                  <a:moveTo>
                    <a:pt x="85696" y="682265"/>
                  </a:moveTo>
                  <a:lnTo>
                    <a:pt x="64115" y="656825"/>
                  </a:lnTo>
                  <a:lnTo>
                    <a:pt x="85240" y="684398"/>
                  </a:lnTo>
                  <a:close/>
                  <a:moveTo>
                    <a:pt x="205499" y="792530"/>
                  </a:moveTo>
                  <a:lnTo>
                    <a:pt x="224427" y="829285"/>
                  </a:lnTo>
                  <a:lnTo>
                    <a:pt x="186116" y="790805"/>
                  </a:lnTo>
                  <a:close/>
                  <a:moveTo>
                    <a:pt x="122665" y="719020"/>
                  </a:moveTo>
                  <a:lnTo>
                    <a:pt x="136360" y="739009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88879" y="686065"/>
                  </a:lnTo>
                  <a:lnTo>
                    <a:pt x="122665" y="719020"/>
                  </a:lnTo>
                  <a:close/>
                  <a:moveTo>
                    <a:pt x="91735" y="679118"/>
                  </a:moveTo>
                  <a:lnTo>
                    <a:pt x="88879" y="686065"/>
                  </a:lnTo>
                  <a:lnTo>
                    <a:pt x="139182" y="712379"/>
                  </a:lnTo>
                  <a:close/>
                  <a:moveTo>
                    <a:pt x="137415" y="669068"/>
                  </a:moveTo>
                  <a:lnTo>
                    <a:pt x="91735" y="679118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136360" y="739009"/>
                  </a:lnTo>
                  <a:lnTo>
                    <a:pt x="143751" y="719020"/>
                  </a:lnTo>
                  <a:close/>
                  <a:moveTo>
                    <a:pt x="137415" y="669068"/>
                  </a:moveTo>
                  <a:lnTo>
                    <a:pt x="139182" y="712379"/>
                  </a:lnTo>
                  <a:lnTo>
                    <a:pt x="143751" y="719020"/>
                  </a:lnTo>
                  <a:close/>
                  <a:moveTo>
                    <a:pt x="85696" y="682265"/>
                  </a:moveTo>
                  <a:lnTo>
                    <a:pt x="88879" y="686065"/>
                  </a:lnTo>
                  <a:lnTo>
                    <a:pt x="91735" y="679118"/>
                  </a:lnTo>
                  <a:close/>
                  <a:moveTo>
                    <a:pt x="85696" y="682265"/>
                  </a:moveTo>
                  <a:lnTo>
                    <a:pt x="91735" y="679118"/>
                  </a:lnTo>
                  <a:lnTo>
                    <a:pt x="74351" y="628327"/>
                  </a:lnTo>
                  <a:close/>
                  <a:moveTo>
                    <a:pt x="67729" y="645510"/>
                  </a:moveTo>
                  <a:lnTo>
                    <a:pt x="85696" y="682265"/>
                  </a:lnTo>
                  <a:lnTo>
                    <a:pt x="74351" y="628327"/>
                  </a:lnTo>
                  <a:close/>
                  <a:moveTo>
                    <a:pt x="91735" y="679118"/>
                  </a:moveTo>
                  <a:lnTo>
                    <a:pt x="137415" y="669068"/>
                  </a:lnTo>
                  <a:lnTo>
                    <a:pt x="105376" y="651536"/>
                  </a:lnTo>
                  <a:close/>
                  <a:moveTo>
                    <a:pt x="74351" y="628327"/>
                  </a:moveTo>
                  <a:lnTo>
                    <a:pt x="68404" y="591572"/>
                  </a:lnTo>
                  <a:lnTo>
                    <a:pt x="67729" y="645510"/>
                  </a:lnTo>
                  <a:close/>
                  <a:moveTo>
                    <a:pt x="212840" y="647898"/>
                  </a:moveTo>
                  <a:lnTo>
                    <a:pt x="218763" y="701741"/>
                  </a:lnTo>
                  <a:lnTo>
                    <a:pt x="233942" y="662285"/>
                  </a:lnTo>
                  <a:close/>
                  <a:moveTo>
                    <a:pt x="27821" y="518062"/>
                  </a:moveTo>
                  <a:lnTo>
                    <a:pt x="37973" y="524101"/>
                  </a:lnTo>
                  <a:lnTo>
                    <a:pt x="31937" y="500878"/>
                  </a:lnTo>
                  <a:close/>
                  <a:moveTo>
                    <a:pt x="27821" y="518062"/>
                  </a:moveTo>
                  <a:lnTo>
                    <a:pt x="31937" y="500878"/>
                  </a:lnTo>
                  <a:lnTo>
                    <a:pt x="0" y="506705"/>
                  </a:lnTo>
                  <a:close/>
                  <a:moveTo>
                    <a:pt x="212840" y="647898"/>
                  </a:moveTo>
                  <a:lnTo>
                    <a:pt x="233942" y="662285"/>
                  </a:lnTo>
                  <a:lnTo>
                    <a:pt x="238704" y="640899"/>
                  </a:lnTo>
                  <a:close/>
                  <a:moveTo>
                    <a:pt x="175535" y="593960"/>
                  </a:moveTo>
                  <a:lnTo>
                    <a:pt x="162698" y="611143"/>
                  </a:lnTo>
                  <a:lnTo>
                    <a:pt x="193547" y="635831"/>
                  </a:lnTo>
                  <a:close/>
                  <a:moveTo>
                    <a:pt x="348221" y="551776"/>
                  </a:moveTo>
                  <a:lnTo>
                    <a:pt x="307750" y="540021"/>
                  </a:lnTo>
                  <a:lnTo>
                    <a:pt x="293184" y="566787"/>
                  </a:lnTo>
                  <a:close/>
                  <a:moveTo>
                    <a:pt x="328821" y="532317"/>
                  </a:moveTo>
                  <a:lnTo>
                    <a:pt x="348221" y="551776"/>
                  </a:lnTo>
                  <a:lnTo>
                    <a:pt x="356769" y="559593"/>
                  </a:lnTo>
                  <a:close/>
                  <a:moveTo>
                    <a:pt x="297605" y="487111"/>
                  </a:moveTo>
                  <a:lnTo>
                    <a:pt x="328821" y="532317"/>
                  </a:lnTo>
                  <a:lnTo>
                    <a:pt x="336642" y="508487"/>
                  </a:lnTo>
                  <a:close/>
                  <a:moveTo>
                    <a:pt x="299563" y="503267"/>
                  </a:moveTo>
                  <a:lnTo>
                    <a:pt x="328821" y="532317"/>
                  </a:lnTo>
                  <a:lnTo>
                    <a:pt x="297605" y="487111"/>
                  </a:lnTo>
                  <a:close/>
                  <a:moveTo>
                    <a:pt x="431502" y="542410"/>
                  </a:moveTo>
                  <a:lnTo>
                    <a:pt x="418210" y="564303"/>
                  </a:lnTo>
                  <a:lnTo>
                    <a:pt x="442814" y="560083"/>
                  </a:lnTo>
                  <a:close/>
                  <a:moveTo>
                    <a:pt x="415732" y="515837"/>
                  </a:moveTo>
                  <a:lnTo>
                    <a:pt x="399823" y="505655"/>
                  </a:lnTo>
                  <a:lnTo>
                    <a:pt x="395961" y="509486"/>
                  </a:lnTo>
                  <a:close/>
                  <a:moveTo>
                    <a:pt x="395961" y="509486"/>
                  </a:moveTo>
                  <a:lnTo>
                    <a:pt x="374463" y="525317"/>
                  </a:lnTo>
                  <a:lnTo>
                    <a:pt x="415732" y="515837"/>
                  </a:lnTo>
                  <a:close/>
                  <a:moveTo>
                    <a:pt x="347641" y="472270"/>
                  </a:moveTo>
                  <a:lnTo>
                    <a:pt x="336642" y="508487"/>
                  </a:lnTo>
                  <a:lnTo>
                    <a:pt x="360207" y="468900"/>
                  </a:lnTo>
                  <a:close/>
                  <a:moveTo>
                    <a:pt x="360207" y="468900"/>
                  </a:moveTo>
                  <a:lnTo>
                    <a:pt x="336642" y="508487"/>
                  </a:lnTo>
                  <a:lnTo>
                    <a:pt x="371296" y="522838"/>
                  </a:lnTo>
                  <a:close/>
                  <a:moveTo>
                    <a:pt x="347641" y="472270"/>
                  </a:moveTo>
                  <a:lnTo>
                    <a:pt x="297605" y="487111"/>
                  </a:lnTo>
                  <a:lnTo>
                    <a:pt x="336642" y="508487"/>
                  </a:lnTo>
                  <a:close/>
                  <a:moveTo>
                    <a:pt x="347641" y="472270"/>
                  </a:moveTo>
                  <a:lnTo>
                    <a:pt x="348960" y="458333"/>
                  </a:lnTo>
                  <a:lnTo>
                    <a:pt x="317457" y="465124"/>
                  </a:lnTo>
                  <a:close/>
                  <a:moveTo>
                    <a:pt x="431502" y="542410"/>
                  </a:moveTo>
                  <a:lnTo>
                    <a:pt x="450802" y="576820"/>
                  </a:lnTo>
                  <a:lnTo>
                    <a:pt x="419928" y="530084"/>
                  </a:lnTo>
                  <a:close/>
                  <a:moveTo>
                    <a:pt x="442814" y="560083"/>
                  </a:moveTo>
                  <a:lnTo>
                    <a:pt x="450802" y="576820"/>
                  </a:lnTo>
                  <a:lnTo>
                    <a:pt x="431502" y="542410"/>
                  </a:lnTo>
                  <a:close/>
                  <a:moveTo>
                    <a:pt x="435464" y="532605"/>
                  </a:moveTo>
                  <a:lnTo>
                    <a:pt x="431502" y="542410"/>
                  </a:lnTo>
                  <a:lnTo>
                    <a:pt x="419928" y="530084"/>
                  </a:lnTo>
                  <a:close/>
                  <a:moveTo>
                    <a:pt x="393229" y="505655"/>
                  </a:moveTo>
                  <a:lnTo>
                    <a:pt x="407354" y="488471"/>
                  </a:lnTo>
                  <a:lnTo>
                    <a:pt x="360207" y="468900"/>
                  </a:lnTo>
                  <a:close/>
                  <a:moveTo>
                    <a:pt x="410697" y="468373"/>
                  </a:moveTo>
                  <a:lnTo>
                    <a:pt x="405361" y="468900"/>
                  </a:lnTo>
                  <a:lnTo>
                    <a:pt x="399905" y="456869"/>
                  </a:lnTo>
                  <a:close/>
                  <a:moveTo>
                    <a:pt x="399905" y="456869"/>
                  </a:moveTo>
                  <a:lnTo>
                    <a:pt x="379454" y="447769"/>
                  </a:lnTo>
                  <a:lnTo>
                    <a:pt x="360207" y="468900"/>
                  </a:lnTo>
                  <a:close/>
                  <a:moveTo>
                    <a:pt x="279830" y="228235"/>
                  </a:moveTo>
                  <a:lnTo>
                    <a:pt x="271722" y="231186"/>
                  </a:lnTo>
                  <a:lnTo>
                    <a:pt x="297227" y="217685"/>
                  </a:lnTo>
                  <a:close/>
                  <a:moveTo>
                    <a:pt x="671929" y="527615"/>
                  </a:moveTo>
                  <a:lnTo>
                    <a:pt x="686021" y="565779"/>
                  </a:lnTo>
                  <a:lnTo>
                    <a:pt x="686435" y="559439"/>
                  </a:lnTo>
                  <a:close/>
                  <a:moveTo>
                    <a:pt x="668727" y="589439"/>
                  </a:moveTo>
                  <a:lnTo>
                    <a:pt x="688741" y="564370"/>
                  </a:lnTo>
                  <a:lnTo>
                    <a:pt x="686021" y="565779"/>
                  </a:lnTo>
                  <a:close/>
                  <a:moveTo>
                    <a:pt x="671929" y="527615"/>
                  </a:moveTo>
                  <a:lnTo>
                    <a:pt x="635698" y="494318"/>
                  </a:lnTo>
                  <a:lnTo>
                    <a:pt x="621475" y="537347"/>
                  </a:lnTo>
                  <a:close/>
                  <a:moveTo>
                    <a:pt x="705944" y="547186"/>
                  </a:moveTo>
                  <a:lnTo>
                    <a:pt x="686435" y="559439"/>
                  </a:lnTo>
                  <a:lnTo>
                    <a:pt x="693133" y="559997"/>
                  </a:lnTo>
                  <a:close/>
                  <a:moveTo>
                    <a:pt x="671929" y="527615"/>
                  </a:moveTo>
                  <a:lnTo>
                    <a:pt x="686435" y="559439"/>
                  </a:lnTo>
                  <a:lnTo>
                    <a:pt x="705944" y="547186"/>
                  </a:lnTo>
                  <a:close/>
                  <a:moveTo>
                    <a:pt x="677848" y="473676"/>
                  </a:moveTo>
                  <a:lnTo>
                    <a:pt x="635698" y="494318"/>
                  </a:lnTo>
                  <a:lnTo>
                    <a:pt x="671929" y="527615"/>
                  </a:lnTo>
                  <a:close/>
                  <a:moveTo>
                    <a:pt x="625100" y="436922"/>
                  </a:moveTo>
                  <a:lnTo>
                    <a:pt x="632494" y="490860"/>
                  </a:lnTo>
                  <a:lnTo>
                    <a:pt x="652886" y="462372"/>
                  </a:lnTo>
                  <a:close/>
                  <a:moveTo>
                    <a:pt x="637284" y="488819"/>
                  </a:moveTo>
                  <a:lnTo>
                    <a:pt x="677848" y="473676"/>
                  </a:lnTo>
                  <a:lnTo>
                    <a:pt x="652886" y="462372"/>
                  </a:lnTo>
                  <a:close/>
                  <a:moveTo>
                    <a:pt x="625100" y="436922"/>
                  </a:moveTo>
                  <a:lnTo>
                    <a:pt x="618231" y="400166"/>
                  </a:lnTo>
                  <a:lnTo>
                    <a:pt x="614850" y="454105"/>
                  </a:lnTo>
                  <a:close/>
                  <a:moveTo>
                    <a:pt x="746884" y="468452"/>
                  </a:moveTo>
                  <a:lnTo>
                    <a:pt x="699653" y="473676"/>
                  </a:lnTo>
                  <a:lnTo>
                    <a:pt x="718415" y="494696"/>
                  </a:lnTo>
                  <a:close/>
                  <a:moveTo>
                    <a:pt x="808597" y="402555"/>
                  </a:moveTo>
                  <a:lnTo>
                    <a:pt x="780034" y="371612"/>
                  </a:lnTo>
                  <a:lnTo>
                    <a:pt x="773879" y="369540"/>
                  </a:lnTo>
                  <a:close/>
                  <a:moveTo>
                    <a:pt x="840172" y="439310"/>
                  </a:moveTo>
                  <a:lnTo>
                    <a:pt x="881785" y="425485"/>
                  </a:lnTo>
                  <a:lnTo>
                    <a:pt x="828820" y="429438"/>
                  </a:lnTo>
                  <a:close/>
                  <a:moveTo>
                    <a:pt x="828820" y="429438"/>
                  </a:moveTo>
                  <a:lnTo>
                    <a:pt x="881785" y="425485"/>
                  </a:lnTo>
                  <a:lnTo>
                    <a:pt x="884231" y="415823"/>
                  </a:lnTo>
                  <a:close/>
                  <a:moveTo>
                    <a:pt x="828820" y="429438"/>
                  </a:moveTo>
                  <a:lnTo>
                    <a:pt x="884231" y="415823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28820" y="429438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08597" y="402555"/>
                  </a:lnTo>
                  <a:lnTo>
                    <a:pt x="828820" y="429438"/>
                  </a:lnTo>
                  <a:close/>
                  <a:moveTo>
                    <a:pt x="808597" y="402555"/>
                  </a:moveTo>
                  <a:lnTo>
                    <a:pt x="835004" y="385371"/>
                  </a:lnTo>
                  <a:lnTo>
                    <a:pt x="780034" y="371612"/>
                  </a:lnTo>
                  <a:close/>
                  <a:moveTo>
                    <a:pt x="835004" y="385371"/>
                  </a:moveTo>
                  <a:lnTo>
                    <a:pt x="801441" y="355440"/>
                  </a:lnTo>
                  <a:lnTo>
                    <a:pt x="780034" y="371612"/>
                  </a:lnTo>
                  <a:close/>
                  <a:moveTo>
                    <a:pt x="790919" y="348616"/>
                  </a:moveTo>
                  <a:lnTo>
                    <a:pt x="780034" y="371612"/>
                  </a:lnTo>
                  <a:lnTo>
                    <a:pt x="801441" y="355440"/>
                  </a:lnTo>
                  <a:close/>
                  <a:moveTo>
                    <a:pt x="790919" y="348616"/>
                  </a:moveTo>
                  <a:lnTo>
                    <a:pt x="772502" y="365800"/>
                  </a:lnTo>
                  <a:lnTo>
                    <a:pt x="780034" y="371612"/>
                  </a:lnTo>
                  <a:close/>
                  <a:moveTo>
                    <a:pt x="778077" y="311861"/>
                  </a:moveTo>
                  <a:lnTo>
                    <a:pt x="771114" y="327040"/>
                  </a:lnTo>
                  <a:lnTo>
                    <a:pt x="772502" y="365800"/>
                  </a:lnTo>
                  <a:close/>
                  <a:moveTo>
                    <a:pt x="790919" y="348616"/>
                  </a:moveTo>
                  <a:lnTo>
                    <a:pt x="778077" y="311861"/>
                  </a:lnTo>
                  <a:lnTo>
                    <a:pt x="772502" y="365800"/>
                  </a:lnTo>
                  <a:close/>
                  <a:moveTo>
                    <a:pt x="778077" y="311861"/>
                  </a:moveTo>
                  <a:lnTo>
                    <a:pt x="769921" y="283264"/>
                  </a:lnTo>
                  <a:lnTo>
                    <a:pt x="771114" y="327040"/>
                  </a:lnTo>
                  <a:close/>
                  <a:moveTo>
                    <a:pt x="835004" y="385371"/>
                  </a:moveTo>
                  <a:lnTo>
                    <a:pt x="845453" y="395418"/>
                  </a:lnTo>
                  <a:lnTo>
                    <a:pt x="856828" y="373939"/>
                  </a:lnTo>
                  <a:close/>
                  <a:moveTo>
                    <a:pt x="835004" y="385371"/>
                  </a:moveTo>
                  <a:lnTo>
                    <a:pt x="856828" y="373939"/>
                  </a:lnTo>
                  <a:lnTo>
                    <a:pt x="801441" y="355440"/>
                  </a:lnTo>
                  <a:close/>
                  <a:moveTo>
                    <a:pt x="845453" y="395418"/>
                  </a:moveTo>
                  <a:lnTo>
                    <a:pt x="891553" y="368188"/>
                  </a:lnTo>
                  <a:lnTo>
                    <a:pt x="856828" y="373939"/>
                  </a:lnTo>
                  <a:close/>
                  <a:moveTo>
                    <a:pt x="898902" y="374470"/>
                  </a:moveTo>
                  <a:lnTo>
                    <a:pt x="891553" y="368188"/>
                  </a:lnTo>
                  <a:lnTo>
                    <a:pt x="845453" y="395418"/>
                  </a:lnTo>
                  <a:close/>
                  <a:moveTo>
                    <a:pt x="884231" y="415823"/>
                  </a:moveTo>
                  <a:lnTo>
                    <a:pt x="898902" y="374470"/>
                  </a:lnTo>
                  <a:lnTo>
                    <a:pt x="845453" y="395418"/>
                  </a:lnTo>
                  <a:close/>
                  <a:moveTo>
                    <a:pt x="891553" y="368188"/>
                  </a:moveTo>
                  <a:lnTo>
                    <a:pt x="898902" y="374470"/>
                  </a:lnTo>
                  <a:lnTo>
                    <a:pt x="899002" y="366740"/>
                  </a:lnTo>
                  <a:close/>
                  <a:moveTo>
                    <a:pt x="899002" y="366740"/>
                  </a:moveTo>
                  <a:lnTo>
                    <a:pt x="895937" y="363383"/>
                  </a:lnTo>
                  <a:lnTo>
                    <a:pt x="891553" y="368188"/>
                  </a:lnTo>
                  <a:close/>
                  <a:moveTo>
                    <a:pt x="899002" y="366740"/>
                  </a:moveTo>
                  <a:lnTo>
                    <a:pt x="898902" y="374470"/>
                  </a:lnTo>
                  <a:lnTo>
                    <a:pt x="899389" y="368188"/>
                  </a:lnTo>
                  <a:close/>
                  <a:moveTo>
                    <a:pt x="899002" y="366740"/>
                  </a:moveTo>
                  <a:lnTo>
                    <a:pt x="899389" y="368188"/>
                  </a:lnTo>
                  <a:lnTo>
                    <a:pt x="895937" y="363383"/>
                  </a:lnTo>
                  <a:close/>
                  <a:moveTo>
                    <a:pt x="745886" y="56965"/>
                  </a:moveTo>
                  <a:lnTo>
                    <a:pt x="776920" y="39781"/>
                  </a:lnTo>
                  <a:lnTo>
                    <a:pt x="733643" y="34114"/>
                  </a:lnTo>
                  <a:close/>
                  <a:moveTo>
                    <a:pt x="754782" y="0"/>
                  </a:moveTo>
                  <a:lnTo>
                    <a:pt x="814436" y="19192"/>
                  </a:lnTo>
                  <a:lnTo>
                    <a:pt x="787575" y="428"/>
                  </a:lnTo>
                  <a:close/>
                  <a:moveTo>
                    <a:pt x="754782" y="0"/>
                  </a:moveTo>
                  <a:lnTo>
                    <a:pt x="783735" y="614"/>
                  </a:lnTo>
                  <a:lnTo>
                    <a:pt x="750434" y="687"/>
                  </a:lnTo>
                  <a:close/>
                  <a:moveTo>
                    <a:pt x="754782" y="0"/>
                  </a:moveTo>
                  <a:lnTo>
                    <a:pt x="787575" y="428"/>
                  </a:lnTo>
                  <a:lnTo>
                    <a:pt x="783735" y="614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7" name="Input_density__38">
              <a:extLst>
                <a:ext uri="{FF2B5EF4-FFF2-40B4-BE49-F238E27FC236}">
                  <a16:creationId xmlns:a16="http://schemas.microsoft.com/office/drawing/2014/main" id="{5F5D7802-2E5F-35D8-1E3F-1E8F6E00F20B}"/>
                </a:ext>
              </a:extLst>
            </p:cNvPr>
            <p:cNvSpPr>
              <a:spLocks noGrp="1"/>
            </p:cNvSpPr>
            <p:nvPr/>
          </p:nvSpPr>
          <p:spPr>
            <a:xfrm>
              <a:off x="1174796" y="2331551"/>
              <a:ext cx="678622" cy="807802"/>
            </a:xfrm>
            <a:custGeom>
              <a:avLst/>
              <a:gdLst/>
              <a:ahLst/>
              <a:cxnLst/>
              <a:rect l="0" t="0" r="0" b="0"/>
              <a:pathLst>
                <a:path w="678622" h="807802">
                  <a:moveTo>
                    <a:pt x="0" y="772344"/>
                  </a:moveTo>
                  <a:lnTo>
                    <a:pt x="24079" y="807802"/>
                  </a:lnTo>
                  <a:lnTo>
                    <a:pt x="30820" y="759153"/>
                  </a:lnTo>
                  <a:close/>
                  <a:moveTo>
                    <a:pt x="223708" y="531703"/>
                  </a:moveTo>
                  <a:lnTo>
                    <a:pt x="202637" y="539407"/>
                  </a:lnTo>
                  <a:lnTo>
                    <a:pt x="243108" y="551161"/>
                  </a:lnTo>
                  <a:close/>
                  <a:moveTo>
                    <a:pt x="223708" y="531703"/>
                  </a:moveTo>
                  <a:lnTo>
                    <a:pt x="266183" y="522224"/>
                  </a:lnTo>
                  <a:lnTo>
                    <a:pt x="231530" y="507873"/>
                  </a:lnTo>
                  <a:close/>
                  <a:moveTo>
                    <a:pt x="345928" y="590229"/>
                  </a:moveTo>
                  <a:lnTo>
                    <a:pt x="326010" y="611966"/>
                  </a:lnTo>
                  <a:lnTo>
                    <a:pt x="317483" y="608455"/>
                  </a:lnTo>
                  <a:close/>
                  <a:moveTo>
                    <a:pt x="310620" y="515222"/>
                  </a:moveTo>
                  <a:lnTo>
                    <a:pt x="326389" y="541795"/>
                  </a:lnTo>
                  <a:lnTo>
                    <a:pt x="330352" y="531990"/>
                  </a:lnTo>
                  <a:close/>
                  <a:moveTo>
                    <a:pt x="255094" y="468285"/>
                  </a:moveTo>
                  <a:lnTo>
                    <a:pt x="305584" y="467758"/>
                  </a:lnTo>
                  <a:lnTo>
                    <a:pt x="294792" y="456254"/>
                  </a:lnTo>
                  <a:close/>
                  <a:moveTo>
                    <a:pt x="174717" y="227620"/>
                  </a:moveTo>
                  <a:lnTo>
                    <a:pt x="127138" y="247755"/>
                  </a:lnTo>
                  <a:lnTo>
                    <a:pt x="166609" y="230572"/>
                  </a:lnTo>
                  <a:close/>
                  <a:moveTo>
                    <a:pt x="580908" y="565164"/>
                  </a:moveTo>
                  <a:lnTo>
                    <a:pt x="583628" y="563755"/>
                  </a:lnTo>
                  <a:lnTo>
                    <a:pt x="581323" y="558825"/>
                  </a:lnTo>
                  <a:close/>
                  <a:moveTo>
                    <a:pt x="527381" y="490245"/>
                  </a:moveTo>
                  <a:lnTo>
                    <a:pt x="516363" y="536732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497101" y="507429"/>
                  </a:lnTo>
                  <a:lnTo>
                    <a:pt x="516363" y="536732"/>
                  </a:lnTo>
                  <a:close/>
                  <a:moveTo>
                    <a:pt x="527381" y="490245"/>
                  </a:moveTo>
                  <a:lnTo>
                    <a:pt x="509737" y="453490"/>
                  </a:lnTo>
                  <a:lnTo>
                    <a:pt x="497101" y="507429"/>
                  </a:lnTo>
                  <a:close/>
                  <a:moveTo>
                    <a:pt x="581323" y="558825"/>
                  </a:moveTo>
                  <a:lnTo>
                    <a:pt x="583628" y="563755"/>
                  </a:lnTo>
                  <a:lnTo>
                    <a:pt x="588020" y="559383"/>
                  </a:lnTo>
                  <a:close/>
                  <a:moveTo>
                    <a:pt x="532172" y="488204"/>
                  </a:moveTo>
                  <a:lnTo>
                    <a:pt x="530586" y="493703"/>
                  </a:lnTo>
                  <a:lnTo>
                    <a:pt x="572735" y="473062"/>
                  </a:lnTo>
                  <a:close/>
                  <a:moveTo>
                    <a:pt x="532172" y="488204"/>
                  </a:moveTo>
                  <a:lnTo>
                    <a:pt x="527381" y="490245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532172" y="488204"/>
                  </a:lnTo>
                  <a:lnTo>
                    <a:pt x="547774" y="461758"/>
                  </a:lnTo>
                  <a:close/>
                  <a:moveTo>
                    <a:pt x="509737" y="453490"/>
                  </a:moveTo>
                  <a:lnTo>
                    <a:pt x="527381" y="490245"/>
                  </a:lnTo>
                  <a:lnTo>
                    <a:pt x="519988" y="436307"/>
                  </a:lnTo>
                  <a:close/>
                  <a:moveTo>
                    <a:pt x="572735" y="473062"/>
                  </a:moveTo>
                  <a:lnTo>
                    <a:pt x="613303" y="494081"/>
                  </a:lnTo>
                  <a:lnTo>
                    <a:pt x="589959" y="468312"/>
                  </a:lnTo>
                  <a:close/>
                  <a:moveTo>
                    <a:pt x="613303" y="494081"/>
                  </a:moveTo>
                  <a:lnTo>
                    <a:pt x="594541" y="473062"/>
                  </a:lnTo>
                  <a:lnTo>
                    <a:pt x="589959" y="468312"/>
                  </a:lnTo>
                  <a:close/>
                  <a:moveTo>
                    <a:pt x="628530" y="33500"/>
                  </a:moveTo>
                  <a:lnTo>
                    <a:pt x="617337" y="25672"/>
                  </a:lnTo>
                  <a:lnTo>
                    <a:pt x="640773" y="56350"/>
                  </a:lnTo>
                  <a:close/>
                  <a:moveTo>
                    <a:pt x="620847" y="19595"/>
                  </a:moveTo>
                  <a:lnTo>
                    <a:pt x="617337" y="25672"/>
                  </a:lnTo>
                  <a:lnTo>
                    <a:pt x="628530" y="33500"/>
                  </a:lnTo>
                  <a:close/>
                  <a:moveTo>
                    <a:pt x="624177" y="17226"/>
                  </a:moveTo>
                  <a:lnTo>
                    <a:pt x="617337" y="25672"/>
                  </a:lnTo>
                  <a:lnTo>
                    <a:pt x="620847" y="19595"/>
                  </a:lnTo>
                  <a:close/>
                  <a:moveTo>
                    <a:pt x="671808" y="39167"/>
                  </a:moveTo>
                  <a:lnTo>
                    <a:pt x="647995" y="10068"/>
                  </a:lnTo>
                  <a:lnTo>
                    <a:pt x="628530" y="33500"/>
                  </a:lnTo>
                  <a:close/>
                  <a:moveTo>
                    <a:pt x="647995" y="10068"/>
                  </a:moveTo>
                  <a:lnTo>
                    <a:pt x="620847" y="19595"/>
                  </a:lnTo>
                  <a:lnTo>
                    <a:pt x="628530" y="33500"/>
                  </a:lnTo>
                  <a:close/>
                  <a:moveTo>
                    <a:pt x="678622" y="0"/>
                  </a:moveTo>
                  <a:lnTo>
                    <a:pt x="624177" y="17226"/>
                  </a:lnTo>
                  <a:lnTo>
                    <a:pt x="645322" y="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8" name="Input_density__39">
              <a:extLst>
                <a:ext uri="{FF2B5EF4-FFF2-40B4-BE49-F238E27FC236}">
                  <a16:creationId xmlns:a16="http://schemas.microsoft.com/office/drawing/2014/main" id="{259920D8-4570-F396-AC87-1075E053353E}"/>
                </a:ext>
              </a:extLst>
            </p:cNvPr>
            <p:cNvSpPr>
              <a:spLocks noGrp="1"/>
            </p:cNvSpPr>
            <p:nvPr/>
          </p:nvSpPr>
          <p:spPr>
            <a:xfrm>
              <a:off x="957980" y="2357082"/>
              <a:ext cx="1011093" cy="625390"/>
            </a:xfrm>
            <a:custGeom>
              <a:avLst/>
              <a:gdLst/>
              <a:ahLst/>
              <a:cxnLst/>
              <a:rect l="0" t="0" r="0" b="0"/>
              <a:pathLst>
                <a:path w="1011093" h="625390">
                  <a:moveTo>
                    <a:pt x="98593" y="527749"/>
                  </a:moveTo>
                  <a:lnTo>
                    <a:pt x="62046" y="515684"/>
                  </a:lnTo>
                  <a:lnTo>
                    <a:pt x="75490" y="537578"/>
                  </a:lnTo>
                  <a:close/>
                  <a:moveTo>
                    <a:pt x="36483" y="516316"/>
                  </a:moveTo>
                  <a:lnTo>
                    <a:pt x="53907" y="514284"/>
                  </a:lnTo>
                  <a:lnTo>
                    <a:pt x="0" y="489528"/>
                  </a:lnTo>
                  <a:close/>
                  <a:moveTo>
                    <a:pt x="132381" y="529498"/>
                  </a:moveTo>
                  <a:lnTo>
                    <a:pt x="149676" y="497956"/>
                  </a:lnTo>
                  <a:lnTo>
                    <a:pt x="98593" y="527749"/>
                  </a:lnTo>
                  <a:close/>
                  <a:moveTo>
                    <a:pt x="245640" y="601004"/>
                  </a:moveTo>
                  <a:lnTo>
                    <a:pt x="217080" y="625390"/>
                  </a:lnTo>
                  <a:lnTo>
                    <a:pt x="245155" y="605782"/>
                  </a:lnTo>
                  <a:close/>
                  <a:moveTo>
                    <a:pt x="245155" y="605782"/>
                  </a:moveTo>
                  <a:lnTo>
                    <a:pt x="247395" y="602181"/>
                  </a:lnTo>
                  <a:lnTo>
                    <a:pt x="245640" y="601004"/>
                  </a:lnTo>
                  <a:close/>
                  <a:moveTo>
                    <a:pt x="325068" y="587572"/>
                  </a:moveTo>
                  <a:lnTo>
                    <a:pt x="324543" y="621753"/>
                  </a:lnTo>
                  <a:lnTo>
                    <a:pt x="348970" y="571174"/>
                  </a:lnTo>
                  <a:close/>
                  <a:moveTo>
                    <a:pt x="348970" y="571174"/>
                  </a:moveTo>
                  <a:lnTo>
                    <a:pt x="345372" y="567814"/>
                  </a:lnTo>
                  <a:lnTo>
                    <a:pt x="325068" y="587572"/>
                  </a:lnTo>
                  <a:close/>
                  <a:moveTo>
                    <a:pt x="350408" y="614753"/>
                  </a:moveTo>
                  <a:lnTo>
                    <a:pt x="377150" y="620100"/>
                  </a:lnTo>
                  <a:lnTo>
                    <a:pt x="348970" y="571174"/>
                  </a:lnTo>
                  <a:close/>
                  <a:moveTo>
                    <a:pt x="303672" y="411367"/>
                  </a:moveTo>
                  <a:lnTo>
                    <a:pt x="329185" y="453018"/>
                  </a:lnTo>
                  <a:lnTo>
                    <a:pt x="340138" y="423131"/>
                  </a:lnTo>
                  <a:close/>
                  <a:moveTo>
                    <a:pt x="340138" y="423131"/>
                  </a:moveTo>
                  <a:lnTo>
                    <a:pt x="364631" y="424201"/>
                  </a:lnTo>
                  <a:lnTo>
                    <a:pt x="303672" y="411367"/>
                  </a:lnTo>
                  <a:close/>
                  <a:moveTo>
                    <a:pt x="385426" y="434383"/>
                  </a:moveTo>
                  <a:lnTo>
                    <a:pt x="408578" y="460308"/>
                  </a:lnTo>
                  <a:lnTo>
                    <a:pt x="364631" y="424201"/>
                  </a:lnTo>
                  <a:close/>
                  <a:moveTo>
                    <a:pt x="471362" y="405999"/>
                  </a:moveTo>
                  <a:lnTo>
                    <a:pt x="460664" y="432188"/>
                  </a:lnTo>
                  <a:lnTo>
                    <a:pt x="470831" y="419127"/>
                  </a:lnTo>
                  <a:close/>
                  <a:moveTo>
                    <a:pt x="460664" y="432188"/>
                  </a:moveTo>
                  <a:lnTo>
                    <a:pt x="471362" y="405999"/>
                  </a:lnTo>
                  <a:lnTo>
                    <a:pt x="465918" y="396033"/>
                  </a:lnTo>
                  <a:close/>
                  <a:moveTo>
                    <a:pt x="838496" y="559604"/>
                  </a:moveTo>
                  <a:lnTo>
                    <a:pt x="800444" y="538224"/>
                  </a:lnTo>
                  <a:lnTo>
                    <a:pt x="780431" y="563294"/>
                  </a:lnTo>
                  <a:close/>
                  <a:moveTo>
                    <a:pt x="814662" y="393592"/>
                  </a:moveTo>
                  <a:lnTo>
                    <a:pt x="813461" y="398164"/>
                  </a:lnTo>
                  <a:lnTo>
                    <a:pt x="811357" y="447531"/>
                  </a:lnTo>
                  <a:close/>
                  <a:moveTo>
                    <a:pt x="814767" y="410776"/>
                  </a:moveTo>
                  <a:lnTo>
                    <a:pt x="814662" y="393592"/>
                  </a:lnTo>
                  <a:lnTo>
                    <a:pt x="811357" y="447531"/>
                  </a:lnTo>
                  <a:close/>
                  <a:moveTo>
                    <a:pt x="814567" y="391699"/>
                  </a:moveTo>
                  <a:lnTo>
                    <a:pt x="813461" y="398164"/>
                  </a:lnTo>
                  <a:lnTo>
                    <a:pt x="814662" y="393592"/>
                  </a:lnTo>
                  <a:close/>
                  <a:moveTo>
                    <a:pt x="1002135" y="322471"/>
                  </a:moveTo>
                  <a:lnTo>
                    <a:pt x="995159" y="308487"/>
                  </a:lnTo>
                  <a:lnTo>
                    <a:pt x="1011093" y="342042"/>
                  </a:lnTo>
                  <a:close/>
                  <a:moveTo>
                    <a:pt x="995159" y="308487"/>
                  </a:moveTo>
                  <a:lnTo>
                    <a:pt x="976738" y="278716"/>
                  </a:lnTo>
                  <a:lnTo>
                    <a:pt x="988584" y="305287"/>
                  </a:lnTo>
                  <a:close/>
                  <a:moveTo>
                    <a:pt x="976738" y="278716"/>
                  </a:moveTo>
                  <a:lnTo>
                    <a:pt x="977205" y="268532"/>
                  </a:lnTo>
                  <a:lnTo>
                    <a:pt x="988584" y="305287"/>
                  </a:lnTo>
                  <a:close/>
                  <a:moveTo>
                    <a:pt x="949928" y="228676"/>
                  </a:moveTo>
                  <a:lnTo>
                    <a:pt x="971915" y="255549"/>
                  </a:lnTo>
                  <a:lnTo>
                    <a:pt x="977205" y="268532"/>
                  </a:lnTo>
                  <a:close/>
                  <a:moveTo>
                    <a:pt x="911904" y="36032"/>
                  </a:moveTo>
                  <a:lnTo>
                    <a:pt x="889039" y="46750"/>
                  </a:lnTo>
                  <a:lnTo>
                    <a:pt x="941974" y="23883"/>
                  </a:lnTo>
                  <a:close/>
                  <a:moveTo>
                    <a:pt x="911904" y="36032"/>
                  </a:moveTo>
                  <a:lnTo>
                    <a:pt x="941974" y="23883"/>
                  </a:lnTo>
                  <a:lnTo>
                    <a:pt x="92799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9" name="Input_density__40">
              <a:extLst>
                <a:ext uri="{FF2B5EF4-FFF2-40B4-BE49-F238E27FC236}">
                  <a16:creationId xmlns:a16="http://schemas.microsoft.com/office/drawing/2014/main" id="{9CDB0794-08FC-8FB8-347F-9CCD8B4B0217}"/>
                </a:ext>
              </a:extLst>
            </p:cNvPr>
            <p:cNvSpPr>
              <a:spLocks noGrp="1"/>
            </p:cNvSpPr>
            <p:nvPr/>
          </p:nvSpPr>
          <p:spPr>
            <a:xfrm>
              <a:off x="1176339" y="2357082"/>
              <a:ext cx="723615" cy="601004"/>
            </a:xfrm>
            <a:custGeom>
              <a:avLst/>
              <a:gdLst/>
              <a:ahLst/>
              <a:cxnLst/>
              <a:rect l="0" t="0" r="0" b="0"/>
              <a:pathLst>
                <a:path w="723615" h="601004">
                  <a:moveTo>
                    <a:pt x="22288" y="560316"/>
                  </a:moveTo>
                  <a:lnTo>
                    <a:pt x="7961" y="563729"/>
                  </a:lnTo>
                  <a:lnTo>
                    <a:pt x="0" y="596094"/>
                  </a:lnTo>
                  <a:close/>
                  <a:moveTo>
                    <a:pt x="22288" y="560316"/>
                  </a:moveTo>
                  <a:lnTo>
                    <a:pt x="0" y="596094"/>
                  </a:lnTo>
                  <a:lnTo>
                    <a:pt x="27281" y="601004"/>
                  </a:lnTo>
                  <a:close/>
                  <a:moveTo>
                    <a:pt x="250113" y="533448"/>
                  </a:moveTo>
                  <a:lnTo>
                    <a:pt x="274864" y="570202"/>
                  </a:lnTo>
                  <a:lnTo>
                    <a:pt x="245504" y="550631"/>
                  </a:lnTo>
                  <a:close/>
                  <a:moveTo>
                    <a:pt x="121779" y="423131"/>
                  </a:moveTo>
                  <a:lnTo>
                    <a:pt x="143005" y="403611"/>
                  </a:lnTo>
                  <a:lnTo>
                    <a:pt x="146272" y="424201"/>
                  </a:lnTo>
                  <a:close/>
                  <a:moveTo>
                    <a:pt x="215671" y="224612"/>
                  </a:moveTo>
                  <a:lnTo>
                    <a:pt x="196117" y="231778"/>
                  </a:lnTo>
                  <a:lnTo>
                    <a:pt x="196118" y="191663"/>
                  </a:lnTo>
                  <a:close/>
                  <a:moveTo>
                    <a:pt x="644631" y="554978"/>
                  </a:moveTo>
                  <a:lnTo>
                    <a:pt x="602997" y="523889"/>
                  </a:lnTo>
                  <a:lnTo>
                    <a:pt x="620137" y="559604"/>
                  </a:lnTo>
                  <a:close/>
                  <a:moveTo>
                    <a:pt x="669062" y="521745"/>
                  </a:moveTo>
                  <a:lnTo>
                    <a:pt x="664416" y="532742"/>
                  </a:lnTo>
                  <a:lnTo>
                    <a:pt x="644631" y="554978"/>
                  </a:lnTo>
                  <a:close/>
                  <a:moveTo>
                    <a:pt x="608312" y="356837"/>
                  </a:moveTo>
                  <a:lnTo>
                    <a:pt x="610818" y="339654"/>
                  </a:lnTo>
                  <a:lnTo>
                    <a:pt x="596302" y="393592"/>
                  </a:lnTo>
                  <a:close/>
                  <a:moveTo>
                    <a:pt x="423469" y="130185"/>
                  </a:moveTo>
                  <a:lnTo>
                    <a:pt x="441599" y="119124"/>
                  </a:lnTo>
                  <a:lnTo>
                    <a:pt x="412769" y="118549"/>
                  </a:lnTo>
                  <a:close/>
                  <a:moveTo>
                    <a:pt x="423469" y="130185"/>
                  </a:moveTo>
                  <a:lnTo>
                    <a:pt x="412769" y="118549"/>
                  </a:lnTo>
                  <a:lnTo>
                    <a:pt x="390602" y="131878"/>
                  </a:lnTo>
                  <a:close/>
                  <a:moveTo>
                    <a:pt x="723615" y="23883"/>
                  </a:moveTo>
                  <a:lnTo>
                    <a:pt x="722787" y="12081"/>
                  </a:lnTo>
                  <a:lnTo>
                    <a:pt x="70964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50" name="Input_density__41">
              <a:extLst>
                <a:ext uri="{FF2B5EF4-FFF2-40B4-BE49-F238E27FC236}">
                  <a16:creationId xmlns:a16="http://schemas.microsoft.com/office/drawing/2014/main" id="{1B43E5A1-1D9C-3F67-E816-A5D9F64BFC3D}"/>
                </a:ext>
              </a:extLst>
            </p:cNvPr>
            <p:cNvSpPr>
              <a:spLocks noGrp="1"/>
            </p:cNvSpPr>
            <p:nvPr/>
          </p:nvSpPr>
          <p:spPr>
            <a:xfrm>
              <a:off x="1543126" y="2470283"/>
              <a:ext cx="136923" cy="25844"/>
            </a:xfrm>
            <a:custGeom>
              <a:avLst/>
              <a:gdLst/>
              <a:ahLst/>
              <a:cxnLst/>
              <a:rect l="0" t="0" r="0" b="0"/>
              <a:pathLst>
                <a:path w="136923" h="25844">
                  <a:moveTo>
                    <a:pt x="23815" y="18678"/>
                  </a:moveTo>
                  <a:lnTo>
                    <a:pt x="0" y="25844"/>
                  </a:lnTo>
                  <a:lnTo>
                    <a:pt x="56682" y="16984"/>
                  </a:lnTo>
                  <a:close/>
                  <a:moveTo>
                    <a:pt x="78632" y="6593"/>
                  </a:moveTo>
                  <a:lnTo>
                    <a:pt x="74812" y="5923"/>
                  </a:lnTo>
                  <a:lnTo>
                    <a:pt x="56682" y="16984"/>
                  </a:lnTo>
                  <a:close/>
                  <a:moveTo>
                    <a:pt x="80601" y="5923"/>
                  </a:moveTo>
                  <a:lnTo>
                    <a:pt x="78632" y="6593"/>
                  </a:lnTo>
                  <a:lnTo>
                    <a:pt x="111562" y="1389"/>
                  </a:lnTo>
                  <a:close/>
                  <a:moveTo>
                    <a:pt x="111562" y="1389"/>
                  </a:moveTo>
                  <a:lnTo>
                    <a:pt x="78632" y="6593"/>
                  </a:lnTo>
                  <a:lnTo>
                    <a:pt x="56682" y="16984"/>
                  </a:lnTo>
                  <a:close/>
                  <a:moveTo>
                    <a:pt x="111562" y="1389"/>
                  </a:moveTo>
                  <a:lnTo>
                    <a:pt x="56682" y="16984"/>
                  </a:lnTo>
                  <a:lnTo>
                    <a:pt x="89228" y="14094"/>
                  </a:lnTo>
                  <a:close/>
                  <a:moveTo>
                    <a:pt x="74812" y="5923"/>
                  </a:moveTo>
                  <a:lnTo>
                    <a:pt x="78632" y="6593"/>
                  </a:lnTo>
                  <a:lnTo>
                    <a:pt x="79490" y="6053"/>
                  </a:lnTo>
                  <a:close/>
                  <a:moveTo>
                    <a:pt x="80601" y="5923"/>
                  </a:moveTo>
                  <a:lnTo>
                    <a:pt x="79490" y="6053"/>
                  </a:lnTo>
                  <a:lnTo>
                    <a:pt x="78632" y="6593"/>
                  </a:lnTo>
                  <a:close/>
                  <a:moveTo>
                    <a:pt x="136923" y="0"/>
                  </a:moveTo>
                  <a:lnTo>
                    <a:pt x="80601" y="5923"/>
                  </a:lnTo>
                  <a:lnTo>
                    <a:pt x="116386" y="2988"/>
                  </a:lnTo>
                  <a:close/>
                  <a:moveTo>
                    <a:pt x="116386" y="2988"/>
                  </a:moveTo>
                  <a:lnTo>
                    <a:pt x="80601" y="5923"/>
                  </a:lnTo>
                  <a:lnTo>
                    <a:pt x="111562" y="138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1" name="Input_density__42">
              <a:extLst>
                <a:ext uri="{FF2B5EF4-FFF2-40B4-BE49-F238E27FC236}">
                  <a16:creationId xmlns:a16="http://schemas.microsoft.com/office/drawing/2014/main" id="{C7669352-8FD9-B6FA-B5C4-F54570AF834A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16780"/>
              <a:ext cx="1008373" cy="870885"/>
            </a:xfrm>
            <a:custGeom>
              <a:avLst/>
              <a:gdLst/>
              <a:ahLst/>
              <a:cxnLst/>
              <a:rect l="0" t="0" r="0" b="0"/>
              <a:pathLst>
                <a:path w="1008373" h="870885">
                  <a:moveTo>
                    <a:pt x="2554" y="512647"/>
                  </a:moveTo>
                  <a:lnTo>
                    <a:pt x="0" y="519884"/>
                  </a:lnTo>
                  <a:lnTo>
                    <a:pt x="12871" y="527488"/>
                  </a:lnTo>
                  <a:close/>
                  <a:moveTo>
                    <a:pt x="2516" y="488773"/>
                  </a:moveTo>
                  <a:lnTo>
                    <a:pt x="0" y="519884"/>
                  </a:lnTo>
                  <a:lnTo>
                    <a:pt x="2554" y="512647"/>
                  </a:lnTo>
                  <a:close/>
                  <a:moveTo>
                    <a:pt x="17397" y="495463"/>
                  </a:moveTo>
                  <a:lnTo>
                    <a:pt x="2554" y="512647"/>
                  </a:lnTo>
                  <a:lnTo>
                    <a:pt x="12871" y="527488"/>
                  </a:lnTo>
                  <a:close/>
                  <a:moveTo>
                    <a:pt x="2554" y="512647"/>
                  </a:moveTo>
                  <a:lnTo>
                    <a:pt x="1402" y="473997"/>
                  </a:lnTo>
                  <a:lnTo>
                    <a:pt x="2516" y="488773"/>
                  </a:lnTo>
                  <a:close/>
                  <a:moveTo>
                    <a:pt x="1753" y="475892"/>
                  </a:moveTo>
                  <a:lnTo>
                    <a:pt x="2516" y="488773"/>
                  </a:lnTo>
                  <a:lnTo>
                    <a:pt x="1402" y="473997"/>
                  </a:lnTo>
                  <a:close/>
                  <a:moveTo>
                    <a:pt x="355194" y="863013"/>
                  </a:moveTo>
                  <a:lnTo>
                    <a:pt x="341326" y="834733"/>
                  </a:lnTo>
                  <a:lnTo>
                    <a:pt x="351899" y="870885"/>
                  </a:lnTo>
                  <a:close/>
                  <a:moveTo>
                    <a:pt x="355194" y="863013"/>
                  </a:moveTo>
                  <a:lnTo>
                    <a:pt x="339106" y="826258"/>
                  </a:lnTo>
                  <a:lnTo>
                    <a:pt x="341326" y="834733"/>
                  </a:lnTo>
                  <a:close/>
                  <a:moveTo>
                    <a:pt x="339106" y="826258"/>
                  </a:moveTo>
                  <a:lnTo>
                    <a:pt x="355194" y="863013"/>
                  </a:lnTo>
                  <a:lnTo>
                    <a:pt x="380760" y="845830"/>
                  </a:lnTo>
                  <a:close/>
                  <a:moveTo>
                    <a:pt x="354779" y="809075"/>
                  </a:moveTo>
                  <a:lnTo>
                    <a:pt x="323022" y="777779"/>
                  </a:lnTo>
                  <a:lnTo>
                    <a:pt x="320119" y="789504"/>
                  </a:lnTo>
                  <a:close/>
                  <a:moveTo>
                    <a:pt x="354779" y="809075"/>
                  </a:moveTo>
                  <a:lnTo>
                    <a:pt x="320119" y="789504"/>
                  </a:lnTo>
                  <a:lnTo>
                    <a:pt x="339106" y="826258"/>
                  </a:lnTo>
                  <a:close/>
                  <a:moveTo>
                    <a:pt x="168727" y="515035"/>
                  </a:moveTo>
                  <a:lnTo>
                    <a:pt x="160832" y="559889"/>
                  </a:lnTo>
                  <a:lnTo>
                    <a:pt x="163933" y="526139"/>
                  </a:lnTo>
                  <a:close/>
                  <a:moveTo>
                    <a:pt x="101928" y="515098"/>
                  </a:moveTo>
                  <a:lnTo>
                    <a:pt x="140960" y="478280"/>
                  </a:lnTo>
                  <a:lnTo>
                    <a:pt x="104969" y="488722"/>
                  </a:lnTo>
                  <a:close/>
                  <a:moveTo>
                    <a:pt x="136789" y="520862"/>
                  </a:moveTo>
                  <a:lnTo>
                    <a:pt x="156841" y="499622"/>
                  </a:lnTo>
                  <a:lnTo>
                    <a:pt x="101928" y="515098"/>
                  </a:lnTo>
                  <a:close/>
                  <a:moveTo>
                    <a:pt x="422520" y="795812"/>
                  </a:moveTo>
                  <a:lnTo>
                    <a:pt x="396962" y="774512"/>
                  </a:lnTo>
                  <a:lnTo>
                    <a:pt x="383074" y="756046"/>
                  </a:lnTo>
                  <a:close/>
                  <a:moveTo>
                    <a:pt x="396962" y="774512"/>
                  </a:moveTo>
                  <a:lnTo>
                    <a:pt x="422520" y="795812"/>
                  </a:lnTo>
                  <a:lnTo>
                    <a:pt x="459796" y="788654"/>
                  </a:lnTo>
                  <a:close/>
                  <a:moveTo>
                    <a:pt x="207432" y="549092"/>
                  </a:moveTo>
                  <a:lnTo>
                    <a:pt x="207599" y="564823"/>
                  </a:lnTo>
                  <a:lnTo>
                    <a:pt x="241355" y="534607"/>
                  </a:lnTo>
                  <a:close/>
                  <a:moveTo>
                    <a:pt x="183400" y="541541"/>
                  </a:moveTo>
                  <a:lnTo>
                    <a:pt x="220531" y="516966"/>
                  </a:lnTo>
                  <a:lnTo>
                    <a:pt x="168727" y="515035"/>
                  </a:lnTo>
                  <a:close/>
                  <a:moveTo>
                    <a:pt x="168727" y="515035"/>
                  </a:moveTo>
                  <a:lnTo>
                    <a:pt x="220531" y="516966"/>
                  </a:lnTo>
                  <a:lnTo>
                    <a:pt x="201695" y="497852"/>
                  </a:lnTo>
                  <a:close/>
                  <a:moveTo>
                    <a:pt x="207432" y="549092"/>
                  </a:moveTo>
                  <a:lnTo>
                    <a:pt x="241355" y="534607"/>
                  </a:lnTo>
                  <a:lnTo>
                    <a:pt x="220531" y="516966"/>
                  </a:lnTo>
                  <a:close/>
                  <a:moveTo>
                    <a:pt x="201695" y="497852"/>
                  </a:moveTo>
                  <a:lnTo>
                    <a:pt x="177873" y="482051"/>
                  </a:lnTo>
                  <a:lnTo>
                    <a:pt x="156841" y="499622"/>
                  </a:lnTo>
                  <a:close/>
                  <a:moveTo>
                    <a:pt x="150587" y="461097"/>
                  </a:moveTo>
                  <a:lnTo>
                    <a:pt x="156841" y="499622"/>
                  </a:lnTo>
                  <a:lnTo>
                    <a:pt x="177873" y="482051"/>
                  </a:lnTo>
                  <a:close/>
                  <a:moveTo>
                    <a:pt x="312325" y="608117"/>
                  </a:moveTo>
                  <a:lnTo>
                    <a:pt x="357125" y="598153"/>
                  </a:lnTo>
                  <a:lnTo>
                    <a:pt x="311240" y="606958"/>
                  </a:lnTo>
                  <a:close/>
                  <a:moveTo>
                    <a:pt x="546763" y="672242"/>
                  </a:moveTo>
                  <a:lnTo>
                    <a:pt x="543262" y="684015"/>
                  </a:lnTo>
                  <a:lnTo>
                    <a:pt x="554033" y="630077"/>
                  </a:lnTo>
                  <a:close/>
                  <a:moveTo>
                    <a:pt x="554033" y="630077"/>
                  </a:moveTo>
                  <a:lnTo>
                    <a:pt x="543262" y="684015"/>
                  </a:lnTo>
                  <a:lnTo>
                    <a:pt x="551810" y="666832"/>
                  </a:lnTo>
                  <a:close/>
                  <a:moveTo>
                    <a:pt x="587591" y="590977"/>
                  </a:moveTo>
                  <a:lnTo>
                    <a:pt x="613932" y="606383"/>
                  </a:lnTo>
                  <a:lnTo>
                    <a:pt x="588731" y="576138"/>
                  </a:lnTo>
                  <a:close/>
                  <a:moveTo>
                    <a:pt x="556717" y="544241"/>
                  </a:moveTo>
                  <a:lnTo>
                    <a:pt x="588731" y="576138"/>
                  </a:lnTo>
                  <a:lnTo>
                    <a:pt x="564641" y="546671"/>
                  </a:lnTo>
                  <a:close/>
                  <a:moveTo>
                    <a:pt x="556717" y="544241"/>
                  </a:moveTo>
                  <a:lnTo>
                    <a:pt x="587591" y="590977"/>
                  </a:lnTo>
                  <a:lnTo>
                    <a:pt x="588731" y="576138"/>
                  </a:lnTo>
                  <a:close/>
                  <a:moveTo>
                    <a:pt x="544143" y="502628"/>
                  </a:moveTo>
                  <a:lnTo>
                    <a:pt x="547486" y="482530"/>
                  </a:lnTo>
                  <a:lnTo>
                    <a:pt x="496996" y="483057"/>
                  </a:lnTo>
                  <a:close/>
                  <a:moveTo>
                    <a:pt x="557801" y="539383"/>
                  </a:moveTo>
                  <a:lnTo>
                    <a:pt x="556717" y="544241"/>
                  </a:lnTo>
                  <a:lnTo>
                    <a:pt x="564641" y="546671"/>
                  </a:lnTo>
                  <a:close/>
                  <a:moveTo>
                    <a:pt x="588731" y="576138"/>
                  </a:moveTo>
                  <a:lnTo>
                    <a:pt x="622359" y="558955"/>
                  </a:lnTo>
                  <a:lnTo>
                    <a:pt x="564641" y="546671"/>
                  </a:lnTo>
                  <a:close/>
                  <a:moveTo>
                    <a:pt x="542832" y="485445"/>
                  </a:moveTo>
                  <a:lnTo>
                    <a:pt x="547486" y="482530"/>
                  </a:lnTo>
                  <a:lnTo>
                    <a:pt x="544143" y="502628"/>
                  </a:lnTo>
                  <a:close/>
                  <a:moveTo>
                    <a:pt x="630977" y="555705"/>
                  </a:moveTo>
                  <a:lnTo>
                    <a:pt x="666984" y="553520"/>
                  </a:lnTo>
                  <a:lnTo>
                    <a:pt x="659357" y="514974"/>
                  </a:lnTo>
                  <a:close/>
                  <a:moveTo>
                    <a:pt x="842734" y="561343"/>
                  </a:moveTo>
                  <a:lnTo>
                    <a:pt x="829922" y="574154"/>
                  </a:lnTo>
                  <a:lnTo>
                    <a:pt x="846442" y="564192"/>
                  </a:lnTo>
                  <a:close/>
                  <a:moveTo>
                    <a:pt x="842734" y="561343"/>
                  </a:moveTo>
                  <a:lnTo>
                    <a:pt x="846442" y="564192"/>
                  </a:lnTo>
                  <a:lnTo>
                    <a:pt x="850429" y="557482"/>
                  </a:lnTo>
                  <a:close/>
                  <a:moveTo>
                    <a:pt x="812441" y="524588"/>
                  </a:moveTo>
                  <a:lnTo>
                    <a:pt x="850429" y="557482"/>
                  </a:lnTo>
                  <a:lnTo>
                    <a:pt x="855205" y="508853"/>
                  </a:lnTo>
                  <a:close/>
                  <a:moveTo>
                    <a:pt x="846442" y="564192"/>
                  </a:moveTo>
                  <a:lnTo>
                    <a:pt x="874479" y="544160"/>
                  </a:lnTo>
                  <a:lnTo>
                    <a:pt x="850429" y="557482"/>
                  </a:lnTo>
                  <a:close/>
                  <a:moveTo>
                    <a:pt x="907861" y="573044"/>
                  </a:moveTo>
                  <a:lnTo>
                    <a:pt x="874479" y="544160"/>
                  </a:lnTo>
                  <a:lnTo>
                    <a:pt x="846442" y="564192"/>
                  </a:lnTo>
                  <a:close/>
                  <a:moveTo>
                    <a:pt x="814637" y="487833"/>
                  </a:moveTo>
                  <a:lnTo>
                    <a:pt x="812441" y="524588"/>
                  </a:lnTo>
                  <a:lnTo>
                    <a:pt x="855205" y="508853"/>
                  </a:lnTo>
                  <a:close/>
                  <a:moveTo>
                    <a:pt x="761890" y="451078"/>
                  </a:moveTo>
                  <a:lnTo>
                    <a:pt x="789676" y="476529"/>
                  </a:lnTo>
                  <a:lnTo>
                    <a:pt x="801334" y="436066"/>
                  </a:lnTo>
                  <a:close/>
                  <a:moveTo>
                    <a:pt x="761021" y="397140"/>
                  </a:moveTo>
                  <a:lnTo>
                    <a:pt x="761890" y="451078"/>
                  </a:lnTo>
                  <a:lnTo>
                    <a:pt x="802650" y="428830"/>
                  </a:lnTo>
                  <a:close/>
                  <a:moveTo>
                    <a:pt x="755020" y="414323"/>
                  </a:moveTo>
                  <a:lnTo>
                    <a:pt x="761890" y="451078"/>
                  </a:lnTo>
                  <a:lnTo>
                    <a:pt x="761021" y="397140"/>
                  </a:lnTo>
                  <a:close/>
                  <a:moveTo>
                    <a:pt x="538584" y="139855"/>
                  </a:moveTo>
                  <a:lnTo>
                    <a:pt x="546769" y="149605"/>
                  </a:lnTo>
                  <a:lnTo>
                    <a:pt x="563988" y="159395"/>
                  </a:lnTo>
                  <a:close/>
                  <a:moveTo>
                    <a:pt x="761021" y="397140"/>
                  </a:moveTo>
                  <a:lnTo>
                    <a:pt x="802650" y="428830"/>
                  </a:lnTo>
                  <a:lnTo>
                    <a:pt x="802083" y="379956"/>
                  </a:lnTo>
                  <a:close/>
                  <a:moveTo>
                    <a:pt x="777097" y="360385"/>
                  </a:moveTo>
                  <a:lnTo>
                    <a:pt x="761021" y="397140"/>
                  </a:lnTo>
                  <a:lnTo>
                    <a:pt x="802083" y="379956"/>
                  </a:lnTo>
                  <a:close/>
                  <a:moveTo>
                    <a:pt x="553880" y="121602"/>
                  </a:moveTo>
                  <a:lnTo>
                    <a:pt x="569067" y="131477"/>
                  </a:lnTo>
                  <a:lnTo>
                    <a:pt x="586942" y="120637"/>
                  </a:lnTo>
                  <a:close/>
                  <a:moveTo>
                    <a:pt x="602729" y="85917"/>
                  </a:moveTo>
                  <a:lnTo>
                    <a:pt x="569067" y="131477"/>
                  </a:lnTo>
                  <a:lnTo>
                    <a:pt x="586945" y="122672"/>
                  </a:lnTo>
                  <a:close/>
                  <a:moveTo>
                    <a:pt x="867786" y="490222"/>
                  </a:moveTo>
                  <a:lnTo>
                    <a:pt x="856771" y="462832"/>
                  </a:lnTo>
                  <a:lnTo>
                    <a:pt x="859601" y="505278"/>
                  </a:lnTo>
                  <a:close/>
                  <a:moveTo>
                    <a:pt x="938230" y="369597"/>
                  </a:moveTo>
                  <a:lnTo>
                    <a:pt x="998208" y="373059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38230" y="369597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27708" y="362773"/>
                  </a:lnTo>
                  <a:lnTo>
                    <a:pt x="938230" y="369597"/>
                  </a:lnTo>
                  <a:close/>
                  <a:moveTo>
                    <a:pt x="914866" y="326018"/>
                  </a:moveTo>
                  <a:lnTo>
                    <a:pt x="956842" y="345590"/>
                  </a:lnTo>
                  <a:lnTo>
                    <a:pt x="926310" y="308835"/>
                  </a:lnTo>
                  <a:close/>
                  <a:moveTo>
                    <a:pt x="926310" y="308835"/>
                  </a:moveTo>
                  <a:lnTo>
                    <a:pt x="958692" y="344655"/>
                  </a:lnTo>
                  <a:lnTo>
                    <a:pt x="962205" y="297051"/>
                  </a:lnTo>
                  <a:close/>
                  <a:moveTo>
                    <a:pt x="926310" y="308835"/>
                  </a:moveTo>
                  <a:lnTo>
                    <a:pt x="956842" y="345590"/>
                  </a:lnTo>
                  <a:lnTo>
                    <a:pt x="958692" y="344655"/>
                  </a:lnTo>
                  <a:close/>
                  <a:moveTo>
                    <a:pt x="1008373" y="331353"/>
                  </a:moveTo>
                  <a:lnTo>
                    <a:pt x="958078" y="347597"/>
                  </a:lnTo>
                  <a:lnTo>
                    <a:pt x="998208" y="373059"/>
                  </a:lnTo>
                  <a:close/>
                  <a:moveTo>
                    <a:pt x="958692" y="344655"/>
                  </a:moveTo>
                  <a:lnTo>
                    <a:pt x="1008373" y="331353"/>
                  </a:lnTo>
                  <a:lnTo>
                    <a:pt x="997001" y="295851"/>
                  </a:lnTo>
                  <a:close/>
                  <a:moveTo>
                    <a:pt x="958692" y="344655"/>
                  </a:moveTo>
                  <a:lnTo>
                    <a:pt x="997001" y="295851"/>
                  </a:lnTo>
                  <a:lnTo>
                    <a:pt x="962205" y="297051"/>
                  </a:lnTo>
                  <a:close/>
                  <a:moveTo>
                    <a:pt x="922916" y="257157"/>
                  </a:moveTo>
                  <a:lnTo>
                    <a:pt x="910491" y="294254"/>
                  </a:lnTo>
                  <a:lnTo>
                    <a:pt x="962205" y="297051"/>
                  </a:lnTo>
                  <a:close/>
                  <a:moveTo>
                    <a:pt x="956097" y="257270"/>
                  </a:moveTo>
                  <a:lnTo>
                    <a:pt x="922916" y="257157"/>
                  </a:lnTo>
                  <a:lnTo>
                    <a:pt x="962205" y="297051"/>
                  </a:lnTo>
                  <a:close/>
                  <a:moveTo>
                    <a:pt x="862463" y="235325"/>
                  </a:moveTo>
                  <a:lnTo>
                    <a:pt x="889957" y="218141"/>
                  </a:lnTo>
                  <a:lnTo>
                    <a:pt x="860365" y="231417"/>
                  </a:lnTo>
                  <a:close/>
                  <a:moveTo>
                    <a:pt x="854010" y="181386"/>
                  </a:moveTo>
                  <a:lnTo>
                    <a:pt x="841016" y="198570"/>
                  </a:lnTo>
                  <a:lnTo>
                    <a:pt x="860365" y="231417"/>
                  </a:lnTo>
                  <a:close/>
                  <a:moveTo>
                    <a:pt x="948573" y="36755"/>
                  </a:moveTo>
                  <a:lnTo>
                    <a:pt x="936990" y="76335"/>
                  </a:lnTo>
                  <a:lnTo>
                    <a:pt x="953085" y="40303"/>
                  </a:lnTo>
                  <a:close/>
                  <a:moveTo>
                    <a:pt x="948573" y="36755"/>
                  </a:moveTo>
                  <a:lnTo>
                    <a:pt x="951225" y="33349"/>
                  </a:lnTo>
                  <a:lnTo>
                    <a:pt x="913710" y="53938"/>
                  </a:lnTo>
                  <a:close/>
                  <a:moveTo>
                    <a:pt x="913710" y="53938"/>
                  </a:moveTo>
                  <a:lnTo>
                    <a:pt x="951225" y="33349"/>
                  </a:lnTo>
                  <a:lnTo>
                    <a:pt x="891572" y="14157"/>
                  </a:lnTo>
                  <a:close/>
                  <a:moveTo>
                    <a:pt x="913710" y="53938"/>
                  </a:moveTo>
                  <a:lnTo>
                    <a:pt x="891572" y="14157"/>
                  </a:lnTo>
                  <a:lnTo>
                    <a:pt x="889897" y="24840"/>
                  </a:lnTo>
                  <a:close/>
                  <a:moveTo>
                    <a:pt x="951225" y="33349"/>
                  </a:moveTo>
                  <a:lnTo>
                    <a:pt x="955486" y="36755"/>
                  </a:lnTo>
                  <a:lnTo>
                    <a:pt x="924365" y="14585"/>
                  </a:lnTo>
                  <a:close/>
                  <a:moveTo>
                    <a:pt x="887224" y="14844"/>
                  </a:moveTo>
                  <a:lnTo>
                    <a:pt x="881525" y="0"/>
                  </a:lnTo>
                  <a:lnTo>
                    <a:pt x="891572" y="14157"/>
                  </a:lnTo>
                  <a:close/>
                  <a:moveTo>
                    <a:pt x="948573" y="36755"/>
                  </a:moveTo>
                  <a:lnTo>
                    <a:pt x="953085" y="40303"/>
                  </a:lnTo>
                  <a:lnTo>
                    <a:pt x="955480" y="34036"/>
                  </a:lnTo>
                  <a:close/>
                  <a:moveTo>
                    <a:pt x="951225" y="33349"/>
                  </a:moveTo>
                  <a:lnTo>
                    <a:pt x="948573" y="36755"/>
                  </a:lnTo>
                  <a:lnTo>
                    <a:pt x="955480" y="34036"/>
                  </a:lnTo>
                  <a:close/>
                  <a:moveTo>
                    <a:pt x="955480" y="34036"/>
                  </a:moveTo>
                  <a:lnTo>
                    <a:pt x="953085" y="40303"/>
                  </a:lnTo>
                  <a:lnTo>
                    <a:pt x="955486" y="36755"/>
                  </a:lnTo>
                  <a:close/>
                  <a:moveTo>
                    <a:pt x="955480" y="34036"/>
                  </a:moveTo>
                  <a:lnTo>
                    <a:pt x="955486" y="36755"/>
                  </a:lnTo>
                  <a:lnTo>
                    <a:pt x="951225" y="3334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2" name="Input_density__43">
              <a:extLst>
                <a:ext uri="{FF2B5EF4-FFF2-40B4-BE49-F238E27FC236}">
                  <a16:creationId xmlns:a16="http://schemas.microsoft.com/office/drawing/2014/main" id="{3B3DE706-7052-B47C-4602-681FA0D905D1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53534"/>
              <a:ext cx="1013670" cy="860475"/>
            </a:xfrm>
            <a:custGeom>
              <a:avLst/>
              <a:gdLst/>
              <a:ahLst/>
              <a:cxnLst/>
              <a:rect l="0" t="0" r="0" b="0"/>
              <a:pathLst>
                <a:path w="1013670" h="860475">
                  <a:moveTo>
                    <a:pt x="47724" y="496468"/>
                  </a:moveTo>
                  <a:lnTo>
                    <a:pt x="12871" y="490734"/>
                  </a:lnTo>
                  <a:lnTo>
                    <a:pt x="0" y="483129"/>
                  </a:lnTo>
                  <a:close/>
                  <a:moveTo>
                    <a:pt x="365576" y="841196"/>
                  </a:moveTo>
                  <a:lnTo>
                    <a:pt x="351899" y="834130"/>
                  </a:lnTo>
                  <a:lnTo>
                    <a:pt x="376776" y="854703"/>
                  </a:lnTo>
                  <a:close/>
                  <a:moveTo>
                    <a:pt x="293695" y="697023"/>
                  </a:moveTo>
                  <a:lnTo>
                    <a:pt x="284634" y="727485"/>
                  </a:lnTo>
                  <a:lnTo>
                    <a:pt x="289455" y="715994"/>
                  </a:lnTo>
                  <a:close/>
                  <a:moveTo>
                    <a:pt x="47724" y="496468"/>
                  </a:moveTo>
                  <a:lnTo>
                    <a:pt x="88118" y="510414"/>
                  </a:lnTo>
                  <a:lnTo>
                    <a:pt x="101928" y="478344"/>
                  </a:lnTo>
                  <a:close/>
                  <a:moveTo>
                    <a:pt x="12871" y="490734"/>
                  </a:moveTo>
                  <a:lnTo>
                    <a:pt x="47724" y="496468"/>
                  </a:lnTo>
                  <a:lnTo>
                    <a:pt x="69482" y="481611"/>
                  </a:lnTo>
                  <a:close/>
                  <a:moveTo>
                    <a:pt x="33847" y="472950"/>
                  </a:moveTo>
                  <a:lnTo>
                    <a:pt x="12871" y="490734"/>
                  </a:lnTo>
                  <a:lnTo>
                    <a:pt x="69482" y="481611"/>
                  </a:lnTo>
                  <a:close/>
                  <a:moveTo>
                    <a:pt x="339106" y="789504"/>
                  </a:moveTo>
                  <a:lnTo>
                    <a:pt x="320119" y="752749"/>
                  </a:lnTo>
                  <a:lnTo>
                    <a:pt x="322905" y="768207"/>
                  </a:lnTo>
                  <a:close/>
                  <a:moveTo>
                    <a:pt x="284634" y="727485"/>
                  </a:moveTo>
                  <a:lnTo>
                    <a:pt x="320119" y="752749"/>
                  </a:lnTo>
                  <a:lnTo>
                    <a:pt x="302741" y="730844"/>
                  </a:lnTo>
                  <a:close/>
                  <a:moveTo>
                    <a:pt x="289455" y="715994"/>
                  </a:moveTo>
                  <a:lnTo>
                    <a:pt x="284634" y="727485"/>
                  </a:lnTo>
                  <a:lnTo>
                    <a:pt x="302741" y="730844"/>
                  </a:lnTo>
                  <a:close/>
                  <a:moveTo>
                    <a:pt x="365576" y="841196"/>
                  </a:moveTo>
                  <a:lnTo>
                    <a:pt x="404052" y="860475"/>
                  </a:lnTo>
                  <a:lnTo>
                    <a:pt x="421410" y="829166"/>
                  </a:lnTo>
                  <a:close/>
                  <a:moveTo>
                    <a:pt x="302741" y="730844"/>
                  </a:moveTo>
                  <a:lnTo>
                    <a:pt x="320119" y="752749"/>
                  </a:lnTo>
                  <a:lnTo>
                    <a:pt x="323022" y="741024"/>
                  </a:lnTo>
                  <a:close/>
                  <a:moveTo>
                    <a:pt x="289455" y="715994"/>
                  </a:moveTo>
                  <a:lnTo>
                    <a:pt x="323022" y="741024"/>
                  </a:lnTo>
                  <a:lnTo>
                    <a:pt x="285049" y="700060"/>
                  </a:lnTo>
                  <a:close/>
                  <a:moveTo>
                    <a:pt x="302741" y="730844"/>
                  </a:moveTo>
                  <a:lnTo>
                    <a:pt x="323022" y="741024"/>
                  </a:lnTo>
                  <a:lnTo>
                    <a:pt x="289455" y="715994"/>
                  </a:lnTo>
                  <a:close/>
                  <a:moveTo>
                    <a:pt x="242166" y="628938"/>
                  </a:moveTo>
                  <a:lnTo>
                    <a:pt x="243445" y="599642"/>
                  </a:lnTo>
                  <a:lnTo>
                    <a:pt x="211140" y="605729"/>
                  </a:lnTo>
                  <a:close/>
                  <a:moveTo>
                    <a:pt x="205193" y="568974"/>
                  </a:moveTo>
                  <a:lnTo>
                    <a:pt x="211140" y="605729"/>
                  </a:lnTo>
                  <a:lnTo>
                    <a:pt x="220677" y="551790"/>
                  </a:lnTo>
                  <a:close/>
                  <a:moveTo>
                    <a:pt x="207599" y="528068"/>
                  </a:moveTo>
                  <a:lnTo>
                    <a:pt x="199830" y="518518"/>
                  </a:lnTo>
                  <a:lnTo>
                    <a:pt x="220677" y="551790"/>
                  </a:lnTo>
                  <a:close/>
                  <a:moveTo>
                    <a:pt x="220677" y="551790"/>
                  </a:moveTo>
                  <a:lnTo>
                    <a:pt x="199830" y="518518"/>
                  </a:lnTo>
                  <a:lnTo>
                    <a:pt x="194205" y="532219"/>
                  </a:lnTo>
                  <a:close/>
                  <a:moveTo>
                    <a:pt x="168727" y="478280"/>
                  </a:moveTo>
                  <a:lnTo>
                    <a:pt x="174762" y="501504"/>
                  </a:lnTo>
                  <a:lnTo>
                    <a:pt x="160832" y="523134"/>
                  </a:lnTo>
                  <a:close/>
                  <a:moveTo>
                    <a:pt x="160832" y="523134"/>
                  </a:moveTo>
                  <a:lnTo>
                    <a:pt x="174762" y="501504"/>
                  </a:lnTo>
                  <a:lnTo>
                    <a:pt x="199830" y="518518"/>
                  </a:lnTo>
                  <a:close/>
                  <a:moveTo>
                    <a:pt x="104969" y="451967"/>
                  </a:moveTo>
                  <a:lnTo>
                    <a:pt x="69482" y="481611"/>
                  </a:lnTo>
                  <a:lnTo>
                    <a:pt x="101928" y="478344"/>
                  </a:lnTo>
                  <a:close/>
                  <a:moveTo>
                    <a:pt x="140960" y="441526"/>
                  </a:moveTo>
                  <a:lnTo>
                    <a:pt x="124099" y="404771"/>
                  </a:lnTo>
                  <a:lnTo>
                    <a:pt x="104969" y="451967"/>
                  </a:lnTo>
                  <a:close/>
                  <a:moveTo>
                    <a:pt x="124099" y="404771"/>
                  </a:moveTo>
                  <a:lnTo>
                    <a:pt x="105908" y="406457"/>
                  </a:lnTo>
                  <a:lnTo>
                    <a:pt x="104969" y="451967"/>
                  </a:lnTo>
                  <a:close/>
                  <a:moveTo>
                    <a:pt x="77688" y="387712"/>
                  </a:moveTo>
                  <a:lnTo>
                    <a:pt x="100616" y="404771"/>
                  </a:lnTo>
                  <a:lnTo>
                    <a:pt x="105908" y="406457"/>
                  </a:lnTo>
                  <a:close/>
                  <a:moveTo>
                    <a:pt x="69173" y="384246"/>
                  </a:moveTo>
                  <a:lnTo>
                    <a:pt x="100616" y="404771"/>
                  </a:lnTo>
                  <a:lnTo>
                    <a:pt x="77688" y="387712"/>
                  </a:lnTo>
                  <a:close/>
                  <a:moveTo>
                    <a:pt x="383074" y="719291"/>
                  </a:moveTo>
                  <a:lnTo>
                    <a:pt x="396962" y="737758"/>
                  </a:lnTo>
                  <a:lnTo>
                    <a:pt x="394445" y="735565"/>
                  </a:lnTo>
                  <a:close/>
                  <a:moveTo>
                    <a:pt x="367306" y="687363"/>
                  </a:moveTo>
                  <a:lnTo>
                    <a:pt x="383074" y="719291"/>
                  </a:lnTo>
                  <a:lnTo>
                    <a:pt x="394445" y="735565"/>
                  </a:lnTo>
                  <a:close/>
                  <a:moveTo>
                    <a:pt x="312325" y="571362"/>
                  </a:moveTo>
                  <a:lnTo>
                    <a:pt x="330336" y="613233"/>
                  </a:lnTo>
                  <a:lnTo>
                    <a:pt x="350154" y="591120"/>
                  </a:lnTo>
                  <a:close/>
                  <a:moveTo>
                    <a:pt x="183400" y="504786"/>
                  </a:moveTo>
                  <a:lnTo>
                    <a:pt x="207599" y="528068"/>
                  </a:lnTo>
                  <a:lnTo>
                    <a:pt x="207432" y="512338"/>
                  </a:lnTo>
                  <a:close/>
                  <a:moveTo>
                    <a:pt x="241355" y="497852"/>
                  </a:moveTo>
                  <a:lnTo>
                    <a:pt x="207599" y="528068"/>
                  </a:lnTo>
                  <a:lnTo>
                    <a:pt x="220677" y="551790"/>
                  </a:lnTo>
                  <a:close/>
                  <a:moveTo>
                    <a:pt x="207432" y="512338"/>
                  </a:moveTo>
                  <a:lnTo>
                    <a:pt x="220531" y="480211"/>
                  </a:lnTo>
                  <a:lnTo>
                    <a:pt x="183400" y="504786"/>
                  </a:lnTo>
                  <a:close/>
                  <a:moveTo>
                    <a:pt x="150587" y="424342"/>
                  </a:moveTo>
                  <a:lnTo>
                    <a:pt x="124099" y="404771"/>
                  </a:lnTo>
                  <a:lnTo>
                    <a:pt x="140960" y="441526"/>
                  </a:lnTo>
                  <a:close/>
                  <a:moveTo>
                    <a:pt x="130143" y="391416"/>
                  </a:moveTo>
                  <a:lnTo>
                    <a:pt x="100616" y="404771"/>
                  </a:lnTo>
                  <a:lnTo>
                    <a:pt x="120089" y="394928"/>
                  </a:lnTo>
                  <a:close/>
                  <a:moveTo>
                    <a:pt x="120089" y="394928"/>
                  </a:moveTo>
                  <a:lnTo>
                    <a:pt x="100616" y="404771"/>
                  </a:lnTo>
                  <a:lnTo>
                    <a:pt x="104202" y="363097"/>
                  </a:lnTo>
                  <a:close/>
                  <a:moveTo>
                    <a:pt x="312325" y="571362"/>
                  </a:moveTo>
                  <a:lnTo>
                    <a:pt x="350154" y="591120"/>
                  </a:lnTo>
                  <a:lnTo>
                    <a:pt x="357125" y="561398"/>
                  </a:lnTo>
                  <a:close/>
                  <a:moveTo>
                    <a:pt x="311240" y="570203"/>
                  </a:moveTo>
                  <a:lnTo>
                    <a:pt x="357125" y="561398"/>
                  </a:lnTo>
                  <a:lnTo>
                    <a:pt x="357809" y="523532"/>
                  </a:lnTo>
                  <a:close/>
                  <a:moveTo>
                    <a:pt x="247009" y="407159"/>
                  </a:moveTo>
                  <a:lnTo>
                    <a:pt x="235599" y="440339"/>
                  </a:lnTo>
                  <a:lnTo>
                    <a:pt x="251916" y="413767"/>
                  </a:lnTo>
                  <a:close/>
                  <a:moveTo>
                    <a:pt x="239801" y="443914"/>
                  </a:moveTo>
                  <a:lnTo>
                    <a:pt x="263894" y="421554"/>
                  </a:lnTo>
                  <a:lnTo>
                    <a:pt x="251916" y="413767"/>
                  </a:lnTo>
                  <a:close/>
                  <a:moveTo>
                    <a:pt x="308508" y="367572"/>
                  </a:moveTo>
                  <a:lnTo>
                    <a:pt x="340140" y="396219"/>
                  </a:lnTo>
                  <a:lnTo>
                    <a:pt x="346688" y="385744"/>
                  </a:lnTo>
                  <a:close/>
                  <a:moveTo>
                    <a:pt x="284128" y="370404"/>
                  </a:moveTo>
                  <a:lnTo>
                    <a:pt x="340140" y="396219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84024" y="370005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67803" y="316465"/>
                  </a:lnTo>
                  <a:lnTo>
                    <a:pt x="275531" y="332162"/>
                  </a:lnTo>
                  <a:close/>
                  <a:moveTo>
                    <a:pt x="513711" y="604856"/>
                  </a:moveTo>
                  <a:lnTo>
                    <a:pt x="512252" y="631031"/>
                  </a:lnTo>
                  <a:lnTo>
                    <a:pt x="530253" y="610505"/>
                  </a:lnTo>
                  <a:close/>
                  <a:moveTo>
                    <a:pt x="509391" y="563621"/>
                  </a:moveTo>
                  <a:lnTo>
                    <a:pt x="530253" y="610505"/>
                  </a:lnTo>
                  <a:lnTo>
                    <a:pt x="518309" y="573750"/>
                  </a:lnTo>
                  <a:close/>
                  <a:moveTo>
                    <a:pt x="513711" y="604856"/>
                  </a:moveTo>
                  <a:lnTo>
                    <a:pt x="530253" y="610505"/>
                  </a:lnTo>
                  <a:lnTo>
                    <a:pt x="509391" y="563621"/>
                  </a:lnTo>
                  <a:close/>
                  <a:moveTo>
                    <a:pt x="513711" y="604856"/>
                  </a:moveTo>
                  <a:lnTo>
                    <a:pt x="509391" y="563621"/>
                  </a:lnTo>
                  <a:lnTo>
                    <a:pt x="508004" y="593322"/>
                  </a:lnTo>
                  <a:close/>
                  <a:moveTo>
                    <a:pt x="473776" y="520739"/>
                  </a:moveTo>
                  <a:lnTo>
                    <a:pt x="509391" y="563621"/>
                  </a:lnTo>
                  <a:lnTo>
                    <a:pt x="490366" y="534341"/>
                  </a:lnTo>
                  <a:close/>
                  <a:moveTo>
                    <a:pt x="473776" y="520739"/>
                  </a:moveTo>
                  <a:lnTo>
                    <a:pt x="490366" y="534341"/>
                  </a:lnTo>
                  <a:lnTo>
                    <a:pt x="485010" y="529178"/>
                  </a:lnTo>
                  <a:close/>
                  <a:moveTo>
                    <a:pt x="391670" y="429350"/>
                  </a:moveTo>
                  <a:lnTo>
                    <a:pt x="436492" y="461557"/>
                  </a:lnTo>
                  <a:lnTo>
                    <a:pt x="454246" y="442526"/>
                  </a:lnTo>
                  <a:close/>
                  <a:moveTo>
                    <a:pt x="391670" y="429350"/>
                  </a:moveTo>
                  <a:lnTo>
                    <a:pt x="454246" y="442526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91670" y="429350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89871" y="426730"/>
                  </a:lnTo>
                  <a:lnTo>
                    <a:pt x="391670" y="429350"/>
                  </a:lnTo>
                  <a:close/>
                  <a:moveTo>
                    <a:pt x="368009" y="389975"/>
                  </a:moveTo>
                  <a:lnTo>
                    <a:pt x="389871" y="426730"/>
                  </a:lnTo>
                  <a:lnTo>
                    <a:pt x="388693" y="409547"/>
                  </a:lnTo>
                  <a:close/>
                  <a:moveTo>
                    <a:pt x="368009" y="389975"/>
                  </a:moveTo>
                  <a:lnTo>
                    <a:pt x="388693" y="409547"/>
                  </a:lnTo>
                  <a:lnTo>
                    <a:pt x="372468" y="372792"/>
                  </a:lnTo>
                  <a:close/>
                  <a:moveTo>
                    <a:pt x="368009" y="389975"/>
                  </a:moveTo>
                  <a:lnTo>
                    <a:pt x="372468" y="372792"/>
                  </a:lnTo>
                  <a:lnTo>
                    <a:pt x="346688" y="385744"/>
                  </a:lnTo>
                  <a:close/>
                  <a:moveTo>
                    <a:pt x="372468" y="372792"/>
                  </a:moveTo>
                  <a:lnTo>
                    <a:pt x="364991" y="357967"/>
                  </a:lnTo>
                  <a:lnTo>
                    <a:pt x="346688" y="385744"/>
                  </a:lnTo>
                  <a:close/>
                  <a:moveTo>
                    <a:pt x="312100" y="336037"/>
                  </a:moveTo>
                  <a:lnTo>
                    <a:pt x="275646" y="353220"/>
                  </a:lnTo>
                  <a:lnTo>
                    <a:pt x="308508" y="367572"/>
                  </a:lnTo>
                  <a:close/>
                  <a:moveTo>
                    <a:pt x="312100" y="336037"/>
                  </a:moveTo>
                  <a:lnTo>
                    <a:pt x="267803" y="316465"/>
                  </a:lnTo>
                  <a:lnTo>
                    <a:pt x="275646" y="353220"/>
                  </a:lnTo>
                  <a:close/>
                  <a:moveTo>
                    <a:pt x="308508" y="367572"/>
                  </a:moveTo>
                  <a:lnTo>
                    <a:pt x="346688" y="385744"/>
                  </a:lnTo>
                  <a:lnTo>
                    <a:pt x="364991" y="357967"/>
                  </a:lnTo>
                  <a:close/>
                  <a:moveTo>
                    <a:pt x="619972" y="592209"/>
                  </a:moveTo>
                  <a:lnTo>
                    <a:pt x="623337" y="593322"/>
                  </a:lnTo>
                  <a:lnTo>
                    <a:pt x="607471" y="582807"/>
                  </a:lnTo>
                  <a:close/>
                  <a:moveTo>
                    <a:pt x="619972" y="592209"/>
                  </a:moveTo>
                  <a:lnTo>
                    <a:pt x="622900" y="576139"/>
                  </a:lnTo>
                  <a:lnTo>
                    <a:pt x="629213" y="592220"/>
                  </a:lnTo>
                  <a:close/>
                  <a:moveTo>
                    <a:pt x="613932" y="569629"/>
                  </a:moveTo>
                  <a:lnTo>
                    <a:pt x="629213" y="592220"/>
                  </a:lnTo>
                  <a:lnTo>
                    <a:pt x="622900" y="576139"/>
                  </a:lnTo>
                  <a:close/>
                  <a:moveTo>
                    <a:pt x="587591" y="554222"/>
                  </a:moveTo>
                  <a:lnTo>
                    <a:pt x="629213" y="592220"/>
                  </a:lnTo>
                  <a:lnTo>
                    <a:pt x="613932" y="569629"/>
                  </a:lnTo>
                  <a:close/>
                  <a:moveTo>
                    <a:pt x="607471" y="582807"/>
                  </a:moveTo>
                  <a:lnTo>
                    <a:pt x="623337" y="593322"/>
                  </a:lnTo>
                  <a:lnTo>
                    <a:pt x="587830" y="568245"/>
                  </a:lnTo>
                  <a:close/>
                  <a:moveTo>
                    <a:pt x="557801" y="502629"/>
                  </a:moveTo>
                  <a:lnTo>
                    <a:pt x="532750" y="486888"/>
                  </a:lnTo>
                  <a:lnTo>
                    <a:pt x="556717" y="507486"/>
                  </a:lnTo>
                  <a:close/>
                  <a:moveTo>
                    <a:pt x="530019" y="483057"/>
                  </a:moveTo>
                  <a:lnTo>
                    <a:pt x="532750" y="486888"/>
                  </a:lnTo>
                  <a:lnTo>
                    <a:pt x="557801" y="502629"/>
                  </a:lnTo>
                  <a:close/>
                  <a:moveTo>
                    <a:pt x="544143" y="465874"/>
                  </a:moveTo>
                  <a:lnTo>
                    <a:pt x="530019" y="483057"/>
                  </a:lnTo>
                  <a:lnTo>
                    <a:pt x="557801" y="502629"/>
                  </a:lnTo>
                  <a:close/>
                  <a:moveTo>
                    <a:pt x="454246" y="442526"/>
                  </a:moveTo>
                  <a:lnTo>
                    <a:pt x="485750" y="435735"/>
                  </a:lnTo>
                  <a:lnTo>
                    <a:pt x="467258" y="394966"/>
                  </a:lnTo>
                  <a:close/>
                  <a:moveTo>
                    <a:pt x="364991" y="357967"/>
                  </a:moveTo>
                  <a:lnTo>
                    <a:pt x="372468" y="372792"/>
                  </a:lnTo>
                  <a:lnTo>
                    <a:pt x="370522" y="371519"/>
                  </a:lnTo>
                  <a:close/>
                  <a:moveTo>
                    <a:pt x="402249" y="283319"/>
                  </a:moveTo>
                  <a:lnTo>
                    <a:pt x="372996" y="263324"/>
                  </a:lnTo>
                  <a:lnTo>
                    <a:pt x="399125" y="282099"/>
                  </a:lnTo>
                  <a:close/>
                  <a:moveTo>
                    <a:pt x="405076" y="287055"/>
                  </a:moveTo>
                  <a:lnTo>
                    <a:pt x="402249" y="283319"/>
                  </a:lnTo>
                  <a:lnTo>
                    <a:pt x="399125" y="282099"/>
                  </a:lnTo>
                  <a:close/>
                  <a:moveTo>
                    <a:pt x="666984" y="516766"/>
                  </a:moveTo>
                  <a:lnTo>
                    <a:pt x="712469" y="506875"/>
                  </a:lnTo>
                  <a:lnTo>
                    <a:pt x="659357" y="478219"/>
                  </a:lnTo>
                  <a:close/>
                  <a:moveTo>
                    <a:pt x="712469" y="506875"/>
                  </a:moveTo>
                  <a:lnTo>
                    <a:pt x="718242" y="522200"/>
                  </a:lnTo>
                  <a:lnTo>
                    <a:pt x="688850" y="504375"/>
                  </a:lnTo>
                  <a:close/>
                  <a:moveTo>
                    <a:pt x="812441" y="487833"/>
                  </a:moveTo>
                  <a:lnTo>
                    <a:pt x="842734" y="524589"/>
                  </a:lnTo>
                  <a:lnTo>
                    <a:pt x="850429" y="520727"/>
                  </a:lnTo>
                  <a:close/>
                  <a:moveTo>
                    <a:pt x="888076" y="558526"/>
                  </a:moveTo>
                  <a:lnTo>
                    <a:pt x="907861" y="536290"/>
                  </a:lnTo>
                  <a:lnTo>
                    <a:pt x="846442" y="527437"/>
                  </a:lnTo>
                  <a:close/>
                  <a:moveTo>
                    <a:pt x="801334" y="399311"/>
                  </a:moveTo>
                  <a:lnTo>
                    <a:pt x="789676" y="439774"/>
                  </a:lnTo>
                  <a:lnTo>
                    <a:pt x="824928" y="397140"/>
                  </a:lnTo>
                  <a:close/>
                  <a:moveTo>
                    <a:pt x="761890" y="414324"/>
                  </a:moveTo>
                  <a:lnTo>
                    <a:pt x="801334" y="399311"/>
                  </a:lnTo>
                  <a:lnTo>
                    <a:pt x="802650" y="392075"/>
                  </a:lnTo>
                  <a:close/>
                  <a:moveTo>
                    <a:pt x="802083" y="343202"/>
                  </a:moveTo>
                  <a:lnTo>
                    <a:pt x="802650" y="392075"/>
                  </a:lnTo>
                  <a:lnTo>
                    <a:pt x="818360" y="354603"/>
                  </a:lnTo>
                  <a:close/>
                  <a:moveTo>
                    <a:pt x="797768" y="397140"/>
                  </a:moveTo>
                  <a:lnTo>
                    <a:pt x="760925" y="360649"/>
                  </a:lnTo>
                  <a:lnTo>
                    <a:pt x="785442" y="385143"/>
                  </a:lnTo>
                  <a:close/>
                  <a:moveTo>
                    <a:pt x="777097" y="323630"/>
                  </a:moveTo>
                  <a:lnTo>
                    <a:pt x="802083" y="343202"/>
                  </a:lnTo>
                  <a:lnTo>
                    <a:pt x="776922" y="306447"/>
                  </a:lnTo>
                  <a:close/>
                  <a:moveTo>
                    <a:pt x="596721" y="120445"/>
                  </a:moveTo>
                  <a:lnTo>
                    <a:pt x="620367" y="112647"/>
                  </a:lnTo>
                  <a:lnTo>
                    <a:pt x="563988" y="122640"/>
                  </a:lnTo>
                  <a:close/>
                  <a:moveTo>
                    <a:pt x="822242" y="337567"/>
                  </a:moveTo>
                  <a:lnTo>
                    <a:pt x="818360" y="354603"/>
                  </a:lnTo>
                  <a:lnTo>
                    <a:pt x="853933" y="338890"/>
                  </a:lnTo>
                  <a:close/>
                  <a:moveTo>
                    <a:pt x="683565" y="105489"/>
                  </a:moveTo>
                  <a:lnTo>
                    <a:pt x="676406" y="101383"/>
                  </a:lnTo>
                  <a:lnTo>
                    <a:pt x="656214" y="122097"/>
                  </a:lnTo>
                  <a:close/>
                  <a:moveTo>
                    <a:pt x="620367" y="112647"/>
                  </a:moveTo>
                  <a:lnTo>
                    <a:pt x="656214" y="122097"/>
                  </a:lnTo>
                  <a:lnTo>
                    <a:pt x="676406" y="101383"/>
                  </a:lnTo>
                  <a:close/>
                  <a:moveTo>
                    <a:pt x="938230" y="332842"/>
                  </a:moveTo>
                  <a:lnTo>
                    <a:pt x="993617" y="351341"/>
                  </a:lnTo>
                  <a:lnTo>
                    <a:pt x="998208" y="336304"/>
                  </a:lnTo>
                  <a:close/>
                  <a:moveTo>
                    <a:pt x="926310" y="272080"/>
                  </a:moveTo>
                  <a:lnTo>
                    <a:pt x="894133" y="243803"/>
                  </a:lnTo>
                  <a:lnTo>
                    <a:pt x="906070" y="252509"/>
                  </a:lnTo>
                  <a:close/>
                  <a:moveTo>
                    <a:pt x="841718" y="169832"/>
                  </a:moveTo>
                  <a:lnTo>
                    <a:pt x="862463" y="198570"/>
                  </a:lnTo>
                  <a:lnTo>
                    <a:pt x="860365" y="194663"/>
                  </a:lnTo>
                  <a:close/>
                  <a:moveTo>
                    <a:pt x="841016" y="161815"/>
                  </a:moveTo>
                  <a:lnTo>
                    <a:pt x="841718" y="169832"/>
                  </a:lnTo>
                  <a:lnTo>
                    <a:pt x="860365" y="194663"/>
                  </a:lnTo>
                  <a:close/>
                  <a:moveTo>
                    <a:pt x="998208" y="336304"/>
                  </a:moveTo>
                  <a:lnTo>
                    <a:pt x="1013670" y="308835"/>
                  </a:lnTo>
                  <a:lnTo>
                    <a:pt x="1008373" y="294598"/>
                  </a:lnTo>
                  <a:close/>
                  <a:moveTo>
                    <a:pt x="997001" y="259096"/>
                  </a:moveTo>
                  <a:lnTo>
                    <a:pt x="1008373" y="294598"/>
                  </a:lnTo>
                  <a:lnTo>
                    <a:pt x="1013670" y="308835"/>
                  </a:lnTo>
                  <a:close/>
                  <a:moveTo>
                    <a:pt x="962205" y="260297"/>
                  </a:moveTo>
                  <a:lnTo>
                    <a:pt x="910491" y="257500"/>
                  </a:lnTo>
                  <a:lnTo>
                    <a:pt x="926310" y="272080"/>
                  </a:lnTo>
                  <a:close/>
                  <a:moveTo>
                    <a:pt x="962205" y="260297"/>
                  </a:moveTo>
                  <a:lnTo>
                    <a:pt x="997001" y="259096"/>
                  </a:lnTo>
                  <a:lnTo>
                    <a:pt x="975014" y="232224"/>
                  </a:lnTo>
                  <a:close/>
                  <a:moveTo>
                    <a:pt x="962205" y="260297"/>
                  </a:moveTo>
                  <a:lnTo>
                    <a:pt x="975014" y="232224"/>
                  </a:lnTo>
                  <a:lnTo>
                    <a:pt x="956097" y="220515"/>
                  </a:lnTo>
                  <a:close/>
                  <a:moveTo>
                    <a:pt x="943967" y="185629"/>
                  </a:moveTo>
                  <a:lnTo>
                    <a:pt x="924309" y="212953"/>
                  </a:lnTo>
                  <a:lnTo>
                    <a:pt x="922916" y="220402"/>
                  </a:lnTo>
                  <a:close/>
                  <a:moveTo>
                    <a:pt x="854010" y="144632"/>
                  </a:moveTo>
                  <a:lnTo>
                    <a:pt x="811474" y="122586"/>
                  </a:lnTo>
                  <a:lnTo>
                    <a:pt x="818339" y="125060"/>
                  </a:lnTo>
                  <a:close/>
                  <a:moveTo>
                    <a:pt x="854010" y="144632"/>
                  </a:moveTo>
                  <a:lnTo>
                    <a:pt x="818339" y="125060"/>
                  </a:lnTo>
                  <a:lnTo>
                    <a:pt x="841016" y="161815"/>
                  </a:lnTo>
                  <a:close/>
                  <a:moveTo>
                    <a:pt x="948573" y="0"/>
                  </a:moveTo>
                  <a:lnTo>
                    <a:pt x="913710" y="17183"/>
                  </a:lnTo>
                  <a:lnTo>
                    <a:pt x="936990" y="39580"/>
                  </a:lnTo>
                  <a:close/>
                  <a:moveTo>
                    <a:pt x="953085" y="3548"/>
                  </a:moveTo>
                  <a:lnTo>
                    <a:pt x="966232" y="15629"/>
                  </a:lnTo>
                  <a:lnTo>
                    <a:pt x="955486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53" name="Input_density__44">
              <a:extLst>
                <a:ext uri="{FF2B5EF4-FFF2-40B4-BE49-F238E27FC236}">
                  <a16:creationId xmlns:a16="http://schemas.microsoft.com/office/drawing/2014/main" id="{9C46CED1-C695-AFEB-1A3E-D675691ACF3D}"/>
                </a:ext>
              </a:extLst>
            </p:cNvPr>
            <p:cNvSpPr>
              <a:spLocks noGrp="1"/>
            </p:cNvSpPr>
            <p:nvPr/>
          </p:nvSpPr>
          <p:spPr>
            <a:xfrm>
              <a:off x="980619" y="2459023"/>
              <a:ext cx="927290" cy="754986"/>
            </a:xfrm>
            <a:custGeom>
              <a:avLst/>
              <a:gdLst/>
              <a:ahLst/>
              <a:cxnLst/>
              <a:rect l="0" t="0" r="0" b="0"/>
              <a:pathLst>
                <a:path w="927290" h="754986">
                  <a:moveTo>
                    <a:pt x="356328" y="754986"/>
                  </a:moveTo>
                  <a:lnTo>
                    <a:pt x="317852" y="735708"/>
                  </a:lnTo>
                  <a:lnTo>
                    <a:pt x="329052" y="749214"/>
                  </a:lnTo>
                  <a:close/>
                  <a:moveTo>
                    <a:pt x="0" y="390980"/>
                  </a:moveTo>
                  <a:lnTo>
                    <a:pt x="54204" y="372855"/>
                  </a:lnTo>
                  <a:lnTo>
                    <a:pt x="21758" y="376123"/>
                  </a:lnTo>
                  <a:close/>
                  <a:moveTo>
                    <a:pt x="373686" y="723677"/>
                  </a:moveTo>
                  <a:lnTo>
                    <a:pt x="356328" y="754986"/>
                  </a:lnTo>
                  <a:lnTo>
                    <a:pt x="409310" y="732293"/>
                  </a:lnTo>
                  <a:close/>
                  <a:moveTo>
                    <a:pt x="163416" y="500240"/>
                  </a:moveTo>
                  <a:lnTo>
                    <a:pt x="195721" y="494154"/>
                  </a:lnTo>
                  <a:lnTo>
                    <a:pt x="203682" y="461789"/>
                  </a:lnTo>
                  <a:close/>
                  <a:moveTo>
                    <a:pt x="172953" y="446302"/>
                  </a:moveTo>
                  <a:lnTo>
                    <a:pt x="163416" y="500240"/>
                  </a:lnTo>
                  <a:lnTo>
                    <a:pt x="203682" y="461789"/>
                  </a:lnTo>
                  <a:close/>
                  <a:moveTo>
                    <a:pt x="30640" y="341020"/>
                  </a:moveTo>
                  <a:lnTo>
                    <a:pt x="21758" y="376123"/>
                  </a:lnTo>
                  <a:lnTo>
                    <a:pt x="57245" y="346479"/>
                  </a:lnTo>
                  <a:close/>
                  <a:moveTo>
                    <a:pt x="52892" y="299282"/>
                  </a:moveTo>
                  <a:lnTo>
                    <a:pt x="33376" y="323349"/>
                  </a:lnTo>
                  <a:lnTo>
                    <a:pt x="58183" y="300969"/>
                  </a:lnTo>
                  <a:close/>
                  <a:moveTo>
                    <a:pt x="58183" y="300969"/>
                  </a:moveTo>
                  <a:lnTo>
                    <a:pt x="30640" y="341020"/>
                  </a:lnTo>
                  <a:lnTo>
                    <a:pt x="57245" y="346479"/>
                  </a:lnTo>
                  <a:close/>
                  <a:moveTo>
                    <a:pt x="152106" y="413029"/>
                  </a:moveTo>
                  <a:lnTo>
                    <a:pt x="159875" y="422579"/>
                  </a:lnTo>
                  <a:lnTo>
                    <a:pt x="125181" y="452578"/>
                  </a:lnTo>
                  <a:close/>
                  <a:moveTo>
                    <a:pt x="409310" y="732293"/>
                  </a:moveTo>
                  <a:lnTo>
                    <a:pt x="430306" y="714587"/>
                  </a:lnTo>
                  <a:lnTo>
                    <a:pt x="373686" y="723677"/>
                  </a:lnTo>
                  <a:close/>
                  <a:moveTo>
                    <a:pt x="172953" y="446302"/>
                  </a:moveTo>
                  <a:lnTo>
                    <a:pt x="203682" y="461789"/>
                  </a:lnTo>
                  <a:lnTo>
                    <a:pt x="225221" y="446114"/>
                  </a:lnTo>
                  <a:close/>
                  <a:moveTo>
                    <a:pt x="263516" y="464715"/>
                  </a:moveTo>
                  <a:lnTo>
                    <a:pt x="236672" y="443202"/>
                  </a:lnTo>
                  <a:lnTo>
                    <a:pt x="264600" y="465874"/>
                  </a:lnTo>
                  <a:close/>
                  <a:moveTo>
                    <a:pt x="225221" y="446114"/>
                  </a:moveTo>
                  <a:lnTo>
                    <a:pt x="203682" y="461789"/>
                  </a:lnTo>
                  <a:lnTo>
                    <a:pt x="263516" y="464715"/>
                  </a:lnTo>
                  <a:close/>
                  <a:moveTo>
                    <a:pt x="102863" y="318854"/>
                  </a:moveTo>
                  <a:lnTo>
                    <a:pt x="72365" y="289439"/>
                  </a:lnTo>
                  <a:lnTo>
                    <a:pt x="76375" y="299282"/>
                  </a:lnTo>
                  <a:close/>
                  <a:moveTo>
                    <a:pt x="263516" y="464715"/>
                  </a:moveTo>
                  <a:lnTo>
                    <a:pt x="310085" y="418043"/>
                  </a:lnTo>
                  <a:lnTo>
                    <a:pt x="282757" y="440447"/>
                  </a:lnTo>
                  <a:close/>
                  <a:moveTo>
                    <a:pt x="302430" y="485632"/>
                  </a:moveTo>
                  <a:lnTo>
                    <a:pt x="322734" y="465874"/>
                  </a:lnTo>
                  <a:lnTo>
                    <a:pt x="309401" y="455910"/>
                  </a:lnTo>
                  <a:close/>
                  <a:moveTo>
                    <a:pt x="322734" y="465874"/>
                  </a:moveTo>
                  <a:lnTo>
                    <a:pt x="310085" y="418043"/>
                  </a:lnTo>
                  <a:lnTo>
                    <a:pt x="309401" y="455910"/>
                  </a:lnTo>
                  <a:close/>
                  <a:moveTo>
                    <a:pt x="282757" y="440447"/>
                  </a:moveTo>
                  <a:lnTo>
                    <a:pt x="225221" y="446114"/>
                  </a:lnTo>
                  <a:lnTo>
                    <a:pt x="263516" y="464715"/>
                  </a:lnTo>
                  <a:close/>
                  <a:moveTo>
                    <a:pt x="182771" y="253858"/>
                  </a:moveTo>
                  <a:lnTo>
                    <a:pt x="199285" y="301670"/>
                  </a:lnTo>
                  <a:lnTo>
                    <a:pt x="188574" y="264915"/>
                  </a:lnTo>
                  <a:close/>
                  <a:moveTo>
                    <a:pt x="464527" y="525542"/>
                  </a:moveTo>
                  <a:lnTo>
                    <a:pt x="465987" y="499367"/>
                  </a:lnTo>
                  <a:lnTo>
                    <a:pt x="463457" y="541772"/>
                  </a:lnTo>
                  <a:close/>
                  <a:moveTo>
                    <a:pt x="442641" y="428853"/>
                  </a:moveTo>
                  <a:lnTo>
                    <a:pt x="461667" y="458132"/>
                  </a:lnTo>
                  <a:lnTo>
                    <a:pt x="470585" y="468262"/>
                  </a:lnTo>
                  <a:close/>
                  <a:moveTo>
                    <a:pt x="264375" y="230548"/>
                  </a:moveTo>
                  <a:lnTo>
                    <a:pt x="221353" y="204833"/>
                  </a:lnTo>
                  <a:lnTo>
                    <a:pt x="220079" y="210977"/>
                  </a:lnTo>
                  <a:close/>
                  <a:moveTo>
                    <a:pt x="280436" y="239352"/>
                  </a:moveTo>
                  <a:lnTo>
                    <a:pt x="260784" y="262084"/>
                  </a:lnTo>
                  <a:lnTo>
                    <a:pt x="317267" y="252479"/>
                  </a:lnTo>
                  <a:close/>
                  <a:moveTo>
                    <a:pt x="370300" y="326186"/>
                  </a:moveTo>
                  <a:lnTo>
                    <a:pt x="406522" y="337037"/>
                  </a:lnTo>
                  <a:lnTo>
                    <a:pt x="419533" y="289478"/>
                  </a:lnTo>
                  <a:close/>
                  <a:moveTo>
                    <a:pt x="438026" y="330247"/>
                  </a:moveTo>
                  <a:lnTo>
                    <a:pt x="443279" y="294093"/>
                  </a:lnTo>
                  <a:lnTo>
                    <a:pt x="419533" y="289478"/>
                  </a:lnTo>
                  <a:close/>
                  <a:moveTo>
                    <a:pt x="354525" y="177830"/>
                  </a:moveTo>
                  <a:lnTo>
                    <a:pt x="357351" y="181566"/>
                  </a:lnTo>
                  <a:lnTo>
                    <a:pt x="377408" y="213365"/>
                  </a:lnTo>
                  <a:close/>
                  <a:moveTo>
                    <a:pt x="391686" y="237113"/>
                  </a:moveTo>
                  <a:lnTo>
                    <a:pt x="415441" y="274177"/>
                  </a:lnTo>
                  <a:lnTo>
                    <a:pt x="404558" y="250120"/>
                  </a:lnTo>
                  <a:close/>
                  <a:moveTo>
                    <a:pt x="366551" y="196182"/>
                  </a:moveTo>
                  <a:lnTo>
                    <a:pt x="357351" y="181566"/>
                  </a:lnTo>
                  <a:lnTo>
                    <a:pt x="351401" y="176610"/>
                  </a:lnTo>
                  <a:close/>
                  <a:moveTo>
                    <a:pt x="391838" y="89722"/>
                  </a:moveTo>
                  <a:lnTo>
                    <a:pt x="391838" y="129837"/>
                  </a:lnTo>
                  <a:lnTo>
                    <a:pt x="388703" y="122672"/>
                  </a:lnTo>
                  <a:close/>
                  <a:moveTo>
                    <a:pt x="664745" y="401387"/>
                  </a:moveTo>
                  <a:lnTo>
                    <a:pt x="685150" y="453467"/>
                  </a:lnTo>
                  <a:lnTo>
                    <a:pt x="670518" y="416712"/>
                  </a:lnTo>
                  <a:close/>
                  <a:moveTo>
                    <a:pt x="619259" y="411277"/>
                  </a:moveTo>
                  <a:lnTo>
                    <a:pt x="667833" y="443622"/>
                  </a:lnTo>
                  <a:lnTo>
                    <a:pt x="664745" y="401387"/>
                  </a:lnTo>
                  <a:close/>
                  <a:moveTo>
                    <a:pt x="611633" y="372730"/>
                  </a:moveTo>
                  <a:lnTo>
                    <a:pt x="641126" y="398886"/>
                  </a:lnTo>
                  <a:lnTo>
                    <a:pt x="619346" y="379957"/>
                  </a:lnTo>
                  <a:close/>
                  <a:moveTo>
                    <a:pt x="664745" y="401387"/>
                  </a:moveTo>
                  <a:lnTo>
                    <a:pt x="641126" y="398886"/>
                  </a:lnTo>
                  <a:lnTo>
                    <a:pt x="611633" y="372730"/>
                  </a:lnTo>
                  <a:close/>
                  <a:moveTo>
                    <a:pt x="589277" y="363816"/>
                  </a:moveTo>
                  <a:lnTo>
                    <a:pt x="598100" y="362595"/>
                  </a:lnTo>
                  <a:lnTo>
                    <a:pt x="591781" y="326018"/>
                  </a:lnTo>
                  <a:close/>
                  <a:moveTo>
                    <a:pt x="611633" y="372730"/>
                  </a:moveTo>
                  <a:lnTo>
                    <a:pt x="598100" y="362595"/>
                  </a:lnTo>
                  <a:lnTo>
                    <a:pt x="589277" y="363816"/>
                  </a:lnTo>
                  <a:close/>
                  <a:moveTo>
                    <a:pt x="391838" y="89722"/>
                  </a:moveTo>
                  <a:lnTo>
                    <a:pt x="388703" y="122672"/>
                  </a:lnTo>
                  <a:lnTo>
                    <a:pt x="408684" y="116141"/>
                  </a:lnTo>
                  <a:close/>
                  <a:moveTo>
                    <a:pt x="753610" y="293823"/>
                  </a:moveTo>
                  <a:lnTo>
                    <a:pt x="777204" y="291652"/>
                  </a:lnTo>
                  <a:lnTo>
                    <a:pt x="754926" y="286586"/>
                  </a:lnTo>
                  <a:close/>
                  <a:moveTo>
                    <a:pt x="516264" y="17152"/>
                  </a:moveTo>
                  <a:lnTo>
                    <a:pt x="499045" y="7362"/>
                  </a:lnTo>
                  <a:lnTo>
                    <a:pt x="528979" y="36322"/>
                  </a:lnTo>
                  <a:close/>
                  <a:moveTo>
                    <a:pt x="548997" y="14957"/>
                  </a:moveTo>
                  <a:lnTo>
                    <a:pt x="516264" y="17152"/>
                  </a:lnTo>
                  <a:lnTo>
                    <a:pt x="528979" y="36322"/>
                  </a:lnTo>
                  <a:close/>
                  <a:moveTo>
                    <a:pt x="876879" y="438672"/>
                  </a:moveTo>
                  <a:lnTo>
                    <a:pt x="888917" y="421488"/>
                  </a:lnTo>
                  <a:lnTo>
                    <a:pt x="860137" y="430801"/>
                  </a:lnTo>
                  <a:close/>
                  <a:moveTo>
                    <a:pt x="777204" y="291652"/>
                  </a:moveTo>
                  <a:lnTo>
                    <a:pt x="790823" y="296223"/>
                  </a:lnTo>
                  <a:lnTo>
                    <a:pt x="791929" y="289758"/>
                  </a:lnTo>
                  <a:close/>
                  <a:moveTo>
                    <a:pt x="777204" y="291652"/>
                  </a:moveTo>
                  <a:lnTo>
                    <a:pt x="791929" y="289758"/>
                  </a:lnTo>
                  <a:lnTo>
                    <a:pt x="754926" y="286586"/>
                  </a:lnTo>
                  <a:close/>
                  <a:moveTo>
                    <a:pt x="754926" y="286586"/>
                  </a:moveTo>
                  <a:lnTo>
                    <a:pt x="791929" y="289758"/>
                  </a:lnTo>
                  <a:lnTo>
                    <a:pt x="803032" y="245661"/>
                  </a:lnTo>
                  <a:close/>
                  <a:moveTo>
                    <a:pt x="754926" y="286586"/>
                  </a:moveTo>
                  <a:lnTo>
                    <a:pt x="803032" y="245661"/>
                  </a:lnTo>
                  <a:lnTo>
                    <a:pt x="770636" y="249114"/>
                  </a:lnTo>
                  <a:close/>
                  <a:moveTo>
                    <a:pt x="792023" y="291652"/>
                  </a:moveTo>
                  <a:lnTo>
                    <a:pt x="803032" y="245661"/>
                  </a:lnTo>
                  <a:lnTo>
                    <a:pt x="791929" y="289758"/>
                  </a:lnTo>
                  <a:close/>
                  <a:moveTo>
                    <a:pt x="806539" y="237713"/>
                  </a:moveTo>
                  <a:lnTo>
                    <a:pt x="803032" y="245661"/>
                  </a:lnTo>
                  <a:lnTo>
                    <a:pt x="792023" y="291652"/>
                  </a:lnTo>
                  <a:close/>
                  <a:moveTo>
                    <a:pt x="572643" y="7159"/>
                  </a:moveTo>
                  <a:lnTo>
                    <a:pt x="548997" y="14957"/>
                  </a:lnTo>
                  <a:lnTo>
                    <a:pt x="608490" y="16608"/>
                  </a:lnTo>
                  <a:close/>
                  <a:moveTo>
                    <a:pt x="806209" y="233402"/>
                  </a:moveTo>
                  <a:lnTo>
                    <a:pt x="770636" y="249114"/>
                  </a:lnTo>
                  <a:lnTo>
                    <a:pt x="803032" y="245661"/>
                  </a:lnTo>
                  <a:close/>
                  <a:moveTo>
                    <a:pt x="810205" y="183775"/>
                  </a:moveTo>
                  <a:lnTo>
                    <a:pt x="784796" y="205851"/>
                  </a:lnTo>
                  <a:lnTo>
                    <a:pt x="810166" y="185438"/>
                  </a:lnTo>
                  <a:close/>
                  <a:moveTo>
                    <a:pt x="810166" y="185438"/>
                  </a:moveTo>
                  <a:lnTo>
                    <a:pt x="774518" y="232078"/>
                  </a:lnTo>
                  <a:lnTo>
                    <a:pt x="806209" y="233402"/>
                  </a:lnTo>
                  <a:close/>
                  <a:moveTo>
                    <a:pt x="806209" y="233402"/>
                  </a:moveTo>
                  <a:lnTo>
                    <a:pt x="803032" y="245661"/>
                  </a:lnTo>
                  <a:lnTo>
                    <a:pt x="806539" y="237713"/>
                  </a:lnTo>
                  <a:close/>
                  <a:moveTo>
                    <a:pt x="635841" y="0"/>
                  </a:moveTo>
                  <a:lnTo>
                    <a:pt x="641998" y="17313"/>
                  </a:lnTo>
                  <a:lnTo>
                    <a:pt x="666993" y="14558"/>
                  </a:lnTo>
                  <a:close/>
                  <a:moveTo>
                    <a:pt x="637320" y="17183"/>
                  </a:moveTo>
                  <a:lnTo>
                    <a:pt x="635841" y="0"/>
                  </a:lnTo>
                  <a:lnTo>
                    <a:pt x="608490" y="16608"/>
                  </a:lnTo>
                  <a:close/>
                  <a:moveTo>
                    <a:pt x="862767" y="152011"/>
                  </a:moveTo>
                  <a:lnTo>
                    <a:pt x="846409" y="138314"/>
                  </a:lnTo>
                  <a:lnTo>
                    <a:pt x="878586" y="166592"/>
                  </a:lnTo>
                  <a:close/>
                  <a:moveTo>
                    <a:pt x="827539" y="129837"/>
                  </a:moveTo>
                  <a:lnTo>
                    <a:pt x="862767" y="152011"/>
                  </a:lnTo>
                  <a:lnTo>
                    <a:pt x="875192" y="114914"/>
                  </a:lnTo>
                  <a:close/>
                  <a:moveTo>
                    <a:pt x="894871" y="75898"/>
                  </a:moveTo>
                  <a:lnTo>
                    <a:pt x="876585" y="107464"/>
                  </a:lnTo>
                  <a:lnTo>
                    <a:pt x="896243" y="80141"/>
                  </a:lnTo>
                  <a:close/>
                  <a:moveTo>
                    <a:pt x="896243" y="80141"/>
                  </a:moveTo>
                  <a:lnTo>
                    <a:pt x="875192" y="114914"/>
                  </a:lnTo>
                  <a:lnTo>
                    <a:pt x="908373" y="115027"/>
                  </a:lnTo>
                  <a:close/>
                  <a:moveTo>
                    <a:pt x="908373" y="115027"/>
                  </a:moveTo>
                  <a:lnTo>
                    <a:pt x="927290" y="126736"/>
                  </a:lnTo>
                  <a:lnTo>
                    <a:pt x="896243" y="80141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54" name="Input_density__45">
              <a:extLst>
                <a:ext uri="{FF2B5EF4-FFF2-40B4-BE49-F238E27FC236}">
                  <a16:creationId xmlns:a16="http://schemas.microsoft.com/office/drawing/2014/main" id="{AF4FA179-B659-2ECF-0A10-E65D437A11D2}"/>
                </a:ext>
              </a:extLst>
            </p:cNvPr>
            <p:cNvSpPr>
              <a:spLocks noGrp="1"/>
            </p:cNvSpPr>
            <p:nvPr/>
          </p:nvSpPr>
          <p:spPr>
            <a:xfrm>
              <a:off x="934296" y="2438382"/>
              <a:ext cx="1006971" cy="756349"/>
            </a:xfrm>
            <a:custGeom>
              <a:avLst/>
              <a:gdLst/>
              <a:ahLst/>
              <a:cxnLst/>
              <a:rect l="0" t="0" r="0" b="0"/>
              <a:pathLst>
                <a:path w="1006971" h="756349">
                  <a:moveTo>
                    <a:pt x="5475" y="337107"/>
                  </a:moveTo>
                  <a:lnTo>
                    <a:pt x="0" y="352395"/>
                  </a:lnTo>
                  <a:lnTo>
                    <a:pt x="1152" y="391045"/>
                  </a:lnTo>
                  <a:close/>
                  <a:moveTo>
                    <a:pt x="350497" y="749283"/>
                  </a:moveTo>
                  <a:lnTo>
                    <a:pt x="364174" y="756349"/>
                  </a:lnTo>
                  <a:lnTo>
                    <a:pt x="353792" y="741411"/>
                  </a:lnTo>
                  <a:close/>
                  <a:moveTo>
                    <a:pt x="14335" y="320394"/>
                  </a:moveTo>
                  <a:lnTo>
                    <a:pt x="0" y="352395"/>
                  </a:lnTo>
                  <a:lnTo>
                    <a:pt x="5475" y="337107"/>
                  </a:lnTo>
                  <a:close/>
                  <a:moveTo>
                    <a:pt x="353792" y="741411"/>
                  </a:moveTo>
                  <a:lnTo>
                    <a:pt x="364174" y="756349"/>
                  </a:lnTo>
                  <a:lnTo>
                    <a:pt x="382291" y="727877"/>
                  </a:lnTo>
                  <a:close/>
                  <a:moveTo>
                    <a:pt x="167325" y="393433"/>
                  </a:moveTo>
                  <a:lnTo>
                    <a:pt x="155439" y="378020"/>
                  </a:lnTo>
                  <a:lnTo>
                    <a:pt x="135387" y="399260"/>
                  </a:lnTo>
                  <a:close/>
                  <a:moveTo>
                    <a:pt x="155439" y="378020"/>
                  </a:moveTo>
                  <a:lnTo>
                    <a:pt x="139558" y="356678"/>
                  </a:lnTo>
                  <a:lnTo>
                    <a:pt x="100526" y="393496"/>
                  </a:lnTo>
                  <a:close/>
                  <a:moveTo>
                    <a:pt x="458394" y="667052"/>
                  </a:moveTo>
                  <a:lnTo>
                    <a:pt x="421118" y="674210"/>
                  </a:lnTo>
                  <a:lnTo>
                    <a:pt x="454771" y="670290"/>
                  </a:lnTo>
                  <a:close/>
                  <a:moveTo>
                    <a:pt x="167325" y="393433"/>
                  </a:moveTo>
                  <a:lnTo>
                    <a:pt x="162531" y="404536"/>
                  </a:lnTo>
                  <a:lnTo>
                    <a:pt x="181999" y="419939"/>
                  </a:lnTo>
                  <a:close/>
                  <a:moveTo>
                    <a:pt x="167325" y="393433"/>
                  </a:moveTo>
                  <a:lnTo>
                    <a:pt x="200293" y="376250"/>
                  </a:lnTo>
                  <a:lnTo>
                    <a:pt x="155439" y="378020"/>
                  </a:lnTo>
                  <a:close/>
                  <a:moveTo>
                    <a:pt x="149185" y="339495"/>
                  </a:moveTo>
                  <a:lnTo>
                    <a:pt x="139558" y="356678"/>
                  </a:lnTo>
                  <a:lnTo>
                    <a:pt x="155439" y="378020"/>
                  </a:lnTo>
                  <a:close/>
                  <a:moveTo>
                    <a:pt x="545361" y="550640"/>
                  </a:moveTo>
                  <a:lnTo>
                    <a:pt x="552632" y="508475"/>
                  </a:lnTo>
                  <a:lnTo>
                    <a:pt x="547707" y="518319"/>
                  </a:lnTo>
                  <a:close/>
                  <a:moveTo>
                    <a:pt x="547707" y="518319"/>
                  </a:moveTo>
                  <a:lnTo>
                    <a:pt x="552632" y="508475"/>
                  </a:lnTo>
                  <a:lnTo>
                    <a:pt x="557983" y="501624"/>
                  </a:lnTo>
                  <a:close/>
                  <a:moveTo>
                    <a:pt x="557983" y="501624"/>
                  </a:moveTo>
                  <a:lnTo>
                    <a:pt x="552632" y="508475"/>
                  </a:lnTo>
                  <a:lnTo>
                    <a:pt x="565901" y="503527"/>
                  </a:lnTo>
                  <a:close/>
                  <a:moveTo>
                    <a:pt x="565901" y="503527"/>
                  </a:moveTo>
                  <a:lnTo>
                    <a:pt x="586428" y="483398"/>
                  </a:lnTo>
                  <a:lnTo>
                    <a:pt x="557983" y="501624"/>
                  </a:lnTo>
                  <a:close/>
                  <a:moveTo>
                    <a:pt x="606069" y="497960"/>
                  </a:moveTo>
                  <a:lnTo>
                    <a:pt x="586428" y="483398"/>
                  </a:lnTo>
                  <a:lnTo>
                    <a:pt x="565901" y="503527"/>
                  </a:lnTo>
                  <a:close/>
                  <a:moveTo>
                    <a:pt x="620957" y="437353"/>
                  </a:moveTo>
                  <a:lnTo>
                    <a:pt x="587329" y="454536"/>
                  </a:lnTo>
                  <a:lnTo>
                    <a:pt x="612530" y="484781"/>
                  </a:lnTo>
                  <a:close/>
                  <a:moveTo>
                    <a:pt x="873077" y="422558"/>
                  </a:moveTo>
                  <a:lnTo>
                    <a:pt x="857848" y="385803"/>
                  </a:lnTo>
                  <a:lnTo>
                    <a:pt x="849027" y="435880"/>
                  </a:lnTo>
                  <a:close/>
                  <a:moveTo>
                    <a:pt x="857848" y="385803"/>
                  </a:moveTo>
                  <a:lnTo>
                    <a:pt x="853803" y="387251"/>
                  </a:lnTo>
                  <a:lnTo>
                    <a:pt x="849027" y="435880"/>
                  </a:lnTo>
                  <a:close/>
                  <a:moveTo>
                    <a:pt x="853803" y="387251"/>
                  </a:moveTo>
                  <a:lnTo>
                    <a:pt x="857848" y="385803"/>
                  </a:lnTo>
                  <a:lnTo>
                    <a:pt x="882271" y="361007"/>
                  </a:lnTo>
                  <a:close/>
                  <a:moveTo>
                    <a:pt x="891680" y="405374"/>
                  </a:moveTo>
                  <a:lnTo>
                    <a:pt x="857848" y="385803"/>
                  </a:lnTo>
                  <a:lnTo>
                    <a:pt x="873077" y="422558"/>
                  </a:lnTo>
                  <a:close/>
                  <a:moveTo>
                    <a:pt x="893053" y="337682"/>
                  </a:moveTo>
                  <a:lnTo>
                    <a:pt x="857848" y="385803"/>
                  </a:lnTo>
                  <a:lnTo>
                    <a:pt x="858199" y="383676"/>
                  </a:lnTo>
                  <a:close/>
                  <a:moveTo>
                    <a:pt x="537182" y="18253"/>
                  </a:moveTo>
                  <a:lnTo>
                    <a:pt x="562586" y="37793"/>
                  </a:lnTo>
                  <a:lnTo>
                    <a:pt x="567665" y="9875"/>
                  </a:lnTo>
                  <a:close/>
                  <a:moveTo>
                    <a:pt x="552478" y="0"/>
                  </a:moveTo>
                  <a:lnTo>
                    <a:pt x="537182" y="18253"/>
                  </a:lnTo>
                  <a:lnTo>
                    <a:pt x="567665" y="9875"/>
                  </a:lnTo>
                  <a:close/>
                  <a:moveTo>
                    <a:pt x="562586" y="37793"/>
                  </a:moveTo>
                  <a:lnTo>
                    <a:pt x="585544" y="1070"/>
                  </a:lnTo>
                  <a:lnTo>
                    <a:pt x="567665" y="9875"/>
                  </a:lnTo>
                  <a:close/>
                  <a:moveTo>
                    <a:pt x="913464" y="204416"/>
                  </a:moveTo>
                  <a:lnTo>
                    <a:pt x="926307" y="241171"/>
                  </a:lnTo>
                  <a:lnTo>
                    <a:pt x="955440" y="223988"/>
                  </a:lnTo>
                  <a:close/>
                  <a:moveTo>
                    <a:pt x="955440" y="223988"/>
                  </a:moveTo>
                  <a:lnTo>
                    <a:pt x="956676" y="225995"/>
                  </a:lnTo>
                  <a:lnTo>
                    <a:pt x="957290" y="223053"/>
                  </a:lnTo>
                  <a:close/>
                  <a:moveTo>
                    <a:pt x="1006971" y="209751"/>
                  </a:moveTo>
                  <a:lnTo>
                    <a:pt x="957290" y="223053"/>
                  </a:lnTo>
                  <a:lnTo>
                    <a:pt x="956676" y="2259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55" name="Input_density__46">
              <a:extLst>
                <a:ext uri="{FF2B5EF4-FFF2-40B4-BE49-F238E27FC236}">
                  <a16:creationId xmlns:a16="http://schemas.microsoft.com/office/drawing/2014/main" id="{40CF0AE6-8DA5-31D5-8FAD-9BEBF73AFD33}"/>
                </a:ext>
              </a:extLst>
            </p:cNvPr>
            <p:cNvSpPr>
              <a:spLocks noGrp="1"/>
            </p:cNvSpPr>
            <p:nvPr/>
          </p:nvSpPr>
          <p:spPr>
            <a:xfrm>
              <a:off x="1336946" y="2447536"/>
              <a:ext cx="565784" cy="766473"/>
            </a:xfrm>
            <a:custGeom>
              <a:avLst/>
              <a:gdLst/>
              <a:ahLst/>
              <a:cxnLst/>
              <a:rect l="0" t="0" r="0" b="0"/>
              <a:pathLst>
                <a:path w="565784" h="766473">
                  <a:moveTo>
                    <a:pt x="0" y="766473"/>
                  </a:moveTo>
                  <a:lnTo>
                    <a:pt x="31465" y="759537"/>
                  </a:lnTo>
                  <a:lnTo>
                    <a:pt x="52982" y="743780"/>
                  </a:lnTo>
                  <a:close/>
                  <a:moveTo>
                    <a:pt x="60828" y="612959"/>
                  </a:moveTo>
                  <a:lnTo>
                    <a:pt x="96913" y="591037"/>
                  </a:lnTo>
                  <a:lnTo>
                    <a:pt x="79299" y="607197"/>
                  </a:lnTo>
                  <a:close/>
                  <a:moveTo>
                    <a:pt x="79299" y="607197"/>
                  </a:moveTo>
                  <a:lnTo>
                    <a:pt x="96913" y="591037"/>
                  </a:lnTo>
                  <a:lnTo>
                    <a:pt x="82886" y="595026"/>
                  </a:lnTo>
                  <a:close/>
                  <a:moveTo>
                    <a:pt x="108200" y="537028"/>
                  </a:moveTo>
                  <a:lnTo>
                    <a:pt x="106922" y="557826"/>
                  </a:lnTo>
                  <a:lnTo>
                    <a:pt x="120706" y="570442"/>
                  </a:lnTo>
                  <a:close/>
                  <a:moveTo>
                    <a:pt x="55064" y="134158"/>
                  </a:moveTo>
                  <a:lnTo>
                    <a:pt x="46887" y="143740"/>
                  </a:lnTo>
                  <a:lnTo>
                    <a:pt x="35510" y="141324"/>
                  </a:lnTo>
                  <a:close/>
                  <a:moveTo>
                    <a:pt x="52356" y="127628"/>
                  </a:moveTo>
                  <a:lnTo>
                    <a:pt x="46887" y="143740"/>
                  </a:lnTo>
                  <a:lnTo>
                    <a:pt x="55064" y="134158"/>
                  </a:lnTo>
                  <a:close/>
                  <a:moveTo>
                    <a:pt x="565784" y="453216"/>
                  </a:moveTo>
                  <a:lnTo>
                    <a:pt x="532590" y="432975"/>
                  </a:lnTo>
                  <a:lnTo>
                    <a:pt x="540960" y="456611"/>
                  </a:lnTo>
                  <a:close/>
                  <a:moveTo>
                    <a:pt x="285670" y="28799"/>
                  </a:moveTo>
                  <a:lnTo>
                    <a:pt x="286781" y="28670"/>
                  </a:lnTo>
                  <a:lnTo>
                    <a:pt x="343103" y="22746"/>
                  </a:lnTo>
                  <a:close/>
                  <a:moveTo>
                    <a:pt x="352760" y="11486"/>
                  </a:moveTo>
                  <a:lnTo>
                    <a:pt x="362751" y="0"/>
                  </a:lnTo>
                  <a:lnTo>
                    <a:pt x="343103" y="22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6" name="Input_density__47">
              <a:extLst>
                <a:ext uri="{FF2B5EF4-FFF2-40B4-BE49-F238E27FC236}">
                  <a16:creationId xmlns:a16="http://schemas.microsoft.com/office/drawing/2014/main" id="{9015A687-6A0B-4ADE-D450-719168634957}"/>
                </a:ext>
              </a:extLst>
            </p:cNvPr>
            <p:cNvSpPr>
              <a:spLocks noGrp="1"/>
            </p:cNvSpPr>
            <p:nvPr/>
          </p:nvSpPr>
          <p:spPr>
            <a:xfrm>
              <a:off x="1011259" y="2447536"/>
              <a:ext cx="866647" cy="743780"/>
            </a:xfrm>
            <a:custGeom>
              <a:avLst/>
              <a:gdLst/>
              <a:ahLst/>
              <a:cxnLst/>
              <a:rect l="0" t="0" r="0" b="0"/>
              <a:pathLst>
                <a:path w="866647" h="743780">
                  <a:moveTo>
                    <a:pt x="27543" y="312455"/>
                  </a:moveTo>
                  <a:lnTo>
                    <a:pt x="2735" y="334836"/>
                  </a:lnTo>
                  <a:lnTo>
                    <a:pt x="0" y="352506"/>
                  </a:lnTo>
                  <a:close/>
                  <a:moveTo>
                    <a:pt x="410019" y="736415"/>
                  </a:moveTo>
                  <a:lnTo>
                    <a:pt x="399666" y="726074"/>
                  </a:lnTo>
                  <a:lnTo>
                    <a:pt x="378669" y="743780"/>
                  </a:lnTo>
                  <a:close/>
                  <a:moveTo>
                    <a:pt x="173041" y="473275"/>
                  </a:moveTo>
                  <a:lnTo>
                    <a:pt x="195061" y="457788"/>
                  </a:lnTo>
                  <a:lnTo>
                    <a:pt x="232875" y="476201"/>
                  </a:lnTo>
                  <a:close/>
                  <a:moveTo>
                    <a:pt x="282202" y="423421"/>
                  </a:moveTo>
                  <a:lnTo>
                    <a:pt x="279444" y="429530"/>
                  </a:lnTo>
                  <a:lnTo>
                    <a:pt x="292094" y="477360"/>
                  </a:lnTo>
                  <a:close/>
                  <a:moveTo>
                    <a:pt x="413929" y="586985"/>
                  </a:moveTo>
                  <a:lnTo>
                    <a:pt x="422600" y="591037"/>
                  </a:lnTo>
                  <a:lnTo>
                    <a:pt x="432609" y="557826"/>
                  </a:lnTo>
                  <a:close/>
                  <a:moveTo>
                    <a:pt x="433887" y="537028"/>
                  </a:moveTo>
                  <a:lnTo>
                    <a:pt x="446234" y="554825"/>
                  </a:lnTo>
                  <a:lnTo>
                    <a:pt x="451889" y="516503"/>
                  </a:lnTo>
                  <a:close/>
                  <a:moveTo>
                    <a:pt x="432817" y="553258"/>
                  </a:moveTo>
                  <a:lnTo>
                    <a:pt x="432609" y="557826"/>
                  </a:lnTo>
                  <a:lnTo>
                    <a:pt x="433887" y="537028"/>
                  </a:lnTo>
                  <a:close/>
                  <a:moveTo>
                    <a:pt x="282076" y="419954"/>
                  </a:moveTo>
                  <a:lnTo>
                    <a:pt x="276395" y="418127"/>
                  </a:lnTo>
                  <a:lnTo>
                    <a:pt x="280047" y="406238"/>
                  </a:lnTo>
                  <a:close/>
                  <a:moveTo>
                    <a:pt x="146085" y="225512"/>
                  </a:moveTo>
                  <a:lnTo>
                    <a:pt x="152131" y="265344"/>
                  </a:lnTo>
                  <a:lnTo>
                    <a:pt x="157934" y="276402"/>
                  </a:lnTo>
                  <a:close/>
                  <a:moveTo>
                    <a:pt x="554110" y="536075"/>
                  </a:moveTo>
                  <a:lnTo>
                    <a:pt x="544972" y="499320"/>
                  </a:lnTo>
                  <a:lnTo>
                    <a:pt x="541607" y="498207"/>
                  </a:lnTo>
                  <a:close/>
                  <a:moveTo>
                    <a:pt x="576888" y="521795"/>
                  </a:moveTo>
                  <a:lnTo>
                    <a:pt x="554110" y="536075"/>
                  </a:lnTo>
                  <a:lnTo>
                    <a:pt x="541607" y="498207"/>
                  </a:lnTo>
                  <a:close/>
                  <a:moveTo>
                    <a:pt x="550848" y="498218"/>
                  </a:moveTo>
                  <a:lnTo>
                    <a:pt x="576888" y="521795"/>
                  </a:lnTo>
                  <a:lnTo>
                    <a:pt x="541607" y="498207"/>
                  </a:lnTo>
                  <a:close/>
                  <a:moveTo>
                    <a:pt x="388893" y="300964"/>
                  </a:moveTo>
                  <a:lnTo>
                    <a:pt x="412639" y="305579"/>
                  </a:lnTo>
                  <a:lnTo>
                    <a:pt x="394177" y="298362"/>
                  </a:lnTo>
                  <a:close/>
                  <a:moveTo>
                    <a:pt x="384801" y="285663"/>
                  </a:moveTo>
                  <a:lnTo>
                    <a:pt x="394177" y="298362"/>
                  </a:lnTo>
                  <a:lnTo>
                    <a:pt x="373979" y="265173"/>
                  </a:lnTo>
                  <a:close/>
                  <a:moveTo>
                    <a:pt x="394177" y="298362"/>
                  </a:moveTo>
                  <a:lnTo>
                    <a:pt x="412639" y="305579"/>
                  </a:lnTo>
                  <a:lnTo>
                    <a:pt x="373979" y="265173"/>
                  </a:lnTo>
                  <a:close/>
                  <a:moveTo>
                    <a:pt x="388893" y="300964"/>
                  </a:moveTo>
                  <a:lnTo>
                    <a:pt x="394177" y="298362"/>
                  </a:lnTo>
                  <a:lnTo>
                    <a:pt x="396078" y="291955"/>
                  </a:lnTo>
                  <a:close/>
                  <a:moveTo>
                    <a:pt x="396078" y="291955"/>
                  </a:moveTo>
                  <a:lnTo>
                    <a:pt x="394177" y="298362"/>
                  </a:lnTo>
                  <a:lnTo>
                    <a:pt x="384801" y="285663"/>
                  </a:lnTo>
                  <a:close/>
                  <a:moveTo>
                    <a:pt x="358063" y="134158"/>
                  </a:moveTo>
                  <a:lnTo>
                    <a:pt x="361197" y="141324"/>
                  </a:lnTo>
                  <a:lnTo>
                    <a:pt x="372574" y="143740"/>
                  </a:lnTo>
                  <a:close/>
                  <a:moveTo>
                    <a:pt x="358063" y="134158"/>
                  </a:moveTo>
                  <a:lnTo>
                    <a:pt x="372574" y="143740"/>
                  </a:lnTo>
                  <a:lnTo>
                    <a:pt x="378044" y="127628"/>
                  </a:lnTo>
                  <a:close/>
                  <a:moveTo>
                    <a:pt x="378044" y="127628"/>
                  </a:moveTo>
                  <a:lnTo>
                    <a:pt x="380751" y="134158"/>
                  </a:lnTo>
                  <a:lnTo>
                    <a:pt x="361198" y="101208"/>
                  </a:lnTo>
                  <a:close/>
                  <a:moveTo>
                    <a:pt x="834143" y="431291"/>
                  </a:moveTo>
                  <a:lnTo>
                    <a:pt x="846238" y="450158"/>
                  </a:lnTo>
                  <a:lnTo>
                    <a:pt x="829497" y="442288"/>
                  </a:lnTo>
                  <a:close/>
                  <a:moveTo>
                    <a:pt x="866647" y="456611"/>
                  </a:moveTo>
                  <a:lnTo>
                    <a:pt x="858277" y="432975"/>
                  </a:lnTo>
                  <a:lnTo>
                    <a:pt x="846238" y="450158"/>
                  </a:lnTo>
                  <a:close/>
                  <a:moveTo>
                    <a:pt x="518356" y="26443"/>
                  </a:moveTo>
                  <a:lnTo>
                    <a:pt x="555683" y="41424"/>
                  </a:lnTo>
                  <a:lnTo>
                    <a:pt x="577850" y="28095"/>
                  </a:lnTo>
                  <a:close/>
                  <a:moveTo>
                    <a:pt x="779526" y="196924"/>
                  </a:moveTo>
                  <a:lnTo>
                    <a:pt x="775569" y="244888"/>
                  </a:lnTo>
                  <a:lnTo>
                    <a:pt x="775898" y="249200"/>
                  </a:lnTo>
                  <a:close/>
                  <a:moveTo>
                    <a:pt x="605200" y="11486"/>
                  </a:moveTo>
                  <a:lnTo>
                    <a:pt x="606679" y="28670"/>
                  </a:lnTo>
                  <a:lnTo>
                    <a:pt x="611358" y="28799"/>
                  </a:lnTo>
                  <a:close/>
                  <a:moveTo>
                    <a:pt x="636353" y="26045"/>
                  </a:moveTo>
                  <a:lnTo>
                    <a:pt x="611358" y="28799"/>
                  </a:lnTo>
                  <a:lnTo>
                    <a:pt x="668790" y="22746"/>
                  </a:lnTo>
                  <a:close/>
                  <a:moveTo>
                    <a:pt x="668790" y="22746"/>
                  </a:moveTo>
                  <a:lnTo>
                    <a:pt x="688439" y="0"/>
                  </a:lnTo>
                  <a:lnTo>
                    <a:pt x="636353" y="26045"/>
                  </a:lnTo>
                  <a:close/>
                  <a:moveTo>
                    <a:pt x="796899" y="141323"/>
                  </a:moveTo>
                  <a:lnTo>
                    <a:pt x="815769" y="149801"/>
                  </a:lnTo>
                  <a:lnTo>
                    <a:pt x="832127" y="1634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57" name="Input_density__48">
              <a:extLst>
                <a:ext uri="{FF2B5EF4-FFF2-40B4-BE49-F238E27FC236}">
                  <a16:creationId xmlns:a16="http://schemas.microsoft.com/office/drawing/2014/main" id="{C4792ADF-3EDD-C26D-C575-3A9A7DDF59B2}"/>
                </a:ext>
              </a:extLst>
            </p:cNvPr>
            <p:cNvSpPr>
              <a:spLocks noGrp="1"/>
            </p:cNvSpPr>
            <p:nvPr/>
          </p:nvSpPr>
          <p:spPr>
            <a:xfrm>
              <a:off x="1500198" y="2822058"/>
              <a:ext cx="325778" cy="123685"/>
            </a:xfrm>
            <a:custGeom>
              <a:avLst/>
              <a:gdLst/>
              <a:ahLst/>
              <a:cxnLst/>
              <a:rect l="0" t="0" r="0" b="0"/>
              <a:pathLst>
                <a:path w="325778" h="123685">
                  <a:moveTo>
                    <a:pt x="40167" y="114284"/>
                  </a:moveTo>
                  <a:lnTo>
                    <a:pt x="0" y="119851"/>
                  </a:lnTo>
                  <a:lnTo>
                    <a:pt x="52669" y="123685"/>
                  </a:lnTo>
                  <a:close/>
                  <a:moveTo>
                    <a:pt x="325778" y="21698"/>
                  </a:moveTo>
                  <a:lnTo>
                    <a:pt x="292298" y="0"/>
                  </a:lnTo>
                  <a:lnTo>
                    <a:pt x="291947" y="212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8" name="Input_density__49">
              <a:extLst>
                <a:ext uri="{FF2B5EF4-FFF2-40B4-BE49-F238E27FC236}">
                  <a16:creationId xmlns:a16="http://schemas.microsoft.com/office/drawing/2014/main" id="{2D3389CC-F3DE-F896-D980-954FFA7137E9}"/>
                </a:ext>
              </a:extLst>
            </p:cNvPr>
            <p:cNvSpPr>
              <a:spLocks noGrp="1"/>
            </p:cNvSpPr>
            <p:nvPr/>
          </p:nvSpPr>
          <p:spPr>
            <a:xfrm>
              <a:off x="939772" y="2353778"/>
              <a:ext cx="985520" cy="840952"/>
            </a:xfrm>
            <a:custGeom>
              <a:avLst/>
              <a:gdLst/>
              <a:ahLst/>
              <a:cxnLst/>
              <a:rect l="0" t="0" r="0" b="0"/>
              <a:pathLst>
                <a:path w="985520" h="840952">
                  <a:moveTo>
                    <a:pt x="10520" y="458465"/>
                  </a:moveTo>
                  <a:lnTo>
                    <a:pt x="5994" y="490490"/>
                  </a:lnTo>
                  <a:lnTo>
                    <a:pt x="26969" y="472706"/>
                  </a:lnTo>
                  <a:close/>
                  <a:moveTo>
                    <a:pt x="332229" y="789260"/>
                  </a:moveTo>
                  <a:lnTo>
                    <a:pt x="373883" y="808831"/>
                  </a:lnTo>
                  <a:lnTo>
                    <a:pt x="347902" y="772077"/>
                  </a:lnTo>
                  <a:close/>
                  <a:moveTo>
                    <a:pt x="376816" y="812481"/>
                  </a:moveTo>
                  <a:lnTo>
                    <a:pt x="358699" y="840952"/>
                  </a:lnTo>
                  <a:lnTo>
                    <a:pt x="414533" y="828922"/>
                  </a:lnTo>
                  <a:close/>
                  <a:moveTo>
                    <a:pt x="325593" y="745543"/>
                  </a:moveTo>
                  <a:lnTo>
                    <a:pt x="316144" y="740780"/>
                  </a:lnTo>
                  <a:lnTo>
                    <a:pt x="347902" y="772077"/>
                  </a:lnTo>
                  <a:close/>
                  <a:moveTo>
                    <a:pt x="278172" y="699816"/>
                  </a:moveTo>
                  <a:lnTo>
                    <a:pt x="315124" y="735322"/>
                  </a:lnTo>
                  <a:lnTo>
                    <a:pt x="280512" y="701570"/>
                  </a:lnTo>
                  <a:close/>
                  <a:moveTo>
                    <a:pt x="278172" y="699816"/>
                  </a:moveTo>
                  <a:lnTo>
                    <a:pt x="316144" y="740780"/>
                  </a:lnTo>
                  <a:lnTo>
                    <a:pt x="315124" y="735322"/>
                  </a:lnTo>
                  <a:close/>
                  <a:moveTo>
                    <a:pt x="0" y="421710"/>
                  </a:moveTo>
                  <a:lnTo>
                    <a:pt x="10520" y="458465"/>
                  </a:lnTo>
                  <a:lnTo>
                    <a:pt x="21579" y="441282"/>
                  </a:lnTo>
                  <a:close/>
                  <a:moveTo>
                    <a:pt x="315124" y="735322"/>
                  </a:moveTo>
                  <a:lnTo>
                    <a:pt x="316144" y="740780"/>
                  </a:lnTo>
                  <a:lnTo>
                    <a:pt x="325593" y="745543"/>
                  </a:lnTo>
                  <a:close/>
                  <a:moveTo>
                    <a:pt x="277692" y="698567"/>
                  </a:moveTo>
                  <a:lnTo>
                    <a:pt x="278172" y="699816"/>
                  </a:lnTo>
                  <a:lnTo>
                    <a:pt x="280512" y="701570"/>
                  </a:lnTo>
                  <a:close/>
                  <a:moveTo>
                    <a:pt x="471153" y="819832"/>
                  </a:moveTo>
                  <a:lnTo>
                    <a:pt x="440580" y="791648"/>
                  </a:lnTo>
                  <a:lnTo>
                    <a:pt x="414533" y="828922"/>
                  </a:lnTo>
                  <a:close/>
                  <a:moveTo>
                    <a:pt x="376337" y="763680"/>
                  </a:moveTo>
                  <a:lnTo>
                    <a:pt x="325593" y="745543"/>
                  </a:lnTo>
                  <a:lnTo>
                    <a:pt x="347902" y="772077"/>
                  </a:lnTo>
                  <a:close/>
                  <a:moveTo>
                    <a:pt x="328613" y="730644"/>
                  </a:moveTo>
                  <a:lnTo>
                    <a:pt x="325593" y="745543"/>
                  </a:lnTo>
                  <a:lnTo>
                    <a:pt x="376337" y="763680"/>
                  </a:lnTo>
                  <a:close/>
                  <a:moveTo>
                    <a:pt x="376197" y="719047"/>
                  </a:moveTo>
                  <a:lnTo>
                    <a:pt x="328613" y="730644"/>
                  </a:lnTo>
                  <a:lnTo>
                    <a:pt x="376337" y="763680"/>
                  </a:lnTo>
                  <a:close/>
                  <a:moveTo>
                    <a:pt x="315124" y="735322"/>
                  </a:moveTo>
                  <a:lnTo>
                    <a:pt x="325593" y="745543"/>
                  </a:lnTo>
                  <a:lnTo>
                    <a:pt x="328613" y="730644"/>
                  </a:lnTo>
                  <a:close/>
                  <a:moveTo>
                    <a:pt x="282124" y="696603"/>
                  </a:moveTo>
                  <a:lnTo>
                    <a:pt x="280512" y="701570"/>
                  </a:lnTo>
                  <a:lnTo>
                    <a:pt x="332510" y="681383"/>
                  </a:lnTo>
                  <a:close/>
                  <a:moveTo>
                    <a:pt x="280512" y="701570"/>
                  </a:moveTo>
                  <a:lnTo>
                    <a:pt x="315124" y="735322"/>
                  </a:lnTo>
                  <a:lnTo>
                    <a:pt x="332510" y="681383"/>
                  </a:lnTo>
                  <a:close/>
                  <a:moveTo>
                    <a:pt x="332510" y="681383"/>
                  </a:moveTo>
                  <a:lnTo>
                    <a:pt x="315124" y="735322"/>
                  </a:lnTo>
                  <a:lnTo>
                    <a:pt x="334584" y="682952"/>
                  </a:lnTo>
                  <a:close/>
                  <a:moveTo>
                    <a:pt x="334584" y="682952"/>
                  </a:moveTo>
                  <a:lnTo>
                    <a:pt x="315124" y="735322"/>
                  </a:lnTo>
                  <a:lnTo>
                    <a:pt x="328613" y="730644"/>
                  </a:lnTo>
                  <a:close/>
                  <a:moveTo>
                    <a:pt x="277692" y="698567"/>
                  </a:moveTo>
                  <a:lnTo>
                    <a:pt x="280512" y="701570"/>
                  </a:lnTo>
                  <a:lnTo>
                    <a:pt x="282124" y="696603"/>
                  </a:lnTo>
                  <a:close/>
                  <a:moveTo>
                    <a:pt x="286443" y="644628"/>
                  </a:moveTo>
                  <a:lnTo>
                    <a:pt x="282124" y="696603"/>
                  </a:lnTo>
                  <a:lnTo>
                    <a:pt x="291481" y="646375"/>
                  </a:lnTo>
                  <a:close/>
                  <a:moveTo>
                    <a:pt x="277692" y="698567"/>
                  </a:moveTo>
                  <a:lnTo>
                    <a:pt x="282124" y="696603"/>
                  </a:lnTo>
                  <a:lnTo>
                    <a:pt x="286443" y="644628"/>
                  </a:lnTo>
                  <a:close/>
                  <a:moveTo>
                    <a:pt x="157056" y="489140"/>
                  </a:moveTo>
                  <a:lnTo>
                    <a:pt x="178102" y="497608"/>
                  </a:lnTo>
                  <a:lnTo>
                    <a:pt x="176523" y="504543"/>
                  </a:lnTo>
                  <a:close/>
                  <a:moveTo>
                    <a:pt x="440580" y="791648"/>
                  </a:moveTo>
                  <a:lnTo>
                    <a:pt x="482313" y="821194"/>
                  </a:lnTo>
                  <a:lnTo>
                    <a:pt x="436466" y="786631"/>
                  </a:lnTo>
                  <a:close/>
                  <a:moveTo>
                    <a:pt x="332510" y="681383"/>
                  </a:moveTo>
                  <a:lnTo>
                    <a:pt x="334584" y="682952"/>
                  </a:lnTo>
                  <a:lnTo>
                    <a:pt x="334685" y="680960"/>
                  </a:lnTo>
                  <a:close/>
                  <a:moveTo>
                    <a:pt x="334685" y="680960"/>
                  </a:moveTo>
                  <a:lnTo>
                    <a:pt x="328575" y="660486"/>
                  </a:lnTo>
                  <a:lnTo>
                    <a:pt x="332510" y="681383"/>
                  </a:lnTo>
                  <a:close/>
                  <a:moveTo>
                    <a:pt x="291481" y="646375"/>
                  </a:moveTo>
                  <a:lnTo>
                    <a:pt x="309583" y="644628"/>
                  </a:lnTo>
                  <a:lnTo>
                    <a:pt x="291417" y="644300"/>
                  </a:lnTo>
                  <a:close/>
                  <a:moveTo>
                    <a:pt x="334685" y="680960"/>
                  </a:moveTo>
                  <a:lnTo>
                    <a:pt x="334584" y="682952"/>
                  </a:lnTo>
                  <a:lnTo>
                    <a:pt x="336070" y="681383"/>
                  </a:lnTo>
                  <a:close/>
                  <a:moveTo>
                    <a:pt x="334685" y="680960"/>
                  </a:moveTo>
                  <a:lnTo>
                    <a:pt x="336070" y="681383"/>
                  </a:lnTo>
                  <a:lnTo>
                    <a:pt x="328575" y="660486"/>
                  </a:lnTo>
                  <a:close/>
                  <a:moveTo>
                    <a:pt x="286443" y="644628"/>
                  </a:moveTo>
                  <a:lnTo>
                    <a:pt x="291481" y="646375"/>
                  </a:lnTo>
                  <a:lnTo>
                    <a:pt x="291417" y="644300"/>
                  </a:lnTo>
                  <a:close/>
                  <a:moveTo>
                    <a:pt x="228286" y="489549"/>
                  </a:moveTo>
                  <a:lnTo>
                    <a:pt x="231172" y="449255"/>
                  </a:lnTo>
                  <a:lnTo>
                    <a:pt x="234477" y="497608"/>
                  </a:lnTo>
                  <a:close/>
                  <a:moveTo>
                    <a:pt x="234477" y="497608"/>
                  </a:moveTo>
                  <a:lnTo>
                    <a:pt x="231172" y="449255"/>
                  </a:lnTo>
                  <a:lnTo>
                    <a:pt x="232924" y="443670"/>
                  </a:lnTo>
                  <a:close/>
                  <a:moveTo>
                    <a:pt x="226345" y="446380"/>
                  </a:moveTo>
                  <a:lnTo>
                    <a:pt x="213654" y="479967"/>
                  </a:lnTo>
                  <a:lnTo>
                    <a:pt x="234477" y="497608"/>
                  </a:lnTo>
                  <a:close/>
                  <a:moveTo>
                    <a:pt x="232924" y="443670"/>
                  </a:moveTo>
                  <a:lnTo>
                    <a:pt x="226345" y="446380"/>
                  </a:lnTo>
                  <a:lnTo>
                    <a:pt x="234477" y="497608"/>
                  </a:lnTo>
                  <a:close/>
                  <a:moveTo>
                    <a:pt x="194817" y="460853"/>
                  </a:moveTo>
                  <a:lnTo>
                    <a:pt x="213654" y="479967"/>
                  </a:lnTo>
                  <a:lnTo>
                    <a:pt x="226345" y="446380"/>
                  </a:lnTo>
                  <a:close/>
                  <a:moveTo>
                    <a:pt x="231172" y="449255"/>
                  </a:moveTo>
                  <a:lnTo>
                    <a:pt x="228286" y="489549"/>
                  </a:lnTo>
                  <a:lnTo>
                    <a:pt x="224508" y="480425"/>
                  </a:lnTo>
                  <a:close/>
                  <a:moveTo>
                    <a:pt x="194817" y="460853"/>
                  </a:moveTo>
                  <a:lnTo>
                    <a:pt x="226345" y="446380"/>
                  </a:lnTo>
                  <a:lnTo>
                    <a:pt x="170996" y="445053"/>
                  </a:lnTo>
                  <a:close/>
                  <a:moveTo>
                    <a:pt x="170996" y="445053"/>
                  </a:moveTo>
                  <a:lnTo>
                    <a:pt x="226345" y="446380"/>
                  </a:lnTo>
                  <a:lnTo>
                    <a:pt x="228722" y="440096"/>
                  </a:lnTo>
                  <a:close/>
                  <a:moveTo>
                    <a:pt x="226345" y="446380"/>
                  </a:moveTo>
                  <a:lnTo>
                    <a:pt x="232924" y="443670"/>
                  </a:lnTo>
                  <a:lnTo>
                    <a:pt x="245039" y="413523"/>
                  </a:lnTo>
                  <a:close/>
                  <a:moveTo>
                    <a:pt x="231172" y="449255"/>
                  </a:moveTo>
                  <a:lnTo>
                    <a:pt x="224508" y="480425"/>
                  </a:lnTo>
                  <a:lnTo>
                    <a:pt x="231206" y="442428"/>
                  </a:lnTo>
                  <a:close/>
                  <a:moveTo>
                    <a:pt x="232924" y="443670"/>
                  </a:moveTo>
                  <a:lnTo>
                    <a:pt x="231172" y="449255"/>
                  </a:lnTo>
                  <a:lnTo>
                    <a:pt x="231206" y="442428"/>
                  </a:lnTo>
                  <a:close/>
                  <a:moveTo>
                    <a:pt x="257017" y="421310"/>
                  </a:moveTo>
                  <a:lnTo>
                    <a:pt x="232924" y="443670"/>
                  </a:lnTo>
                  <a:lnTo>
                    <a:pt x="231206" y="442428"/>
                  </a:lnTo>
                  <a:close/>
                  <a:moveTo>
                    <a:pt x="544932" y="629833"/>
                  </a:moveTo>
                  <a:lnTo>
                    <a:pt x="554816" y="612650"/>
                  </a:lnTo>
                  <a:lnTo>
                    <a:pt x="547156" y="593078"/>
                  </a:lnTo>
                  <a:close/>
                  <a:moveTo>
                    <a:pt x="270639" y="281855"/>
                  </a:moveTo>
                  <a:lnTo>
                    <a:pt x="238051" y="257874"/>
                  </a:lnTo>
                  <a:lnTo>
                    <a:pt x="234357" y="262283"/>
                  </a:lnTo>
                  <a:close/>
                  <a:moveTo>
                    <a:pt x="270639" y="281855"/>
                  </a:moveTo>
                  <a:lnTo>
                    <a:pt x="234357" y="262283"/>
                  </a:lnTo>
                  <a:lnTo>
                    <a:pt x="245915" y="299038"/>
                  </a:lnTo>
                  <a:close/>
                  <a:moveTo>
                    <a:pt x="615482" y="521956"/>
                  </a:moveTo>
                  <a:lnTo>
                    <a:pt x="580983" y="500275"/>
                  </a:lnTo>
                  <a:lnTo>
                    <a:pt x="557764" y="509672"/>
                  </a:lnTo>
                  <a:close/>
                  <a:moveTo>
                    <a:pt x="563640" y="485201"/>
                  </a:moveTo>
                  <a:lnTo>
                    <a:pt x="557764" y="509672"/>
                  </a:lnTo>
                  <a:lnTo>
                    <a:pt x="580983" y="500275"/>
                  </a:lnTo>
                  <a:close/>
                  <a:moveTo>
                    <a:pt x="563640" y="485201"/>
                  </a:moveTo>
                  <a:lnTo>
                    <a:pt x="550923" y="502385"/>
                  </a:lnTo>
                  <a:lnTo>
                    <a:pt x="557764" y="509672"/>
                  </a:lnTo>
                  <a:close/>
                  <a:moveTo>
                    <a:pt x="537266" y="465630"/>
                  </a:moveTo>
                  <a:lnTo>
                    <a:pt x="550923" y="502385"/>
                  </a:lnTo>
                  <a:lnTo>
                    <a:pt x="563640" y="485201"/>
                  </a:lnTo>
                  <a:close/>
                  <a:moveTo>
                    <a:pt x="537266" y="465630"/>
                  </a:moveTo>
                  <a:lnTo>
                    <a:pt x="563640" y="485201"/>
                  </a:lnTo>
                  <a:lnTo>
                    <a:pt x="535954" y="448446"/>
                  </a:lnTo>
                  <a:close/>
                  <a:moveTo>
                    <a:pt x="682432" y="534216"/>
                  </a:moveTo>
                  <a:lnTo>
                    <a:pt x="694562" y="541528"/>
                  </a:lnTo>
                  <a:lnTo>
                    <a:pt x="660106" y="516522"/>
                  </a:lnTo>
                  <a:close/>
                  <a:moveTo>
                    <a:pt x="630124" y="469061"/>
                  </a:moveTo>
                  <a:lnTo>
                    <a:pt x="615482" y="521956"/>
                  </a:lnTo>
                  <a:lnTo>
                    <a:pt x="624100" y="518706"/>
                  </a:lnTo>
                  <a:close/>
                  <a:moveTo>
                    <a:pt x="585269" y="468018"/>
                  </a:moveTo>
                  <a:lnTo>
                    <a:pt x="563640" y="485201"/>
                  </a:lnTo>
                  <a:lnTo>
                    <a:pt x="580983" y="500275"/>
                  </a:lnTo>
                  <a:close/>
                  <a:moveTo>
                    <a:pt x="585269" y="468018"/>
                  </a:moveTo>
                  <a:lnTo>
                    <a:pt x="535954" y="448446"/>
                  </a:lnTo>
                  <a:lnTo>
                    <a:pt x="563640" y="485201"/>
                  </a:lnTo>
                  <a:close/>
                  <a:moveTo>
                    <a:pt x="691140" y="487590"/>
                  </a:moveTo>
                  <a:lnTo>
                    <a:pt x="685070" y="450835"/>
                  </a:lnTo>
                  <a:lnTo>
                    <a:pt x="685332" y="451266"/>
                  </a:lnTo>
                  <a:close/>
                  <a:moveTo>
                    <a:pt x="886204" y="489978"/>
                  </a:moveTo>
                  <a:lnTo>
                    <a:pt x="900984" y="536046"/>
                  </a:lnTo>
                  <a:lnTo>
                    <a:pt x="923213" y="522949"/>
                  </a:lnTo>
                  <a:close/>
                  <a:moveTo>
                    <a:pt x="886204" y="489978"/>
                  </a:moveTo>
                  <a:lnTo>
                    <a:pt x="867601" y="507161"/>
                  </a:lnTo>
                  <a:lnTo>
                    <a:pt x="900984" y="536046"/>
                  </a:lnTo>
                  <a:close/>
                  <a:moveTo>
                    <a:pt x="778746" y="379713"/>
                  </a:moveTo>
                  <a:lnTo>
                    <a:pt x="754048" y="360405"/>
                  </a:lnTo>
                  <a:lnTo>
                    <a:pt x="753173" y="360141"/>
                  </a:lnTo>
                  <a:close/>
                  <a:moveTo>
                    <a:pt x="613490" y="112404"/>
                  </a:moveTo>
                  <a:lnTo>
                    <a:pt x="580068" y="85673"/>
                  </a:lnTo>
                  <a:lnTo>
                    <a:pt x="557111" y="122397"/>
                  </a:lnTo>
                  <a:close/>
                  <a:moveTo>
                    <a:pt x="929764" y="526733"/>
                  </a:moveTo>
                  <a:lnTo>
                    <a:pt x="959293" y="509550"/>
                  </a:lnTo>
                  <a:lnTo>
                    <a:pt x="923213" y="522949"/>
                  </a:lnTo>
                  <a:close/>
                  <a:moveTo>
                    <a:pt x="923213" y="522949"/>
                  </a:moveTo>
                  <a:lnTo>
                    <a:pt x="918157" y="472795"/>
                  </a:lnTo>
                  <a:lnTo>
                    <a:pt x="886204" y="489978"/>
                  </a:lnTo>
                  <a:close/>
                  <a:moveTo>
                    <a:pt x="878773" y="481371"/>
                  </a:moveTo>
                  <a:lnTo>
                    <a:pt x="853874" y="440256"/>
                  </a:lnTo>
                  <a:lnTo>
                    <a:pt x="860909" y="453223"/>
                  </a:lnTo>
                  <a:close/>
                  <a:moveTo>
                    <a:pt x="797875" y="289020"/>
                  </a:moveTo>
                  <a:lnTo>
                    <a:pt x="815365" y="337323"/>
                  </a:lnTo>
                  <a:lnTo>
                    <a:pt x="825643" y="311095"/>
                  </a:lnTo>
                  <a:close/>
                  <a:moveTo>
                    <a:pt x="795206" y="342958"/>
                  </a:moveTo>
                  <a:lnTo>
                    <a:pt x="815365" y="337323"/>
                  </a:lnTo>
                  <a:lnTo>
                    <a:pt x="797875" y="289020"/>
                  </a:lnTo>
                  <a:close/>
                  <a:moveTo>
                    <a:pt x="614798" y="68490"/>
                  </a:moveTo>
                  <a:lnTo>
                    <a:pt x="613490" y="112404"/>
                  </a:lnTo>
                  <a:lnTo>
                    <a:pt x="627904" y="70087"/>
                  </a:lnTo>
                  <a:close/>
                  <a:moveTo>
                    <a:pt x="614798" y="68490"/>
                  </a:moveTo>
                  <a:lnTo>
                    <a:pt x="580068" y="85673"/>
                  </a:lnTo>
                  <a:lnTo>
                    <a:pt x="613490" y="112404"/>
                  </a:lnTo>
                  <a:close/>
                  <a:moveTo>
                    <a:pt x="614798" y="68490"/>
                  </a:moveTo>
                  <a:lnTo>
                    <a:pt x="595851" y="48918"/>
                  </a:lnTo>
                  <a:lnTo>
                    <a:pt x="580068" y="85673"/>
                  </a:lnTo>
                  <a:close/>
                  <a:moveTo>
                    <a:pt x="627904" y="70087"/>
                  </a:moveTo>
                  <a:lnTo>
                    <a:pt x="613490" y="112404"/>
                  </a:lnTo>
                  <a:lnTo>
                    <a:pt x="669529" y="101139"/>
                  </a:lnTo>
                  <a:close/>
                  <a:moveTo>
                    <a:pt x="985520" y="438911"/>
                  </a:moveTo>
                  <a:lnTo>
                    <a:pt x="951097" y="436040"/>
                  </a:lnTo>
                  <a:lnTo>
                    <a:pt x="952261" y="459193"/>
                  </a:lnTo>
                  <a:close/>
                  <a:moveTo>
                    <a:pt x="825388" y="271836"/>
                  </a:moveTo>
                  <a:lnTo>
                    <a:pt x="797875" y="289020"/>
                  </a:lnTo>
                  <a:lnTo>
                    <a:pt x="825643" y="311095"/>
                  </a:lnTo>
                  <a:close/>
                  <a:moveTo>
                    <a:pt x="676687" y="105245"/>
                  </a:moveTo>
                  <a:lnTo>
                    <a:pt x="722680" y="90014"/>
                  </a:lnTo>
                  <a:lnTo>
                    <a:pt x="669529" y="101139"/>
                  </a:lnTo>
                  <a:close/>
                  <a:moveTo>
                    <a:pt x="669529" y="101139"/>
                  </a:moveTo>
                  <a:lnTo>
                    <a:pt x="722680" y="90014"/>
                  </a:lnTo>
                  <a:lnTo>
                    <a:pt x="724505" y="85902"/>
                  </a:lnTo>
                  <a:close/>
                  <a:moveTo>
                    <a:pt x="669529" y="101139"/>
                  </a:moveTo>
                  <a:lnTo>
                    <a:pt x="724505" y="85902"/>
                  </a:lnTo>
                  <a:lnTo>
                    <a:pt x="683478" y="57085"/>
                  </a:lnTo>
                  <a:close/>
                  <a:moveTo>
                    <a:pt x="629291" y="67015"/>
                  </a:moveTo>
                  <a:lnTo>
                    <a:pt x="614798" y="68490"/>
                  </a:lnTo>
                  <a:lnTo>
                    <a:pt x="627904" y="70087"/>
                  </a:lnTo>
                  <a:close/>
                  <a:moveTo>
                    <a:pt x="627904" y="70087"/>
                  </a:moveTo>
                  <a:lnTo>
                    <a:pt x="674016" y="51306"/>
                  </a:lnTo>
                  <a:lnTo>
                    <a:pt x="629291" y="67015"/>
                  </a:lnTo>
                  <a:close/>
                  <a:moveTo>
                    <a:pt x="669529" y="101139"/>
                  </a:moveTo>
                  <a:lnTo>
                    <a:pt x="683478" y="57085"/>
                  </a:lnTo>
                  <a:lnTo>
                    <a:pt x="627904" y="70087"/>
                  </a:lnTo>
                  <a:close/>
                  <a:moveTo>
                    <a:pt x="883080" y="181143"/>
                  </a:moveTo>
                  <a:lnTo>
                    <a:pt x="916039" y="220158"/>
                  </a:lnTo>
                  <a:lnTo>
                    <a:pt x="917432" y="212709"/>
                  </a:lnTo>
                  <a:close/>
                  <a:moveTo>
                    <a:pt x="883080" y="181143"/>
                  </a:moveTo>
                  <a:lnTo>
                    <a:pt x="873916" y="174588"/>
                  </a:lnTo>
                  <a:lnTo>
                    <a:pt x="853488" y="194419"/>
                  </a:lnTo>
                  <a:close/>
                  <a:moveTo>
                    <a:pt x="847132" y="144388"/>
                  </a:moveTo>
                  <a:lnTo>
                    <a:pt x="853488" y="194419"/>
                  </a:lnTo>
                  <a:lnTo>
                    <a:pt x="873916" y="174588"/>
                  </a:lnTo>
                  <a:close/>
                  <a:moveTo>
                    <a:pt x="826161" y="120617"/>
                  </a:moveTo>
                  <a:lnTo>
                    <a:pt x="804596" y="122342"/>
                  </a:lnTo>
                  <a:lnTo>
                    <a:pt x="847132" y="144388"/>
                  </a:lnTo>
                  <a:close/>
                  <a:moveTo>
                    <a:pt x="760248" y="34123"/>
                  </a:moveTo>
                  <a:lnTo>
                    <a:pt x="724505" y="85902"/>
                  </a:lnTo>
                  <a:lnTo>
                    <a:pt x="736809" y="88061"/>
                  </a:lnTo>
                  <a:close/>
                  <a:moveTo>
                    <a:pt x="760248" y="34123"/>
                  </a:moveTo>
                  <a:lnTo>
                    <a:pt x="736809" y="88061"/>
                  </a:lnTo>
                  <a:lnTo>
                    <a:pt x="763246" y="70878"/>
                  </a:lnTo>
                  <a:close/>
                  <a:moveTo>
                    <a:pt x="686950" y="47227"/>
                  </a:moveTo>
                  <a:lnTo>
                    <a:pt x="644505" y="35947"/>
                  </a:lnTo>
                  <a:lnTo>
                    <a:pt x="674016" y="51306"/>
                  </a:lnTo>
                  <a:close/>
                  <a:moveTo>
                    <a:pt x="686950" y="47227"/>
                  </a:moveTo>
                  <a:lnTo>
                    <a:pt x="713559" y="7936"/>
                  </a:lnTo>
                  <a:lnTo>
                    <a:pt x="685877" y="3352"/>
                  </a:lnTo>
                  <a:close/>
                  <a:moveTo>
                    <a:pt x="685877" y="3352"/>
                  </a:moveTo>
                  <a:lnTo>
                    <a:pt x="701529" y="0"/>
                  </a:lnTo>
                  <a:lnTo>
                    <a:pt x="669229" y="3809"/>
                  </a:lnTo>
                  <a:close/>
                  <a:moveTo>
                    <a:pt x="685877" y="3352"/>
                  </a:moveTo>
                  <a:lnTo>
                    <a:pt x="713559" y="7936"/>
                  </a:lnTo>
                  <a:lnTo>
                    <a:pt x="701529" y="0"/>
                  </a:lnTo>
                  <a:close/>
                  <a:moveTo>
                    <a:pt x="883080" y="181143"/>
                  </a:moveTo>
                  <a:lnTo>
                    <a:pt x="917432" y="212709"/>
                  </a:lnTo>
                  <a:lnTo>
                    <a:pt x="929491" y="164475"/>
                  </a:lnTo>
                  <a:close/>
                  <a:moveTo>
                    <a:pt x="885121" y="128711"/>
                  </a:moveTo>
                  <a:lnTo>
                    <a:pt x="873916" y="174588"/>
                  </a:lnTo>
                  <a:lnTo>
                    <a:pt x="908547" y="127205"/>
                  </a:lnTo>
                  <a:close/>
                  <a:moveTo>
                    <a:pt x="873916" y="174588"/>
                  </a:moveTo>
                  <a:lnTo>
                    <a:pt x="883080" y="181143"/>
                  </a:lnTo>
                  <a:lnTo>
                    <a:pt x="908547" y="127205"/>
                  </a:lnTo>
                  <a:close/>
                  <a:moveTo>
                    <a:pt x="908547" y="127205"/>
                  </a:moveTo>
                  <a:lnTo>
                    <a:pt x="883080" y="181143"/>
                  </a:lnTo>
                  <a:lnTo>
                    <a:pt x="927081" y="152581"/>
                  </a:lnTo>
                  <a:close/>
                  <a:moveTo>
                    <a:pt x="847132" y="144388"/>
                  </a:moveTo>
                  <a:lnTo>
                    <a:pt x="873916" y="174588"/>
                  </a:lnTo>
                  <a:lnTo>
                    <a:pt x="885121" y="128711"/>
                  </a:lnTo>
                  <a:close/>
                  <a:moveTo>
                    <a:pt x="841481" y="92355"/>
                  </a:moveTo>
                  <a:lnTo>
                    <a:pt x="826161" y="120617"/>
                  </a:lnTo>
                  <a:lnTo>
                    <a:pt x="850694" y="90450"/>
                  </a:lnTo>
                  <a:close/>
                  <a:moveTo>
                    <a:pt x="826161" y="120617"/>
                  </a:moveTo>
                  <a:lnTo>
                    <a:pt x="847132" y="144388"/>
                  </a:lnTo>
                  <a:lnTo>
                    <a:pt x="850694" y="90450"/>
                  </a:lnTo>
                  <a:close/>
                  <a:moveTo>
                    <a:pt x="850694" y="90450"/>
                  </a:moveTo>
                  <a:lnTo>
                    <a:pt x="847132" y="144388"/>
                  </a:lnTo>
                  <a:lnTo>
                    <a:pt x="883836" y="115467"/>
                  </a:lnTo>
                  <a:close/>
                  <a:moveTo>
                    <a:pt x="883836" y="115467"/>
                  </a:moveTo>
                  <a:lnTo>
                    <a:pt x="847132" y="144388"/>
                  </a:lnTo>
                  <a:lnTo>
                    <a:pt x="885121" y="128711"/>
                  </a:lnTo>
                  <a:close/>
                  <a:moveTo>
                    <a:pt x="811241" y="107633"/>
                  </a:moveTo>
                  <a:lnTo>
                    <a:pt x="826161" y="120617"/>
                  </a:lnTo>
                  <a:lnTo>
                    <a:pt x="841481" y="92355"/>
                  </a:lnTo>
                  <a:close/>
                  <a:moveTo>
                    <a:pt x="811241" y="107633"/>
                  </a:moveTo>
                  <a:lnTo>
                    <a:pt x="841481" y="92355"/>
                  </a:lnTo>
                  <a:lnTo>
                    <a:pt x="783510" y="85729"/>
                  </a:lnTo>
                  <a:close/>
                  <a:moveTo>
                    <a:pt x="783510" y="85729"/>
                  </a:moveTo>
                  <a:lnTo>
                    <a:pt x="841481" y="92355"/>
                  </a:lnTo>
                  <a:lnTo>
                    <a:pt x="843349" y="8866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9" name="Input_density__50">
              <a:extLst>
                <a:ext uri="{FF2B5EF4-FFF2-40B4-BE49-F238E27FC236}">
                  <a16:creationId xmlns:a16="http://schemas.microsoft.com/office/drawing/2014/main" id="{BFBB5AE7-9EA7-3AE7-4247-BDAE153BC5B7}"/>
                </a:ext>
              </a:extLst>
            </p:cNvPr>
            <p:cNvSpPr>
              <a:spLocks noGrp="1"/>
            </p:cNvSpPr>
            <p:nvPr/>
          </p:nvSpPr>
          <p:spPr>
            <a:xfrm>
              <a:off x="935448" y="2354192"/>
              <a:ext cx="963616" cy="828508"/>
            </a:xfrm>
            <a:custGeom>
              <a:avLst/>
              <a:gdLst/>
              <a:ahLst/>
              <a:cxnLst/>
              <a:rect l="0" t="0" r="0" b="0"/>
              <a:pathLst>
                <a:path w="963616" h="828508">
                  <a:moveTo>
                    <a:pt x="14844" y="458051"/>
                  </a:moveTo>
                  <a:lnTo>
                    <a:pt x="4324" y="421296"/>
                  </a:lnTo>
                  <a:lnTo>
                    <a:pt x="0" y="475235"/>
                  </a:lnTo>
                  <a:close/>
                  <a:moveTo>
                    <a:pt x="352640" y="825601"/>
                  </a:moveTo>
                  <a:lnTo>
                    <a:pt x="381139" y="812067"/>
                  </a:lnTo>
                  <a:lnTo>
                    <a:pt x="378206" y="808418"/>
                  </a:lnTo>
                  <a:close/>
                  <a:moveTo>
                    <a:pt x="4324" y="421296"/>
                  </a:moveTo>
                  <a:lnTo>
                    <a:pt x="25903" y="440868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4324" y="421296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13183" y="404584"/>
                  </a:lnTo>
                  <a:lnTo>
                    <a:pt x="4324" y="421296"/>
                  </a:lnTo>
                  <a:close/>
                  <a:moveTo>
                    <a:pt x="378206" y="808418"/>
                  </a:moveTo>
                  <a:lnTo>
                    <a:pt x="381139" y="812067"/>
                  </a:lnTo>
                  <a:lnTo>
                    <a:pt x="381602" y="807248"/>
                  </a:lnTo>
                  <a:close/>
                  <a:moveTo>
                    <a:pt x="352225" y="771663"/>
                  </a:moveTo>
                  <a:lnTo>
                    <a:pt x="381602" y="807248"/>
                  </a:lnTo>
                  <a:lnTo>
                    <a:pt x="380661" y="763266"/>
                  </a:lnTo>
                  <a:close/>
                  <a:moveTo>
                    <a:pt x="352225" y="771663"/>
                  </a:moveTo>
                  <a:lnTo>
                    <a:pt x="378206" y="808418"/>
                  </a:lnTo>
                  <a:lnTo>
                    <a:pt x="381602" y="807248"/>
                  </a:lnTo>
                  <a:close/>
                  <a:moveTo>
                    <a:pt x="428495" y="796213"/>
                  </a:moveTo>
                  <a:lnTo>
                    <a:pt x="381139" y="812067"/>
                  </a:lnTo>
                  <a:lnTo>
                    <a:pt x="418856" y="828508"/>
                  </a:lnTo>
                  <a:close/>
                  <a:moveTo>
                    <a:pt x="428495" y="796213"/>
                  </a:moveTo>
                  <a:lnTo>
                    <a:pt x="381602" y="807248"/>
                  </a:lnTo>
                  <a:lnTo>
                    <a:pt x="381139" y="812067"/>
                  </a:lnTo>
                  <a:close/>
                  <a:moveTo>
                    <a:pt x="381602" y="807248"/>
                  </a:moveTo>
                  <a:lnTo>
                    <a:pt x="428495" y="796213"/>
                  </a:lnTo>
                  <a:lnTo>
                    <a:pt x="419966" y="758400"/>
                  </a:lnTo>
                  <a:close/>
                  <a:moveTo>
                    <a:pt x="381602" y="807248"/>
                  </a:moveTo>
                  <a:lnTo>
                    <a:pt x="419966" y="758400"/>
                  </a:lnTo>
                  <a:lnTo>
                    <a:pt x="380661" y="763266"/>
                  </a:lnTo>
                  <a:close/>
                  <a:moveTo>
                    <a:pt x="418856" y="828508"/>
                  </a:moveTo>
                  <a:lnTo>
                    <a:pt x="444904" y="791234"/>
                  </a:lnTo>
                  <a:lnTo>
                    <a:pt x="428495" y="796213"/>
                  </a:lnTo>
                  <a:close/>
                  <a:moveTo>
                    <a:pt x="444904" y="791234"/>
                  </a:moveTo>
                  <a:lnTo>
                    <a:pt x="453619" y="754479"/>
                  </a:lnTo>
                  <a:lnTo>
                    <a:pt x="428495" y="796213"/>
                  </a:lnTo>
                  <a:close/>
                  <a:moveTo>
                    <a:pt x="453619" y="754479"/>
                  </a:moveTo>
                  <a:lnTo>
                    <a:pt x="419966" y="758400"/>
                  </a:lnTo>
                  <a:lnTo>
                    <a:pt x="428495" y="796213"/>
                  </a:lnTo>
                  <a:close/>
                  <a:moveTo>
                    <a:pt x="380661" y="763266"/>
                  </a:moveTo>
                  <a:lnTo>
                    <a:pt x="419966" y="758400"/>
                  </a:lnTo>
                  <a:lnTo>
                    <a:pt x="380520" y="718633"/>
                  </a:lnTo>
                  <a:close/>
                  <a:moveTo>
                    <a:pt x="49989" y="349778"/>
                  </a:moveTo>
                  <a:lnTo>
                    <a:pt x="49242" y="350868"/>
                  </a:lnTo>
                  <a:lnTo>
                    <a:pt x="49731" y="350174"/>
                  </a:lnTo>
                  <a:close/>
                  <a:moveTo>
                    <a:pt x="49989" y="349778"/>
                  </a:moveTo>
                  <a:lnTo>
                    <a:pt x="52642" y="350174"/>
                  </a:lnTo>
                  <a:lnTo>
                    <a:pt x="49242" y="350868"/>
                  </a:lnTo>
                  <a:close/>
                  <a:moveTo>
                    <a:pt x="444904" y="791234"/>
                  </a:moveTo>
                  <a:lnTo>
                    <a:pt x="440789" y="786218"/>
                  </a:lnTo>
                  <a:lnTo>
                    <a:pt x="453619" y="754479"/>
                  </a:lnTo>
                  <a:close/>
                  <a:moveTo>
                    <a:pt x="93574" y="332991"/>
                  </a:moveTo>
                  <a:lnTo>
                    <a:pt x="92823" y="342525"/>
                  </a:lnTo>
                  <a:lnTo>
                    <a:pt x="87170" y="364216"/>
                  </a:lnTo>
                  <a:close/>
                  <a:moveTo>
                    <a:pt x="50763" y="349632"/>
                  </a:moveTo>
                  <a:lnTo>
                    <a:pt x="52642" y="350174"/>
                  </a:lnTo>
                  <a:lnTo>
                    <a:pt x="49989" y="349778"/>
                  </a:lnTo>
                  <a:close/>
                  <a:moveTo>
                    <a:pt x="551480" y="592664"/>
                  </a:moveTo>
                  <a:lnTo>
                    <a:pt x="583334" y="588692"/>
                  </a:lnTo>
                  <a:lnTo>
                    <a:pt x="564749" y="587717"/>
                  </a:lnTo>
                  <a:close/>
                  <a:moveTo>
                    <a:pt x="564749" y="587717"/>
                  </a:moveTo>
                  <a:lnTo>
                    <a:pt x="583334" y="588692"/>
                  </a:lnTo>
                  <a:lnTo>
                    <a:pt x="617418" y="591551"/>
                  </a:lnTo>
                  <a:close/>
                  <a:moveTo>
                    <a:pt x="638136" y="572804"/>
                  </a:moveTo>
                  <a:lnTo>
                    <a:pt x="617418" y="591551"/>
                  </a:lnTo>
                  <a:lnTo>
                    <a:pt x="583334" y="588692"/>
                  </a:lnTo>
                  <a:close/>
                  <a:moveTo>
                    <a:pt x="617418" y="591551"/>
                  </a:moveTo>
                  <a:lnTo>
                    <a:pt x="638136" y="572804"/>
                  </a:lnTo>
                  <a:lnTo>
                    <a:pt x="620346" y="575481"/>
                  </a:lnTo>
                  <a:close/>
                  <a:moveTo>
                    <a:pt x="638136" y="572804"/>
                  </a:moveTo>
                  <a:lnTo>
                    <a:pt x="639287" y="558298"/>
                  </a:lnTo>
                  <a:lnTo>
                    <a:pt x="620346" y="575481"/>
                  </a:lnTo>
                  <a:close/>
                  <a:moveTo>
                    <a:pt x="620346" y="575481"/>
                  </a:moveTo>
                  <a:lnTo>
                    <a:pt x="639287" y="558298"/>
                  </a:lnTo>
                  <a:lnTo>
                    <a:pt x="611378" y="568971"/>
                  </a:lnTo>
                  <a:close/>
                  <a:moveTo>
                    <a:pt x="639287" y="558298"/>
                  </a:moveTo>
                  <a:lnTo>
                    <a:pt x="629190" y="539355"/>
                  </a:lnTo>
                  <a:lnTo>
                    <a:pt x="611378" y="568971"/>
                  </a:lnTo>
                  <a:close/>
                  <a:moveTo>
                    <a:pt x="619805" y="521543"/>
                  </a:moveTo>
                  <a:lnTo>
                    <a:pt x="611378" y="568971"/>
                  </a:lnTo>
                  <a:lnTo>
                    <a:pt x="629190" y="539355"/>
                  </a:lnTo>
                  <a:close/>
                  <a:moveTo>
                    <a:pt x="638136" y="572804"/>
                  </a:moveTo>
                  <a:lnTo>
                    <a:pt x="658883" y="583023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9414" y="577869"/>
                  </a:lnTo>
                  <a:lnTo>
                    <a:pt x="671145" y="541114"/>
                  </a:lnTo>
                  <a:close/>
                  <a:moveTo>
                    <a:pt x="671145" y="541114"/>
                  </a:moveTo>
                  <a:lnTo>
                    <a:pt x="686756" y="533802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6756" y="533802"/>
                  </a:lnTo>
                  <a:lnTo>
                    <a:pt x="628423" y="518292"/>
                  </a:lnTo>
                  <a:close/>
                  <a:moveTo>
                    <a:pt x="628423" y="518292"/>
                  </a:moveTo>
                  <a:lnTo>
                    <a:pt x="686756" y="533802"/>
                  </a:lnTo>
                  <a:lnTo>
                    <a:pt x="664430" y="516108"/>
                  </a:lnTo>
                  <a:close/>
                  <a:moveTo>
                    <a:pt x="639287" y="558298"/>
                  </a:moveTo>
                  <a:lnTo>
                    <a:pt x="628423" y="518292"/>
                  </a:lnTo>
                  <a:lnTo>
                    <a:pt x="629190" y="539355"/>
                  </a:lnTo>
                  <a:close/>
                  <a:moveTo>
                    <a:pt x="619805" y="521543"/>
                  </a:moveTo>
                  <a:lnTo>
                    <a:pt x="629190" y="539355"/>
                  </a:lnTo>
                  <a:lnTo>
                    <a:pt x="628423" y="518292"/>
                  </a:lnTo>
                  <a:close/>
                  <a:moveTo>
                    <a:pt x="689900" y="449349"/>
                  </a:moveTo>
                  <a:lnTo>
                    <a:pt x="689656" y="450853"/>
                  </a:lnTo>
                  <a:lnTo>
                    <a:pt x="689394" y="450421"/>
                  </a:lnTo>
                  <a:close/>
                  <a:moveTo>
                    <a:pt x="883096" y="480957"/>
                  </a:moveTo>
                  <a:lnTo>
                    <a:pt x="857047" y="467866"/>
                  </a:lnTo>
                  <a:lnTo>
                    <a:pt x="890528" y="489564"/>
                  </a:lnTo>
                  <a:close/>
                  <a:moveTo>
                    <a:pt x="865232" y="452809"/>
                  </a:moveTo>
                  <a:lnTo>
                    <a:pt x="857047" y="467866"/>
                  </a:lnTo>
                  <a:lnTo>
                    <a:pt x="883096" y="480957"/>
                  </a:lnTo>
                  <a:close/>
                  <a:moveTo>
                    <a:pt x="963616" y="509136"/>
                  </a:moveTo>
                  <a:lnTo>
                    <a:pt x="946111" y="495773"/>
                  </a:lnTo>
                  <a:lnTo>
                    <a:pt x="927537" y="522535"/>
                  </a:lnTo>
                  <a:close/>
                  <a:moveTo>
                    <a:pt x="946111" y="495773"/>
                  </a:moveTo>
                  <a:lnTo>
                    <a:pt x="922480" y="472381"/>
                  </a:lnTo>
                  <a:lnTo>
                    <a:pt x="927537" y="522535"/>
                  </a:lnTo>
                  <a:close/>
                  <a:moveTo>
                    <a:pt x="890528" y="489564"/>
                  </a:moveTo>
                  <a:lnTo>
                    <a:pt x="922480" y="472381"/>
                  </a:lnTo>
                  <a:lnTo>
                    <a:pt x="883096" y="480957"/>
                  </a:lnTo>
                  <a:close/>
                  <a:moveTo>
                    <a:pt x="687802" y="56672"/>
                  </a:moveTo>
                  <a:lnTo>
                    <a:pt x="678340" y="50893"/>
                  </a:lnTo>
                  <a:lnTo>
                    <a:pt x="632228" y="69673"/>
                  </a:lnTo>
                  <a:close/>
                  <a:moveTo>
                    <a:pt x="736820" y="36874"/>
                  </a:moveTo>
                  <a:lnTo>
                    <a:pt x="728829" y="85488"/>
                  </a:lnTo>
                  <a:lnTo>
                    <a:pt x="764571" y="33709"/>
                  </a:lnTo>
                  <a:close/>
                  <a:moveTo>
                    <a:pt x="678340" y="50893"/>
                  </a:moveTo>
                  <a:lnTo>
                    <a:pt x="687802" y="56672"/>
                  </a:lnTo>
                  <a:lnTo>
                    <a:pt x="691274" y="46813"/>
                  </a:lnTo>
                  <a:close/>
                  <a:moveTo>
                    <a:pt x="736820" y="36874"/>
                  </a:moveTo>
                  <a:lnTo>
                    <a:pt x="687802" y="56672"/>
                  </a:lnTo>
                  <a:lnTo>
                    <a:pt x="728829" y="85488"/>
                  </a:lnTo>
                  <a:close/>
                  <a:moveTo>
                    <a:pt x="736820" y="36874"/>
                  </a:moveTo>
                  <a:lnTo>
                    <a:pt x="691274" y="46813"/>
                  </a:lnTo>
                  <a:lnTo>
                    <a:pt x="687802" y="56672"/>
                  </a:lnTo>
                  <a:close/>
                  <a:moveTo>
                    <a:pt x="691274" y="46813"/>
                  </a:moveTo>
                  <a:lnTo>
                    <a:pt x="736820" y="36874"/>
                  </a:lnTo>
                  <a:lnTo>
                    <a:pt x="717883" y="7522"/>
                  </a:lnTo>
                  <a:close/>
                  <a:moveTo>
                    <a:pt x="736820" y="36874"/>
                  </a:moveTo>
                  <a:lnTo>
                    <a:pt x="769750" y="17702"/>
                  </a:lnTo>
                  <a:lnTo>
                    <a:pt x="753826" y="5389"/>
                  </a:lnTo>
                  <a:close/>
                  <a:moveTo>
                    <a:pt x="736820" y="36874"/>
                  </a:moveTo>
                  <a:lnTo>
                    <a:pt x="753826" y="5389"/>
                  </a:lnTo>
                  <a:lnTo>
                    <a:pt x="717883" y="7522"/>
                  </a:lnTo>
                  <a:close/>
                  <a:moveTo>
                    <a:pt x="769750" y="17702"/>
                  </a:moveTo>
                  <a:lnTo>
                    <a:pt x="764571" y="33709"/>
                  </a:lnTo>
                  <a:lnTo>
                    <a:pt x="757428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60" name="Input_density__51">
              <a:extLst>
                <a:ext uri="{FF2B5EF4-FFF2-40B4-BE49-F238E27FC236}">
                  <a16:creationId xmlns:a16="http://schemas.microsoft.com/office/drawing/2014/main" id="{2BBF45C0-9E0B-AA2C-0C54-DD410082A00D}"/>
                </a:ext>
              </a:extLst>
            </p:cNvPr>
            <p:cNvSpPr>
              <a:spLocks noGrp="1"/>
            </p:cNvSpPr>
            <p:nvPr/>
          </p:nvSpPr>
          <p:spPr>
            <a:xfrm>
              <a:off x="961351" y="2301475"/>
              <a:ext cx="894460" cy="753258"/>
            </a:xfrm>
            <a:custGeom>
              <a:avLst/>
              <a:gdLst/>
              <a:ahLst/>
              <a:cxnLst/>
              <a:rect l="0" t="0" r="0" b="0"/>
              <a:pathLst>
                <a:path w="894460" h="753258">
                  <a:moveTo>
                    <a:pt x="0" y="493585"/>
                  </a:moveTo>
                  <a:lnTo>
                    <a:pt x="5390" y="525010"/>
                  </a:lnTo>
                  <a:lnTo>
                    <a:pt x="28617" y="515643"/>
                  </a:lnTo>
                  <a:close/>
                  <a:moveTo>
                    <a:pt x="264864" y="696932"/>
                  </a:moveTo>
                  <a:lnTo>
                    <a:pt x="208692" y="674480"/>
                  </a:lnTo>
                  <a:lnTo>
                    <a:pt x="226567" y="677360"/>
                  </a:lnTo>
                  <a:close/>
                  <a:moveTo>
                    <a:pt x="264864" y="696932"/>
                  </a:moveTo>
                  <a:lnTo>
                    <a:pt x="226567" y="677360"/>
                  </a:lnTo>
                  <a:lnTo>
                    <a:pt x="224048" y="714115"/>
                  </a:lnTo>
                  <a:close/>
                  <a:moveTo>
                    <a:pt x="208692" y="674480"/>
                  </a:moveTo>
                  <a:lnTo>
                    <a:pt x="208501" y="660177"/>
                  </a:lnTo>
                  <a:lnTo>
                    <a:pt x="203398" y="670815"/>
                  </a:lnTo>
                  <a:close/>
                  <a:moveTo>
                    <a:pt x="101686" y="443476"/>
                  </a:moveTo>
                  <a:lnTo>
                    <a:pt x="52643" y="480897"/>
                  </a:lnTo>
                  <a:lnTo>
                    <a:pt x="72159" y="456830"/>
                  </a:lnTo>
                  <a:close/>
                  <a:moveTo>
                    <a:pt x="139664" y="459218"/>
                  </a:moveTo>
                  <a:lnTo>
                    <a:pt x="149417" y="497356"/>
                  </a:lnTo>
                  <a:lnTo>
                    <a:pt x="169593" y="476583"/>
                  </a:lnTo>
                  <a:close/>
                  <a:moveTo>
                    <a:pt x="122131" y="476402"/>
                  </a:moveTo>
                  <a:lnTo>
                    <a:pt x="139664" y="459218"/>
                  </a:lnTo>
                  <a:lnTo>
                    <a:pt x="101686" y="443476"/>
                  </a:lnTo>
                  <a:close/>
                  <a:moveTo>
                    <a:pt x="139664" y="459218"/>
                  </a:moveTo>
                  <a:lnTo>
                    <a:pt x="129722" y="452089"/>
                  </a:lnTo>
                  <a:lnTo>
                    <a:pt x="101686" y="443476"/>
                  </a:lnTo>
                  <a:close/>
                  <a:moveTo>
                    <a:pt x="432772" y="753258"/>
                  </a:moveTo>
                  <a:lnTo>
                    <a:pt x="458481" y="741088"/>
                  </a:lnTo>
                  <a:lnTo>
                    <a:pt x="403955" y="729942"/>
                  </a:lnTo>
                  <a:close/>
                  <a:moveTo>
                    <a:pt x="403955" y="729942"/>
                  </a:moveTo>
                  <a:lnTo>
                    <a:pt x="458481" y="741088"/>
                  </a:lnTo>
                  <a:lnTo>
                    <a:pt x="463837" y="733047"/>
                  </a:lnTo>
                  <a:close/>
                  <a:moveTo>
                    <a:pt x="403955" y="729942"/>
                  </a:moveTo>
                  <a:lnTo>
                    <a:pt x="463837" y="733047"/>
                  </a:lnTo>
                  <a:lnTo>
                    <a:pt x="429975" y="731018"/>
                  </a:lnTo>
                  <a:close/>
                  <a:moveTo>
                    <a:pt x="429975" y="731018"/>
                  </a:moveTo>
                  <a:lnTo>
                    <a:pt x="372547" y="716503"/>
                  </a:lnTo>
                  <a:lnTo>
                    <a:pt x="403955" y="729942"/>
                  </a:lnTo>
                  <a:close/>
                  <a:moveTo>
                    <a:pt x="202039" y="411406"/>
                  </a:moveTo>
                  <a:lnTo>
                    <a:pt x="195993" y="371574"/>
                  </a:lnTo>
                  <a:lnTo>
                    <a:pt x="187042" y="405280"/>
                  </a:lnTo>
                  <a:close/>
                  <a:moveTo>
                    <a:pt x="482725" y="699320"/>
                  </a:moveTo>
                  <a:lnTo>
                    <a:pt x="476943" y="685839"/>
                  </a:lnTo>
                  <a:lnTo>
                    <a:pt x="463837" y="733047"/>
                  </a:lnTo>
                  <a:close/>
                  <a:moveTo>
                    <a:pt x="482725" y="699320"/>
                  </a:moveTo>
                  <a:lnTo>
                    <a:pt x="480217" y="682137"/>
                  </a:lnTo>
                  <a:lnTo>
                    <a:pt x="476943" y="685839"/>
                  </a:lnTo>
                  <a:close/>
                  <a:moveTo>
                    <a:pt x="482725" y="699320"/>
                  </a:moveTo>
                  <a:lnTo>
                    <a:pt x="485255" y="656915"/>
                  </a:lnTo>
                  <a:lnTo>
                    <a:pt x="479548" y="645382"/>
                  </a:lnTo>
                  <a:close/>
                  <a:moveTo>
                    <a:pt x="482725" y="699320"/>
                  </a:moveTo>
                  <a:lnTo>
                    <a:pt x="479548" y="645382"/>
                  </a:lnTo>
                  <a:lnTo>
                    <a:pt x="480217" y="682137"/>
                  </a:lnTo>
                  <a:close/>
                  <a:moveTo>
                    <a:pt x="334342" y="537011"/>
                  </a:moveTo>
                  <a:lnTo>
                    <a:pt x="319215" y="566056"/>
                  </a:lnTo>
                  <a:lnTo>
                    <a:pt x="329956" y="552300"/>
                  </a:lnTo>
                  <a:close/>
                  <a:moveTo>
                    <a:pt x="319177" y="504592"/>
                  </a:moveTo>
                  <a:lnTo>
                    <a:pt x="329956" y="552300"/>
                  </a:lnTo>
                  <a:lnTo>
                    <a:pt x="328708" y="515545"/>
                  </a:lnTo>
                  <a:close/>
                  <a:moveTo>
                    <a:pt x="319177" y="504592"/>
                  </a:moveTo>
                  <a:lnTo>
                    <a:pt x="334342" y="537011"/>
                  </a:lnTo>
                  <a:lnTo>
                    <a:pt x="329956" y="552300"/>
                  </a:lnTo>
                  <a:close/>
                  <a:moveTo>
                    <a:pt x="283643" y="388097"/>
                  </a:moveTo>
                  <a:lnTo>
                    <a:pt x="280052" y="419632"/>
                  </a:lnTo>
                  <a:lnTo>
                    <a:pt x="299704" y="396900"/>
                  </a:lnTo>
                  <a:close/>
                  <a:moveTo>
                    <a:pt x="259939" y="372802"/>
                  </a:moveTo>
                  <a:lnTo>
                    <a:pt x="240621" y="362381"/>
                  </a:lnTo>
                  <a:lnTo>
                    <a:pt x="283643" y="388097"/>
                  </a:lnTo>
                  <a:close/>
                  <a:moveTo>
                    <a:pt x="224336" y="351342"/>
                  </a:moveTo>
                  <a:lnTo>
                    <a:pt x="240621" y="362381"/>
                  </a:lnTo>
                  <a:lnTo>
                    <a:pt x="259939" y="372802"/>
                  </a:lnTo>
                  <a:close/>
                  <a:moveTo>
                    <a:pt x="224336" y="351342"/>
                  </a:moveTo>
                  <a:lnTo>
                    <a:pt x="224532" y="330714"/>
                  </a:lnTo>
                  <a:lnTo>
                    <a:pt x="240621" y="362381"/>
                  </a:lnTo>
                  <a:close/>
                  <a:moveTo>
                    <a:pt x="461786" y="604160"/>
                  </a:moveTo>
                  <a:lnTo>
                    <a:pt x="448535" y="579628"/>
                  </a:lnTo>
                  <a:lnTo>
                    <a:pt x="427389" y="560288"/>
                  </a:lnTo>
                  <a:close/>
                  <a:moveTo>
                    <a:pt x="409612" y="462470"/>
                  </a:moveTo>
                  <a:lnTo>
                    <a:pt x="389568" y="483734"/>
                  </a:lnTo>
                  <a:lnTo>
                    <a:pt x="438801" y="447026"/>
                  </a:lnTo>
                  <a:close/>
                  <a:moveTo>
                    <a:pt x="283643" y="388097"/>
                  </a:moveTo>
                  <a:lnTo>
                    <a:pt x="316706" y="41710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16706" y="417107"/>
                  </a:lnTo>
                  <a:lnTo>
                    <a:pt x="283643" y="388097"/>
                  </a:lnTo>
                  <a:close/>
                  <a:moveTo>
                    <a:pt x="259939" y="372802"/>
                  </a:moveTo>
                  <a:lnTo>
                    <a:pt x="283643" y="38809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36535" y="410027"/>
                  </a:lnTo>
                  <a:lnTo>
                    <a:pt x="316706" y="417107"/>
                  </a:lnTo>
                  <a:close/>
                  <a:moveTo>
                    <a:pt x="336535" y="410027"/>
                  </a:moveTo>
                  <a:lnTo>
                    <a:pt x="342065" y="423579"/>
                  </a:lnTo>
                  <a:lnTo>
                    <a:pt x="316706" y="417107"/>
                  </a:lnTo>
                  <a:close/>
                  <a:moveTo>
                    <a:pt x="370019" y="439014"/>
                  </a:moveTo>
                  <a:lnTo>
                    <a:pt x="316706" y="417107"/>
                  </a:lnTo>
                  <a:lnTo>
                    <a:pt x="342065" y="423579"/>
                  </a:lnTo>
                  <a:close/>
                  <a:moveTo>
                    <a:pt x="445986" y="438016"/>
                  </a:moveTo>
                  <a:lnTo>
                    <a:pt x="420949" y="431282"/>
                  </a:lnTo>
                  <a:lnTo>
                    <a:pt x="409612" y="462470"/>
                  </a:lnTo>
                  <a:close/>
                  <a:moveTo>
                    <a:pt x="420949" y="431282"/>
                  </a:moveTo>
                  <a:lnTo>
                    <a:pt x="445986" y="438016"/>
                  </a:lnTo>
                  <a:lnTo>
                    <a:pt x="410954" y="394661"/>
                  </a:lnTo>
                  <a:close/>
                  <a:moveTo>
                    <a:pt x="410954" y="394661"/>
                  </a:moveTo>
                  <a:lnTo>
                    <a:pt x="393601" y="364022"/>
                  </a:lnTo>
                  <a:lnTo>
                    <a:pt x="399497" y="390485"/>
                  </a:lnTo>
                  <a:close/>
                  <a:moveTo>
                    <a:pt x="674639" y="638060"/>
                  </a:moveTo>
                  <a:lnTo>
                    <a:pt x="690481" y="643170"/>
                  </a:lnTo>
                  <a:lnTo>
                    <a:pt x="677033" y="630587"/>
                  </a:lnTo>
                  <a:close/>
                  <a:moveTo>
                    <a:pt x="687101" y="601171"/>
                  </a:moveTo>
                  <a:lnTo>
                    <a:pt x="672983" y="593832"/>
                  </a:lnTo>
                  <a:lnTo>
                    <a:pt x="677033" y="630587"/>
                  </a:lnTo>
                  <a:close/>
                  <a:moveTo>
                    <a:pt x="608545" y="521365"/>
                  </a:moveTo>
                  <a:lnTo>
                    <a:pt x="606177" y="520322"/>
                  </a:lnTo>
                  <a:lnTo>
                    <a:pt x="581530" y="539097"/>
                  </a:lnTo>
                  <a:close/>
                  <a:moveTo>
                    <a:pt x="607650" y="512180"/>
                  </a:moveTo>
                  <a:lnTo>
                    <a:pt x="608545" y="521365"/>
                  </a:lnTo>
                  <a:lnTo>
                    <a:pt x="611049" y="483567"/>
                  </a:lnTo>
                  <a:close/>
                  <a:moveTo>
                    <a:pt x="606177" y="520322"/>
                  </a:moveTo>
                  <a:lnTo>
                    <a:pt x="608545" y="521365"/>
                  </a:lnTo>
                  <a:lnTo>
                    <a:pt x="607650" y="512180"/>
                  </a:lnTo>
                  <a:close/>
                  <a:moveTo>
                    <a:pt x="672983" y="593832"/>
                  </a:moveTo>
                  <a:lnTo>
                    <a:pt x="660853" y="586520"/>
                  </a:lnTo>
                  <a:lnTo>
                    <a:pt x="703289" y="588010"/>
                  </a:lnTo>
                  <a:close/>
                  <a:moveTo>
                    <a:pt x="606019" y="478671"/>
                  </a:moveTo>
                  <a:lnTo>
                    <a:pt x="606177" y="520322"/>
                  </a:lnTo>
                  <a:lnTo>
                    <a:pt x="607650" y="512180"/>
                  </a:lnTo>
                  <a:close/>
                  <a:moveTo>
                    <a:pt x="585664" y="512878"/>
                  </a:moveTo>
                  <a:lnTo>
                    <a:pt x="606177" y="520322"/>
                  </a:lnTo>
                  <a:lnTo>
                    <a:pt x="606019" y="478671"/>
                  </a:lnTo>
                  <a:close/>
                  <a:moveTo>
                    <a:pt x="767492" y="518156"/>
                  </a:moveTo>
                  <a:lnTo>
                    <a:pt x="786474" y="559465"/>
                  </a:lnTo>
                  <a:lnTo>
                    <a:pt x="774659" y="522710"/>
                  </a:lnTo>
                  <a:close/>
                  <a:moveTo>
                    <a:pt x="772245" y="469544"/>
                  </a:moveTo>
                  <a:lnTo>
                    <a:pt x="774659" y="522710"/>
                  </a:lnTo>
                  <a:lnTo>
                    <a:pt x="771319" y="485955"/>
                  </a:lnTo>
                  <a:close/>
                  <a:moveTo>
                    <a:pt x="829473" y="341323"/>
                  </a:moveTo>
                  <a:lnTo>
                    <a:pt x="826071" y="349471"/>
                  </a:lnTo>
                  <a:lnTo>
                    <a:pt x="804064" y="363399"/>
                  </a:lnTo>
                  <a:close/>
                  <a:moveTo>
                    <a:pt x="738347" y="146062"/>
                  </a:moveTo>
                  <a:lnTo>
                    <a:pt x="715230" y="140365"/>
                  </a:lnTo>
                  <a:lnTo>
                    <a:pt x="686261" y="172106"/>
                  </a:lnTo>
                  <a:close/>
                  <a:moveTo>
                    <a:pt x="846807" y="287385"/>
                  </a:moveTo>
                  <a:lnTo>
                    <a:pt x="894460" y="272462"/>
                  </a:lnTo>
                  <a:lnTo>
                    <a:pt x="861501" y="233446"/>
                  </a:lnTo>
                  <a:close/>
                  <a:moveTo>
                    <a:pt x="761931" y="138032"/>
                  </a:moveTo>
                  <a:lnTo>
                    <a:pt x="757750" y="140365"/>
                  </a:lnTo>
                  <a:lnTo>
                    <a:pt x="783017" y="174645"/>
                  </a:lnTo>
                  <a:close/>
                  <a:moveTo>
                    <a:pt x="858512" y="95610"/>
                  </a:moveTo>
                  <a:lnTo>
                    <a:pt x="866885" y="133551"/>
                  </a:lnTo>
                  <a:lnTo>
                    <a:pt x="864797" y="142753"/>
                  </a:lnTo>
                  <a:close/>
                  <a:moveTo>
                    <a:pt x="848827" y="13990"/>
                  </a:moveTo>
                  <a:lnTo>
                    <a:pt x="871577" y="52060"/>
                  </a:lnTo>
                  <a:lnTo>
                    <a:pt x="853069" y="15305"/>
                  </a:lnTo>
                  <a:close/>
                  <a:moveTo>
                    <a:pt x="848827" y="13990"/>
                  </a:moveTo>
                  <a:lnTo>
                    <a:pt x="865462" y="45213"/>
                  </a:lnTo>
                  <a:lnTo>
                    <a:pt x="871577" y="52060"/>
                  </a:lnTo>
                  <a:close/>
                  <a:moveTo>
                    <a:pt x="832716" y="0"/>
                  </a:moveTo>
                  <a:lnTo>
                    <a:pt x="865462" y="45213"/>
                  </a:lnTo>
                  <a:lnTo>
                    <a:pt x="848827" y="1399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61" name="Input_density__52">
              <a:extLst>
                <a:ext uri="{FF2B5EF4-FFF2-40B4-BE49-F238E27FC236}">
                  <a16:creationId xmlns:a16="http://schemas.microsoft.com/office/drawing/2014/main" id="{5A895081-BD82-97E8-6E1B-2ACFD0156018}"/>
                </a:ext>
              </a:extLst>
            </p:cNvPr>
            <p:cNvSpPr>
              <a:spLocks noGrp="1"/>
            </p:cNvSpPr>
            <p:nvPr/>
          </p:nvSpPr>
          <p:spPr>
            <a:xfrm>
              <a:off x="950292" y="2352517"/>
              <a:ext cx="941741" cy="822455"/>
            </a:xfrm>
            <a:custGeom>
              <a:avLst/>
              <a:gdLst/>
              <a:ahLst/>
              <a:cxnLst/>
              <a:rect l="0" t="0" r="0" b="0"/>
              <a:pathLst>
                <a:path w="941741" h="822455">
                  <a:moveTo>
                    <a:pt x="11059" y="442543"/>
                  </a:moveTo>
                  <a:lnTo>
                    <a:pt x="0" y="459727"/>
                  </a:lnTo>
                  <a:lnTo>
                    <a:pt x="16449" y="473968"/>
                  </a:lnTo>
                  <a:close/>
                  <a:moveTo>
                    <a:pt x="267171" y="699828"/>
                  </a:moveTo>
                  <a:lnTo>
                    <a:pt x="247633" y="672606"/>
                  </a:lnTo>
                  <a:lnTo>
                    <a:pt x="267652" y="701078"/>
                  </a:lnTo>
                  <a:close/>
                  <a:moveTo>
                    <a:pt x="267171" y="699828"/>
                  </a:moveTo>
                  <a:lnTo>
                    <a:pt x="235107" y="663073"/>
                  </a:lnTo>
                  <a:lnTo>
                    <a:pt x="247633" y="672606"/>
                  </a:lnTo>
                  <a:close/>
                  <a:moveTo>
                    <a:pt x="325550" y="682645"/>
                  </a:moveTo>
                  <a:lnTo>
                    <a:pt x="324064" y="684214"/>
                  </a:lnTo>
                  <a:lnTo>
                    <a:pt x="349909" y="688381"/>
                  </a:lnTo>
                  <a:close/>
                  <a:moveTo>
                    <a:pt x="349909" y="688381"/>
                  </a:moveTo>
                  <a:lnTo>
                    <a:pt x="324064" y="684214"/>
                  </a:lnTo>
                  <a:lnTo>
                    <a:pt x="318093" y="731905"/>
                  </a:lnTo>
                  <a:close/>
                  <a:moveTo>
                    <a:pt x="349909" y="688381"/>
                  </a:moveTo>
                  <a:lnTo>
                    <a:pt x="318093" y="731905"/>
                  </a:lnTo>
                  <a:lnTo>
                    <a:pt x="365676" y="720309"/>
                  </a:lnTo>
                  <a:close/>
                  <a:moveTo>
                    <a:pt x="235107" y="663073"/>
                  </a:moveTo>
                  <a:lnTo>
                    <a:pt x="267171" y="699828"/>
                  </a:lnTo>
                  <a:lnTo>
                    <a:pt x="275923" y="645890"/>
                  </a:lnTo>
                  <a:close/>
                  <a:moveTo>
                    <a:pt x="299062" y="645890"/>
                  </a:moveTo>
                  <a:lnTo>
                    <a:pt x="280961" y="647637"/>
                  </a:lnTo>
                  <a:lnTo>
                    <a:pt x="312715" y="646783"/>
                  </a:lnTo>
                  <a:close/>
                  <a:moveTo>
                    <a:pt x="312715" y="646783"/>
                  </a:moveTo>
                  <a:lnTo>
                    <a:pt x="280961" y="647637"/>
                  </a:lnTo>
                  <a:lnTo>
                    <a:pt x="271604" y="697865"/>
                  </a:lnTo>
                  <a:close/>
                  <a:moveTo>
                    <a:pt x="321990" y="682645"/>
                  </a:moveTo>
                  <a:lnTo>
                    <a:pt x="318055" y="661747"/>
                  </a:lnTo>
                  <a:lnTo>
                    <a:pt x="312715" y="646783"/>
                  </a:lnTo>
                  <a:close/>
                  <a:moveTo>
                    <a:pt x="271604" y="697865"/>
                  </a:moveTo>
                  <a:lnTo>
                    <a:pt x="321990" y="682645"/>
                  </a:lnTo>
                  <a:lnTo>
                    <a:pt x="312715" y="646783"/>
                  </a:lnTo>
                  <a:close/>
                  <a:moveTo>
                    <a:pt x="318055" y="661747"/>
                  </a:moveTo>
                  <a:lnTo>
                    <a:pt x="325550" y="682645"/>
                  </a:lnTo>
                  <a:lnTo>
                    <a:pt x="312715" y="646783"/>
                  </a:lnTo>
                  <a:close/>
                  <a:moveTo>
                    <a:pt x="325550" y="682645"/>
                  </a:moveTo>
                  <a:lnTo>
                    <a:pt x="349909" y="688381"/>
                  </a:lnTo>
                  <a:lnTo>
                    <a:pt x="312715" y="646783"/>
                  </a:lnTo>
                  <a:close/>
                  <a:moveTo>
                    <a:pt x="244086" y="634343"/>
                  </a:moveTo>
                  <a:lnTo>
                    <a:pt x="219751" y="623438"/>
                  </a:lnTo>
                  <a:lnTo>
                    <a:pt x="275923" y="645890"/>
                  </a:lnTo>
                  <a:close/>
                  <a:moveTo>
                    <a:pt x="112745" y="392434"/>
                  </a:moveTo>
                  <a:lnTo>
                    <a:pt x="102692" y="395946"/>
                  </a:lnTo>
                  <a:lnTo>
                    <a:pt x="133190" y="425360"/>
                  </a:lnTo>
                  <a:close/>
                  <a:moveTo>
                    <a:pt x="425946" y="787893"/>
                  </a:moveTo>
                  <a:lnTo>
                    <a:pt x="471793" y="822455"/>
                  </a:lnTo>
                  <a:lnTo>
                    <a:pt x="461709" y="812481"/>
                  </a:lnTo>
                  <a:close/>
                  <a:moveTo>
                    <a:pt x="460633" y="821093"/>
                  </a:moveTo>
                  <a:lnTo>
                    <a:pt x="471793" y="822455"/>
                  </a:lnTo>
                  <a:lnTo>
                    <a:pt x="430060" y="792910"/>
                  </a:lnTo>
                  <a:close/>
                  <a:moveTo>
                    <a:pt x="276487" y="604400"/>
                  </a:moveTo>
                  <a:lnTo>
                    <a:pt x="280897" y="645562"/>
                  </a:lnTo>
                  <a:lnTo>
                    <a:pt x="299062" y="645890"/>
                  </a:lnTo>
                  <a:close/>
                  <a:moveTo>
                    <a:pt x="160476" y="446315"/>
                  </a:moveTo>
                  <a:lnTo>
                    <a:pt x="218202" y="441357"/>
                  </a:lnTo>
                  <a:lnTo>
                    <a:pt x="180652" y="425542"/>
                  </a:lnTo>
                  <a:close/>
                  <a:moveTo>
                    <a:pt x="234519" y="414784"/>
                  </a:moveTo>
                  <a:lnTo>
                    <a:pt x="218202" y="441357"/>
                  </a:lnTo>
                  <a:lnTo>
                    <a:pt x="215825" y="447641"/>
                  </a:lnTo>
                  <a:close/>
                  <a:moveTo>
                    <a:pt x="150723" y="408176"/>
                  </a:moveTo>
                  <a:lnTo>
                    <a:pt x="133190" y="425360"/>
                  </a:lnTo>
                  <a:lnTo>
                    <a:pt x="160476" y="446315"/>
                  </a:lnTo>
                  <a:close/>
                  <a:moveTo>
                    <a:pt x="218202" y="441357"/>
                  </a:moveTo>
                  <a:lnTo>
                    <a:pt x="229611" y="408176"/>
                  </a:lnTo>
                  <a:lnTo>
                    <a:pt x="228002" y="392994"/>
                  </a:lnTo>
                  <a:close/>
                  <a:moveTo>
                    <a:pt x="231319" y="394192"/>
                  </a:moveTo>
                  <a:lnTo>
                    <a:pt x="246497" y="422572"/>
                  </a:lnTo>
                  <a:lnTo>
                    <a:pt x="220686" y="443689"/>
                  </a:lnTo>
                  <a:close/>
                  <a:moveTo>
                    <a:pt x="180652" y="425542"/>
                  </a:moveTo>
                  <a:lnTo>
                    <a:pt x="218202" y="441357"/>
                  </a:lnTo>
                  <a:lnTo>
                    <a:pt x="215023" y="390993"/>
                  </a:lnTo>
                  <a:close/>
                  <a:moveTo>
                    <a:pt x="215023" y="390993"/>
                  </a:moveTo>
                  <a:lnTo>
                    <a:pt x="218202" y="441357"/>
                  </a:lnTo>
                  <a:lnTo>
                    <a:pt x="228002" y="392994"/>
                  </a:lnTo>
                  <a:close/>
                  <a:moveTo>
                    <a:pt x="213098" y="360364"/>
                  </a:moveTo>
                  <a:lnTo>
                    <a:pt x="228002" y="392994"/>
                  </a:lnTo>
                  <a:lnTo>
                    <a:pt x="229611" y="408176"/>
                  </a:lnTo>
                  <a:close/>
                  <a:moveTo>
                    <a:pt x="228002" y="392994"/>
                  </a:moveTo>
                  <a:lnTo>
                    <a:pt x="213098" y="360364"/>
                  </a:lnTo>
                  <a:lnTo>
                    <a:pt x="215023" y="390993"/>
                  </a:lnTo>
                  <a:close/>
                  <a:moveTo>
                    <a:pt x="213098" y="360364"/>
                  </a:moveTo>
                  <a:lnTo>
                    <a:pt x="198101" y="354238"/>
                  </a:lnTo>
                  <a:lnTo>
                    <a:pt x="215023" y="390993"/>
                  </a:lnTo>
                  <a:close/>
                  <a:moveTo>
                    <a:pt x="534412" y="631095"/>
                  </a:moveTo>
                  <a:lnTo>
                    <a:pt x="525865" y="648278"/>
                  </a:lnTo>
                  <a:lnTo>
                    <a:pt x="551825" y="667850"/>
                  </a:lnTo>
                  <a:close/>
                  <a:moveTo>
                    <a:pt x="491994" y="564638"/>
                  </a:moveTo>
                  <a:lnTo>
                    <a:pt x="475320" y="557585"/>
                  </a:lnTo>
                  <a:lnTo>
                    <a:pt x="490607" y="594340"/>
                  </a:lnTo>
                  <a:close/>
                  <a:moveTo>
                    <a:pt x="459594" y="528586"/>
                  </a:moveTo>
                  <a:lnTo>
                    <a:pt x="475320" y="557585"/>
                  </a:lnTo>
                  <a:lnTo>
                    <a:pt x="456379" y="521757"/>
                  </a:lnTo>
                  <a:close/>
                  <a:moveTo>
                    <a:pt x="456379" y="521757"/>
                  </a:moveTo>
                  <a:lnTo>
                    <a:pt x="475320" y="557585"/>
                  </a:lnTo>
                  <a:lnTo>
                    <a:pt x="491994" y="564638"/>
                  </a:lnTo>
                  <a:close/>
                  <a:moveTo>
                    <a:pt x="459594" y="528586"/>
                  </a:moveTo>
                  <a:lnTo>
                    <a:pt x="456379" y="521757"/>
                  </a:lnTo>
                  <a:lnTo>
                    <a:pt x="455694" y="520830"/>
                  </a:lnTo>
                  <a:close/>
                  <a:moveTo>
                    <a:pt x="217449" y="263545"/>
                  </a:moveTo>
                  <a:lnTo>
                    <a:pt x="217846" y="300300"/>
                  </a:lnTo>
                  <a:lnTo>
                    <a:pt x="195969" y="280728"/>
                  </a:lnTo>
                  <a:close/>
                  <a:moveTo>
                    <a:pt x="235395" y="300300"/>
                  </a:moveTo>
                  <a:lnTo>
                    <a:pt x="223836" y="263545"/>
                  </a:lnTo>
                  <a:lnTo>
                    <a:pt x="235590" y="279672"/>
                  </a:lnTo>
                  <a:close/>
                  <a:moveTo>
                    <a:pt x="489685" y="584174"/>
                  </a:moveTo>
                  <a:lnTo>
                    <a:pt x="491276" y="631095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90607" y="594340"/>
                  </a:lnTo>
                  <a:lnTo>
                    <a:pt x="475320" y="557585"/>
                  </a:lnTo>
                  <a:close/>
                  <a:moveTo>
                    <a:pt x="472845" y="553118"/>
                  </a:moveTo>
                  <a:lnTo>
                    <a:pt x="489685" y="584174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75320" y="557585"/>
                  </a:lnTo>
                  <a:lnTo>
                    <a:pt x="459594" y="528586"/>
                  </a:lnTo>
                  <a:close/>
                  <a:moveTo>
                    <a:pt x="388775" y="393381"/>
                  </a:moveTo>
                  <a:lnTo>
                    <a:pt x="400627" y="432692"/>
                  </a:lnTo>
                  <a:lnTo>
                    <a:pt x="420671" y="411428"/>
                  </a:lnTo>
                  <a:close/>
                  <a:moveTo>
                    <a:pt x="388775" y="393381"/>
                  </a:moveTo>
                  <a:lnTo>
                    <a:pt x="371295" y="410565"/>
                  </a:lnTo>
                  <a:lnTo>
                    <a:pt x="400627" y="432692"/>
                  </a:lnTo>
                  <a:close/>
                  <a:moveTo>
                    <a:pt x="381078" y="387972"/>
                  </a:moveTo>
                  <a:lnTo>
                    <a:pt x="353124" y="372537"/>
                  </a:lnTo>
                  <a:lnTo>
                    <a:pt x="388775" y="393381"/>
                  </a:lnTo>
                  <a:close/>
                  <a:moveTo>
                    <a:pt x="388775" y="393381"/>
                  </a:moveTo>
                  <a:lnTo>
                    <a:pt x="353124" y="372537"/>
                  </a:lnTo>
                  <a:lnTo>
                    <a:pt x="355071" y="373810"/>
                  </a:lnTo>
                  <a:close/>
                  <a:moveTo>
                    <a:pt x="388775" y="393381"/>
                  </a:moveTo>
                  <a:lnTo>
                    <a:pt x="355071" y="373810"/>
                  </a:lnTo>
                  <a:lnTo>
                    <a:pt x="371295" y="410565"/>
                  </a:lnTo>
                  <a:close/>
                  <a:moveTo>
                    <a:pt x="388775" y="393381"/>
                  </a:moveTo>
                  <a:lnTo>
                    <a:pt x="420671" y="411428"/>
                  </a:lnTo>
                  <a:lnTo>
                    <a:pt x="432008" y="380241"/>
                  </a:lnTo>
                  <a:close/>
                  <a:moveTo>
                    <a:pt x="422013" y="343620"/>
                  </a:moveTo>
                  <a:lnTo>
                    <a:pt x="388775" y="393381"/>
                  </a:lnTo>
                  <a:lnTo>
                    <a:pt x="432008" y="380241"/>
                  </a:lnTo>
                  <a:close/>
                  <a:moveTo>
                    <a:pt x="649586" y="517783"/>
                  </a:moveTo>
                  <a:lnTo>
                    <a:pt x="684042" y="542790"/>
                  </a:lnTo>
                  <a:lnTo>
                    <a:pt x="698160" y="550129"/>
                  </a:lnTo>
                  <a:close/>
                  <a:moveTo>
                    <a:pt x="570463" y="501537"/>
                  </a:moveTo>
                  <a:lnTo>
                    <a:pt x="604962" y="523218"/>
                  </a:lnTo>
                  <a:lnTo>
                    <a:pt x="592589" y="488055"/>
                  </a:lnTo>
                  <a:close/>
                  <a:moveTo>
                    <a:pt x="592589" y="488055"/>
                  </a:moveTo>
                  <a:lnTo>
                    <a:pt x="604962" y="523218"/>
                  </a:lnTo>
                  <a:lnTo>
                    <a:pt x="619604" y="470323"/>
                  </a:lnTo>
                  <a:close/>
                  <a:moveTo>
                    <a:pt x="613580" y="519968"/>
                  </a:moveTo>
                  <a:lnTo>
                    <a:pt x="641959" y="479237"/>
                  </a:lnTo>
                  <a:lnTo>
                    <a:pt x="619604" y="470323"/>
                  </a:lnTo>
                  <a:close/>
                  <a:moveTo>
                    <a:pt x="574748" y="469280"/>
                  </a:moveTo>
                  <a:lnTo>
                    <a:pt x="525438" y="447955"/>
                  </a:lnTo>
                  <a:lnTo>
                    <a:pt x="525434" y="449708"/>
                  </a:lnTo>
                  <a:close/>
                  <a:moveTo>
                    <a:pt x="513802" y="414266"/>
                  </a:moveTo>
                  <a:lnTo>
                    <a:pt x="525434" y="449708"/>
                  </a:lnTo>
                  <a:lnTo>
                    <a:pt x="525438" y="447955"/>
                  </a:lnTo>
                  <a:close/>
                  <a:moveTo>
                    <a:pt x="527427" y="432525"/>
                  </a:moveTo>
                  <a:lnTo>
                    <a:pt x="513802" y="414266"/>
                  </a:lnTo>
                  <a:lnTo>
                    <a:pt x="525438" y="447955"/>
                  </a:lnTo>
                  <a:close/>
                  <a:moveTo>
                    <a:pt x="684042" y="542790"/>
                  </a:moveTo>
                  <a:lnTo>
                    <a:pt x="685908" y="577748"/>
                  </a:lnTo>
                  <a:lnTo>
                    <a:pt x="688092" y="579545"/>
                  </a:lnTo>
                  <a:close/>
                  <a:moveTo>
                    <a:pt x="735402" y="552072"/>
                  </a:moveTo>
                  <a:lnTo>
                    <a:pt x="685908" y="577748"/>
                  </a:lnTo>
                  <a:lnTo>
                    <a:pt x="684042" y="542790"/>
                  </a:lnTo>
                  <a:close/>
                  <a:moveTo>
                    <a:pt x="919244" y="527994"/>
                  </a:moveTo>
                  <a:lnTo>
                    <a:pt x="912693" y="524210"/>
                  </a:lnTo>
                  <a:lnTo>
                    <a:pt x="890464" y="537308"/>
                  </a:lnTo>
                  <a:close/>
                  <a:moveTo>
                    <a:pt x="783304" y="418502"/>
                  </a:moveTo>
                  <a:lnTo>
                    <a:pt x="778551" y="467114"/>
                  </a:lnTo>
                  <a:lnTo>
                    <a:pt x="785718" y="471668"/>
                  </a:lnTo>
                  <a:close/>
                  <a:moveTo>
                    <a:pt x="768226" y="380975"/>
                  </a:moveTo>
                  <a:lnTo>
                    <a:pt x="742653" y="361403"/>
                  </a:lnTo>
                  <a:lnTo>
                    <a:pt x="755915" y="344219"/>
                  </a:lnTo>
                  <a:close/>
                  <a:moveTo>
                    <a:pt x="850389" y="454485"/>
                  </a:moveTo>
                  <a:lnTo>
                    <a:pt x="843354" y="441518"/>
                  </a:lnTo>
                  <a:lnTo>
                    <a:pt x="823939" y="412555"/>
                  </a:lnTo>
                  <a:close/>
                  <a:moveTo>
                    <a:pt x="784686" y="344219"/>
                  </a:moveTo>
                  <a:lnTo>
                    <a:pt x="800962" y="355621"/>
                  </a:lnTo>
                  <a:lnTo>
                    <a:pt x="804845" y="338584"/>
                  </a:lnTo>
                  <a:close/>
                  <a:moveTo>
                    <a:pt x="759525" y="307464"/>
                  </a:moveTo>
                  <a:lnTo>
                    <a:pt x="784686" y="344219"/>
                  </a:lnTo>
                  <a:lnTo>
                    <a:pt x="787355" y="290281"/>
                  </a:lnTo>
                  <a:close/>
                  <a:moveTo>
                    <a:pt x="840493" y="291944"/>
                  </a:moveTo>
                  <a:lnTo>
                    <a:pt x="815123" y="312357"/>
                  </a:lnTo>
                  <a:lnTo>
                    <a:pt x="804845" y="338584"/>
                  </a:lnTo>
                  <a:close/>
                  <a:moveTo>
                    <a:pt x="801247" y="260477"/>
                  </a:moveTo>
                  <a:lnTo>
                    <a:pt x="759525" y="307464"/>
                  </a:lnTo>
                  <a:lnTo>
                    <a:pt x="787355" y="290281"/>
                  </a:lnTo>
                  <a:close/>
                  <a:moveTo>
                    <a:pt x="941741" y="460455"/>
                  </a:moveTo>
                  <a:lnTo>
                    <a:pt x="940577" y="437301"/>
                  </a:lnTo>
                  <a:lnTo>
                    <a:pt x="929712" y="425487"/>
                  </a:lnTo>
                  <a:close/>
                  <a:moveTo>
                    <a:pt x="789864" y="236343"/>
                  </a:moveTo>
                  <a:lnTo>
                    <a:pt x="803969" y="249802"/>
                  </a:lnTo>
                  <a:lnTo>
                    <a:pt x="787355" y="290281"/>
                  </a:lnTo>
                  <a:close/>
                  <a:moveTo>
                    <a:pt x="666167" y="106506"/>
                  </a:moveTo>
                  <a:lnTo>
                    <a:pt x="697320" y="121064"/>
                  </a:lnTo>
                  <a:lnTo>
                    <a:pt x="712160" y="91276"/>
                  </a:lnTo>
                  <a:close/>
                  <a:moveTo>
                    <a:pt x="697320" y="121064"/>
                  </a:moveTo>
                  <a:lnTo>
                    <a:pt x="726289" y="89323"/>
                  </a:lnTo>
                  <a:lnTo>
                    <a:pt x="712160" y="91276"/>
                  </a:lnTo>
                  <a:close/>
                  <a:moveTo>
                    <a:pt x="712160" y="91276"/>
                  </a:moveTo>
                  <a:lnTo>
                    <a:pt x="726289" y="89323"/>
                  </a:lnTo>
                  <a:lnTo>
                    <a:pt x="713985" y="87164"/>
                  </a:lnTo>
                  <a:close/>
                  <a:moveTo>
                    <a:pt x="604278" y="69751"/>
                  </a:moveTo>
                  <a:lnTo>
                    <a:pt x="618771" y="68276"/>
                  </a:lnTo>
                  <a:lnTo>
                    <a:pt x="633985" y="37209"/>
                  </a:lnTo>
                  <a:close/>
                  <a:moveTo>
                    <a:pt x="618771" y="68276"/>
                  </a:moveTo>
                  <a:lnTo>
                    <a:pt x="663496" y="52568"/>
                  </a:lnTo>
                  <a:lnTo>
                    <a:pt x="633985" y="37209"/>
                  </a:lnTo>
                  <a:close/>
                  <a:moveTo>
                    <a:pt x="845065" y="199588"/>
                  </a:moveTo>
                  <a:lnTo>
                    <a:pt x="857866" y="236343"/>
                  </a:lnTo>
                  <a:lnTo>
                    <a:pt x="872560" y="182405"/>
                  </a:lnTo>
                  <a:close/>
                  <a:moveTo>
                    <a:pt x="752725" y="72139"/>
                  </a:moveTo>
                  <a:lnTo>
                    <a:pt x="749406" y="95020"/>
                  </a:lnTo>
                  <a:lnTo>
                    <a:pt x="772990" y="86990"/>
                  </a:lnTo>
                  <a:close/>
                  <a:moveTo>
                    <a:pt x="752725" y="72139"/>
                  </a:moveTo>
                  <a:lnTo>
                    <a:pt x="726289" y="89323"/>
                  </a:lnTo>
                  <a:lnTo>
                    <a:pt x="749406" y="95020"/>
                  </a:lnTo>
                  <a:close/>
                  <a:moveTo>
                    <a:pt x="800720" y="108894"/>
                  </a:moveTo>
                  <a:lnTo>
                    <a:pt x="772990" y="86990"/>
                  </a:lnTo>
                  <a:lnTo>
                    <a:pt x="794076" y="123603"/>
                  </a:lnTo>
                  <a:close/>
                  <a:moveTo>
                    <a:pt x="647713" y="0"/>
                  </a:moveTo>
                  <a:lnTo>
                    <a:pt x="675357" y="4614"/>
                  </a:lnTo>
                  <a:lnTo>
                    <a:pt x="658709" y="5071"/>
                  </a:lnTo>
                  <a:close/>
                  <a:moveTo>
                    <a:pt x="800720" y="108894"/>
                  </a:moveTo>
                  <a:lnTo>
                    <a:pt x="794076" y="123603"/>
                  </a:lnTo>
                  <a:lnTo>
                    <a:pt x="815641" y="121878"/>
                  </a:lnTo>
                  <a:close/>
                  <a:moveTo>
                    <a:pt x="916561" y="153842"/>
                  </a:moveTo>
                  <a:lnTo>
                    <a:pt x="872560" y="182405"/>
                  </a:lnTo>
                  <a:lnTo>
                    <a:pt x="918971" y="165737"/>
                  </a:lnTo>
                  <a:close/>
                  <a:moveTo>
                    <a:pt x="918971" y="165737"/>
                  </a:moveTo>
                  <a:lnTo>
                    <a:pt x="906912" y="213970"/>
                  </a:lnTo>
                  <a:lnTo>
                    <a:pt x="925198" y="182405"/>
                  </a:lnTo>
                  <a:close/>
                  <a:moveTo>
                    <a:pt x="925198" y="182405"/>
                  </a:moveTo>
                  <a:lnTo>
                    <a:pt x="916561" y="153842"/>
                  </a:lnTo>
                  <a:lnTo>
                    <a:pt x="918971" y="165737"/>
                  </a:lnTo>
                  <a:close/>
                  <a:moveTo>
                    <a:pt x="911664" y="128466"/>
                  </a:moveTo>
                  <a:lnTo>
                    <a:pt x="916561" y="153842"/>
                  </a:lnTo>
                  <a:lnTo>
                    <a:pt x="925198" y="182405"/>
                  </a:lnTo>
                  <a:close/>
                  <a:moveTo>
                    <a:pt x="875855" y="91711"/>
                  </a:moveTo>
                  <a:lnTo>
                    <a:pt x="873315" y="116729"/>
                  </a:lnTo>
                  <a:lnTo>
                    <a:pt x="884229" y="104486"/>
                  </a:lnTo>
                  <a:close/>
                  <a:moveTo>
                    <a:pt x="884229" y="104486"/>
                  </a:moveTo>
                  <a:lnTo>
                    <a:pt x="873315" y="116729"/>
                  </a:lnTo>
                  <a:lnTo>
                    <a:pt x="874601" y="129973"/>
                  </a:lnTo>
                  <a:close/>
                  <a:moveTo>
                    <a:pt x="898027" y="128466"/>
                  </a:moveTo>
                  <a:lnTo>
                    <a:pt x="908898" y="125188"/>
                  </a:lnTo>
                  <a:lnTo>
                    <a:pt x="884229" y="104486"/>
                  </a:lnTo>
                  <a:close/>
                  <a:moveTo>
                    <a:pt x="874601" y="129973"/>
                  </a:moveTo>
                  <a:lnTo>
                    <a:pt x="898027" y="128466"/>
                  </a:lnTo>
                  <a:lnTo>
                    <a:pt x="884229" y="104486"/>
                  </a:lnTo>
                  <a:close/>
                  <a:moveTo>
                    <a:pt x="898027" y="128466"/>
                  </a:moveTo>
                  <a:lnTo>
                    <a:pt x="916561" y="153842"/>
                  </a:lnTo>
                  <a:lnTo>
                    <a:pt x="911385" y="127157"/>
                  </a:lnTo>
                  <a:close/>
                  <a:moveTo>
                    <a:pt x="911385" y="127157"/>
                  </a:moveTo>
                  <a:lnTo>
                    <a:pt x="908898" y="125188"/>
                  </a:lnTo>
                  <a:lnTo>
                    <a:pt x="898027" y="128466"/>
                  </a:lnTo>
                  <a:close/>
                  <a:moveTo>
                    <a:pt x="873315" y="116729"/>
                  </a:moveTo>
                  <a:lnTo>
                    <a:pt x="875855" y="91711"/>
                  </a:lnTo>
                  <a:lnTo>
                    <a:pt x="877944" y="82509"/>
                  </a:lnTo>
                  <a:close/>
                  <a:moveTo>
                    <a:pt x="911385" y="127157"/>
                  </a:moveTo>
                  <a:lnTo>
                    <a:pt x="916561" y="153842"/>
                  </a:lnTo>
                  <a:lnTo>
                    <a:pt x="911664" y="128466"/>
                  </a:lnTo>
                  <a:close/>
                  <a:moveTo>
                    <a:pt x="911385" y="127157"/>
                  </a:moveTo>
                  <a:lnTo>
                    <a:pt x="911664" y="128466"/>
                  </a:lnTo>
                  <a:lnTo>
                    <a:pt x="908898" y="125188"/>
                  </a:lnTo>
                  <a:close/>
                  <a:moveTo>
                    <a:pt x="840174" y="91711"/>
                  </a:moveTo>
                  <a:lnTo>
                    <a:pt x="873315" y="116729"/>
                  </a:lnTo>
                  <a:lnTo>
                    <a:pt x="877944" y="8250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62" name="Input_density__53">
              <a:extLst>
                <a:ext uri="{FF2B5EF4-FFF2-40B4-BE49-F238E27FC236}">
                  <a16:creationId xmlns:a16="http://schemas.microsoft.com/office/drawing/2014/main" id="{ADE6E75F-8E3B-0613-BF00-79D10627077B}"/>
                </a:ext>
              </a:extLst>
            </p:cNvPr>
            <p:cNvSpPr>
              <a:spLocks noGrp="1"/>
            </p:cNvSpPr>
            <p:nvPr/>
          </p:nvSpPr>
          <p:spPr>
            <a:xfrm>
              <a:off x="1002377" y="2353534"/>
              <a:ext cx="830551" cy="566909"/>
            </a:xfrm>
            <a:custGeom>
              <a:avLst/>
              <a:gdLst/>
              <a:ahLst/>
              <a:cxnLst/>
              <a:rect l="0" t="0" r="0" b="0"/>
              <a:pathLst>
                <a:path w="830551" h="566909">
                  <a:moveTo>
                    <a:pt x="0" y="481611"/>
                  </a:moveTo>
                  <a:lnTo>
                    <a:pt x="8882" y="446508"/>
                  </a:lnTo>
                  <a:lnTo>
                    <a:pt x="2178" y="441526"/>
                  </a:lnTo>
                  <a:close/>
                  <a:moveTo>
                    <a:pt x="233289" y="566909"/>
                  </a:moveTo>
                  <a:lnTo>
                    <a:pt x="220868" y="561508"/>
                  </a:lnTo>
                  <a:lnTo>
                    <a:pt x="243973" y="554179"/>
                  </a:lnTo>
                  <a:close/>
                  <a:moveTo>
                    <a:pt x="243973" y="554179"/>
                  </a:moveTo>
                  <a:lnTo>
                    <a:pt x="220868" y="561508"/>
                  </a:lnTo>
                  <a:lnTo>
                    <a:pt x="260999" y="545935"/>
                  </a:lnTo>
                  <a:close/>
                  <a:moveTo>
                    <a:pt x="154967" y="319514"/>
                  </a:moveTo>
                  <a:lnTo>
                    <a:pt x="156840" y="316465"/>
                  </a:lnTo>
                  <a:lnTo>
                    <a:pt x="146016" y="353220"/>
                  </a:lnTo>
                  <a:close/>
                  <a:moveTo>
                    <a:pt x="727044" y="524589"/>
                  </a:moveTo>
                  <a:lnTo>
                    <a:pt x="745448" y="507405"/>
                  </a:lnTo>
                  <a:lnTo>
                    <a:pt x="735471" y="525263"/>
                  </a:lnTo>
                  <a:close/>
                  <a:moveTo>
                    <a:pt x="820521" y="53938"/>
                  </a:moveTo>
                  <a:lnTo>
                    <a:pt x="819304" y="12300"/>
                  </a:lnTo>
                  <a:lnTo>
                    <a:pt x="817486" y="43551"/>
                  </a:lnTo>
                  <a:close/>
                  <a:moveTo>
                    <a:pt x="830551" y="0"/>
                  </a:moveTo>
                  <a:lnTo>
                    <a:pt x="819304" y="12300"/>
                  </a:lnTo>
                  <a:lnTo>
                    <a:pt x="820521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63" name="Input_density__54">
              <a:extLst>
                <a:ext uri="{FF2B5EF4-FFF2-40B4-BE49-F238E27FC236}">
                  <a16:creationId xmlns:a16="http://schemas.microsoft.com/office/drawing/2014/main" id="{93946A99-B48C-C458-6D82-0F2C64BC0B46}"/>
                </a:ext>
              </a:extLst>
            </p:cNvPr>
            <p:cNvSpPr>
              <a:spLocks noGrp="1"/>
            </p:cNvSpPr>
            <p:nvPr/>
          </p:nvSpPr>
          <p:spPr>
            <a:xfrm>
              <a:off x="966741" y="2346687"/>
              <a:ext cx="866186" cy="835494"/>
            </a:xfrm>
            <a:custGeom>
              <a:avLst/>
              <a:gdLst/>
              <a:ahLst/>
              <a:cxnLst/>
              <a:rect l="0" t="0" r="0" b="0"/>
              <a:pathLst>
                <a:path w="866186" h="835494">
                  <a:moveTo>
                    <a:pt x="0" y="479797"/>
                  </a:moveTo>
                  <a:lnTo>
                    <a:pt x="35636" y="488458"/>
                  </a:lnTo>
                  <a:lnTo>
                    <a:pt x="23227" y="470430"/>
                  </a:lnTo>
                  <a:close/>
                  <a:moveTo>
                    <a:pt x="198008" y="625602"/>
                  </a:moveTo>
                  <a:lnTo>
                    <a:pt x="185308" y="606488"/>
                  </a:lnTo>
                  <a:lnTo>
                    <a:pt x="158286" y="601665"/>
                  </a:lnTo>
                  <a:close/>
                  <a:moveTo>
                    <a:pt x="444184" y="826923"/>
                  </a:moveTo>
                  <a:lnTo>
                    <a:pt x="473232" y="835494"/>
                  </a:lnTo>
                  <a:lnTo>
                    <a:pt x="455344" y="828285"/>
                  </a:lnTo>
                  <a:close/>
                  <a:moveTo>
                    <a:pt x="260038" y="610229"/>
                  </a:moveTo>
                  <a:lnTo>
                    <a:pt x="282613" y="651719"/>
                  </a:lnTo>
                  <a:lnTo>
                    <a:pt x="262218" y="614964"/>
                  </a:lnTo>
                  <a:close/>
                  <a:moveTo>
                    <a:pt x="458447" y="687834"/>
                  </a:moveTo>
                  <a:lnTo>
                    <a:pt x="477127" y="658675"/>
                  </a:lnTo>
                  <a:lnTo>
                    <a:pt x="477334" y="654107"/>
                  </a:lnTo>
                  <a:close/>
                  <a:moveTo>
                    <a:pt x="453091" y="695875"/>
                  </a:moveTo>
                  <a:lnTo>
                    <a:pt x="467118" y="691886"/>
                  </a:lnTo>
                  <a:lnTo>
                    <a:pt x="458447" y="687834"/>
                  </a:lnTo>
                  <a:close/>
                  <a:moveTo>
                    <a:pt x="281666" y="525186"/>
                  </a:moveTo>
                  <a:lnTo>
                    <a:pt x="279609" y="561026"/>
                  </a:lnTo>
                  <a:lnTo>
                    <a:pt x="296635" y="552782"/>
                  </a:lnTo>
                  <a:close/>
                  <a:moveTo>
                    <a:pt x="281666" y="525186"/>
                  </a:moveTo>
                  <a:lnTo>
                    <a:pt x="296635" y="552782"/>
                  </a:lnTo>
                  <a:lnTo>
                    <a:pt x="313824" y="520844"/>
                  </a:lnTo>
                  <a:close/>
                  <a:moveTo>
                    <a:pt x="313824" y="520844"/>
                  </a:moveTo>
                  <a:lnTo>
                    <a:pt x="326594" y="520803"/>
                  </a:lnTo>
                  <a:lnTo>
                    <a:pt x="324565" y="507087"/>
                  </a:lnTo>
                  <a:close/>
                  <a:moveTo>
                    <a:pt x="323962" y="530379"/>
                  </a:moveTo>
                  <a:lnTo>
                    <a:pt x="326594" y="520803"/>
                  </a:lnTo>
                  <a:lnTo>
                    <a:pt x="313824" y="520844"/>
                  </a:lnTo>
                  <a:close/>
                  <a:moveTo>
                    <a:pt x="296635" y="552782"/>
                  </a:moveTo>
                  <a:lnTo>
                    <a:pt x="323962" y="530379"/>
                  </a:lnTo>
                  <a:lnTo>
                    <a:pt x="313824" y="520844"/>
                  </a:lnTo>
                  <a:close/>
                  <a:moveTo>
                    <a:pt x="201397" y="306129"/>
                  </a:moveTo>
                  <a:lnTo>
                    <a:pt x="192476" y="323312"/>
                  </a:lnTo>
                  <a:lnTo>
                    <a:pt x="179519" y="286557"/>
                  </a:lnTo>
                  <a:close/>
                  <a:moveTo>
                    <a:pt x="440596" y="392804"/>
                  </a:moveTo>
                  <a:lnTo>
                    <a:pt x="404222" y="417258"/>
                  </a:lnTo>
                  <a:lnTo>
                    <a:pt x="433411" y="401813"/>
                  </a:lnTo>
                  <a:close/>
                  <a:moveTo>
                    <a:pt x="440596" y="392804"/>
                  </a:moveTo>
                  <a:lnTo>
                    <a:pt x="429319" y="386512"/>
                  </a:lnTo>
                  <a:lnTo>
                    <a:pt x="405564" y="349449"/>
                  </a:lnTo>
                  <a:close/>
                  <a:moveTo>
                    <a:pt x="669249" y="592848"/>
                  </a:moveTo>
                  <a:lnTo>
                    <a:pt x="681098" y="608784"/>
                  </a:lnTo>
                  <a:lnTo>
                    <a:pt x="685091" y="597957"/>
                  </a:lnTo>
                  <a:close/>
                  <a:moveTo>
                    <a:pt x="667812" y="629663"/>
                  </a:moveTo>
                  <a:lnTo>
                    <a:pt x="681098" y="608784"/>
                  </a:lnTo>
                  <a:lnTo>
                    <a:pt x="669249" y="592848"/>
                  </a:lnTo>
                  <a:close/>
                  <a:moveTo>
                    <a:pt x="685091" y="597957"/>
                  </a:moveTo>
                  <a:lnTo>
                    <a:pt x="681711" y="555958"/>
                  </a:lnTo>
                  <a:lnTo>
                    <a:pt x="671643" y="585374"/>
                  </a:lnTo>
                  <a:close/>
                  <a:moveTo>
                    <a:pt x="577791" y="424937"/>
                  </a:moveTo>
                  <a:lnTo>
                    <a:pt x="600629" y="433458"/>
                  </a:lnTo>
                  <a:lnTo>
                    <a:pt x="588767" y="398355"/>
                  </a:lnTo>
                  <a:close/>
                  <a:moveTo>
                    <a:pt x="602260" y="466967"/>
                  </a:moveTo>
                  <a:lnTo>
                    <a:pt x="605658" y="438354"/>
                  </a:lnTo>
                  <a:lnTo>
                    <a:pt x="600629" y="433458"/>
                  </a:lnTo>
                  <a:close/>
                  <a:moveTo>
                    <a:pt x="769269" y="477497"/>
                  </a:moveTo>
                  <a:lnTo>
                    <a:pt x="781084" y="514252"/>
                  </a:lnTo>
                  <a:lnTo>
                    <a:pt x="762546" y="494680"/>
                  </a:lnTo>
                  <a:close/>
                  <a:moveTo>
                    <a:pt x="751596" y="391990"/>
                  </a:moveTo>
                  <a:lnTo>
                    <a:pt x="766855" y="424331"/>
                  </a:lnTo>
                  <a:lnTo>
                    <a:pt x="765929" y="440742"/>
                  </a:lnTo>
                  <a:close/>
                  <a:moveTo>
                    <a:pt x="564419" y="65229"/>
                  </a:moveTo>
                  <a:lnTo>
                    <a:pt x="587829" y="75580"/>
                  </a:lnTo>
                  <a:lnTo>
                    <a:pt x="617536" y="43038"/>
                  </a:lnTo>
                  <a:close/>
                  <a:moveTo>
                    <a:pt x="732957" y="100849"/>
                  </a:moveTo>
                  <a:lnTo>
                    <a:pt x="752359" y="95152"/>
                  </a:lnTo>
                  <a:lnTo>
                    <a:pt x="756541" y="92820"/>
                  </a:lnTo>
                  <a:close/>
                  <a:moveTo>
                    <a:pt x="853122" y="50398"/>
                  </a:moveTo>
                  <a:lnTo>
                    <a:pt x="859406" y="97540"/>
                  </a:lnTo>
                  <a:lnTo>
                    <a:pt x="856157" y="60785"/>
                  </a:lnTo>
                  <a:close/>
                  <a:moveTo>
                    <a:pt x="853122" y="50398"/>
                  </a:moveTo>
                  <a:lnTo>
                    <a:pt x="854940" y="19147"/>
                  </a:lnTo>
                  <a:lnTo>
                    <a:pt x="826789" y="38472"/>
                  </a:lnTo>
                  <a:close/>
                  <a:moveTo>
                    <a:pt x="860072" y="0"/>
                  </a:moveTo>
                  <a:lnTo>
                    <a:pt x="854940" y="19147"/>
                  </a:lnTo>
                  <a:lnTo>
                    <a:pt x="866186" y="684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64" name="Input_density__55">
              <a:extLst>
                <a:ext uri="{FF2B5EF4-FFF2-40B4-BE49-F238E27FC236}">
                  <a16:creationId xmlns:a16="http://schemas.microsoft.com/office/drawing/2014/main" id="{850071A9-2A16-A89F-108E-FD3EEEB5B00F}"/>
                </a:ext>
              </a:extLst>
            </p:cNvPr>
            <p:cNvSpPr>
              <a:spLocks noGrp="1"/>
            </p:cNvSpPr>
            <p:nvPr/>
          </p:nvSpPr>
          <p:spPr>
            <a:xfrm>
              <a:off x="1672268" y="2371894"/>
              <a:ext cx="32930" cy="19172"/>
            </a:xfrm>
            <a:custGeom>
              <a:avLst/>
              <a:gdLst/>
              <a:ahLst/>
              <a:cxnLst/>
              <a:rect l="0" t="0" r="0" b="0"/>
              <a:pathLst>
                <a:path w="32930" h="19172">
                  <a:moveTo>
                    <a:pt x="27752" y="16007"/>
                  </a:moveTo>
                  <a:lnTo>
                    <a:pt x="32930" y="0"/>
                  </a:lnTo>
                  <a:lnTo>
                    <a:pt x="0" y="1917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65" name="Input_density__56">
              <a:extLst>
                <a:ext uri="{FF2B5EF4-FFF2-40B4-BE49-F238E27FC236}">
                  <a16:creationId xmlns:a16="http://schemas.microsoft.com/office/drawing/2014/main" id="{D4C5EA03-A0BC-3F9A-1BA4-55DC77CC21D5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163620"/>
              <a:ext cx="933581" cy="1121382"/>
            </a:xfrm>
            <a:custGeom>
              <a:avLst/>
              <a:gdLst/>
              <a:ahLst/>
              <a:cxnLst/>
              <a:rect l="0" t="0" r="0" b="0"/>
              <a:pathLst>
                <a:path w="933581" h="1121382">
                  <a:moveTo>
                    <a:pt x="271792" y="1121382"/>
                  </a:moveTo>
                  <a:lnTo>
                    <a:pt x="250122" y="1094238"/>
                  </a:lnTo>
                  <a:lnTo>
                    <a:pt x="254658" y="1106866"/>
                  </a:lnTo>
                  <a:close/>
                  <a:moveTo>
                    <a:pt x="258334" y="1099431"/>
                  </a:moveTo>
                  <a:lnTo>
                    <a:pt x="250122" y="1094238"/>
                  </a:lnTo>
                  <a:lnTo>
                    <a:pt x="271792" y="1121382"/>
                  </a:lnTo>
                  <a:close/>
                  <a:moveTo>
                    <a:pt x="254658" y="1106866"/>
                  </a:moveTo>
                  <a:lnTo>
                    <a:pt x="250122" y="1094238"/>
                  </a:lnTo>
                  <a:lnTo>
                    <a:pt x="229683" y="1066108"/>
                  </a:lnTo>
                  <a:close/>
                  <a:moveTo>
                    <a:pt x="248900" y="1089683"/>
                  </a:moveTo>
                  <a:lnTo>
                    <a:pt x="229683" y="1066108"/>
                  </a:lnTo>
                  <a:lnTo>
                    <a:pt x="250122" y="1094238"/>
                  </a:lnTo>
                  <a:close/>
                  <a:moveTo>
                    <a:pt x="248900" y="1089683"/>
                  </a:moveTo>
                  <a:lnTo>
                    <a:pt x="218188" y="1052928"/>
                  </a:lnTo>
                  <a:lnTo>
                    <a:pt x="229683" y="1066108"/>
                  </a:lnTo>
                  <a:close/>
                  <a:moveTo>
                    <a:pt x="235927" y="823240"/>
                  </a:moveTo>
                  <a:lnTo>
                    <a:pt x="211401" y="798031"/>
                  </a:lnTo>
                  <a:lnTo>
                    <a:pt x="211592" y="812334"/>
                  </a:lnTo>
                  <a:close/>
                  <a:moveTo>
                    <a:pt x="156005" y="761276"/>
                  </a:moveTo>
                  <a:lnTo>
                    <a:pt x="151996" y="758590"/>
                  </a:lnTo>
                  <a:lnTo>
                    <a:pt x="127474" y="763112"/>
                  </a:lnTo>
                  <a:close/>
                  <a:moveTo>
                    <a:pt x="2899" y="631439"/>
                  </a:moveTo>
                  <a:lnTo>
                    <a:pt x="38675" y="665571"/>
                  </a:lnTo>
                  <a:lnTo>
                    <a:pt x="0" y="625177"/>
                  </a:lnTo>
                  <a:close/>
                  <a:moveTo>
                    <a:pt x="417786" y="976789"/>
                  </a:moveTo>
                  <a:lnTo>
                    <a:pt x="453550" y="1001378"/>
                  </a:lnTo>
                  <a:lnTo>
                    <a:pt x="441008" y="995492"/>
                  </a:lnTo>
                  <a:close/>
                  <a:moveTo>
                    <a:pt x="211401" y="798031"/>
                  </a:moveTo>
                  <a:lnTo>
                    <a:pt x="235927" y="823240"/>
                  </a:lnTo>
                  <a:lnTo>
                    <a:pt x="237533" y="791244"/>
                  </a:lnTo>
                  <a:close/>
                  <a:moveTo>
                    <a:pt x="237533" y="791244"/>
                  </a:moveTo>
                  <a:lnTo>
                    <a:pt x="235927" y="823240"/>
                  </a:lnTo>
                  <a:lnTo>
                    <a:pt x="272738" y="834458"/>
                  </a:lnTo>
                  <a:close/>
                  <a:moveTo>
                    <a:pt x="156005" y="761276"/>
                  </a:moveTo>
                  <a:lnTo>
                    <a:pt x="193598" y="789555"/>
                  </a:lnTo>
                  <a:lnTo>
                    <a:pt x="185745" y="744093"/>
                  </a:lnTo>
                  <a:close/>
                  <a:moveTo>
                    <a:pt x="211401" y="798031"/>
                  </a:moveTo>
                  <a:lnTo>
                    <a:pt x="237533" y="791244"/>
                  </a:lnTo>
                  <a:lnTo>
                    <a:pt x="193598" y="789555"/>
                  </a:lnTo>
                  <a:close/>
                  <a:moveTo>
                    <a:pt x="409505" y="964622"/>
                  </a:moveTo>
                  <a:lnTo>
                    <a:pt x="417786" y="976789"/>
                  </a:lnTo>
                  <a:lnTo>
                    <a:pt x="441008" y="995492"/>
                  </a:lnTo>
                  <a:close/>
                  <a:moveTo>
                    <a:pt x="441008" y="995492"/>
                  </a:moveTo>
                  <a:lnTo>
                    <a:pt x="453550" y="1001378"/>
                  </a:lnTo>
                  <a:lnTo>
                    <a:pt x="452129" y="993616"/>
                  </a:lnTo>
                  <a:close/>
                  <a:moveTo>
                    <a:pt x="441008" y="995492"/>
                  </a:moveTo>
                  <a:lnTo>
                    <a:pt x="452129" y="993616"/>
                  </a:lnTo>
                  <a:lnTo>
                    <a:pt x="409505" y="964622"/>
                  </a:lnTo>
                  <a:close/>
                  <a:moveTo>
                    <a:pt x="166845" y="660294"/>
                  </a:moveTo>
                  <a:lnTo>
                    <a:pt x="169397" y="670582"/>
                  </a:lnTo>
                  <a:lnTo>
                    <a:pt x="150018" y="654985"/>
                  </a:lnTo>
                  <a:close/>
                  <a:moveTo>
                    <a:pt x="212526" y="632585"/>
                  </a:moveTo>
                  <a:lnTo>
                    <a:pt x="205829" y="670582"/>
                  </a:lnTo>
                  <a:lnTo>
                    <a:pt x="206136" y="655439"/>
                  </a:lnTo>
                  <a:close/>
                  <a:moveTo>
                    <a:pt x="212526" y="632585"/>
                  </a:moveTo>
                  <a:lnTo>
                    <a:pt x="206136" y="655439"/>
                  </a:lnTo>
                  <a:lnTo>
                    <a:pt x="185385" y="627562"/>
                  </a:lnTo>
                  <a:close/>
                  <a:moveTo>
                    <a:pt x="132621" y="589943"/>
                  </a:moveTo>
                  <a:lnTo>
                    <a:pt x="140506" y="579889"/>
                  </a:lnTo>
                  <a:lnTo>
                    <a:pt x="115913" y="555841"/>
                  </a:lnTo>
                  <a:close/>
                  <a:moveTo>
                    <a:pt x="371192" y="853340"/>
                  </a:moveTo>
                  <a:lnTo>
                    <a:pt x="359121" y="842272"/>
                  </a:lnTo>
                  <a:lnTo>
                    <a:pt x="359931" y="837174"/>
                  </a:lnTo>
                  <a:close/>
                  <a:moveTo>
                    <a:pt x="332933" y="812609"/>
                  </a:moveTo>
                  <a:lnTo>
                    <a:pt x="359931" y="837174"/>
                  </a:lnTo>
                  <a:lnTo>
                    <a:pt x="357156" y="834926"/>
                  </a:lnTo>
                  <a:close/>
                  <a:moveTo>
                    <a:pt x="460559" y="897269"/>
                  </a:moveTo>
                  <a:lnTo>
                    <a:pt x="482644" y="906402"/>
                  </a:lnTo>
                  <a:lnTo>
                    <a:pt x="471809" y="889867"/>
                  </a:lnTo>
                  <a:close/>
                  <a:moveTo>
                    <a:pt x="414032" y="826793"/>
                  </a:moveTo>
                  <a:lnTo>
                    <a:pt x="432874" y="868873"/>
                  </a:lnTo>
                  <a:lnTo>
                    <a:pt x="443421" y="821708"/>
                  </a:lnTo>
                  <a:close/>
                  <a:moveTo>
                    <a:pt x="432874" y="868873"/>
                  </a:moveTo>
                  <a:lnTo>
                    <a:pt x="464755" y="819991"/>
                  </a:lnTo>
                  <a:lnTo>
                    <a:pt x="443421" y="821708"/>
                  </a:lnTo>
                  <a:close/>
                  <a:moveTo>
                    <a:pt x="297266" y="680276"/>
                  </a:moveTo>
                  <a:lnTo>
                    <a:pt x="260628" y="723179"/>
                  </a:lnTo>
                  <a:lnTo>
                    <a:pt x="289956" y="708253"/>
                  </a:lnTo>
                  <a:close/>
                  <a:moveTo>
                    <a:pt x="289956" y="708253"/>
                  </a:moveTo>
                  <a:lnTo>
                    <a:pt x="337241" y="674865"/>
                  </a:lnTo>
                  <a:lnTo>
                    <a:pt x="297266" y="680276"/>
                  </a:lnTo>
                  <a:close/>
                  <a:moveTo>
                    <a:pt x="297266" y="680276"/>
                  </a:moveTo>
                  <a:lnTo>
                    <a:pt x="337241" y="674865"/>
                  </a:lnTo>
                  <a:lnTo>
                    <a:pt x="322076" y="642446"/>
                  </a:lnTo>
                  <a:close/>
                  <a:moveTo>
                    <a:pt x="295332" y="637101"/>
                  </a:moveTo>
                  <a:lnTo>
                    <a:pt x="322076" y="642446"/>
                  </a:lnTo>
                  <a:lnTo>
                    <a:pt x="266572" y="615736"/>
                  </a:lnTo>
                  <a:close/>
                  <a:moveTo>
                    <a:pt x="295332" y="637101"/>
                  </a:moveTo>
                  <a:lnTo>
                    <a:pt x="266572" y="615736"/>
                  </a:lnTo>
                  <a:lnTo>
                    <a:pt x="285789" y="636216"/>
                  </a:lnTo>
                  <a:close/>
                  <a:moveTo>
                    <a:pt x="464755" y="819991"/>
                  </a:moveTo>
                  <a:lnTo>
                    <a:pt x="479842" y="823693"/>
                  </a:lnTo>
                  <a:lnTo>
                    <a:pt x="481426" y="817898"/>
                  </a:lnTo>
                  <a:close/>
                  <a:moveTo>
                    <a:pt x="479842" y="823693"/>
                  </a:moveTo>
                  <a:lnTo>
                    <a:pt x="483116" y="819991"/>
                  </a:lnTo>
                  <a:lnTo>
                    <a:pt x="481426" y="817898"/>
                  </a:lnTo>
                  <a:close/>
                  <a:moveTo>
                    <a:pt x="481526" y="773070"/>
                  </a:moveTo>
                  <a:lnTo>
                    <a:pt x="481426" y="817898"/>
                  </a:lnTo>
                  <a:lnTo>
                    <a:pt x="483116" y="819991"/>
                  </a:lnTo>
                  <a:close/>
                  <a:moveTo>
                    <a:pt x="414876" y="733739"/>
                  </a:moveTo>
                  <a:lnTo>
                    <a:pt x="430912" y="765330"/>
                  </a:lnTo>
                  <a:lnTo>
                    <a:pt x="431102" y="742228"/>
                  </a:lnTo>
                  <a:close/>
                  <a:moveTo>
                    <a:pt x="402740" y="782945"/>
                  </a:moveTo>
                  <a:lnTo>
                    <a:pt x="430912" y="765330"/>
                  </a:lnTo>
                  <a:lnTo>
                    <a:pt x="414876" y="733739"/>
                  </a:lnTo>
                  <a:close/>
                  <a:moveTo>
                    <a:pt x="431102" y="742228"/>
                  </a:moveTo>
                  <a:lnTo>
                    <a:pt x="430912" y="765330"/>
                  </a:lnTo>
                  <a:lnTo>
                    <a:pt x="481526" y="773070"/>
                  </a:lnTo>
                  <a:close/>
                  <a:moveTo>
                    <a:pt x="464685" y="742014"/>
                  </a:moveTo>
                  <a:lnTo>
                    <a:pt x="431102" y="742228"/>
                  </a:lnTo>
                  <a:lnTo>
                    <a:pt x="481526" y="773070"/>
                  </a:lnTo>
                  <a:close/>
                  <a:moveTo>
                    <a:pt x="181722" y="489196"/>
                  </a:moveTo>
                  <a:lnTo>
                    <a:pt x="221172" y="508974"/>
                  </a:lnTo>
                  <a:lnTo>
                    <a:pt x="194284" y="486086"/>
                  </a:lnTo>
                  <a:close/>
                  <a:moveTo>
                    <a:pt x="194284" y="486086"/>
                  </a:moveTo>
                  <a:lnTo>
                    <a:pt x="202484" y="525951"/>
                  </a:lnTo>
                  <a:lnTo>
                    <a:pt x="209686" y="489196"/>
                  </a:lnTo>
                  <a:close/>
                  <a:moveTo>
                    <a:pt x="227236" y="489196"/>
                  </a:moveTo>
                  <a:lnTo>
                    <a:pt x="262838" y="510656"/>
                  </a:lnTo>
                  <a:lnTo>
                    <a:pt x="271784" y="508768"/>
                  </a:lnTo>
                  <a:close/>
                  <a:moveTo>
                    <a:pt x="251959" y="472012"/>
                  </a:moveTo>
                  <a:lnTo>
                    <a:pt x="227236" y="489196"/>
                  </a:lnTo>
                  <a:lnTo>
                    <a:pt x="271784" y="508768"/>
                  </a:lnTo>
                  <a:close/>
                  <a:moveTo>
                    <a:pt x="239107" y="450296"/>
                  </a:moveTo>
                  <a:lnTo>
                    <a:pt x="219371" y="448032"/>
                  </a:lnTo>
                  <a:lnTo>
                    <a:pt x="251959" y="472012"/>
                  </a:lnTo>
                  <a:close/>
                  <a:moveTo>
                    <a:pt x="199012" y="437495"/>
                  </a:moveTo>
                  <a:lnTo>
                    <a:pt x="209290" y="452441"/>
                  </a:lnTo>
                  <a:lnTo>
                    <a:pt x="180615" y="407705"/>
                  </a:lnTo>
                  <a:close/>
                  <a:moveTo>
                    <a:pt x="156153" y="400504"/>
                  </a:moveTo>
                  <a:lnTo>
                    <a:pt x="199012" y="437495"/>
                  </a:lnTo>
                  <a:lnTo>
                    <a:pt x="180615" y="407705"/>
                  </a:lnTo>
                  <a:close/>
                  <a:moveTo>
                    <a:pt x="271784" y="508768"/>
                  </a:moveTo>
                  <a:lnTo>
                    <a:pt x="273228" y="520830"/>
                  </a:lnTo>
                  <a:lnTo>
                    <a:pt x="294561" y="533053"/>
                  </a:lnTo>
                  <a:close/>
                  <a:moveTo>
                    <a:pt x="534074" y="802185"/>
                  </a:moveTo>
                  <a:lnTo>
                    <a:pt x="542692" y="837892"/>
                  </a:lnTo>
                  <a:lnTo>
                    <a:pt x="515981" y="789806"/>
                  </a:lnTo>
                  <a:close/>
                  <a:moveTo>
                    <a:pt x="328216" y="528339"/>
                  </a:moveTo>
                  <a:lnTo>
                    <a:pt x="308194" y="545522"/>
                  </a:lnTo>
                  <a:lnTo>
                    <a:pt x="340932" y="581852"/>
                  </a:lnTo>
                  <a:close/>
                  <a:moveTo>
                    <a:pt x="308194" y="545522"/>
                  </a:moveTo>
                  <a:lnTo>
                    <a:pt x="328216" y="528339"/>
                  </a:lnTo>
                  <a:lnTo>
                    <a:pt x="294561" y="533053"/>
                  </a:lnTo>
                  <a:close/>
                  <a:moveTo>
                    <a:pt x="251959" y="472012"/>
                  </a:moveTo>
                  <a:lnTo>
                    <a:pt x="271784" y="508768"/>
                  </a:lnTo>
                  <a:lnTo>
                    <a:pt x="251075" y="467005"/>
                  </a:lnTo>
                  <a:close/>
                  <a:moveTo>
                    <a:pt x="239107" y="450296"/>
                  </a:moveTo>
                  <a:lnTo>
                    <a:pt x="251959" y="472012"/>
                  </a:lnTo>
                  <a:lnTo>
                    <a:pt x="251075" y="467005"/>
                  </a:lnTo>
                  <a:close/>
                  <a:moveTo>
                    <a:pt x="566589" y="658176"/>
                  </a:moveTo>
                  <a:lnTo>
                    <a:pt x="562303" y="690433"/>
                  </a:lnTo>
                  <a:lnTo>
                    <a:pt x="584430" y="676952"/>
                  </a:lnTo>
                  <a:close/>
                  <a:moveTo>
                    <a:pt x="540209" y="636193"/>
                  </a:moveTo>
                  <a:lnTo>
                    <a:pt x="517278" y="636851"/>
                  </a:lnTo>
                  <a:lnTo>
                    <a:pt x="566589" y="658176"/>
                  </a:lnTo>
                  <a:close/>
                  <a:moveTo>
                    <a:pt x="496855" y="584666"/>
                  </a:moveTo>
                  <a:lnTo>
                    <a:pt x="505195" y="601849"/>
                  </a:lnTo>
                  <a:lnTo>
                    <a:pt x="519267" y="621421"/>
                  </a:lnTo>
                  <a:close/>
                  <a:moveTo>
                    <a:pt x="406048" y="474401"/>
                  </a:moveTo>
                  <a:lnTo>
                    <a:pt x="400266" y="486700"/>
                  </a:lnTo>
                  <a:lnTo>
                    <a:pt x="402397" y="528339"/>
                  </a:lnTo>
                  <a:close/>
                  <a:moveTo>
                    <a:pt x="406048" y="474401"/>
                  </a:moveTo>
                  <a:lnTo>
                    <a:pt x="372446" y="449596"/>
                  </a:lnTo>
                  <a:lnTo>
                    <a:pt x="394299" y="464389"/>
                  </a:lnTo>
                  <a:close/>
                  <a:moveTo>
                    <a:pt x="352168" y="438994"/>
                  </a:moveTo>
                  <a:lnTo>
                    <a:pt x="361177" y="465129"/>
                  </a:lnTo>
                  <a:lnTo>
                    <a:pt x="394299" y="464389"/>
                  </a:lnTo>
                  <a:close/>
                  <a:moveTo>
                    <a:pt x="304232" y="376796"/>
                  </a:moveTo>
                  <a:lnTo>
                    <a:pt x="331189" y="400891"/>
                  </a:lnTo>
                  <a:lnTo>
                    <a:pt x="292264" y="371113"/>
                  </a:lnTo>
                  <a:close/>
                  <a:moveTo>
                    <a:pt x="519267" y="621421"/>
                  </a:moveTo>
                  <a:lnTo>
                    <a:pt x="517278" y="636851"/>
                  </a:lnTo>
                  <a:lnTo>
                    <a:pt x="540209" y="636193"/>
                  </a:lnTo>
                  <a:close/>
                  <a:moveTo>
                    <a:pt x="540209" y="636193"/>
                  </a:moveTo>
                  <a:lnTo>
                    <a:pt x="566589" y="658176"/>
                  </a:lnTo>
                  <a:lnTo>
                    <a:pt x="559398" y="611728"/>
                  </a:lnTo>
                  <a:close/>
                  <a:moveTo>
                    <a:pt x="559398" y="611728"/>
                  </a:moveTo>
                  <a:lnTo>
                    <a:pt x="566589" y="658176"/>
                  </a:lnTo>
                  <a:lnTo>
                    <a:pt x="586080" y="608004"/>
                  </a:lnTo>
                  <a:close/>
                  <a:moveTo>
                    <a:pt x="586080" y="608004"/>
                  </a:moveTo>
                  <a:lnTo>
                    <a:pt x="566589" y="658176"/>
                  </a:lnTo>
                  <a:lnTo>
                    <a:pt x="588563" y="650733"/>
                  </a:lnTo>
                  <a:close/>
                  <a:moveTo>
                    <a:pt x="588563" y="650733"/>
                  </a:moveTo>
                  <a:lnTo>
                    <a:pt x="584430" y="676952"/>
                  </a:lnTo>
                  <a:lnTo>
                    <a:pt x="609077" y="658176"/>
                  </a:lnTo>
                  <a:close/>
                  <a:moveTo>
                    <a:pt x="548684" y="604237"/>
                  </a:moveTo>
                  <a:lnTo>
                    <a:pt x="519267" y="621421"/>
                  </a:lnTo>
                  <a:lnTo>
                    <a:pt x="540209" y="636193"/>
                  </a:lnTo>
                  <a:close/>
                  <a:moveTo>
                    <a:pt x="548684" y="604237"/>
                  </a:moveTo>
                  <a:lnTo>
                    <a:pt x="496855" y="584666"/>
                  </a:lnTo>
                  <a:lnTo>
                    <a:pt x="519267" y="621421"/>
                  </a:lnTo>
                  <a:close/>
                  <a:moveTo>
                    <a:pt x="400719" y="471359"/>
                  </a:moveTo>
                  <a:lnTo>
                    <a:pt x="400266" y="486700"/>
                  </a:lnTo>
                  <a:lnTo>
                    <a:pt x="406048" y="474401"/>
                  </a:lnTo>
                  <a:close/>
                  <a:moveTo>
                    <a:pt x="400719" y="471359"/>
                  </a:moveTo>
                  <a:lnTo>
                    <a:pt x="406048" y="474401"/>
                  </a:lnTo>
                  <a:lnTo>
                    <a:pt x="394299" y="464389"/>
                  </a:lnTo>
                  <a:close/>
                  <a:moveTo>
                    <a:pt x="738112" y="655164"/>
                  </a:moveTo>
                  <a:lnTo>
                    <a:pt x="770391" y="656010"/>
                  </a:lnTo>
                  <a:lnTo>
                    <a:pt x="775145" y="607398"/>
                  </a:lnTo>
                  <a:close/>
                  <a:moveTo>
                    <a:pt x="738112" y="655164"/>
                  </a:moveTo>
                  <a:lnTo>
                    <a:pt x="775145" y="607398"/>
                  </a:lnTo>
                  <a:lnTo>
                    <a:pt x="736367" y="611836"/>
                  </a:lnTo>
                  <a:close/>
                  <a:moveTo>
                    <a:pt x="701890" y="612777"/>
                  </a:moveTo>
                  <a:lnTo>
                    <a:pt x="738112" y="655164"/>
                  </a:lnTo>
                  <a:lnTo>
                    <a:pt x="736367" y="611836"/>
                  </a:lnTo>
                  <a:close/>
                  <a:moveTo>
                    <a:pt x="694956" y="573667"/>
                  </a:moveTo>
                  <a:lnTo>
                    <a:pt x="707050" y="597632"/>
                  </a:lnTo>
                  <a:lnTo>
                    <a:pt x="651821" y="587054"/>
                  </a:lnTo>
                  <a:close/>
                  <a:moveTo>
                    <a:pt x="739729" y="595234"/>
                  </a:moveTo>
                  <a:lnTo>
                    <a:pt x="707050" y="597632"/>
                  </a:lnTo>
                  <a:lnTo>
                    <a:pt x="687370" y="587054"/>
                  </a:lnTo>
                  <a:close/>
                  <a:moveTo>
                    <a:pt x="701890" y="612777"/>
                  </a:moveTo>
                  <a:lnTo>
                    <a:pt x="736367" y="611836"/>
                  </a:lnTo>
                  <a:lnTo>
                    <a:pt x="687370" y="587054"/>
                  </a:lnTo>
                  <a:close/>
                  <a:moveTo>
                    <a:pt x="759885" y="575057"/>
                  </a:moveTo>
                  <a:lnTo>
                    <a:pt x="736367" y="611836"/>
                  </a:lnTo>
                  <a:lnTo>
                    <a:pt x="775145" y="607398"/>
                  </a:lnTo>
                  <a:close/>
                  <a:moveTo>
                    <a:pt x="750223" y="555823"/>
                  </a:moveTo>
                  <a:lnTo>
                    <a:pt x="707050" y="597632"/>
                  </a:lnTo>
                  <a:lnTo>
                    <a:pt x="739729" y="595234"/>
                  </a:lnTo>
                  <a:close/>
                  <a:moveTo>
                    <a:pt x="750223" y="555823"/>
                  </a:moveTo>
                  <a:lnTo>
                    <a:pt x="739729" y="595234"/>
                  </a:lnTo>
                  <a:lnTo>
                    <a:pt x="760067" y="569871"/>
                  </a:lnTo>
                  <a:close/>
                  <a:moveTo>
                    <a:pt x="832802" y="626197"/>
                  </a:moveTo>
                  <a:lnTo>
                    <a:pt x="815780" y="601451"/>
                  </a:lnTo>
                  <a:lnTo>
                    <a:pt x="835195" y="630414"/>
                  </a:lnTo>
                  <a:close/>
                  <a:moveTo>
                    <a:pt x="921552" y="614383"/>
                  </a:moveTo>
                  <a:lnTo>
                    <a:pt x="892540" y="610882"/>
                  </a:lnTo>
                  <a:lnTo>
                    <a:pt x="933581" y="649351"/>
                  </a:lnTo>
                  <a:close/>
                  <a:moveTo>
                    <a:pt x="892540" y="610882"/>
                  </a:moveTo>
                  <a:lnTo>
                    <a:pt x="844257" y="640688"/>
                  </a:lnTo>
                  <a:lnTo>
                    <a:pt x="879420" y="647581"/>
                  </a:lnTo>
                  <a:close/>
                  <a:moveTo>
                    <a:pt x="892540" y="610882"/>
                  </a:moveTo>
                  <a:lnTo>
                    <a:pt x="848340" y="619727"/>
                  </a:lnTo>
                  <a:lnTo>
                    <a:pt x="844257" y="640688"/>
                  </a:lnTo>
                  <a:close/>
                  <a:moveTo>
                    <a:pt x="848340" y="619727"/>
                  </a:moveTo>
                  <a:lnTo>
                    <a:pt x="892540" y="610882"/>
                  </a:lnTo>
                  <a:lnTo>
                    <a:pt x="858089" y="596196"/>
                  </a:lnTo>
                  <a:close/>
                  <a:moveTo>
                    <a:pt x="892540" y="610882"/>
                  </a:moveTo>
                  <a:lnTo>
                    <a:pt x="893164" y="602758"/>
                  </a:lnTo>
                  <a:lnTo>
                    <a:pt x="858089" y="596196"/>
                  </a:lnTo>
                  <a:close/>
                  <a:moveTo>
                    <a:pt x="825007" y="572259"/>
                  </a:moveTo>
                  <a:lnTo>
                    <a:pt x="800765" y="541822"/>
                  </a:lnTo>
                  <a:lnTo>
                    <a:pt x="809342" y="552687"/>
                  </a:lnTo>
                  <a:close/>
                  <a:moveTo>
                    <a:pt x="825007" y="572259"/>
                  </a:moveTo>
                  <a:lnTo>
                    <a:pt x="809342" y="552687"/>
                  </a:lnTo>
                  <a:lnTo>
                    <a:pt x="814353" y="589442"/>
                  </a:lnTo>
                  <a:close/>
                  <a:moveTo>
                    <a:pt x="806708" y="461994"/>
                  </a:moveTo>
                  <a:lnTo>
                    <a:pt x="806963" y="501253"/>
                  </a:lnTo>
                  <a:lnTo>
                    <a:pt x="828971" y="487326"/>
                  </a:lnTo>
                  <a:close/>
                  <a:moveTo>
                    <a:pt x="486178" y="94444"/>
                  </a:moveTo>
                  <a:lnTo>
                    <a:pt x="472784" y="64223"/>
                  </a:lnTo>
                  <a:lnTo>
                    <a:pt x="487350" y="97129"/>
                  </a:lnTo>
                  <a:close/>
                  <a:moveTo>
                    <a:pt x="893164" y="602758"/>
                  </a:moveTo>
                  <a:lnTo>
                    <a:pt x="890724" y="567611"/>
                  </a:lnTo>
                  <a:lnTo>
                    <a:pt x="858089" y="596196"/>
                  </a:lnTo>
                  <a:close/>
                  <a:moveTo>
                    <a:pt x="806708" y="461994"/>
                  </a:moveTo>
                  <a:lnTo>
                    <a:pt x="828971" y="487326"/>
                  </a:lnTo>
                  <a:lnTo>
                    <a:pt x="818863" y="444811"/>
                  </a:lnTo>
                  <a:close/>
                  <a:moveTo>
                    <a:pt x="639553" y="188896"/>
                  </a:moveTo>
                  <a:lnTo>
                    <a:pt x="625825" y="226105"/>
                  </a:lnTo>
                  <a:lnTo>
                    <a:pt x="668271" y="237385"/>
                  </a:lnTo>
                  <a:close/>
                  <a:moveTo>
                    <a:pt x="600658" y="160378"/>
                  </a:moveTo>
                  <a:lnTo>
                    <a:pt x="638026" y="187526"/>
                  </a:lnTo>
                  <a:lnTo>
                    <a:pt x="587879" y="159070"/>
                  </a:lnTo>
                  <a:close/>
                  <a:moveTo>
                    <a:pt x="638026" y="187526"/>
                  </a:moveTo>
                  <a:lnTo>
                    <a:pt x="639553" y="188896"/>
                  </a:lnTo>
                  <a:lnTo>
                    <a:pt x="587879" y="159070"/>
                  </a:lnTo>
                  <a:close/>
                  <a:moveTo>
                    <a:pt x="600658" y="160378"/>
                  </a:moveTo>
                  <a:lnTo>
                    <a:pt x="587879" y="159070"/>
                  </a:lnTo>
                  <a:lnTo>
                    <a:pt x="584934" y="150770"/>
                  </a:lnTo>
                  <a:close/>
                  <a:moveTo>
                    <a:pt x="491646" y="77261"/>
                  </a:moveTo>
                  <a:lnTo>
                    <a:pt x="468196" y="57689"/>
                  </a:lnTo>
                  <a:lnTo>
                    <a:pt x="486178" y="94444"/>
                  </a:lnTo>
                  <a:close/>
                  <a:moveTo>
                    <a:pt x="754827" y="243852"/>
                  </a:moveTo>
                  <a:lnTo>
                    <a:pt x="744566" y="261035"/>
                  </a:lnTo>
                  <a:lnTo>
                    <a:pt x="764831" y="275887"/>
                  </a:lnTo>
                  <a:close/>
                  <a:moveTo>
                    <a:pt x="606171" y="23322"/>
                  </a:moveTo>
                  <a:lnTo>
                    <a:pt x="563380" y="0"/>
                  </a:lnTo>
                  <a:lnTo>
                    <a:pt x="586824" y="12446"/>
                  </a:lnTo>
                  <a:close/>
                  <a:moveTo>
                    <a:pt x="869784" y="271405"/>
                  </a:moveTo>
                  <a:lnTo>
                    <a:pt x="824669" y="278827"/>
                  </a:lnTo>
                  <a:lnTo>
                    <a:pt x="832015" y="280607"/>
                  </a:lnTo>
                  <a:close/>
                  <a:moveTo>
                    <a:pt x="835518" y="227427"/>
                  </a:moveTo>
                  <a:lnTo>
                    <a:pt x="824669" y="278827"/>
                  </a:lnTo>
                  <a:lnTo>
                    <a:pt x="869784" y="271405"/>
                  </a:lnTo>
                  <a:close/>
                  <a:moveTo>
                    <a:pt x="824669" y="278827"/>
                  </a:moveTo>
                  <a:lnTo>
                    <a:pt x="835518" y="227427"/>
                  </a:lnTo>
                  <a:lnTo>
                    <a:pt x="804590" y="232123"/>
                  </a:lnTo>
                  <a:close/>
                  <a:moveTo>
                    <a:pt x="785604" y="257347"/>
                  </a:moveTo>
                  <a:lnTo>
                    <a:pt x="824669" y="278827"/>
                  </a:lnTo>
                  <a:lnTo>
                    <a:pt x="804590" y="232123"/>
                  </a:lnTo>
                  <a:close/>
                  <a:moveTo>
                    <a:pt x="825529" y="226669"/>
                  </a:moveTo>
                  <a:lnTo>
                    <a:pt x="835518" y="227427"/>
                  </a:lnTo>
                  <a:lnTo>
                    <a:pt x="835079" y="221539"/>
                  </a:lnTo>
                  <a:close/>
                  <a:moveTo>
                    <a:pt x="596963" y="17445"/>
                  </a:moveTo>
                  <a:lnTo>
                    <a:pt x="607645" y="60077"/>
                  </a:lnTo>
                  <a:lnTo>
                    <a:pt x="606171" y="23322"/>
                  </a:lnTo>
                  <a:close/>
                  <a:moveTo>
                    <a:pt x="596963" y="17445"/>
                  </a:moveTo>
                  <a:lnTo>
                    <a:pt x="602957" y="57319"/>
                  </a:lnTo>
                  <a:lnTo>
                    <a:pt x="607645" y="60077"/>
                  </a:lnTo>
                  <a:close/>
                  <a:moveTo>
                    <a:pt x="562645" y="18256"/>
                  </a:moveTo>
                  <a:lnTo>
                    <a:pt x="586824" y="12446"/>
                  </a:lnTo>
                  <a:lnTo>
                    <a:pt x="554198" y="15041"/>
                  </a:lnTo>
                  <a:close/>
                  <a:moveTo>
                    <a:pt x="562645" y="18256"/>
                  </a:moveTo>
                  <a:lnTo>
                    <a:pt x="596963" y="17445"/>
                  </a:lnTo>
                  <a:lnTo>
                    <a:pt x="586824" y="1244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66" name="Input_density__57">
              <a:extLst>
                <a:ext uri="{FF2B5EF4-FFF2-40B4-BE49-F238E27FC236}">
                  <a16:creationId xmlns:a16="http://schemas.microsoft.com/office/drawing/2014/main" id="{6B89423A-CBEC-A7BF-E4F5-4233BED2A453}"/>
                </a:ext>
              </a:extLst>
            </p:cNvPr>
            <p:cNvSpPr>
              <a:spLocks noGrp="1"/>
            </p:cNvSpPr>
            <p:nvPr/>
          </p:nvSpPr>
          <p:spPr>
            <a:xfrm>
              <a:off x="1076464" y="1764811"/>
              <a:ext cx="941659" cy="1522340"/>
            </a:xfrm>
            <a:custGeom>
              <a:avLst/>
              <a:gdLst/>
              <a:ahLst/>
              <a:cxnLst/>
              <a:rect l="0" t="0" r="0" b="0"/>
              <a:pathLst>
                <a:path w="941659" h="1522340">
                  <a:moveTo>
                    <a:pt x="179988" y="1521971"/>
                  </a:moveTo>
                  <a:lnTo>
                    <a:pt x="140321" y="1498241"/>
                  </a:lnTo>
                  <a:lnTo>
                    <a:pt x="153780" y="1520192"/>
                  </a:lnTo>
                  <a:close/>
                  <a:moveTo>
                    <a:pt x="213406" y="1522340"/>
                  </a:moveTo>
                  <a:lnTo>
                    <a:pt x="227772" y="1508063"/>
                  </a:lnTo>
                  <a:lnTo>
                    <a:pt x="197099" y="1489738"/>
                  </a:lnTo>
                  <a:close/>
                  <a:moveTo>
                    <a:pt x="213406" y="1522340"/>
                  </a:moveTo>
                  <a:lnTo>
                    <a:pt x="197099" y="1489738"/>
                  </a:lnTo>
                  <a:lnTo>
                    <a:pt x="179988" y="1521971"/>
                  </a:lnTo>
                  <a:close/>
                  <a:moveTo>
                    <a:pt x="227772" y="1508063"/>
                  </a:moveTo>
                  <a:lnTo>
                    <a:pt x="220071" y="1520460"/>
                  </a:lnTo>
                  <a:lnTo>
                    <a:pt x="237353" y="1515665"/>
                  </a:lnTo>
                  <a:close/>
                  <a:moveTo>
                    <a:pt x="48563" y="1183541"/>
                  </a:moveTo>
                  <a:lnTo>
                    <a:pt x="37993" y="1160085"/>
                  </a:lnTo>
                  <a:lnTo>
                    <a:pt x="40479" y="1177269"/>
                  </a:lnTo>
                  <a:close/>
                  <a:moveTo>
                    <a:pt x="75585" y="1188365"/>
                  </a:moveTo>
                  <a:lnTo>
                    <a:pt x="37993" y="1160085"/>
                  </a:lnTo>
                  <a:lnTo>
                    <a:pt x="48563" y="1183541"/>
                  </a:lnTo>
                  <a:close/>
                  <a:moveTo>
                    <a:pt x="40479" y="1177269"/>
                  </a:moveTo>
                  <a:lnTo>
                    <a:pt x="37993" y="1160085"/>
                  </a:lnTo>
                  <a:lnTo>
                    <a:pt x="9461" y="1161922"/>
                  </a:lnTo>
                  <a:close/>
                  <a:moveTo>
                    <a:pt x="88285" y="1207479"/>
                  </a:moveTo>
                  <a:lnTo>
                    <a:pt x="93388" y="1196840"/>
                  </a:lnTo>
                  <a:lnTo>
                    <a:pt x="75585" y="1188365"/>
                  </a:lnTo>
                  <a:close/>
                  <a:moveTo>
                    <a:pt x="150315" y="1192105"/>
                  </a:moveTo>
                  <a:lnTo>
                    <a:pt x="119520" y="1190053"/>
                  </a:lnTo>
                  <a:lnTo>
                    <a:pt x="154725" y="1233267"/>
                  </a:lnTo>
                  <a:close/>
                  <a:moveTo>
                    <a:pt x="75585" y="1188365"/>
                  </a:moveTo>
                  <a:lnTo>
                    <a:pt x="119520" y="1190053"/>
                  </a:lnTo>
                  <a:lnTo>
                    <a:pt x="126083" y="1156382"/>
                  </a:lnTo>
                  <a:close/>
                  <a:moveTo>
                    <a:pt x="75585" y="1188365"/>
                  </a:moveTo>
                  <a:lnTo>
                    <a:pt x="126083" y="1156382"/>
                  </a:lnTo>
                  <a:lnTo>
                    <a:pt x="93752" y="1160078"/>
                  </a:lnTo>
                  <a:close/>
                  <a:moveTo>
                    <a:pt x="335537" y="1400187"/>
                  </a:moveTo>
                  <a:lnTo>
                    <a:pt x="345621" y="1410161"/>
                  </a:lnTo>
                  <a:lnTo>
                    <a:pt x="361170" y="1412450"/>
                  </a:lnTo>
                  <a:close/>
                  <a:moveTo>
                    <a:pt x="291493" y="1363432"/>
                  </a:moveTo>
                  <a:lnTo>
                    <a:pt x="334116" y="1392426"/>
                  </a:lnTo>
                  <a:lnTo>
                    <a:pt x="287624" y="1358388"/>
                  </a:lnTo>
                  <a:close/>
                  <a:moveTo>
                    <a:pt x="166224" y="1134425"/>
                  </a:moveTo>
                  <a:lnTo>
                    <a:pt x="171943" y="1107062"/>
                  </a:lnTo>
                  <a:lnTo>
                    <a:pt x="142616" y="1121988"/>
                  </a:lnTo>
                  <a:close/>
                  <a:moveTo>
                    <a:pt x="67372" y="1026372"/>
                  </a:moveTo>
                  <a:lnTo>
                    <a:pt x="84196" y="1052208"/>
                  </a:lnTo>
                  <a:lnTo>
                    <a:pt x="59399" y="1015454"/>
                  </a:lnTo>
                  <a:close/>
                  <a:moveTo>
                    <a:pt x="88123" y="1054249"/>
                  </a:moveTo>
                  <a:lnTo>
                    <a:pt x="84196" y="1052208"/>
                  </a:lnTo>
                  <a:lnTo>
                    <a:pt x="67372" y="1026372"/>
                  </a:lnTo>
                  <a:close/>
                  <a:moveTo>
                    <a:pt x="8072" y="995882"/>
                  </a:moveTo>
                  <a:lnTo>
                    <a:pt x="0" y="982221"/>
                  </a:lnTo>
                  <a:lnTo>
                    <a:pt x="6120" y="1032637"/>
                  </a:lnTo>
                  <a:close/>
                  <a:moveTo>
                    <a:pt x="0" y="982221"/>
                  </a:moveTo>
                  <a:lnTo>
                    <a:pt x="8072" y="995882"/>
                  </a:lnTo>
                  <a:lnTo>
                    <a:pt x="14609" y="988752"/>
                  </a:lnTo>
                  <a:close/>
                  <a:moveTo>
                    <a:pt x="54480" y="1013247"/>
                  </a:moveTo>
                  <a:lnTo>
                    <a:pt x="67372" y="1026372"/>
                  </a:lnTo>
                  <a:lnTo>
                    <a:pt x="24551" y="995882"/>
                  </a:lnTo>
                  <a:close/>
                  <a:moveTo>
                    <a:pt x="342547" y="1296078"/>
                  </a:moveTo>
                  <a:lnTo>
                    <a:pt x="353797" y="1288676"/>
                  </a:lnTo>
                  <a:lnTo>
                    <a:pt x="318071" y="1279680"/>
                  </a:lnTo>
                  <a:close/>
                  <a:moveTo>
                    <a:pt x="285026" y="1271006"/>
                  </a:moveTo>
                  <a:lnTo>
                    <a:pt x="314862" y="1267682"/>
                  </a:lnTo>
                  <a:lnTo>
                    <a:pt x="296020" y="1225602"/>
                  </a:lnTo>
                  <a:close/>
                  <a:moveTo>
                    <a:pt x="361830" y="1222502"/>
                  </a:moveTo>
                  <a:lnTo>
                    <a:pt x="346742" y="1218800"/>
                  </a:lnTo>
                  <a:lnTo>
                    <a:pt x="314862" y="1267682"/>
                  </a:lnTo>
                  <a:close/>
                  <a:moveTo>
                    <a:pt x="348724" y="1269710"/>
                  </a:moveTo>
                  <a:lnTo>
                    <a:pt x="361830" y="1222502"/>
                  </a:lnTo>
                  <a:lnTo>
                    <a:pt x="314862" y="1267682"/>
                  </a:lnTo>
                  <a:close/>
                  <a:moveTo>
                    <a:pt x="204101" y="1102720"/>
                  </a:moveTo>
                  <a:lnTo>
                    <a:pt x="219229" y="1073674"/>
                  </a:lnTo>
                  <a:lnTo>
                    <a:pt x="171943" y="1107062"/>
                  </a:lnTo>
                  <a:close/>
                  <a:moveTo>
                    <a:pt x="148559" y="1014545"/>
                  </a:moveTo>
                  <a:lnTo>
                    <a:pt x="146827" y="998270"/>
                  </a:lnTo>
                  <a:lnTo>
                    <a:pt x="167776" y="1035025"/>
                  </a:lnTo>
                  <a:close/>
                  <a:moveTo>
                    <a:pt x="91674" y="888005"/>
                  </a:moveTo>
                  <a:lnTo>
                    <a:pt x="84472" y="924760"/>
                  </a:lnTo>
                  <a:lnTo>
                    <a:pt x="82753" y="905189"/>
                  </a:lnTo>
                  <a:close/>
                  <a:moveTo>
                    <a:pt x="296863" y="1132548"/>
                  </a:moveTo>
                  <a:lnTo>
                    <a:pt x="313090" y="1141038"/>
                  </a:lnTo>
                  <a:lnTo>
                    <a:pt x="301253" y="1128107"/>
                  </a:lnTo>
                  <a:close/>
                  <a:moveTo>
                    <a:pt x="313090" y="1141038"/>
                  </a:moveTo>
                  <a:lnTo>
                    <a:pt x="346673" y="1140823"/>
                  </a:lnTo>
                  <a:lnTo>
                    <a:pt x="312276" y="1096952"/>
                  </a:lnTo>
                  <a:close/>
                  <a:moveTo>
                    <a:pt x="155215" y="919640"/>
                  </a:moveTo>
                  <a:lnTo>
                    <a:pt x="190181" y="944332"/>
                  </a:lnTo>
                  <a:lnTo>
                    <a:pt x="176548" y="931863"/>
                  </a:lnTo>
                  <a:close/>
                  <a:moveTo>
                    <a:pt x="155215" y="919640"/>
                  </a:moveTo>
                  <a:lnTo>
                    <a:pt x="201593" y="953770"/>
                  </a:lnTo>
                  <a:lnTo>
                    <a:pt x="190181" y="944332"/>
                  </a:lnTo>
                  <a:close/>
                  <a:moveTo>
                    <a:pt x="153772" y="907577"/>
                  </a:moveTo>
                  <a:lnTo>
                    <a:pt x="144826" y="909466"/>
                  </a:lnTo>
                  <a:lnTo>
                    <a:pt x="155215" y="919640"/>
                  </a:lnTo>
                  <a:close/>
                  <a:moveTo>
                    <a:pt x="190181" y="944332"/>
                  </a:moveTo>
                  <a:lnTo>
                    <a:pt x="201593" y="953770"/>
                  </a:lnTo>
                  <a:lnTo>
                    <a:pt x="222919" y="980661"/>
                  </a:lnTo>
                  <a:close/>
                  <a:moveTo>
                    <a:pt x="254906" y="975677"/>
                  </a:moveTo>
                  <a:lnTo>
                    <a:pt x="222919" y="980661"/>
                  </a:lnTo>
                  <a:lnTo>
                    <a:pt x="201593" y="953770"/>
                  </a:lnTo>
                  <a:close/>
                  <a:moveTo>
                    <a:pt x="254906" y="975677"/>
                  </a:moveTo>
                  <a:lnTo>
                    <a:pt x="262603" y="981087"/>
                  </a:lnTo>
                  <a:lnTo>
                    <a:pt x="270723" y="938604"/>
                  </a:lnTo>
                  <a:close/>
                  <a:moveTo>
                    <a:pt x="270723" y="938604"/>
                  </a:moveTo>
                  <a:lnTo>
                    <a:pt x="262603" y="981087"/>
                  </a:lnTo>
                  <a:lnTo>
                    <a:pt x="295841" y="931325"/>
                  </a:lnTo>
                  <a:close/>
                  <a:moveTo>
                    <a:pt x="295841" y="931325"/>
                  </a:moveTo>
                  <a:lnTo>
                    <a:pt x="284384" y="927148"/>
                  </a:lnTo>
                  <a:lnTo>
                    <a:pt x="270723" y="938604"/>
                  </a:lnTo>
                  <a:close/>
                  <a:moveTo>
                    <a:pt x="222919" y="980661"/>
                  </a:moveTo>
                  <a:lnTo>
                    <a:pt x="254906" y="975677"/>
                  </a:lnTo>
                  <a:lnTo>
                    <a:pt x="270723" y="938604"/>
                  </a:lnTo>
                  <a:close/>
                  <a:moveTo>
                    <a:pt x="239913" y="947988"/>
                  </a:moveTo>
                  <a:lnTo>
                    <a:pt x="222919" y="980661"/>
                  </a:lnTo>
                  <a:lnTo>
                    <a:pt x="270723" y="938604"/>
                  </a:lnTo>
                  <a:close/>
                  <a:moveTo>
                    <a:pt x="559526" y="1174724"/>
                  </a:moveTo>
                  <a:lnTo>
                    <a:pt x="548398" y="1167250"/>
                  </a:lnTo>
                  <a:lnTo>
                    <a:pt x="558089" y="1211540"/>
                  </a:lnTo>
                  <a:close/>
                  <a:moveTo>
                    <a:pt x="558089" y="1211540"/>
                  </a:moveTo>
                  <a:lnTo>
                    <a:pt x="548398" y="1167250"/>
                  </a:lnTo>
                  <a:lnTo>
                    <a:pt x="517867" y="1172404"/>
                  </a:lnTo>
                  <a:close/>
                  <a:moveTo>
                    <a:pt x="517867" y="1172404"/>
                  </a:moveTo>
                  <a:lnTo>
                    <a:pt x="516886" y="1167250"/>
                  </a:lnTo>
                  <a:lnTo>
                    <a:pt x="533559" y="1204005"/>
                  </a:lnTo>
                  <a:close/>
                  <a:moveTo>
                    <a:pt x="281394" y="915982"/>
                  </a:moveTo>
                  <a:lnTo>
                    <a:pt x="239913" y="947988"/>
                  </a:lnTo>
                  <a:lnTo>
                    <a:pt x="270723" y="938604"/>
                  </a:lnTo>
                  <a:close/>
                  <a:moveTo>
                    <a:pt x="281394" y="915982"/>
                  </a:moveTo>
                  <a:lnTo>
                    <a:pt x="270723" y="938604"/>
                  </a:lnTo>
                  <a:lnTo>
                    <a:pt x="284384" y="927148"/>
                  </a:lnTo>
                  <a:close/>
                  <a:moveTo>
                    <a:pt x="284384" y="927148"/>
                  </a:moveTo>
                  <a:lnTo>
                    <a:pt x="282254" y="885509"/>
                  </a:lnTo>
                  <a:lnTo>
                    <a:pt x="281394" y="915982"/>
                  </a:lnTo>
                  <a:close/>
                  <a:moveTo>
                    <a:pt x="270706" y="890393"/>
                  </a:moveTo>
                  <a:lnTo>
                    <a:pt x="288036" y="873210"/>
                  </a:lnTo>
                  <a:lnTo>
                    <a:pt x="284384" y="927148"/>
                  </a:lnTo>
                  <a:close/>
                  <a:moveTo>
                    <a:pt x="256707" y="853638"/>
                  </a:moveTo>
                  <a:lnTo>
                    <a:pt x="254434" y="848406"/>
                  </a:lnTo>
                  <a:lnTo>
                    <a:pt x="288036" y="873210"/>
                  </a:lnTo>
                  <a:close/>
                  <a:moveTo>
                    <a:pt x="254434" y="848406"/>
                  </a:moveTo>
                  <a:lnTo>
                    <a:pt x="234156" y="837803"/>
                  </a:lnTo>
                  <a:lnTo>
                    <a:pt x="276287" y="863198"/>
                  </a:lnTo>
                  <a:close/>
                  <a:moveTo>
                    <a:pt x="538483" y="1124416"/>
                  </a:moveTo>
                  <a:lnTo>
                    <a:pt x="559736" y="1165454"/>
                  </a:lnTo>
                  <a:lnTo>
                    <a:pt x="572276" y="1126188"/>
                  </a:lnTo>
                  <a:close/>
                  <a:moveTo>
                    <a:pt x="572276" y="1126188"/>
                  </a:moveTo>
                  <a:lnTo>
                    <a:pt x="559736" y="1165454"/>
                  </a:lnTo>
                  <a:lnTo>
                    <a:pt x="609230" y="1139777"/>
                  </a:lnTo>
                  <a:close/>
                  <a:moveTo>
                    <a:pt x="468068" y="1006813"/>
                  </a:moveTo>
                  <a:lnTo>
                    <a:pt x="455025" y="1003047"/>
                  </a:lnTo>
                  <a:lnTo>
                    <a:pt x="441385" y="1010537"/>
                  </a:lnTo>
                  <a:close/>
                  <a:moveTo>
                    <a:pt x="468068" y="1006813"/>
                  </a:moveTo>
                  <a:lnTo>
                    <a:pt x="470551" y="1049542"/>
                  </a:lnTo>
                  <a:lnTo>
                    <a:pt x="490906" y="1015334"/>
                  </a:lnTo>
                  <a:close/>
                  <a:moveTo>
                    <a:pt x="430672" y="1003047"/>
                  </a:moveTo>
                  <a:lnTo>
                    <a:pt x="378899" y="980383"/>
                  </a:lnTo>
                  <a:lnTo>
                    <a:pt x="378843" y="983475"/>
                  </a:lnTo>
                  <a:close/>
                  <a:moveTo>
                    <a:pt x="468068" y="1006813"/>
                  </a:moveTo>
                  <a:lnTo>
                    <a:pt x="456920" y="971129"/>
                  </a:lnTo>
                  <a:lnTo>
                    <a:pt x="455025" y="1003047"/>
                  </a:lnTo>
                  <a:close/>
                  <a:moveTo>
                    <a:pt x="445623" y="997972"/>
                  </a:moveTo>
                  <a:lnTo>
                    <a:pt x="455025" y="1003047"/>
                  </a:lnTo>
                  <a:lnTo>
                    <a:pt x="455550" y="966292"/>
                  </a:lnTo>
                  <a:close/>
                  <a:moveTo>
                    <a:pt x="446474" y="952533"/>
                  </a:moveTo>
                  <a:lnTo>
                    <a:pt x="455550" y="966292"/>
                  </a:lnTo>
                  <a:lnTo>
                    <a:pt x="429008" y="921986"/>
                  </a:lnTo>
                  <a:close/>
                  <a:moveTo>
                    <a:pt x="633841" y="1087549"/>
                  </a:moveTo>
                  <a:lnTo>
                    <a:pt x="663350" y="1090647"/>
                  </a:lnTo>
                  <a:lnTo>
                    <a:pt x="652379" y="1054819"/>
                  </a:lnTo>
                  <a:close/>
                  <a:moveTo>
                    <a:pt x="633841" y="1087549"/>
                  </a:moveTo>
                  <a:lnTo>
                    <a:pt x="652379" y="1054819"/>
                  </a:lnTo>
                  <a:lnTo>
                    <a:pt x="620099" y="1053973"/>
                  </a:lnTo>
                  <a:close/>
                  <a:moveTo>
                    <a:pt x="652379" y="1054819"/>
                  </a:moveTo>
                  <a:lnTo>
                    <a:pt x="663350" y="1090647"/>
                  </a:lnTo>
                  <a:lnTo>
                    <a:pt x="671361" y="1096128"/>
                  </a:lnTo>
                  <a:close/>
                  <a:moveTo>
                    <a:pt x="583877" y="1011587"/>
                  </a:moveTo>
                  <a:lnTo>
                    <a:pt x="617317" y="1042190"/>
                  </a:lnTo>
                  <a:lnTo>
                    <a:pt x="620099" y="1053973"/>
                  </a:lnTo>
                  <a:close/>
                  <a:moveTo>
                    <a:pt x="642054" y="968680"/>
                  </a:moveTo>
                  <a:lnTo>
                    <a:pt x="621716" y="994043"/>
                  </a:lnTo>
                  <a:lnTo>
                    <a:pt x="641873" y="973866"/>
                  </a:lnTo>
                  <a:close/>
                  <a:moveTo>
                    <a:pt x="641873" y="973866"/>
                  </a:moveTo>
                  <a:lnTo>
                    <a:pt x="621716" y="994043"/>
                  </a:lnTo>
                  <a:lnTo>
                    <a:pt x="618355" y="1010645"/>
                  </a:lnTo>
                  <a:close/>
                  <a:moveTo>
                    <a:pt x="642054" y="968680"/>
                  </a:moveTo>
                  <a:lnTo>
                    <a:pt x="629247" y="925992"/>
                  </a:lnTo>
                  <a:lnTo>
                    <a:pt x="632211" y="954633"/>
                  </a:lnTo>
                  <a:close/>
                  <a:moveTo>
                    <a:pt x="628817" y="914742"/>
                  </a:moveTo>
                  <a:lnTo>
                    <a:pt x="629247" y="925992"/>
                  </a:lnTo>
                  <a:lnTo>
                    <a:pt x="642054" y="968680"/>
                  </a:lnTo>
                  <a:close/>
                  <a:moveTo>
                    <a:pt x="776663" y="971068"/>
                  </a:moveTo>
                  <a:lnTo>
                    <a:pt x="775152" y="1001567"/>
                  </a:lnTo>
                  <a:lnTo>
                    <a:pt x="781735" y="986172"/>
                  </a:lnTo>
                  <a:close/>
                  <a:moveTo>
                    <a:pt x="781735" y="986172"/>
                  </a:moveTo>
                  <a:lnTo>
                    <a:pt x="775152" y="1001567"/>
                  </a:lnTo>
                  <a:lnTo>
                    <a:pt x="774527" y="1009691"/>
                  </a:lnTo>
                  <a:close/>
                  <a:moveTo>
                    <a:pt x="781735" y="986172"/>
                  </a:moveTo>
                  <a:lnTo>
                    <a:pt x="774527" y="1009691"/>
                  </a:lnTo>
                  <a:lnTo>
                    <a:pt x="803540" y="1013193"/>
                  </a:lnTo>
                  <a:close/>
                  <a:moveTo>
                    <a:pt x="629247" y="925992"/>
                  </a:moveTo>
                  <a:lnTo>
                    <a:pt x="628817" y="914742"/>
                  </a:lnTo>
                  <a:lnTo>
                    <a:pt x="633735" y="908647"/>
                  </a:lnTo>
                  <a:close/>
                  <a:moveTo>
                    <a:pt x="742061" y="919503"/>
                  </a:moveTo>
                  <a:lnTo>
                    <a:pt x="760909" y="948319"/>
                  </a:lnTo>
                  <a:lnTo>
                    <a:pt x="750253" y="934313"/>
                  </a:lnTo>
                  <a:close/>
                  <a:moveTo>
                    <a:pt x="772711" y="966420"/>
                  </a:moveTo>
                  <a:lnTo>
                    <a:pt x="760909" y="948319"/>
                  </a:lnTo>
                  <a:lnTo>
                    <a:pt x="742061" y="919503"/>
                  </a:lnTo>
                  <a:close/>
                  <a:moveTo>
                    <a:pt x="772711" y="966420"/>
                  </a:moveTo>
                  <a:lnTo>
                    <a:pt x="775152" y="1001567"/>
                  </a:lnTo>
                  <a:lnTo>
                    <a:pt x="776663" y="971068"/>
                  </a:lnTo>
                  <a:close/>
                  <a:moveTo>
                    <a:pt x="772711" y="966420"/>
                  </a:moveTo>
                  <a:lnTo>
                    <a:pt x="776663" y="971068"/>
                  </a:lnTo>
                  <a:lnTo>
                    <a:pt x="760909" y="948319"/>
                  </a:lnTo>
                  <a:close/>
                  <a:moveTo>
                    <a:pt x="643882" y="788293"/>
                  </a:moveTo>
                  <a:lnTo>
                    <a:pt x="635144" y="787293"/>
                  </a:lnTo>
                  <a:lnTo>
                    <a:pt x="666632" y="819496"/>
                  </a:lnTo>
                  <a:close/>
                  <a:moveTo>
                    <a:pt x="492803" y="640273"/>
                  </a:moveTo>
                  <a:lnTo>
                    <a:pt x="521541" y="587705"/>
                  </a:lnTo>
                  <a:lnTo>
                    <a:pt x="520014" y="586335"/>
                  </a:lnTo>
                  <a:close/>
                  <a:moveTo>
                    <a:pt x="30595" y="0"/>
                  </a:moveTo>
                  <a:lnTo>
                    <a:pt x="39842" y="37229"/>
                  </a:lnTo>
                  <a:lnTo>
                    <a:pt x="51569" y="10037"/>
                  </a:lnTo>
                  <a:close/>
                  <a:moveTo>
                    <a:pt x="925547" y="1012926"/>
                  </a:moveTo>
                  <a:lnTo>
                    <a:pt x="937250" y="1048159"/>
                  </a:lnTo>
                  <a:lnTo>
                    <a:pt x="941659" y="1064150"/>
                  </a:lnTo>
                  <a:close/>
                  <a:moveTo>
                    <a:pt x="636815" y="642662"/>
                  </a:moveTo>
                  <a:lnTo>
                    <a:pt x="646818" y="674696"/>
                  </a:lnTo>
                  <a:lnTo>
                    <a:pt x="667592" y="656157"/>
                  </a:lnTo>
                  <a:close/>
                  <a:moveTo>
                    <a:pt x="628643" y="635109"/>
                  </a:moveTo>
                  <a:lnTo>
                    <a:pt x="608478" y="615951"/>
                  </a:lnTo>
                  <a:lnTo>
                    <a:pt x="636815" y="642662"/>
                  </a:lnTo>
                  <a:close/>
                  <a:moveTo>
                    <a:pt x="743399" y="632274"/>
                  </a:moveTo>
                  <a:lnTo>
                    <a:pt x="717505" y="626237"/>
                  </a:lnTo>
                  <a:lnTo>
                    <a:pt x="751772" y="670214"/>
                  </a:lnTo>
                  <a:close/>
                  <a:moveTo>
                    <a:pt x="686577" y="630933"/>
                  </a:moveTo>
                  <a:lnTo>
                    <a:pt x="717505" y="626237"/>
                  </a:lnTo>
                  <a:lnTo>
                    <a:pt x="707517" y="625478"/>
                  </a:lnTo>
                  <a:close/>
                  <a:moveTo>
                    <a:pt x="717505" y="626237"/>
                  </a:moveTo>
                  <a:lnTo>
                    <a:pt x="743399" y="632274"/>
                  </a:lnTo>
                  <a:lnTo>
                    <a:pt x="717066" y="620348"/>
                  </a:lnTo>
                  <a:close/>
                  <a:moveTo>
                    <a:pt x="484944" y="456128"/>
                  </a:moveTo>
                  <a:lnTo>
                    <a:pt x="482733" y="463308"/>
                  </a:lnTo>
                  <a:lnTo>
                    <a:pt x="489632" y="45888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67" name="Input_density__58">
              <a:extLst>
                <a:ext uri="{FF2B5EF4-FFF2-40B4-BE49-F238E27FC236}">
                  <a16:creationId xmlns:a16="http://schemas.microsoft.com/office/drawing/2014/main" id="{23317E5B-069C-A0E3-D4A8-177C95DCAE60}"/>
                </a:ext>
              </a:extLst>
            </p:cNvPr>
            <p:cNvSpPr>
              <a:spLocks noGrp="1"/>
            </p:cNvSpPr>
            <p:nvPr/>
          </p:nvSpPr>
          <p:spPr>
            <a:xfrm>
              <a:off x="1091073" y="1890515"/>
              <a:ext cx="927050" cy="1396636"/>
            </a:xfrm>
            <a:custGeom>
              <a:avLst/>
              <a:gdLst/>
              <a:ahLst/>
              <a:cxnLst/>
              <a:rect l="0" t="0" r="0" b="0"/>
              <a:pathLst>
                <a:path w="927050" h="1396636">
                  <a:moveTo>
                    <a:pt x="165379" y="1396267"/>
                  </a:moveTo>
                  <a:lnTo>
                    <a:pt x="139171" y="1394488"/>
                  </a:lnTo>
                  <a:lnTo>
                    <a:pt x="198797" y="1396636"/>
                  </a:lnTo>
                  <a:close/>
                  <a:moveTo>
                    <a:pt x="205462" y="1394757"/>
                  </a:moveTo>
                  <a:lnTo>
                    <a:pt x="213164" y="1382360"/>
                  </a:lnTo>
                  <a:lnTo>
                    <a:pt x="198797" y="1396636"/>
                  </a:lnTo>
                  <a:close/>
                  <a:moveTo>
                    <a:pt x="257699" y="1396077"/>
                  </a:moveTo>
                  <a:lnTo>
                    <a:pt x="222744" y="1389962"/>
                  </a:lnTo>
                  <a:lnTo>
                    <a:pt x="205462" y="1394757"/>
                  </a:lnTo>
                  <a:close/>
                  <a:moveTo>
                    <a:pt x="67713" y="1087849"/>
                  </a:moveTo>
                  <a:lnTo>
                    <a:pt x="96258" y="1107892"/>
                  </a:lnTo>
                  <a:lnTo>
                    <a:pt x="49313" y="1115261"/>
                  </a:lnTo>
                  <a:close/>
                  <a:moveTo>
                    <a:pt x="111474" y="1030678"/>
                  </a:moveTo>
                  <a:lnTo>
                    <a:pt x="104911" y="1064350"/>
                  </a:lnTo>
                  <a:lnTo>
                    <a:pt x="98750" y="1034382"/>
                  </a:lnTo>
                  <a:close/>
                  <a:moveTo>
                    <a:pt x="373811" y="1292424"/>
                  </a:moveTo>
                  <a:lnTo>
                    <a:pt x="320928" y="1274483"/>
                  </a:lnTo>
                  <a:lnTo>
                    <a:pt x="346561" y="1286746"/>
                  </a:lnTo>
                  <a:close/>
                  <a:moveTo>
                    <a:pt x="111474" y="1030678"/>
                  </a:moveTo>
                  <a:lnTo>
                    <a:pt x="151615" y="1008722"/>
                  </a:lnTo>
                  <a:lnTo>
                    <a:pt x="127865" y="1000942"/>
                  </a:lnTo>
                  <a:close/>
                  <a:moveTo>
                    <a:pt x="151615" y="1008722"/>
                  </a:moveTo>
                  <a:lnTo>
                    <a:pt x="155277" y="1017198"/>
                  </a:lnTo>
                  <a:lnTo>
                    <a:pt x="157334" y="981359"/>
                  </a:lnTo>
                  <a:close/>
                  <a:moveTo>
                    <a:pt x="14842" y="859662"/>
                  </a:moveTo>
                  <a:lnTo>
                    <a:pt x="7885" y="852995"/>
                  </a:lnTo>
                  <a:lnTo>
                    <a:pt x="0" y="863049"/>
                  </a:lnTo>
                  <a:close/>
                  <a:moveTo>
                    <a:pt x="9942" y="870178"/>
                  </a:moveTo>
                  <a:lnTo>
                    <a:pt x="52763" y="900668"/>
                  </a:lnTo>
                  <a:lnTo>
                    <a:pt x="14842" y="859662"/>
                  </a:lnTo>
                  <a:close/>
                  <a:moveTo>
                    <a:pt x="0" y="863049"/>
                  </a:moveTo>
                  <a:lnTo>
                    <a:pt x="9942" y="870178"/>
                  </a:lnTo>
                  <a:lnTo>
                    <a:pt x="14842" y="859662"/>
                  </a:lnTo>
                  <a:close/>
                  <a:moveTo>
                    <a:pt x="298481" y="1015334"/>
                  </a:moveTo>
                  <a:lnTo>
                    <a:pt x="297667" y="971248"/>
                  </a:lnTo>
                  <a:lnTo>
                    <a:pt x="286644" y="1002403"/>
                  </a:lnTo>
                  <a:close/>
                  <a:moveTo>
                    <a:pt x="543480" y="1085836"/>
                  </a:moveTo>
                  <a:lnTo>
                    <a:pt x="503258" y="1046701"/>
                  </a:lnTo>
                  <a:lnTo>
                    <a:pt x="518553" y="1079013"/>
                  </a:lnTo>
                  <a:close/>
                  <a:moveTo>
                    <a:pt x="256097" y="764690"/>
                  </a:moveTo>
                  <a:lnTo>
                    <a:pt x="242098" y="727935"/>
                  </a:lnTo>
                  <a:lnTo>
                    <a:pt x="273427" y="747507"/>
                  </a:lnTo>
                  <a:close/>
                  <a:moveTo>
                    <a:pt x="442311" y="845425"/>
                  </a:moveTo>
                  <a:lnTo>
                    <a:pt x="440941" y="840588"/>
                  </a:lnTo>
                  <a:lnTo>
                    <a:pt x="440416" y="877343"/>
                  </a:lnTo>
                  <a:close/>
                  <a:moveTo>
                    <a:pt x="557667" y="1000485"/>
                  </a:moveTo>
                  <a:lnTo>
                    <a:pt x="594621" y="1014074"/>
                  </a:lnTo>
                  <a:lnTo>
                    <a:pt x="616350" y="999105"/>
                  </a:lnTo>
                  <a:close/>
                  <a:moveTo>
                    <a:pt x="616350" y="999105"/>
                  </a:moveTo>
                  <a:lnTo>
                    <a:pt x="594621" y="1014074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6350" y="999105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9232" y="961845"/>
                  </a:lnTo>
                  <a:lnTo>
                    <a:pt x="616350" y="999105"/>
                  </a:lnTo>
                  <a:close/>
                  <a:moveTo>
                    <a:pt x="648741" y="964943"/>
                  </a:moveTo>
                  <a:lnTo>
                    <a:pt x="646775" y="988283"/>
                  </a:lnTo>
                  <a:lnTo>
                    <a:pt x="656752" y="970425"/>
                  </a:lnTo>
                  <a:close/>
                  <a:moveTo>
                    <a:pt x="615134" y="806221"/>
                  </a:moveTo>
                  <a:lnTo>
                    <a:pt x="614208" y="789038"/>
                  </a:lnTo>
                  <a:lnTo>
                    <a:pt x="627445" y="842976"/>
                  </a:lnTo>
                  <a:close/>
                  <a:moveTo>
                    <a:pt x="617320" y="752283"/>
                  </a:moveTo>
                  <a:lnTo>
                    <a:pt x="614208" y="789038"/>
                  </a:lnTo>
                  <a:lnTo>
                    <a:pt x="607491" y="769466"/>
                  </a:lnTo>
                  <a:close/>
                  <a:moveTo>
                    <a:pt x="617209" y="739754"/>
                  </a:moveTo>
                  <a:lnTo>
                    <a:pt x="614208" y="789038"/>
                  </a:lnTo>
                  <a:lnTo>
                    <a:pt x="617320" y="752283"/>
                  </a:lnTo>
                  <a:close/>
                  <a:moveTo>
                    <a:pt x="617209" y="739754"/>
                  </a:moveTo>
                  <a:lnTo>
                    <a:pt x="619126" y="782943"/>
                  </a:lnTo>
                  <a:lnTo>
                    <a:pt x="614208" y="789038"/>
                  </a:lnTo>
                  <a:close/>
                  <a:moveTo>
                    <a:pt x="609572" y="701216"/>
                  </a:moveTo>
                  <a:lnTo>
                    <a:pt x="617209" y="739754"/>
                  </a:lnTo>
                  <a:lnTo>
                    <a:pt x="617320" y="752283"/>
                  </a:lnTo>
                  <a:close/>
                  <a:moveTo>
                    <a:pt x="609227" y="698345"/>
                  </a:moveTo>
                  <a:lnTo>
                    <a:pt x="609572" y="701216"/>
                  </a:lnTo>
                  <a:lnTo>
                    <a:pt x="611004" y="690493"/>
                  </a:lnTo>
                  <a:close/>
                  <a:moveTo>
                    <a:pt x="28833" y="53938"/>
                  </a:moveTo>
                  <a:lnTo>
                    <a:pt x="45254" y="0"/>
                  </a:lnTo>
                  <a:lnTo>
                    <a:pt x="48264" y="36755"/>
                  </a:lnTo>
                  <a:close/>
                  <a:moveTo>
                    <a:pt x="493204" y="499211"/>
                  </a:moveTo>
                  <a:lnTo>
                    <a:pt x="506932" y="462002"/>
                  </a:lnTo>
                  <a:lnTo>
                    <a:pt x="478194" y="514570"/>
                  </a:lnTo>
                  <a:close/>
                  <a:moveTo>
                    <a:pt x="478194" y="514570"/>
                  </a:moveTo>
                  <a:lnTo>
                    <a:pt x="505405" y="460631"/>
                  </a:lnTo>
                  <a:lnTo>
                    <a:pt x="492170" y="497386"/>
                  </a:lnTo>
                  <a:close/>
                  <a:moveTo>
                    <a:pt x="922641" y="922455"/>
                  </a:moveTo>
                  <a:lnTo>
                    <a:pt x="919563" y="975201"/>
                  </a:lnTo>
                  <a:lnTo>
                    <a:pt x="927050" y="938446"/>
                  </a:lnTo>
                  <a:close/>
                  <a:moveTo>
                    <a:pt x="731422" y="717916"/>
                  </a:moveTo>
                  <a:lnTo>
                    <a:pt x="738753" y="700733"/>
                  </a:lnTo>
                  <a:lnTo>
                    <a:pt x="721832" y="754671"/>
                  </a:lnTo>
                  <a:close/>
                  <a:moveTo>
                    <a:pt x="738753" y="700733"/>
                  </a:moveTo>
                  <a:lnTo>
                    <a:pt x="731422" y="717916"/>
                  </a:lnTo>
                  <a:lnTo>
                    <a:pt x="722057" y="681161"/>
                  </a:lnTo>
                  <a:close/>
                  <a:moveTo>
                    <a:pt x="436100" y="342444"/>
                  </a:moveTo>
                  <a:lnTo>
                    <a:pt x="446239" y="387121"/>
                  </a:lnTo>
                  <a:lnTo>
                    <a:pt x="454679" y="383541"/>
                  </a:lnTo>
                  <a:close/>
                  <a:moveTo>
                    <a:pt x="471498" y="350366"/>
                  </a:moveTo>
                  <a:lnTo>
                    <a:pt x="475023" y="333183"/>
                  </a:lnTo>
                  <a:lnTo>
                    <a:pt x="468124" y="337604"/>
                  </a:lnTo>
                  <a:close/>
                  <a:moveTo>
                    <a:pt x="473549" y="296428"/>
                  </a:moveTo>
                  <a:lnTo>
                    <a:pt x="475023" y="333183"/>
                  </a:lnTo>
                  <a:lnTo>
                    <a:pt x="466128" y="313611"/>
                  </a:lnTo>
                  <a:close/>
                  <a:moveTo>
                    <a:pt x="652983" y="530453"/>
                  </a:moveTo>
                  <a:lnTo>
                    <a:pt x="634444" y="502007"/>
                  </a:lnTo>
                  <a:lnTo>
                    <a:pt x="622206" y="516958"/>
                  </a:lnTo>
                  <a:close/>
                  <a:moveTo>
                    <a:pt x="702457" y="494644"/>
                  </a:moveTo>
                  <a:lnTo>
                    <a:pt x="730608" y="475320"/>
                  </a:lnTo>
                  <a:lnTo>
                    <a:pt x="721459" y="46948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68" name="Input_density__59">
              <a:extLst>
                <a:ext uri="{FF2B5EF4-FFF2-40B4-BE49-F238E27FC236}">
                  <a16:creationId xmlns:a16="http://schemas.microsoft.com/office/drawing/2014/main" id="{94181A0C-7579-52B8-E70A-8FCDD88289E4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1753363"/>
              <a:ext cx="966840" cy="1320491"/>
            </a:xfrm>
            <a:custGeom>
              <a:avLst/>
              <a:gdLst/>
              <a:ahLst/>
              <a:cxnLst/>
              <a:rect l="0" t="0" r="0" b="0"/>
              <a:pathLst>
                <a:path w="966840" h="1320491">
                  <a:moveTo>
                    <a:pt x="0" y="1035435"/>
                  </a:moveTo>
                  <a:lnTo>
                    <a:pt x="38675" y="1075829"/>
                  </a:lnTo>
                  <a:lnTo>
                    <a:pt x="26108" y="1061269"/>
                  </a:lnTo>
                  <a:close/>
                  <a:moveTo>
                    <a:pt x="272738" y="1244716"/>
                  </a:moveTo>
                  <a:lnTo>
                    <a:pt x="235927" y="1233497"/>
                  </a:lnTo>
                  <a:lnTo>
                    <a:pt x="267764" y="1245044"/>
                  </a:lnTo>
                  <a:close/>
                  <a:moveTo>
                    <a:pt x="193458" y="1103081"/>
                  </a:moveTo>
                  <a:lnTo>
                    <a:pt x="205829" y="1080840"/>
                  </a:lnTo>
                  <a:lnTo>
                    <a:pt x="209606" y="1089964"/>
                  </a:lnTo>
                  <a:close/>
                  <a:moveTo>
                    <a:pt x="208610" y="1108433"/>
                  </a:moveTo>
                  <a:lnTo>
                    <a:pt x="193458" y="1103081"/>
                  </a:lnTo>
                  <a:lnTo>
                    <a:pt x="169397" y="1080840"/>
                  </a:lnTo>
                  <a:close/>
                  <a:moveTo>
                    <a:pt x="242372" y="1100412"/>
                  </a:moveTo>
                  <a:lnTo>
                    <a:pt x="206136" y="1065697"/>
                  </a:lnTo>
                  <a:lnTo>
                    <a:pt x="205829" y="1080840"/>
                  </a:lnTo>
                  <a:close/>
                  <a:moveTo>
                    <a:pt x="205829" y="1080840"/>
                  </a:moveTo>
                  <a:lnTo>
                    <a:pt x="193458" y="1103081"/>
                  </a:lnTo>
                  <a:lnTo>
                    <a:pt x="242372" y="1100412"/>
                  </a:lnTo>
                  <a:close/>
                  <a:moveTo>
                    <a:pt x="482644" y="1316660"/>
                  </a:moveTo>
                  <a:lnTo>
                    <a:pt x="460559" y="1307526"/>
                  </a:lnTo>
                  <a:lnTo>
                    <a:pt x="502989" y="1320491"/>
                  </a:lnTo>
                  <a:close/>
                  <a:moveTo>
                    <a:pt x="464755" y="1230249"/>
                  </a:moveTo>
                  <a:lnTo>
                    <a:pt x="449109" y="1193494"/>
                  </a:lnTo>
                  <a:lnTo>
                    <a:pt x="443421" y="1231965"/>
                  </a:lnTo>
                  <a:close/>
                  <a:moveTo>
                    <a:pt x="449109" y="1193494"/>
                  </a:moveTo>
                  <a:lnTo>
                    <a:pt x="428891" y="1199031"/>
                  </a:lnTo>
                  <a:lnTo>
                    <a:pt x="443421" y="1231965"/>
                  </a:lnTo>
                  <a:close/>
                  <a:moveTo>
                    <a:pt x="443421" y="1231965"/>
                  </a:moveTo>
                  <a:lnTo>
                    <a:pt x="428891" y="1199031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04866" y="1193494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49109" y="1193494"/>
                  </a:lnTo>
                  <a:lnTo>
                    <a:pt x="430912" y="1175587"/>
                  </a:lnTo>
                  <a:close/>
                  <a:moveTo>
                    <a:pt x="404866" y="1193494"/>
                  </a:moveTo>
                  <a:lnTo>
                    <a:pt x="428891" y="1199031"/>
                  </a:lnTo>
                  <a:lnTo>
                    <a:pt x="430912" y="1175587"/>
                  </a:lnTo>
                  <a:close/>
                  <a:moveTo>
                    <a:pt x="295332" y="1047359"/>
                  </a:moveTo>
                  <a:lnTo>
                    <a:pt x="255089" y="1097735"/>
                  </a:lnTo>
                  <a:lnTo>
                    <a:pt x="297266" y="1090534"/>
                  </a:lnTo>
                  <a:close/>
                  <a:moveTo>
                    <a:pt x="297266" y="1090534"/>
                  </a:moveTo>
                  <a:lnTo>
                    <a:pt x="322076" y="1052704"/>
                  </a:lnTo>
                  <a:lnTo>
                    <a:pt x="295332" y="1047359"/>
                  </a:lnTo>
                  <a:close/>
                  <a:moveTo>
                    <a:pt x="533304" y="1309257"/>
                  </a:moveTo>
                  <a:lnTo>
                    <a:pt x="550306" y="1286575"/>
                  </a:lnTo>
                  <a:lnTo>
                    <a:pt x="543395" y="1294358"/>
                  </a:lnTo>
                  <a:close/>
                  <a:moveTo>
                    <a:pt x="449109" y="1193494"/>
                  </a:moveTo>
                  <a:lnTo>
                    <a:pt x="481426" y="1228156"/>
                  </a:lnTo>
                  <a:lnTo>
                    <a:pt x="481526" y="1183328"/>
                  </a:lnTo>
                  <a:close/>
                  <a:moveTo>
                    <a:pt x="449109" y="1193494"/>
                  </a:moveTo>
                  <a:lnTo>
                    <a:pt x="464755" y="1230249"/>
                  </a:lnTo>
                  <a:lnTo>
                    <a:pt x="481426" y="1228156"/>
                  </a:lnTo>
                  <a:close/>
                  <a:moveTo>
                    <a:pt x="542692" y="1248150"/>
                  </a:moveTo>
                  <a:lnTo>
                    <a:pt x="542992" y="1249939"/>
                  </a:lnTo>
                  <a:lnTo>
                    <a:pt x="542958" y="1249820"/>
                  </a:lnTo>
                  <a:close/>
                  <a:moveTo>
                    <a:pt x="404866" y="1193494"/>
                  </a:moveTo>
                  <a:lnTo>
                    <a:pt x="430912" y="1175587"/>
                  </a:lnTo>
                  <a:lnTo>
                    <a:pt x="402740" y="1193203"/>
                  </a:lnTo>
                  <a:close/>
                  <a:moveTo>
                    <a:pt x="481526" y="1183328"/>
                  </a:moveTo>
                  <a:lnTo>
                    <a:pt x="430912" y="1175587"/>
                  </a:lnTo>
                  <a:lnTo>
                    <a:pt x="449109" y="1193494"/>
                  </a:lnTo>
                  <a:close/>
                  <a:moveTo>
                    <a:pt x="199012" y="847753"/>
                  </a:moveTo>
                  <a:lnTo>
                    <a:pt x="181722" y="899454"/>
                  </a:lnTo>
                  <a:lnTo>
                    <a:pt x="194284" y="896344"/>
                  </a:lnTo>
                  <a:close/>
                  <a:moveTo>
                    <a:pt x="209686" y="899454"/>
                  </a:moveTo>
                  <a:lnTo>
                    <a:pt x="199012" y="847753"/>
                  </a:lnTo>
                  <a:lnTo>
                    <a:pt x="194284" y="896344"/>
                  </a:lnTo>
                  <a:close/>
                  <a:moveTo>
                    <a:pt x="209290" y="862699"/>
                  </a:moveTo>
                  <a:lnTo>
                    <a:pt x="199012" y="847753"/>
                  </a:lnTo>
                  <a:lnTo>
                    <a:pt x="209686" y="899454"/>
                  </a:lnTo>
                  <a:close/>
                  <a:moveTo>
                    <a:pt x="209802" y="845515"/>
                  </a:moveTo>
                  <a:lnTo>
                    <a:pt x="219371" y="858290"/>
                  </a:lnTo>
                  <a:lnTo>
                    <a:pt x="239107" y="860554"/>
                  </a:lnTo>
                  <a:close/>
                  <a:moveTo>
                    <a:pt x="219371" y="858290"/>
                  </a:moveTo>
                  <a:lnTo>
                    <a:pt x="209802" y="845515"/>
                  </a:lnTo>
                  <a:lnTo>
                    <a:pt x="230056" y="826714"/>
                  </a:lnTo>
                  <a:close/>
                  <a:moveTo>
                    <a:pt x="156153" y="810762"/>
                  </a:moveTo>
                  <a:lnTo>
                    <a:pt x="195696" y="845515"/>
                  </a:lnTo>
                  <a:lnTo>
                    <a:pt x="199012" y="847753"/>
                  </a:lnTo>
                  <a:close/>
                  <a:moveTo>
                    <a:pt x="550306" y="1286575"/>
                  </a:moveTo>
                  <a:lnTo>
                    <a:pt x="542992" y="1249939"/>
                  </a:lnTo>
                  <a:lnTo>
                    <a:pt x="543395" y="1294358"/>
                  </a:lnTo>
                  <a:close/>
                  <a:moveTo>
                    <a:pt x="550306" y="1286575"/>
                  </a:moveTo>
                  <a:lnTo>
                    <a:pt x="542958" y="1249820"/>
                  </a:lnTo>
                  <a:lnTo>
                    <a:pt x="542992" y="1249939"/>
                  </a:lnTo>
                  <a:close/>
                  <a:moveTo>
                    <a:pt x="209802" y="845515"/>
                  </a:moveTo>
                  <a:lnTo>
                    <a:pt x="239711" y="797007"/>
                  </a:lnTo>
                  <a:lnTo>
                    <a:pt x="230056" y="826714"/>
                  </a:lnTo>
                  <a:close/>
                  <a:moveTo>
                    <a:pt x="615133" y="1173634"/>
                  </a:moveTo>
                  <a:lnTo>
                    <a:pt x="634899" y="1178699"/>
                  </a:lnTo>
                  <a:lnTo>
                    <a:pt x="635880" y="1183853"/>
                  </a:lnTo>
                  <a:close/>
                  <a:moveTo>
                    <a:pt x="604638" y="1162766"/>
                  </a:moveTo>
                  <a:lnTo>
                    <a:pt x="634899" y="1178699"/>
                  </a:lnTo>
                  <a:lnTo>
                    <a:pt x="615133" y="1173634"/>
                  </a:lnTo>
                  <a:close/>
                  <a:moveTo>
                    <a:pt x="616284" y="1159127"/>
                  </a:moveTo>
                  <a:lnTo>
                    <a:pt x="635880" y="1183853"/>
                  </a:lnTo>
                  <a:lnTo>
                    <a:pt x="666411" y="1178699"/>
                  </a:lnTo>
                  <a:close/>
                  <a:moveTo>
                    <a:pt x="292264" y="781371"/>
                  </a:moveTo>
                  <a:lnTo>
                    <a:pt x="249595" y="788971"/>
                  </a:lnTo>
                  <a:lnTo>
                    <a:pt x="304232" y="787054"/>
                  </a:lnTo>
                  <a:close/>
                  <a:moveTo>
                    <a:pt x="666411" y="1178699"/>
                  </a:moveTo>
                  <a:lnTo>
                    <a:pt x="677538" y="1186172"/>
                  </a:lnTo>
                  <a:lnTo>
                    <a:pt x="677749" y="1176902"/>
                  </a:lnTo>
                  <a:close/>
                  <a:moveTo>
                    <a:pt x="648142" y="1141944"/>
                  </a:moveTo>
                  <a:lnTo>
                    <a:pt x="677749" y="1176902"/>
                  </a:lnTo>
                  <a:lnTo>
                    <a:pt x="656495" y="1135865"/>
                  </a:lnTo>
                  <a:close/>
                  <a:moveTo>
                    <a:pt x="666411" y="1178699"/>
                  </a:moveTo>
                  <a:lnTo>
                    <a:pt x="677749" y="1176902"/>
                  </a:lnTo>
                  <a:lnTo>
                    <a:pt x="648142" y="1141944"/>
                  </a:lnTo>
                  <a:close/>
                  <a:moveTo>
                    <a:pt x="677749" y="1176902"/>
                  </a:moveTo>
                  <a:lnTo>
                    <a:pt x="677538" y="1186172"/>
                  </a:lnTo>
                  <a:lnTo>
                    <a:pt x="679932" y="1178699"/>
                  </a:lnTo>
                  <a:close/>
                  <a:moveTo>
                    <a:pt x="640843" y="1135070"/>
                  </a:moveTo>
                  <a:lnTo>
                    <a:pt x="663753" y="1134632"/>
                  </a:lnTo>
                  <a:lnTo>
                    <a:pt x="648142" y="1141944"/>
                  </a:lnTo>
                  <a:close/>
                  <a:moveTo>
                    <a:pt x="566589" y="1068434"/>
                  </a:moveTo>
                  <a:lnTo>
                    <a:pt x="584430" y="1087209"/>
                  </a:lnTo>
                  <a:lnTo>
                    <a:pt x="588563" y="1060990"/>
                  </a:lnTo>
                  <a:close/>
                  <a:moveTo>
                    <a:pt x="364105" y="884294"/>
                  </a:moveTo>
                  <a:lnTo>
                    <a:pt x="400719" y="881617"/>
                  </a:lnTo>
                  <a:lnTo>
                    <a:pt x="394299" y="874647"/>
                  </a:lnTo>
                  <a:close/>
                  <a:moveTo>
                    <a:pt x="666897" y="1050178"/>
                  </a:moveTo>
                  <a:lnTo>
                    <a:pt x="666390" y="1051250"/>
                  </a:lnTo>
                  <a:lnTo>
                    <a:pt x="686929" y="1028868"/>
                  </a:lnTo>
                  <a:close/>
                  <a:moveTo>
                    <a:pt x="687370" y="997312"/>
                  </a:moveTo>
                  <a:lnTo>
                    <a:pt x="707050" y="1007890"/>
                  </a:lnTo>
                  <a:lnTo>
                    <a:pt x="694956" y="983925"/>
                  </a:lnTo>
                  <a:close/>
                  <a:moveTo>
                    <a:pt x="736367" y="1022093"/>
                  </a:moveTo>
                  <a:lnTo>
                    <a:pt x="739729" y="1005492"/>
                  </a:lnTo>
                  <a:lnTo>
                    <a:pt x="687370" y="997312"/>
                  </a:lnTo>
                  <a:close/>
                  <a:moveTo>
                    <a:pt x="687370" y="997312"/>
                  </a:moveTo>
                  <a:lnTo>
                    <a:pt x="694956" y="983925"/>
                  </a:lnTo>
                  <a:lnTo>
                    <a:pt x="680616" y="950836"/>
                  </a:lnTo>
                  <a:close/>
                  <a:moveTo>
                    <a:pt x="844257" y="1050946"/>
                  </a:moveTo>
                  <a:lnTo>
                    <a:pt x="835195" y="1040672"/>
                  </a:lnTo>
                  <a:lnTo>
                    <a:pt x="860093" y="1081786"/>
                  </a:lnTo>
                  <a:close/>
                  <a:moveTo>
                    <a:pt x="879420" y="1057839"/>
                  </a:moveTo>
                  <a:lnTo>
                    <a:pt x="844257" y="1050946"/>
                  </a:lnTo>
                  <a:lnTo>
                    <a:pt x="860093" y="1081786"/>
                  </a:lnTo>
                  <a:close/>
                  <a:moveTo>
                    <a:pt x="832802" y="1036455"/>
                  </a:moveTo>
                  <a:lnTo>
                    <a:pt x="835195" y="1040672"/>
                  </a:lnTo>
                  <a:lnTo>
                    <a:pt x="844257" y="1050946"/>
                  </a:lnTo>
                  <a:close/>
                  <a:moveTo>
                    <a:pt x="832802" y="1036455"/>
                  </a:moveTo>
                  <a:lnTo>
                    <a:pt x="814353" y="999700"/>
                  </a:lnTo>
                  <a:lnTo>
                    <a:pt x="815780" y="1011709"/>
                  </a:lnTo>
                  <a:close/>
                  <a:moveTo>
                    <a:pt x="952991" y="1112122"/>
                  </a:moveTo>
                  <a:lnTo>
                    <a:pt x="928912" y="1118303"/>
                  </a:lnTo>
                  <a:lnTo>
                    <a:pt x="935678" y="1092782"/>
                  </a:lnTo>
                  <a:close/>
                  <a:moveTo>
                    <a:pt x="928912" y="1118303"/>
                  </a:moveTo>
                  <a:lnTo>
                    <a:pt x="952991" y="1112122"/>
                  </a:lnTo>
                  <a:lnTo>
                    <a:pt x="940613" y="1109965"/>
                  </a:lnTo>
                  <a:close/>
                  <a:moveTo>
                    <a:pt x="952991" y="1112122"/>
                  </a:moveTo>
                  <a:lnTo>
                    <a:pt x="954611" y="1092782"/>
                  </a:lnTo>
                  <a:lnTo>
                    <a:pt x="940613" y="1109965"/>
                  </a:lnTo>
                  <a:close/>
                  <a:moveTo>
                    <a:pt x="892540" y="1021140"/>
                  </a:moveTo>
                  <a:lnTo>
                    <a:pt x="879420" y="1057839"/>
                  </a:lnTo>
                  <a:lnTo>
                    <a:pt x="933581" y="1059609"/>
                  </a:lnTo>
                  <a:close/>
                  <a:moveTo>
                    <a:pt x="933581" y="1059609"/>
                  </a:moveTo>
                  <a:lnTo>
                    <a:pt x="944068" y="1056027"/>
                  </a:lnTo>
                  <a:lnTo>
                    <a:pt x="966840" y="1039327"/>
                  </a:lnTo>
                  <a:close/>
                  <a:moveTo>
                    <a:pt x="832802" y="1036455"/>
                  </a:moveTo>
                  <a:lnTo>
                    <a:pt x="844257" y="1050946"/>
                  </a:lnTo>
                  <a:lnTo>
                    <a:pt x="848340" y="1029985"/>
                  </a:lnTo>
                  <a:close/>
                  <a:moveTo>
                    <a:pt x="814353" y="999700"/>
                  </a:moveTo>
                  <a:lnTo>
                    <a:pt x="832802" y="1036455"/>
                  </a:lnTo>
                  <a:lnTo>
                    <a:pt x="825007" y="982517"/>
                  </a:lnTo>
                  <a:close/>
                  <a:moveTo>
                    <a:pt x="806708" y="872252"/>
                  </a:moveTo>
                  <a:lnTo>
                    <a:pt x="781704" y="835497"/>
                  </a:lnTo>
                  <a:lnTo>
                    <a:pt x="779195" y="889435"/>
                  </a:lnTo>
                  <a:close/>
                  <a:moveTo>
                    <a:pt x="529412" y="649620"/>
                  </a:moveTo>
                  <a:lnTo>
                    <a:pt x="534991" y="629985"/>
                  </a:lnTo>
                  <a:lnTo>
                    <a:pt x="533453" y="636361"/>
                  </a:lnTo>
                  <a:close/>
                  <a:moveTo>
                    <a:pt x="497397" y="541457"/>
                  </a:moveTo>
                  <a:lnTo>
                    <a:pt x="487350" y="507386"/>
                  </a:lnTo>
                  <a:lnTo>
                    <a:pt x="498209" y="543305"/>
                  </a:lnTo>
                  <a:close/>
                  <a:moveTo>
                    <a:pt x="497397" y="541457"/>
                  </a:moveTo>
                  <a:lnTo>
                    <a:pt x="486178" y="504702"/>
                  </a:lnTo>
                  <a:lnTo>
                    <a:pt x="487350" y="507386"/>
                  </a:lnTo>
                  <a:close/>
                  <a:moveTo>
                    <a:pt x="936883" y="1012177"/>
                  </a:moveTo>
                  <a:lnTo>
                    <a:pt x="944068" y="1056027"/>
                  </a:lnTo>
                  <a:lnTo>
                    <a:pt x="940741" y="1053788"/>
                  </a:lnTo>
                  <a:close/>
                  <a:moveTo>
                    <a:pt x="803532" y="830842"/>
                  </a:moveTo>
                  <a:lnTo>
                    <a:pt x="784644" y="830944"/>
                  </a:lnTo>
                  <a:lnTo>
                    <a:pt x="818863" y="855068"/>
                  </a:lnTo>
                  <a:close/>
                  <a:moveTo>
                    <a:pt x="818863" y="855068"/>
                  </a:moveTo>
                  <a:lnTo>
                    <a:pt x="784644" y="830944"/>
                  </a:lnTo>
                  <a:lnTo>
                    <a:pt x="781704" y="835497"/>
                  </a:lnTo>
                  <a:close/>
                  <a:moveTo>
                    <a:pt x="818863" y="855068"/>
                  </a:moveTo>
                  <a:lnTo>
                    <a:pt x="781704" y="835497"/>
                  </a:lnTo>
                  <a:lnTo>
                    <a:pt x="806708" y="872252"/>
                  </a:lnTo>
                  <a:close/>
                  <a:moveTo>
                    <a:pt x="667198" y="603768"/>
                  </a:moveTo>
                  <a:lnTo>
                    <a:pt x="639553" y="599154"/>
                  </a:lnTo>
                  <a:lnTo>
                    <a:pt x="668271" y="647642"/>
                  </a:lnTo>
                  <a:close/>
                  <a:moveTo>
                    <a:pt x="468196" y="467947"/>
                  </a:moveTo>
                  <a:lnTo>
                    <a:pt x="466142" y="441432"/>
                  </a:lnTo>
                  <a:lnTo>
                    <a:pt x="480136" y="414008"/>
                  </a:lnTo>
                  <a:close/>
                  <a:moveTo>
                    <a:pt x="468196" y="467947"/>
                  </a:moveTo>
                  <a:lnTo>
                    <a:pt x="480136" y="414008"/>
                  </a:lnTo>
                  <a:lnTo>
                    <a:pt x="464880" y="431192"/>
                  </a:lnTo>
                  <a:close/>
                  <a:moveTo>
                    <a:pt x="112846" y="13433"/>
                  </a:moveTo>
                  <a:lnTo>
                    <a:pt x="148607" y="11448"/>
                  </a:lnTo>
                  <a:lnTo>
                    <a:pt x="122426" y="0"/>
                  </a:lnTo>
                  <a:close/>
                  <a:moveTo>
                    <a:pt x="789605" y="818313"/>
                  </a:moveTo>
                  <a:lnTo>
                    <a:pt x="784644" y="830944"/>
                  </a:lnTo>
                  <a:lnTo>
                    <a:pt x="803532" y="830842"/>
                  </a:lnTo>
                  <a:close/>
                  <a:moveTo>
                    <a:pt x="764831" y="686144"/>
                  </a:moveTo>
                  <a:lnTo>
                    <a:pt x="824669" y="689085"/>
                  </a:lnTo>
                  <a:lnTo>
                    <a:pt x="785604" y="667605"/>
                  </a:lnTo>
                  <a:close/>
                  <a:moveTo>
                    <a:pt x="822801" y="692771"/>
                  </a:moveTo>
                  <a:lnTo>
                    <a:pt x="832015" y="690865"/>
                  </a:lnTo>
                  <a:lnTo>
                    <a:pt x="824669" y="689085"/>
                  </a:lnTo>
                  <a:close/>
                  <a:moveTo>
                    <a:pt x="754827" y="654110"/>
                  </a:moveTo>
                  <a:lnTo>
                    <a:pt x="726490" y="627399"/>
                  </a:lnTo>
                  <a:lnTo>
                    <a:pt x="741568" y="634538"/>
                  </a:lnTo>
                  <a:close/>
                  <a:moveTo>
                    <a:pt x="754827" y="654110"/>
                  </a:moveTo>
                  <a:lnTo>
                    <a:pt x="741568" y="634538"/>
                  </a:lnTo>
                  <a:lnTo>
                    <a:pt x="744566" y="671293"/>
                  </a:lnTo>
                  <a:close/>
                  <a:moveTo>
                    <a:pt x="536789" y="404788"/>
                  </a:moveTo>
                  <a:lnTo>
                    <a:pt x="502868" y="405277"/>
                  </a:lnTo>
                  <a:lnTo>
                    <a:pt x="554198" y="425299"/>
                  </a:lnTo>
                  <a:close/>
                  <a:moveTo>
                    <a:pt x="563380" y="410258"/>
                  </a:moveTo>
                  <a:lnTo>
                    <a:pt x="536789" y="404788"/>
                  </a:lnTo>
                  <a:lnTo>
                    <a:pt x="586824" y="422704"/>
                  </a:lnTo>
                  <a:close/>
                  <a:moveTo>
                    <a:pt x="536789" y="404788"/>
                  </a:moveTo>
                  <a:lnTo>
                    <a:pt x="554198" y="425299"/>
                  </a:lnTo>
                  <a:lnTo>
                    <a:pt x="586824" y="422704"/>
                  </a:lnTo>
                  <a:close/>
                  <a:moveTo>
                    <a:pt x="701853" y="603624"/>
                  </a:moveTo>
                  <a:lnTo>
                    <a:pt x="726490" y="627399"/>
                  </a:lnTo>
                  <a:lnTo>
                    <a:pt x="696710" y="624522"/>
                  </a:lnTo>
                  <a:close/>
                  <a:moveTo>
                    <a:pt x="596963" y="427702"/>
                  </a:moveTo>
                  <a:lnTo>
                    <a:pt x="606171" y="433580"/>
                  </a:lnTo>
                  <a:lnTo>
                    <a:pt x="586824" y="422704"/>
                  </a:lnTo>
                  <a:close/>
                  <a:moveTo>
                    <a:pt x="821644" y="609934"/>
                  </a:moveTo>
                  <a:lnTo>
                    <a:pt x="825529" y="636927"/>
                  </a:lnTo>
                  <a:lnTo>
                    <a:pt x="835079" y="631796"/>
                  </a:lnTo>
                  <a:close/>
                  <a:moveTo>
                    <a:pt x="801608" y="548671"/>
                  </a:moveTo>
                  <a:lnTo>
                    <a:pt x="835615" y="548112"/>
                  </a:lnTo>
                  <a:lnTo>
                    <a:pt x="812933" y="548997"/>
                  </a:lnTo>
                  <a:close/>
                  <a:moveTo>
                    <a:pt x="835615" y="548112"/>
                  </a:moveTo>
                  <a:lnTo>
                    <a:pt x="801608" y="548671"/>
                  </a:lnTo>
                  <a:lnTo>
                    <a:pt x="840579" y="55615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69" name="Input_density__60">
              <a:extLst>
                <a:ext uri="{FF2B5EF4-FFF2-40B4-BE49-F238E27FC236}">
                  <a16:creationId xmlns:a16="http://schemas.microsoft.com/office/drawing/2014/main" id="{9B2C7D74-9AF6-CC3D-00FF-524B7227604D}"/>
                </a:ext>
              </a:extLst>
            </p:cNvPr>
            <p:cNvSpPr>
              <a:spLocks noGrp="1"/>
            </p:cNvSpPr>
            <p:nvPr/>
          </p:nvSpPr>
          <p:spPr>
            <a:xfrm>
              <a:off x="952706" y="2153856"/>
              <a:ext cx="975866" cy="709472"/>
            </a:xfrm>
            <a:custGeom>
              <a:avLst/>
              <a:gdLst/>
              <a:ahLst/>
              <a:cxnLst/>
              <a:rect l="0" t="0" r="0" b="0"/>
              <a:pathLst>
                <a:path w="975866" h="709472">
                  <a:moveTo>
                    <a:pt x="0" y="604449"/>
                  </a:moveTo>
                  <a:lnTo>
                    <a:pt x="8645" y="641204"/>
                  </a:lnTo>
                  <a:lnTo>
                    <a:pt x="8654" y="587830"/>
                  </a:lnTo>
                  <a:close/>
                  <a:moveTo>
                    <a:pt x="8645" y="641204"/>
                  </a:moveTo>
                  <a:lnTo>
                    <a:pt x="5745" y="634942"/>
                  </a:lnTo>
                  <a:lnTo>
                    <a:pt x="8654" y="587830"/>
                  </a:lnTo>
                  <a:close/>
                  <a:moveTo>
                    <a:pt x="32474" y="550511"/>
                  </a:moveTo>
                  <a:lnTo>
                    <a:pt x="31984" y="551204"/>
                  </a:lnTo>
                  <a:lnTo>
                    <a:pt x="9218" y="586777"/>
                  </a:lnTo>
                  <a:close/>
                  <a:moveTo>
                    <a:pt x="31984" y="551204"/>
                  </a:moveTo>
                  <a:lnTo>
                    <a:pt x="14314" y="577462"/>
                  </a:lnTo>
                  <a:lnTo>
                    <a:pt x="9218" y="586777"/>
                  </a:lnTo>
                  <a:close/>
                  <a:moveTo>
                    <a:pt x="9218" y="586777"/>
                  </a:moveTo>
                  <a:lnTo>
                    <a:pt x="14314" y="577462"/>
                  </a:lnTo>
                  <a:lnTo>
                    <a:pt x="8654" y="587830"/>
                  </a:lnTo>
                  <a:close/>
                  <a:moveTo>
                    <a:pt x="8654" y="587830"/>
                  </a:moveTo>
                  <a:lnTo>
                    <a:pt x="14314" y="577462"/>
                  </a:lnTo>
                  <a:lnTo>
                    <a:pt x="0" y="604449"/>
                  </a:lnTo>
                  <a:close/>
                  <a:moveTo>
                    <a:pt x="69912" y="564552"/>
                  </a:moveTo>
                  <a:lnTo>
                    <a:pt x="33505" y="549968"/>
                  </a:lnTo>
                  <a:lnTo>
                    <a:pt x="60722" y="558559"/>
                  </a:lnTo>
                  <a:close/>
                  <a:moveTo>
                    <a:pt x="60722" y="558559"/>
                  </a:moveTo>
                  <a:lnTo>
                    <a:pt x="76316" y="533327"/>
                  </a:lnTo>
                  <a:lnTo>
                    <a:pt x="69912" y="564552"/>
                  </a:lnTo>
                  <a:close/>
                  <a:moveTo>
                    <a:pt x="32731" y="550114"/>
                  </a:moveTo>
                  <a:lnTo>
                    <a:pt x="32474" y="550511"/>
                  </a:lnTo>
                  <a:lnTo>
                    <a:pt x="33505" y="549968"/>
                  </a:lnTo>
                  <a:close/>
                  <a:moveTo>
                    <a:pt x="199203" y="702588"/>
                  </a:moveTo>
                  <a:lnTo>
                    <a:pt x="214355" y="707940"/>
                  </a:lnTo>
                  <a:lnTo>
                    <a:pt x="248117" y="699919"/>
                  </a:lnTo>
                  <a:close/>
                  <a:moveTo>
                    <a:pt x="82655" y="515987"/>
                  </a:moveTo>
                  <a:lnTo>
                    <a:pt x="98052" y="524581"/>
                  </a:lnTo>
                  <a:lnTo>
                    <a:pt x="94167" y="496572"/>
                  </a:lnTo>
                  <a:close/>
                  <a:moveTo>
                    <a:pt x="94167" y="496572"/>
                  </a:moveTo>
                  <a:lnTo>
                    <a:pt x="98052" y="524581"/>
                  </a:lnTo>
                  <a:lnTo>
                    <a:pt x="115070" y="516144"/>
                  </a:lnTo>
                  <a:close/>
                  <a:moveTo>
                    <a:pt x="94167" y="496572"/>
                  </a:moveTo>
                  <a:lnTo>
                    <a:pt x="115070" y="516144"/>
                  </a:lnTo>
                  <a:lnTo>
                    <a:pt x="99462" y="479389"/>
                  </a:lnTo>
                  <a:close/>
                  <a:moveTo>
                    <a:pt x="187467" y="498960"/>
                  </a:moveTo>
                  <a:lnTo>
                    <a:pt x="156702" y="503987"/>
                  </a:lnTo>
                  <a:lnTo>
                    <a:pt x="171413" y="536775"/>
                  </a:lnTo>
                  <a:close/>
                  <a:moveTo>
                    <a:pt x="156702" y="503987"/>
                  </a:moveTo>
                  <a:lnTo>
                    <a:pt x="187467" y="498960"/>
                  </a:lnTo>
                  <a:lnTo>
                    <a:pt x="160839" y="491309"/>
                  </a:lnTo>
                  <a:close/>
                  <a:moveTo>
                    <a:pt x="115395" y="442634"/>
                  </a:moveTo>
                  <a:lnTo>
                    <a:pt x="99462" y="479389"/>
                  </a:lnTo>
                  <a:lnTo>
                    <a:pt x="127366" y="462206"/>
                  </a:lnTo>
                  <a:close/>
                  <a:moveTo>
                    <a:pt x="115395" y="442634"/>
                  </a:moveTo>
                  <a:lnTo>
                    <a:pt x="127366" y="462206"/>
                  </a:lnTo>
                  <a:lnTo>
                    <a:pt x="122867" y="425451"/>
                  </a:lnTo>
                  <a:close/>
                  <a:moveTo>
                    <a:pt x="136296" y="399549"/>
                  </a:moveTo>
                  <a:lnTo>
                    <a:pt x="122867" y="425451"/>
                  </a:lnTo>
                  <a:lnTo>
                    <a:pt x="161898" y="410269"/>
                  </a:lnTo>
                  <a:close/>
                  <a:moveTo>
                    <a:pt x="244690" y="391084"/>
                  </a:moveTo>
                  <a:lnTo>
                    <a:pt x="245457" y="396514"/>
                  </a:lnTo>
                  <a:lnTo>
                    <a:pt x="215548" y="445022"/>
                  </a:lnTo>
                  <a:close/>
                  <a:moveTo>
                    <a:pt x="905223" y="672717"/>
                  </a:moveTo>
                  <a:lnTo>
                    <a:pt x="885166" y="657346"/>
                  </a:lnTo>
                  <a:lnTo>
                    <a:pt x="865839" y="681293"/>
                  </a:lnTo>
                  <a:close/>
                  <a:moveTo>
                    <a:pt x="905223" y="672717"/>
                  </a:moveTo>
                  <a:lnTo>
                    <a:pt x="928853" y="696109"/>
                  </a:lnTo>
                  <a:lnTo>
                    <a:pt x="939327" y="659115"/>
                  </a:lnTo>
                  <a:close/>
                  <a:moveTo>
                    <a:pt x="939327" y="659115"/>
                  </a:moveTo>
                  <a:lnTo>
                    <a:pt x="928853" y="696109"/>
                  </a:lnTo>
                  <a:lnTo>
                    <a:pt x="949814" y="655534"/>
                  </a:lnTo>
                  <a:close/>
                  <a:moveTo>
                    <a:pt x="949814" y="655534"/>
                  </a:moveTo>
                  <a:lnTo>
                    <a:pt x="928853" y="696109"/>
                  </a:lnTo>
                  <a:lnTo>
                    <a:pt x="946359" y="709472"/>
                  </a:lnTo>
                  <a:close/>
                  <a:moveTo>
                    <a:pt x="949814" y="655534"/>
                  </a:moveTo>
                  <a:lnTo>
                    <a:pt x="946359" y="709472"/>
                  </a:lnTo>
                  <a:lnTo>
                    <a:pt x="960356" y="692288"/>
                  </a:lnTo>
                  <a:close/>
                  <a:moveTo>
                    <a:pt x="939327" y="659115"/>
                  </a:moveTo>
                  <a:lnTo>
                    <a:pt x="885166" y="657346"/>
                  </a:lnTo>
                  <a:lnTo>
                    <a:pt x="905223" y="672717"/>
                  </a:lnTo>
                  <a:close/>
                  <a:moveTo>
                    <a:pt x="975866" y="675105"/>
                  </a:moveTo>
                  <a:lnTo>
                    <a:pt x="946487" y="653295"/>
                  </a:lnTo>
                  <a:lnTo>
                    <a:pt x="949814" y="655534"/>
                  </a:lnTo>
                  <a:close/>
                  <a:moveTo>
                    <a:pt x="494669" y="1540"/>
                  </a:moveTo>
                  <a:lnTo>
                    <a:pt x="470625" y="30699"/>
                  </a:lnTo>
                  <a:lnTo>
                    <a:pt x="485882" y="13515"/>
                  </a:lnTo>
                  <a:close/>
                  <a:moveTo>
                    <a:pt x="740170" y="200336"/>
                  </a:moveTo>
                  <a:lnTo>
                    <a:pt x="747314" y="234045"/>
                  </a:lnTo>
                  <a:lnTo>
                    <a:pt x="732236" y="226906"/>
                  </a:lnTo>
                  <a:close/>
                  <a:moveTo>
                    <a:pt x="508613" y="4784"/>
                  </a:moveTo>
                  <a:lnTo>
                    <a:pt x="527577" y="0"/>
                  </a:lnTo>
                  <a:lnTo>
                    <a:pt x="494669" y="1540"/>
                  </a:lnTo>
                  <a:close/>
                  <a:moveTo>
                    <a:pt x="508613" y="4784"/>
                  </a:moveTo>
                  <a:lnTo>
                    <a:pt x="542534" y="4295"/>
                  </a:lnTo>
                  <a:lnTo>
                    <a:pt x="527577" y="0"/>
                  </a:lnTo>
                  <a:close/>
                  <a:moveTo>
                    <a:pt x="707598" y="203131"/>
                  </a:moveTo>
                  <a:lnTo>
                    <a:pt x="740170" y="200336"/>
                  </a:lnTo>
                  <a:lnTo>
                    <a:pt x="732236" y="226906"/>
                  </a:lnTo>
                  <a:close/>
                  <a:moveTo>
                    <a:pt x="782402" y="162924"/>
                  </a:moveTo>
                  <a:lnTo>
                    <a:pt x="780528" y="169986"/>
                  </a:lnTo>
                  <a:lnTo>
                    <a:pt x="759781" y="177449"/>
                  </a:lnTo>
                  <a:close/>
                  <a:moveTo>
                    <a:pt x="759781" y="177449"/>
                  </a:moveTo>
                  <a:lnTo>
                    <a:pt x="780528" y="169986"/>
                  </a:lnTo>
                  <a:lnTo>
                    <a:pt x="769698" y="186162"/>
                  </a:lnTo>
                  <a:close/>
                  <a:moveTo>
                    <a:pt x="788112" y="158797"/>
                  </a:moveTo>
                  <a:lnTo>
                    <a:pt x="780528" y="169986"/>
                  </a:lnTo>
                  <a:lnTo>
                    <a:pt x="782402" y="162924"/>
                  </a:lnTo>
                  <a:close/>
                  <a:moveTo>
                    <a:pt x="788112" y="158797"/>
                  </a:moveTo>
                  <a:lnTo>
                    <a:pt x="782402" y="162924"/>
                  </a:lnTo>
                  <a:lnTo>
                    <a:pt x="807353" y="148178"/>
                  </a:lnTo>
                  <a:close/>
                  <a:moveTo>
                    <a:pt x="807353" y="148178"/>
                  </a:moveTo>
                  <a:lnTo>
                    <a:pt x="818678" y="148503"/>
                  </a:lnTo>
                  <a:lnTo>
                    <a:pt x="788112" y="158797"/>
                  </a:lnTo>
                  <a:close/>
                  <a:moveTo>
                    <a:pt x="807353" y="148178"/>
                  </a:moveTo>
                  <a:lnTo>
                    <a:pt x="810834" y="147544"/>
                  </a:lnTo>
                  <a:lnTo>
                    <a:pt x="846324" y="15565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70" name="Input_density__61">
              <a:extLst>
                <a:ext uri="{FF2B5EF4-FFF2-40B4-BE49-F238E27FC236}">
                  <a16:creationId xmlns:a16="http://schemas.microsoft.com/office/drawing/2014/main" id="{2AC9A595-9C5A-C346-446F-F9CDF839240A}"/>
                </a:ext>
              </a:extLst>
            </p:cNvPr>
            <p:cNvSpPr>
              <a:spLocks noGrp="1"/>
            </p:cNvSpPr>
            <p:nvPr/>
          </p:nvSpPr>
          <p:spPr>
            <a:xfrm>
              <a:off x="961360" y="2155395"/>
              <a:ext cx="802180" cy="586290"/>
            </a:xfrm>
            <a:custGeom>
              <a:avLst/>
              <a:gdLst/>
              <a:ahLst/>
              <a:cxnLst/>
              <a:rect l="0" t="0" r="0" b="0"/>
              <a:pathLst>
                <a:path w="802180" h="586290">
                  <a:moveTo>
                    <a:pt x="564" y="585238"/>
                  </a:moveTo>
                  <a:lnTo>
                    <a:pt x="0" y="586290"/>
                  </a:lnTo>
                  <a:lnTo>
                    <a:pt x="358" y="585726"/>
                  </a:lnTo>
                  <a:close/>
                  <a:moveTo>
                    <a:pt x="564" y="585238"/>
                  </a:moveTo>
                  <a:lnTo>
                    <a:pt x="358" y="585726"/>
                  </a:lnTo>
                  <a:lnTo>
                    <a:pt x="1241" y="585281"/>
                  </a:lnTo>
                  <a:close/>
                  <a:moveTo>
                    <a:pt x="24851" y="548428"/>
                  </a:moveTo>
                  <a:lnTo>
                    <a:pt x="23820" y="548971"/>
                  </a:lnTo>
                  <a:lnTo>
                    <a:pt x="52068" y="557019"/>
                  </a:lnTo>
                  <a:close/>
                  <a:moveTo>
                    <a:pt x="23820" y="548971"/>
                  </a:moveTo>
                  <a:lnTo>
                    <a:pt x="564" y="585238"/>
                  </a:lnTo>
                  <a:lnTo>
                    <a:pt x="52068" y="557019"/>
                  </a:lnTo>
                  <a:close/>
                  <a:moveTo>
                    <a:pt x="74001" y="514447"/>
                  </a:moveTo>
                  <a:lnTo>
                    <a:pt x="66912" y="541322"/>
                  </a:lnTo>
                  <a:lnTo>
                    <a:pt x="67662" y="531788"/>
                  </a:lnTo>
                  <a:close/>
                  <a:moveTo>
                    <a:pt x="89398" y="523041"/>
                  </a:moveTo>
                  <a:lnTo>
                    <a:pt x="67662" y="531788"/>
                  </a:lnTo>
                  <a:lnTo>
                    <a:pt x="106122" y="538332"/>
                  </a:lnTo>
                  <a:close/>
                  <a:moveTo>
                    <a:pt x="67662" y="531788"/>
                  </a:moveTo>
                  <a:lnTo>
                    <a:pt x="52068" y="557019"/>
                  </a:lnTo>
                  <a:lnTo>
                    <a:pt x="106122" y="538332"/>
                  </a:lnTo>
                  <a:close/>
                  <a:moveTo>
                    <a:pt x="74001" y="514447"/>
                  </a:moveTo>
                  <a:lnTo>
                    <a:pt x="67662" y="531788"/>
                  </a:lnTo>
                  <a:lnTo>
                    <a:pt x="89398" y="523041"/>
                  </a:lnTo>
                  <a:close/>
                  <a:moveTo>
                    <a:pt x="89398" y="523041"/>
                  </a:moveTo>
                  <a:lnTo>
                    <a:pt x="106122" y="538332"/>
                  </a:lnTo>
                  <a:lnTo>
                    <a:pt x="106416" y="514604"/>
                  </a:lnTo>
                  <a:close/>
                  <a:moveTo>
                    <a:pt x="106416" y="514604"/>
                  </a:moveTo>
                  <a:lnTo>
                    <a:pt x="148048" y="502448"/>
                  </a:lnTo>
                  <a:lnTo>
                    <a:pt x="118712" y="460666"/>
                  </a:lnTo>
                  <a:close/>
                  <a:moveTo>
                    <a:pt x="90808" y="477849"/>
                  </a:moveTo>
                  <a:lnTo>
                    <a:pt x="106416" y="514604"/>
                  </a:lnTo>
                  <a:lnTo>
                    <a:pt x="118712" y="460666"/>
                  </a:lnTo>
                  <a:close/>
                  <a:moveTo>
                    <a:pt x="486015" y="0"/>
                  </a:moveTo>
                  <a:lnTo>
                    <a:pt x="477228" y="11976"/>
                  </a:lnTo>
                  <a:lnTo>
                    <a:pt x="499959" y="3244"/>
                  </a:lnTo>
                  <a:close/>
                  <a:moveTo>
                    <a:pt x="798699" y="146638"/>
                  </a:moveTo>
                  <a:lnTo>
                    <a:pt x="773748" y="161384"/>
                  </a:lnTo>
                  <a:lnTo>
                    <a:pt x="802180" y="146005"/>
                  </a:lnTo>
                  <a:close/>
                  <a:moveTo>
                    <a:pt x="773748" y="161384"/>
                  </a:moveTo>
                  <a:lnTo>
                    <a:pt x="751127" y="175910"/>
                  </a:lnTo>
                  <a:lnTo>
                    <a:pt x="802180" y="146005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71" name="Input_density__62">
              <a:extLst>
                <a:ext uri="{FF2B5EF4-FFF2-40B4-BE49-F238E27FC236}">
                  <a16:creationId xmlns:a16="http://schemas.microsoft.com/office/drawing/2014/main" id="{8F60C765-41BE-DE8F-E4B9-1CB881975796}"/>
                </a:ext>
              </a:extLst>
            </p:cNvPr>
            <p:cNvSpPr>
              <a:spLocks noGrp="1"/>
            </p:cNvSpPr>
            <p:nvPr/>
          </p:nvSpPr>
          <p:spPr>
            <a:xfrm>
              <a:off x="1202547" y="2228119"/>
              <a:ext cx="811479" cy="954820"/>
            </a:xfrm>
            <a:custGeom>
              <a:avLst/>
              <a:gdLst/>
              <a:ahLst/>
              <a:cxnLst/>
              <a:rect l="0" t="0" r="0" b="0"/>
              <a:pathLst>
                <a:path w="811479" h="954820">
                  <a:moveTo>
                    <a:pt x="262337" y="954820"/>
                  </a:moveTo>
                  <a:lnTo>
                    <a:pt x="235087" y="949142"/>
                  </a:lnTo>
                  <a:lnTo>
                    <a:pt x="293676" y="947415"/>
                  </a:lnTo>
                  <a:close/>
                  <a:moveTo>
                    <a:pt x="33119" y="692325"/>
                  </a:moveTo>
                  <a:lnTo>
                    <a:pt x="40141" y="671118"/>
                  </a:lnTo>
                  <a:lnTo>
                    <a:pt x="0" y="693074"/>
                  </a:lnTo>
                  <a:close/>
                  <a:moveTo>
                    <a:pt x="40141" y="671118"/>
                  </a:moveTo>
                  <a:lnTo>
                    <a:pt x="33119" y="692325"/>
                  </a:lnTo>
                  <a:lnTo>
                    <a:pt x="43803" y="679594"/>
                  </a:lnTo>
                  <a:close/>
                  <a:moveTo>
                    <a:pt x="313991" y="927159"/>
                  </a:moveTo>
                  <a:lnTo>
                    <a:pt x="262337" y="954820"/>
                  </a:lnTo>
                  <a:lnTo>
                    <a:pt x="293676" y="947415"/>
                  </a:lnTo>
                  <a:close/>
                  <a:moveTo>
                    <a:pt x="483147" y="676469"/>
                  </a:moveTo>
                  <a:lnTo>
                    <a:pt x="515281" y="672036"/>
                  </a:lnTo>
                  <a:lnTo>
                    <a:pt x="535301" y="650679"/>
                  </a:lnTo>
                  <a:close/>
                  <a:moveTo>
                    <a:pt x="753392" y="679155"/>
                  </a:moveTo>
                  <a:lnTo>
                    <a:pt x="784614" y="671312"/>
                  </a:lnTo>
                  <a:lnTo>
                    <a:pt x="803514" y="645769"/>
                  </a:lnTo>
                  <a:close/>
                  <a:moveTo>
                    <a:pt x="792939" y="654781"/>
                  </a:moveTo>
                  <a:lnTo>
                    <a:pt x="808089" y="637597"/>
                  </a:lnTo>
                  <a:lnTo>
                    <a:pt x="803514" y="645769"/>
                  </a:lnTo>
                  <a:close/>
                  <a:moveTo>
                    <a:pt x="610359" y="417067"/>
                  </a:moveTo>
                  <a:lnTo>
                    <a:pt x="606745" y="418955"/>
                  </a:lnTo>
                  <a:lnTo>
                    <a:pt x="607519" y="397496"/>
                  </a:lnTo>
                  <a:close/>
                  <a:moveTo>
                    <a:pt x="619948" y="380312"/>
                  </a:moveTo>
                  <a:lnTo>
                    <a:pt x="610359" y="417067"/>
                  </a:lnTo>
                  <a:lnTo>
                    <a:pt x="607519" y="397496"/>
                  </a:lnTo>
                  <a:close/>
                  <a:moveTo>
                    <a:pt x="811479" y="629345"/>
                  </a:moveTo>
                  <a:lnTo>
                    <a:pt x="803514" y="645769"/>
                  </a:lnTo>
                  <a:lnTo>
                    <a:pt x="808089" y="637597"/>
                  </a:lnTo>
                  <a:close/>
                  <a:moveTo>
                    <a:pt x="360025" y="12762"/>
                  </a:moveTo>
                  <a:lnTo>
                    <a:pt x="356651" y="0"/>
                  </a:lnTo>
                  <a:lnTo>
                    <a:pt x="343205" y="4593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72" name="Input_density__63">
              <a:extLst>
                <a:ext uri="{FF2B5EF4-FFF2-40B4-BE49-F238E27FC236}">
                  <a16:creationId xmlns:a16="http://schemas.microsoft.com/office/drawing/2014/main" id="{1E530BCF-D333-AD5F-EFF2-096EF0B2BE09}"/>
                </a:ext>
              </a:extLst>
            </p:cNvPr>
            <p:cNvSpPr>
              <a:spLocks noGrp="1"/>
            </p:cNvSpPr>
            <p:nvPr/>
          </p:nvSpPr>
          <p:spPr>
            <a:xfrm>
              <a:off x="1080915" y="1795217"/>
              <a:ext cx="932799" cy="1491565"/>
            </a:xfrm>
            <a:custGeom>
              <a:avLst/>
              <a:gdLst/>
              <a:ahLst/>
              <a:cxnLst/>
              <a:rect l="0" t="0" r="0" b="0"/>
              <a:pathLst>
                <a:path w="932799" h="1491565">
                  <a:moveTo>
                    <a:pt x="126436" y="1458086"/>
                  </a:moveTo>
                  <a:lnTo>
                    <a:pt x="127659" y="1462642"/>
                  </a:lnTo>
                  <a:lnTo>
                    <a:pt x="135870" y="1467835"/>
                  </a:lnTo>
                  <a:close/>
                  <a:moveTo>
                    <a:pt x="141171" y="1440903"/>
                  </a:moveTo>
                  <a:lnTo>
                    <a:pt x="135870" y="1467835"/>
                  </a:lnTo>
                  <a:lnTo>
                    <a:pt x="157033" y="1450752"/>
                  </a:lnTo>
                  <a:close/>
                  <a:moveTo>
                    <a:pt x="141171" y="1440903"/>
                  </a:moveTo>
                  <a:lnTo>
                    <a:pt x="126436" y="1458086"/>
                  </a:lnTo>
                  <a:lnTo>
                    <a:pt x="135870" y="1467835"/>
                  </a:lnTo>
                  <a:close/>
                  <a:moveTo>
                    <a:pt x="116736" y="1424664"/>
                  </a:moveTo>
                  <a:lnTo>
                    <a:pt x="94914" y="1417427"/>
                  </a:lnTo>
                  <a:lnTo>
                    <a:pt x="141171" y="1440903"/>
                  </a:lnTo>
                  <a:close/>
                  <a:moveTo>
                    <a:pt x="141171" y="1440903"/>
                  </a:moveTo>
                  <a:lnTo>
                    <a:pt x="94914" y="1417427"/>
                  </a:lnTo>
                  <a:lnTo>
                    <a:pt x="95725" y="1421331"/>
                  </a:lnTo>
                  <a:close/>
                  <a:moveTo>
                    <a:pt x="141171" y="1440903"/>
                  </a:moveTo>
                  <a:lnTo>
                    <a:pt x="95725" y="1421331"/>
                  </a:lnTo>
                  <a:lnTo>
                    <a:pt x="126436" y="1458086"/>
                  </a:lnTo>
                  <a:close/>
                  <a:moveTo>
                    <a:pt x="135870" y="1467835"/>
                  </a:moveTo>
                  <a:lnTo>
                    <a:pt x="175537" y="1491565"/>
                  </a:lnTo>
                  <a:lnTo>
                    <a:pt x="192648" y="1459332"/>
                  </a:lnTo>
                  <a:close/>
                  <a:moveTo>
                    <a:pt x="157033" y="1450752"/>
                  </a:moveTo>
                  <a:lnTo>
                    <a:pt x="135870" y="1467835"/>
                  </a:lnTo>
                  <a:lnTo>
                    <a:pt x="192648" y="1459332"/>
                  </a:lnTo>
                  <a:close/>
                  <a:moveTo>
                    <a:pt x="84177" y="1399138"/>
                  </a:moveTo>
                  <a:lnTo>
                    <a:pt x="95725" y="1421331"/>
                  </a:lnTo>
                  <a:lnTo>
                    <a:pt x="94914" y="1417427"/>
                  </a:lnTo>
                  <a:close/>
                  <a:moveTo>
                    <a:pt x="61012" y="1373154"/>
                  </a:moveTo>
                  <a:lnTo>
                    <a:pt x="94914" y="1417427"/>
                  </a:lnTo>
                  <a:lnTo>
                    <a:pt x="93196" y="1404148"/>
                  </a:lnTo>
                  <a:close/>
                  <a:moveTo>
                    <a:pt x="74313" y="1384576"/>
                  </a:moveTo>
                  <a:lnTo>
                    <a:pt x="94914" y="1417427"/>
                  </a:lnTo>
                  <a:lnTo>
                    <a:pt x="61012" y="1373154"/>
                  </a:lnTo>
                  <a:close/>
                  <a:moveTo>
                    <a:pt x="239974" y="1460474"/>
                  </a:moveTo>
                  <a:lnTo>
                    <a:pt x="232902" y="1485259"/>
                  </a:lnTo>
                  <a:lnTo>
                    <a:pt x="256775" y="1478311"/>
                  </a:lnTo>
                  <a:close/>
                  <a:moveTo>
                    <a:pt x="239974" y="1460474"/>
                  </a:moveTo>
                  <a:lnTo>
                    <a:pt x="223322" y="1477658"/>
                  </a:lnTo>
                  <a:lnTo>
                    <a:pt x="232902" y="1485259"/>
                  </a:lnTo>
                  <a:close/>
                  <a:moveTo>
                    <a:pt x="207382" y="1424916"/>
                  </a:moveTo>
                  <a:lnTo>
                    <a:pt x="192648" y="1459332"/>
                  </a:lnTo>
                  <a:lnTo>
                    <a:pt x="211792" y="1423719"/>
                  </a:lnTo>
                  <a:close/>
                  <a:moveTo>
                    <a:pt x="211792" y="1423719"/>
                  </a:moveTo>
                  <a:lnTo>
                    <a:pt x="192648" y="1459332"/>
                  </a:lnTo>
                  <a:lnTo>
                    <a:pt x="223322" y="1477658"/>
                  </a:lnTo>
                  <a:close/>
                  <a:moveTo>
                    <a:pt x="211792" y="1423719"/>
                  </a:moveTo>
                  <a:lnTo>
                    <a:pt x="223322" y="1477658"/>
                  </a:lnTo>
                  <a:lnTo>
                    <a:pt x="239974" y="1460474"/>
                  </a:lnTo>
                  <a:close/>
                  <a:moveTo>
                    <a:pt x="192648" y="1459332"/>
                  </a:moveTo>
                  <a:lnTo>
                    <a:pt x="207382" y="1424916"/>
                  </a:lnTo>
                  <a:lnTo>
                    <a:pt x="175903" y="1425096"/>
                  </a:lnTo>
                  <a:close/>
                  <a:moveTo>
                    <a:pt x="157033" y="1450752"/>
                  </a:moveTo>
                  <a:lnTo>
                    <a:pt x="192648" y="1459332"/>
                  </a:lnTo>
                  <a:lnTo>
                    <a:pt x="175903" y="1425096"/>
                  </a:lnTo>
                  <a:close/>
                  <a:moveTo>
                    <a:pt x="211792" y="1423719"/>
                  </a:moveTo>
                  <a:lnTo>
                    <a:pt x="238689" y="1410690"/>
                  </a:lnTo>
                  <a:lnTo>
                    <a:pt x="207382" y="1424916"/>
                  </a:lnTo>
                  <a:close/>
                  <a:moveTo>
                    <a:pt x="207382" y="1424916"/>
                  </a:moveTo>
                  <a:lnTo>
                    <a:pt x="196338" y="1389148"/>
                  </a:lnTo>
                  <a:lnTo>
                    <a:pt x="191105" y="1423719"/>
                  </a:lnTo>
                  <a:close/>
                  <a:moveTo>
                    <a:pt x="196338" y="1389148"/>
                  </a:moveTo>
                  <a:lnTo>
                    <a:pt x="190486" y="1386964"/>
                  </a:lnTo>
                  <a:lnTo>
                    <a:pt x="191105" y="1423719"/>
                  </a:lnTo>
                  <a:close/>
                  <a:moveTo>
                    <a:pt x="156357" y="1352016"/>
                  </a:moveTo>
                  <a:lnTo>
                    <a:pt x="190486" y="1386964"/>
                  </a:lnTo>
                  <a:lnTo>
                    <a:pt x="155504" y="1350510"/>
                  </a:lnTo>
                  <a:close/>
                  <a:moveTo>
                    <a:pt x="190486" y="1386964"/>
                  </a:moveTo>
                  <a:lnTo>
                    <a:pt x="196338" y="1389148"/>
                  </a:lnTo>
                  <a:lnTo>
                    <a:pt x="155504" y="1350510"/>
                  </a:lnTo>
                  <a:close/>
                  <a:moveTo>
                    <a:pt x="156357" y="1352016"/>
                  </a:moveTo>
                  <a:lnTo>
                    <a:pt x="155504" y="1350510"/>
                  </a:lnTo>
                  <a:lnTo>
                    <a:pt x="154998" y="1350209"/>
                  </a:lnTo>
                  <a:close/>
                  <a:moveTo>
                    <a:pt x="211792" y="1423719"/>
                  </a:moveTo>
                  <a:lnTo>
                    <a:pt x="239974" y="1460474"/>
                  </a:lnTo>
                  <a:lnTo>
                    <a:pt x="209915" y="1422857"/>
                  </a:lnTo>
                  <a:close/>
                  <a:moveTo>
                    <a:pt x="77871" y="1183147"/>
                  </a:moveTo>
                  <a:lnTo>
                    <a:pt x="69440" y="1179991"/>
                  </a:lnTo>
                  <a:lnTo>
                    <a:pt x="103509" y="1182795"/>
                  </a:lnTo>
                  <a:close/>
                  <a:moveTo>
                    <a:pt x="63282" y="1112496"/>
                  </a:moveTo>
                  <a:lnTo>
                    <a:pt x="71134" y="1157959"/>
                  </a:lnTo>
                  <a:lnTo>
                    <a:pt x="89301" y="1129672"/>
                  </a:lnTo>
                  <a:close/>
                  <a:moveTo>
                    <a:pt x="283174" y="1327982"/>
                  </a:moveTo>
                  <a:lnTo>
                    <a:pt x="334605" y="1352598"/>
                  </a:lnTo>
                  <a:lnTo>
                    <a:pt x="303306" y="1335289"/>
                  </a:lnTo>
                  <a:close/>
                  <a:moveTo>
                    <a:pt x="283174" y="1327982"/>
                  </a:moveTo>
                  <a:lnTo>
                    <a:pt x="329665" y="1362020"/>
                  </a:lnTo>
                  <a:lnTo>
                    <a:pt x="334605" y="1352598"/>
                  </a:lnTo>
                  <a:close/>
                  <a:moveTo>
                    <a:pt x="222499" y="1282316"/>
                  </a:moveTo>
                  <a:lnTo>
                    <a:pt x="212654" y="1286389"/>
                  </a:lnTo>
                  <a:lnTo>
                    <a:pt x="237934" y="1311658"/>
                  </a:lnTo>
                  <a:close/>
                  <a:moveTo>
                    <a:pt x="263176" y="1309827"/>
                  </a:moveTo>
                  <a:lnTo>
                    <a:pt x="222499" y="1282316"/>
                  </a:lnTo>
                  <a:lnTo>
                    <a:pt x="237934" y="1311658"/>
                  </a:lnTo>
                  <a:close/>
                  <a:moveTo>
                    <a:pt x="272826" y="1317535"/>
                  </a:moveTo>
                  <a:lnTo>
                    <a:pt x="273013" y="1315843"/>
                  </a:lnTo>
                  <a:lnTo>
                    <a:pt x="263176" y="1309827"/>
                  </a:lnTo>
                  <a:close/>
                  <a:moveTo>
                    <a:pt x="138165" y="1091582"/>
                  </a:moveTo>
                  <a:lnTo>
                    <a:pt x="119908" y="1058558"/>
                  </a:lnTo>
                  <a:lnTo>
                    <a:pt x="138023" y="1096240"/>
                  </a:lnTo>
                  <a:close/>
                  <a:moveTo>
                    <a:pt x="101355" y="1078534"/>
                  </a:moveTo>
                  <a:lnTo>
                    <a:pt x="137484" y="1095313"/>
                  </a:lnTo>
                  <a:lnTo>
                    <a:pt x="138023" y="1096240"/>
                  </a:lnTo>
                  <a:close/>
                  <a:moveTo>
                    <a:pt x="83672" y="1023843"/>
                  </a:moveTo>
                  <a:lnTo>
                    <a:pt x="88058" y="1028816"/>
                  </a:lnTo>
                  <a:lnTo>
                    <a:pt x="79745" y="1021803"/>
                  </a:lnTo>
                  <a:close/>
                  <a:moveTo>
                    <a:pt x="88058" y="1028816"/>
                  </a:moveTo>
                  <a:lnTo>
                    <a:pt x="83672" y="1023843"/>
                  </a:lnTo>
                  <a:lnTo>
                    <a:pt x="119908" y="1058558"/>
                  </a:lnTo>
                  <a:close/>
                  <a:moveTo>
                    <a:pt x="44381" y="1028698"/>
                  </a:moveTo>
                  <a:lnTo>
                    <a:pt x="27554" y="1023388"/>
                  </a:lnTo>
                  <a:lnTo>
                    <a:pt x="0" y="992943"/>
                  </a:lnTo>
                  <a:close/>
                  <a:moveTo>
                    <a:pt x="10184" y="1029411"/>
                  </a:moveTo>
                  <a:lnTo>
                    <a:pt x="44381" y="1028698"/>
                  </a:lnTo>
                  <a:lnTo>
                    <a:pt x="0" y="992943"/>
                  </a:lnTo>
                  <a:close/>
                  <a:moveTo>
                    <a:pt x="273013" y="1315843"/>
                  </a:moveTo>
                  <a:lnTo>
                    <a:pt x="283174" y="1327982"/>
                  </a:lnTo>
                  <a:lnTo>
                    <a:pt x="303306" y="1335289"/>
                  </a:lnTo>
                  <a:close/>
                  <a:moveTo>
                    <a:pt x="272371" y="1264928"/>
                  </a:moveTo>
                  <a:lnTo>
                    <a:pt x="308778" y="1262418"/>
                  </a:lnTo>
                  <a:lnTo>
                    <a:pt x="280575" y="1240600"/>
                  </a:lnTo>
                  <a:close/>
                  <a:moveTo>
                    <a:pt x="272371" y="1264928"/>
                  </a:moveTo>
                  <a:lnTo>
                    <a:pt x="280575" y="1240600"/>
                  </a:lnTo>
                  <a:lnTo>
                    <a:pt x="256576" y="1233022"/>
                  </a:lnTo>
                  <a:close/>
                  <a:moveTo>
                    <a:pt x="308778" y="1262418"/>
                  </a:moveTo>
                  <a:lnTo>
                    <a:pt x="338096" y="1265672"/>
                  </a:lnTo>
                  <a:lnTo>
                    <a:pt x="280575" y="1240600"/>
                  </a:lnTo>
                  <a:close/>
                  <a:moveTo>
                    <a:pt x="237468" y="1205578"/>
                  </a:moveTo>
                  <a:lnTo>
                    <a:pt x="236657" y="1210675"/>
                  </a:lnTo>
                  <a:lnTo>
                    <a:pt x="256576" y="1233022"/>
                  </a:lnTo>
                  <a:close/>
                  <a:moveTo>
                    <a:pt x="256576" y="1233022"/>
                  </a:moveTo>
                  <a:lnTo>
                    <a:pt x="280575" y="1240600"/>
                  </a:lnTo>
                  <a:lnTo>
                    <a:pt x="237468" y="1205578"/>
                  </a:lnTo>
                  <a:close/>
                  <a:moveTo>
                    <a:pt x="234692" y="1203330"/>
                  </a:moveTo>
                  <a:lnTo>
                    <a:pt x="237468" y="1205578"/>
                  </a:lnTo>
                  <a:lnTo>
                    <a:pt x="240728" y="1201160"/>
                  </a:lnTo>
                  <a:close/>
                  <a:moveTo>
                    <a:pt x="240728" y="1201160"/>
                  </a:moveTo>
                  <a:lnTo>
                    <a:pt x="248050" y="1188394"/>
                  </a:lnTo>
                  <a:lnTo>
                    <a:pt x="234692" y="1203330"/>
                  </a:lnTo>
                  <a:close/>
                  <a:moveTo>
                    <a:pt x="234692" y="1203330"/>
                  </a:moveTo>
                  <a:lnTo>
                    <a:pt x="248050" y="1188394"/>
                  </a:lnTo>
                  <a:lnTo>
                    <a:pt x="218073" y="1169560"/>
                  </a:lnTo>
                  <a:close/>
                  <a:moveTo>
                    <a:pt x="88058" y="1028816"/>
                  </a:moveTo>
                  <a:lnTo>
                    <a:pt x="132625" y="1055881"/>
                  </a:lnTo>
                  <a:lnTo>
                    <a:pt x="142223" y="1010547"/>
                  </a:lnTo>
                  <a:close/>
                  <a:moveTo>
                    <a:pt x="132625" y="1055881"/>
                  </a:moveTo>
                  <a:lnTo>
                    <a:pt x="138165" y="1091582"/>
                  </a:lnTo>
                  <a:lnTo>
                    <a:pt x="174802" y="1048680"/>
                  </a:lnTo>
                  <a:close/>
                  <a:moveTo>
                    <a:pt x="163325" y="1004619"/>
                  </a:moveTo>
                  <a:lnTo>
                    <a:pt x="142223" y="1010547"/>
                  </a:lnTo>
                  <a:lnTo>
                    <a:pt x="172869" y="1005505"/>
                  </a:lnTo>
                  <a:close/>
                  <a:moveTo>
                    <a:pt x="54948" y="985048"/>
                  </a:moveTo>
                  <a:lnTo>
                    <a:pt x="79745" y="1021803"/>
                  </a:lnTo>
                  <a:lnTo>
                    <a:pt x="52977" y="976963"/>
                  </a:lnTo>
                  <a:close/>
                  <a:moveTo>
                    <a:pt x="223669" y="1143193"/>
                  </a:moveTo>
                  <a:lnTo>
                    <a:pt x="254135" y="1145513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82912" y="1097701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41208" y="1111275"/>
                  </a:lnTo>
                  <a:lnTo>
                    <a:pt x="254135" y="1145513"/>
                  </a:lnTo>
                  <a:close/>
                  <a:moveTo>
                    <a:pt x="241208" y="1111275"/>
                  </a:moveTo>
                  <a:lnTo>
                    <a:pt x="254514" y="1085024"/>
                  </a:lnTo>
                  <a:lnTo>
                    <a:pt x="214780" y="1078129"/>
                  </a:lnTo>
                  <a:close/>
                  <a:moveTo>
                    <a:pt x="220753" y="1100816"/>
                  </a:moveTo>
                  <a:lnTo>
                    <a:pt x="241208" y="1111275"/>
                  </a:lnTo>
                  <a:lnTo>
                    <a:pt x="214780" y="1078129"/>
                  </a:lnTo>
                  <a:close/>
                  <a:moveTo>
                    <a:pt x="241208" y="1111275"/>
                  </a:moveTo>
                  <a:lnTo>
                    <a:pt x="282912" y="1097701"/>
                  </a:lnTo>
                  <a:lnTo>
                    <a:pt x="254514" y="1085024"/>
                  </a:lnTo>
                  <a:close/>
                  <a:moveTo>
                    <a:pt x="143075" y="1002637"/>
                  </a:moveTo>
                  <a:lnTo>
                    <a:pt x="142223" y="1010547"/>
                  </a:lnTo>
                  <a:lnTo>
                    <a:pt x="163325" y="1004619"/>
                  </a:lnTo>
                  <a:close/>
                  <a:moveTo>
                    <a:pt x="163325" y="1004619"/>
                  </a:moveTo>
                  <a:lnTo>
                    <a:pt x="152587" y="953088"/>
                  </a:lnTo>
                  <a:lnTo>
                    <a:pt x="143075" y="1002637"/>
                  </a:lnTo>
                  <a:close/>
                  <a:moveTo>
                    <a:pt x="56125" y="894354"/>
                  </a:moveTo>
                  <a:lnTo>
                    <a:pt x="98708" y="877378"/>
                  </a:lnTo>
                  <a:lnTo>
                    <a:pt x="59259" y="857599"/>
                  </a:lnTo>
                  <a:close/>
                  <a:moveTo>
                    <a:pt x="254514" y="1085024"/>
                  </a:moveTo>
                  <a:lnTo>
                    <a:pt x="282912" y="1097701"/>
                  </a:lnTo>
                  <a:lnTo>
                    <a:pt x="285019" y="1043763"/>
                  </a:lnTo>
                  <a:close/>
                  <a:moveTo>
                    <a:pt x="285019" y="1043763"/>
                  </a:moveTo>
                  <a:lnTo>
                    <a:pt x="282912" y="1097701"/>
                  </a:lnTo>
                  <a:lnTo>
                    <a:pt x="305792" y="1055957"/>
                  </a:lnTo>
                  <a:close/>
                  <a:moveTo>
                    <a:pt x="305792" y="1055957"/>
                  </a:moveTo>
                  <a:lnTo>
                    <a:pt x="282912" y="1097701"/>
                  </a:lnTo>
                  <a:lnTo>
                    <a:pt x="295882" y="1093915"/>
                  </a:lnTo>
                  <a:close/>
                  <a:moveTo>
                    <a:pt x="341737" y="1117272"/>
                  </a:moveTo>
                  <a:lnTo>
                    <a:pt x="338676" y="1086212"/>
                  </a:lnTo>
                  <a:lnTo>
                    <a:pt x="345533" y="1125385"/>
                  </a:lnTo>
                  <a:close/>
                  <a:moveTo>
                    <a:pt x="331998" y="1080518"/>
                  </a:moveTo>
                  <a:lnTo>
                    <a:pt x="338676" y="1086212"/>
                  </a:lnTo>
                  <a:lnTo>
                    <a:pt x="341737" y="1117272"/>
                  </a:lnTo>
                  <a:close/>
                  <a:moveTo>
                    <a:pt x="305792" y="1055957"/>
                  </a:moveTo>
                  <a:lnTo>
                    <a:pt x="338676" y="1086212"/>
                  </a:lnTo>
                  <a:lnTo>
                    <a:pt x="331998" y="1080518"/>
                  </a:lnTo>
                  <a:close/>
                  <a:moveTo>
                    <a:pt x="205753" y="896743"/>
                  </a:moveTo>
                  <a:lnTo>
                    <a:pt x="194467" y="888884"/>
                  </a:lnTo>
                  <a:lnTo>
                    <a:pt x="172097" y="901457"/>
                  </a:lnTo>
                  <a:close/>
                  <a:moveTo>
                    <a:pt x="42262" y="761938"/>
                  </a:moveTo>
                  <a:lnTo>
                    <a:pt x="59394" y="757599"/>
                  </a:lnTo>
                  <a:lnTo>
                    <a:pt x="47015" y="749722"/>
                  </a:lnTo>
                  <a:close/>
                  <a:moveTo>
                    <a:pt x="59394" y="757599"/>
                  </a:moveTo>
                  <a:lnTo>
                    <a:pt x="42262" y="761938"/>
                  </a:lnTo>
                  <a:lnTo>
                    <a:pt x="69390" y="749722"/>
                  </a:lnTo>
                  <a:close/>
                  <a:moveTo>
                    <a:pt x="392074" y="1154028"/>
                  </a:moveTo>
                  <a:lnTo>
                    <a:pt x="393518" y="1158209"/>
                  </a:lnTo>
                  <a:lnTo>
                    <a:pt x="400815" y="1162081"/>
                  </a:lnTo>
                  <a:close/>
                  <a:moveTo>
                    <a:pt x="345533" y="1125385"/>
                  </a:moveTo>
                  <a:lnTo>
                    <a:pt x="392074" y="1154028"/>
                  </a:lnTo>
                  <a:lnTo>
                    <a:pt x="359796" y="1133293"/>
                  </a:lnTo>
                  <a:close/>
                  <a:moveTo>
                    <a:pt x="393518" y="1158209"/>
                  </a:moveTo>
                  <a:lnTo>
                    <a:pt x="392074" y="1154028"/>
                  </a:lnTo>
                  <a:lnTo>
                    <a:pt x="345533" y="1125385"/>
                  </a:lnTo>
                  <a:close/>
                  <a:moveTo>
                    <a:pt x="341737" y="1117272"/>
                  </a:moveTo>
                  <a:lnTo>
                    <a:pt x="345533" y="1125385"/>
                  </a:lnTo>
                  <a:lnTo>
                    <a:pt x="359796" y="1133293"/>
                  </a:lnTo>
                  <a:close/>
                  <a:moveTo>
                    <a:pt x="235462" y="917582"/>
                  </a:moveTo>
                  <a:lnTo>
                    <a:pt x="244825" y="884599"/>
                  </a:lnTo>
                  <a:lnTo>
                    <a:pt x="205753" y="896743"/>
                  </a:lnTo>
                  <a:close/>
                  <a:moveTo>
                    <a:pt x="194467" y="888884"/>
                  </a:moveTo>
                  <a:lnTo>
                    <a:pt x="241602" y="844332"/>
                  </a:lnTo>
                  <a:lnTo>
                    <a:pt x="212286" y="859298"/>
                  </a:lnTo>
                  <a:close/>
                  <a:moveTo>
                    <a:pt x="244825" y="884599"/>
                  </a:moveTo>
                  <a:lnTo>
                    <a:pt x="235462" y="917582"/>
                  </a:lnTo>
                  <a:lnTo>
                    <a:pt x="276944" y="885576"/>
                  </a:lnTo>
                  <a:close/>
                  <a:moveTo>
                    <a:pt x="276944" y="885576"/>
                  </a:moveTo>
                  <a:lnTo>
                    <a:pt x="277803" y="855104"/>
                  </a:lnTo>
                  <a:lnTo>
                    <a:pt x="241602" y="844332"/>
                  </a:lnTo>
                  <a:close/>
                  <a:moveTo>
                    <a:pt x="476115" y="1082906"/>
                  </a:moveTo>
                  <a:lnTo>
                    <a:pt x="482175" y="1120912"/>
                  </a:lnTo>
                  <a:lnTo>
                    <a:pt x="467621" y="1100089"/>
                  </a:lnTo>
                  <a:close/>
                  <a:moveTo>
                    <a:pt x="467830" y="1124883"/>
                  </a:moveTo>
                  <a:lnTo>
                    <a:pt x="482175" y="1120912"/>
                  </a:lnTo>
                  <a:lnTo>
                    <a:pt x="476115" y="1082906"/>
                  </a:lnTo>
                  <a:close/>
                  <a:moveTo>
                    <a:pt x="495059" y="1129834"/>
                  </a:moveTo>
                  <a:lnTo>
                    <a:pt x="482175" y="1120912"/>
                  </a:lnTo>
                  <a:lnTo>
                    <a:pt x="467830" y="1124883"/>
                  </a:lnTo>
                  <a:close/>
                  <a:moveTo>
                    <a:pt x="495059" y="1129834"/>
                  </a:moveTo>
                  <a:lnTo>
                    <a:pt x="512435" y="1136844"/>
                  </a:lnTo>
                  <a:lnTo>
                    <a:pt x="482175" y="1120912"/>
                  </a:lnTo>
                  <a:close/>
                  <a:moveTo>
                    <a:pt x="435695" y="1071707"/>
                  </a:moveTo>
                  <a:lnTo>
                    <a:pt x="422156" y="1063334"/>
                  </a:lnTo>
                  <a:lnTo>
                    <a:pt x="463142" y="1078119"/>
                  </a:lnTo>
                  <a:close/>
                  <a:moveTo>
                    <a:pt x="426221" y="972641"/>
                  </a:moveTo>
                  <a:lnTo>
                    <a:pt x="417746" y="1004597"/>
                  </a:lnTo>
                  <a:lnTo>
                    <a:pt x="436934" y="980132"/>
                  </a:lnTo>
                  <a:close/>
                  <a:moveTo>
                    <a:pt x="396125" y="952131"/>
                  </a:moveTo>
                  <a:lnTo>
                    <a:pt x="374448" y="949977"/>
                  </a:lnTo>
                  <a:lnTo>
                    <a:pt x="426221" y="972641"/>
                  </a:lnTo>
                  <a:close/>
                  <a:moveTo>
                    <a:pt x="349304" y="899131"/>
                  </a:moveTo>
                  <a:lnTo>
                    <a:pt x="369010" y="946959"/>
                  </a:lnTo>
                  <a:lnTo>
                    <a:pt x="357639" y="936554"/>
                  </a:lnTo>
                  <a:close/>
                  <a:moveTo>
                    <a:pt x="357639" y="936554"/>
                  </a:moveTo>
                  <a:lnTo>
                    <a:pt x="369010" y="946959"/>
                  </a:lnTo>
                  <a:lnTo>
                    <a:pt x="374448" y="949977"/>
                  </a:lnTo>
                  <a:close/>
                  <a:moveTo>
                    <a:pt x="241642" y="842440"/>
                  </a:moveTo>
                  <a:lnTo>
                    <a:pt x="212286" y="859298"/>
                  </a:lnTo>
                  <a:lnTo>
                    <a:pt x="241602" y="844332"/>
                  </a:lnTo>
                  <a:close/>
                  <a:moveTo>
                    <a:pt x="241642" y="842440"/>
                  </a:moveTo>
                  <a:lnTo>
                    <a:pt x="223034" y="830479"/>
                  </a:lnTo>
                  <a:lnTo>
                    <a:pt x="212286" y="859298"/>
                  </a:lnTo>
                  <a:close/>
                  <a:moveTo>
                    <a:pt x="223034" y="830479"/>
                  </a:moveTo>
                  <a:lnTo>
                    <a:pt x="238714" y="833533"/>
                  </a:lnTo>
                  <a:lnTo>
                    <a:pt x="236509" y="788866"/>
                  </a:lnTo>
                  <a:close/>
                  <a:moveTo>
                    <a:pt x="241642" y="842440"/>
                  </a:moveTo>
                  <a:lnTo>
                    <a:pt x="238714" y="833533"/>
                  </a:lnTo>
                  <a:lnTo>
                    <a:pt x="223034" y="830479"/>
                  </a:lnTo>
                  <a:close/>
                  <a:moveTo>
                    <a:pt x="208725" y="769294"/>
                  </a:moveTo>
                  <a:lnTo>
                    <a:pt x="204861" y="755759"/>
                  </a:lnTo>
                  <a:lnTo>
                    <a:pt x="236509" y="788866"/>
                  </a:lnTo>
                  <a:close/>
                  <a:moveTo>
                    <a:pt x="396125" y="952131"/>
                  </a:moveTo>
                  <a:lnTo>
                    <a:pt x="357639" y="936554"/>
                  </a:lnTo>
                  <a:lnTo>
                    <a:pt x="374448" y="949977"/>
                  </a:lnTo>
                  <a:close/>
                  <a:moveTo>
                    <a:pt x="535446" y="1065722"/>
                  </a:moveTo>
                  <a:lnTo>
                    <a:pt x="534032" y="1094011"/>
                  </a:lnTo>
                  <a:lnTo>
                    <a:pt x="558857" y="1090620"/>
                  </a:lnTo>
                  <a:close/>
                  <a:moveTo>
                    <a:pt x="535446" y="1065722"/>
                  </a:moveTo>
                  <a:lnTo>
                    <a:pt x="518481" y="1082906"/>
                  </a:lnTo>
                  <a:lnTo>
                    <a:pt x="534032" y="1094011"/>
                  </a:lnTo>
                  <a:close/>
                  <a:moveTo>
                    <a:pt x="426221" y="972641"/>
                  </a:moveTo>
                  <a:lnTo>
                    <a:pt x="436934" y="980132"/>
                  </a:lnTo>
                  <a:lnTo>
                    <a:pt x="441172" y="967566"/>
                  </a:lnTo>
                  <a:close/>
                  <a:moveTo>
                    <a:pt x="396125" y="952131"/>
                  </a:moveTo>
                  <a:lnTo>
                    <a:pt x="426221" y="972641"/>
                  </a:lnTo>
                  <a:lnTo>
                    <a:pt x="414145" y="923294"/>
                  </a:lnTo>
                  <a:close/>
                  <a:moveTo>
                    <a:pt x="414145" y="923294"/>
                  </a:moveTo>
                  <a:lnTo>
                    <a:pt x="426221" y="972641"/>
                  </a:lnTo>
                  <a:lnTo>
                    <a:pt x="442023" y="922128"/>
                  </a:lnTo>
                  <a:close/>
                  <a:moveTo>
                    <a:pt x="442023" y="922128"/>
                  </a:moveTo>
                  <a:lnTo>
                    <a:pt x="426221" y="972641"/>
                  </a:lnTo>
                  <a:lnTo>
                    <a:pt x="441172" y="967566"/>
                  </a:lnTo>
                  <a:close/>
                  <a:moveTo>
                    <a:pt x="442023" y="922128"/>
                  </a:moveTo>
                  <a:lnTo>
                    <a:pt x="425874" y="918702"/>
                  </a:lnTo>
                  <a:lnTo>
                    <a:pt x="414145" y="923294"/>
                  </a:lnTo>
                  <a:close/>
                  <a:moveTo>
                    <a:pt x="489056" y="955458"/>
                  </a:moveTo>
                  <a:lnTo>
                    <a:pt x="488948" y="955814"/>
                  </a:lnTo>
                  <a:lnTo>
                    <a:pt x="490937" y="992212"/>
                  </a:lnTo>
                  <a:close/>
                  <a:moveTo>
                    <a:pt x="450574" y="972641"/>
                  </a:moveTo>
                  <a:lnTo>
                    <a:pt x="441172" y="967566"/>
                  </a:lnTo>
                  <a:lnTo>
                    <a:pt x="436934" y="980132"/>
                  </a:lnTo>
                  <a:close/>
                  <a:moveTo>
                    <a:pt x="441172" y="967566"/>
                  </a:moveTo>
                  <a:lnTo>
                    <a:pt x="451099" y="935886"/>
                  </a:lnTo>
                  <a:lnTo>
                    <a:pt x="442023" y="922128"/>
                  </a:lnTo>
                  <a:close/>
                  <a:moveTo>
                    <a:pt x="396125" y="952131"/>
                  </a:moveTo>
                  <a:lnTo>
                    <a:pt x="414145" y="923294"/>
                  </a:lnTo>
                  <a:lnTo>
                    <a:pt x="358999" y="937898"/>
                  </a:lnTo>
                  <a:close/>
                  <a:moveTo>
                    <a:pt x="393386" y="918702"/>
                  </a:moveTo>
                  <a:lnTo>
                    <a:pt x="349066" y="898777"/>
                  </a:lnTo>
                  <a:lnTo>
                    <a:pt x="349304" y="899131"/>
                  </a:lnTo>
                  <a:close/>
                  <a:moveTo>
                    <a:pt x="349304" y="899131"/>
                  </a:moveTo>
                  <a:lnTo>
                    <a:pt x="354404" y="920718"/>
                  </a:lnTo>
                  <a:lnTo>
                    <a:pt x="393386" y="918702"/>
                  </a:lnTo>
                  <a:close/>
                  <a:moveTo>
                    <a:pt x="442023" y="922128"/>
                  </a:moveTo>
                  <a:lnTo>
                    <a:pt x="424557" y="891580"/>
                  </a:lnTo>
                  <a:lnTo>
                    <a:pt x="425874" y="918702"/>
                  </a:lnTo>
                  <a:close/>
                  <a:moveTo>
                    <a:pt x="463899" y="918702"/>
                  </a:moveTo>
                  <a:lnTo>
                    <a:pt x="489056" y="955458"/>
                  </a:lnTo>
                  <a:lnTo>
                    <a:pt x="489908" y="938274"/>
                  </a:lnTo>
                  <a:close/>
                  <a:moveTo>
                    <a:pt x="565415" y="965483"/>
                  </a:moveTo>
                  <a:lnTo>
                    <a:pt x="587476" y="976838"/>
                  </a:lnTo>
                  <a:lnTo>
                    <a:pt x="585512" y="975029"/>
                  </a:lnTo>
                  <a:close/>
                  <a:moveTo>
                    <a:pt x="579270" y="936560"/>
                  </a:moveTo>
                  <a:lnTo>
                    <a:pt x="585512" y="975029"/>
                  </a:lnTo>
                  <a:lnTo>
                    <a:pt x="584587" y="966035"/>
                  </a:lnTo>
                  <a:close/>
                  <a:moveTo>
                    <a:pt x="565415" y="965483"/>
                  </a:moveTo>
                  <a:lnTo>
                    <a:pt x="585512" y="975029"/>
                  </a:lnTo>
                  <a:lnTo>
                    <a:pt x="579270" y="936560"/>
                  </a:lnTo>
                  <a:close/>
                  <a:moveTo>
                    <a:pt x="588595" y="884813"/>
                  </a:moveTo>
                  <a:lnTo>
                    <a:pt x="587024" y="884336"/>
                  </a:lnTo>
                  <a:lnTo>
                    <a:pt x="579270" y="936560"/>
                  </a:lnTo>
                  <a:close/>
                  <a:moveTo>
                    <a:pt x="627760" y="924227"/>
                  </a:moveTo>
                  <a:lnTo>
                    <a:pt x="579270" y="936560"/>
                  </a:lnTo>
                  <a:lnTo>
                    <a:pt x="584587" y="966035"/>
                  </a:lnTo>
                  <a:close/>
                  <a:moveTo>
                    <a:pt x="579270" y="936560"/>
                  </a:moveTo>
                  <a:lnTo>
                    <a:pt x="627760" y="924227"/>
                  </a:lnTo>
                  <a:lnTo>
                    <a:pt x="588595" y="884813"/>
                  </a:lnTo>
                  <a:close/>
                  <a:moveTo>
                    <a:pt x="627760" y="924227"/>
                  </a:moveTo>
                  <a:lnTo>
                    <a:pt x="624796" y="895587"/>
                  </a:lnTo>
                  <a:lnTo>
                    <a:pt x="588595" y="884813"/>
                  </a:lnTo>
                  <a:close/>
                  <a:moveTo>
                    <a:pt x="546031" y="891748"/>
                  </a:moveTo>
                  <a:lnTo>
                    <a:pt x="587024" y="884336"/>
                  </a:lnTo>
                  <a:lnTo>
                    <a:pt x="546723" y="852837"/>
                  </a:lnTo>
                  <a:close/>
                  <a:moveTo>
                    <a:pt x="542132" y="884336"/>
                  </a:moveTo>
                  <a:lnTo>
                    <a:pt x="546031" y="891748"/>
                  </a:lnTo>
                  <a:lnTo>
                    <a:pt x="546723" y="852837"/>
                  </a:lnTo>
                  <a:close/>
                  <a:moveTo>
                    <a:pt x="444443" y="815789"/>
                  </a:moveTo>
                  <a:lnTo>
                    <a:pt x="450715" y="828009"/>
                  </a:lnTo>
                  <a:lnTo>
                    <a:pt x="452986" y="823721"/>
                  </a:lnTo>
                  <a:close/>
                  <a:moveTo>
                    <a:pt x="459297" y="810826"/>
                  </a:moveTo>
                  <a:lnTo>
                    <a:pt x="444443" y="815789"/>
                  </a:lnTo>
                  <a:lnTo>
                    <a:pt x="452986" y="823721"/>
                  </a:lnTo>
                  <a:close/>
                  <a:moveTo>
                    <a:pt x="428287" y="791254"/>
                  </a:moveTo>
                  <a:lnTo>
                    <a:pt x="444443" y="815789"/>
                  </a:lnTo>
                  <a:lnTo>
                    <a:pt x="459297" y="810826"/>
                  </a:lnTo>
                  <a:close/>
                  <a:moveTo>
                    <a:pt x="424071" y="754499"/>
                  </a:moveTo>
                  <a:lnTo>
                    <a:pt x="428287" y="791254"/>
                  </a:lnTo>
                  <a:lnTo>
                    <a:pt x="443613" y="774071"/>
                  </a:lnTo>
                  <a:close/>
                  <a:moveTo>
                    <a:pt x="587024" y="884336"/>
                  </a:moveTo>
                  <a:lnTo>
                    <a:pt x="588595" y="884813"/>
                  </a:lnTo>
                  <a:lnTo>
                    <a:pt x="589164" y="883769"/>
                  </a:lnTo>
                  <a:close/>
                  <a:moveTo>
                    <a:pt x="546723" y="852837"/>
                  </a:moveTo>
                  <a:lnTo>
                    <a:pt x="587024" y="884336"/>
                  </a:lnTo>
                  <a:lnTo>
                    <a:pt x="596088" y="830397"/>
                  </a:lnTo>
                  <a:close/>
                  <a:moveTo>
                    <a:pt x="596088" y="830397"/>
                  </a:moveTo>
                  <a:lnTo>
                    <a:pt x="587024" y="884336"/>
                  </a:lnTo>
                  <a:lnTo>
                    <a:pt x="601843" y="838135"/>
                  </a:lnTo>
                  <a:close/>
                  <a:moveTo>
                    <a:pt x="601843" y="838135"/>
                  </a:moveTo>
                  <a:lnTo>
                    <a:pt x="587024" y="884336"/>
                  </a:lnTo>
                  <a:lnTo>
                    <a:pt x="589164" y="883769"/>
                  </a:lnTo>
                  <a:close/>
                  <a:moveTo>
                    <a:pt x="383716" y="539718"/>
                  </a:moveTo>
                  <a:lnTo>
                    <a:pt x="408942" y="573113"/>
                  </a:lnTo>
                  <a:lnTo>
                    <a:pt x="392023" y="551960"/>
                  </a:lnTo>
                  <a:close/>
                  <a:moveTo>
                    <a:pt x="841227" y="1082770"/>
                  </a:moveTo>
                  <a:lnTo>
                    <a:pt x="894962" y="1090393"/>
                  </a:lnTo>
                  <a:lnTo>
                    <a:pt x="878568" y="1070499"/>
                  </a:lnTo>
                  <a:close/>
                  <a:moveTo>
                    <a:pt x="773387" y="1039000"/>
                  </a:moveTo>
                  <a:lnTo>
                    <a:pt x="800715" y="1043870"/>
                  </a:lnTo>
                  <a:lnTo>
                    <a:pt x="788491" y="1037678"/>
                  </a:lnTo>
                  <a:close/>
                  <a:moveTo>
                    <a:pt x="691240" y="923225"/>
                  </a:moveTo>
                  <a:lnTo>
                    <a:pt x="702544" y="940662"/>
                  </a:lnTo>
                  <a:lnTo>
                    <a:pt x="709983" y="897094"/>
                  </a:lnTo>
                  <a:close/>
                  <a:moveTo>
                    <a:pt x="709983" y="897094"/>
                  </a:moveTo>
                  <a:lnTo>
                    <a:pt x="702544" y="940662"/>
                  </a:lnTo>
                  <a:lnTo>
                    <a:pt x="737610" y="889097"/>
                  </a:lnTo>
                  <a:close/>
                  <a:moveTo>
                    <a:pt x="737610" y="889097"/>
                  </a:moveTo>
                  <a:lnTo>
                    <a:pt x="702544" y="940662"/>
                  </a:lnTo>
                  <a:lnTo>
                    <a:pt x="743831" y="928787"/>
                  </a:lnTo>
                  <a:close/>
                  <a:moveTo>
                    <a:pt x="735626" y="964599"/>
                  </a:moveTo>
                  <a:lnTo>
                    <a:pt x="768261" y="936014"/>
                  </a:lnTo>
                  <a:lnTo>
                    <a:pt x="743831" y="928787"/>
                  </a:lnTo>
                  <a:close/>
                  <a:moveTo>
                    <a:pt x="743831" y="928787"/>
                  </a:moveTo>
                  <a:lnTo>
                    <a:pt x="768261" y="936014"/>
                  </a:lnTo>
                  <a:lnTo>
                    <a:pt x="737610" y="889097"/>
                  </a:lnTo>
                  <a:close/>
                  <a:moveTo>
                    <a:pt x="691813" y="886724"/>
                  </a:moveTo>
                  <a:lnTo>
                    <a:pt x="691240" y="923225"/>
                  </a:lnTo>
                  <a:lnTo>
                    <a:pt x="709983" y="897094"/>
                  </a:lnTo>
                  <a:close/>
                  <a:moveTo>
                    <a:pt x="691813" y="886724"/>
                  </a:moveTo>
                  <a:lnTo>
                    <a:pt x="678684" y="903907"/>
                  </a:lnTo>
                  <a:lnTo>
                    <a:pt x="691240" y="923225"/>
                  </a:lnTo>
                  <a:close/>
                  <a:moveTo>
                    <a:pt x="691813" y="886724"/>
                  </a:moveTo>
                  <a:lnTo>
                    <a:pt x="682920" y="892118"/>
                  </a:lnTo>
                  <a:lnTo>
                    <a:pt x="678684" y="903907"/>
                  </a:lnTo>
                  <a:close/>
                  <a:moveTo>
                    <a:pt x="667142" y="776459"/>
                  </a:moveTo>
                  <a:lnTo>
                    <a:pt x="639431" y="757887"/>
                  </a:lnTo>
                  <a:lnTo>
                    <a:pt x="662181" y="789090"/>
                  </a:lnTo>
                  <a:close/>
                  <a:moveTo>
                    <a:pt x="349924" y="422928"/>
                  </a:moveTo>
                  <a:lnTo>
                    <a:pt x="340888" y="413207"/>
                  </a:lnTo>
                  <a:lnTo>
                    <a:pt x="369182" y="445664"/>
                  </a:lnTo>
                  <a:close/>
                  <a:moveTo>
                    <a:pt x="369182" y="445664"/>
                  </a:moveTo>
                  <a:lnTo>
                    <a:pt x="340888" y="413207"/>
                  </a:lnTo>
                  <a:lnTo>
                    <a:pt x="345733" y="426092"/>
                  </a:lnTo>
                  <a:close/>
                  <a:moveTo>
                    <a:pt x="33419" y="132053"/>
                  </a:moveTo>
                  <a:lnTo>
                    <a:pt x="65953" y="160965"/>
                  </a:lnTo>
                  <a:lnTo>
                    <a:pt x="53393" y="126429"/>
                  </a:lnTo>
                  <a:close/>
                  <a:moveTo>
                    <a:pt x="12584" y="95298"/>
                  </a:moveTo>
                  <a:lnTo>
                    <a:pt x="53393" y="126429"/>
                  </a:lnTo>
                  <a:lnTo>
                    <a:pt x="42833" y="90268"/>
                  </a:lnTo>
                  <a:close/>
                  <a:moveTo>
                    <a:pt x="42833" y="90268"/>
                  </a:moveTo>
                  <a:lnTo>
                    <a:pt x="58422" y="132053"/>
                  </a:lnTo>
                  <a:lnTo>
                    <a:pt x="55412" y="95298"/>
                  </a:lnTo>
                  <a:close/>
                  <a:moveTo>
                    <a:pt x="878568" y="1070499"/>
                  </a:moveTo>
                  <a:lnTo>
                    <a:pt x="894962" y="1090393"/>
                  </a:lnTo>
                  <a:lnTo>
                    <a:pt x="903542" y="1059197"/>
                  </a:lnTo>
                  <a:close/>
                  <a:moveTo>
                    <a:pt x="928002" y="1016561"/>
                  </a:moveTo>
                  <a:lnTo>
                    <a:pt x="907341" y="1040469"/>
                  </a:lnTo>
                  <a:lnTo>
                    <a:pt x="932799" y="1017753"/>
                  </a:lnTo>
                  <a:close/>
                  <a:moveTo>
                    <a:pt x="932799" y="1017753"/>
                  </a:moveTo>
                  <a:lnTo>
                    <a:pt x="907341" y="1040469"/>
                  </a:lnTo>
                  <a:lnTo>
                    <a:pt x="903542" y="1059197"/>
                  </a:lnTo>
                  <a:close/>
                  <a:moveTo>
                    <a:pt x="932799" y="1017753"/>
                  </a:moveTo>
                  <a:lnTo>
                    <a:pt x="921096" y="982521"/>
                  </a:lnTo>
                  <a:lnTo>
                    <a:pt x="928002" y="1016561"/>
                  </a:lnTo>
                  <a:close/>
                  <a:moveTo>
                    <a:pt x="921096" y="982521"/>
                  </a:moveTo>
                  <a:lnTo>
                    <a:pt x="915457" y="979806"/>
                  </a:lnTo>
                  <a:lnTo>
                    <a:pt x="928002" y="1016561"/>
                  </a:lnTo>
                  <a:close/>
                  <a:moveTo>
                    <a:pt x="846073" y="1032181"/>
                  </a:moveTo>
                  <a:lnTo>
                    <a:pt x="805283" y="995410"/>
                  </a:lnTo>
                  <a:lnTo>
                    <a:pt x="806096" y="996989"/>
                  </a:lnTo>
                  <a:close/>
                  <a:moveTo>
                    <a:pt x="921096" y="982521"/>
                  </a:moveTo>
                  <a:lnTo>
                    <a:pt x="884450" y="954882"/>
                  </a:lnTo>
                  <a:lnTo>
                    <a:pt x="915457" y="979806"/>
                  </a:lnTo>
                  <a:close/>
                  <a:moveTo>
                    <a:pt x="701314" y="846770"/>
                  </a:moveTo>
                  <a:lnTo>
                    <a:pt x="745812" y="810266"/>
                  </a:lnTo>
                  <a:lnTo>
                    <a:pt x="696399" y="813214"/>
                  </a:lnTo>
                  <a:close/>
                  <a:moveTo>
                    <a:pt x="696399" y="813214"/>
                  </a:moveTo>
                  <a:lnTo>
                    <a:pt x="745812" y="810266"/>
                  </a:lnTo>
                  <a:lnTo>
                    <a:pt x="733552" y="796031"/>
                  </a:lnTo>
                  <a:close/>
                  <a:moveTo>
                    <a:pt x="733552" y="796031"/>
                  </a:moveTo>
                  <a:lnTo>
                    <a:pt x="703507" y="776674"/>
                  </a:lnTo>
                  <a:lnTo>
                    <a:pt x="681069" y="788988"/>
                  </a:lnTo>
                  <a:close/>
                  <a:moveTo>
                    <a:pt x="641854" y="733780"/>
                  </a:moveTo>
                  <a:lnTo>
                    <a:pt x="629021" y="776459"/>
                  </a:lnTo>
                  <a:lnTo>
                    <a:pt x="639431" y="757887"/>
                  </a:lnTo>
                  <a:close/>
                  <a:moveTo>
                    <a:pt x="641854" y="733780"/>
                  </a:moveTo>
                  <a:lnTo>
                    <a:pt x="627393" y="712880"/>
                  </a:lnTo>
                  <a:lnTo>
                    <a:pt x="618541" y="725645"/>
                  </a:lnTo>
                  <a:close/>
                  <a:moveTo>
                    <a:pt x="627393" y="712880"/>
                  </a:moveTo>
                  <a:lnTo>
                    <a:pt x="641854" y="733780"/>
                  </a:lnTo>
                  <a:lnTo>
                    <a:pt x="685937" y="710982"/>
                  </a:lnTo>
                  <a:close/>
                  <a:moveTo>
                    <a:pt x="513730" y="622437"/>
                  </a:moveTo>
                  <a:lnTo>
                    <a:pt x="502328" y="592684"/>
                  </a:lnTo>
                  <a:lnTo>
                    <a:pt x="499900" y="588933"/>
                  </a:lnTo>
                  <a:close/>
                  <a:moveTo>
                    <a:pt x="495150" y="548047"/>
                  </a:moveTo>
                  <a:lnTo>
                    <a:pt x="502328" y="592684"/>
                  </a:lnTo>
                  <a:lnTo>
                    <a:pt x="515563" y="555929"/>
                  </a:lnTo>
                  <a:close/>
                  <a:moveTo>
                    <a:pt x="495150" y="548047"/>
                  </a:moveTo>
                  <a:lnTo>
                    <a:pt x="499900" y="588933"/>
                  </a:lnTo>
                  <a:lnTo>
                    <a:pt x="502328" y="592684"/>
                  </a:lnTo>
                  <a:close/>
                  <a:moveTo>
                    <a:pt x="495150" y="548047"/>
                  </a:moveTo>
                  <a:lnTo>
                    <a:pt x="478195" y="528782"/>
                  </a:lnTo>
                  <a:lnTo>
                    <a:pt x="451388" y="511790"/>
                  </a:lnTo>
                  <a:close/>
                  <a:moveTo>
                    <a:pt x="439643" y="476592"/>
                  </a:moveTo>
                  <a:lnTo>
                    <a:pt x="415226" y="482419"/>
                  </a:lnTo>
                  <a:lnTo>
                    <a:pt x="422724" y="508005"/>
                  </a:lnTo>
                  <a:close/>
                  <a:moveTo>
                    <a:pt x="395738" y="469640"/>
                  </a:moveTo>
                  <a:lnTo>
                    <a:pt x="446258" y="437742"/>
                  </a:lnTo>
                  <a:lnTo>
                    <a:pt x="414132" y="442207"/>
                  </a:lnTo>
                  <a:close/>
                  <a:moveTo>
                    <a:pt x="349924" y="422928"/>
                  </a:moveTo>
                  <a:lnTo>
                    <a:pt x="369182" y="445664"/>
                  </a:lnTo>
                  <a:lnTo>
                    <a:pt x="369080" y="435035"/>
                  </a:lnTo>
                  <a:close/>
                  <a:moveTo>
                    <a:pt x="10464" y="0"/>
                  </a:moveTo>
                  <a:lnTo>
                    <a:pt x="29617" y="41359"/>
                  </a:lnTo>
                  <a:lnTo>
                    <a:pt x="25911" y="4604"/>
                  </a:lnTo>
                  <a:close/>
                  <a:moveTo>
                    <a:pt x="905249" y="968315"/>
                  </a:moveTo>
                  <a:lnTo>
                    <a:pt x="928002" y="1016561"/>
                  </a:lnTo>
                  <a:lnTo>
                    <a:pt x="915457" y="979806"/>
                  </a:lnTo>
                  <a:close/>
                  <a:moveTo>
                    <a:pt x="850296" y="941157"/>
                  </a:moveTo>
                  <a:lnTo>
                    <a:pt x="884450" y="954882"/>
                  </a:lnTo>
                  <a:lnTo>
                    <a:pt x="858694" y="943051"/>
                  </a:lnTo>
                  <a:close/>
                  <a:moveTo>
                    <a:pt x="905249" y="968315"/>
                  </a:moveTo>
                  <a:lnTo>
                    <a:pt x="884450" y="954882"/>
                  </a:lnTo>
                  <a:lnTo>
                    <a:pt x="850296" y="941157"/>
                  </a:lnTo>
                  <a:close/>
                  <a:moveTo>
                    <a:pt x="905249" y="968315"/>
                  </a:moveTo>
                  <a:lnTo>
                    <a:pt x="915457" y="979806"/>
                  </a:lnTo>
                  <a:lnTo>
                    <a:pt x="884450" y="954882"/>
                  </a:lnTo>
                  <a:close/>
                  <a:moveTo>
                    <a:pt x="850296" y="941157"/>
                  </a:moveTo>
                  <a:lnTo>
                    <a:pt x="858694" y="943051"/>
                  </a:lnTo>
                  <a:lnTo>
                    <a:pt x="846994" y="939419"/>
                  </a:lnTo>
                  <a:close/>
                  <a:moveTo>
                    <a:pt x="733552" y="796031"/>
                  </a:moveTo>
                  <a:lnTo>
                    <a:pt x="745812" y="810266"/>
                  </a:lnTo>
                  <a:lnTo>
                    <a:pt x="749731" y="789749"/>
                  </a:lnTo>
                  <a:close/>
                  <a:moveTo>
                    <a:pt x="733552" y="796031"/>
                  </a:moveTo>
                  <a:lnTo>
                    <a:pt x="749731" y="789749"/>
                  </a:lnTo>
                  <a:lnTo>
                    <a:pt x="703507" y="776674"/>
                  </a:lnTo>
                  <a:close/>
                  <a:moveTo>
                    <a:pt x="703507" y="776674"/>
                  </a:moveTo>
                  <a:lnTo>
                    <a:pt x="749731" y="789749"/>
                  </a:lnTo>
                  <a:lnTo>
                    <a:pt x="759720" y="766058"/>
                  </a:lnTo>
                  <a:close/>
                  <a:moveTo>
                    <a:pt x="749731" y="789749"/>
                  </a:moveTo>
                  <a:lnTo>
                    <a:pt x="745812" y="810266"/>
                  </a:lnTo>
                  <a:lnTo>
                    <a:pt x="748911" y="796031"/>
                  </a:lnTo>
                  <a:close/>
                  <a:moveTo>
                    <a:pt x="480494" y="425722"/>
                  </a:moveTo>
                  <a:lnTo>
                    <a:pt x="446258" y="437742"/>
                  </a:lnTo>
                  <a:lnTo>
                    <a:pt x="478283" y="432902"/>
                  </a:lnTo>
                  <a:close/>
                  <a:moveTo>
                    <a:pt x="690110" y="587395"/>
                  </a:moveTo>
                  <a:lnTo>
                    <a:pt x="682126" y="600527"/>
                  </a:lnTo>
                  <a:lnTo>
                    <a:pt x="703066" y="595072"/>
                  </a:lnTo>
                  <a:close/>
                  <a:moveTo>
                    <a:pt x="699180" y="568080"/>
                  </a:moveTo>
                  <a:lnTo>
                    <a:pt x="712615" y="589942"/>
                  </a:lnTo>
                  <a:lnTo>
                    <a:pt x="731617" y="56477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73" name="Input_density__64">
              <a:extLst>
                <a:ext uri="{FF2B5EF4-FFF2-40B4-BE49-F238E27FC236}">
                  <a16:creationId xmlns:a16="http://schemas.microsoft.com/office/drawing/2014/main" id="{93D1FE46-116E-33E4-EE6E-F54420753768}"/>
                </a:ext>
              </a:extLst>
            </p:cNvPr>
            <p:cNvSpPr>
              <a:spLocks noGrp="1"/>
            </p:cNvSpPr>
            <p:nvPr/>
          </p:nvSpPr>
          <p:spPr>
            <a:xfrm>
              <a:off x="1080438" y="1802040"/>
              <a:ext cx="933588" cy="1493610"/>
            </a:xfrm>
            <a:custGeom>
              <a:avLst/>
              <a:gdLst/>
              <a:ahLst/>
              <a:cxnLst/>
              <a:rect l="0" t="0" r="0" b="0"/>
              <a:pathLst>
                <a:path w="933588" h="1493610">
                  <a:moveTo>
                    <a:pt x="268334" y="1484551"/>
                  </a:moveTo>
                  <a:lnTo>
                    <a:pt x="257252" y="1471487"/>
                  </a:lnTo>
                  <a:lnTo>
                    <a:pt x="233379" y="1478436"/>
                  </a:lnTo>
                  <a:close/>
                  <a:moveTo>
                    <a:pt x="59524" y="1230519"/>
                  </a:moveTo>
                  <a:lnTo>
                    <a:pt x="24109" y="1222686"/>
                  </a:lnTo>
                  <a:lnTo>
                    <a:pt x="0" y="1210243"/>
                  </a:lnTo>
                  <a:close/>
                  <a:moveTo>
                    <a:pt x="292169" y="1473222"/>
                  </a:moveTo>
                  <a:lnTo>
                    <a:pt x="287862" y="1490406"/>
                  </a:lnTo>
                  <a:lnTo>
                    <a:pt x="296489" y="1493610"/>
                  </a:lnTo>
                  <a:close/>
                  <a:moveTo>
                    <a:pt x="89778" y="1122849"/>
                  </a:moveTo>
                  <a:lnTo>
                    <a:pt x="122109" y="1119152"/>
                  </a:lnTo>
                  <a:lnTo>
                    <a:pt x="137961" y="1088489"/>
                  </a:lnTo>
                  <a:close/>
                  <a:moveTo>
                    <a:pt x="397620" y="1372174"/>
                  </a:moveTo>
                  <a:lnTo>
                    <a:pt x="407316" y="1370196"/>
                  </a:lnTo>
                  <a:lnTo>
                    <a:pt x="397242" y="1365346"/>
                  </a:lnTo>
                  <a:close/>
                  <a:moveTo>
                    <a:pt x="410974" y="1361317"/>
                  </a:moveTo>
                  <a:lnTo>
                    <a:pt x="407316" y="1370196"/>
                  </a:lnTo>
                  <a:lnTo>
                    <a:pt x="410244" y="1365346"/>
                  </a:lnTo>
                  <a:close/>
                  <a:moveTo>
                    <a:pt x="143552" y="995814"/>
                  </a:moveTo>
                  <a:lnTo>
                    <a:pt x="119802" y="988034"/>
                  </a:lnTo>
                  <a:lnTo>
                    <a:pt x="112095" y="1013871"/>
                  </a:lnTo>
                  <a:close/>
                  <a:moveTo>
                    <a:pt x="126819" y="944347"/>
                  </a:moveTo>
                  <a:lnTo>
                    <a:pt x="150386" y="936250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0386" y="936250"/>
                  </a:lnTo>
                  <a:lnTo>
                    <a:pt x="126113" y="938157"/>
                  </a:lnTo>
                  <a:close/>
                  <a:moveTo>
                    <a:pt x="154127" y="942470"/>
                  </a:moveTo>
                  <a:lnTo>
                    <a:pt x="153064" y="946264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4805" y="943857"/>
                  </a:lnTo>
                  <a:lnTo>
                    <a:pt x="150386" y="936250"/>
                  </a:lnTo>
                  <a:close/>
                  <a:moveTo>
                    <a:pt x="534509" y="1087187"/>
                  </a:moveTo>
                  <a:lnTo>
                    <a:pt x="568302" y="1088959"/>
                  </a:lnTo>
                  <a:lnTo>
                    <a:pt x="594687" y="1091400"/>
                  </a:lnTo>
                  <a:close/>
                  <a:moveTo>
                    <a:pt x="594687" y="1091400"/>
                  </a:moveTo>
                  <a:lnTo>
                    <a:pt x="568302" y="1088959"/>
                  </a:lnTo>
                  <a:lnTo>
                    <a:pt x="626985" y="1087579"/>
                  </a:lnTo>
                  <a:close/>
                  <a:moveTo>
                    <a:pt x="614727" y="1070118"/>
                  </a:moveTo>
                  <a:lnTo>
                    <a:pt x="559334" y="1083797"/>
                  </a:lnTo>
                  <a:lnTo>
                    <a:pt x="594687" y="1091400"/>
                  </a:lnTo>
                  <a:close/>
                  <a:moveTo>
                    <a:pt x="614727" y="1070118"/>
                  </a:moveTo>
                  <a:lnTo>
                    <a:pt x="629867" y="1050319"/>
                  </a:lnTo>
                  <a:lnTo>
                    <a:pt x="615279" y="1041716"/>
                  </a:lnTo>
                  <a:close/>
                  <a:moveTo>
                    <a:pt x="626985" y="1087579"/>
                  </a:moveTo>
                  <a:lnTo>
                    <a:pt x="629867" y="1050319"/>
                  </a:lnTo>
                  <a:lnTo>
                    <a:pt x="614727" y="1070118"/>
                  </a:lnTo>
                  <a:close/>
                  <a:moveTo>
                    <a:pt x="594687" y="1091400"/>
                  </a:moveTo>
                  <a:lnTo>
                    <a:pt x="626985" y="1087579"/>
                  </a:lnTo>
                  <a:lnTo>
                    <a:pt x="614727" y="1070118"/>
                  </a:lnTo>
                  <a:close/>
                  <a:moveTo>
                    <a:pt x="409141" y="825842"/>
                  </a:moveTo>
                  <a:lnTo>
                    <a:pt x="419940" y="861810"/>
                  </a:lnTo>
                  <a:lnTo>
                    <a:pt x="424541" y="875124"/>
                  </a:lnTo>
                  <a:close/>
                  <a:moveTo>
                    <a:pt x="579747" y="929736"/>
                  </a:moveTo>
                  <a:lnTo>
                    <a:pt x="546508" y="884924"/>
                  </a:lnTo>
                  <a:lnTo>
                    <a:pt x="557772" y="920514"/>
                  </a:lnTo>
                  <a:close/>
                  <a:moveTo>
                    <a:pt x="627844" y="828229"/>
                  </a:moveTo>
                  <a:lnTo>
                    <a:pt x="589641" y="876946"/>
                  </a:lnTo>
                  <a:lnTo>
                    <a:pt x="629761" y="871417"/>
                  </a:lnTo>
                  <a:close/>
                  <a:moveTo>
                    <a:pt x="627844" y="828229"/>
                  </a:moveTo>
                  <a:lnTo>
                    <a:pt x="620207" y="789690"/>
                  </a:lnTo>
                  <a:lnTo>
                    <a:pt x="613855" y="823574"/>
                  </a:lnTo>
                  <a:close/>
                  <a:moveTo>
                    <a:pt x="620207" y="789690"/>
                  </a:moveTo>
                  <a:lnTo>
                    <a:pt x="619862" y="786819"/>
                  </a:lnTo>
                  <a:lnTo>
                    <a:pt x="613855" y="823574"/>
                  </a:lnTo>
                  <a:close/>
                  <a:moveTo>
                    <a:pt x="837140" y="1117614"/>
                  </a:moveTo>
                  <a:lnTo>
                    <a:pt x="840042" y="1097237"/>
                  </a:lnTo>
                  <a:lnTo>
                    <a:pt x="841704" y="1075947"/>
                  </a:lnTo>
                  <a:close/>
                  <a:moveTo>
                    <a:pt x="895439" y="1083570"/>
                  </a:moveTo>
                  <a:lnTo>
                    <a:pt x="840042" y="1097237"/>
                  </a:lnTo>
                  <a:lnTo>
                    <a:pt x="875501" y="1105233"/>
                  </a:lnTo>
                  <a:close/>
                  <a:moveTo>
                    <a:pt x="895439" y="1083570"/>
                  </a:moveTo>
                  <a:lnTo>
                    <a:pt x="875501" y="1105233"/>
                  </a:lnTo>
                  <a:lnTo>
                    <a:pt x="925623" y="1071848"/>
                  </a:lnTo>
                  <a:close/>
                  <a:moveTo>
                    <a:pt x="649734" y="855180"/>
                  </a:moveTo>
                  <a:lnTo>
                    <a:pt x="683397" y="885294"/>
                  </a:lnTo>
                  <a:lnTo>
                    <a:pt x="692289" y="879900"/>
                  </a:lnTo>
                  <a:close/>
                  <a:moveTo>
                    <a:pt x="646500" y="806391"/>
                  </a:moveTo>
                  <a:lnTo>
                    <a:pt x="613855" y="823574"/>
                  </a:lnTo>
                  <a:lnTo>
                    <a:pt x="619862" y="786819"/>
                  </a:lnTo>
                  <a:close/>
                  <a:moveTo>
                    <a:pt x="629498" y="769636"/>
                  </a:moveTo>
                  <a:lnTo>
                    <a:pt x="646500" y="806391"/>
                  </a:lnTo>
                  <a:lnTo>
                    <a:pt x="619862" y="786819"/>
                  </a:lnTo>
                  <a:close/>
                  <a:moveTo>
                    <a:pt x="619862" y="786819"/>
                  </a:moveTo>
                  <a:lnTo>
                    <a:pt x="621639" y="778968"/>
                  </a:lnTo>
                  <a:lnTo>
                    <a:pt x="639908" y="751063"/>
                  </a:lnTo>
                  <a:close/>
                  <a:moveTo>
                    <a:pt x="3039" y="85620"/>
                  </a:moveTo>
                  <a:lnTo>
                    <a:pt x="13060" y="88474"/>
                  </a:lnTo>
                  <a:lnTo>
                    <a:pt x="16899" y="41229"/>
                  </a:lnTo>
                  <a:close/>
                  <a:moveTo>
                    <a:pt x="37941" y="43062"/>
                  </a:moveTo>
                  <a:lnTo>
                    <a:pt x="35868" y="0"/>
                  </a:lnTo>
                  <a:lnTo>
                    <a:pt x="30094" y="34536"/>
                  </a:lnTo>
                  <a:close/>
                  <a:moveTo>
                    <a:pt x="933588" y="1055424"/>
                  </a:moveTo>
                  <a:lnTo>
                    <a:pt x="895439" y="1083570"/>
                  </a:lnTo>
                  <a:lnTo>
                    <a:pt x="925623" y="1071848"/>
                  </a:lnTo>
                  <a:close/>
                  <a:moveTo>
                    <a:pt x="933276" y="1010930"/>
                  </a:moveTo>
                  <a:lnTo>
                    <a:pt x="933588" y="1055424"/>
                  </a:lnTo>
                  <a:lnTo>
                    <a:pt x="930198" y="1063675"/>
                  </a:lnTo>
                  <a:close/>
                  <a:moveTo>
                    <a:pt x="733285" y="841431"/>
                  </a:moveTo>
                  <a:lnTo>
                    <a:pt x="726113" y="879900"/>
                  </a:lnTo>
                  <a:lnTo>
                    <a:pt x="733276" y="851000"/>
                  </a:lnTo>
                  <a:close/>
                  <a:moveTo>
                    <a:pt x="717202" y="872164"/>
                  </a:moveTo>
                  <a:lnTo>
                    <a:pt x="726113" y="879900"/>
                  </a:lnTo>
                  <a:lnTo>
                    <a:pt x="733285" y="841431"/>
                  </a:lnTo>
                  <a:close/>
                  <a:moveTo>
                    <a:pt x="749388" y="789207"/>
                  </a:moveTo>
                  <a:lnTo>
                    <a:pt x="746289" y="803443"/>
                  </a:lnTo>
                  <a:lnTo>
                    <a:pt x="732467" y="843146"/>
                  </a:lnTo>
                  <a:close/>
                  <a:moveTo>
                    <a:pt x="758800" y="752452"/>
                  </a:moveTo>
                  <a:lnTo>
                    <a:pt x="770350" y="735269"/>
                  </a:lnTo>
                  <a:lnTo>
                    <a:pt x="749388" y="789207"/>
                  </a:lnTo>
                  <a:close/>
                  <a:moveTo>
                    <a:pt x="648179" y="589573"/>
                  </a:moveTo>
                  <a:lnTo>
                    <a:pt x="645079" y="590481"/>
                  </a:lnTo>
                  <a:lnTo>
                    <a:pt x="663618" y="618927"/>
                  </a:lnTo>
                  <a:close/>
                  <a:moveTo>
                    <a:pt x="454197" y="413577"/>
                  </a:moveTo>
                  <a:lnTo>
                    <a:pt x="460387" y="404474"/>
                  </a:lnTo>
                  <a:lnTo>
                    <a:pt x="446735" y="43091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74" name="Input_density__65">
              <a:extLst>
                <a:ext uri="{FF2B5EF4-FFF2-40B4-BE49-F238E27FC236}">
                  <a16:creationId xmlns:a16="http://schemas.microsoft.com/office/drawing/2014/main" id="{7733269B-B2F0-C393-B1BB-BDFB2DE6891B}"/>
                </a:ext>
              </a:extLst>
            </p:cNvPr>
            <p:cNvSpPr>
              <a:spLocks noGrp="1"/>
            </p:cNvSpPr>
            <p:nvPr/>
          </p:nvSpPr>
          <p:spPr>
            <a:xfrm>
              <a:off x="1041870" y="1799821"/>
              <a:ext cx="972155" cy="1420312"/>
            </a:xfrm>
            <a:custGeom>
              <a:avLst/>
              <a:gdLst/>
              <a:ahLst/>
              <a:cxnLst/>
              <a:rect l="0" t="0" r="0" b="0"/>
              <a:pathLst>
                <a:path w="972155" h="1420312">
                  <a:moveTo>
                    <a:pt x="246427" y="1420312"/>
                  </a:moveTo>
                  <a:lnTo>
                    <a:pt x="251487" y="1398539"/>
                  </a:lnTo>
                  <a:lnTo>
                    <a:pt x="235383" y="1384544"/>
                  </a:lnTo>
                  <a:close/>
                  <a:moveTo>
                    <a:pt x="128070" y="1218157"/>
                  </a:moveTo>
                  <a:lnTo>
                    <a:pt x="104517" y="1235340"/>
                  </a:lnTo>
                  <a:lnTo>
                    <a:pt x="134729" y="1245144"/>
                  </a:lnTo>
                  <a:close/>
                  <a:moveTo>
                    <a:pt x="145460" y="1198585"/>
                  </a:moveTo>
                  <a:lnTo>
                    <a:pt x="116916" y="1178543"/>
                  </a:lnTo>
                  <a:lnTo>
                    <a:pt x="145776" y="1181402"/>
                  </a:lnTo>
                  <a:close/>
                  <a:moveTo>
                    <a:pt x="116916" y="1178543"/>
                  </a:moveTo>
                  <a:lnTo>
                    <a:pt x="84833" y="1157191"/>
                  </a:lnTo>
                  <a:lnTo>
                    <a:pt x="108484" y="1175387"/>
                  </a:lnTo>
                  <a:close/>
                  <a:moveTo>
                    <a:pt x="0" y="1082488"/>
                  </a:moveTo>
                  <a:lnTo>
                    <a:pt x="29166" y="1125075"/>
                  </a:lnTo>
                  <a:lnTo>
                    <a:pt x="49975" y="1081207"/>
                  </a:lnTo>
                  <a:close/>
                  <a:moveTo>
                    <a:pt x="32711" y="1112868"/>
                  </a:moveTo>
                  <a:lnTo>
                    <a:pt x="68577" y="1122389"/>
                  </a:lnTo>
                  <a:lnTo>
                    <a:pt x="86016" y="1091383"/>
                  </a:lnTo>
                  <a:close/>
                  <a:moveTo>
                    <a:pt x="49975" y="1081207"/>
                  </a:moveTo>
                  <a:lnTo>
                    <a:pt x="32711" y="1112868"/>
                  </a:lnTo>
                  <a:lnTo>
                    <a:pt x="86016" y="1091383"/>
                  </a:lnTo>
                  <a:close/>
                  <a:moveTo>
                    <a:pt x="172089" y="1254912"/>
                  </a:moveTo>
                  <a:lnTo>
                    <a:pt x="183002" y="1265798"/>
                  </a:lnTo>
                  <a:lnTo>
                    <a:pt x="202517" y="1277807"/>
                  </a:lnTo>
                  <a:close/>
                  <a:moveTo>
                    <a:pt x="276979" y="1307054"/>
                  </a:moveTo>
                  <a:lnTo>
                    <a:pt x="251698" y="1281785"/>
                  </a:lnTo>
                  <a:lnTo>
                    <a:pt x="247310" y="1291667"/>
                  </a:lnTo>
                  <a:close/>
                  <a:moveTo>
                    <a:pt x="322218" y="1323378"/>
                  </a:moveTo>
                  <a:lnTo>
                    <a:pt x="312057" y="1311238"/>
                  </a:lnTo>
                  <a:lnTo>
                    <a:pt x="311870" y="1312931"/>
                  </a:lnTo>
                  <a:close/>
                  <a:moveTo>
                    <a:pt x="311870" y="1312931"/>
                  </a:moveTo>
                  <a:lnTo>
                    <a:pt x="302221" y="1305222"/>
                  </a:lnTo>
                  <a:lnTo>
                    <a:pt x="276979" y="1307054"/>
                  </a:lnTo>
                  <a:close/>
                  <a:moveTo>
                    <a:pt x="102327" y="1107892"/>
                  </a:moveTo>
                  <a:lnTo>
                    <a:pt x="128345" y="1125068"/>
                  </a:lnTo>
                  <a:lnTo>
                    <a:pt x="122110" y="1090709"/>
                  </a:lnTo>
                  <a:close/>
                  <a:moveTo>
                    <a:pt x="40713" y="997627"/>
                  </a:moveTo>
                  <a:lnTo>
                    <a:pt x="34594" y="947211"/>
                  </a:lnTo>
                  <a:lnTo>
                    <a:pt x="39045" y="988339"/>
                  </a:lnTo>
                  <a:close/>
                  <a:moveTo>
                    <a:pt x="435810" y="1367565"/>
                  </a:moveTo>
                  <a:lnTo>
                    <a:pt x="408716" y="1330810"/>
                  </a:lnTo>
                  <a:lnTo>
                    <a:pt x="423014" y="1383117"/>
                  </a:lnTo>
                  <a:close/>
                  <a:moveTo>
                    <a:pt x="319620" y="1235996"/>
                  </a:moveTo>
                  <a:lnTo>
                    <a:pt x="330614" y="1190592"/>
                  </a:lnTo>
                  <a:lnTo>
                    <a:pt x="276512" y="1200974"/>
                  </a:lnTo>
                  <a:close/>
                  <a:moveTo>
                    <a:pt x="273737" y="1198725"/>
                  </a:moveTo>
                  <a:lnTo>
                    <a:pt x="257117" y="1164956"/>
                  </a:lnTo>
                  <a:lnTo>
                    <a:pt x="235141" y="1178998"/>
                  </a:lnTo>
                  <a:close/>
                  <a:moveTo>
                    <a:pt x="127102" y="1024212"/>
                  </a:moveTo>
                  <a:lnTo>
                    <a:pt x="181268" y="1005943"/>
                  </a:lnTo>
                  <a:lnTo>
                    <a:pt x="150662" y="1016090"/>
                  </a:lnTo>
                  <a:close/>
                  <a:moveTo>
                    <a:pt x="150662" y="1016090"/>
                  </a:moveTo>
                  <a:lnTo>
                    <a:pt x="118790" y="1017198"/>
                  </a:lnTo>
                  <a:lnTo>
                    <a:pt x="127102" y="1024212"/>
                  </a:lnTo>
                  <a:close/>
                  <a:moveTo>
                    <a:pt x="116555" y="1041907"/>
                  </a:moveTo>
                  <a:lnTo>
                    <a:pt x="118790" y="1017198"/>
                  </a:lnTo>
                  <a:lnTo>
                    <a:pt x="150662" y="1016090"/>
                  </a:lnTo>
                  <a:close/>
                  <a:moveTo>
                    <a:pt x="75229" y="963260"/>
                  </a:moveTo>
                  <a:lnTo>
                    <a:pt x="73787" y="949452"/>
                  </a:lnTo>
                  <a:lnTo>
                    <a:pt x="92021" y="972358"/>
                  </a:lnTo>
                  <a:close/>
                  <a:moveTo>
                    <a:pt x="57088" y="943689"/>
                  </a:moveTo>
                  <a:lnTo>
                    <a:pt x="73787" y="949452"/>
                  </a:lnTo>
                  <a:lnTo>
                    <a:pt x="75229" y="963260"/>
                  </a:lnTo>
                  <a:close/>
                  <a:moveTo>
                    <a:pt x="331457" y="1097538"/>
                  </a:moveTo>
                  <a:lnTo>
                    <a:pt x="321957" y="1093097"/>
                  </a:lnTo>
                  <a:lnTo>
                    <a:pt x="319321" y="1146744"/>
                  </a:lnTo>
                  <a:close/>
                  <a:moveTo>
                    <a:pt x="293559" y="1080420"/>
                  </a:moveTo>
                  <a:lnTo>
                    <a:pt x="262236" y="1087886"/>
                  </a:lnTo>
                  <a:lnTo>
                    <a:pt x="253824" y="1073525"/>
                  </a:lnTo>
                  <a:close/>
                  <a:moveTo>
                    <a:pt x="182120" y="998033"/>
                  </a:moveTo>
                  <a:lnTo>
                    <a:pt x="150662" y="1016090"/>
                  </a:lnTo>
                  <a:lnTo>
                    <a:pt x="181268" y="1005943"/>
                  </a:lnTo>
                  <a:close/>
                  <a:moveTo>
                    <a:pt x="182120" y="998033"/>
                  </a:moveTo>
                  <a:lnTo>
                    <a:pt x="191631" y="948483"/>
                  </a:lnTo>
                  <a:lnTo>
                    <a:pt x="163073" y="966284"/>
                  </a:lnTo>
                  <a:close/>
                  <a:moveTo>
                    <a:pt x="193372" y="946077"/>
                  </a:moveTo>
                  <a:lnTo>
                    <a:pt x="191631" y="948483"/>
                  </a:lnTo>
                  <a:lnTo>
                    <a:pt x="202370" y="1000015"/>
                  </a:lnTo>
                  <a:close/>
                  <a:moveTo>
                    <a:pt x="181421" y="963260"/>
                  </a:moveTo>
                  <a:lnTo>
                    <a:pt x="193372" y="946077"/>
                  </a:lnTo>
                  <a:lnTo>
                    <a:pt x="202370" y="1000015"/>
                  </a:lnTo>
                  <a:close/>
                  <a:moveTo>
                    <a:pt x="321957" y="1093097"/>
                  </a:moveTo>
                  <a:lnTo>
                    <a:pt x="331457" y="1097538"/>
                  </a:lnTo>
                  <a:lnTo>
                    <a:pt x="334926" y="1089310"/>
                  </a:lnTo>
                  <a:close/>
                  <a:moveTo>
                    <a:pt x="335846" y="1093097"/>
                  </a:moveTo>
                  <a:lnTo>
                    <a:pt x="334926" y="1089310"/>
                  </a:lnTo>
                  <a:lnTo>
                    <a:pt x="331457" y="1097538"/>
                  </a:lnTo>
                  <a:close/>
                  <a:moveTo>
                    <a:pt x="344836" y="1051352"/>
                  </a:moveTo>
                  <a:lnTo>
                    <a:pt x="334926" y="1089310"/>
                  </a:lnTo>
                  <a:lnTo>
                    <a:pt x="335846" y="1093097"/>
                  </a:lnTo>
                  <a:close/>
                  <a:moveTo>
                    <a:pt x="335846" y="1093097"/>
                  </a:moveTo>
                  <a:lnTo>
                    <a:pt x="341076" y="1056342"/>
                  </a:lnTo>
                  <a:lnTo>
                    <a:pt x="344836" y="1051352"/>
                  </a:lnTo>
                  <a:close/>
                  <a:moveTo>
                    <a:pt x="324063" y="1039158"/>
                  </a:moveTo>
                  <a:lnTo>
                    <a:pt x="336749" y="1021115"/>
                  </a:lnTo>
                  <a:lnTo>
                    <a:pt x="303664" y="1042891"/>
                  </a:lnTo>
                  <a:close/>
                  <a:moveTo>
                    <a:pt x="244797" y="892138"/>
                  </a:moveTo>
                  <a:lnTo>
                    <a:pt x="257513" y="945651"/>
                  </a:lnTo>
                  <a:lnTo>
                    <a:pt x="274506" y="912978"/>
                  </a:lnTo>
                  <a:close/>
                  <a:moveTo>
                    <a:pt x="211142" y="896852"/>
                  </a:moveTo>
                  <a:lnTo>
                    <a:pt x="192293" y="855521"/>
                  </a:lnTo>
                  <a:lnTo>
                    <a:pt x="188365" y="872567"/>
                  </a:lnTo>
                  <a:close/>
                  <a:moveTo>
                    <a:pt x="192571" y="855787"/>
                  </a:moveTo>
                  <a:lnTo>
                    <a:pt x="192293" y="855521"/>
                  </a:lnTo>
                  <a:lnTo>
                    <a:pt x="211142" y="896852"/>
                  </a:lnTo>
                  <a:close/>
                  <a:moveTo>
                    <a:pt x="233511" y="884280"/>
                  </a:moveTo>
                  <a:lnTo>
                    <a:pt x="192571" y="855787"/>
                  </a:lnTo>
                  <a:lnTo>
                    <a:pt x="211142" y="896852"/>
                  </a:lnTo>
                  <a:close/>
                  <a:moveTo>
                    <a:pt x="188365" y="872567"/>
                  </a:moveTo>
                  <a:lnTo>
                    <a:pt x="192293" y="855521"/>
                  </a:lnTo>
                  <a:lnTo>
                    <a:pt x="167656" y="830804"/>
                  </a:lnTo>
                  <a:close/>
                  <a:moveTo>
                    <a:pt x="411000" y="1126387"/>
                  </a:moveTo>
                  <a:lnTo>
                    <a:pt x="432562" y="1153605"/>
                  </a:lnTo>
                  <a:lnTo>
                    <a:pt x="384577" y="1120780"/>
                  </a:lnTo>
                  <a:close/>
                  <a:moveTo>
                    <a:pt x="192571" y="855787"/>
                  </a:moveTo>
                  <a:lnTo>
                    <a:pt x="233511" y="884280"/>
                  </a:lnTo>
                  <a:lnTo>
                    <a:pt x="251330" y="854694"/>
                  </a:lnTo>
                  <a:close/>
                  <a:moveTo>
                    <a:pt x="277758" y="828929"/>
                  </a:moveTo>
                  <a:lnTo>
                    <a:pt x="268749" y="802793"/>
                  </a:lnTo>
                  <a:lnTo>
                    <a:pt x="269082" y="801445"/>
                  </a:lnTo>
                  <a:close/>
                  <a:moveTo>
                    <a:pt x="275553" y="784262"/>
                  </a:moveTo>
                  <a:lnTo>
                    <a:pt x="277758" y="828929"/>
                  </a:lnTo>
                  <a:lnTo>
                    <a:pt x="269082" y="801445"/>
                  </a:lnTo>
                  <a:close/>
                  <a:moveTo>
                    <a:pt x="269082" y="801445"/>
                  </a:moveTo>
                  <a:lnTo>
                    <a:pt x="247770" y="764690"/>
                  </a:lnTo>
                  <a:lnTo>
                    <a:pt x="275553" y="784262"/>
                  </a:lnTo>
                  <a:close/>
                  <a:moveTo>
                    <a:pt x="597901" y="1086016"/>
                  </a:moveTo>
                  <a:lnTo>
                    <a:pt x="573076" y="1089406"/>
                  </a:lnTo>
                  <a:lnTo>
                    <a:pt x="633255" y="1093619"/>
                  </a:lnTo>
                  <a:close/>
                  <a:moveTo>
                    <a:pt x="463602" y="886976"/>
                  </a:moveTo>
                  <a:lnTo>
                    <a:pt x="463109" y="877343"/>
                  </a:lnTo>
                  <a:lnTo>
                    <a:pt x="464919" y="914098"/>
                  </a:lnTo>
                  <a:close/>
                  <a:moveTo>
                    <a:pt x="668435" y="1052539"/>
                  </a:moveTo>
                  <a:lnTo>
                    <a:pt x="654693" y="1018963"/>
                  </a:lnTo>
                  <a:lnTo>
                    <a:pt x="653847" y="1043935"/>
                  </a:lnTo>
                  <a:close/>
                  <a:moveTo>
                    <a:pt x="654693" y="1018963"/>
                  </a:moveTo>
                  <a:lnTo>
                    <a:pt x="651910" y="1007180"/>
                  </a:lnTo>
                  <a:lnTo>
                    <a:pt x="653847" y="1043935"/>
                  </a:lnTo>
                  <a:close/>
                  <a:moveTo>
                    <a:pt x="626521" y="972234"/>
                  </a:moveTo>
                  <a:lnTo>
                    <a:pt x="618471" y="976576"/>
                  </a:lnTo>
                  <a:lnTo>
                    <a:pt x="624556" y="970425"/>
                  </a:lnTo>
                  <a:close/>
                  <a:moveTo>
                    <a:pt x="458508" y="864029"/>
                  </a:moveTo>
                  <a:lnTo>
                    <a:pt x="464919" y="914098"/>
                  </a:lnTo>
                  <a:lnTo>
                    <a:pt x="463109" y="877343"/>
                  </a:lnTo>
                  <a:close/>
                  <a:moveTo>
                    <a:pt x="596339" y="922733"/>
                  </a:moveTo>
                  <a:lnTo>
                    <a:pt x="604460" y="960879"/>
                  </a:lnTo>
                  <a:lnTo>
                    <a:pt x="618315" y="931956"/>
                  </a:lnTo>
                  <a:close/>
                  <a:moveTo>
                    <a:pt x="618315" y="931956"/>
                  </a:moveTo>
                  <a:lnTo>
                    <a:pt x="626069" y="879732"/>
                  </a:lnTo>
                  <a:lnTo>
                    <a:pt x="585075" y="887144"/>
                  </a:lnTo>
                  <a:close/>
                  <a:moveTo>
                    <a:pt x="668328" y="873637"/>
                  </a:moveTo>
                  <a:lnTo>
                    <a:pt x="627640" y="880209"/>
                  </a:lnTo>
                  <a:lnTo>
                    <a:pt x="663841" y="890982"/>
                  </a:lnTo>
                  <a:close/>
                  <a:moveTo>
                    <a:pt x="668328" y="873637"/>
                  </a:moveTo>
                  <a:lnTo>
                    <a:pt x="628209" y="879165"/>
                  </a:lnTo>
                  <a:lnTo>
                    <a:pt x="627640" y="880209"/>
                  </a:lnTo>
                  <a:close/>
                  <a:moveTo>
                    <a:pt x="652423" y="825793"/>
                  </a:moveTo>
                  <a:lnTo>
                    <a:pt x="640887" y="833531"/>
                  </a:lnTo>
                  <a:lnTo>
                    <a:pt x="666412" y="830448"/>
                  </a:lnTo>
                  <a:close/>
                  <a:moveTo>
                    <a:pt x="666412" y="830448"/>
                  </a:moveTo>
                  <a:lnTo>
                    <a:pt x="640887" y="833531"/>
                  </a:lnTo>
                  <a:lnTo>
                    <a:pt x="628209" y="879165"/>
                  </a:lnTo>
                  <a:close/>
                  <a:moveTo>
                    <a:pt x="72464" y="127448"/>
                  </a:moveTo>
                  <a:lnTo>
                    <a:pt x="51071" y="144632"/>
                  </a:lnTo>
                  <a:lnTo>
                    <a:pt x="77167" y="164204"/>
                  </a:lnTo>
                  <a:close/>
                  <a:moveTo>
                    <a:pt x="28246" y="107877"/>
                  </a:moveTo>
                  <a:lnTo>
                    <a:pt x="51071" y="144632"/>
                  </a:lnTo>
                  <a:lnTo>
                    <a:pt x="72464" y="127448"/>
                  </a:lnTo>
                  <a:close/>
                  <a:moveTo>
                    <a:pt x="28246" y="107877"/>
                  </a:moveTo>
                  <a:lnTo>
                    <a:pt x="72464" y="127448"/>
                  </a:lnTo>
                  <a:lnTo>
                    <a:pt x="51628" y="90693"/>
                  </a:lnTo>
                  <a:close/>
                  <a:moveTo>
                    <a:pt x="880272" y="1078166"/>
                  </a:moveTo>
                  <a:lnTo>
                    <a:pt x="855573" y="1071157"/>
                  </a:lnTo>
                  <a:lnTo>
                    <a:pt x="875707" y="1119833"/>
                  </a:lnTo>
                  <a:close/>
                  <a:moveTo>
                    <a:pt x="880272" y="1078166"/>
                  </a:moveTo>
                  <a:lnTo>
                    <a:pt x="878610" y="1099456"/>
                  </a:lnTo>
                  <a:lnTo>
                    <a:pt x="934007" y="1085789"/>
                  </a:lnTo>
                  <a:close/>
                  <a:moveTo>
                    <a:pt x="776654" y="884493"/>
                  </a:moveTo>
                  <a:lnTo>
                    <a:pt x="764681" y="882120"/>
                  </a:lnTo>
                  <a:lnTo>
                    <a:pt x="749028" y="892490"/>
                  </a:lnTo>
                  <a:close/>
                  <a:moveTo>
                    <a:pt x="660471" y="852937"/>
                  </a:moveTo>
                  <a:lnTo>
                    <a:pt x="640887" y="833531"/>
                  </a:lnTo>
                  <a:lnTo>
                    <a:pt x="652423" y="825793"/>
                  </a:lnTo>
                  <a:close/>
                  <a:moveTo>
                    <a:pt x="668066" y="771855"/>
                  </a:moveTo>
                  <a:lnTo>
                    <a:pt x="658430" y="789038"/>
                  </a:lnTo>
                  <a:lnTo>
                    <a:pt x="678475" y="753283"/>
                  </a:lnTo>
                  <a:close/>
                  <a:moveTo>
                    <a:pt x="92438" y="121825"/>
                  </a:moveTo>
                  <a:lnTo>
                    <a:pt x="101136" y="164204"/>
                  </a:lnTo>
                  <a:lnTo>
                    <a:pt x="97466" y="127448"/>
                  </a:lnTo>
                  <a:close/>
                  <a:moveTo>
                    <a:pt x="76508" y="45281"/>
                  </a:moveTo>
                  <a:lnTo>
                    <a:pt x="51628" y="90693"/>
                  </a:lnTo>
                  <a:lnTo>
                    <a:pt x="81877" y="85663"/>
                  </a:lnTo>
                  <a:close/>
                  <a:moveTo>
                    <a:pt x="76508" y="45281"/>
                  </a:moveTo>
                  <a:lnTo>
                    <a:pt x="81877" y="85663"/>
                  </a:lnTo>
                  <a:lnTo>
                    <a:pt x="94457" y="90693"/>
                  </a:lnTo>
                  <a:close/>
                  <a:moveTo>
                    <a:pt x="74435" y="2219"/>
                  </a:moveTo>
                  <a:lnTo>
                    <a:pt x="64956" y="0"/>
                  </a:lnTo>
                  <a:lnTo>
                    <a:pt x="68661" y="36755"/>
                  </a:lnTo>
                  <a:close/>
                  <a:moveTo>
                    <a:pt x="972155" y="1057643"/>
                  </a:moveTo>
                  <a:lnTo>
                    <a:pt x="942587" y="1054593"/>
                  </a:lnTo>
                  <a:lnTo>
                    <a:pt x="934007" y="1085789"/>
                  </a:lnTo>
                  <a:close/>
                  <a:moveTo>
                    <a:pt x="971844" y="1013149"/>
                  </a:moveTo>
                  <a:lnTo>
                    <a:pt x="942587" y="1054593"/>
                  </a:lnTo>
                  <a:lnTo>
                    <a:pt x="972155" y="1057643"/>
                  </a:lnTo>
                  <a:close/>
                  <a:moveTo>
                    <a:pt x="658608" y="681162"/>
                  </a:moveTo>
                  <a:lnTo>
                    <a:pt x="666438" y="708276"/>
                  </a:lnTo>
                  <a:lnTo>
                    <a:pt x="659804" y="698345"/>
                  </a:lnTo>
                  <a:close/>
                  <a:moveTo>
                    <a:pt x="657586" y="721041"/>
                  </a:moveTo>
                  <a:lnTo>
                    <a:pt x="666438" y="708276"/>
                  </a:lnTo>
                  <a:lnTo>
                    <a:pt x="658608" y="681162"/>
                  </a:lnTo>
                  <a:close/>
                  <a:moveTo>
                    <a:pt x="490432" y="507186"/>
                  </a:moveTo>
                  <a:lnTo>
                    <a:pt x="517239" y="524178"/>
                  </a:lnTo>
                  <a:lnTo>
                    <a:pt x="501515" y="514570"/>
                  </a:lnTo>
                  <a:close/>
                  <a:moveTo>
                    <a:pt x="490432" y="507186"/>
                  </a:moveTo>
                  <a:lnTo>
                    <a:pt x="478688" y="471988"/>
                  </a:lnTo>
                  <a:lnTo>
                    <a:pt x="461769" y="503401"/>
                  </a:lnTo>
                  <a:close/>
                  <a:moveTo>
                    <a:pt x="478688" y="471988"/>
                  </a:moveTo>
                  <a:lnTo>
                    <a:pt x="501515" y="514570"/>
                  </a:lnTo>
                  <a:lnTo>
                    <a:pt x="495441" y="477815"/>
                  </a:lnTo>
                  <a:close/>
                  <a:moveTo>
                    <a:pt x="478688" y="471988"/>
                  </a:moveTo>
                  <a:lnTo>
                    <a:pt x="490432" y="507186"/>
                  </a:lnTo>
                  <a:lnTo>
                    <a:pt x="501515" y="514570"/>
                  </a:lnTo>
                  <a:close/>
                  <a:moveTo>
                    <a:pt x="478688" y="471988"/>
                  </a:moveTo>
                  <a:lnTo>
                    <a:pt x="495441" y="477815"/>
                  </a:lnTo>
                  <a:lnTo>
                    <a:pt x="485302" y="433137"/>
                  </a:lnTo>
                  <a:close/>
                  <a:moveTo>
                    <a:pt x="485302" y="433137"/>
                  </a:moveTo>
                  <a:lnTo>
                    <a:pt x="503881" y="474234"/>
                  </a:lnTo>
                  <a:lnTo>
                    <a:pt x="517327" y="428298"/>
                  </a:lnTo>
                  <a:close/>
                  <a:moveTo>
                    <a:pt x="787956" y="791427"/>
                  </a:moveTo>
                  <a:lnTo>
                    <a:pt x="798764" y="761453"/>
                  </a:lnTo>
                  <a:lnTo>
                    <a:pt x="788775" y="785145"/>
                  </a:lnTo>
                  <a:close/>
                  <a:moveTo>
                    <a:pt x="808917" y="737488"/>
                  </a:moveTo>
                  <a:lnTo>
                    <a:pt x="798764" y="761453"/>
                  </a:lnTo>
                  <a:lnTo>
                    <a:pt x="787956" y="791427"/>
                  </a:lnTo>
                  <a:close/>
                  <a:moveTo>
                    <a:pt x="721171" y="595922"/>
                  </a:moveTo>
                  <a:lnTo>
                    <a:pt x="686747" y="591792"/>
                  </a:lnTo>
                  <a:lnTo>
                    <a:pt x="702185" y="621147"/>
                  </a:lnTo>
                  <a:close/>
                  <a:moveTo>
                    <a:pt x="519538" y="421118"/>
                  </a:moveTo>
                  <a:lnTo>
                    <a:pt x="492764" y="415796"/>
                  </a:lnTo>
                  <a:lnTo>
                    <a:pt x="485302" y="433137"/>
                  </a:lnTo>
                  <a:close/>
                  <a:moveTo>
                    <a:pt x="492764" y="415796"/>
                  </a:moveTo>
                  <a:lnTo>
                    <a:pt x="519538" y="421118"/>
                  </a:lnTo>
                  <a:lnTo>
                    <a:pt x="513544" y="381244"/>
                  </a:lnTo>
                  <a:close/>
                  <a:moveTo>
                    <a:pt x="492764" y="415796"/>
                  </a:moveTo>
                  <a:lnTo>
                    <a:pt x="513544" y="381244"/>
                  </a:lnTo>
                  <a:lnTo>
                    <a:pt x="479226" y="382055"/>
                  </a:lnTo>
                  <a:close/>
                  <a:moveTo>
                    <a:pt x="721171" y="595922"/>
                  </a:moveTo>
                  <a:lnTo>
                    <a:pt x="729155" y="582791"/>
                  </a:lnTo>
                  <a:lnTo>
                    <a:pt x="686747" y="591792"/>
                  </a:lnTo>
                  <a:close/>
                  <a:moveTo>
                    <a:pt x="686747" y="591792"/>
                  </a:moveTo>
                  <a:lnTo>
                    <a:pt x="729155" y="582791"/>
                  </a:lnTo>
                  <a:lnTo>
                    <a:pt x="687046" y="58993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75" name="Input_density__66">
              <a:extLst>
                <a:ext uri="{FF2B5EF4-FFF2-40B4-BE49-F238E27FC236}">
                  <a16:creationId xmlns:a16="http://schemas.microsoft.com/office/drawing/2014/main" id="{767AACF2-77CA-AD5D-343F-7104FC617B47}"/>
                </a:ext>
              </a:extLst>
            </p:cNvPr>
            <p:cNvSpPr>
              <a:spLocks noGrp="1"/>
            </p:cNvSpPr>
            <p:nvPr/>
          </p:nvSpPr>
          <p:spPr>
            <a:xfrm>
              <a:off x="937945" y="1761016"/>
              <a:ext cx="896838" cy="1386799"/>
            </a:xfrm>
            <a:custGeom>
              <a:avLst/>
              <a:gdLst/>
              <a:ahLst/>
              <a:cxnLst/>
              <a:rect l="0" t="0" r="0" b="0"/>
              <a:pathLst>
                <a:path w="896838" h="1386799">
                  <a:moveTo>
                    <a:pt x="0" y="1110748"/>
                  </a:moveTo>
                  <a:lnTo>
                    <a:pt x="24590" y="1106477"/>
                  </a:lnTo>
                  <a:lnTo>
                    <a:pt x="20653" y="1107554"/>
                  </a:lnTo>
                  <a:close/>
                  <a:moveTo>
                    <a:pt x="46461" y="1063675"/>
                  </a:moveTo>
                  <a:lnTo>
                    <a:pt x="20653" y="1107554"/>
                  </a:lnTo>
                  <a:lnTo>
                    <a:pt x="38393" y="1090371"/>
                  </a:lnTo>
                  <a:close/>
                  <a:moveTo>
                    <a:pt x="20507" y="1027782"/>
                  </a:moveTo>
                  <a:lnTo>
                    <a:pt x="46614" y="1053616"/>
                  </a:lnTo>
                  <a:lnTo>
                    <a:pt x="40844" y="1042674"/>
                  </a:lnTo>
                  <a:close/>
                  <a:moveTo>
                    <a:pt x="27353" y="1016861"/>
                  </a:moveTo>
                  <a:lnTo>
                    <a:pt x="20507" y="1027782"/>
                  </a:lnTo>
                  <a:lnTo>
                    <a:pt x="40844" y="1042674"/>
                  </a:lnTo>
                  <a:close/>
                  <a:moveTo>
                    <a:pt x="206252" y="1146697"/>
                  </a:moveTo>
                  <a:lnTo>
                    <a:pt x="244326" y="1112735"/>
                  </a:lnTo>
                  <a:lnTo>
                    <a:pt x="195217" y="1101252"/>
                  </a:lnTo>
                  <a:close/>
                  <a:moveTo>
                    <a:pt x="195217" y="1101252"/>
                  </a:moveTo>
                  <a:lnTo>
                    <a:pt x="244326" y="1112735"/>
                  </a:lnTo>
                  <a:lnTo>
                    <a:pt x="229117" y="1100780"/>
                  </a:lnTo>
                  <a:close/>
                  <a:moveTo>
                    <a:pt x="195217" y="1101252"/>
                  </a:moveTo>
                  <a:lnTo>
                    <a:pt x="229117" y="1100780"/>
                  </a:lnTo>
                  <a:lnTo>
                    <a:pt x="187352" y="1062899"/>
                  </a:lnTo>
                  <a:close/>
                  <a:moveTo>
                    <a:pt x="115284" y="1022565"/>
                  </a:moveTo>
                  <a:lnTo>
                    <a:pt x="138519" y="986016"/>
                  </a:lnTo>
                  <a:lnTo>
                    <a:pt x="100429" y="989895"/>
                  </a:lnTo>
                  <a:close/>
                  <a:moveTo>
                    <a:pt x="454943" y="1338770"/>
                  </a:moveTo>
                  <a:lnTo>
                    <a:pt x="446277" y="1369490"/>
                  </a:lnTo>
                  <a:lnTo>
                    <a:pt x="494049" y="1332860"/>
                  </a:lnTo>
                  <a:close/>
                  <a:moveTo>
                    <a:pt x="494049" y="1332860"/>
                  </a:moveTo>
                  <a:lnTo>
                    <a:pt x="477575" y="1386799"/>
                  </a:lnTo>
                  <a:lnTo>
                    <a:pt x="496420" y="1336185"/>
                  </a:lnTo>
                  <a:close/>
                  <a:moveTo>
                    <a:pt x="496420" y="1336185"/>
                  </a:moveTo>
                  <a:lnTo>
                    <a:pt x="477575" y="1386799"/>
                  </a:lnTo>
                  <a:lnTo>
                    <a:pt x="494262" y="1378639"/>
                  </a:lnTo>
                  <a:close/>
                  <a:moveTo>
                    <a:pt x="494262" y="1378639"/>
                  </a:moveTo>
                  <a:lnTo>
                    <a:pt x="512642" y="1369615"/>
                  </a:lnTo>
                  <a:lnTo>
                    <a:pt x="496420" y="1336185"/>
                  </a:lnTo>
                  <a:close/>
                  <a:moveTo>
                    <a:pt x="494049" y="1332860"/>
                  </a:moveTo>
                  <a:lnTo>
                    <a:pt x="494883" y="1330439"/>
                  </a:lnTo>
                  <a:lnTo>
                    <a:pt x="454943" y="1338770"/>
                  </a:lnTo>
                  <a:close/>
                  <a:moveTo>
                    <a:pt x="454943" y="1338770"/>
                  </a:moveTo>
                  <a:lnTo>
                    <a:pt x="494883" y="1330439"/>
                  </a:lnTo>
                  <a:lnTo>
                    <a:pt x="481066" y="1299873"/>
                  </a:lnTo>
                  <a:close/>
                  <a:moveTo>
                    <a:pt x="481066" y="1299873"/>
                  </a:moveTo>
                  <a:lnTo>
                    <a:pt x="494883" y="1330439"/>
                  </a:lnTo>
                  <a:lnTo>
                    <a:pt x="523495" y="1312838"/>
                  </a:lnTo>
                  <a:close/>
                  <a:moveTo>
                    <a:pt x="161013" y="982494"/>
                  </a:moveTo>
                  <a:lnTo>
                    <a:pt x="135186" y="943979"/>
                  </a:lnTo>
                  <a:lnTo>
                    <a:pt x="136420" y="958446"/>
                  </a:lnTo>
                  <a:close/>
                  <a:moveTo>
                    <a:pt x="199095" y="928556"/>
                  </a:moveTo>
                  <a:lnTo>
                    <a:pt x="202229" y="891800"/>
                  </a:lnTo>
                  <a:lnTo>
                    <a:pt x="186174" y="929615"/>
                  </a:lnTo>
                  <a:close/>
                  <a:moveTo>
                    <a:pt x="186174" y="929615"/>
                  </a:moveTo>
                  <a:lnTo>
                    <a:pt x="187744" y="929555"/>
                  </a:lnTo>
                  <a:lnTo>
                    <a:pt x="199095" y="928556"/>
                  </a:lnTo>
                  <a:close/>
                  <a:moveTo>
                    <a:pt x="142127" y="855046"/>
                  </a:moveTo>
                  <a:lnTo>
                    <a:pt x="171463" y="896828"/>
                  </a:lnTo>
                  <a:lnTo>
                    <a:pt x="175600" y="884149"/>
                  </a:lnTo>
                  <a:close/>
                  <a:moveTo>
                    <a:pt x="523495" y="1312838"/>
                  </a:moveTo>
                  <a:lnTo>
                    <a:pt x="541025" y="1322963"/>
                  </a:lnTo>
                  <a:lnTo>
                    <a:pt x="553810" y="1301604"/>
                  </a:lnTo>
                  <a:close/>
                  <a:moveTo>
                    <a:pt x="553810" y="1301604"/>
                  </a:moveTo>
                  <a:lnTo>
                    <a:pt x="541025" y="1322963"/>
                  </a:lnTo>
                  <a:lnTo>
                    <a:pt x="570813" y="1278922"/>
                  </a:lnTo>
                  <a:close/>
                  <a:moveTo>
                    <a:pt x="175600" y="884149"/>
                  </a:moveTo>
                  <a:lnTo>
                    <a:pt x="202229" y="891800"/>
                  </a:lnTo>
                  <a:lnTo>
                    <a:pt x="195289" y="861557"/>
                  </a:lnTo>
                  <a:close/>
                  <a:moveTo>
                    <a:pt x="195289" y="861557"/>
                  </a:moveTo>
                  <a:lnTo>
                    <a:pt x="202229" y="891800"/>
                  </a:lnTo>
                  <a:lnTo>
                    <a:pt x="219519" y="840100"/>
                  </a:lnTo>
                  <a:close/>
                  <a:moveTo>
                    <a:pt x="178281" y="837862"/>
                  </a:moveTo>
                  <a:lnTo>
                    <a:pt x="175600" y="884149"/>
                  </a:lnTo>
                  <a:lnTo>
                    <a:pt x="195289" y="861557"/>
                  </a:lnTo>
                  <a:close/>
                  <a:moveTo>
                    <a:pt x="178281" y="837862"/>
                  </a:moveTo>
                  <a:lnTo>
                    <a:pt x="142127" y="855046"/>
                  </a:lnTo>
                  <a:lnTo>
                    <a:pt x="175600" y="884149"/>
                  </a:lnTo>
                  <a:close/>
                  <a:moveTo>
                    <a:pt x="137629" y="818291"/>
                  </a:moveTo>
                  <a:lnTo>
                    <a:pt x="181083" y="808440"/>
                  </a:lnTo>
                  <a:lnTo>
                    <a:pt x="176660" y="803109"/>
                  </a:lnTo>
                  <a:close/>
                  <a:moveTo>
                    <a:pt x="181083" y="808440"/>
                  </a:moveTo>
                  <a:lnTo>
                    <a:pt x="216203" y="837862"/>
                  </a:lnTo>
                  <a:lnTo>
                    <a:pt x="176660" y="803109"/>
                  </a:lnTo>
                  <a:close/>
                  <a:moveTo>
                    <a:pt x="570813" y="1278922"/>
                  </a:moveTo>
                  <a:lnTo>
                    <a:pt x="572464" y="1315677"/>
                  </a:lnTo>
                  <a:lnTo>
                    <a:pt x="599886" y="1298494"/>
                  </a:lnTo>
                  <a:close/>
                  <a:moveTo>
                    <a:pt x="570813" y="1278922"/>
                  </a:moveTo>
                  <a:lnTo>
                    <a:pt x="599886" y="1298494"/>
                  </a:lnTo>
                  <a:lnTo>
                    <a:pt x="579890" y="1261739"/>
                  </a:lnTo>
                  <a:close/>
                  <a:moveTo>
                    <a:pt x="195462" y="832570"/>
                  </a:moveTo>
                  <a:lnTo>
                    <a:pt x="195289" y="861557"/>
                  </a:lnTo>
                  <a:lnTo>
                    <a:pt x="216203" y="837862"/>
                  </a:lnTo>
                  <a:close/>
                  <a:moveTo>
                    <a:pt x="216203" y="837862"/>
                  </a:moveTo>
                  <a:lnTo>
                    <a:pt x="181083" y="808440"/>
                  </a:lnTo>
                  <a:lnTo>
                    <a:pt x="195462" y="832570"/>
                  </a:lnTo>
                  <a:close/>
                  <a:moveTo>
                    <a:pt x="243571" y="820679"/>
                  </a:moveTo>
                  <a:lnTo>
                    <a:pt x="230309" y="837862"/>
                  </a:lnTo>
                  <a:lnTo>
                    <a:pt x="253353" y="857434"/>
                  </a:lnTo>
                  <a:close/>
                  <a:moveTo>
                    <a:pt x="243571" y="820679"/>
                  </a:moveTo>
                  <a:lnTo>
                    <a:pt x="259452" y="783924"/>
                  </a:lnTo>
                  <a:lnTo>
                    <a:pt x="230309" y="837862"/>
                  </a:lnTo>
                  <a:close/>
                  <a:moveTo>
                    <a:pt x="259452" y="783924"/>
                  </a:moveTo>
                  <a:lnTo>
                    <a:pt x="291846" y="780996"/>
                  </a:lnTo>
                  <a:lnTo>
                    <a:pt x="270102" y="781318"/>
                  </a:lnTo>
                  <a:close/>
                  <a:moveTo>
                    <a:pt x="270102" y="781318"/>
                  </a:moveTo>
                  <a:lnTo>
                    <a:pt x="291846" y="780996"/>
                  </a:lnTo>
                  <a:lnTo>
                    <a:pt x="324739" y="779401"/>
                  </a:lnTo>
                  <a:close/>
                  <a:moveTo>
                    <a:pt x="312893" y="791277"/>
                  </a:moveTo>
                  <a:lnTo>
                    <a:pt x="324739" y="779401"/>
                  </a:lnTo>
                  <a:lnTo>
                    <a:pt x="291846" y="780996"/>
                  </a:lnTo>
                  <a:close/>
                  <a:moveTo>
                    <a:pt x="312893" y="791277"/>
                  </a:moveTo>
                  <a:lnTo>
                    <a:pt x="347832" y="789960"/>
                  </a:lnTo>
                  <a:lnTo>
                    <a:pt x="324739" y="779401"/>
                  </a:lnTo>
                  <a:close/>
                  <a:moveTo>
                    <a:pt x="802208" y="1154769"/>
                  </a:moveTo>
                  <a:lnTo>
                    <a:pt x="803191" y="1155773"/>
                  </a:lnTo>
                  <a:lnTo>
                    <a:pt x="835615" y="1155095"/>
                  </a:lnTo>
                  <a:close/>
                  <a:moveTo>
                    <a:pt x="550432" y="740095"/>
                  </a:moveTo>
                  <a:lnTo>
                    <a:pt x="545808" y="737362"/>
                  </a:lnTo>
                  <a:lnTo>
                    <a:pt x="568074" y="771517"/>
                  </a:lnTo>
                  <a:close/>
                  <a:moveTo>
                    <a:pt x="546243" y="734762"/>
                  </a:moveTo>
                  <a:lnTo>
                    <a:pt x="545808" y="737362"/>
                  </a:lnTo>
                  <a:lnTo>
                    <a:pt x="550432" y="740095"/>
                  </a:lnTo>
                  <a:close/>
                  <a:moveTo>
                    <a:pt x="545543" y="721814"/>
                  </a:moveTo>
                  <a:lnTo>
                    <a:pt x="545808" y="737362"/>
                  </a:lnTo>
                  <a:lnTo>
                    <a:pt x="546243" y="734762"/>
                  </a:lnTo>
                  <a:close/>
                  <a:moveTo>
                    <a:pt x="520579" y="668379"/>
                  </a:moveTo>
                  <a:lnTo>
                    <a:pt x="546203" y="698007"/>
                  </a:lnTo>
                  <a:lnTo>
                    <a:pt x="535821" y="685463"/>
                  </a:lnTo>
                  <a:close/>
                  <a:moveTo>
                    <a:pt x="521204" y="661252"/>
                  </a:moveTo>
                  <a:lnTo>
                    <a:pt x="520579" y="668379"/>
                  </a:lnTo>
                  <a:lnTo>
                    <a:pt x="535821" y="685463"/>
                  </a:lnTo>
                  <a:close/>
                  <a:moveTo>
                    <a:pt x="525661" y="647480"/>
                  </a:moveTo>
                  <a:lnTo>
                    <a:pt x="520579" y="668379"/>
                  </a:lnTo>
                  <a:lnTo>
                    <a:pt x="521204" y="661252"/>
                  </a:lnTo>
                  <a:close/>
                  <a:moveTo>
                    <a:pt x="825890" y="926319"/>
                  </a:moveTo>
                  <a:lnTo>
                    <a:pt x="821272" y="944427"/>
                  </a:lnTo>
                  <a:lnTo>
                    <a:pt x="821654" y="938109"/>
                  </a:lnTo>
                  <a:close/>
                  <a:moveTo>
                    <a:pt x="702377" y="838251"/>
                  </a:moveTo>
                  <a:lnTo>
                    <a:pt x="684939" y="827844"/>
                  </a:lnTo>
                  <a:lnTo>
                    <a:pt x="689457" y="880831"/>
                  </a:lnTo>
                  <a:close/>
                  <a:moveTo>
                    <a:pt x="545543" y="721814"/>
                  </a:moveTo>
                  <a:lnTo>
                    <a:pt x="546243" y="734762"/>
                  </a:lnTo>
                  <a:lnTo>
                    <a:pt x="556222" y="728896"/>
                  </a:lnTo>
                  <a:close/>
                  <a:moveTo>
                    <a:pt x="545543" y="721814"/>
                  </a:moveTo>
                  <a:lnTo>
                    <a:pt x="556222" y="728896"/>
                  </a:lnTo>
                  <a:lnTo>
                    <a:pt x="546203" y="698007"/>
                  </a:lnTo>
                  <a:close/>
                  <a:moveTo>
                    <a:pt x="549919" y="641967"/>
                  </a:moveTo>
                  <a:lnTo>
                    <a:pt x="525661" y="647480"/>
                  </a:lnTo>
                  <a:lnTo>
                    <a:pt x="521204" y="661252"/>
                  </a:lnTo>
                  <a:close/>
                  <a:moveTo>
                    <a:pt x="551913" y="607314"/>
                  </a:moveTo>
                  <a:lnTo>
                    <a:pt x="555498" y="622332"/>
                  </a:lnTo>
                  <a:lnTo>
                    <a:pt x="549919" y="641967"/>
                  </a:lnTo>
                  <a:close/>
                  <a:moveTo>
                    <a:pt x="549919" y="641967"/>
                  </a:moveTo>
                  <a:lnTo>
                    <a:pt x="553960" y="628708"/>
                  </a:lnTo>
                  <a:lnTo>
                    <a:pt x="525661" y="647480"/>
                  </a:lnTo>
                  <a:close/>
                  <a:moveTo>
                    <a:pt x="78797" y="19234"/>
                  </a:moveTo>
                  <a:lnTo>
                    <a:pt x="74940" y="26181"/>
                  </a:lnTo>
                  <a:lnTo>
                    <a:pt x="56088" y="41380"/>
                  </a:lnTo>
                  <a:close/>
                  <a:moveTo>
                    <a:pt x="821654" y="938109"/>
                  </a:moveTo>
                  <a:lnTo>
                    <a:pt x="821272" y="944427"/>
                  </a:lnTo>
                  <a:lnTo>
                    <a:pt x="834210" y="957426"/>
                  </a:lnTo>
                  <a:close/>
                  <a:moveTo>
                    <a:pt x="82375" y="15084"/>
                  </a:moveTo>
                  <a:lnTo>
                    <a:pt x="74940" y="26181"/>
                  </a:lnTo>
                  <a:lnTo>
                    <a:pt x="78797" y="19234"/>
                  </a:lnTo>
                  <a:close/>
                  <a:moveTo>
                    <a:pt x="551913" y="607314"/>
                  </a:moveTo>
                  <a:lnTo>
                    <a:pt x="588626" y="590130"/>
                  </a:lnTo>
                  <a:lnTo>
                    <a:pt x="534993" y="586161"/>
                  </a:lnTo>
                  <a:close/>
                  <a:moveTo>
                    <a:pt x="517904" y="533804"/>
                  </a:moveTo>
                  <a:lnTo>
                    <a:pt x="509213" y="561037"/>
                  </a:lnTo>
                  <a:lnTo>
                    <a:pt x="544473" y="525397"/>
                  </a:lnTo>
                  <a:close/>
                  <a:moveTo>
                    <a:pt x="544473" y="525397"/>
                  </a:moveTo>
                  <a:lnTo>
                    <a:pt x="527321" y="528656"/>
                  </a:lnTo>
                  <a:lnTo>
                    <a:pt x="517904" y="533804"/>
                  </a:lnTo>
                  <a:close/>
                  <a:moveTo>
                    <a:pt x="512153" y="479865"/>
                  </a:moveTo>
                  <a:lnTo>
                    <a:pt x="527321" y="528656"/>
                  </a:lnTo>
                  <a:lnTo>
                    <a:pt x="538708" y="503841"/>
                  </a:lnTo>
                  <a:close/>
                  <a:moveTo>
                    <a:pt x="87933" y="15618"/>
                  </a:moveTo>
                  <a:lnTo>
                    <a:pt x="78797" y="19234"/>
                  </a:lnTo>
                  <a:lnTo>
                    <a:pt x="111208" y="26676"/>
                  </a:lnTo>
                  <a:close/>
                  <a:moveTo>
                    <a:pt x="111208" y="26676"/>
                  </a:moveTo>
                  <a:lnTo>
                    <a:pt x="78797" y="19234"/>
                  </a:lnTo>
                  <a:lnTo>
                    <a:pt x="56088" y="41380"/>
                  </a:lnTo>
                  <a:close/>
                  <a:moveTo>
                    <a:pt x="142931" y="20708"/>
                  </a:moveTo>
                  <a:lnTo>
                    <a:pt x="168881" y="38805"/>
                  </a:lnTo>
                  <a:lnTo>
                    <a:pt x="133353" y="5780"/>
                  </a:lnTo>
                  <a:close/>
                  <a:moveTo>
                    <a:pt x="82375" y="15084"/>
                  </a:moveTo>
                  <a:lnTo>
                    <a:pt x="78797" y="19234"/>
                  </a:lnTo>
                  <a:lnTo>
                    <a:pt x="87933" y="15618"/>
                  </a:lnTo>
                  <a:close/>
                  <a:moveTo>
                    <a:pt x="87933" y="15618"/>
                  </a:moveTo>
                  <a:lnTo>
                    <a:pt x="111660" y="0"/>
                  </a:lnTo>
                  <a:lnTo>
                    <a:pt x="82375" y="15084"/>
                  </a:lnTo>
                  <a:close/>
                  <a:moveTo>
                    <a:pt x="87933" y="15618"/>
                  </a:moveTo>
                  <a:lnTo>
                    <a:pt x="133353" y="5780"/>
                  </a:lnTo>
                  <a:lnTo>
                    <a:pt x="111660" y="0"/>
                  </a:lnTo>
                  <a:close/>
                  <a:moveTo>
                    <a:pt x="133353" y="5780"/>
                  </a:moveTo>
                  <a:lnTo>
                    <a:pt x="87933" y="15618"/>
                  </a:lnTo>
                  <a:lnTo>
                    <a:pt x="142931" y="20708"/>
                  </a:lnTo>
                  <a:close/>
                  <a:moveTo>
                    <a:pt x="87933" y="15618"/>
                  </a:moveTo>
                  <a:lnTo>
                    <a:pt x="111208" y="26676"/>
                  </a:lnTo>
                  <a:lnTo>
                    <a:pt x="142931" y="20708"/>
                  </a:lnTo>
                  <a:close/>
                  <a:moveTo>
                    <a:pt x="819706" y="756722"/>
                  </a:moveTo>
                  <a:lnTo>
                    <a:pt x="810112" y="810660"/>
                  </a:lnTo>
                  <a:lnTo>
                    <a:pt x="825356" y="793477"/>
                  </a:lnTo>
                  <a:close/>
                  <a:moveTo>
                    <a:pt x="608374" y="624091"/>
                  </a:moveTo>
                  <a:lnTo>
                    <a:pt x="638121" y="582249"/>
                  </a:lnTo>
                  <a:lnTo>
                    <a:pt x="597282" y="588362"/>
                  </a:lnTo>
                  <a:close/>
                  <a:moveTo>
                    <a:pt x="558196" y="516620"/>
                  </a:moveTo>
                  <a:lnTo>
                    <a:pt x="582613" y="510793"/>
                  </a:lnTo>
                  <a:lnTo>
                    <a:pt x="538708" y="503841"/>
                  </a:lnTo>
                  <a:close/>
                  <a:moveTo>
                    <a:pt x="523374" y="397624"/>
                  </a:moveTo>
                  <a:lnTo>
                    <a:pt x="500643" y="406355"/>
                  </a:lnTo>
                  <a:lnTo>
                    <a:pt x="536174" y="398161"/>
                  </a:lnTo>
                  <a:close/>
                  <a:moveTo>
                    <a:pt x="536174" y="398161"/>
                  </a:moveTo>
                  <a:lnTo>
                    <a:pt x="500643" y="406355"/>
                  </a:lnTo>
                  <a:lnTo>
                    <a:pt x="486649" y="433779"/>
                  </a:lnTo>
                  <a:close/>
                  <a:moveTo>
                    <a:pt x="536174" y="398161"/>
                  </a:moveTo>
                  <a:lnTo>
                    <a:pt x="486649" y="433779"/>
                  </a:lnTo>
                  <a:lnTo>
                    <a:pt x="506557" y="412005"/>
                  </a:lnTo>
                  <a:close/>
                  <a:moveTo>
                    <a:pt x="743535" y="578934"/>
                  </a:moveTo>
                  <a:lnTo>
                    <a:pt x="722360" y="595971"/>
                  </a:lnTo>
                  <a:lnTo>
                    <a:pt x="702868" y="609702"/>
                  </a:lnTo>
                  <a:close/>
                  <a:moveTo>
                    <a:pt x="774542" y="570290"/>
                  </a:moveTo>
                  <a:lnTo>
                    <a:pt x="722360" y="595971"/>
                  </a:lnTo>
                  <a:lnTo>
                    <a:pt x="743535" y="578934"/>
                  </a:lnTo>
                  <a:close/>
                  <a:moveTo>
                    <a:pt x="886286" y="546513"/>
                  </a:moveTo>
                  <a:lnTo>
                    <a:pt x="858513" y="558152"/>
                  </a:lnTo>
                  <a:lnTo>
                    <a:pt x="896838" y="55210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76" name="Input_density__67">
              <a:extLst>
                <a:ext uri="{FF2B5EF4-FFF2-40B4-BE49-F238E27FC236}">
                  <a16:creationId xmlns:a16="http://schemas.microsoft.com/office/drawing/2014/main" id="{1291C2B4-98E9-9B35-0E8A-8BB4ED3BEB22}"/>
                </a:ext>
              </a:extLst>
            </p:cNvPr>
            <p:cNvSpPr>
              <a:spLocks noGrp="1"/>
            </p:cNvSpPr>
            <p:nvPr/>
          </p:nvSpPr>
          <p:spPr>
            <a:xfrm>
              <a:off x="984406" y="1764811"/>
              <a:ext cx="1024511" cy="1418127"/>
            </a:xfrm>
            <a:custGeom>
              <a:avLst/>
              <a:gdLst/>
              <a:ahLst/>
              <a:cxnLst/>
              <a:rect l="0" t="0" r="0" b="0"/>
              <a:pathLst>
                <a:path w="1024511" h="1418127">
                  <a:moveTo>
                    <a:pt x="0" y="1059880"/>
                  </a:moveTo>
                  <a:lnTo>
                    <a:pt x="153" y="1049820"/>
                  </a:lnTo>
                  <a:lnTo>
                    <a:pt x="12720" y="1064380"/>
                  </a:lnTo>
                  <a:close/>
                  <a:moveTo>
                    <a:pt x="130051" y="1160085"/>
                  </a:moveTo>
                  <a:lnTo>
                    <a:pt x="159791" y="1142902"/>
                  </a:lnTo>
                  <a:lnTo>
                    <a:pt x="126042" y="1157399"/>
                  </a:lnTo>
                  <a:close/>
                  <a:moveTo>
                    <a:pt x="159791" y="1142902"/>
                  </a:moveTo>
                  <a:lnTo>
                    <a:pt x="143481" y="1126393"/>
                  </a:lnTo>
                  <a:lnTo>
                    <a:pt x="126042" y="1157399"/>
                  </a:lnTo>
                  <a:close/>
                  <a:moveTo>
                    <a:pt x="412188" y="1411953"/>
                  </a:moveTo>
                  <a:lnTo>
                    <a:pt x="431114" y="1383003"/>
                  </a:lnTo>
                  <a:lnTo>
                    <a:pt x="426174" y="1392426"/>
                  </a:lnTo>
                  <a:close/>
                  <a:moveTo>
                    <a:pt x="179574" y="1125719"/>
                  </a:moveTo>
                  <a:lnTo>
                    <a:pt x="197864" y="1108940"/>
                  </a:lnTo>
                  <a:lnTo>
                    <a:pt x="159791" y="1142902"/>
                  </a:lnTo>
                  <a:close/>
                  <a:moveTo>
                    <a:pt x="159791" y="1142902"/>
                  </a:moveTo>
                  <a:lnTo>
                    <a:pt x="148756" y="1097456"/>
                  </a:lnTo>
                  <a:lnTo>
                    <a:pt x="143481" y="1126393"/>
                  </a:lnTo>
                  <a:close/>
                  <a:moveTo>
                    <a:pt x="234532" y="1126645"/>
                  </a:moveTo>
                  <a:lnTo>
                    <a:pt x="216417" y="1088964"/>
                  </a:lnTo>
                  <a:lnTo>
                    <a:pt x="182655" y="1096985"/>
                  </a:lnTo>
                  <a:close/>
                  <a:moveTo>
                    <a:pt x="182655" y="1096985"/>
                  </a:moveTo>
                  <a:lnTo>
                    <a:pt x="197864" y="1108940"/>
                  </a:lnTo>
                  <a:lnTo>
                    <a:pt x="234532" y="1126645"/>
                  </a:lnTo>
                  <a:close/>
                  <a:moveTo>
                    <a:pt x="148756" y="1097456"/>
                  </a:moveTo>
                  <a:lnTo>
                    <a:pt x="130070" y="1088964"/>
                  </a:lnTo>
                  <a:lnTo>
                    <a:pt x="143481" y="1126393"/>
                  </a:lnTo>
                  <a:close/>
                  <a:moveTo>
                    <a:pt x="140890" y="1059103"/>
                  </a:moveTo>
                  <a:lnTo>
                    <a:pt x="182655" y="1096985"/>
                  </a:lnTo>
                  <a:lnTo>
                    <a:pt x="143443" y="1069392"/>
                  </a:lnTo>
                  <a:close/>
                  <a:moveTo>
                    <a:pt x="106693" y="1059817"/>
                  </a:moveTo>
                  <a:lnTo>
                    <a:pt x="148756" y="1097456"/>
                  </a:lnTo>
                  <a:lnTo>
                    <a:pt x="140890" y="1059103"/>
                  </a:lnTo>
                  <a:close/>
                  <a:moveTo>
                    <a:pt x="68823" y="1018770"/>
                  </a:moveTo>
                  <a:lnTo>
                    <a:pt x="96509" y="1023349"/>
                  </a:lnTo>
                  <a:lnTo>
                    <a:pt x="92058" y="982221"/>
                  </a:lnTo>
                  <a:close/>
                  <a:moveTo>
                    <a:pt x="89959" y="954650"/>
                  </a:moveTo>
                  <a:lnTo>
                    <a:pt x="92058" y="982221"/>
                  </a:lnTo>
                  <a:lnTo>
                    <a:pt x="106667" y="988752"/>
                  </a:lnTo>
                  <a:close/>
                  <a:moveTo>
                    <a:pt x="447801" y="1374844"/>
                  </a:moveTo>
                  <a:lnTo>
                    <a:pt x="431114" y="1383003"/>
                  </a:lnTo>
                  <a:lnTo>
                    <a:pt x="422573" y="1413013"/>
                  </a:lnTo>
                  <a:close/>
                  <a:moveTo>
                    <a:pt x="466181" y="1365820"/>
                  </a:moveTo>
                  <a:lnTo>
                    <a:pt x="447801" y="1374844"/>
                  </a:lnTo>
                  <a:lnTo>
                    <a:pt x="480478" y="1418127"/>
                  </a:lnTo>
                  <a:close/>
                  <a:moveTo>
                    <a:pt x="399815" y="1365695"/>
                  </a:moveTo>
                  <a:lnTo>
                    <a:pt x="431114" y="1383003"/>
                  </a:lnTo>
                  <a:lnTo>
                    <a:pt x="447587" y="1329065"/>
                  </a:lnTo>
                  <a:close/>
                  <a:moveTo>
                    <a:pt x="369521" y="1346249"/>
                  </a:moveTo>
                  <a:lnTo>
                    <a:pt x="399815" y="1365695"/>
                  </a:lnTo>
                  <a:lnTo>
                    <a:pt x="408482" y="1334974"/>
                  </a:lnTo>
                  <a:close/>
                  <a:moveTo>
                    <a:pt x="408482" y="1334974"/>
                  </a:moveTo>
                  <a:lnTo>
                    <a:pt x="434604" y="1296078"/>
                  </a:lnTo>
                  <a:lnTo>
                    <a:pt x="405287" y="1292824"/>
                  </a:lnTo>
                  <a:close/>
                  <a:moveTo>
                    <a:pt x="318506" y="1264453"/>
                  </a:moveTo>
                  <a:lnTo>
                    <a:pt x="333166" y="1241081"/>
                  </a:lnTo>
                  <a:lnTo>
                    <a:pt x="302206" y="1249903"/>
                  </a:lnTo>
                  <a:close/>
                  <a:moveTo>
                    <a:pt x="353085" y="1263428"/>
                  </a:moveTo>
                  <a:lnTo>
                    <a:pt x="333166" y="1241081"/>
                  </a:lnTo>
                  <a:lnTo>
                    <a:pt x="318506" y="1264453"/>
                  </a:lnTo>
                  <a:close/>
                  <a:moveTo>
                    <a:pt x="337237" y="1231566"/>
                  </a:moveTo>
                  <a:lnTo>
                    <a:pt x="356428" y="1231846"/>
                  </a:lnTo>
                  <a:lnTo>
                    <a:pt x="344559" y="1218800"/>
                  </a:lnTo>
                  <a:close/>
                  <a:moveTo>
                    <a:pt x="388078" y="1225602"/>
                  </a:moveTo>
                  <a:lnTo>
                    <a:pt x="356428" y="1231846"/>
                  </a:lnTo>
                  <a:lnTo>
                    <a:pt x="333977" y="1235984"/>
                  </a:lnTo>
                  <a:close/>
                  <a:moveTo>
                    <a:pt x="333977" y="1235984"/>
                  </a:moveTo>
                  <a:lnTo>
                    <a:pt x="356428" y="1231846"/>
                  </a:lnTo>
                  <a:lnTo>
                    <a:pt x="337237" y="1231566"/>
                  </a:lnTo>
                  <a:close/>
                  <a:moveTo>
                    <a:pt x="388078" y="1225602"/>
                  </a:moveTo>
                  <a:lnTo>
                    <a:pt x="417466" y="1220517"/>
                  </a:lnTo>
                  <a:lnTo>
                    <a:pt x="400369" y="1218800"/>
                  </a:lnTo>
                  <a:close/>
                  <a:moveTo>
                    <a:pt x="234674" y="1121988"/>
                  </a:moveTo>
                  <a:lnTo>
                    <a:pt x="229134" y="1086287"/>
                  </a:lnTo>
                  <a:lnTo>
                    <a:pt x="216417" y="1088964"/>
                  </a:lnTo>
                  <a:close/>
                  <a:moveTo>
                    <a:pt x="216417" y="1088964"/>
                  </a:moveTo>
                  <a:lnTo>
                    <a:pt x="229134" y="1086287"/>
                  </a:lnTo>
                  <a:lnTo>
                    <a:pt x="184567" y="1059222"/>
                  </a:lnTo>
                  <a:close/>
                  <a:moveTo>
                    <a:pt x="269377" y="1035910"/>
                  </a:moveTo>
                  <a:lnTo>
                    <a:pt x="238732" y="1040953"/>
                  </a:lnTo>
                  <a:lnTo>
                    <a:pt x="229134" y="1086287"/>
                  </a:lnTo>
                  <a:close/>
                  <a:moveTo>
                    <a:pt x="176254" y="1052208"/>
                  </a:moveTo>
                  <a:lnTo>
                    <a:pt x="161774" y="1042125"/>
                  </a:lnTo>
                  <a:lnTo>
                    <a:pt x="149486" y="1007368"/>
                  </a:lnTo>
                  <a:close/>
                  <a:moveTo>
                    <a:pt x="120003" y="961515"/>
                  </a:moveTo>
                  <a:lnTo>
                    <a:pt x="141283" y="925760"/>
                  </a:lnTo>
                  <a:lnTo>
                    <a:pt x="114552" y="978699"/>
                  </a:lnTo>
                  <a:close/>
                  <a:moveTo>
                    <a:pt x="114552" y="978699"/>
                  </a:moveTo>
                  <a:lnTo>
                    <a:pt x="141283" y="925760"/>
                  </a:lnTo>
                  <a:lnTo>
                    <a:pt x="88724" y="940184"/>
                  </a:lnTo>
                  <a:close/>
                  <a:moveTo>
                    <a:pt x="387879" y="1217483"/>
                  </a:moveTo>
                  <a:lnTo>
                    <a:pt x="356428" y="1231846"/>
                  </a:lnTo>
                  <a:lnTo>
                    <a:pt x="388078" y="1225602"/>
                  </a:lnTo>
                  <a:close/>
                  <a:moveTo>
                    <a:pt x="387879" y="1217483"/>
                  </a:moveTo>
                  <a:lnTo>
                    <a:pt x="356373" y="1216008"/>
                  </a:lnTo>
                  <a:lnTo>
                    <a:pt x="356428" y="1231846"/>
                  </a:lnTo>
                  <a:close/>
                  <a:moveTo>
                    <a:pt x="356373" y="1216008"/>
                  </a:moveTo>
                  <a:lnTo>
                    <a:pt x="387879" y="1217483"/>
                  </a:lnTo>
                  <a:lnTo>
                    <a:pt x="376785" y="1181754"/>
                  </a:lnTo>
                  <a:close/>
                  <a:moveTo>
                    <a:pt x="356373" y="1216008"/>
                  </a:moveTo>
                  <a:lnTo>
                    <a:pt x="376785" y="1181754"/>
                  </a:lnTo>
                  <a:lnTo>
                    <a:pt x="350644" y="1175919"/>
                  </a:lnTo>
                  <a:close/>
                  <a:moveTo>
                    <a:pt x="387879" y="1217483"/>
                  </a:moveTo>
                  <a:lnTo>
                    <a:pt x="388078" y="1225602"/>
                  </a:lnTo>
                  <a:lnTo>
                    <a:pt x="400369" y="1218800"/>
                  </a:lnTo>
                  <a:close/>
                  <a:moveTo>
                    <a:pt x="376785" y="1181754"/>
                  </a:moveTo>
                  <a:lnTo>
                    <a:pt x="400369" y="1218800"/>
                  </a:lnTo>
                  <a:lnTo>
                    <a:pt x="378912" y="1182045"/>
                  </a:lnTo>
                  <a:close/>
                  <a:moveTo>
                    <a:pt x="376785" y="1181754"/>
                  </a:moveTo>
                  <a:lnTo>
                    <a:pt x="387879" y="1217483"/>
                  </a:lnTo>
                  <a:lnTo>
                    <a:pt x="400369" y="1218800"/>
                  </a:lnTo>
                  <a:close/>
                  <a:moveTo>
                    <a:pt x="173058" y="836304"/>
                  </a:moveTo>
                  <a:lnTo>
                    <a:pt x="169741" y="834067"/>
                  </a:lnTo>
                  <a:lnTo>
                    <a:pt x="148828" y="857762"/>
                  </a:lnTo>
                  <a:close/>
                  <a:moveTo>
                    <a:pt x="517003" y="1238372"/>
                  </a:moveTo>
                  <a:lnTo>
                    <a:pt x="524351" y="1275127"/>
                  </a:lnTo>
                  <a:lnTo>
                    <a:pt x="533428" y="1257943"/>
                  </a:lnTo>
                  <a:close/>
                  <a:moveTo>
                    <a:pt x="517003" y="1238372"/>
                  </a:moveTo>
                  <a:lnTo>
                    <a:pt x="533428" y="1257943"/>
                  </a:lnTo>
                  <a:lnTo>
                    <a:pt x="521384" y="1221188"/>
                  </a:lnTo>
                  <a:close/>
                  <a:moveTo>
                    <a:pt x="490027" y="1188615"/>
                  </a:moveTo>
                  <a:lnTo>
                    <a:pt x="516737" y="1236701"/>
                  </a:lnTo>
                  <a:lnTo>
                    <a:pt x="521384" y="1221188"/>
                  </a:lnTo>
                  <a:close/>
                  <a:moveTo>
                    <a:pt x="521384" y="1221188"/>
                  </a:moveTo>
                  <a:lnTo>
                    <a:pt x="516737" y="1236701"/>
                  </a:lnTo>
                  <a:lnTo>
                    <a:pt x="517003" y="1238372"/>
                  </a:lnTo>
                  <a:close/>
                  <a:moveTo>
                    <a:pt x="521384" y="1221188"/>
                  </a:moveTo>
                  <a:lnTo>
                    <a:pt x="497324" y="1192487"/>
                  </a:lnTo>
                  <a:lnTo>
                    <a:pt x="490027" y="1188615"/>
                  </a:lnTo>
                  <a:close/>
                  <a:moveTo>
                    <a:pt x="346840" y="1044770"/>
                  </a:moveTo>
                  <a:lnTo>
                    <a:pt x="308913" y="1054597"/>
                  </a:lnTo>
                  <a:lnTo>
                    <a:pt x="361128" y="1077901"/>
                  </a:lnTo>
                  <a:close/>
                  <a:moveTo>
                    <a:pt x="206891" y="853638"/>
                  </a:moveTo>
                  <a:lnTo>
                    <a:pt x="213152" y="849105"/>
                  </a:lnTo>
                  <a:lnTo>
                    <a:pt x="225120" y="865814"/>
                  </a:lnTo>
                  <a:close/>
                  <a:moveTo>
                    <a:pt x="183848" y="834067"/>
                  </a:moveTo>
                  <a:lnTo>
                    <a:pt x="213152" y="849105"/>
                  </a:lnTo>
                  <a:lnTo>
                    <a:pt x="206891" y="853638"/>
                  </a:lnTo>
                  <a:close/>
                  <a:moveTo>
                    <a:pt x="225120" y="865814"/>
                  </a:moveTo>
                  <a:lnTo>
                    <a:pt x="206813" y="853775"/>
                  </a:lnTo>
                  <a:lnTo>
                    <a:pt x="206891" y="853638"/>
                  </a:lnTo>
                  <a:close/>
                  <a:moveTo>
                    <a:pt x="521384" y="1221188"/>
                  </a:moveTo>
                  <a:lnTo>
                    <a:pt x="552057" y="1204005"/>
                  </a:lnTo>
                  <a:lnTo>
                    <a:pt x="497324" y="1192487"/>
                  </a:lnTo>
                  <a:close/>
                  <a:moveTo>
                    <a:pt x="302262" y="927148"/>
                  </a:moveTo>
                  <a:lnTo>
                    <a:pt x="341334" y="915005"/>
                  </a:lnTo>
                  <a:lnTo>
                    <a:pt x="290976" y="919290"/>
                  </a:lnTo>
                  <a:close/>
                  <a:moveTo>
                    <a:pt x="290976" y="919290"/>
                  </a:moveTo>
                  <a:lnTo>
                    <a:pt x="341334" y="915005"/>
                  </a:lnTo>
                  <a:lnTo>
                    <a:pt x="338111" y="874738"/>
                  </a:lnTo>
                  <a:close/>
                  <a:moveTo>
                    <a:pt x="341334" y="915005"/>
                  </a:moveTo>
                  <a:lnTo>
                    <a:pt x="373452" y="915982"/>
                  </a:lnTo>
                  <a:lnTo>
                    <a:pt x="338111" y="874738"/>
                  </a:lnTo>
                  <a:close/>
                  <a:moveTo>
                    <a:pt x="532204" y="1102113"/>
                  </a:moveTo>
                  <a:lnTo>
                    <a:pt x="559651" y="1108525"/>
                  </a:lnTo>
                  <a:lnTo>
                    <a:pt x="572624" y="1113312"/>
                  </a:lnTo>
                  <a:close/>
                  <a:moveTo>
                    <a:pt x="445813" y="929537"/>
                  </a:moveTo>
                  <a:lnTo>
                    <a:pt x="454148" y="966960"/>
                  </a:lnTo>
                  <a:lnTo>
                    <a:pt x="450913" y="951124"/>
                  </a:lnTo>
                  <a:close/>
                  <a:moveTo>
                    <a:pt x="374764" y="870168"/>
                  </a:moveTo>
                  <a:lnTo>
                    <a:pt x="338111" y="874738"/>
                  </a:lnTo>
                  <a:lnTo>
                    <a:pt x="374312" y="885509"/>
                  </a:lnTo>
                  <a:close/>
                  <a:moveTo>
                    <a:pt x="374764" y="870168"/>
                  </a:moveTo>
                  <a:lnTo>
                    <a:pt x="338151" y="872846"/>
                  </a:lnTo>
                  <a:lnTo>
                    <a:pt x="338111" y="874738"/>
                  </a:lnTo>
                  <a:close/>
                  <a:moveTo>
                    <a:pt x="338151" y="872846"/>
                  </a:moveTo>
                  <a:lnTo>
                    <a:pt x="368345" y="863198"/>
                  </a:lnTo>
                  <a:lnTo>
                    <a:pt x="335223" y="863939"/>
                  </a:lnTo>
                  <a:close/>
                  <a:moveTo>
                    <a:pt x="333017" y="819272"/>
                  </a:moveTo>
                  <a:lnTo>
                    <a:pt x="301370" y="786165"/>
                  </a:lnTo>
                  <a:lnTo>
                    <a:pt x="309049" y="794447"/>
                  </a:lnTo>
                  <a:close/>
                  <a:moveTo>
                    <a:pt x="301370" y="786165"/>
                  </a:moveTo>
                  <a:lnTo>
                    <a:pt x="305234" y="799700"/>
                  </a:lnTo>
                  <a:lnTo>
                    <a:pt x="278277" y="775606"/>
                  </a:lnTo>
                  <a:close/>
                  <a:moveTo>
                    <a:pt x="450913" y="951124"/>
                  </a:moveTo>
                  <a:lnTo>
                    <a:pt x="454148" y="966960"/>
                  </a:lnTo>
                  <a:lnTo>
                    <a:pt x="453779" y="966292"/>
                  </a:lnTo>
                  <a:close/>
                  <a:moveTo>
                    <a:pt x="492634" y="982537"/>
                  </a:moveTo>
                  <a:lnTo>
                    <a:pt x="455508" y="968304"/>
                  </a:lnTo>
                  <a:lnTo>
                    <a:pt x="454148" y="966960"/>
                  </a:lnTo>
                  <a:close/>
                  <a:moveTo>
                    <a:pt x="631955" y="1096128"/>
                  </a:moveTo>
                  <a:lnTo>
                    <a:pt x="618043" y="1059373"/>
                  </a:lnTo>
                  <a:lnTo>
                    <a:pt x="614990" y="1113312"/>
                  </a:lnTo>
                  <a:close/>
                  <a:moveTo>
                    <a:pt x="587446" y="1022618"/>
                  </a:moveTo>
                  <a:lnTo>
                    <a:pt x="585457" y="986219"/>
                  </a:lnTo>
                  <a:lnTo>
                    <a:pt x="588231" y="1028712"/>
                  </a:lnTo>
                  <a:close/>
                  <a:moveTo>
                    <a:pt x="457112" y="964550"/>
                  </a:moveTo>
                  <a:lnTo>
                    <a:pt x="450913" y="951124"/>
                  </a:lnTo>
                  <a:lnTo>
                    <a:pt x="453779" y="966292"/>
                  </a:lnTo>
                  <a:close/>
                  <a:moveTo>
                    <a:pt x="588231" y="1028712"/>
                  </a:moveTo>
                  <a:lnTo>
                    <a:pt x="618043" y="1059373"/>
                  </a:lnTo>
                  <a:lnTo>
                    <a:pt x="599827" y="1037953"/>
                  </a:lnTo>
                  <a:close/>
                  <a:moveTo>
                    <a:pt x="620567" y="1074258"/>
                  </a:moveTo>
                  <a:lnTo>
                    <a:pt x="618043" y="1059373"/>
                  </a:lnTo>
                  <a:lnTo>
                    <a:pt x="588231" y="1028712"/>
                  </a:lnTo>
                  <a:close/>
                  <a:moveTo>
                    <a:pt x="587446" y="1022618"/>
                  </a:moveTo>
                  <a:lnTo>
                    <a:pt x="588231" y="1028712"/>
                  </a:lnTo>
                  <a:lnTo>
                    <a:pt x="599827" y="1037953"/>
                  </a:lnTo>
                  <a:close/>
                  <a:moveTo>
                    <a:pt x="585565" y="985863"/>
                  </a:moveTo>
                  <a:lnTo>
                    <a:pt x="587446" y="1022618"/>
                  </a:lnTo>
                  <a:lnTo>
                    <a:pt x="612648" y="1005435"/>
                  </a:lnTo>
                  <a:close/>
                  <a:moveTo>
                    <a:pt x="564766" y="931925"/>
                  </a:moveTo>
                  <a:lnTo>
                    <a:pt x="567238" y="895170"/>
                  </a:lnTo>
                  <a:lnTo>
                    <a:pt x="560408" y="949108"/>
                  </a:lnTo>
                  <a:close/>
                  <a:moveTo>
                    <a:pt x="593758" y="877987"/>
                  </a:moveTo>
                  <a:lnTo>
                    <a:pt x="549495" y="854127"/>
                  </a:lnTo>
                  <a:lnTo>
                    <a:pt x="547224" y="858415"/>
                  </a:lnTo>
                  <a:close/>
                  <a:moveTo>
                    <a:pt x="593758" y="877987"/>
                  </a:moveTo>
                  <a:lnTo>
                    <a:pt x="547224" y="858415"/>
                  </a:lnTo>
                  <a:lnTo>
                    <a:pt x="567238" y="895170"/>
                  </a:lnTo>
                  <a:close/>
                  <a:moveTo>
                    <a:pt x="520580" y="784905"/>
                  </a:moveTo>
                  <a:lnTo>
                    <a:pt x="540122" y="804477"/>
                  </a:lnTo>
                  <a:lnTo>
                    <a:pt x="521613" y="767722"/>
                  </a:lnTo>
                  <a:close/>
                  <a:moveTo>
                    <a:pt x="521613" y="767722"/>
                  </a:moveTo>
                  <a:lnTo>
                    <a:pt x="499347" y="733567"/>
                  </a:lnTo>
                  <a:lnTo>
                    <a:pt x="507102" y="748150"/>
                  </a:lnTo>
                  <a:close/>
                  <a:moveTo>
                    <a:pt x="499742" y="694212"/>
                  </a:moveTo>
                  <a:lnTo>
                    <a:pt x="514117" y="703900"/>
                  </a:lnTo>
                  <a:lnTo>
                    <a:pt x="499082" y="718018"/>
                  </a:lnTo>
                  <a:close/>
                  <a:moveTo>
                    <a:pt x="499082" y="718018"/>
                  </a:moveTo>
                  <a:lnTo>
                    <a:pt x="512386" y="739391"/>
                  </a:lnTo>
                  <a:lnTo>
                    <a:pt x="499347" y="733567"/>
                  </a:lnTo>
                  <a:close/>
                  <a:moveTo>
                    <a:pt x="799053" y="971068"/>
                  </a:moveTo>
                  <a:lnTo>
                    <a:pt x="822385" y="1018537"/>
                  </a:lnTo>
                  <a:lnTo>
                    <a:pt x="832135" y="995005"/>
                  </a:lnTo>
                  <a:close/>
                  <a:moveTo>
                    <a:pt x="806848" y="1025007"/>
                  </a:moveTo>
                  <a:lnTo>
                    <a:pt x="822385" y="1018537"/>
                  </a:lnTo>
                  <a:lnTo>
                    <a:pt x="799053" y="971068"/>
                  </a:lnTo>
                  <a:close/>
                  <a:moveTo>
                    <a:pt x="787749" y="953630"/>
                  </a:moveTo>
                  <a:lnTo>
                    <a:pt x="774810" y="940631"/>
                  </a:lnTo>
                  <a:lnTo>
                    <a:pt x="799053" y="971068"/>
                  </a:lnTo>
                  <a:close/>
                  <a:moveTo>
                    <a:pt x="642996" y="877036"/>
                  </a:moveTo>
                  <a:lnTo>
                    <a:pt x="638641" y="914742"/>
                  </a:lnTo>
                  <a:lnTo>
                    <a:pt x="643232" y="883243"/>
                  </a:lnTo>
                  <a:close/>
                  <a:moveTo>
                    <a:pt x="642996" y="877036"/>
                  </a:moveTo>
                  <a:lnTo>
                    <a:pt x="643232" y="883243"/>
                  </a:lnTo>
                  <a:lnTo>
                    <a:pt x="692597" y="860803"/>
                  </a:lnTo>
                  <a:close/>
                  <a:moveTo>
                    <a:pt x="642996" y="877036"/>
                  </a:moveTo>
                  <a:lnTo>
                    <a:pt x="692597" y="860803"/>
                  </a:lnTo>
                  <a:lnTo>
                    <a:pt x="655915" y="834456"/>
                  </a:lnTo>
                  <a:close/>
                  <a:moveTo>
                    <a:pt x="473939" y="566763"/>
                  </a:moveTo>
                  <a:lnTo>
                    <a:pt x="471443" y="530008"/>
                  </a:lnTo>
                  <a:lnTo>
                    <a:pt x="472254" y="531857"/>
                  </a:lnTo>
                  <a:close/>
                  <a:moveTo>
                    <a:pt x="897224" y="1074276"/>
                  </a:moveTo>
                  <a:lnTo>
                    <a:pt x="927036" y="1100673"/>
                  </a:lnTo>
                  <a:lnTo>
                    <a:pt x="909724" y="1081333"/>
                  </a:lnTo>
                  <a:close/>
                  <a:moveTo>
                    <a:pt x="937736" y="1113176"/>
                  </a:moveTo>
                  <a:lnTo>
                    <a:pt x="927036" y="1100673"/>
                  </a:lnTo>
                  <a:lnTo>
                    <a:pt x="897224" y="1074276"/>
                  </a:lnTo>
                  <a:close/>
                  <a:moveTo>
                    <a:pt x="913038" y="1106167"/>
                  </a:moveTo>
                  <a:lnTo>
                    <a:pt x="937736" y="1113176"/>
                  </a:lnTo>
                  <a:lnTo>
                    <a:pt x="897224" y="1074276"/>
                  </a:lnTo>
                  <a:close/>
                  <a:moveTo>
                    <a:pt x="927036" y="1100673"/>
                  </a:moveTo>
                  <a:lnTo>
                    <a:pt x="937736" y="1113176"/>
                  </a:lnTo>
                  <a:lnTo>
                    <a:pt x="928656" y="1081333"/>
                  </a:lnTo>
                  <a:close/>
                  <a:moveTo>
                    <a:pt x="928656" y="1081333"/>
                  </a:moveTo>
                  <a:lnTo>
                    <a:pt x="937736" y="1113176"/>
                  </a:lnTo>
                  <a:lnTo>
                    <a:pt x="975076" y="1100905"/>
                  </a:lnTo>
                  <a:close/>
                  <a:moveTo>
                    <a:pt x="928656" y="1081333"/>
                  </a:moveTo>
                  <a:lnTo>
                    <a:pt x="975076" y="1100905"/>
                  </a:lnTo>
                  <a:lnTo>
                    <a:pt x="944166" y="1064150"/>
                  </a:lnTo>
                  <a:close/>
                  <a:moveTo>
                    <a:pt x="914787" y="1042340"/>
                  </a:moveTo>
                  <a:lnTo>
                    <a:pt x="942582" y="1062587"/>
                  </a:lnTo>
                  <a:lnTo>
                    <a:pt x="902605" y="1027395"/>
                  </a:lnTo>
                  <a:close/>
                  <a:moveTo>
                    <a:pt x="942582" y="1062587"/>
                  </a:moveTo>
                  <a:lnTo>
                    <a:pt x="914787" y="1042340"/>
                  </a:lnTo>
                  <a:lnTo>
                    <a:pt x="944166" y="1064150"/>
                  </a:lnTo>
                  <a:close/>
                  <a:moveTo>
                    <a:pt x="944166" y="1064150"/>
                  </a:moveTo>
                  <a:lnTo>
                    <a:pt x="918114" y="1044578"/>
                  </a:lnTo>
                  <a:lnTo>
                    <a:pt x="928656" y="1081333"/>
                  </a:lnTo>
                  <a:close/>
                  <a:moveTo>
                    <a:pt x="799053" y="971068"/>
                  </a:moveTo>
                  <a:lnTo>
                    <a:pt x="832135" y="995005"/>
                  </a:lnTo>
                  <a:lnTo>
                    <a:pt x="840340" y="959193"/>
                  </a:lnTo>
                  <a:close/>
                  <a:moveTo>
                    <a:pt x="542164" y="586335"/>
                  </a:moveTo>
                  <a:lnTo>
                    <a:pt x="511717" y="572843"/>
                  </a:lnTo>
                  <a:lnTo>
                    <a:pt x="488532" y="582366"/>
                  </a:lnTo>
                  <a:close/>
                  <a:moveTo>
                    <a:pt x="471443" y="530008"/>
                  </a:moveTo>
                  <a:lnTo>
                    <a:pt x="480860" y="524861"/>
                  </a:lnTo>
                  <a:lnTo>
                    <a:pt x="465691" y="476070"/>
                  </a:lnTo>
                  <a:close/>
                  <a:moveTo>
                    <a:pt x="460223" y="493253"/>
                  </a:moveTo>
                  <a:lnTo>
                    <a:pt x="471443" y="530008"/>
                  </a:lnTo>
                  <a:lnTo>
                    <a:pt x="465691" y="476070"/>
                  </a:lnTo>
                  <a:close/>
                  <a:moveTo>
                    <a:pt x="437397" y="443613"/>
                  </a:moveTo>
                  <a:lnTo>
                    <a:pt x="440187" y="429983"/>
                  </a:lnTo>
                  <a:lnTo>
                    <a:pt x="442242" y="456498"/>
                  </a:lnTo>
                  <a:close/>
                  <a:moveTo>
                    <a:pt x="109092" y="125704"/>
                  </a:moveTo>
                  <a:lnTo>
                    <a:pt x="129928" y="162458"/>
                  </a:lnTo>
                  <a:lnTo>
                    <a:pt x="149902" y="156835"/>
                  </a:lnTo>
                  <a:close/>
                  <a:moveTo>
                    <a:pt x="139342" y="120673"/>
                  </a:moveTo>
                  <a:lnTo>
                    <a:pt x="149902" y="156835"/>
                  </a:lnTo>
                  <a:lnTo>
                    <a:pt x="154931" y="162458"/>
                  </a:lnTo>
                  <a:close/>
                  <a:moveTo>
                    <a:pt x="86891" y="1985"/>
                  </a:moveTo>
                  <a:lnTo>
                    <a:pt x="122420" y="35010"/>
                  </a:lnTo>
                  <a:lnTo>
                    <a:pt x="131900" y="37229"/>
                  </a:lnTo>
                  <a:close/>
                  <a:moveTo>
                    <a:pt x="86891" y="1985"/>
                  </a:moveTo>
                  <a:lnTo>
                    <a:pt x="131900" y="37229"/>
                  </a:lnTo>
                  <a:lnTo>
                    <a:pt x="122653" y="0"/>
                  </a:lnTo>
                  <a:close/>
                  <a:moveTo>
                    <a:pt x="914787" y="1042340"/>
                  </a:moveTo>
                  <a:lnTo>
                    <a:pt x="902605" y="1027395"/>
                  </a:lnTo>
                  <a:lnTo>
                    <a:pt x="883581" y="995874"/>
                  </a:lnTo>
                  <a:close/>
                  <a:moveTo>
                    <a:pt x="434299" y="439315"/>
                  </a:moveTo>
                  <a:lnTo>
                    <a:pt x="437397" y="443613"/>
                  </a:lnTo>
                  <a:lnTo>
                    <a:pt x="446433" y="453334"/>
                  </a:lnTo>
                  <a:close/>
                  <a:moveTo>
                    <a:pt x="440187" y="429983"/>
                  </a:moveTo>
                  <a:lnTo>
                    <a:pt x="437397" y="443613"/>
                  </a:lnTo>
                  <a:lnTo>
                    <a:pt x="434299" y="439315"/>
                  </a:lnTo>
                  <a:close/>
                  <a:moveTo>
                    <a:pt x="975076" y="1100905"/>
                  </a:moveTo>
                  <a:lnTo>
                    <a:pt x="1000051" y="1089603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75076" y="1100905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82839" y="1046967"/>
                  </a:lnTo>
                  <a:lnTo>
                    <a:pt x="942582" y="1062587"/>
                  </a:lnTo>
                  <a:close/>
                  <a:moveTo>
                    <a:pt x="792908" y="843620"/>
                  </a:moveTo>
                  <a:lnTo>
                    <a:pt x="830061" y="826437"/>
                  </a:lnTo>
                  <a:lnTo>
                    <a:pt x="777578" y="819394"/>
                  </a:lnTo>
                  <a:close/>
                  <a:moveTo>
                    <a:pt x="777578" y="819394"/>
                  </a:moveTo>
                  <a:lnTo>
                    <a:pt x="778895" y="789682"/>
                  </a:lnTo>
                  <a:lnTo>
                    <a:pt x="763651" y="806865"/>
                  </a:lnTo>
                  <a:close/>
                  <a:moveTo>
                    <a:pt x="800016" y="807080"/>
                  </a:moveTo>
                  <a:lnTo>
                    <a:pt x="778895" y="789682"/>
                  </a:lnTo>
                  <a:lnTo>
                    <a:pt x="777578" y="819394"/>
                  </a:lnTo>
                  <a:close/>
                  <a:moveTo>
                    <a:pt x="738363" y="764186"/>
                  </a:moveTo>
                  <a:lnTo>
                    <a:pt x="735940" y="788293"/>
                  </a:lnTo>
                  <a:lnTo>
                    <a:pt x="773244" y="752927"/>
                  </a:lnTo>
                  <a:close/>
                  <a:moveTo>
                    <a:pt x="773244" y="752927"/>
                  </a:moveTo>
                  <a:lnTo>
                    <a:pt x="735940" y="788293"/>
                  </a:lnTo>
                  <a:lnTo>
                    <a:pt x="763651" y="806865"/>
                  </a:lnTo>
                  <a:close/>
                  <a:moveTo>
                    <a:pt x="782446" y="741387"/>
                  </a:moveTo>
                  <a:lnTo>
                    <a:pt x="738363" y="764186"/>
                  </a:lnTo>
                  <a:lnTo>
                    <a:pt x="773244" y="752927"/>
                  </a:lnTo>
                  <a:close/>
                  <a:moveTo>
                    <a:pt x="649726" y="618899"/>
                  </a:moveTo>
                  <a:lnTo>
                    <a:pt x="598837" y="623090"/>
                  </a:lnTo>
                  <a:lnTo>
                    <a:pt x="610239" y="652843"/>
                  </a:lnTo>
                  <a:close/>
                  <a:moveTo>
                    <a:pt x="561913" y="620296"/>
                  </a:moveTo>
                  <a:lnTo>
                    <a:pt x="596409" y="619339"/>
                  </a:lnTo>
                  <a:lnTo>
                    <a:pt x="591659" y="578453"/>
                  </a:lnTo>
                  <a:close/>
                  <a:moveTo>
                    <a:pt x="550821" y="584566"/>
                  </a:moveTo>
                  <a:lnTo>
                    <a:pt x="591659" y="578453"/>
                  </a:lnTo>
                  <a:lnTo>
                    <a:pt x="547897" y="542196"/>
                  </a:lnTo>
                  <a:close/>
                  <a:moveTo>
                    <a:pt x="591659" y="578453"/>
                  </a:moveTo>
                  <a:lnTo>
                    <a:pt x="612072" y="586335"/>
                  </a:lnTo>
                  <a:lnTo>
                    <a:pt x="574704" y="559188"/>
                  </a:lnTo>
                  <a:close/>
                  <a:moveTo>
                    <a:pt x="519233" y="538411"/>
                  </a:moveTo>
                  <a:lnTo>
                    <a:pt x="511735" y="512825"/>
                  </a:lnTo>
                  <a:lnTo>
                    <a:pt x="498012" y="521601"/>
                  </a:lnTo>
                  <a:close/>
                  <a:moveTo>
                    <a:pt x="492246" y="500046"/>
                  </a:moveTo>
                  <a:lnTo>
                    <a:pt x="536152" y="506998"/>
                  </a:lnTo>
                  <a:lnTo>
                    <a:pt x="542767" y="468148"/>
                  </a:lnTo>
                  <a:close/>
                  <a:moveTo>
                    <a:pt x="492246" y="500046"/>
                  </a:moveTo>
                  <a:lnTo>
                    <a:pt x="465589" y="465440"/>
                  </a:lnTo>
                  <a:lnTo>
                    <a:pt x="465691" y="476070"/>
                  </a:lnTo>
                  <a:close/>
                  <a:moveTo>
                    <a:pt x="460096" y="408210"/>
                  </a:moveTo>
                  <a:lnTo>
                    <a:pt x="440187" y="429983"/>
                  </a:lnTo>
                  <a:lnTo>
                    <a:pt x="434299" y="439315"/>
                  </a:lnTo>
                  <a:close/>
                  <a:moveTo>
                    <a:pt x="476913" y="393828"/>
                  </a:moveTo>
                  <a:lnTo>
                    <a:pt x="489713" y="394365"/>
                  </a:lnTo>
                  <a:lnTo>
                    <a:pt x="528244" y="413850"/>
                  </a:lnTo>
                  <a:close/>
                  <a:moveTo>
                    <a:pt x="106973" y="30406"/>
                  </a:moveTo>
                  <a:lnTo>
                    <a:pt x="122420" y="35010"/>
                  </a:lnTo>
                  <a:lnTo>
                    <a:pt x="96469" y="16913"/>
                  </a:lnTo>
                  <a:close/>
                  <a:moveTo>
                    <a:pt x="1012922" y="1034393"/>
                  </a:moveTo>
                  <a:lnTo>
                    <a:pt x="1003850" y="1070875"/>
                  </a:lnTo>
                  <a:lnTo>
                    <a:pt x="1024511" y="1046967"/>
                  </a:lnTo>
                  <a:close/>
                  <a:moveTo>
                    <a:pt x="1001758" y="998721"/>
                  </a:moveTo>
                  <a:lnTo>
                    <a:pt x="1012922" y="1034393"/>
                  </a:lnTo>
                  <a:lnTo>
                    <a:pt x="1024511" y="1046967"/>
                  </a:lnTo>
                  <a:close/>
                  <a:moveTo>
                    <a:pt x="786619" y="617801"/>
                  </a:moveTo>
                  <a:lnTo>
                    <a:pt x="748043" y="577328"/>
                  </a:lnTo>
                  <a:lnTo>
                    <a:pt x="744510" y="624947"/>
                  </a:lnTo>
                  <a:close/>
                  <a:moveTo>
                    <a:pt x="786619" y="617801"/>
                  </a:moveTo>
                  <a:lnTo>
                    <a:pt x="799575" y="625478"/>
                  </a:lnTo>
                  <a:lnTo>
                    <a:pt x="795689" y="598486"/>
                  </a:lnTo>
                  <a:close/>
                  <a:moveTo>
                    <a:pt x="833766" y="606560"/>
                  </a:moveTo>
                  <a:lnTo>
                    <a:pt x="809738" y="599006"/>
                  </a:lnTo>
                  <a:lnTo>
                    <a:pt x="812051" y="554356"/>
                  </a:lnTo>
                  <a:close/>
                  <a:moveTo>
                    <a:pt x="795689" y="598486"/>
                  </a:moveTo>
                  <a:lnTo>
                    <a:pt x="828126" y="595185"/>
                  </a:lnTo>
                  <a:lnTo>
                    <a:pt x="812051" y="554356"/>
                  </a:lnTo>
                  <a:close/>
                  <a:moveTo>
                    <a:pt x="814624" y="544703"/>
                  </a:moveTo>
                  <a:lnTo>
                    <a:pt x="779134" y="536589"/>
                  </a:lnTo>
                  <a:lnTo>
                    <a:pt x="839825" y="542717"/>
                  </a:lnTo>
                  <a:close/>
                  <a:moveTo>
                    <a:pt x="850376" y="548309"/>
                  </a:moveTo>
                  <a:lnTo>
                    <a:pt x="862960" y="554356"/>
                  </a:lnTo>
                  <a:lnTo>
                    <a:pt x="839825" y="54271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77" name="Input_density__68">
              <a:extLst>
                <a:ext uri="{FF2B5EF4-FFF2-40B4-BE49-F238E27FC236}">
                  <a16:creationId xmlns:a16="http://schemas.microsoft.com/office/drawing/2014/main" id="{66A70DCE-60D0-CB01-9AE3-D1C4A5D93925}"/>
                </a:ext>
              </a:extLst>
            </p:cNvPr>
            <p:cNvSpPr>
              <a:spLocks noGrp="1"/>
            </p:cNvSpPr>
            <p:nvPr/>
          </p:nvSpPr>
          <p:spPr>
            <a:xfrm>
              <a:off x="1033905" y="1836576"/>
              <a:ext cx="922034" cy="1459074"/>
            </a:xfrm>
            <a:custGeom>
              <a:avLst/>
              <a:gdLst/>
              <a:ahLst/>
              <a:cxnLst/>
              <a:rect l="0" t="0" r="0" b="0"/>
              <a:pathLst>
                <a:path w="922034" h="1459074">
                  <a:moveTo>
                    <a:pt x="334395" y="1455870"/>
                  </a:moveTo>
                  <a:lnTo>
                    <a:pt x="339175" y="1458301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65784" y="1447968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84796" y="1438687"/>
                  </a:lnTo>
                  <a:lnTo>
                    <a:pt x="365784" y="1447968"/>
                  </a:lnTo>
                  <a:close/>
                  <a:moveTo>
                    <a:pt x="430979" y="1346362"/>
                  </a:moveTo>
                  <a:lnTo>
                    <a:pt x="444153" y="1337638"/>
                  </a:lnTo>
                  <a:lnTo>
                    <a:pt x="443775" y="1330810"/>
                  </a:lnTo>
                  <a:close/>
                  <a:moveTo>
                    <a:pt x="456777" y="1330810"/>
                  </a:moveTo>
                  <a:lnTo>
                    <a:pt x="444153" y="1337638"/>
                  </a:lnTo>
                  <a:lnTo>
                    <a:pt x="482633" y="1318701"/>
                  </a:lnTo>
                  <a:close/>
                  <a:moveTo>
                    <a:pt x="482633" y="1318701"/>
                  </a:moveTo>
                  <a:lnTo>
                    <a:pt x="444153" y="1337638"/>
                  </a:lnTo>
                  <a:lnTo>
                    <a:pt x="430979" y="1346362"/>
                  </a:lnTo>
                  <a:close/>
                  <a:moveTo>
                    <a:pt x="456777" y="1330810"/>
                  </a:moveTo>
                  <a:lnTo>
                    <a:pt x="453849" y="1335660"/>
                  </a:lnTo>
                  <a:lnTo>
                    <a:pt x="444153" y="1337638"/>
                  </a:lnTo>
                  <a:close/>
                  <a:moveTo>
                    <a:pt x="503517" y="1300576"/>
                  </a:moveTo>
                  <a:lnTo>
                    <a:pt x="456777" y="1330810"/>
                  </a:lnTo>
                  <a:lnTo>
                    <a:pt x="482633" y="1318701"/>
                  </a:lnTo>
                  <a:close/>
                  <a:moveTo>
                    <a:pt x="870342" y="1100261"/>
                  </a:moveTo>
                  <a:lnTo>
                    <a:pt x="870786" y="1099875"/>
                  </a:lnTo>
                  <a:lnTo>
                    <a:pt x="886576" y="1062701"/>
                  </a:lnTo>
                  <a:close/>
                  <a:moveTo>
                    <a:pt x="886576" y="1062701"/>
                  </a:moveTo>
                  <a:lnTo>
                    <a:pt x="870786" y="1099875"/>
                  </a:lnTo>
                  <a:lnTo>
                    <a:pt x="922034" y="1070697"/>
                  </a:lnTo>
                  <a:close/>
                  <a:moveTo>
                    <a:pt x="48034" y="53938"/>
                  </a:moveTo>
                  <a:lnTo>
                    <a:pt x="0" y="67773"/>
                  </a:lnTo>
                  <a:lnTo>
                    <a:pt x="49572" y="51084"/>
                  </a:lnTo>
                  <a:close/>
                  <a:moveTo>
                    <a:pt x="772646" y="845365"/>
                  </a:moveTo>
                  <a:lnTo>
                    <a:pt x="775387" y="810498"/>
                  </a:lnTo>
                  <a:lnTo>
                    <a:pt x="779810" y="816464"/>
                  </a:lnTo>
                  <a:close/>
                  <a:moveTo>
                    <a:pt x="48034" y="53938"/>
                  </a:moveTo>
                  <a:lnTo>
                    <a:pt x="49572" y="51084"/>
                  </a:lnTo>
                  <a:lnTo>
                    <a:pt x="63432" y="6693"/>
                  </a:lnTo>
                  <a:close/>
                  <a:moveTo>
                    <a:pt x="63432" y="6693"/>
                  </a:moveTo>
                  <a:lnTo>
                    <a:pt x="59594" y="53938"/>
                  </a:lnTo>
                  <a:lnTo>
                    <a:pt x="84474" y="8526"/>
                  </a:lnTo>
                  <a:close/>
                  <a:moveTo>
                    <a:pt x="84474" y="8526"/>
                  </a:moveTo>
                  <a:lnTo>
                    <a:pt x="76627" y="0"/>
                  </a:lnTo>
                  <a:lnTo>
                    <a:pt x="63432" y="6693"/>
                  </a:lnTo>
                  <a:close/>
                  <a:moveTo>
                    <a:pt x="779818" y="806895"/>
                  </a:moveTo>
                  <a:lnTo>
                    <a:pt x="779810" y="816464"/>
                  </a:lnTo>
                  <a:lnTo>
                    <a:pt x="779001" y="808610"/>
                  </a:lnTo>
                  <a:close/>
                  <a:moveTo>
                    <a:pt x="779001" y="808610"/>
                  </a:moveTo>
                  <a:lnTo>
                    <a:pt x="792822" y="768907"/>
                  </a:lnTo>
                  <a:lnTo>
                    <a:pt x="779818" y="806895"/>
                  </a:lnTo>
                  <a:close/>
                  <a:moveTo>
                    <a:pt x="668409" y="607651"/>
                  </a:moveTo>
                  <a:lnTo>
                    <a:pt x="684648" y="590468"/>
                  </a:lnTo>
                  <a:lnTo>
                    <a:pt x="666574" y="644406"/>
                  </a:lnTo>
                  <a:close/>
                  <a:moveTo>
                    <a:pt x="691612" y="555945"/>
                  </a:moveTo>
                  <a:lnTo>
                    <a:pt x="694712" y="555037"/>
                  </a:lnTo>
                  <a:lnTo>
                    <a:pt x="669219" y="570896"/>
                  </a:lnTo>
                  <a:close/>
                  <a:moveTo>
                    <a:pt x="669219" y="570896"/>
                  </a:moveTo>
                  <a:lnTo>
                    <a:pt x="694712" y="555037"/>
                  </a:lnTo>
                  <a:lnTo>
                    <a:pt x="684648" y="590468"/>
                  </a:lnTo>
                  <a:close/>
                  <a:moveTo>
                    <a:pt x="671202" y="563344"/>
                  </a:moveTo>
                  <a:lnTo>
                    <a:pt x="679374" y="570896"/>
                  </a:lnTo>
                  <a:lnTo>
                    <a:pt x="691612" y="555945"/>
                  </a:lnTo>
                  <a:close/>
                  <a:moveTo>
                    <a:pt x="815540" y="663978"/>
                  </a:moveTo>
                  <a:lnTo>
                    <a:pt x="814014" y="646795"/>
                  </a:lnTo>
                  <a:lnTo>
                    <a:pt x="816883" y="7007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78" name="Input_density__69">
              <a:extLst>
                <a:ext uri="{FF2B5EF4-FFF2-40B4-BE49-F238E27FC236}">
                  <a16:creationId xmlns:a16="http://schemas.microsoft.com/office/drawing/2014/main" id="{8D280FA6-7288-290E-2539-DF73465A5D6A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264857"/>
              <a:ext cx="865780" cy="850473"/>
            </a:xfrm>
            <a:custGeom>
              <a:avLst/>
              <a:gdLst/>
              <a:ahLst/>
              <a:cxnLst/>
              <a:rect l="0" t="0" r="0" b="0"/>
              <a:pathLst>
                <a:path w="865780" h="850473">
                  <a:moveTo>
                    <a:pt x="6847" y="513019"/>
                  </a:moveTo>
                  <a:lnTo>
                    <a:pt x="2908" y="476829"/>
                  </a:lnTo>
                  <a:lnTo>
                    <a:pt x="0" y="523940"/>
                  </a:lnTo>
                  <a:close/>
                  <a:moveTo>
                    <a:pt x="6847" y="513019"/>
                  </a:moveTo>
                  <a:lnTo>
                    <a:pt x="3266" y="476264"/>
                  </a:lnTo>
                  <a:lnTo>
                    <a:pt x="2908" y="476829"/>
                  </a:lnTo>
                  <a:close/>
                  <a:moveTo>
                    <a:pt x="25955" y="559834"/>
                  </a:moveTo>
                  <a:lnTo>
                    <a:pt x="46673" y="575490"/>
                  </a:lnTo>
                  <a:lnTo>
                    <a:pt x="26108" y="549774"/>
                  </a:lnTo>
                  <a:close/>
                  <a:moveTo>
                    <a:pt x="22806" y="505400"/>
                  </a:moveTo>
                  <a:lnTo>
                    <a:pt x="20337" y="538832"/>
                  </a:lnTo>
                  <a:lnTo>
                    <a:pt x="44531" y="495836"/>
                  </a:lnTo>
                  <a:close/>
                  <a:moveTo>
                    <a:pt x="44531" y="495836"/>
                  </a:moveTo>
                  <a:lnTo>
                    <a:pt x="20337" y="538832"/>
                  </a:lnTo>
                  <a:lnTo>
                    <a:pt x="26108" y="549774"/>
                  </a:lnTo>
                  <a:close/>
                  <a:moveTo>
                    <a:pt x="44531" y="495836"/>
                  </a:moveTo>
                  <a:lnTo>
                    <a:pt x="26108" y="549774"/>
                  </a:lnTo>
                  <a:lnTo>
                    <a:pt x="51038" y="532591"/>
                  </a:lnTo>
                  <a:close/>
                  <a:moveTo>
                    <a:pt x="6847" y="513019"/>
                  </a:moveTo>
                  <a:lnTo>
                    <a:pt x="20337" y="538832"/>
                  </a:lnTo>
                  <a:lnTo>
                    <a:pt x="22806" y="505400"/>
                  </a:lnTo>
                  <a:close/>
                  <a:moveTo>
                    <a:pt x="3266" y="476264"/>
                  </a:moveTo>
                  <a:lnTo>
                    <a:pt x="22806" y="505400"/>
                  </a:lnTo>
                  <a:lnTo>
                    <a:pt x="4150" y="475820"/>
                  </a:lnTo>
                  <a:close/>
                  <a:moveTo>
                    <a:pt x="3266" y="476264"/>
                  </a:moveTo>
                  <a:lnTo>
                    <a:pt x="6847" y="513019"/>
                  </a:lnTo>
                  <a:lnTo>
                    <a:pt x="22806" y="505400"/>
                  </a:lnTo>
                  <a:close/>
                  <a:moveTo>
                    <a:pt x="44531" y="495836"/>
                  </a:moveTo>
                  <a:lnTo>
                    <a:pt x="50280" y="459081"/>
                  </a:lnTo>
                  <a:lnTo>
                    <a:pt x="22806" y="505400"/>
                  </a:lnTo>
                  <a:close/>
                  <a:moveTo>
                    <a:pt x="50280" y="459081"/>
                  </a:moveTo>
                  <a:lnTo>
                    <a:pt x="4150" y="475820"/>
                  </a:lnTo>
                  <a:lnTo>
                    <a:pt x="22806" y="505400"/>
                  </a:lnTo>
                  <a:close/>
                  <a:moveTo>
                    <a:pt x="54977" y="447558"/>
                  </a:moveTo>
                  <a:lnTo>
                    <a:pt x="3472" y="475776"/>
                  </a:lnTo>
                  <a:lnTo>
                    <a:pt x="50280" y="459081"/>
                  </a:lnTo>
                  <a:close/>
                  <a:moveTo>
                    <a:pt x="50280" y="459081"/>
                  </a:moveTo>
                  <a:lnTo>
                    <a:pt x="3472" y="475776"/>
                  </a:lnTo>
                  <a:lnTo>
                    <a:pt x="4150" y="475820"/>
                  </a:lnTo>
                  <a:close/>
                  <a:moveTo>
                    <a:pt x="50280" y="459081"/>
                  </a:moveTo>
                  <a:lnTo>
                    <a:pt x="79923" y="486053"/>
                  </a:lnTo>
                  <a:lnTo>
                    <a:pt x="61979" y="455894"/>
                  </a:lnTo>
                  <a:close/>
                  <a:moveTo>
                    <a:pt x="50280" y="459081"/>
                  </a:moveTo>
                  <a:lnTo>
                    <a:pt x="44531" y="495836"/>
                  </a:lnTo>
                  <a:lnTo>
                    <a:pt x="79923" y="486053"/>
                  </a:lnTo>
                  <a:close/>
                  <a:moveTo>
                    <a:pt x="115913" y="454604"/>
                  </a:moveTo>
                  <a:lnTo>
                    <a:pt x="108688" y="441898"/>
                  </a:lnTo>
                  <a:lnTo>
                    <a:pt x="118013" y="482175"/>
                  </a:lnTo>
                  <a:close/>
                  <a:moveTo>
                    <a:pt x="118013" y="482175"/>
                  </a:moveTo>
                  <a:lnTo>
                    <a:pt x="108688" y="441898"/>
                  </a:lnTo>
                  <a:lnTo>
                    <a:pt x="61979" y="455894"/>
                  </a:lnTo>
                  <a:close/>
                  <a:moveTo>
                    <a:pt x="118013" y="482175"/>
                  </a:moveTo>
                  <a:lnTo>
                    <a:pt x="61979" y="455894"/>
                  </a:lnTo>
                  <a:lnTo>
                    <a:pt x="79923" y="486053"/>
                  </a:lnTo>
                  <a:close/>
                  <a:moveTo>
                    <a:pt x="54977" y="447558"/>
                  </a:moveTo>
                  <a:lnTo>
                    <a:pt x="50280" y="459081"/>
                  </a:lnTo>
                  <a:lnTo>
                    <a:pt x="61979" y="455894"/>
                  </a:lnTo>
                  <a:close/>
                  <a:moveTo>
                    <a:pt x="109030" y="428870"/>
                  </a:moveTo>
                  <a:lnTo>
                    <a:pt x="54977" y="447558"/>
                  </a:lnTo>
                  <a:lnTo>
                    <a:pt x="108688" y="441898"/>
                  </a:lnTo>
                  <a:close/>
                  <a:moveTo>
                    <a:pt x="108688" y="441898"/>
                  </a:moveTo>
                  <a:lnTo>
                    <a:pt x="54977" y="447558"/>
                  </a:lnTo>
                  <a:lnTo>
                    <a:pt x="61979" y="455894"/>
                  </a:lnTo>
                  <a:close/>
                  <a:moveTo>
                    <a:pt x="114679" y="440138"/>
                  </a:moveTo>
                  <a:lnTo>
                    <a:pt x="167238" y="425714"/>
                  </a:lnTo>
                  <a:lnTo>
                    <a:pt x="165667" y="425774"/>
                  </a:lnTo>
                  <a:close/>
                  <a:moveTo>
                    <a:pt x="108688" y="441898"/>
                  </a:moveTo>
                  <a:lnTo>
                    <a:pt x="115913" y="454604"/>
                  </a:lnTo>
                  <a:lnTo>
                    <a:pt x="114679" y="440138"/>
                  </a:lnTo>
                  <a:close/>
                  <a:moveTo>
                    <a:pt x="109030" y="428870"/>
                  </a:moveTo>
                  <a:lnTo>
                    <a:pt x="108688" y="441898"/>
                  </a:lnTo>
                  <a:lnTo>
                    <a:pt x="114679" y="440138"/>
                  </a:lnTo>
                  <a:close/>
                  <a:moveTo>
                    <a:pt x="114679" y="440138"/>
                  </a:moveTo>
                  <a:lnTo>
                    <a:pt x="109324" y="405143"/>
                  </a:lnTo>
                  <a:lnTo>
                    <a:pt x="109030" y="428870"/>
                  </a:lnTo>
                  <a:close/>
                  <a:moveTo>
                    <a:pt x="150956" y="392986"/>
                  </a:moveTo>
                  <a:lnTo>
                    <a:pt x="109324" y="405143"/>
                  </a:lnTo>
                  <a:lnTo>
                    <a:pt x="114679" y="440138"/>
                  </a:lnTo>
                  <a:close/>
                  <a:moveTo>
                    <a:pt x="165667" y="425774"/>
                  </a:moveTo>
                  <a:lnTo>
                    <a:pt x="150956" y="392986"/>
                  </a:lnTo>
                  <a:lnTo>
                    <a:pt x="114679" y="440138"/>
                  </a:lnTo>
                  <a:close/>
                  <a:moveTo>
                    <a:pt x="475477" y="828650"/>
                  </a:moveTo>
                  <a:lnTo>
                    <a:pt x="475913" y="832343"/>
                  </a:lnTo>
                  <a:lnTo>
                    <a:pt x="536996" y="850473"/>
                  </a:lnTo>
                  <a:close/>
                  <a:moveTo>
                    <a:pt x="520518" y="819121"/>
                  </a:moveTo>
                  <a:lnTo>
                    <a:pt x="475477" y="828650"/>
                  </a:lnTo>
                  <a:lnTo>
                    <a:pt x="536996" y="850473"/>
                  </a:lnTo>
                  <a:close/>
                  <a:moveTo>
                    <a:pt x="547986" y="848591"/>
                  </a:moveTo>
                  <a:lnTo>
                    <a:pt x="551957" y="811836"/>
                  </a:lnTo>
                  <a:lnTo>
                    <a:pt x="536996" y="850473"/>
                  </a:lnTo>
                  <a:close/>
                  <a:moveTo>
                    <a:pt x="551957" y="811836"/>
                  </a:moveTo>
                  <a:lnTo>
                    <a:pt x="520518" y="819121"/>
                  </a:lnTo>
                  <a:lnTo>
                    <a:pt x="536996" y="850473"/>
                  </a:lnTo>
                  <a:close/>
                  <a:moveTo>
                    <a:pt x="473542" y="829019"/>
                  </a:moveTo>
                  <a:lnTo>
                    <a:pt x="475913" y="832343"/>
                  </a:lnTo>
                  <a:lnTo>
                    <a:pt x="475477" y="828650"/>
                  </a:lnTo>
                  <a:close/>
                  <a:moveTo>
                    <a:pt x="474377" y="826597"/>
                  </a:moveTo>
                  <a:lnTo>
                    <a:pt x="473542" y="829019"/>
                  </a:lnTo>
                  <a:lnTo>
                    <a:pt x="475477" y="828650"/>
                  </a:lnTo>
                  <a:close/>
                  <a:moveTo>
                    <a:pt x="475477" y="828650"/>
                  </a:moveTo>
                  <a:lnTo>
                    <a:pt x="502989" y="808997"/>
                  </a:lnTo>
                  <a:lnTo>
                    <a:pt x="474377" y="826597"/>
                  </a:lnTo>
                  <a:close/>
                  <a:moveTo>
                    <a:pt x="475477" y="828650"/>
                  </a:moveTo>
                  <a:lnTo>
                    <a:pt x="520518" y="819121"/>
                  </a:lnTo>
                  <a:lnTo>
                    <a:pt x="502989" y="808997"/>
                  </a:lnTo>
                  <a:close/>
                  <a:moveTo>
                    <a:pt x="550306" y="775081"/>
                  </a:moveTo>
                  <a:lnTo>
                    <a:pt x="520518" y="819121"/>
                  </a:lnTo>
                  <a:lnTo>
                    <a:pt x="551957" y="811836"/>
                  </a:lnTo>
                  <a:close/>
                  <a:moveTo>
                    <a:pt x="157774" y="334021"/>
                  </a:moveTo>
                  <a:lnTo>
                    <a:pt x="160576" y="304598"/>
                  </a:lnTo>
                  <a:lnTo>
                    <a:pt x="117122" y="314449"/>
                  </a:lnTo>
                  <a:close/>
                  <a:moveTo>
                    <a:pt x="121621" y="351204"/>
                  </a:moveTo>
                  <a:lnTo>
                    <a:pt x="157774" y="334021"/>
                  </a:lnTo>
                  <a:lnTo>
                    <a:pt x="117122" y="314449"/>
                  </a:lnTo>
                  <a:close/>
                  <a:moveTo>
                    <a:pt x="157774" y="334021"/>
                  </a:moveTo>
                  <a:lnTo>
                    <a:pt x="174783" y="357716"/>
                  </a:lnTo>
                  <a:lnTo>
                    <a:pt x="174955" y="328728"/>
                  </a:lnTo>
                  <a:close/>
                  <a:moveTo>
                    <a:pt x="157774" y="334021"/>
                  </a:moveTo>
                  <a:lnTo>
                    <a:pt x="174955" y="328728"/>
                  </a:lnTo>
                  <a:lnTo>
                    <a:pt x="160576" y="304598"/>
                  </a:lnTo>
                  <a:close/>
                  <a:moveTo>
                    <a:pt x="255904" y="299654"/>
                  </a:moveTo>
                  <a:lnTo>
                    <a:pt x="271339" y="277155"/>
                  </a:lnTo>
                  <a:lnTo>
                    <a:pt x="238945" y="280082"/>
                  </a:lnTo>
                  <a:close/>
                  <a:moveTo>
                    <a:pt x="223064" y="316837"/>
                  </a:moveTo>
                  <a:lnTo>
                    <a:pt x="255904" y="299654"/>
                  </a:lnTo>
                  <a:lnTo>
                    <a:pt x="238945" y="280082"/>
                  </a:lnTo>
                  <a:close/>
                  <a:moveTo>
                    <a:pt x="525696" y="194166"/>
                  </a:moveTo>
                  <a:lnTo>
                    <a:pt x="549197" y="176982"/>
                  </a:lnTo>
                  <a:lnTo>
                    <a:pt x="515314" y="181622"/>
                  </a:lnTo>
                  <a:close/>
                  <a:moveTo>
                    <a:pt x="549197" y="176982"/>
                  </a:moveTo>
                  <a:lnTo>
                    <a:pt x="530299" y="141442"/>
                  </a:lnTo>
                  <a:lnTo>
                    <a:pt x="515314" y="181622"/>
                  </a:lnTo>
                  <a:close/>
                  <a:moveTo>
                    <a:pt x="529461" y="140227"/>
                  </a:moveTo>
                  <a:lnTo>
                    <a:pt x="515314" y="181622"/>
                  </a:lnTo>
                  <a:lnTo>
                    <a:pt x="530299" y="141442"/>
                  </a:lnTo>
                  <a:close/>
                  <a:moveTo>
                    <a:pt x="529461" y="140227"/>
                  </a:moveTo>
                  <a:lnTo>
                    <a:pt x="500697" y="157411"/>
                  </a:lnTo>
                  <a:lnTo>
                    <a:pt x="515314" y="181622"/>
                  </a:lnTo>
                  <a:close/>
                  <a:moveTo>
                    <a:pt x="529412" y="138125"/>
                  </a:moveTo>
                  <a:lnTo>
                    <a:pt x="500697" y="157411"/>
                  </a:lnTo>
                  <a:lnTo>
                    <a:pt x="529461" y="140227"/>
                  </a:lnTo>
                  <a:close/>
                  <a:moveTo>
                    <a:pt x="529461" y="140227"/>
                  </a:moveTo>
                  <a:lnTo>
                    <a:pt x="530299" y="141442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29461" y="140227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30408" y="139875"/>
                  </a:lnTo>
                  <a:lnTo>
                    <a:pt x="531406" y="103472"/>
                  </a:lnTo>
                  <a:close/>
                  <a:moveTo>
                    <a:pt x="531406" y="103472"/>
                  </a:moveTo>
                  <a:lnTo>
                    <a:pt x="530408" y="139875"/>
                  </a:lnTo>
                  <a:lnTo>
                    <a:pt x="579418" y="123044"/>
                  </a:lnTo>
                  <a:close/>
                  <a:moveTo>
                    <a:pt x="531406" y="103472"/>
                  </a:moveTo>
                  <a:lnTo>
                    <a:pt x="579418" y="123044"/>
                  </a:lnTo>
                  <a:lnTo>
                    <a:pt x="568119" y="86289"/>
                  </a:lnTo>
                  <a:close/>
                  <a:moveTo>
                    <a:pt x="506814" y="24815"/>
                  </a:moveTo>
                  <a:lnTo>
                    <a:pt x="537689" y="12779"/>
                  </a:lnTo>
                  <a:lnTo>
                    <a:pt x="518201" y="0"/>
                  </a:lnTo>
                  <a:close/>
                  <a:moveTo>
                    <a:pt x="506814" y="24815"/>
                  </a:moveTo>
                  <a:lnTo>
                    <a:pt x="523966" y="21555"/>
                  </a:lnTo>
                  <a:lnTo>
                    <a:pt x="537689" y="12779"/>
                  </a:lnTo>
                  <a:close/>
                  <a:moveTo>
                    <a:pt x="723028" y="75092"/>
                  </a:moveTo>
                  <a:lnTo>
                    <a:pt x="682361" y="105861"/>
                  </a:lnTo>
                  <a:lnTo>
                    <a:pt x="711857" y="88677"/>
                  </a:lnTo>
                  <a:close/>
                  <a:moveTo>
                    <a:pt x="821644" y="98440"/>
                  </a:moveTo>
                  <a:lnTo>
                    <a:pt x="797298" y="71494"/>
                  </a:lnTo>
                  <a:lnTo>
                    <a:pt x="812574" y="117755"/>
                  </a:lnTo>
                  <a:close/>
                  <a:moveTo>
                    <a:pt x="812574" y="117755"/>
                  </a:moveTo>
                  <a:lnTo>
                    <a:pt x="797298" y="71494"/>
                  </a:lnTo>
                  <a:lnTo>
                    <a:pt x="773998" y="77282"/>
                  </a:lnTo>
                  <a:close/>
                  <a:moveTo>
                    <a:pt x="736268" y="80867"/>
                  </a:moveTo>
                  <a:lnTo>
                    <a:pt x="754035" y="66448"/>
                  </a:lnTo>
                  <a:lnTo>
                    <a:pt x="723028" y="75092"/>
                  </a:lnTo>
                  <a:close/>
                  <a:moveTo>
                    <a:pt x="736268" y="80867"/>
                  </a:moveTo>
                  <a:lnTo>
                    <a:pt x="773998" y="77282"/>
                  </a:lnTo>
                  <a:lnTo>
                    <a:pt x="754035" y="66448"/>
                  </a:lnTo>
                  <a:close/>
                  <a:moveTo>
                    <a:pt x="805089" y="36543"/>
                  </a:moveTo>
                  <a:lnTo>
                    <a:pt x="754035" y="66448"/>
                  </a:lnTo>
                  <a:lnTo>
                    <a:pt x="797298" y="71494"/>
                  </a:lnTo>
                  <a:close/>
                  <a:moveTo>
                    <a:pt x="797298" y="71494"/>
                  </a:moveTo>
                  <a:lnTo>
                    <a:pt x="754035" y="66448"/>
                  </a:lnTo>
                  <a:lnTo>
                    <a:pt x="773998" y="77282"/>
                  </a:lnTo>
                  <a:close/>
                  <a:moveTo>
                    <a:pt x="797298" y="71494"/>
                  </a:moveTo>
                  <a:lnTo>
                    <a:pt x="821644" y="98440"/>
                  </a:lnTo>
                  <a:lnTo>
                    <a:pt x="834116" y="55495"/>
                  </a:lnTo>
                  <a:close/>
                  <a:moveTo>
                    <a:pt x="805089" y="36543"/>
                  </a:moveTo>
                  <a:lnTo>
                    <a:pt x="797298" y="71494"/>
                  </a:lnTo>
                  <a:lnTo>
                    <a:pt x="834116" y="55495"/>
                  </a:lnTo>
                  <a:close/>
                  <a:moveTo>
                    <a:pt x="865780" y="42671"/>
                  </a:moveTo>
                  <a:lnTo>
                    <a:pt x="834116" y="55495"/>
                  </a:lnTo>
                  <a:lnTo>
                    <a:pt x="838006" y="54310"/>
                  </a:lnTo>
                  <a:close/>
                  <a:moveTo>
                    <a:pt x="805089" y="36543"/>
                  </a:moveTo>
                  <a:lnTo>
                    <a:pt x="834116" y="55495"/>
                  </a:lnTo>
                  <a:lnTo>
                    <a:pt x="865780" y="4267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79" name="Input_density__70">
              <a:extLst>
                <a:ext uri="{FF2B5EF4-FFF2-40B4-BE49-F238E27FC236}">
                  <a16:creationId xmlns:a16="http://schemas.microsoft.com/office/drawing/2014/main" id="{2E8DBDFD-E645-AC5D-C898-3215D38A80CC}"/>
                </a:ext>
              </a:extLst>
            </p:cNvPr>
            <p:cNvSpPr>
              <a:spLocks noGrp="1"/>
            </p:cNvSpPr>
            <p:nvPr/>
          </p:nvSpPr>
          <p:spPr>
            <a:xfrm>
              <a:off x="1516538" y="2645186"/>
              <a:ext cx="297177" cy="510092"/>
            </a:xfrm>
            <a:custGeom>
              <a:avLst/>
              <a:gdLst/>
              <a:ahLst/>
              <a:cxnLst/>
              <a:rect l="0" t="0" r="0" b="0"/>
              <a:pathLst>
                <a:path w="297177" h="510092">
                  <a:moveTo>
                    <a:pt x="20884" y="491966"/>
                  </a:moveTo>
                  <a:lnTo>
                    <a:pt x="0" y="510092"/>
                  </a:lnTo>
                  <a:lnTo>
                    <a:pt x="48127" y="469249"/>
                  </a:lnTo>
                  <a:close/>
                  <a:moveTo>
                    <a:pt x="297177" y="7855"/>
                  </a:moveTo>
                  <a:lnTo>
                    <a:pt x="292754" y="1888"/>
                  </a:lnTo>
                  <a:lnTo>
                    <a:pt x="296368" y="0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80" name="Input_density__71">
              <a:extLst>
                <a:ext uri="{FF2B5EF4-FFF2-40B4-BE49-F238E27FC236}">
                  <a16:creationId xmlns:a16="http://schemas.microsoft.com/office/drawing/2014/main" id="{FCA42705-11F3-CFE3-1869-94660C1BF29E}"/>
                </a:ext>
              </a:extLst>
            </p:cNvPr>
            <p:cNvSpPr>
              <a:spLocks noGrp="1"/>
            </p:cNvSpPr>
            <p:nvPr/>
          </p:nvSpPr>
          <p:spPr>
            <a:xfrm>
              <a:off x="900356" y="1781724"/>
              <a:ext cx="1096972" cy="1421775"/>
            </a:xfrm>
            <a:custGeom>
              <a:avLst/>
              <a:gdLst/>
              <a:ahLst/>
              <a:cxnLst/>
              <a:rect l="0" t="0" r="0" b="0"/>
              <a:pathLst>
                <a:path w="1096972" h="1421775">
                  <a:moveTo>
                    <a:pt x="151" y="1177539"/>
                  </a:moveTo>
                  <a:lnTo>
                    <a:pt x="0" y="1179116"/>
                  </a:lnTo>
                  <a:lnTo>
                    <a:pt x="4588" y="1187439"/>
                  </a:lnTo>
                  <a:close/>
                  <a:moveTo>
                    <a:pt x="545" y="1172325"/>
                  </a:moveTo>
                  <a:lnTo>
                    <a:pt x="0" y="1179116"/>
                  </a:lnTo>
                  <a:lnTo>
                    <a:pt x="151" y="1177539"/>
                  </a:lnTo>
                  <a:close/>
                  <a:moveTo>
                    <a:pt x="241571" y="1386647"/>
                  </a:moveTo>
                  <a:lnTo>
                    <a:pt x="273755" y="1417641"/>
                  </a:lnTo>
                  <a:lnTo>
                    <a:pt x="252050" y="1393572"/>
                  </a:lnTo>
                  <a:close/>
                  <a:moveTo>
                    <a:pt x="151" y="1177539"/>
                  </a:moveTo>
                  <a:lnTo>
                    <a:pt x="4588" y="1187439"/>
                  </a:lnTo>
                  <a:lnTo>
                    <a:pt x="16029" y="1197111"/>
                  </a:lnTo>
                  <a:close/>
                  <a:moveTo>
                    <a:pt x="239543" y="1380886"/>
                  </a:moveTo>
                  <a:lnTo>
                    <a:pt x="241571" y="1386647"/>
                  </a:lnTo>
                  <a:lnTo>
                    <a:pt x="252050" y="1393572"/>
                  </a:lnTo>
                  <a:close/>
                  <a:moveTo>
                    <a:pt x="341764" y="1383274"/>
                  </a:moveTo>
                  <a:lnTo>
                    <a:pt x="357186" y="1391577"/>
                  </a:lnTo>
                  <a:lnTo>
                    <a:pt x="315399" y="1353714"/>
                  </a:lnTo>
                  <a:close/>
                  <a:moveTo>
                    <a:pt x="315399" y="1353714"/>
                  </a:moveTo>
                  <a:lnTo>
                    <a:pt x="357186" y="1391577"/>
                  </a:lnTo>
                  <a:lnTo>
                    <a:pt x="335556" y="1363703"/>
                  </a:lnTo>
                  <a:close/>
                  <a:moveTo>
                    <a:pt x="269584" y="1236254"/>
                  </a:moveTo>
                  <a:lnTo>
                    <a:pt x="253833" y="1207819"/>
                  </a:lnTo>
                  <a:lnTo>
                    <a:pt x="239606" y="1250836"/>
                  </a:lnTo>
                  <a:close/>
                  <a:moveTo>
                    <a:pt x="218936" y="1201922"/>
                  </a:moveTo>
                  <a:lnTo>
                    <a:pt x="204191" y="1243003"/>
                  </a:lnTo>
                  <a:lnTo>
                    <a:pt x="253833" y="1207819"/>
                  </a:lnTo>
                  <a:close/>
                  <a:moveTo>
                    <a:pt x="115374" y="1063874"/>
                  </a:moveTo>
                  <a:lnTo>
                    <a:pt x="136959" y="1089234"/>
                  </a:lnTo>
                  <a:lnTo>
                    <a:pt x="141514" y="1100585"/>
                  </a:lnTo>
                  <a:close/>
                  <a:moveTo>
                    <a:pt x="344640" y="1255826"/>
                  </a:moveTo>
                  <a:lnTo>
                    <a:pt x="344031" y="1295905"/>
                  </a:lnTo>
                  <a:lnTo>
                    <a:pt x="363853" y="1273806"/>
                  </a:lnTo>
                  <a:close/>
                  <a:moveTo>
                    <a:pt x="336018" y="1219071"/>
                  </a:moveTo>
                  <a:lnTo>
                    <a:pt x="300814" y="1258897"/>
                  </a:lnTo>
                  <a:lnTo>
                    <a:pt x="313603" y="1273009"/>
                  </a:lnTo>
                  <a:close/>
                  <a:moveTo>
                    <a:pt x="213670" y="1199499"/>
                  </a:moveTo>
                  <a:lnTo>
                    <a:pt x="218936" y="1201922"/>
                  </a:lnTo>
                  <a:lnTo>
                    <a:pt x="219741" y="1198317"/>
                  </a:lnTo>
                  <a:close/>
                  <a:moveTo>
                    <a:pt x="288514" y="1196583"/>
                  </a:moveTo>
                  <a:lnTo>
                    <a:pt x="257125" y="1195014"/>
                  </a:lnTo>
                  <a:lnTo>
                    <a:pt x="304389" y="1228425"/>
                  </a:lnTo>
                  <a:close/>
                  <a:moveTo>
                    <a:pt x="187117" y="1162744"/>
                  </a:moveTo>
                  <a:lnTo>
                    <a:pt x="213670" y="1199499"/>
                  </a:lnTo>
                  <a:lnTo>
                    <a:pt x="219741" y="1198317"/>
                  </a:lnTo>
                  <a:close/>
                  <a:moveTo>
                    <a:pt x="257125" y="1195014"/>
                  </a:moveTo>
                  <a:lnTo>
                    <a:pt x="218936" y="1201922"/>
                  </a:lnTo>
                  <a:lnTo>
                    <a:pt x="253833" y="1207819"/>
                  </a:lnTo>
                  <a:close/>
                  <a:moveTo>
                    <a:pt x="257125" y="1195014"/>
                  </a:moveTo>
                  <a:lnTo>
                    <a:pt x="219741" y="1198317"/>
                  </a:lnTo>
                  <a:lnTo>
                    <a:pt x="218936" y="1201922"/>
                  </a:lnTo>
                  <a:close/>
                  <a:moveTo>
                    <a:pt x="257125" y="1195014"/>
                  </a:moveTo>
                  <a:lnTo>
                    <a:pt x="249999" y="119348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57125" y="119501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22937" y="1162744"/>
                  </a:lnTo>
                  <a:lnTo>
                    <a:pt x="205408" y="1151345"/>
                  </a:lnTo>
                  <a:close/>
                  <a:moveTo>
                    <a:pt x="179382" y="1089234"/>
                  </a:moveTo>
                  <a:lnTo>
                    <a:pt x="208654" y="1067274"/>
                  </a:lnTo>
                  <a:lnTo>
                    <a:pt x="155913" y="1044132"/>
                  </a:lnTo>
                  <a:close/>
                  <a:moveTo>
                    <a:pt x="155913" y="1044132"/>
                  </a:moveTo>
                  <a:lnTo>
                    <a:pt x="208654" y="1067274"/>
                  </a:lnTo>
                  <a:lnTo>
                    <a:pt x="190743" y="1042904"/>
                  </a:lnTo>
                  <a:close/>
                  <a:moveTo>
                    <a:pt x="179382" y="1089234"/>
                  </a:moveTo>
                  <a:lnTo>
                    <a:pt x="155913" y="1044132"/>
                  </a:lnTo>
                  <a:lnTo>
                    <a:pt x="150793" y="1071723"/>
                  </a:lnTo>
                  <a:close/>
                  <a:moveTo>
                    <a:pt x="208654" y="1067274"/>
                  </a:moveTo>
                  <a:lnTo>
                    <a:pt x="214120" y="1072051"/>
                  </a:lnTo>
                  <a:lnTo>
                    <a:pt x="190743" y="1042904"/>
                  </a:lnTo>
                  <a:close/>
                  <a:moveTo>
                    <a:pt x="190743" y="1042904"/>
                  </a:moveTo>
                  <a:lnTo>
                    <a:pt x="214120" y="1072051"/>
                  </a:lnTo>
                  <a:lnTo>
                    <a:pt x="232806" y="1080543"/>
                  </a:lnTo>
                  <a:close/>
                  <a:moveTo>
                    <a:pt x="155913" y="1044132"/>
                  </a:moveTo>
                  <a:lnTo>
                    <a:pt x="180559" y="1006437"/>
                  </a:lnTo>
                  <a:lnTo>
                    <a:pt x="152872" y="1001857"/>
                  </a:lnTo>
                  <a:close/>
                  <a:moveTo>
                    <a:pt x="397547" y="1292581"/>
                  </a:moveTo>
                  <a:lnTo>
                    <a:pt x="393213" y="1299883"/>
                  </a:lnTo>
                  <a:lnTo>
                    <a:pt x="403058" y="1295809"/>
                  </a:lnTo>
                  <a:close/>
                  <a:moveTo>
                    <a:pt x="477565" y="1392635"/>
                  </a:moveTo>
                  <a:lnTo>
                    <a:pt x="496237" y="1395040"/>
                  </a:lnTo>
                  <a:lnTo>
                    <a:pt x="461527" y="1389842"/>
                  </a:lnTo>
                  <a:close/>
                  <a:moveTo>
                    <a:pt x="477565" y="1392635"/>
                  </a:moveTo>
                  <a:lnTo>
                    <a:pt x="506623" y="1396100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15164" y="1366091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28564" y="1419694"/>
                  </a:lnTo>
                  <a:lnTo>
                    <a:pt x="562439" y="1421775"/>
                  </a:lnTo>
                  <a:close/>
                  <a:moveTo>
                    <a:pt x="492532" y="1318062"/>
                  </a:moveTo>
                  <a:lnTo>
                    <a:pt x="443735" y="1323320"/>
                  </a:lnTo>
                  <a:lnTo>
                    <a:pt x="453571" y="1329336"/>
                  </a:lnTo>
                  <a:close/>
                  <a:moveTo>
                    <a:pt x="397547" y="1292581"/>
                  </a:moveTo>
                  <a:lnTo>
                    <a:pt x="403058" y="1295809"/>
                  </a:lnTo>
                  <a:lnTo>
                    <a:pt x="404496" y="1290710"/>
                  </a:lnTo>
                  <a:close/>
                  <a:moveTo>
                    <a:pt x="404496" y="1290710"/>
                  </a:moveTo>
                  <a:lnTo>
                    <a:pt x="363853" y="1273806"/>
                  </a:lnTo>
                  <a:lnTo>
                    <a:pt x="397547" y="1292581"/>
                  </a:lnTo>
                  <a:close/>
                  <a:moveTo>
                    <a:pt x="452930" y="1278421"/>
                  </a:moveTo>
                  <a:lnTo>
                    <a:pt x="403058" y="1295809"/>
                  </a:lnTo>
                  <a:lnTo>
                    <a:pt x="443735" y="1323320"/>
                  </a:lnTo>
                  <a:close/>
                  <a:moveTo>
                    <a:pt x="359284" y="1210884"/>
                  </a:moveTo>
                  <a:lnTo>
                    <a:pt x="386256" y="1232990"/>
                  </a:lnTo>
                  <a:lnTo>
                    <a:pt x="365546" y="1219071"/>
                  </a:lnTo>
                  <a:close/>
                  <a:moveTo>
                    <a:pt x="402556" y="1247540"/>
                  </a:moveTo>
                  <a:lnTo>
                    <a:pt x="386256" y="1232990"/>
                  </a:lnTo>
                  <a:lnTo>
                    <a:pt x="359284" y="1210884"/>
                  </a:lnTo>
                  <a:close/>
                  <a:moveTo>
                    <a:pt x="359284" y="1210884"/>
                  </a:moveTo>
                  <a:lnTo>
                    <a:pt x="341986" y="1192048"/>
                  </a:lnTo>
                  <a:lnTo>
                    <a:pt x="336018" y="1219071"/>
                  </a:lnTo>
                  <a:close/>
                  <a:moveTo>
                    <a:pt x="245824" y="1025212"/>
                  </a:moveTo>
                  <a:lnTo>
                    <a:pt x="214120" y="1072051"/>
                  </a:lnTo>
                  <a:lnTo>
                    <a:pt x="230875" y="1054147"/>
                  </a:lnTo>
                  <a:close/>
                  <a:moveTo>
                    <a:pt x="230875" y="1054147"/>
                  </a:moveTo>
                  <a:lnTo>
                    <a:pt x="244567" y="1018113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33536" y="990456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16743" y="981358"/>
                  </a:lnTo>
                  <a:lnTo>
                    <a:pt x="233536" y="990456"/>
                  </a:lnTo>
                  <a:close/>
                  <a:moveTo>
                    <a:pt x="550230" y="1348907"/>
                  </a:moveTo>
                  <a:lnTo>
                    <a:pt x="591055" y="1381634"/>
                  </a:lnTo>
                  <a:lnTo>
                    <a:pt x="595091" y="1333606"/>
                  </a:lnTo>
                  <a:close/>
                  <a:moveTo>
                    <a:pt x="595091" y="1333606"/>
                  </a:moveTo>
                  <a:lnTo>
                    <a:pt x="637066" y="1355429"/>
                  </a:lnTo>
                  <a:lnTo>
                    <a:pt x="606082" y="1331724"/>
                  </a:lnTo>
                  <a:close/>
                  <a:moveTo>
                    <a:pt x="428609" y="1201887"/>
                  </a:moveTo>
                  <a:lnTo>
                    <a:pt x="440478" y="1214934"/>
                  </a:lnTo>
                  <a:lnTo>
                    <a:pt x="440423" y="1199096"/>
                  </a:lnTo>
                  <a:close/>
                  <a:moveTo>
                    <a:pt x="440423" y="1199096"/>
                  </a:moveTo>
                  <a:lnTo>
                    <a:pt x="398632" y="1183053"/>
                  </a:lnTo>
                  <a:lnTo>
                    <a:pt x="428609" y="1201887"/>
                  </a:lnTo>
                  <a:close/>
                  <a:moveTo>
                    <a:pt x="404228" y="1156686"/>
                  </a:moveTo>
                  <a:lnTo>
                    <a:pt x="398632" y="1183053"/>
                  </a:lnTo>
                  <a:lnTo>
                    <a:pt x="440423" y="1199096"/>
                  </a:lnTo>
                  <a:close/>
                  <a:moveTo>
                    <a:pt x="434694" y="1159006"/>
                  </a:moveTo>
                  <a:lnTo>
                    <a:pt x="404228" y="1156686"/>
                  </a:lnTo>
                  <a:lnTo>
                    <a:pt x="440423" y="1199096"/>
                  </a:lnTo>
                  <a:close/>
                  <a:moveTo>
                    <a:pt x="262835" y="1011383"/>
                  </a:moveTo>
                  <a:lnTo>
                    <a:pt x="244567" y="1018113"/>
                  </a:lnTo>
                  <a:lnTo>
                    <a:pt x="230875" y="1054147"/>
                  </a:lnTo>
                  <a:close/>
                  <a:moveTo>
                    <a:pt x="216743" y="981358"/>
                  </a:moveTo>
                  <a:lnTo>
                    <a:pt x="219007" y="975179"/>
                  </a:lnTo>
                  <a:lnTo>
                    <a:pt x="219071" y="930380"/>
                  </a:lnTo>
                  <a:close/>
                  <a:moveTo>
                    <a:pt x="645585" y="1314541"/>
                  </a:moveTo>
                  <a:lnTo>
                    <a:pt x="606082" y="1331724"/>
                  </a:lnTo>
                  <a:lnTo>
                    <a:pt x="637066" y="1355429"/>
                  </a:lnTo>
                  <a:close/>
                  <a:moveTo>
                    <a:pt x="230490" y="890664"/>
                  </a:moveTo>
                  <a:lnTo>
                    <a:pt x="222210" y="925539"/>
                  </a:lnTo>
                  <a:lnTo>
                    <a:pt x="220973" y="884087"/>
                  </a:lnTo>
                  <a:close/>
                  <a:moveTo>
                    <a:pt x="694776" y="1306740"/>
                  </a:moveTo>
                  <a:lnTo>
                    <a:pt x="667564" y="1260602"/>
                  </a:lnTo>
                  <a:lnTo>
                    <a:pt x="656766" y="1265807"/>
                  </a:lnTo>
                  <a:close/>
                  <a:moveTo>
                    <a:pt x="656766" y="1265807"/>
                  </a:moveTo>
                  <a:lnTo>
                    <a:pt x="665707" y="1270099"/>
                  </a:lnTo>
                  <a:lnTo>
                    <a:pt x="694776" y="1306740"/>
                  </a:lnTo>
                  <a:close/>
                  <a:moveTo>
                    <a:pt x="636107" y="1187092"/>
                  </a:moveTo>
                  <a:lnTo>
                    <a:pt x="605663" y="1170179"/>
                  </a:lnTo>
                  <a:lnTo>
                    <a:pt x="581374" y="1175574"/>
                  </a:lnTo>
                  <a:close/>
                  <a:moveTo>
                    <a:pt x="585826" y="1150338"/>
                  </a:moveTo>
                  <a:lnTo>
                    <a:pt x="581374" y="1175574"/>
                  </a:lnTo>
                  <a:lnTo>
                    <a:pt x="605663" y="1170179"/>
                  </a:lnTo>
                  <a:close/>
                  <a:moveTo>
                    <a:pt x="540930" y="1113582"/>
                  </a:moveTo>
                  <a:lnTo>
                    <a:pt x="540355" y="1146786"/>
                  </a:lnTo>
                  <a:lnTo>
                    <a:pt x="562220" y="1132330"/>
                  </a:lnTo>
                  <a:close/>
                  <a:moveTo>
                    <a:pt x="540930" y="1113582"/>
                  </a:moveTo>
                  <a:lnTo>
                    <a:pt x="522296" y="1130766"/>
                  </a:lnTo>
                  <a:lnTo>
                    <a:pt x="540355" y="1146786"/>
                  </a:lnTo>
                  <a:close/>
                  <a:moveTo>
                    <a:pt x="514789" y="1079571"/>
                  </a:moveTo>
                  <a:lnTo>
                    <a:pt x="511569" y="1078849"/>
                  </a:lnTo>
                  <a:lnTo>
                    <a:pt x="540930" y="1113582"/>
                  </a:lnTo>
                  <a:close/>
                  <a:moveTo>
                    <a:pt x="540930" y="1113582"/>
                  </a:moveTo>
                  <a:lnTo>
                    <a:pt x="511569" y="1078849"/>
                  </a:lnTo>
                  <a:lnTo>
                    <a:pt x="512557" y="1094011"/>
                  </a:lnTo>
                  <a:close/>
                  <a:moveTo>
                    <a:pt x="540930" y="1113582"/>
                  </a:moveTo>
                  <a:lnTo>
                    <a:pt x="512557" y="1094011"/>
                  </a:lnTo>
                  <a:lnTo>
                    <a:pt x="522296" y="1130766"/>
                  </a:lnTo>
                  <a:close/>
                  <a:moveTo>
                    <a:pt x="511322" y="1076828"/>
                  </a:moveTo>
                  <a:lnTo>
                    <a:pt x="486351" y="1069450"/>
                  </a:lnTo>
                  <a:lnTo>
                    <a:pt x="511569" y="1078849"/>
                  </a:lnTo>
                  <a:close/>
                  <a:moveTo>
                    <a:pt x="465577" y="1057256"/>
                  </a:moveTo>
                  <a:lnTo>
                    <a:pt x="486351" y="1069450"/>
                  </a:lnTo>
                  <a:lnTo>
                    <a:pt x="511322" y="1076828"/>
                  </a:lnTo>
                  <a:close/>
                  <a:moveTo>
                    <a:pt x="511322" y="1076828"/>
                  </a:moveTo>
                  <a:lnTo>
                    <a:pt x="511569" y="1078849"/>
                  </a:lnTo>
                  <a:lnTo>
                    <a:pt x="514789" y="1079571"/>
                  </a:lnTo>
                  <a:close/>
                  <a:moveTo>
                    <a:pt x="648388" y="1138376"/>
                  </a:moveTo>
                  <a:lnTo>
                    <a:pt x="613842" y="1139373"/>
                  </a:lnTo>
                  <a:lnTo>
                    <a:pt x="654307" y="1178312"/>
                  </a:lnTo>
                  <a:close/>
                  <a:moveTo>
                    <a:pt x="654307" y="1178312"/>
                  </a:moveTo>
                  <a:lnTo>
                    <a:pt x="675618" y="1143327"/>
                  </a:lnTo>
                  <a:lnTo>
                    <a:pt x="648388" y="1138376"/>
                  </a:lnTo>
                  <a:close/>
                  <a:moveTo>
                    <a:pt x="585826" y="1150338"/>
                  </a:moveTo>
                  <a:lnTo>
                    <a:pt x="605663" y="1170179"/>
                  </a:lnTo>
                  <a:lnTo>
                    <a:pt x="613842" y="1139373"/>
                  </a:lnTo>
                  <a:close/>
                  <a:moveTo>
                    <a:pt x="613842" y="1139373"/>
                  </a:moveTo>
                  <a:lnTo>
                    <a:pt x="562220" y="1132330"/>
                  </a:lnTo>
                  <a:lnTo>
                    <a:pt x="585826" y="1150338"/>
                  </a:lnTo>
                  <a:close/>
                  <a:moveTo>
                    <a:pt x="575169" y="1098978"/>
                  </a:moveTo>
                  <a:lnTo>
                    <a:pt x="562220" y="1132330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37191" y="1096399"/>
                  </a:lnTo>
                  <a:lnTo>
                    <a:pt x="648388" y="1138376"/>
                  </a:lnTo>
                  <a:close/>
                  <a:moveTo>
                    <a:pt x="648388" y="1138376"/>
                  </a:moveTo>
                  <a:lnTo>
                    <a:pt x="637191" y="1096399"/>
                  </a:lnTo>
                  <a:lnTo>
                    <a:pt x="605109" y="1101726"/>
                  </a:lnTo>
                  <a:close/>
                  <a:moveTo>
                    <a:pt x="648388" y="1138376"/>
                  </a:moveTo>
                  <a:lnTo>
                    <a:pt x="605109" y="1101726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48388" y="1138376"/>
                  </a:lnTo>
                  <a:lnTo>
                    <a:pt x="656674" y="1096399"/>
                  </a:lnTo>
                  <a:close/>
                  <a:moveTo>
                    <a:pt x="593685" y="1066267"/>
                  </a:moveTo>
                  <a:lnTo>
                    <a:pt x="575169" y="1098978"/>
                  </a:lnTo>
                  <a:lnTo>
                    <a:pt x="605109" y="1101726"/>
                  </a:lnTo>
                  <a:close/>
                  <a:moveTo>
                    <a:pt x="643701" y="1091612"/>
                  </a:moveTo>
                  <a:lnTo>
                    <a:pt x="602715" y="1076828"/>
                  </a:lnTo>
                  <a:lnTo>
                    <a:pt x="605109" y="1101726"/>
                  </a:lnTo>
                  <a:close/>
                  <a:moveTo>
                    <a:pt x="511322" y="1076828"/>
                  </a:moveTo>
                  <a:lnTo>
                    <a:pt x="514789" y="1079571"/>
                  </a:lnTo>
                  <a:lnTo>
                    <a:pt x="519834" y="1072130"/>
                  </a:lnTo>
                  <a:close/>
                  <a:moveTo>
                    <a:pt x="405339" y="823299"/>
                  </a:moveTo>
                  <a:lnTo>
                    <a:pt x="381495" y="802359"/>
                  </a:lnTo>
                  <a:lnTo>
                    <a:pt x="403593" y="843973"/>
                  </a:lnTo>
                  <a:close/>
                  <a:moveTo>
                    <a:pt x="539558" y="951392"/>
                  </a:moveTo>
                  <a:lnTo>
                    <a:pt x="573945" y="932196"/>
                  </a:lnTo>
                  <a:lnTo>
                    <a:pt x="541162" y="947637"/>
                  </a:lnTo>
                  <a:close/>
                  <a:moveTo>
                    <a:pt x="534963" y="934212"/>
                  </a:moveTo>
                  <a:lnTo>
                    <a:pt x="541162" y="947637"/>
                  </a:lnTo>
                  <a:lnTo>
                    <a:pt x="573945" y="932196"/>
                  </a:lnTo>
                  <a:close/>
                  <a:moveTo>
                    <a:pt x="496522" y="867347"/>
                  </a:moveTo>
                  <a:lnTo>
                    <a:pt x="495071" y="895441"/>
                  </a:lnTo>
                  <a:lnTo>
                    <a:pt x="494997" y="858686"/>
                  </a:lnTo>
                  <a:close/>
                  <a:moveTo>
                    <a:pt x="505716" y="904619"/>
                  </a:moveTo>
                  <a:lnTo>
                    <a:pt x="495071" y="895441"/>
                  </a:lnTo>
                  <a:lnTo>
                    <a:pt x="496522" y="867347"/>
                  </a:lnTo>
                  <a:close/>
                  <a:moveTo>
                    <a:pt x="381495" y="802359"/>
                  </a:moveTo>
                  <a:lnTo>
                    <a:pt x="405339" y="823299"/>
                  </a:lnTo>
                  <a:lnTo>
                    <a:pt x="409163" y="794697"/>
                  </a:lnTo>
                  <a:close/>
                  <a:moveTo>
                    <a:pt x="409163" y="794697"/>
                  </a:moveTo>
                  <a:lnTo>
                    <a:pt x="405339" y="823299"/>
                  </a:lnTo>
                  <a:lnTo>
                    <a:pt x="417067" y="802359"/>
                  </a:lnTo>
                  <a:close/>
                  <a:moveTo>
                    <a:pt x="409163" y="794697"/>
                  </a:moveTo>
                  <a:lnTo>
                    <a:pt x="417067" y="802359"/>
                  </a:lnTo>
                  <a:lnTo>
                    <a:pt x="393099" y="777535"/>
                  </a:lnTo>
                  <a:close/>
                  <a:moveTo>
                    <a:pt x="739416" y="1104113"/>
                  </a:moveTo>
                  <a:lnTo>
                    <a:pt x="752794" y="1062925"/>
                  </a:lnTo>
                  <a:lnTo>
                    <a:pt x="716005" y="1079216"/>
                  </a:lnTo>
                  <a:close/>
                  <a:moveTo>
                    <a:pt x="752794" y="1062925"/>
                  </a:moveTo>
                  <a:lnTo>
                    <a:pt x="794809" y="1090434"/>
                  </a:lnTo>
                  <a:lnTo>
                    <a:pt x="760514" y="1062032"/>
                  </a:lnTo>
                  <a:close/>
                  <a:moveTo>
                    <a:pt x="696697" y="988522"/>
                  </a:moveTo>
                  <a:lnTo>
                    <a:pt x="671496" y="1005706"/>
                  </a:lnTo>
                  <a:lnTo>
                    <a:pt x="683877" y="1021040"/>
                  </a:lnTo>
                  <a:close/>
                  <a:moveTo>
                    <a:pt x="669615" y="968951"/>
                  </a:moveTo>
                  <a:lnTo>
                    <a:pt x="696697" y="988522"/>
                  </a:lnTo>
                  <a:lnTo>
                    <a:pt x="670467" y="951767"/>
                  </a:lnTo>
                  <a:close/>
                  <a:moveTo>
                    <a:pt x="644458" y="932196"/>
                  </a:moveTo>
                  <a:lnTo>
                    <a:pt x="670467" y="951767"/>
                  </a:lnTo>
                  <a:lnTo>
                    <a:pt x="648816" y="915012"/>
                  </a:lnTo>
                  <a:close/>
                  <a:moveTo>
                    <a:pt x="873203" y="1134387"/>
                  </a:moveTo>
                  <a:lnTo>
                    <a:pt x="840780" y="1135065"/>
                  </a:lnTo>
                  <a:lnTo>
                    <a:pt x="860522" y="1081604"/>
                  </a:lnTo>
                  <a:close/>
                  <a:moveTo>
                    <a:pt x="670467" y="951767"/>
                  </a:moveTo>
                  <a:lnTo>
                    <a:pt x="705540" y="984760"/>
                  </a:lnTo>
                  <a:lnTo>
                    <a:pt x="705026" y="940431"/>
                  </a:lnTo>
                  <a:close/>
                  <a:moveTo>
                    <a:pt x="692059" y="897829"/>
                  </a:moveTo>
                  <a:lnTo>
                    <a:pt x="705026" y="940431"/>
                  </a:lnTo>
                  <a:lnTo>
                    <a:pt x="707876" y="918353"/>
                  </a:lnTo>
                  <a:close/>
                  <a:moveTo>
                    <a:pt x="670467" y="951767"/>
                  </a:moveTo>
                  <a:lnTo>
                    <a:pt x="705026" y="940431"/>
                  </a:lnTo>
                  <a:lnTo>
                    <a:pt x="692059" y="897829"/>
                  </a:lnTo>
                  <a:close/>
                  <a:moveTo>
                    <a:pt x="651760" y="833119"/>
                  </a:moveTo>
                  <a:lnTo>
                    <a:pt x="633545" y="837214"/>
                  </a:lnTo>
                  <a:lnTo>
                    <a:pt x="677808" y="861074"/>
                  </a:lnTo>
                  <a:close/>
                  <a:moveTo>
                    <a:pt x="624172" y="787564"/>
                  </a:moveTo>
                  <a:lnTo>
                    <a:pt x="608846" y="804747"/>
                  </a:lnTo>
                  <a:lnTo>
                    <a:pt x="639855" y="824319"/>
                  </a:lnTo>
                  <a:close/>
                  <a:moveTo>
                    <a:pt x="639855" y="824319"/>
                  </a:moveTo>
                  <a:lnTo>
                    <a:pt x="633545" y="837214"/>
                  </a:lnTo>
                  <a:lnTo>
                    <a:pt x="651760" y="833119"/>
                  </a:lnTo>
                  <a:close/>
                  <a:moveTo>
                    <a:pt x="913143" y="1101176"/>
                  </a:moveTo>
                  <a:lnTo>
                    <a:pt x="860522" y="1081604"/>
                  </a:lnTo>
                  <a:lnTo>
                    <a:pt x="887849" y="1118359"/>
                  </a:lnTo>
                  <a:close/>
                  <a:moveTo>
                    <a:pt x="692059" y="897829"/>
                  </a:moveTo>
                  <a:lnTo>
                    <a:pt x="707876" y="918353"/>
                  </a:lnTo>
                  <a:lnTo>
                    <a:pt x="718750" y="884526"/>
                  </a:lnTo>
                  <a:close/>
                  <a:moveTo>
                    <a:pt x="718750" y="884526"/>
                  </a:moveTo>
                  <a:lnTo>
                    <a:pt x="707876" y="918353"/>
                  </a:lnTo>
                  <a:lnTo>
                    <a:pt x="722691" y="897829"/>
                  </a:lnTo>
                  <a:close/>
                  <a:moveTo>
                    <a:pt x="718750" y="884526"/>
                  </a:moveTo>
                  <a:lnTo>
                    <a:pt x="722691" y="897829"/>
                  </a:lnTo>
                  <a:lnTo>
                    <a:pt x="727046" y="860123"/>
                  </a:lnTo>
                  <a:close/>
                  <a:moveTo>
                    <a:pt x="701297" y="853968"/>
                  </a:moveTo>
                  <a:lnTo>
                    <a:pt x="718750" y="884526"/>
                  </a:lnTo>
                  <a:lnTo>
                    <a:pt x="727046" y="860123"/>
                  </a:lnTo>
                  <a:close/>
                  <a:moveTo>
                    <a:pt x="657541" y="770381"/>
                  </a:moveTo>
                  <a:lnTo>
                    <a:pt x="653425" y="821052"/>
                  </a:lnTo>
                  <a:lnTo>
                    <a:pt x="661768" y="774331"/>
                  </a:lnTo>
                  <a:close/>
                  <a:moveTo>
                    <a:pt x="639855" y="824319"/>
                  </a:moveTo>
                  <a:lnTo>
                    <a:pt x="653425" y="821052"/>
                  </a:lnTo>
                  <a:lnTo>
                    <a:pt x="657541" y="770381"/>
                  </a:lnTo>
                  <a:close/>
                  <a:moveTo>
                    <a:pt x="681271" y="770381"/>
                  </a:moveTo>
                  <a:lnTo>
                    <a:pt x="661768" y="774331"/>
                  </a:lnTo>
                  <a:lnTo>
                    <a:pt x="693095" y="771142"/>
                  </a:lnTo>
                  <a:close/>
                  <a:moveTo>
                    <a:pt x="693095" y="771142"/>
                  </a:moveTo>
                  <a:lnTo>
                    <a:pt x="661768" y="774331"/>
                  </a:lnTo>
                  <a:lnTo>
                    <a:pt x="653425" y="821052"/>
                  </a:lnTo>
                  <a:close/>
                  <a:moveTo>
                    <a:pt x="693095" y="771142"/>
                  </a:moveTo>
                  <a:lnTo>
                    <a:pt x="653425" y="821052"/>
                  </a:lnTo>
                  <a:lnTo>
                    <a:pt x="697618" y="812212"/>
                  </a:lnTo>
                  <a:close/>
                  <a:moveTo>
                    <a:pt x="701238" y="770381"/>
                  </a:moveTo>
                  <a:lnTo>
                    <a:pt x="693095" y="771142"/>
                  </a:lnTo>
                  <a:lnTo>
                    <a:pt x="697618" y="812212"/>
                  </a:lnTo>
                  <a:close/>
                  <a:moveTo>
                    <a:pt x="693410" y="768058"/>
                  </a:moveTo>
                  <a:lnTo>
                    <a:pt x="693095" y="771142"/>
                  </a:lnTo>
                  <a:lnTo>
                    <a:pt x="701238" y="770381"/>
                  </a:lnTo>
                  <a:close/>
                  <a:moveTo>
                    <a:pt x="681271" y="770381"/>
                  </a:moveTo>
                  <a:lnTo>
                    <a:pt x="693095" y="771142"/>
                  </a:lnTo>
                  <a:lnTo>
                    <a:pt x="693410" y="768058"/>
                  </a:lnTo>
                  <a:close/>
                  <a:moveTo>
                    <a:pt x="978294" y="1122192"/>
                  </a:moveTo>
                  <a:lnTo>
                    <a:pt x="1007437" y="1098487"/>
                  </a:lnTo>
                  <a:lnTo>
                    <a:pt x="997088" y="1089255"/>
                  </a:lnTo>
                  <a:close/>
                  <a:moveTo>
                    <a:pt x="978294" y="1122192"/>
                  </a:moveTo>
                  <a:lnTo>
                    <a:pt x="997088" y="1089255"/>
                  </a:lnTo>
                  <a:lnTo>
                    <a:pt x="966958" y="1086661"/>
                  </a:lnTo>
                  <a:close/>
                  <a:moveTo>
                    <a:pt x="923232" y="1095121"/>
                  </a:moveTo>
                  <a:lnTo>
                    <a:pt x="966958" y="1086661"/>
                  </a:lnTo>
                  <a:lnTo>
                    <a:pt x="953946" y="1052493"/>
                  </a:lnTo>
                  <a:close/>
                  <a:moveTo>
                    <a:pt x="966958" y="1086661"/>
                  </a:moveTo>
                  <a:lnTo>
                    <a:pt x="997088" y="1089255"/>
                  </a:lnTo>
                  <a:lnTo>
                    <a:pt x="981274" y="1057364"/>
                  </a:lnTo>
                  <a:close/>
                  <a:moveTo>
                    <a:pt x="966958" y="1086661"/>
                  </a:moveTo>
                  <a:lnTo>
                    <a:pt x="981274" y="1057364"/>
                  </a:lnTo>
                  <a:lnTo>
                    <a:pt x="953946" y="1052493"/>
                  </a:lnTo>
                  <a:close/>
                  <a:moveTo>
                    <a:pt x="769916" y="789952"/>
                  </a:moveTo>
                  <a:lnTo>
                    <a:pt x="739965" y="817543"/>
                  </a:lnTo>
                  <a:lnTo>
                    <a:pt x="776647" y="843891"/>
                  </a:lnTo>
                  <a:close/>
                  <a:moveTo>
                    <a:pt x="769916" y="789952"/>
                  </a:moveTo>
                  <a:lnTo>
                    <a:pt x="776647" y="843891"/>
                  </a:lnTo>
                  <a:lnTo>
                    <a:pt x="777256" y="826707"/>
                  </a:lnTo>
                  <a:close/>
                  <a:moveTo>
                    <a:pt x="657541" y="770381"/>
                  </a:moveTo>
                  <a:lnTo>
                    <a:pt x="661768" y="774331"/>
                  </a:lnTo>
                  <a:lnTo>
                    <a:pt x="663816" y="767857"/>
                  </a:lnTo>
                  <a:close/>
                  <a:moveTo>
                    <a:pt x="663816" y="767857"/>
                  </a:moveTo>
                  <a:lnTo>
                    <a:pt x="661768" y="774331"/>
                  </a:lnTo>
                  <a:lnTo>
                    <a:pt x="681271" y="770381"/>
                  </a:lnTo>
                  <a:close/>
                  <a:moveTo>
                    <a:pt x="696744" y="723428"/>
                  </a:moveTo>
                  <a:lnTo>
                    <a:pt x="681271" y="770381"/>
                  </a:lnTo>
                  <a:lnTo>
                    <a:pt x="693410" y="768058"/>
                  </a:lnTo>
                  <a:close/>
                  <a:moveTo>
                    <a:pt x="663816" y="767857"/>
                  </a:moveTo>
                  <a:lnTo>
                    <a:pt x="681271" y="770381"/>
                  </a:lnTo>
                  <a:lnTo>
                    <a:pt x="696744" y="723428"/>
                  </a:lnTo>
                  <a:close/>
                  <a:moveTo>
                    <a:pt x="722468" y="716442"/>
                  </a:moveTo>
                  <a:lnTo>
                    <a:pt x="693410" y="768058"/>
                  </a:lnTo>
                  <a:lnTo>
                    <a:pt x="701238" y="770381"/>
                  </a:lnTo>
                  <a:close/>
                  <a:moveTo>
                    <a:pt x="582061" y="504689"/>
                  </a:moveTo>
                  <a:lnTo>
                    <a:pt x="546802" y="540329"/>
                  </a:lnTo>
                  <a:lnTo>
                    <a:pt x="553193" y="521330"/>
                  </a:lnTo>
                  <a:close/>
                  <a:moveTo>
                    <a:pt x="1066889" y="1030054"/>
                  </a:moveTo>
                  <a:lnTo>
                    <a:pt x="1084101" y="1072691"/>
                  </a:lnTo>
                  <a:lnTo>
                    <a:pt x="1087900" y="1053963"/>
                  </a:lnTo>
                  <a:close/>
                  <a:moveTo>
                    <a:pt x="1066889" y="1030054"/>
                  </a:moveTo>
                  <a:lnTo>
                    <a:pt x="1044977" y="1018056"/>
                  </a:lnTo>
                  <a:lnTo>
                    <a:pt x="1026632" y="1045674"/>
                  </a:lnTo>
                  <a:close/>
                  <a:moveTo>
                    <a:pt x="769916" y="789952"/>
                  </a:moveTo>
                  <a:lnTo>
                    <a:pt x="813918" y="777049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761076" y="742963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807621" y="776958"/>
                  </a:lnTo>
                  <a:lnTo>
                    <a:pt x="822413" y="747273"/>
                  </a:lnTo>
                  <a:close/>
                  <a:moveTo>
                    <a:pt x="757235" y="699259"/>
                  </a:moveTo>
                  <a:lnTo>
                    <a:pt x="761076" y="742963"/>
                  </a:lnTo>
                  <a:lnTo>
                    <a:pt x="760767" y="702900"/>
                  </a:lnTo>
                  <a:close/>
                  <a:moveTo>
                    <a:pt x="761076" y="742963"/>
                  </a:moveTo>
                  <a:lnTo>
                    <a:pt x="799100" y="739138"/>
                  </a:lnTo>
                  <a:lnTo>
                    <a:pt x="760767" y="702900"/>
                  </a:lnTo>
                  <a:close/>
                  <a:moveTo>
                    <a:pt x="722468" y="716442"/>
                  </a:moveTo>
                  <a:lnTo>
                    <a:pt x="757235" y="699259"/>
                  </a:lnTo>
                  <a:lnTo>
                    <a:pt x="697909" y="688671"/>
                  </a:lnTo>
                  <a:close/>
                  <a:moveTo>
                    <a:pt x="757235" y="699259"/>
                  </a:moveTo>
                  <a:lnTo>
                    <a:pt x="717877" y="667120"/>
                  </a:lnTo>
                  <a:lnTo>
                    <a:pt x="697909" y="688671"/>
                  </a:lnTo>
                  <a:close/>
                  <a:moveTo>
                    <a:pt x="169468" y="3929"/>
                  </a:moveTo>
                  <a:lnTo>
                    <a:pt x="180519" y="0"/>
                  </a:lnTo>
                  <a:lnTo>
                    <a:pt x="148796" y="5968"/>
                  </a:lnTo>
                  <a:close/>
                  <a:moveTo>
                    <a:pt x="169468" y="3929"/>
                  </a:moveTo>
                  <a:lnTo>
                    <a:pt x="191023" y="13493"/>
                  </a:lnTo>
                  <a:lnTo>
                    <a:pt x="180519" y="0"/>
                  </a:lnTo>
                  <a:close/>
                  <a:moveTo>
                    <a:pt x="1087900" y="1053963"/>
                  </a:moveTo>
                  <a:lnTo>
                    <a:pt x="1096972" y="1017480"/>
                  </a:lnTo>
                  <a:lnTo>
                    <a:pt x="1066889" y="1030054"/>
                  </a:lnTo>
                  <a:close/>
                  <a:moveTo>
                    <a:pt x="1066889" y="1030054"/>
                  </a:moveTo>
                  <a:lnTo>
                    <a:pt x="1096972" y="1017480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96972" y="1017480"/>
                  </a:lnTo>
                  <a:lnTo>
                    <a:pt x="1085808" y="981809"/>
                  </a:lnTo>
                  <a:close/>
                  <a:moveTo>
                    <a:pt x="1066889" y="1030054"/>
                  </a:moveTo>
                  <a:lnTo>
                    <a:pt x="1053649" y="980865"/>
                  </a:lnTo>
                  <a:lnTo>
                    <a:pt x="1044977" y="1018056"/>
                  </a:lnTo>
                  <a:close/>
                  <a:moveTo>
                    <a:pt x="1042014" y="976116"/>
                  </a:moveTo>
                  <a:lnTo>
                    <a:pt x="1044977" y="1018056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85808" y="981809"/>
                  </a:lnTo>
                  <a:lnTo>
                    <a:pt x="1030854" y="954650"/>
                  </a:lnTo>
                  <a:close/>
                  <a:moveTo>
                    <a:pt x="1010138" y="944403"/>
                  </a:moveTo>
                  <a:lnTo>
                    <a:pt x="1042014" y="976116"/>
                  </a:lnTo>
                  <a:lnTo>
                    <a:pt x="1053649" y="980865"/>
                  </a:lnTo>
                  <a:close/>
                  <a:moveTo>
                    <a:pt x="862945" y="772769"/>
                  </a:moveTo>
                  <a:lnTo>
                    <a:pt x="884066" y="790167"/>
                  </a:lnTo>
                  <a:lnTo>
                    <a:pt x="903285" y="765817"/>
                  </a:lnTo>
                  <a:close/>
                  <a:moveTo>
                    <a:pt x="862945" y="772769"/>
                  </a:moveTo>
                  <a:lnTo>
                    <a:pt x="903285" y="765817"/>
                  </a:lnTo>
                  <a:lnTo>
                    <a:pt x="885939" y="755586"/>
                  </a:lnTo>
                  <a:close/>
                  <a:moveTo>
                    <a:pt x="760552" y="698642"/>
                  </a:moveTo>
                  <a:lnTo>
                    <a:pt x="757235" y="699259"/>
                  </a:lnTo>
                  <a:lnTo>
                    <a:pt x="760767" y="702900"/>
                  </a:lnTo>
                  <a:close/>
                  <a:moveTo>
                    <a:pt x="757235" y="699259"/>
                  </a:moveTo>
                  <a:lnTo>
                    <a:pt x="760552" y="698642"/>
                  </a:lnTo>
                  <a:lnTo>
                    <a:pt x="772238" y="649581"/>
                  </a:lnTo>
                  <a:close/>
                  <a:moveTo>
                    <a:pt x="885939" y="755586"/>
                  </a:moveTo>
                  <a:lnTo>
                    <a:pt x="912204" y="746110"/>
                  </a:lnTo>
                  <a:lnTo>
                    <a:pt x="870148" y="718831"/>
                  </a:lnTo>
                  <a:close/>
                  <a:moveTo>
                    <a:pt x="807235" y="598283"/>
                  </a:moveTo>
                  <a:lnTo>
                    <a:pt x="828560" y="608034"/>
                  </a:lnTo>
                  <a:lnTo>
                    <a:pt x="832093" y="560415"/>
                  </a:lnTo>
                  <a:close/>
                  <a:moveTo>
                    <a:pt x="961588" y="554062"/>
                  </a:moveTo>
                  <a:lnTo>
                    <a:pt x="991977" y="593771"/>
                  </a:lnTo>
                  <a:lnTo>
                    <a:pt x="968952" y="55701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81" name="Input_density__72">
              <a:extLst>
                <a:ext uri="{FF2B5EF4-FFF2-40B4-BE49-F238E27FC236}">
                  <a16:creationId xmlns:a16="http://schemas.microsoft.com/office/drawing/2014/main" id="{DA34DFE9-71F9-4F83-D6E3-26680B17A4F0}"/>
                </a:ext>
              </a:extLst>
            </p:cNvPr>
            <p:cNvSpPr>
              <a:spLocks noGrp="1"/>
            </p:cNvSpPr>
            <p:nvPr/>
          </p:nvSpPr>
          <p:spPr>
            <a:xfrm>
              <a:off x="904944" y="2303222"/>
              <a:ext cx="1049061" cy="970305"/>
            </a:xfrm>
            <a:custGeom>
              <a:avLst/>
              <a:gdLst/>
              <a:ahLst/>
              <a:cxnLst/>
              <a:rect l="0" t="0" r="0" b="0"/>
              <a:pathLst>
                <a:path w="1049061" h="970305">
                  <a:moveTo>
                    <a:pt x="11441" y="675613"/>
                  </a:moveTo>
                  <a:lnTo>
                    <a:pt x="0" y="665941"/>
                  </a:lnTo>
                  <a:lnTo>
                    <a:pt x="12374" y="688575"/>
                  </a:lnTo>
                  <a:close/>
                  <a:moveTo>
                    <a:pt x="269168" y="896142"/>
                  </a:moveTo>
                  <a:lnTo>
                    <a:pt x="270886" y="909422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7142" y="932897"/>
                  </a:lnTo>
                  <a:lnTo>
                    <a:pt x="333005" y="942747"/>
                  </a:lnTo>
                  <a:close/>
                  <a:moveTo>
                    <a:pt x="317142" y="932897"/>
                  </a:moveTo>
                  <a:lnTo>
                    <a:pt x="349890" y="915714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0962" y="888700"/>
                  </a:lnTo>
                  <a:lnTo>
                    <a:pt x="292707" y="916659"/>
                  </a:lnTo>
                  <a:close/>
                  <a:moveTo>
                    <a:pt x="290191" y="878959"/>
                  </a:moveTo>
                  <a:lnTo>
                    <a:pt x="292707" y="916659"/>
                  </a:lnTo>
                  <a:lnTo>
                    <a:pt x="310962" y="888700"/>
                  </a:lnTo>
                  <a:close/>
                  <a:moveTo>
                    <a:pt x="290191" y="878959"/>
                  </a:moveTo>
                  <a:lnTo>
                    <a:pt x="269168" y="896142"/>
                  </a:lnTo>
                  <a:lnTo>
                    <a:pt x="292707" y="916659"/>
                  </a:lnTo>
                  <a:close/>
                  <a:moveTo>
                    <a:pt x="269168" y="896142"/>
                  </a:moveTo>
                  <a:lnTo>
                    <a:pt x="290191" y="878959"/>
                  </a:lnTo>
                  <a:lnTo>
                    <a:pt x="247463" y="872074"/>
                  </a:lnTo>
                  <a:close/>
                  <a:moveTo>
                    <a:pt x="290191" y="878959"/>
                  </a:moveTo>
                  <a:lnTo>
                    <a:pt x="272334" y="868854"/>
                  </a:lnTo>
                  <a:lnTo>
                    <a:pt x="247463" y="872074"/>
                  </a:lnTo>
                  <a:close/>
                  <a:moveTo>
                    <a:pt x="247463" y="872074"/>
                  </a:moveTo>
                  <a:lnTo>
                    <a:pt x="230020" y="843721"/>
                  </a:lnTo>
                  <a:lnTo>
                    <a:pt x="234955" y="859387"/>
                  </a:lnTo>
                  <a:close/>
                  <a:moveTo>
                    <a:pt x="234955" y="859387"/>
                  </a:moveTo>
                  <a:lnTo>
                    <a:pt x="230020" y="843721"/>
                  </a:lnTo>
                  <a:lnTo>
                    <a:pt x="206609" y="818007"/>
                  </a:lnTo>
                  <a:close/>
                  <a:moveTo>
                    <a:pt x="432747" y="970305"/>
                  </a:moveTo>
                  <a:lnTo>
                    <a:pt x="408423" y="941278"/>
                  </a:lnTo>
                  <a:lnTo>
                    <a:pt x="415946" y="952469"/>
                  </a:lnTo>
                  <a:close/>
                  <a:moveTo>
                    <a:pt x="419394" y="948750"/>
                  </a:moveTo>
                  <a:lnTo>
                    <a:pt x="408423" y="941278"/>
                  </a:lnTo>
                  <a:lnTo>
                    <a:pt x="432747" y="970305"/>
                  </a:lnTo>
                  <a:close/>
                  <a:moveTo>
                    <a:pt x="458103" y="968900"/>
                  </a:moveTo>
                  <a:lnTo>
                    <a:pt x="419394" y="948750"/>
                  </a:lnTo>
                  <a:lnTo>
                    <a:pt x="432747" y="970305"/>
                  </a:lnTo>
                  <a:close/>
                  <a:moveTo>
                    <a:pt x="415946" y="952469"/>
                  </a:moveTo>
                  <a:lnTo>
                    <a:pt x="408423" y="941278"/>
                  </a:lnTo>
                  <a:lnTo>
                    <a:pt x="385887" y="914852"/>
                  </a:lnTo>
                  <a:close/>
                  <a:moveTo>
                    <a:pt x="408423" y="941278"/>
                  </a:moveTo>
                  <a:lnTo>
                    <a:pt x="367077" y="915714"/>
                  </a:lnTo>
                  <a:lnTo>
                    <a:pt x="385887" y="914852"/>
                  </a:lnTo>
                  <a:close/>
                  <a:moveTo>
                    <a:pt x="366542" y="875723"/>
                  </a:moveTo>
                  <a:lnTo>
                    <a:pt x="385887" y="914852"/>
                  </a:lnTo>
                  <a:lnTo>
                    <a:pt x="366457" y="878959"/>
                  </a:lnTo>
                  <a:close/>
                  <a:moveTo>
                    <a:pt x="366457" y="878959"/>
                  </a:moveTo>
                  <a:lnTo>
                    <a:pt x="385887" y="914852"/>
                  </a:lnTo>
                  <a:lnTo>
                    <a:pt x="367077" y="915714"/>
                  </a:lnTo>
                  <a:close/>
                  <a:moveTo>
                    <a:pt x="366542" y="875723"/>
                  </a:moveTo>
                  <a:lnTo>
                    <a:pt x="366457" y="878959"/>
                  </a:lnTo>
                  <a:lnTo>
                    <a:pt x="352599" y="870079"/>
                  </a:lnTo>
                  <a:close/>
                  <a:moveTo>
                    <a:pt x="400311" y="877401"/>
                  </a:moveTo>
                  <a:lnTo>
                    <a:pt x="387763" y="915714"/>
                  </a:lnTo>
                  <a:lnTo>
                    <a:pt x="385887" y="914852"/>
                  </a:lnTo>
                  <a:close/>
                  <a:moveTo>
                    <a:pt x="352599" y="870079"/>
                  </a:moveTo>
                  <a:lnTo>
                    <a:pt x="366457" y="878959"/>
                  </a:lnTo>
                  <a:lnTo>
                    <a:pt x="332328" y="844011"/>
                  </a:lnTo>
                  <a:close/>
                  <a:moveTo>
                    <a:pt x="330969" y="842204"/>
                  </a:moveTo>
                  <a:lnTo>
                    <a:pt x="352599" y="870079"/>
                  </a:lnTo>
                  <a:lnTo>
                    <a:pt x="332328" y="844011"/>
                  </a:lnTo>
                  <a:close/>
                  <a:moveTo>
                    <a:pt x="310812" y="832215"/>
                  </a:moveTo>
                  <a:lnTo>
                    <a:pt x="291545" y="816105"/>
                  </a:lnTo>
                  <a:lnTo>
                    <a:pt x="273405" y="790791"/>
                  </a:lnTo>
                  <a:close/>
                  <a:moveTo>
                    <a:pt x="310812" y="832215"/>
                  </a:moveTo>
                  <a:lnTo>
                    <a:pt x="330969" y="842204"/>
                  </a:lnTo>
                  <a:lnTo>
                    <a:pt x="291545" y="816105"/>
                  </a:lnTo>
                  <a:close/>
                  <a:moveTo>
                    <a:pt x="264997" y="714756"/>
                  </a:moveTo>
                  <a:lnTo>
                    <a:pt x="271656" y="741743"/>
                  </a:lnTo>
                  <a:lnTo>
                    <a:pt x="296226" y="737399"/>
                  </a:lnTo>
                  <a:close/>
                  <a:moveTo>
                    <a:pt x="241444" y="731939"/>
                  </a:moveTo>
                  <a:lnTo>
                    <a:pt x="264997" y="714756"/>
                  </a:lnTo>
                  <a:lnTo>
                    <a:pt x="235018" y="729337"/>
                  </a:lnTo>
                  <a:close/>
                  <a:moveTo>
                    <a:pt x="214348" y="680424"/>
                  </a:moveTo>
                  <a:lnTo>
                    <a:pt x="165299" y="717821"/>
                  </a:lnTo>
                  <a:lnTo>
                    <a:pt x="199604" y="721505"/>
                  </a:lnTo>
                  <a:close/>
                  <a:moveTo>
                    <a:pt x="199604" y="721505"/>
                  </a:moveTo>
                  <a:lnTo>
                    <a:pt x="235018" y="729337"/>
                  </a:lnTo>
                  <a:lnTo>
                    <a:pt x="249245" y="686321"/>
                  </a:lnTo>
                  <a:close/>
                  <a:moveTo>
                    <a:pt x="200821" y="629847"/>
                  </a:moveTo>
                  <a:lnTo>
                    <a:pt x="166093" y="621674"/>
                  </a:lnTo>
                  <a:lnTo>
                    <a:pt x="168685" y="642762"/>
                  </a:lnTo>
                  <a:close/>
                  <a:moveTo>
                    <a:pt x="168685" y="642762"/>
                  </a:moveTo>
                  <a:lnTo>
                    <a:pt x="166093" y="621674"/>
                  </a:lnTo>
                  <a:lnTo>
                    <a:pt x="156027" y="608306"/>
                  </a:lnTo>
                  <a:close/>
                  <a:moveTo>
                    <a:pt x="136927" y="579087"/>
                  </a:moveTo>
                  <a:lnTo>
                    <a:pt x="186902" y="577806"/>
                  </a:lnTo>
                  <a:lnTo>
                    <a:pt x="174794" y="567736"/>
                  </a:lnTo>
                  <a:close/>
                  <a:moveTo>
                    <a:pt x="136927" y="579087"/>
                  </a:moveTo>
                  <a:lnTo>
                    <a:pt x="132372" y="567736"/>
                  </a:lnTo>
                  <a:lnTo>
                    <a:pt x="139213" y="604491"/>
                  </a:lnTo>
                  <a:close/>
                  <a:moveTo>
                    <a:pt x="136927" y="579087"/>
                  </a:moveTo>
                  <a:lnTo>
                    <a:pt x="174794" y="567736"/>
                  </a:lnTo>
                  <a:lnTo>
                    <a:pt x="146205" y="550224"/>
                  </a:lnTo>
                  <a:close/>
                  <a:moveTo>
                    <a:pt x="146205" y="550224"/>
                  </a:moveTo>
                  <a:lnTo>
                    <a:pt x="115947" y="530981"/>
                  </a:lnTo>
                  <a:lnTo>
                    <a:pt x="136927" y="579087"/>
                  </a:lnTo>
                  <a:close/>
                  <a:moveTo>
                    <a:pt x="340053" y="734327"/>
                  </a:moveTo>
                  <a:lnTo>
                    <a:pt x="309015" y="751511"/>
                  </a:lnTo>
                  <a:lnTo>
                    <a:pt x="339444" y="774406"/>
                  </a:lnTo>
                  <a:close/>
                  <a:moveTo>
                    <a:pt x="388625" y="778384"/>
                  </a:moveTo>
                  <a:lnTo>
                    <a:pt x="392959" y="771082"/>
                  </a:lnTo>
                  <a:lnTo>
                    <a:pt x="373981" y="778959"/>
                  </a:lnTo>
                  <a:close/>
                  <a:moveTo>
                    <a:pt x="373981" y="778959"/>
                  </a:moveTo>
                  <a:lnTo>
                    <a:pt x="392959" y="771082"/>
                  </a:lnTo>
                  <a:lnTo>
                    <a:pt x="359266" y="752308"/>
                  </a:lnTo>
                  <a:close/>
                  <a:moveTo>
                    <a:pt x="337398" y="670549"/>
                  </a:moveTo>
                  <a:lnTo>
                    <a:pt x="282703" y="678001"/>
                  </a:lnTo>
                  <a:lnTo>
                    <a:pt x="299801" y="706926"/>
                  </a:lnTo>
                  <a:close/>
                  <a:moveTo>
                    <a:pt x="299801" y="706926"/>
                  </a:moveTo>
                  <a:lnTo>
                    <a:pt x="282703" y="678001"/>
                  </a:lnTo>
                  <a:lnTo>
                    <a:pt x="283926" y="675085"/>
                  </a:lnTo>
                  <a:close/>
                  <a:moveTo>
                    <a:pt x="252537" y="673515"/>
                  </a:moveTo>
                  <a:lnTo>
                    <a:pt x="283926" y="675085"/>
                  </a:lnTo>
                  <a:lnTo>
                    <a:pt x="279481" y="674790"/>
                  </a:lnTo>
                  <a:close/>
                  <a:moveTo>
                    <a:pt x="245411" y="671986"/>
                  </a:moveTo>
                  <a:lnTo>
                    <a:pt x="252537" y="673515"/>
                  </a:lnTo>
                  <a:lnTo>
                    <a:pt x="279481" y="674790"/>
                  </a:lnTo>
                  <a:close/>
                  <a:moveTo>
                    <a:pt x="174794" y="567736"/>
                  </a:moveTo>
                  <a:lnTo>
                    <a:pt x="186902" y="577806"/>
                  </a:lnTo>
                  <a:lnTo>
                    <a:pt x="190138" y="587308"/>
                  </a:lnTo>
                  <a:close/>
                  <a:moveTo>
                    <a:pt x="198633" y="550552"/>
                  </a:moveTo>
                  <a:lnTo>
                    <a:pt x="204067" y="545775"/>
                  </a:lnTo>
                  <a:lnTo>
                    <a:pt x="174794" y="567736"/>
                  </a:lnTo>
                  <a:close/>
                  <a:moveTo>
                    <a:pt x="222943" y="587982"/>
                  </a:moveTo>
                  <a:lnTo>
                    <a:pt x="202569" y="597556"/>
                  </a:lnTo>
                  <a:lnTo>
                    <a:pt x="186902" y="577806"/>
                  </a:lnTo>
                  <a:close/>
                  <a:moveTo>
                    <a:pt x="151326" y="522634"/>
                  </a:moveTo>
                  <a:lnTo>
                    <a:pt x="186156" y="521406"/>
                  </a:lnTo>
                  <a:lnTo>
                    <a:pt x="175971" y="484938"/>
                  </a:lnTo>
                  <a:close/>
                  <a:moveTo>
                    <a:pt x="354696" y="689385"/>
                  </a:moveTo>
                  <a:lnTo>
                    <a:pt x="360959" y="697572"/>
                  </a:lnTo>
                  <a:lnTo>
                    <a:pt x="337398" y="670549"/>
                  </a:lnTo>
                  <a:close/>
                  <a:moveTo>
                    <a:pt x="241237" y="503714"/>
                  </a:moveTo>
                  <a:lnTo>
                    <a:pt x="255717" y="513797"/>
                  </a:lnTo>
                  <a:lnTo>
                    <a:pt x="253482" y="538506"/>
                  </a:lnTo>
                  <a:close/>
                  <a:moveTo>
                    <a:pt x="199466" y="423104"/>
                  </a:moveTo>
                  <a:lnTo>
                    <a:pt x="194014" y="440287"/>
                  </a:lnTo>
                  <a:lnTo>
                    <a:pt x="212156" y="459859"/>
                  </a:lnTo>
                  <a:close/>
                  <a:moveTo>
                    <a:pt x="545643" y="827409"/>
                  </a:moveTo>
                  <a:lnTo>
                    <a:pt x="572736" y="864164"/>
                  </a:lnTo>
                  <a:lnTo>
                    <a:pt x="586468" y="860136"/>
                  </a:lnTo>
                  <a:close/>
                  <a:moveTo>
                    <a:pt x="586468" y="860136"/>
                  </a:moveTo>
                  <a:lnTo>
                    <a:pt x="585739" y="864164"/>
                  </a:lnTo>
                  <a:lnTo>
                    <a:pt x="590503" y="812108"/>
                  </a:lnTo>
                  <a:close/>
                  <a:moveTo>
                    <a:pt x="399640" y="635188"/>
                  </a:moveTo>
                  <a:lnTo>
                    <a:pt x="360892" y="662179"/>
                  </a:lnTo>
                  <a:lnTo>
                    <a:pt x="394044" y="661555"/>
                  </a:lnTo>
                  <a:close/>
                  <a:moveTo>
                    <a:pt x="399640" y="635188"/>
                  </a:moveTo>
                  <a:lnTo>
                    <a:pt x="364330" y="636806"/>
                  </a:lnTo>
                  <a:lnTo>
                    <a:pt x="360892" y="662179"/>
                  </a:lnTo>
                  <a:close/>
                  <a:moveTo>
                    <a:pt x="376516" y="589696"/>
                  </a:moveTo>
                  <a:lnTo>
                    <a:pt x="368090" y="592884"/>
                  </a:lnTo>
                  <a:lnTo>
                    <a:pt x="396725" y="592811"/>
                  </a:lnTo>
                  <a:close/>
                  <a:moveTo>
                    <a:pt x="396725" y="592811"/>
                  </a:moveTo>
                  <a:lnTo>
                    <a:pt x="368090" y="592884"/>
                  </a:lnTo>
                  <a:lnTo>
                    <a:pt x="364330" y="636806"/>
                  </a:lnTo>
                  <a:close/>
                  <a:moveTo>
                    <a:pt x="399640" y="635188"/>
                  </a:moveTo>
                  <a:lnTo>
                    <a:pt x="417179" y="603270"/>
                  </a:lnTo>
                  <a:lnTo>
                    <a:pt x="396725" y="592811"/>
                  </a:lnTo>
                  <a:close/>
                  <a:moveTo>
                    <a:pt x="212156" y="459859"/>
                  </a:moveTo>
                  <a:lnTo>
                    <a:pt x="239979" y="496614"/>
                  </a:lnTo>
                  <a:lnTo>
                    <a:pt x="268157" y="468404"/>
                  </a:lnTo>
                  <a:close/>
                  <a:moveTo>
                    <a:pt x="268157" y="468404"/>
                  </a:moveTo>
                  <a:lnTo>
                    <a:pt x="239979" y="496614"/>
                  </a:lnTo>
                  <a:lnTo>
                    <a:pt x="258247" y="489885"/>
                  </a:lnTo>
                  <a:close/>
                  <a:moveTo>
                    <a:pt x="214419" y="453680"/>
                  </a:moveTo>
                  <a:lnTo>
                    <a:pt x="212156" y="459859"/>
                  </a:lnTo>
                  <a:lnTo>
                    <a:pt x="268157" y="468404"/>
                  </a:lnTo>
                  <a:close/>
                  <a:moveTo>
                    <a:pt x="440590" y="539490"/>
                  </a:moveTo>
                  <a:lnTo>
                    <a:pt x="430485" y="577019"/>
                  </a:lnTo>
                  <a:lnTo>
                    <a:pt x="460990" y="535757"/>
                  </a:lnTo>
                  <a:close/>
                  <a:moveTo>
                    <a:pt x="440590" y="539490"/>
                  </a:moveTo>
                  <a:lnTo>
                    <a:pt x="388376" y="516186"/>
                  </a:lnTo>
                  <a:lnTo>
                    <a:pt x="403843" y="505774"/>
                  </a:lnTo>
                  <a:close/>
                  <a:moveTo>
                    <a:pt x="581238" y="628839"/>
                  </a:moveTo>
                  <a:lnTo>
                    <a:pt x="568045" y="646022"/>
                  </a:lnTo>
                  <a:lnTo>
                    <a:pt x="576786" y="654076"/>
                  </a:lnTo>
                  <a:close/>
                  <a:moveTo>
                    <a:pt x="568045" y="646022"/>
                  </a:moveTo>
                  <a:lnTo>
                    <a:pt x="581238" y="628839"/>
                  </a:lnTo>
                  <a:lnTo>
                    <a:pt x="535767" y="625288"/>
                  </a:lnTo>
                  <a:close/>
                  <a:moveTo>
                    <a:pt x="581238" y="628839"/>
                  </a:moveTo>
                  <a:lnTo>
                    <a:pt x="557633" y="610832"/>
                  </a:lnTo>
                  <a:lnTo>
                    <a:pt x="535767" y="625288"/>
                  </a:lnTo>
                  <a:close/>
                  <a:moveTo>
                    <a:pt x="481763" y="547951"/>
                  </a:moveTo>
                  <a:lnTo>
                    <a:pt x="507969" y="572512"/>
                  </a:lnTo>
                  <a:lnTo>
                    <a:pt x="506981" y="557351"/>
                  </a:lnTo>
                  <a:close/>
                  <a:moveTo>
                    <a:pt x="440986" y="494421"/>
                  </a:moveTo>
                  <a:lnTo>
                    <a:pt x="465913" y="517061"/>
                  </a:lnTo>
                  <a:lnTo>
                    <a:pt x="423941" y="481819"/>
                  </a:lnTo>
                  <a:close/>
                  <a:moveTo>
                    <a:pt x="467469" y="518574"/>
                  </a:moveTo>
                  <a:lnTo>
                    <a:pt x="460990" y="535757"/>
                  </a:lnTo>
                  <a:lnTo>
                    <a:pt x="506735" y="555329"/>
                  </a:lnTo>
                  <a:close/>
                  <a:moveTo>
                    <a:pt x="467469" y="518574"/>
                  </a:moveTo>
                  <a:lnTo>
                    <a:pt x="473676" y="517714"/>
                  </a:lnTo>
                  <a:lnTo>
                    <a:pt x="460990" y="535757"/>
                  </a:lnTo>
                  <a:close/>
                  <a:moveTo>
                    <a:pt x="467469" y="518574"/>
                  </a:moveTo>
                  <a:lnTo>
                    <a:pt x="465913" y="517061"/>
                  </a:lnTo>
                  <a:lnTo>
                    <a:pt x="440986" y="494421"/>
                  </a:lnTo>
                  <a:close/>
                  <a:moveTo>
                    <a:pt x="662977" y="739104"/>
                  </a:moveTo>
                  <a:lnTo>
                    <a:pt x="699517" y="767587"/>
                  </a:lnTo>
                  <a:lnTo>
                    <a:pt x="694893" y="721921"/>
                  </a:lnTo>
                  <a:close/>
                  <a:moveTo>
                    <a:pt x="580163" y="538146"/>
                  </a:moveTo>
                  <a:lnTo>
                    <a:pt x="571369" y="565982"/>
                  </a:lnTo>
                  <a:lnTo>
                    <a:pt x="589097" y="544768"/>
                  </a:lnTo>
                  <a:close/>
                  <a:moveTo>
                    <a:pt x="589097" y="544768"/>
                  </a:moveTo>
                  <a:lnTo>
                    <a:pt x="571369" y="565982"/>
                  </a:lnTo>
                  <a:lnTo>
                    <a:pt x="570582" y="577480"/>
                  </a:lnTo>
                  <a:close/>
                  <a:moveTo>
                    <a:pt x="600522" y="580227"/>
                  </a:moveTo>
                  <a:lnTo>
                    <a:pt x="598127" y="555329"/>
                  </a:lnTo>
                  <a:lnTo>
                    <a:pt x="589097" y="544768"/>
                  </a:lnTo>
                  <a:close/>
                  <a:moveTo>
                    <a:pt x="540247" y="538146"/>
                  </a:moveTo>
                  <a:lnTo>
                    <a:pt x="556969" y="512144"/>
                  </a:lnTo>
                  <a:lnTo>
                    <a:pt x="550666" y="504177"/>
                  </a:lnTo>
                  <a:close/>
                  <a:moveTo>
                    <a:pt x="556969" y="512144"/>
                  </a:moveTo>
                  <a:lnTo>
                    <a:pt x="580163" y="538146"/>
                  </a:lnTo>
                  <a:lnTo>
                    <a:pt x="550666" y="504177"/>
                  </a:lnTo>
                  <a:close/>
                  <a:moveTo>
                    <a:pt x="399005" y="322474"/>
                  </a:moveTo>
                  <a:lnTo>
                    <a:pt x="358070" y="283919"/>
                  </a:lnTo>
                  <a:lnTo>
                    <a:pt x="354146" y="331856"/>
                  </a:lnTo>
                  <a:close/>
                  <a:moveTo>
                    <a:pt x="400752" y="301801"/>
                  </a:moveTo>
                  <a:lnTo>
                    <a:pt x="399005" y="322474"/>
                  </a:lnTo>
                  <a:lnTo>
                    <a:pt x="412480" y="280861"/>
                  </a:lnTo>
                  <a:close/>
                  <a:moveTo>
                    <a:pt x="571561" y="531937"/>
                  </a:moveTo>
                  <a:lnTo>
                    <a:pt x="580163" y="538146"/>
                  </a:lnTo>
                  <a:lnTo>
                    <a:pt x="556969" y="512144"/>
                  </a:lnTo>
                  <a:close/>
                  <a:moveTo>
                    <a:pt x="590116" y="415289"/>
                  </a:moveTo>
                  <a:lnTo>
                    <a:pt x="569357" y="410697"/>
                  </a:lnTo>
                  <a:lnTo>
                    <a:pt x="534970" y="429893"/>
                  </a:lnTo>
                  <a:close/>
                  <a:moveTo>
                    <a:pt x="554428" y="406435"/>
                  </a:moveTo>
                  <a:lnTo>
                    <a:pt x="525037" y="390771"/>
                  </a:lnTo>
                  <a:lnTo>
                    <a:pt x="569357" y="410697"/>
                  </a:lnTo>
                  <a:close/>
                  <a:moveTo>
                    <a:pt x="748207" y="541427"/>
                  </a:moveTo>
                  <a:lnTo>
                    <a:pt x="734828" y="582615"/>
                  </a:lnTo>
                  <a:lnTo>
                    <a:pt x="790221" y="568936"/>
                  </a:lnTo>
                  <a:close/>
                  <a:moveTo>
                    <a:pt x="569357" y="410697"/>
                  </a:moveTo>
                  <a:lnTo>
                    <a:pt x="590116" y="415289"/>
                  </a:lnTo>
                  <a:lnTo>
                    <a:pt x="591975" y="408187"/>
                  </a:lnTo>
                  <a:close/>
                  <a:moveTo>
                    <a:pt x="591975" y="408187"/>
                  </a:moveTo>
                  <a:lnTo>
                    <a:pt x="590116" y="415289"/>
                  </a:lnTo>
                  <a:lnTo>
                    <a:pt x="601845" y="410697"/>
                  </a:lnTo>
                  <a:close/>
                  <a:moveTo>
                    <a:pt x="582032" y="320004"/>
                  </a:moveTo>
                  <a:lnTo>
                    <a:pt x="584636" y="324660"/>
                  </a:lnTo>
                  <a:lnTo>
                    <a:pt x="526175" y="300801"/>
                  </a:lnTo>
                  <a:close/>
                  <a:moveTo>
                    <a:pt x="769222" y="569089"/>
                  </a:moveTo>
                  <a:lnTo>
                    <a:pt x="790069" y="577289"/>
                  </a:lnTo>
                  <a:lnTo>
                    <a:pt x="749906" y="542779"/>
                  </a:lnTo>
                  <a:close/>
                  <a:moveTo>
                    <a:pt x="755927" y="540534"/>
                  </a:moveTo>
                  <a:lnTo>
                    <a:pt x="790221" y="568936"/>
                  </a:lnTo>
                  <a:lnTo>
                    <a:pt x="789018" y="535336"/>
                  </a:lnTo>
                  <a:close/>
                  <a:moveTo>
                    <a:pt x="789031" y="490579"/>
                  </a:moveTo>
                  <a:lnTo>
                    <a:pt x="754476" y="491583"/>
                  </a:lnTo>
                  <a:lnTo>
                    <a:pt x="789018" y="535336"/>
                  </a:lnTo>
                  <a:close/>
                  <a:moveTo>
                    <a:pt x="754476" y="491583"/>
                  </a:moveTo>
                  <a:lnTo>
                    <a:pt x="789031" y="490579"/>
                  </a:lnTo>
                  <a:lnTo>
                    <a:pt x="741386" y="457478"/>
                  </a:lnTo>
                  <a:close/>
                  <a:moveTo>
                    <a:pt x="700952" y="463262"/>
                  </a:moveTo>
                  <a:lnTo>
                    <a:pt x="741386" y="457478"/>
                  </a:lnTo>
                  <a:lnTo>
                    <a:pt x="733266" y="419332"/>
                  </a:lnTo>
                  <a:close/>
                  <a:moveTo>
                    <a:pt x="718103" y="376331"/>
                  </a:moveTo>
                  <a:lnTo>
                    <a:pt x="703289" y="396854"/>
                  </a:lnTo>
                  <a:lnTo>
                    <a:pt x="722002" y="383743"/>
                  </a:lnTo>
                  <a:close/>
                  <a:moveTo>
                    <a:pt x="908556" y="579677"/>
                  </a:moveTo>
                  <a:lnTo>
                    <a:pt x="854458" y="553970"/>
                  </a:lnTo>
                  <a:lnTo>
                    <a:pt x="855934" y="560105"/>
                  </a:lnTo>
                  <a:close/>
                  <a:moveTo>
                    <a:pt x="829737" y="523351"/>
                  </a:moveTo>
                  <a:lnTo>
                    <a:pt x="854458" y="553970"/>
                  </a:lnTo>
                  <a:lnTo>
                    <a:pt x="813884" y="515121"/>
                  </a:lnTo>
                  <a:close/>
                  <a:moveTo>
                    <a:pt x="796843" y="484227"/>
                  </a:moveTo>
                  <a:lnTo>
                    <a:pt x="813884" y="515121"/>
                  </a:lnTo>
                  <a:lnTo>
                    <a:pt x="772738" y="476736"/>
                  </a:lnTo>
                  <a:close/>
                  <a:moveTo>
                    <a:pt x="992500" y="567756"/>
                  </a:moveTo>
                  <a:lnTo>
                    <a:pt x="1002850" y="576988"/>
                  </a:lnTo>
                  <a:lnTo>
                    <a:pt x="1012634" y="616432"/>
                  </a:lnTo>
                  <a:close/>
                  <a:moveTo>
                    <a:pt x="920119" y="527677"/>
                  </a:moveTo>
                  <a:lnTo>
                    <a:pt x="949358" y="530995"/>
                  </a:lnTo>
                  <a:lnTo>
                    <a:pt x="907550" y="493148"/>
                  </a:lnTo>
                  <a:close/>
                  <a:moveTo>
                    <a:pt x="772059" y="322392"/>
                  </a:moveTo>
                  <a:lnTo>
                    <a:pt x="777814" y="330130"/>
                  </a:lnTo>
                  <a:lnTo>
                    <a:pt x="772668" y="305209"/>
                  </a:lnTo>
                  <a:close/>
                  <a:moveTo>
                    <a:pt x="591179" y="34432"/>
                  </a:moveTo>
                  <a:lnTo>
                    <a:pt x="555500" y="25611"/>
                  </a:lnTo>
                  <a:lnTo>
                    <a:pt x="567994" y="43955"/>
                  </a:lnTo>
                  <a:close/>
                  <a:moveTo>
                    <a:pt x="1005138" y="489337"/>
                  </a:moveTo>
                  <a:lnTo>
                    <a:pt x="981254" y="487404"/>
                  </a:lnTo>
                  <a:lnTo>
                    <a:pt x="1022044" y="524176"/>
                  </a:lnTo>
                  <a:close/>
                  <a:moveTo>
                    <a:pt x="1040389" y="496558"/>
                  </a:moveTo>
                  <a:lnTo>
                    <a:pt x="1005138" y="489337"/>
                  </a:lnTo>
                  <a:lnTo>
                    <a:pt x="1022044" y="524176"/>
                  </a:lnTo>
                  <a:close/>
                  <a:moveTo>
                    <a:pt x="972439" y="463288"/>
                  </a:moveTo>
                  <a:lnTo>
                    <a:pt x="981254" y="487404"/>
                  </a:lnTo>
                  <a:lnTo>
                    <a:pt x="963738" y="474557"/>
                  </a:lnTo>
                  <a:close/>
                  <a:moveTo>
                    <a:pt x="803033" y="255459"/>
                  </a:moveTo>
                  <a:lnTo>
                    <a:pt x="804992" y="268454"/>
                  </a:lnTo>
                  <a:lnTo>
                    <a:pt x="817825" y="225775"/>
                  </a:lnTo>
                  <a:close/>
                  <a:moveTo>
                    <a:pt x="794512" y="217640"/>
                  </a:moveTo>
                  <a:lnTo>
                    <a:pt x="794268" y="199232"/>
                  </a:lnTo>
                  <a:lnTo>
                    <a:pt x="756179" y="181402"/>
                  </a:lnTo>
                  <a:close/>
                  <a:moveTo>
                    <a:pt x="794268" y="199232"/>
                  </a:moveTo>
                  <a:lnTo>
                    <a:pt x="794512" y="217640"/>
                  </a:lnTo>
                  <a:lnTo>
                    <a:pt x="795535" y="177761"/>
                  </a:lnTo>
                  <a:close/>
                  <a:moveTo>
                    <a:pt x="598695" y="0"/>
                  </a:moveTo>
                  <a:lnTo>
                    <a:pt x="591179" y="34432"/>
                  </a:lnTo>
                  <a:lnTo>
                    <a:pt x="630283" y="46155"/>
                  </a:lnTo>
                  <a:close/>
                  <a:moveTo>
                    <a:pt x="1005138" y="489337"/>
                  </a:moveTo>
                  <a:lnTo>
                    <a:pt x="1040389" y="496558"/>
                  </a:lnTo>
                  <a:lnTo>
                    <a:pt x="1037426" y="454617"/>
                  </a:lnTo>
                  <a:close/>
                  <a:moveTo>
                    <a:pt x="1005551" y="422905"/>
                  </a:moveTo>
                  <a:lnTo>
                    <a:pt x="1049061" y="459367"/>
                  </a:lnTo>
                  <a:lnTo>
                    <a:pt x="1026267" y="433151"/>
                  </a:lnTo>
                  <a:close/>
                  <a:moveTo>
                    <a:pt x="977047" y="418990"/>
                  </a:moveTo>
                  <a:lnTo>
                    <a:pt x="1005551" y="422905"/>
                  </a:lnTo>
                  <a:lnTo>
                    <a:pt x="985579" y="416210"/>
                  </a:lnTo>
                  <a:close/>
                  <a:moveTo>
                    <a:pt x="1005551" y="422905"/>
                  </a:moveTo>
                  <a:lnTo>
                    <a:pt x="1026267" y="433151"/>
                  </a:lnTo>
                  <a:lnTo>
                    <a:pt x="1022965" y="431413"/>
                  </a:lnTo>
                  <a:close/>
                  <a:moveTo>
                    <a:pt x="879478" y="268669"/>
                  </a:moveTo>
                  <a:lnTo>
                    <a:pt x="935691" y="258052"/>
                  </a:lnTo>
                  <a:lnTo>
                    <a:pt x="898698" y="244318"/>
                  </a:lnTo>
                  <a:close/>
                  <a:moveTo>
                    <a:pt x="793857" y="173426"/>
                  </a:moveTo>
                  <a:lnTo>
                    <a:pt x="756179" y="181402"/>
                  </a:lnTo>
                  <a:lnTo>
                    <a:pt x="794268" y="199232"/>
                  </a:lnTo>
                  <a:close/>
                  <a:moveTo>
                    <a:pt x="793857" y="173426"/>
                  </a:moveTo>
                  <a:lnTo>
                    <a:pt x="755964" y="177144"/>
                  </a:lnTo>
                  <a:lnTo>
                    <a:pt x="756179" y="181402"/>
                  </a:lnTo>
                  <a:close/>
                  <a:moveTo>
                    <a:pt x="755964" y="177144"/>
                  </a:moveTo>
                  <a:lnTo>
                    <a:pt x="793857" y="173426"/>
                  </a:lnTo>
                  <a:lnTo>
                    <a:pt x="767650" y="128082"/>
                  </a:lnTo>
                  <a:close/>
                  <a:moveTo>
                    <a:pt x="793857" y="173426"/>
                  </a:moveTo>
                  <a:lnTo>
                    <a:pt x="802600" y="134177"/>
                  </a:lnTo>
                  <a:lnTo>
                    <a:pt x="767650" y="128082"/>
                  </a:lnTo>
                  <a:close/>
                  <a:moveTo>
                    <a:pt x="881351" y="234087"/>
                  </a:moveTo>
                  <a:lnTo>
                    <a:pt x="898698" y="244318"/>
                  </a:lnTo>
                  <a:lnTo>
                    <a:pt x="907616" y="224612"/>
                  </a:lnTo>
                  <a:close/>
                  <a:moveTo>
                    <a:pt x="865561" y="197332"/>
                  </a:moveTo>
                  <a:lnTo>
                    <a:pt x="867559" y="185342"/>
                  </a:lnTo>
                  <a:lnTo>
                    <a:pt x="849709" y="155107"/>
                  </a:lnTo>
                  <a:close/>
                  <a:moveTo>
                    <a:pt x="802600" y="134177"/>
                  </a:moveTo>
                  <a:lnTo>
                    <a:pt x="812136" y="113818"/>
                  </a:lnTo>
                  <a:lnTo>
                    <a:pt x="767650" y="128082"/>
                  </a:lnTo>
                  <a:close/>
                  <a:moveTo>
                    <a:pt x="802648" y="76785"/>
                  </a:moveTo>
                  <a:lnTo>
                    <a:pt x="812136" y="113818"/>
                  </a:lnTo>
                  <a:lnTo>
                    <a:pt x="823973" y="86536"/>
                  </a:lnTo>
                  <a:close/>
                  <a:moveTo>
                    <a:pt x="964365" y="35517"/>
                  </a:moveTo>
                  <a:lnTo>
                    <a:pt x="974175" y="45689"/>
                  </a:lnTo>
                  <a:lnTo>
                    <a:pt x="929839" y="989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82" name="Input_density__73">
              <a:extLst>
                <a:ext uri="{FF2B5EF4-FFF2-40B4-BE49-F238E27FC236}">
                  <a16:creationId xmlns:a16="http://schemas.microsoft.com/office/drawing/2014/main" id="{7455BB28-1933-130F-D500-C0C8DB774564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1787692"/>
              <a:ext cx="968801" cy="1317351"/>
            </a:xfrm>
            <a:custGeom>
              <a:avLst/>
              <a:gdLst/>
              <a:ahLst/>
              <a:cxnLst/>
              <a:rect l="0" t="0" r="0" b="0"/>
              <a:pathLst>
                <a:path w="968801" h="1317351">
                  <a:moveTo>
                    <a:pt x="19172" y="1140357"/>
                  </a:moveTo>
                  <a:lnTo>
                    <a:pt x="0" y="1171571"/>
                  </a:lnTo>
                  <a:lnTo>
                    <a:pt x="13270" y="1154387"/>
                  </a:lnTo>
                  <a:close/>
                  <a:moveTo>
                    <a:pt x="19172" y="1140357"/>
                  </a:moveTo>
                  <a:lnTo>
                    <a:pt x="394" y="1166357"/>
                  </a:lnTo>
                  <a:lnTo>
                    <a:pt x="0" y="1171571"/>
                  </a:lnTo>
                  <a:close/>
                  <a:moveTo>
                    <a:pt x="394" y="1166357"/>
                  </a:moveTo>
                  <a:lnTo>
                    <a:pt x="19172" y="1140357"/>
                  </a:lnTo>
                  <a:lnTo>
                    <a:pt x="8259" y="1134816"/>
                  </a:lnTo>
                  <a:close/>
                  <a:moveTo>
                    <a:pt x="37437" y="1084072"/>
                  </a:moveTo>
                  <a:lnTo>
                    <a:pt x="8259" y="1134816"/>
                  </a:lnTo>
                  <a:lnTo>
                    <a:pt x="21714" y="1117633"/>
                  </a:lnTo>
                  <a:close/>
                  <a:moveTo>
                    <a:pt x="62027" y="1079801"/>
                  </a:moveTo>
                  <a:lnTo>
                    <a:pt x="75830" y="1063694"/>
                  </a:lnTo>
                  <a:lnTo>
                    <a:pt x="58090" y="1080877"/>
                  </a:lnTo>
                  <a:close/>
                  <a:moveTo>
                    <a:pt x="173122" y="1158292"/>
                  </a:moveTo>
                  <a:lnTo>
                    <a:pt x="186965" y="1156776"/>
                  </a:lnTo>
                  <a:lnTo>
                    <a:pt x="205257" y="1145377"/>
                  </a:lnTo>
                  <a:close/>
                  <a:moveTo>
                    <a:pt x="141363" y="1094617"/>
                  </a:moveTo>
                  <a:lnTo>
                    <a:pt x="120383" y="1046511"/>
                  </a:lnTo>
                  <a:lnTo>
                    <a:pt x="104617" y="1052655"/>
                  </a:lnTo>
                  <a:close/>
                  <a:moveTo>
                    <a:pt x="104617" y="1052655"/>
                  </a:moveTo>
                  <a:lnTo>
                    <a:pt x="115223" y="1057906"/>
                  </a:lnTo>
                  <a:lnTo>
                    <a:pt x="141363" y="1094617"/>
                  </a:lnTo>
                  <a:close/>
                  <a:moveTo>
                    <a:pt x="304237" y="1222456"/>
                  </a:moveTo>
                  <a:lnTo>
                    <a:pt x="300662" y="1252929"/>
                  </a:lnTo>
                  <a:lnTo>
                    <a:pt x="335867" y="1213102"/>
                  </a:lnTo>
                  <a:close/>
                  <a:moveTo>
                    <a:pt x="335867" y="1213102"/>
                  </a:moveTo>
                  <a:lnTo>
                    <a:pt x="313452" y="1267041"/>
                  </a:lnTo>
                  <a:lnTo>
                    <a:pt x="344489" y="1249857"/>
                  </a:lnTo>
                  <a:close/>
                  <a:moveTo>
                    <a:pt x="269433" y="1230286"/>
                  </a:moveTo>
                  <a:lnTo>
                    <a:pt x="300662" y="1252929"/>
                  </a:lnTo>
                  <a:lnTo>
                    <a:pt x="304237" y="1222456"/>
                  </a:lnTo>
                  <a:close/>
                  <a:moveTo>
                    <a:pt x="256973" y="1189045"/>
                  </a:moveTo>
                  <a:lnTo>
                    <a:pt x="253681" y="1201851"/>
                  </a:lnTo>
                  <a:lnTo>
                    <a:pt x="304237" y="1222456"/>
                  </a:lnTo>
                  <a:close/>
                  <a:moveTo>
                    <a:pt x="304237" y="1222456"/>
                  </a:moveTo>
                  <a:lnTo>
                    <a:pt x="335867" y="1213102"/>
                  </a:lnTo>
                  <a:lnTo>
                    <a:pt x="341834" y="1186079"/>
                  </a:lnTo>
                  <a:close/>
                  <a:moveTo>
                    <a:pt x="186965" y="1156776"/>
                  </a:moveTo>
                  <a:lnTo>
                    <a:pt x="219590" y="1192349"/>
                  </a:lnTo>
                  <a:lnTo>
                    <a:pt x="215755" y="1150720"/>
                  </a:lnTo>
                  <a:close/>
                  <a:moveTo>
                    <a:pt x="219590" y="1192349"/>
                  </a:moveTo>
                  <a:lnTo>
                    <a:pt x="256973" y="1189045"/>
                  </a:lnTo>
                  <a:lnTo>
                    <a:pt x="215755" y="1150720"/>
                  </a:lnTo>
                  <a:close/>
                  <a:moveTo>
                    <a:pt x="186965" y="1156776"/>
                  </a:moveTo>
                  <a:lnTo>
                    <a:pt x="215755" y="1150720"/>
                  </a:lnTo>
                  <a:lnTo>
                    <a:pt x="205257" y="1145377"/>
                  </a:lnTo>
                  <a:close/>
                  <a:moveTo>
                    <a:pt x="120383" y="1046511"/>
                  </a:moveTo>
                  <a:lnTo>
                    <a:pt x="150641" y="1065754"/>
                  </a:lnTo>
                  <a:lnTo>
                    <a:pt x="155762" y="1038164"/>
                  </a:lnTo>
                  <a:close/>
                  <a:moveTo>
                    <a:pt x="108982" y="1009756"/>
                  </a:moveTo>
                  <a:lnTo>
                    <a:pt x="155762" y="1038164"/>
                  </a:lnTo>
                  <a:lnTo>
                    <a:pt x="152721" y="995889"/>
                  </a:lnTo>
                  <a:close/>
                  <a:moveTo>
                    <a:pt x="452779" y="1272453"/>
                  </a:moveTo>
                  <a:lnTo>
                    <a:pt x="443584" y="1317351"/>
                  </a:lnTo>
                  <a:lnTo>
                    <a:pt x="492380" y="1312093"/>
                  </a:lnTo>
                  <a:close/>
                  <a:moveTo>
                    <a:pt x="489186" y="1269943"/>
                  </a:moveTo>
                  <a:lnTo>
                    <a:pt x="452779" y="1272453"/>
                  </a:lnTo>
                  <a:lnTo>
                    <a:pt x="492380" y="1312093"/>
                  </a:lnTo>
                  <a:close/>
                  <a:moveTo>
                    <a:pt x="366927" y="1243326"/>
                  </a:moveTo>
                  <a:lnTo>
                    <a:pt x="363702" y="1267838"/>
                  </a:lnTo>
                  <a:lnTo>
                    <a:pt x="404345" y="1284741"/>
                  </a:lnTo>
                  <a:close/>
                  <a:moveTo>
                    <a:pt x="402404" y="1241571"/>
                  </a:moveTo>
                  <a:lnTo>
                    <a:pt x="366927" y="1243326"/>
                  </a:lnTo>
                  <a:lnTo>
                    <a:pt x="404345" y="1284741"/>
                  </a:lnTo>
                  <a:close/>
                  <a:moveTo>
                    <a:pt x="452779" y="1272453"/>
                  </a:moveTo>
                  <a:lnTo>
                    <a:pt x="404345" y="1284741"/>
                  </a:lnTo>
                  <a:lnTo>
                    <a:pt x="402906" y="1289841"/>
                  </a:lnTo>
                  <a:close/>
                  <a:moveTo>
                    <a:pt x="404345" y="1284741"/>
                  </a:moveTo>
                  <a:lnTo>
                    <a:pt x="452779" y="1272453"/>
                  </a:lnTo>
                  <a:lnTo>
                    <a:pt x="436984" y="1240547"/>
                  </a:lnTo>
                  <a:close/>
                  <a:moveTo>
                    <a:pt x="404345" y="1284741"/>
                  </a:moveTo>
                  <a:lnTo>
                    <a:pt x="436984" y="1240547"/>
                  </a:lnTo>
                  <a:lnTo>
                    <a:pt x="402404" y="1241571"/>
                  </a:lnTo>
                  <a:close/>
                  <a:moveTo>
                    <a:pt x="344489" y="1249857"/>
                  </a:moveTo>
                  <a:lnTo>
                    <a:pt x="363702" y="1267838"/>
                  </a:lnTo>
                  <a:lnTo>
                    <a:pt x="366927" y="1243326"/>
                  </a:lnTo>
                  <a:close/>
                  <a:moveTo>
                    <a:pt x="335867" y="1213102"/>
                  </a:moveTo>
                  <a:lnTo>
                    <a:pt x="366927" y="1243326"/>
                  </a:lnTo>
                  <a:lnTo>
                    <a:pt x="359133" y="1204915"/>
                  </a:lnTo>
                  <a:close/>
                  <a:moveTo>
                    <a:pt x="366927" y="1243326"/>
                  </a:moveTo>
                  <a:lnTo>
                    <a:pt x="402404" y="1241571"/>
                  </a:lnTo>
                  <a:lnTo>
                    <a:pt x="359133" y="1204915"/>
                  </a:lnTo>
                  <a:close/>
                  <a:moveTo>
                    <a:pt x="203902" y="938634"/>
                  </a:moveTo>
                  <a:lnTo>
                    <a:pt x="216592" y="975389"/>
                  </a:lnTo>
                  <a:lnTo>
                    <a:pt x="218919" y="924412"/>
                  </a:lnTo>
                  <a:close/>
                  <a:moveTo>
                    <a:pt x="226854" y="900302"/>
                  </a:moveTo>
                  <a:lnTo>
                    <a:pt x="225182" y="902879"/>
                  </a:lnTo>
                  <a:lnTo>
                    <a:pt x="222058" y="919570"/>
                  </a:lnTo>
                  <a:close/>
                  <a:moveTo>
                    <a:pt x="222058" y="919570"/>
                  </a:moveTo>
                  <a:lnTo>
                    <a:pt x="225182" y="902879"/>
                  </a:lnTo>
                  <a:lnTo>
                    <a:pt x="218919" y="924412"/>
                  </a:lnTo>
                  <a:close/>
                  <a:moveTo>
                    <a:pt x="218919" y="924412"/>
                  </a:moveTo>
                  <a:lnTo>
                    <a:pt x="225182" y="902879"/>
                  </a:lnTo>
                  <a:lnTo>
                    <a:pt x="203902" y="938634"/>
                  </a:lnTo>
                  <a:close/>
                  <a:moveTo>
                    <a:pt x="617327" y="1235062"/>
                  </a:moveTo>
                  <a:lnTo>
                    <a:pt x="637323" y="1271817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17327" y="1235062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47950" y="1217879"/>
                  </a:lnTo>
                  <a:lnTo>
                    <a:pt x="635956" y="1181124"/>
                  </a:lnTo>
                  <a:close/>
                  <a:moveTo>
                    <a:pt x="314983" y="825432"/>
                  </a:moveTo>
                  <a:lnTo>
                    <a:pt x="290712" y="830894"/>
                  </a:lnTo>
                  <a:lnTo>
                    <a:pt x="258188" y="833868"/>
                  </a:lnTo>
                  <a:close/>
                  <a:moveTo>
                    <a:pt x="314983" y="825432"/>
                  </a:moveTo>
                  <a:lnTo>
                    <a:pt x="258188" y="833868"/>
                  </a:lnTo>
                  <a:lnTo>
                    <a:pt x="282047" y="826864"/>
                  </a:lnTo>
                  <a:close/>
                  <a:moveTo>
                    <a:pt x="654156" y="1172343"/>
                  </a:moveTo>
                  <a:lnTo>
                    <a:pt x="605511" y="1164210"/>
                  </a:lnTo>
                  <a:lnTo>
                    <a:pt x="635956" y="1181124"/>
                  </a:lnTo>
                  <a:close/>
                  <a:moveTo>
                    <a:pt x="613691" y="1133405"/>
                  </a:moveTo>
                  <a:lnTo>
                    <a:pt x="605511" y="1164210"/>
                  </a:lnTo>
                  <a:lnTo>
                    <a:pt x="654156" y="1172343"/>
                  </a:lnTo>
                  <a:close/>
                  <a:moveTo>
                    <a:pt x="670860" y="1163941"/>
                  </a:moveTo>
                  <a:lnTo>
                    <a:pt x="692638" y="1144602"/>
                  </a:lnTo>
                  <a:lnTo>
                    <a:pt x="654156" y="1172343"/>
                  </a:lnTo>
                  <a:close/>
                  <a:moveTo>
                    <a:pt x="654156" y="1172343"/>
                  </a:moveTo>
                  <a:lnTo>
                    <a:pt x="692638" y="1144602"/>
                  </a:lnTo>
                  <a:lnTo>
                    <a:pt x="675467" y="1137359"/>
                  </a:lnTo>
                  <a:close/>
                  <a:moveTo>
                    <a:pt x="604958" y="1095757"/>
                  </a:moveTo>
                  <a:lnTo>
                    <a:pt x="575018" y="1093010"/>
                  </a:lnTo>
                  <a:lnTo>
                    <a:pt x="613691" y="1133405"/>
                  </a:lnTo>
                  <a:close/>
                  <a:moveTo>
                    <a:pt x="604958" y="1095757"/>
                  </a:moveTo>
                  <a:lnTo>
                    <a:pt x="637040" y="1090431"/>
                  </a:lnTo>
                  <a:lnTo>
                    <a:pt x="643550" y="1085644"/>
                  </a:lnTo>
                  <a:close/>
                  <a:moveTo>
                    <a:pt x="539406" y="945423"/>
                  </a:moveTo>
                  <a:lnTo>
                    <a:pt x="537678" y="943411"/>
                  </a:lnTo>
                  <a:lnTo>
                    <a:pt x="538046" y="944079"/>
                  </a:lnTo>
                  <a:close/>
                  <a:moveTo>
                    <a:pt x="403442" y="838004"/>
                  </a:moveTo>
                  <a:lnTo>
                    <a:pt x="381344" y="796391"/>
                  </a:lnTo>
                  <a:lnTo>
                    <a:pt x="362506" y="799449"/>
                  </a:lnTo>
                  <a:close/>
                  <a:moveTo>
                    <a:pt x="362506" y="799449"/>
                  </a:moveTo>
                  <a:lnTo>
                    <a:pt x="392948" y="771566"/>
                  </a:lnTo>
                  <a:lnTo>
                    <a:pt x="385269" y="763284"/>
                  </a:lnTo>
                  <a:close/>
                  <a:moveTo>
                    <a:pt x="637040" y="1090431"/>
                  </a:moveTo>
                  <a:lnTo>
                    <a:pt x="648280" y="1103331"/>
                  </a:lnTo>
                  <a:lnTo>
                    <a:pt x="648646" y="1087328"/>
                  </a:lnTo>
                  <a:close/>
                  <a:moveTo>
                    <a:pt x="643550" y="1085644"/>
                  </a:moveTo>
                  <a:lnTo>
                    <a:pt x="637040" y="1090431"/>
                  </a:lnTo>
                  <a:lnTo>
                    <a:pt x="648646" y="1087328"/>
                  </a:lnTo>
                  <a:close/>
                  <a:moveTo>
                    <a:pt x="648646" y="1087328"/>
                  </a:moveTo>
                  <a:lnTo>
                    <a:pt x="648280" y="1103331"/>
                  </a:lnTo>
                  <a:lnTo>
                    <a:pt x="656523" y="1090431"/>
                  </a:lnTo>
                  <a:close/>
                  <a:moveTo>
                    <a:pt x="648646" y="1087328"/>
                  </a:moveTo>
                  <a:lnTo>
                    <a:pt x="656523" y="1090431"/>
                  </a:lnTo>
                  <a:lnTo>
                    <a:pt x="643550" y="1085644"/>
                  </a:lnTo>
                  <a:close/>
                  <a:moveTo>
                    <a:pt x="537678" y="943411"/>
                  </a:moveTo>
                  <a:lnTo>
                    <a:pt x="539406" y="945423"/>
                  </a:lnTo>
                  <a:lnTo>
                    <a:pt x="541011" y="941669"/>
                  </a:lnTo>
                  <a:close/>
                  <a:moveTo>
                    <a:pt x="392948" y="771566"/>
                  </a:moveTo>
                  <a:lnTo>
                    <a:pt x="381344" y="796391"/>
                  </a:lnTo>
                  <a:lnTo>
                    <a:pt x="409012" y="788729"/>
                  </a:lnTo>
                  <a:close/>
                  <a:moveTo>
                    <a:pt x="715853" y="1073247"/>
                  </a:moveTo>
                  <a:lnTo>
                    <a:pt x="752643" y="105695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15853" y="107324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27701" y="1019309"/>
                  </a:lnTo>
                  <a:lnTo>
                    <a:pt x="683726" y="1015071"/>
                  </a:lnTo>
                  <a:close/>
                  <a:moveTo>
                    <a:pt x="727701" y="1019309"/>
                  </a:moveTo>
                  <a:lnTo>
                    <a:pt x="702517" y="989122"/>
                  </a:lnTo>
                  <a:lnTo>
                    <a:pt x="683726" y="1015071"/>
                  </a:lnTo>
                  <a:close/>
                  <a:moveTo>
                    <a:pt x="696546" y="982554"/>
                  </a:moveTo>
                  <a:lnTo>
                    <a:pt x="683726" y="1015071"/>
                  </a:lnTo>
                  <a:lnTo>
                    <a:pt x="702517" y="989122"/>
                  </a:lnTo>
                  <a:close/>
                  <a:moveTo>
                    <a:pt x="840629" y="1129097"/>
                  </a:moveTo>
                  <a:lnTo>
                    <a:pt x="837508" y="1129574"/>
                  </a:lnTo>
                  <a:lnTo>
                    <a:pt x="870896" y="1148726"/>
                  </a:lnTo>
                  <a:close/>
                  <a:moveTo>
                    <a:pt x="839646" y="1128092"/>
                  </a:moveTo>
                  <a:lnTo>
                    <a:pt x="837508" y="1129574"/>
                  </a:lnTo>
                  <a:lnTo>
                    <a:pt x="840629" y="1129097"/>
                  </a:lnTo>
                  <a:close/>
                  <a:moveTo>
                    <a:pt x="860370" y="1075635"/>
                  </a:moveTo>
                  <a:lnTo>
                    <a:pt x="840629" y="1129097"/>
                  </a:lnTo>
                  <a:lnTo>
                    <a:pt x="887697" y="1112390"/>
                  </a:lnTo>
                  <a:close/>
                  <a:moveTo>
                    <a:pt x="840629" y="1129097"/>
                  </a:moveTo>
                  <a:lnTo>
                    <a:pt x="870896" y="1148726"/>
                  </a:lnTo>
                  <a:lnTo>
                    <a:pt x="887697" y="1112390"/>
                  </a:lnTo>
                  <a:close/>
                  <a:moveTo>
                    <a:pt x="793455" y="1050866"/>
                  </a:moveTo>
                  <a:lnTo>
                    <a:pt x="753273" y="1054312"/>
                  </a:lnTo>
                  <a:lnTo>
                    <a:pt x="760363" y="1056064"/>
                  </a:lnTo>
                  <a:close/>
                  <a:moveTo>
                    <a:pt x="758912" y="1007113"/>
                  </a:moveTo>
                  <a:lnTo>
                    <a:pt x="753273" y="1054312"/>
                  </a:lnTo>
                  <a:lnTo>
                    <a:pt x="793455" y="1050866"/>
                  </a:lnTo>
                  <a:close/>
                  <a:moveTo>
                    <a:pt x="727701" y="1019309"/>
                  </a:moveTo>
                  <a:lnTo>
                    <a:pt x="753273" y="1054312"/>
                  </a:lnTo>
                  <a:lnTo>
                    <a:pt x="758912" y="1007113"/>
                  </a:lnTo>
                  <a:close/>
                  <a:moveTo>
                    <a:pt x="758912" y="1007113"/>
                  </a:moveTo>
                  <a:lnTo>
                    <a:pt x="702517" y="989122"/>
                  </a:lnTo>
                  <a:lnTo>
                    <a:pt x="727701" y="1019309"/>
                  </a:lnTo>
                  <a:close/>
                  <a:moveTo>
                    <a:pt x="705388" y="978792"/>
                  </a:moveTo>
                  <a:lnTo>
                    <a:pt x="702517" y="989122"/>
                  </a:lnTo>
                  <a:lnTo>
                    <a:pt x="758912" y="1007113"/>
                  </a:lnTo>
                  <a:close/>
                  <a:moveTo>
                    <a:pt x="745823" y="973008"/>
                  </a:moveTo>
                  <a:lnTo>
                    <a:pt x="705388" y="978792"/>
                  </a:lnTo>
                  <a:lnTo>
                    <a:pt x="758912" y="1007113"/>
                  </a:lnTo>
                  <a:close/>
                  <a:moveTo>
                    <a:pt x="696546" y="982554"/>
                  </a:moveTo>
                  <a:lnTo>
                    <a:pt x="702517" y="989122"/>
                  </a:lnTo>
                  <a:lnTo>
                    <a:pt x="705388" y="978792"/>
                  </a:lnTo>
                  <a:close/>
                  <a:moveTo>
                    <a:pt x="670316" y="945799"/>
                  </a:moveTo>
                  <a:lnTo>
                    <a:pt x="696546" y="982554"/>
                  </a:lnTo>
                  <a:lnTo>
                    <a:pt x="705388" y="978792"/>
                  </a:lnTo>
                  <a:close/>
                  <a:moveTo>
                    <a:pt x="648664" y="909044"/>
                  </a:moveTo>
                  <a:lnTo>
                    <a:pt x="670316" y="945799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48664" y="909044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91908" y="891861"/>
                  </a:lnTo>
                  <a:lnTo>
                    <a:pt x="677656" y="855106"/>
                  </a:lnTo>
                  <a:close/>
                  <a:moveTo>
                    <a:pt x="887697" y="1112390"/>
                  </a:moveTo>
                  <a:lnTo>
                    <a:pt x="870896" y="1148726"/>
                  </a:lnTo>
                  <a:lnTo>
                    <a:pt x="920641" y="1135883"/>
                  </a:lnTo>
                  <a:close/>
                  <a:moveTo>
                    <a:pt x="912992" y="1095207"/>
                  </a:moveTo>
                  <a:lnTo>
                    <a:pt x="887697" y="1112390"/>
                  </a:lnTo>
                  <a:lnTo>
                    <a:pt x="920641" y="1135883"/>
                  </a:lnTo>
                  <a:close/>
                  <a:moveTo>
                    <a:pt x="677656" y="855106"/>
                  </a:moveTo>
                  <a:lnTo>
                    <a:pt x="718598" y="878558"/>
                  </a:lnTo>
                  <a:lnTo>
                    <a:pt x="701145" y="848000"/>
                  </a:lnTo>
                  <a:close/>
                  <a:moveTo>
                    <a:pt x="677656" y="855106"/>
                  </a:moveTo>
                  <a:lnTo>
                    <a:pt x="691908" y="891861"/>
                  </a:lnTo>
                  <a:lnTo>
                    <a:pt x="718598" y="878558"/>
                  </a:lnTo>
                  <a:close/>
                  <a:moveTo>
                    <a:pt x="701145" y="848000"/>
                  </a:moveTo>
                  <a:lnTo>
                    <a:pt x="651608" y="827150"/>
                  </a:lnTo>
                  <a:lnTo>
                    <a:pt x="677656" y="855106"/>
                  </a:lnTo>
                  <a:close/>
                  <a:moveTo>
                    <a:pt x="653274" y="815083"/>
                  </a:moveTo>
                  <a:lnTo>
                    <a:pt x="651608" y="827150"/>
                  </a:lnTo>
                  <a:lnTo>
                    <a:pt x="701145" y="848000"/>
                  </a:lnTo>
                  <a:close/>
                  <a:moveTo>
                    <a:pt x="697467" y="806243"/>
                  </a:moveTo>
                  <a:lnTo>
                    <a:pt x="653274" y="815083"/>
                  </a:lnTo>
                  <a:lnTo>
                    <a:pt x="701145" y="848000"/>
                  </a:lnTo>
                  <a:close/>
                  <a:moveTo>
                    <a:pt x="726895" y="854154"/>
                  </a:moveTo>
                  <a:lnTo>
                    <a:pt x="722376" y="801167"/>
                  </a:lnTo>
                  <a:lnTo>
                    <a:pt x="697467" y="806243"/>
                  </a:lnTo>
                  <a:close/>
                  <a:moveTo>
                    <a:pt x="726895" y="854154"/>
                  </a:moveTo>
                  <a:lnTo>
                    <a:pt x="697467" y="806243"/>
                  </a:lnTo>
                  <a:lnTo>
                    <a:pt x="701145" y="848000"/>
                  </a:lnTo>
                  <a:close/>
                  <a:moveTo>
                    <a:pt x="639704" y="818351"/>
                  </a:moveTo>
                  <a:lnTo>
                    <a:pt x="651608" y="827150"/>
                  </a:lnTo>
                  <a:lnTo>
                    <a:pt x="653274" y="815083"/>
                  </a:lnTo>
                  <a:close/>
                  <a:moveTo>
                    <a:pt x="624021" y="781596"/>
                  </a:moveTo>
                  <a:lnTo>
                    <a:pt x="639704" y="818351"/>
                  </a:lnTo>
                  <a:lnTo>
                    <a:pt x="657390" y="764412"/>
                  </a:lnTo>
                  <a:close/>
                  <a:moveTo>
                    <a:pt x="722376" y="801167"/>
                  </a:moveTo>
                  <a:lnTo>
                    <a:pt x="701086" y="764412"/>
                  </a:lnTo>
                  <a:lnTo>
                    <a:pt x="697467" y="806243"/>
                  </a:lnTo>
                  <a:close/>
                  <a:moveTo>
                    <a:pt x="605512" y="744840"/>
                  </a:moveTo>
                  <a:lnTo>
                    <a:pt x="624021" y="781596"/>
                  </a:lnTo>
                  <a:lnTo>
                    <a:pt x="657390" y="764412"/>
                  </a:lnTo>
                  <a:close/>
                  <a:moveTo>
                    <a:pt x="605512" y="744840"/>
                  </a:moveTo>
                  <a:lnTo>
                    <a:pt x="657390" y="764412"/>
                  </a:lnTo>
                  <a:lnTo>
                    <a:pt x="638574" y="727657"/>
                  </a:lnTo>
                  <a:close/>
                  <a:moveTo>
                    <a:pt x="593659" y="702219"/>
                  </a:moveTo>
                  <a:lnTo>
                    <a:pt x="587870" y="713419"/>
                  </a:lnTo>
                  <a:lnTo>
                    <a:pt x="611798" y="690902"/>
                  </a:lnTo>
                  <a:close/>
                  <a:moveTo>
                    <a:pt x="611798" y="690902"/>
                  </a:moveTo>
                  <a:lnTo>
                    <a:pt x="587870" y="713419"/>
                  </a:lnTo>
                  <a:lnTo>
                    <a:pt x="605512" y="744840"/>
                  </a:lnTo>
                  <a:close/>
                  <a:moveTo>
                    <a:pt x="611798" y="690902"/>
                  </a:moveTo>
                  <a:lnTo>
                    <a:pt x="605512" y="744840"/>
                  </a:lnTo>
                  <a:lnTo>
                    <a:pt x="638574" y="727657"/>
                  </a:lnTo>
                  <a:close/>
                  <a:moveTo>
                    <a:pt x="583680" y="708086"/>
                  </a:moveTo>
                  <a:lnTo>
                    <a:pt x="587870" y="713419"/>
                  </a:lnTo>
                  <a:lnTo>
                    <a:pt x="593659" y="702219"/>
                  </a:lnTo>
                  <a:close/>
                  <a:moveTo>
                    <a:pt x="583640" y="671331"/>
                  </a:moveTo>
                  <a:lnTo>
                    <a:pt x="593659" y="702219"/>
                  </a:lnTo>
                  <a:lnTo>
                    <a:pt x="611798" y="690902"/>
                  </a:lnTo>
                  <a:close/>
                  <a:moveTo>
                    <a:pt x="749246" y="791236"/>
                  </a:moveTo>
                  <a:lnTo>
                    <a:pt x="739814" y="811575"/>
                  </a:lnTo>
                  <a:lnTo>
                    <a:pt x="769765" y="783984"/>
                  </a:lnTo>
                  <a:close/>
                  <a:moveTo>
                    <a:pt x="722376" y="801167"/>
                  </a:moveTo>
                  <a:lnTo>
                    <a:pt x="739814" y="811575"/>
                  </a:lnTo>
                  <a:lnTo>
                    <a:pt x="749246" y="791236"/>
                  </a:lnTo>
                  <a:close/>
                  <a:moveTo>
                    <a:pt x="737721" y="747229"/>
                  </a:moveTo>
                  <a:lnTo>
                    <a:pt x="749246" y="791236"/>
                  </a:lnTo>
                  <a:lnTo>
                    <a:pt x="754462" y="770133"/>
                  </a:lnTo>
                  <a:close/>
                  <a:moveTo>
                    <a:pt x="722376" y="801167"/>
                  </a:moveTo>
                  <a:lnTo>
                    <a:pt x="749246" y="791236"/>
                  </a:lnTo>
                  <a:lnTo>
                    <a:pt x="737721" y="747229"/>
                  </a:lnTo>
                  <a:close/>
                  <a:moveTo>
                    <a:pt x="701086" y="764412"/>
                  </a:moveTo>
                  <a:lnTo>
                    <a:pt x="722376" y="801167"/>
                  </a:lnTo>
                  <a:lnTo>
                    <a:pt x="737721" y="747229"/>
                  </a:lnTo>
                  <a:close/>
                  <a:moveTo>
                    <a:pt x="749246" y="791236"/>
                  </a:moveTo>
                  <a:lnTo>
                    <a:pt x="769765" y="783984"/>
                  </a:lnTo>
                  <a:lnTo>
                    <a:pt x="754462" y="770133"/>
                  </a:lnTo>
                  <a:close/>
                  <a:moveTo>
                    <a:pt x="638574" y="727657"/>
                  </a:moveTo>
                  <a:lnTo>
                    <a:pt x="663665" y="761888"/>
                  </a:lnTo>
                  <a:lnTo>
                    <a:pt x="660002" y="720119"/>
                  </a:lnTo>
                  <a:close/>
                  <a:moveTo>
                    <a:pt x="638574" y="727657"/>
                  </a:moveTo>
                  <a:lnTo>
                    <a:pt x="657390" y="764412"/>
                  </a:lnTo>
                  <a:lnTo>
                    <a:pt x="663665" y="761888"/>
                  </a:lnTo>
                  <a:close/>
                  <a:moveTo>
                    <a:pt x="660002" y="720119"/>
                  </a:moveTo>
                  <a:lnTo>
                    <a:pt x="663665" y="761888"/>
                  </a:lnTo>
                  <a:lnTo>
                    <a:pt x="696592" y="717460"/>
                  </a:lnTo>
                  <a:close/>
                  <a:moveTo>
                    <a:pt x="696592" y="717460"/>
                  </a:moveTo>
                  <a:lnTo>
                    <a:pt x="693259" y="762090"/>
                  </a:lnTo>
                  <a:lnTo>
                    <a:pt x="722317" y="710474"/>
                  </a:lnTo>
                  <a:close/>
                  <a:moveTo>
                    <a:pt x="722317" y="710474"/>
                  </a:moveTo>
                  <a:lnTo>
                    <a:pt x="701086" y="764412"/>
                  </a:lnTo>
                  <a:lnTo>
                    <a:pt x="737721" y="747229"/>
                  </a:lnTo>
                  <a:close/>
                  <a:moveTo>
                    <a:pt x="658874" y="673719"/>
                  </a:moveTo>
                  <a:lnTo>
                    <a:pt x="660002" y="720119"/>
                  </a:lnTo>
                  <a:lnTo>
                    <a:pt x="663359" y="678666"/>
                  </a:lnTo>
                  <a:close/>
                  <a:moveTo>
                    <a:pt x="638574" y="727657"/>
                  </a:moveTo>
                  <a:lnTo>
                    <a:pt x="660002" y="720119"/>
                  </a:lnTo>
                  <a:lnTo>
                    <a:pt x="658874" y="673719"/>
                  </a:lnTo>
                  <a:close/>
                  <a:moveTo>
                    <a:pt x="660002" y="720119"/>
                  </a:moveTo>
                  <a:lnTo>
                    <a:pt x="696592" y="717460"/>
                  </a:lnTo>
                  <a:lnTo>
                    <a:pt x="663359" y="678666"/>
                  </a:lnTo>
                  <a:close/>
                  <a:moveTo>
                    <a:pt x="696592" y="717460"/>
                  </a:moveTo>
                  <a:lnTo>
                    <a:pt x="697758" y="682702"/>
                  </a:lnTo>
                  <a:lnTo>
                    <a:pt x="663359" y="678666"/>
                  </a:lnTo>
                  <a:close/>
                  <a:moveTo>
                    <a:pt x="697758" y="682702"/>
                  </a:moveTo>
                  <a:lnTo>
                    <a:pt x="696592" y="717460"/>
                  </a:lnTo>
                  <a:lnTo>
                    <a:pt x="722317" y="710474"/>
                  </a:lnTo>
                  <a:close/>
                  <a:moveTo>
                    <a:pt x="148645" y="0"/>
                  </a:moveTo>
                  <a:lnTo>
                    <a:pt x="93525" y="14703"/>
                  </a:lnTo>
                  <a:lnTo>
                    <a:pt x="117163" y="6871"/>
                  </a:lnTo>
                  <a:close/>
                  <a:moveTo>
                    <a:pt x="807470" y="770989"/>
                  </a:moveTo>
                  <a:lnTo>
                    <a:pt x="754462" y="770133"/>
                  </a:lnTo>
                  <a:lnTo>
                    <a:pt x="769765" y="783984"/>
                  </a:lnTo>
                  <a:close/>
                  <a:moveTo>
                    <a:pt x="760925" y="736994"/>
                  </a:moveTo>
                  <a:lnTo>
                    <a:pt x="754462" y="770133"/>
                  </a:lnTo>
                  <a:lnTo>
                    <a:pt x="807470" y="770989"/>
                  </a:lnTo>
                  <a:close/>
                  <a:moveTo>
                    <a:pt x="737721" y="747229"/>
                  </a:moveTo>
                  <a:lnTo>
                    <a:pt x="754462" y="770133"/>
                  </a:lnTo>
                  <a:lnTo>
                    <a:pt x="760925" y="736994"/>
                  </a:lnTo>
                  <a:close/>
                  <a:moveTo>
                    <a:pt x="737721" y="747229"/>
                  </a:moveTo>
                  <a:lnTo>
                    <a:pt x="760925" y="736994"/>
                  </a:lnTo>
                  <a:lnTo>
                    <a:pt x="757084" y="693290"/>
                  </a:lnTo>
                  <a:close/>
                  <a:moveTo>
                    <a:pt x="722317" y="710474"/>
                  </a:moveTo>
                  <a:lnTo>
                    <a:pt x="737721" y="747229"/>
                  </a:lnTo>
                  <a:lnTo>
                    <a:pt x="757084" y="693290"/>
                  </a:lnTo>
                  <a:close/>
                  <a:moveTo>
                    <a:pt x="717726" y="661152"/>
                  </a:moveTo>
                  <a:lnTo>
                    <a:pt x="663359" y="678666"/>
                  </a:lnTo>
                  <a:lnTo>
                    <a:pt x="697758" y="682702"/>
                  </a:lnTo>
                  <a:close/>
                  <a:moveTo>
                    <a:pt x="680307" y="596458"/>
                  </a:moveTo>
                  <a:lnTo>
                    <a:pt x="645811" y="597415"/>
                  </a:lnTo>
                  <a:lnTo>
                    <a:pt x="694137" y="629962"/>
                  </a:lnTo>
                  <a:close/>
                  <a:moveTo>
                    <a:pt x="634719" y="561685"/>
                  </a:moveTo>
                  <a:lnTo>
                    <a:pt x="595616" y="549962"/>
                  </a:lnTo>
                  <a:lnTo>
                    <a:pt x="626063" y="563454"/>
                  </a:lnTo>
                  <a:close/>
                  <a:moveTo>
                    <a:pt x="543995" y="385329"/>
                  </a:moveTo>
                  <a:lnTo>
                    <a:pt x="518198" y="416434"/>
                  </a:lnTo>
                  <a:lnTo>
                    <a:pt x="530368" y="399251"/>
                  </a:lnTo>
                  <a:close/>
                  <a:moveTo>
                    <a:pt x="857143" y="730046"/>
                  </a:moveTo>
                  <a:lnTo>
                    <a:pt x="862793" y="766801"/>
                  </a:lnTo>
                  <a:lnTo>
                    <a:pt x="885787" y="749617"/>
                  </a:lnTo>
                  <a:close/>
                  <a:moveTo>
                    <a:pt x="857143" y="730046"/>
                  </a:moveTo>
                  <a:lnTo>
                    <a:pt x="885787" y="749617"/>
                  </a:lnTo>
                  <a:lnTo>
                    <a:pt x="869997" y="712862"/>
                  </a:lnTo>
                  <a:close/>
                  <a:moveTo>
                    <a:pt x="563604" y="362436"/>
                  </a:moveTo>
                  <a:lnTo>
                    <a:pt x="530368" y="399251"/>
                  </a:lnTo>
                  <a:lnTo>
                    <a:pt x="545085" y="382067"/>
                  </a:lnTo>
                  <a:close/>
                  <a:moveTo>
                    <a:pt x="563604" y="362436"/>
                  </a:moveTo>
                  <a:lnTo>
                    <a:pt x="543995" y="385329"/>
                  </a:lnTo>
                  <a:lnTo>
                    <a:pt x="530368" y="399251"/>
                  </a:lnTo>
                  <a:close/>
                  <a:moveTo>
                    <a:pt x="807084" y="592315"/>
                  </a:moveTo>
                  <a:lnTo>
                    <a:pt x="765373" y="602597"/>
                  </a:lnTo>
                  <a:lnTo>
                    <a:pt x="776005" y="635240"/>
                  </a:lnTo>
                  <a:close/>
                  <a:moveTo>
                    <a:pt x="877741" y="597069"/>
                  </a:moveTo>
                  <a:lnTo>
                    <a:pt x="893636" y="576125"/>
                  </a:lnTo>
                  <a:lnTo>
                    <a:pt x="883350" y="589671"/>
                  </a:lnTo>
                  <a:close/>
                  <a:moveTo>
                    <a:pt x="877741" y="597069"/>
                  </a:moveTo>
                  <a:lnTo>
                    <a:pt x="883350" y="589671"/>
                  </a:lnTo>
                  <a:lnTo>
                    <a:pt x="855833" y="611366"/>
                  </a:lnTo>
                  <a:close/>
                  <a:moveTo>
                    <a:pt x="934275" y="525428"/>
                  </a:moveTo>
                  <a:lnTo>
                    <a:pt x="895950" y="531475"/>
                  </a:lnTo>
                  <a:lnTo>
                    <a:pt x="955676" y="543092"/>
                  </a:lnTo>
                  <a:close/>
                  <a:moveTo>
                    <a:pt x="955676" y="543092"/>
                  </a:moveTo>
                  <a:lnTo>
                    <a:pt x="968801" y="551047"/>
                  </a:lnTo>
                  <a:lnTo>
                    <a:pt x="934275" y="525428"/>
                  </a:lnTo>
                  <a:close/>
                  <a:moveTo>
                    <a:pt x="955676" y="543092"/>
                  </a:moveTo>
                  <a:lnTo>
                    <a:pt x="945668" y="551047"/>
                  </a:lnTo>
                  <a:lnTo>
                    <a:pt x="961436" y="548094"/>
                  </a:lnTo>
                  <a:close/>
                  <a:moveTo>
                    <a:pt x="961436" y="548094"/>
                  </a:moveTo>
                  <a:lnTo>
                    <a:pt x="968801" y="551047"/>
                  </a:lnTo>
                  <a:lnTo>
                    <a:pt x="955676" y="54309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83" name="Input_density__74">
              <a:extLst>
                <a:ext uri="{FF2B5EF4-FFF2-40B4-BE49-F238E27FC236}">
                  <a16:creationId xmlns:a16="http://schemas.microsoft.com/office/drawing/2014/main" id="{DF019623-F6F0-98E4-5FB0-CD9B9390A275}"/>
                </a:ext>
              </a:extLst>
            </p:cNvPr>
            <p:cNvSpPr>
              <a:spLocks noGrp="1"/>
            </p:cNvSpPr>
            <p:nvPr/>
          </p:nvSpPr>
          <p:spPr>
            <a:xfrm>
              <a:off x="908766" y="2319168"/>
              <a:ext cx="947417" cy="811463"/>
            </a:xfrm>
            <a:custGeom>
              <a:avLst/>
              <a:gdLst/>
              <a:ahLst/>
              <a:cxnLst/>
              <a:rect l="0" t="0" r="0" b="0"/>
              <a:pathLst>
                <a:path w="947417" h="811463">
                  <a:moveTo>
                    <a:pt x="10913" y="608881"/>
                  </a:moveTo>
                  <a:lnTo>
                    <a:pt x="13455" y="586157"/>
                  </a:lnTo>
                  <a:lnTo>
                    <a:pt x="0" y="603340"/>
                  </a:lnTo>
                  <a:close/>
                  <a:moveTo>
                    <a:pt x="53768" y="548325"/>
                  </a:moveTo>
                  <a:lnTo>
                    <a:pt x="13455" y="586157"/>
                  </a:lnTo>
                  <a:lnTo>
                    <a:pt x="45767" y="568974"/>
                  </a:lnTo>
                  <a:close/>
                  <a:moveTo>
                    <a:pt x="53768" y="548325"/>
                  </a:moveTo>
                  <a:lnTo>
                    <a:pt x="29178" y="552597"/>
                  </a:lnTo>
                  <a:lnTo>
                    <a:pt x="13455" y="586157"/>
                  </a:lnTo>
                  <a:close/>
                  <a:moveTo>
                    <a:pt x="96358" y="521180"/>
                  </a:moveTo>
                  <a:lnTo>
                    <a:pt x="67571" y="532219"/>
                  </a:lnTo>
                  <a:lnTo>
                    <a:pt x="106963" y="526430"/>
                  </a:lnTo>
                  <a:close/>
                  <a:moveTo>
                    <a:pt x="67571" y="532219"/>
                  </a:moveTo>
                  <a:lnTo>
                    <a:pt x="53768" y="548325"/>
                  </a:lnTo>
                  <a:lnTo>
                    <a:pt x="106963" y="526430"/>
                  </a:lnTo>
                  <a:close/>
                  <a:moveTo>
                    <a:pt x="106963" y="526430"/>
                  </a:moveTo>
                  <a:lnTo>
                    <a:pt x="53768" y="548325"/>
                  </a:lnTo>
                  <a:lnTo>
                    <a:pt x="99683" y="551790"/>
                  </a:lnTo>
                  <a:close/>
                  <a:moveTo>
                    <a:pt x="75639" y="505523"/>
                  </a:moveTo>
                  <a:lnTo>
                    <a:pt x="67571" y="532219"/>
                  </a:lnTo>
                  <a:lnTo>
                    <a:pt x="96358" y="521180"/>
                  </a:lnTo>
                  <a:close/>
                  <a:moveTo>
                    <a:pt x="75793" y="495464"/>
                  </a:moveTo>
                  <a:lnTo>
                    <a:pt x="96358" y="521180"/>
                  </a:lnTo>
                  <a:lnTo>
                    <a:pt x="112124" y="515035"/>
                  </a:lnTo>
                  <a:close/>
                  <a:moveTo>
                    <a:pt x="75793" y="495464"/>
                  </a:moveTo>
                  <a:lnTo>
                    <a:pt x="112124" y="515035"/>
                  </a:lnTo>
                  <a:lnTo>
                    <a:pt x="100723" y="478280"/>
                  </a:lnTo>
                  <a:close/>
                  <a:moveTo>
                    <a:pt x="295978" y="690981"/>
                  </a:moveTo>
                  <a:lnTo>
                    <a:pt x="245422" y="670375"/>
                  </a:lnTo>
                  <a:lnTo>
                    <a:pt x="261174" y="698810"/>
                  </a:lnTo>
                  <a:close/>
                  <a:moveTo>
                    <a:pt x="100723" y="478280"/>
                  </a:moveTo>
                  <a:lnTo>
                    <a:pt x="112124" y="515035"/>
                  </a:lnTo>
                  <a:lnTo>
                    <a:pt x="147503" y="506688"/>
                  </a:lnTo>
                  <a:close/>
                  <a:moveTo>
                    <a:pt x="94216" y="441525"/>
                  </a:moveTo>
                  <a:lnTo>
                    <a:pt x="144462" y="464413"/>
                  </a:lnTo>
                  <a:lnTo>
                    <a:pt x="129608" y="431743"/>
                  </a:lnTo>
                  <a:close/>
                  <a:moveTo>
                    <a:pt x="94216" y="441525"/>
                  </a:moveTo>
                  <a:lnTo>
                    <a:pt x="100723" y="478280"/>
                  </a:lnTo>
                  <a:lnTo>
                    <a:pt x="144462" y="464413"/>
                  </a:lnTo>
                  <a:close/>
                  <a:moveTo>
                    <a:pt x="327607" y="681627"/>
                  </a:moveTo>
                  <a:lnTo>
                    <a:pt x="336230" y="718382"/>
                  </a:lnTo>
                  <a:lnTo>
                    <a:pt x="358668" y="711851"/>
                  </a:lnTo>
                  <a:close/>
                  <a:moveTo>
                    <a:pt x="586681" y="796162"/>
                  </a:moveTo>
                  <a:lnTo>
                    <a:pt x="525598" y="778033"/>
                  </a:lnTo>
                  <a:lnTo>
                    <a:pt x="541820" y="811463"/>
                  </a:lnTo>
                  <a:close/>
                  <a:moveTo>
                    <a:pt x="601642" y="757525"/>
                  </a:moveTo>
                  <a:lnTo>
                    <a:pt x="597671" y="794280"/>
                  </a:lnTo>
                  <a:lnTo>
                    <a:pt x="637174" y="777097"/>
                  </a:lnTo>
                  <a:close/>
                  <a:moveTo>
                    <a:pt x="601642" y="757525"/>
                  </a:moveTo>
                  <a:lnTo>
                    <a:pt x="637174" y="777097"/>
                  </a:lnTo>
                  <a:lnTo>
                    <a:pt x="629064" y="740342"/>
                  </a:lnTo>
                  <a:close/>
                  <a:moveTo>
                    <a:pt x="629064" y="740342"/>
                  </a:moveTo>
                  <a:lnTo>
                    <a:pt x="657297" y="732655"/>
                  </a:lnTo>
                  <a:lnTo>
                    <a:pt x="648355" y="728363"/>
                  </a:lnTo>
                  <a:close/>
                  <a:moveTo>
                    <a:pt x="650993" y="759914"/>
                  </a:moveTo>
                  <a:lnTo>
                    <a:pt x="657297" y="732655"/>
                  </a:lnTo>
                  <a:lnTo>
                    <a:pt x="629064" y="740342"/>
                  </a:lnTo>
                  <a:close/>
                  <a:moveTo>
                    <a:pt x="637174" y="777097"/>
                  </a:moveTo>
                  <a:lnTo>
                    <a:pt x="650993" y="759914"/>
                  </a:lnTo>
                  <a:lnTo>
                    <a:pt x="629064" y="740342"/>
                  </a:lnTo>
                  <a:close/>
                  <a:moveTo>
                    <a:pt x="639691" y="686404"/>
                  </a:moveTo>
                  <a:lnTo>
                    <a:pt x="648355" y="728363"/>
                  </a:lnTo>
                  <a:lnTo>
                    <a:pt x="652707" y="715495"/>
                  </a:lnTo>
                  <a:close/>
                  <a:moveTo>
                    <a:pt x="629064" y="740342"/>
                  </a:moveTo>
                  <a:lnTo>
                    <a:pt x="648355" y="728363"/>
                  </a:lnTo>
                  <a:lnTo>
                    <a:pt x="639691" y="686404"/>
                  </a:lnTo>
                  <a:close/>
                  <a:moveTo>
                    <a:pt x="648355" y="728363"/>
                  </a:moveTo>
                  <a:lnTo>
                    <a:pt x="659154" y="723159"/>
                  </a:lnTo>
                  <a:lnTo>
                    <a:pt x="652707" y="715495"/>
                  </a:lnTo>
                  <a:close/>
                  <a:moveTo>
                    <a:pt x="282453" y="299419"/>
                  </a:moveTo>
                  <a:lnTo>
                    <a:pt x="306724" y="293956"/>
                  </a:lnTo>
                  <a:lnTo>
                    <a:pt x="282531" y="299282"/>
                  </a:lnTo>
                  <a:close/>
                  <a:moveTo>
                    <a:pt x="306724" y="293956"/>
                  </a:moveTo>
                  <a:lnTo>
                    <a:pt x="308818" y="282099"/>
                  </a:lnTo>
                  <a:lnTo>
                    <a:pt x="282531" y="299282"/>
                  </a:lnTo>
                  <a:close/>
                  <a:moveTo>
                    <a:pt x="272749" y="262527"/>
                  </a:moveTo>
                  <a:lnTo>
                    <a:pt x="282531" y="299282"/>
                  </a:lnTo>
                  <a:lnTo>
                    <a:pt x="308818" y="282099"/>
                  </a:lnTo>
                  <a:close/>
                  <a:moveTo>
                    <a:pt x="272749" y="262527"/>
                  </a:moveTo>
                  <a:lnTo>
                    <a:pt x="308818" y="282099"/>
                  </a:lnTo>
                  <a:lnTo>
                    <a:pt x="305589" y="245344"/>
                  </a:lnTo>
                  <a:close/>
                  <a:moveTo>
                    <a:pt x="655589" y="677735"/>
                  </a:moveTo>
                  <a:lnTo>
                    <a:pt x="652707" y="715495"/>
                  </a:lnTo>
                  <a:lnTo>
                    <a:pt x="670941" y="669220"/>
                  </a:lnTo>
                  <a:close/>
                  <a:moveTo>
                    <a:pt x="670941" y="669220"/>
                  </a:moveTo>
                  <a:lnTo>
                    <a:pt x="652707" y="715495"/>
                  </a:lnTo>
                  <a:lnTo>
                    <a:pt x="659154" y="723159"/>
                  </a:lnTo>
                  <a:close/>
                  <a:moveTo>
                    <a:pt x="639691" y="686404"/>
                  </a:moveTo>
                  <a:lnTo>
                    <a:pt x="652707" y="715495"/>
                  </a:lnTo>
                  <a:lnTo>
                    <a:pt x="655589" y="677735"/>
                  </a:lnTo>
                  <a:close/>
                  <a:moveTo>
                    <a:pt x="627697" y="649649"/>
                  </a:moveTo>
                  <a:lnTo>
                    <a:pt x="655589" y="677735"/>
                  </a:lnTo>
                  <a:lnTo>
                    <a:pt x="645897" y="640868"/>
                  </a:lnTo>
                  <a:close/>
                  <a:moveTo>
                    <a:pt x="627697" y="649649"/>
                  </a:moveTo>
                  <a:lnTo>
                    <a:pt x="639691" y="686404"/>
                  </a:lnTo>
                  <a:lnTo>
                    <a:pt x="655589" y="677735"/>
                  </a:lnTo>
                  <a:close/>
                  <a:moveTo>
                    <a:pt x="670941" y="669220"/>
                  </a:moveTo>
                  <a:lnTo>
                    <a:pt x="662600" y="632465"/>
                  </a:lnTo>
                  <a:lnTo>
                    <a:pt x="655589" y="677735"/>
                  </a:lnTo>
                  <a:close/>
                  <a:moveTo>
                    <a:pt x="662600" y="632465"/>
                  </a:moveTo>
                  <a:lnTo>
                    <a:pt x="645897" y="640868"/>
                  </a:lnTo>
                  <a:lnTo>
                    <a:pt x="655589" y="677735"/>
                  </a:lnTo>
                  <a:close/>
                  <a:moveTo>
                    <a:pt x="305589" y="245344"/>
                  </a:moveTo>
                  <a:lnTo>
                    <a:pt x="354247" y="267973"/>
                  </a:lnTo>
                  <a:lnTo>
                    <a:pt x="342072" y="233125"/>
                  </a:lnTo>
                  <a:close/>
                  <a:moveTo>
                    <a:pt x="305589" y="245344"/>
                  </a:moveTo>
                  <a:lnTo>
                    <a:pt x="308818" y="282099"/>
                  </a:lnTo>
                  <a:lnTo>
                    <a:pt x="354247" y="267973"/>
                  </a:lnTo>
                  <a:close/>
                  <a:moveTo>
                    <a:pt x="373085" y="264915"/>
                  </a:moveTo>
                  <a:lnTo>
                    <a:pt x="384689" y="240091"/>
                  </a:lnTo>
                  <a:lnTo>
                    <a:pt x="354247" y="267973"/>
                  </a:lnTo>
                  <a:close/>
                  <a:moveTo>
                    <a:pt x="354247" y="267973"/>
                  </a:moveTo>
                  <a:lnTo>
                    <a:pt x="377010" y="231809"/>
                  </a:lnTo>
                  <a:lnTo>
                    <a:pt x="342072" y="233125"/>
                  </a:lnTo>
                  <a:close/>
                  <a:moveTo>
                    <a:pt x="321024" y="222844"/>
                  </a:moveTo>
                  <a:lnTo>
                    <a:pt x="305589" y="245344"/>
                  </a:lnTo>
                  <a:lnTo>
                    <a:pt x="342072" y="233125"/>
                  </a:lnTo>
                  <a:close/>
                  <a:moveTo>
                    <a:pt x="719442" y="487833"/>
                  </a:moveTo>
                  <a:lnTo>
                    <a:pt x="744384" y="525481"/>
                  </a:lnTo>
                  <a:lnTo>
                    <a:pt x="745014" y="522836"/>
                  </a:lnTo>
                  <a:close/>
                  <a:moveTo>
                    <a:pt x="744384" y="525481"/>
                  </a:moveTo>
                  <a:lnTo>
                    <a:pt x="752104" y="524588"/>
                  </a:lnTo>
                  <a:lnTo>
                    <a:pt x="745014" y="522836"/>
                  </a:lnTo>
                  <a:close/>
                  <a:moveTo>
                    <a:pt x="575381" y="139855"/>
                  </a:moveTo>
                  <a:lnTo>
                    <a:pt x="603539" y="159427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30315" y="196182"/>
                  </a:lnTo>
                  <a:lnTo>
                    <a:pt x="650615" y="142243"/>
                  </a:lnTo>
                  <a:close/>
                  <a:moveTo>
                    <a:pt x="598882" y="122672"/>
                  </a:moveTo>
                  <a:lnTo>
                    <a:pt x="648930" y="124123"/>
                  </a:lnTo>
                  <a:lnTo>
                    <a:pt x="642367" y="106772"/>
                  </a:lnTo>
                  <a:close/>
                  <a:moveTo>
                    <a:pt x="650615" y="142243"/>
                  </a:moveTo>
                  <a:lnTo>
                    <a:pt x="648930" y="124123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50615" y="142243"/>
                  </a:lnTo>
                  <a:lnTo>
                    <a:pt x="598882" y="122672"/>
                  </a:lnTo>
                  <a:close/>
                  <a:moveTo>
                    <a:pt x="580093" y="85565"/>
                  </a:moveTo>
                  <a:lnTo>
                    <a:pt x="579984" y="87131"/>
                  </a:lnTo>
                  <a:lnTo>
                    <a:pt x="629103" y="68733"/>
                  </a:lnTo>
                  <a:close/>
                  <a:moveTo>
                    <a:pt x="579984" y="87131"/>
                  </a:moveTo>
                  <a:lnTo>
                    <a:pt x="598882" y="122672"/>
                  </a:lnTo>
                  <a:lnTo>
                    <a:pt x="629103" y="68733"/>
                  </a:lnTo>
                  <a:close/>
                  <a:moveTo>
                    <a:pt x="629103" y="68733"/>
                  </a:moveTo>
                  <a:lnTo>
                    <a:pt x="598882" y="122672"/>
                  </a:lnTo>
                  <a:lnTo>
                    <a:pt x="639858" y="90206"/>
                  </a:lnTo>
                  <a:close/>
                  <a:moveTo>
                    <a:pt x="639858" y="90206"/>
                  </a:moveTo>
                  <a:lnTo>
                    <a:pt x="598882" y="122672"/>
                  </a:lnTo>
                  <a:lnTo>
                    <a:pt x="642367" y="106772"/>
                  </a:lnTo>
                  <a:close/>
                  <a:moveTo>
                    <a:pt x="642367" y="106772"/>
                  </a:moveTo>
                  <a:lnTo>
                    <a:pt x="652321" y="105488"/>
                  </a:lnTo>
                  <a:lnTo>
                    <a:pt x="639858" y="90206"/>
                  </a:lnTo>
                  <a:close/>
                  <a:moveTo>
                    <a:pt x="642367" y="106772"/>
                  </a:moveTo>
                  <a:lnTo>
                    <a:pt x="648930" y="124123"/>
                  </a:lnTo>
                  <a:lnTo>
                    <a:pt x="652321" y="105488"/>
                  </a:lnTo>
                  <a:close/>
                  <a:moveTo>
                    <a:pt x="655100" y="147190"/>
                  </a:moveTo>
                  <a:lnTo>
                    <a:pt x="660766" y="136561"/>
                  </a:lnTo>
                  <a:lnTo>
                    <a:pt x="650615" y="142243"/>
                  </a:lnTo>
                  <a:close/>
                  <a:moveTo>
                    <a:pt x="648930" y="124123"/>
                  </a:moveTo>
                  <a:lnTo>
                    <a:pt x="650615" y="14224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52321" y="105488"/>
                  </a:lnTo>
                  <a:lnTo>
                    <a:pt x="707112" y="120871"/>
                  </a:lnTo>
                  <a:close/>
                  <a:moveTo>
                    <a:pt x="652321" y="105488"/>
                  </a:moveTo>
                  <a:lnTo>
                    <a:pt x="648930" y="124123"/>
                  </a:lnTo>
                  <a:lnTo>
                    <a:pt x="707112" y="120871"/>
                  </a:lnTo>
                  <a:close/>
                  <a:moveTo>
                    <a:pt x="707112" y="120871"/>
                  </a:moveTo>
                  <a:lnTo>
                    <a:pt x="648930" y="124123"/>
                  </a:lnTo>
                  <a:lnTo>
                    <a:pt x="700881" y="125060"/>
                  </a:lnTo>
                  <a:close/>
                  <a:moveTo>
                    <a:pt x="700881" y="125060"/>
                  </a:moveTo>
                  <a:lnTo>
                    <a:pt x="648930" y="12412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39858" y="90206"/>
                  </a:lnTo>
                  <a:lnTo>
                    <a:pt x="652321" y="105488"/>
                  </a:lnTo>
                  <a:close/>
                  <a:moveTo>
                    <a:pt x="637552" y="65939"/>
                  </a:moveTo>
                  <a:lnTo>
                    <a:pt x="639858" y="90206"/>
                  </a:lnTo>
                  <a:lnTo>
                    <a:pt x="685878" y="98486"/>
                  </a:lnTo>
                  <a:close/>
                  <a:moveTo>
                    <a:pt x="685878" y="98486"/>
                  </a:moveTo>
                  <a:lnTo>
                    <a:pt x="718277" y="88305"/>
                  </a:lnTo>
                  <a:lnTo>
                    <a:pt x="725366" y="64543"/>
                  </a:lnTo>
                  <a:close/>
                  <a:moveTo>
                    <a:pt x="685878" y="98486"/>
                  </a:moveTo>
                  <a:lnTo>
                    <a:pt x="707112" y="120871"/>
                  </a:lnTo>
                  <a:lnTo>
                    <a:pt x="718277" y="88305"/>
                  </a:lnTo>
                  <a:close/>
                  <a:moveTo>
                    <a:pt x="629103" y="68733"/>
                  </a:moveTo>
                  <a:lnTo>
                    <a:pt x="639858" y="90206"/>
                  </a:lnTo>
                  <a:lnTo>
                    <a:pt x="637552" y="65939"/>
                  </a:lnTo>
                  <a:close/>
                  <a:moveTo>
                    <a:pt x="617804" y="31978"/>
                  </a:moveTo>
                  <a:lnTo>
                    <a:pt x="637552" y="65939"/>
                  </a:lnTo>
                  <a:lnTo>
                    <a:pt x="626460" y="30210"/>
                  </a:lnTo>
                  <a:close/>
                  <a:moveTo>
                    <a:pt x="617804" y="31978"/>
                  </a:moveTo>
                  <a:lnTo>
                    <a:pt x="629103" y="68733"/>
                  </a:lnTo>
                  <a:lnTo>
                    <a:pt x="637552" y="65939"/>
                  </a:lnTo>
                  <a:close/>
                  <a:moveTo>
                    <a:pt x="747950" y="75112"/>
                  </a:moveTo>
                  <a:lnTo>
                    <a:pt x="718277" y="88305"/>
                  </a:lnTo>
                  <a:lnTo>
                    <a:pt x="757166" y="87230"/>
                  </a:lnTo>
                  <a:close/>
                  <a:moveTo>
                    <a:pt x="757166" y="87230"/>
                  </a:moveTo>
                  <a:lnTo>
                    <a:pt x="718277" y="88305"/>
                  </a:lnTo>
                  <a:lnTo>
                    <a:pt x="707112" y="120871"/>
                  </a:lnTo>
                  <a:close/>
                  <a:moveTo>
                    <a:pt x="725366" y="64543"/>
                  </a:moveTo>
                  <a:lnTo>
                    <a:pt x="718277" y="88305"/>
                  </a:lnTo>
                  <a:lnTo>
                    <a:pt x="747950" y="75112"/>
                  </a:lnTo>
                  <a:close/>
                  <a:moveTo>
                    <a:pt x="725366" y="64543"/>
                  </a:moveTo>
                  <a:lnTo>
                    <a:pt x="747950" y="75112"/>
                  </a:lnTo>
                  <a:lnTo>
                    <a:pt x="732046" y="51550"/>
                  </a:lnTo>
                  <a:close/>
                  <a:moveTo>
                    <a:pt x="732046" y="51550"/>
                  </a:moveTo>
                  <a:lnTo>
                    <a:pt x="747950" y="75112"/>
                  </a:lnTo>
                  <a:lnTo>
                    <a:pt x="757113" y="71122"/>
                  </a:lnTo>
                  <a:close/>
                  <a:moveTo>
                    <a:pt x="732046" y="51550"/>
                  </a:moveTo>
                  <a:lnTo>
                    <a:pt x="757113" y="71122"/>
                  </a:lnTo>
                  <a:lnTo>
                    <a:pt x="761542" y="34367"/>
                  </a:lnTo>
                  <a:close/>
                  <a:moveTo>
                    <a:pt x="747950" y="75112"/>
                  </a:moveTo>
                  <a:lnTo>
                    <a:pt x="757166" y="87230"/>
                  </a:lnTo>
                  <a:lnTo>
                    <a:pt x="757113" y="71122"/>
                  </a:lnTo>
                  <a:close/>
                  <a:moveTo>
                    <a:pt x="761542" y="34367"/>
                  </a:moveTo>
                  <a:lnTo>
                    <a:pt x="798825" y="60839"/>
                  </a:lnTo>
                  <a:lnTo>
                    <a:pt x="785953" y="26557"/>
                  </a:lnTo>
                  <a:close/>
                  <a:moveTo>
                    <a:pt x="761542" y="34367"/>
                  </a:moveTo>
                  <a:lnTo>
                    <a:pt x="757113" y="71122"/>
                  </a:lnTo>
                  <a:lnTo>
                    <a:pt x="798825" y="60839"/>
                  </a:lnTo>
                  <a:close/>
                  <a:moveTo>
                    <a:pt x="798825" y="60839"/>
                  </a:moveTo>
                  <a:lnTo>
                    <a:pt x="823683" y="22971"/>
                  </a:lnTo>
                  <a:lnTo>
                    <a:pt x="785953" y="26557"/>
                  </a:lnTo>
                  <a:close/>
                  <a:moveTo>
                    <a:pt x="772713" y="20782"/>
                  </a:moveTo>
                  <a:lnTo>
                    <a:pt x="761542" y="34367"/>
                  </a:lnTo>
                  <a:lnTo>
                    <a:pt x="785953" y="26557"/>
                  </a:lnTo>
                  <a:close/>
                  <a:moveTo>
                    <a:pt x="892115" y="36755"/>
                  </a:moveTo>
                  <a:lnTo>
                    <a:pt x="885377" y="44650"/>
                  </a:lnTo>
                  <a:lnTo>
                    <a:pt x="869482" y="65593"/>
                  </a:lnTo>
                  <a:close/>
                  <a:moveTo>
                    <a:pt x="887156" y="7097"/>
                  </a:moveTo>
                  <a:lnTo>
                    <a:pt x="885377" y="44650"/>
                  </a:lnTo>
                  <a:lnTo>
                    <a:pt x="892115" y="36755"/>
                  </a:lnTo>
                  <a:close/>
                  <a:moveTo>
                    <a:pt x="887691" y="0"/>
                  </a:moveTo>
                  <a:lnTo>
                    <a:pt x="885377" y="44650"/>
                  </a:lnTo>
                  <a:lnTo>
                    <a:pt x="887156" y="7097"/>
                  </a:lnTo>
                  <a:close/>
                  <a:moveTo>
                    <a:pt x="887691" y="0"/>
                  </a:moveTo>
                  <a:lnTo>
                    <a:pt x="883801" y="1185"/>
                  </a:lnTo>
                  <a:lnTo>
                    <a:pt x="871329" y="44129"/>
                  </a:lnTo>
                  <a:close/>
                  <a:moveTo>
                    <a:pt x="900804" y="32108"/>
                  </a:moveTo>
                  <a:lnTo>
                    <a:pt x="892115" y="36755"/>
                  </a:lnTo>
                  <a:lnTo>
                    <a:pt x="922505" y="43055"/>
                  </a:lnTo>
                  <a:close/>
                  <a:moveTo>
                    <a:pt x="887156" y="7097"/>
                  </a:moveTo>
                  <a:lnTo>
                    <a:pt x="892115" y="36755"/>
                  </a:lnTo>
                  <a:lnTo>
                    <a:pt x="900804" y="32108"/>
                  </a:lnTo>
                  <a:close/>
                  <a:moveTo>
                    <a:pt x="887691" y="0"/>
                  </a:moveTo>
                  <a:lnTo>
                    <a:pt x="887156" y="7097"/>
                  </a:lnTo>
                  <a:lnTo>
                    <a:pt x="947417" y="11616"/>
                  </a:lnTo>
                  <a:close/>
                  <a:moveTo>
                    <a:pt x="947417" y="11616"/>
                  </a:moveTo>
                  <a:lnTo>
                    <a:pt x="887156" y="7097"/>
                  </a:lnTo>
                  <a:lnTo>
                    <a:pt x="937409" y="19572"/>
                  </a:lnTo>
                  <a:close/>
                  <a:moveTo>
                    <a:pt x="937409" y="19572"/>
                  </a:moveTo>
                  <a:lnTo>
                    <a:pt x="887156" y="7097"/>
                  </a:lnTo>
                  <a:lnTo>
                    <a:pt x="900804" y="3210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84" name="Input_density__75">
              <a:extLst>
                <a:ext uri="{FF2B5EF4-FFF2-40B4-BE49-F238E27FC236}">
                  <a16:creationId xmlns:a16="http://schemas.microsoft.com/office/drawing/2014/main" id="{65F04D8C-24FB-6F9B-5C11-D51D437ABB9C}"/>
                </a:ext>
              </a:extLst>
            </p:cNvPr>
            <p:cNvSpPr>
              <a:spLocks noGrp="1"/>
            </p:cNvSpPr>
            <p:nvPr/>
          </p:nvSpPr>
          <p:spPr>
            <a:xfrm>
              <a:off x="1036040" y="1785653"/>
              <a:ext cx="874042" cy="1506794"/>
            </a:xfrm>
            <a:custGeom>
              <a:avLst/>
              <a:gdLst/>
              <a:ahLst/>
              <a:cxnLst/>
              <a:rect l="0" t="0" r="0" b="0"/>
              <a:pathLst>
                <a:path w="874042" h="1506794">
                  <a:moveTo>
                    <a:pt x="218793" y="1433284"/>
                  </a:moveTo>
                  <a:lnTo>
                    <a:pt x="201908" y="1460316"/>
                  </a:lnTo>
                  <a:lnTo>
                    <a:pt x="220778" y="1434660"/>
                  </a:lnTo>
                  <a:close/>
                  <a:moveTo>
                    <a:pt x="220778" y="1434660"/>
                  </a:moveTo>
                  <a:lnTo>
                    <a:pt x="252257" y="1434481"/>
                  </a:lnTo>
                  <a:lnTo>
                    <a:pt x="235980" y="1433284"/>
                  </a:lnTo>
                  <a:close/>
                  <a:moveTo>
                    <a:pt x="0" y="1212754"/>
                  </a:moveTo>
                  <a:lnTo>
                    <a:pt x="16564" y="1222171"/>
                  </a:lnTo>
                  <a:lnTo>
                    <a:pt x="34202" y="1235390"/>
                  </a:lnTo>
                  <a:close/>
                  <a:moveTo>
                    <a:pt x="68507" y="1239074"/>
                  </a:moveTo>
                  <a:lnTo>
                    <a:pt x="34202" y="1235390"/>
                  </a:lnTo>
                  <a:lnTo>
                    <a:pt x="16564" y="1222171"/>
                  </a:lnTo>
                  <a:close/>
                  <a:moveTo>
                    <a:pt x="332260" y="1506794"/>
                  </a:moveTo>
                  <a:lnTo>
                    <a:pt x="336567" y="1489610"/>
                  </a:lnTo>
                  <a:lnTo>
                    <a:pt x="301650" y="1487875"/>
                  </a:lnTo>
                  <a:close/>
                  <a:moveTo>
                    <a:pt x="336567" y="1489610"/>
                  </a:moveTo>
                  <a:lnTo>
                    <a:pt x="327006" y="1486470"/>
                  </a:lnTo>
                  <a:lnTo>
                    <a:pt x="301650" y="1487875"/>
                  </a:lnTo>
                  <a:close/>
                  <a:moveTo>
                    <a:pt x="220778" y="1434660"/>
                  </a:moveTo>
                  <a:lnTo>
                    <a:pt x="204518" y="1419115"/>
                  </a:lnTo>
                  <a:lnTo>
                    <a:pt x="218793" y="1433284"/>
                  </a:lnTo>
                  <a:close/>
                  <a:moveTo>
                    <a:pt x="249214" y="1444770"/>
                  </a:moveTo>
                  <a:lnTo>
                    <a:pt x="235980" y="1433284"/>
                  </a:lnTo>
                  <a:lnTo>
                    <a:pt x="277326" y="1458847"/>
                  </a:lnTo>
                  <a:close/>
                  <a:moveTo>
                    <a:pt x="220778" y="1434660"/>
                  </a:moveTo>
                  <a:lnTo>
                    <a:pt x="235980" y="1433284"/>
                  </a:lnTo>
                  <a:lnTo>
                    <a:pt x="249214" y="1444770"/>
                  </a:lnTo>
                  <a:close/>
                  <a:moveTo>
                    <a:pt x="177919" y="1269080"/>
                  </a:moveTo>
                  <a:lnTo>
                    <a:pt x="165129" y="1254969"/>
                  </a:lnTo>
                  <a:lnTo>
                    <a:pt x="188833" y="1279967"/>
                  </a:lnTo>
                  <a:close/>
                  <a:moveTo>
                    <a:pt x="24930" y="1125876"/>
                  </a:moveTo>
                  <a:lnTo>
                    <a:pt x="5830" y="1096657"/>
                  </a:lnTo>
                  <a:lnTo>
                    <a:pt x="8116" y="1122060"/>
                  </a:lnTo>
                  <a:close/>
                  <a:moveTo>
                    <a:pt x="360781" y="1472427"/>
                  </a:moveTo>
                  <a:lnTo>
                    <a:pt x="336567" y="1489610"/>
                  </a:lnTo>
                  <a:lnTo>
                    <a:pt x="363649" y="1498892"/>
                  </a:lnTo>
                  <a:close/>
                  <a:moveTo>
                    <a:pt x="336567" y="1489610"/>
                  </a:moveTo>
                  <a:lnTo>
                    <a:pt x="360781" y="1472427"/>
                  </a:lnTo>
                  <a:lnTo>
                    <a:pt x="327006" y="1486470"/>
                  </a:lnTo>
                  <a:close/>
                  <a:moveTo>
                    <a:pt x="242885" y="1296529"/>
                  </a:moveTo>
                  <a:lnTo>
                    <a:pt x="228169" y="1269877"/>
                  </a:lnTo>
                  <a:lnTo>
                    <a:pt x="208347" y="1291976"/>
                  </a:lnTo>
                  <a:close/>
                  <a:moveTo>
                    <a:pt x="67537" y="1068122"/>
                  </a:moveTo>
                  <a:lnTo>
                    <a:pt x="43698" y="1085305"/>
                  </a:lnTo>
                  <a:lnTo>
                    <a:pt x="59042" y="1104877"/>
                  </a:lnTo>
                  <a:close/>
                  <a:moveTo>
                    <a:pt x="78435" y="1068122"/>
                  </a:moveTo>
                  <a:lnTo>
                    <a:pt x="71473" y="1115125"/>
                  </a:lnTo>
                  <a:lnTo>
                    <a:pt x="91847" y="1105552"/>
                  </a:lnTo>
                  <a:close/>
                  <a:moveTo>
                    <a:pt x="208844" y="1174204"/>
                  </a:moveTo>
                  <a:lnTo>
                    <a:pt x="229795" y="1179749"/>
                  </a:lnTo>
                  <a:lnTo>
                    <a:pt x="181999" y="1168940"/>
                  </a:lnTo>
                  <a:close/>
                  <a:moveTo>
                    <a:pt x="215022" y="1178387"/>
                  </a:moveTo>
                  <a:lnTo>
                    <a:pt x="240971" y="1193167"/>
                  </a:lnTo>
                  <a:lnTo>
                    <a:pt x="229795" y="1179749"/>
                  </a:lnTo>
                  <a:close/>
                  <a:moveTo>
                    <a:pt x="229795" y="1179749"/>
                  </a:moveTo>
                  <a:lnTo>
                    <a:pt x="240971" y="1193167"/>
                  </a:lnTo>
                  <a:lnTo>
                    <a:pt x="262947" y="1179124"/>
                  </a:lnTo>
                  <a:close/>
                  <a:moveTo>
                    <a:pt x="215022" y="1178387"/>
                  </a:moveTo>
                  <a:lnTo>
                    <a:pt x="229795" y="1179749"/>
                  </a:lnTo>
                  <a:lnTo>
                    <a:pt x="208844" y="1174204"/>
                  </a:lnTo>
                  <a:close/>
                  <a:moveTo>
                    <a:pt x="427477" y="1418041"/>
                  </a:moveTo>
                  <a:lnTo>
                    <a:pt x="427171" y="1419400"/>
                  </a:lnTo>
                  <a:lnTo>
                    <a:pt x="427177" y="1418489"/>
                  </a:lnTo>
                  <a:close/>
                  <a:moveTo>
                    <a:pt x="427477" y="1418041"/>
                  </a:moveTo>
                  <a:lnTo>
                    <a:pt x="427177" y="1418489"/>
                  </a:lnTo>
                  <a:lnTo>
                    <a:pt x="426755" y="1417846"/>
                  </a:lnTo>
                  <a:close/>
                  <a:moveTo>
                    <a:pt x="459407" y="1329677"/>
                  </a:moveTo>
                  <a:lnTo>
                    <a:pt x="454642" y="1381734"/>
                  </a:lnTo>
                  <a:lnTo>
                    <a:pt x="501382" y="1351500"/>
                  </a:lnTo>
                  <a:close/>
                  <a:moveTo>
                    <a:pt x="265628" y="1110380"/>
                  </a:moveTo>
                  <a:lnTo>
                    <a:pt x="233234" y="1154376"/>
                  </a:lnTo>
                  <a:lnTo>
                    <a:pt x="268544" y="1152758"/>
                  </a:lnTo>
                  <a:close/>
                  <a:moveTo>
                    <a:pt x="205200" y="1087694"/>
                  </a:moveTo>
                  <a:lnTo>
                    <a:pt x="268066" y="1102055"/>
                  </a:lnTo>
                  <a:lnTo>
                    <a:pt x="245419" y="1107265"/>
                  </a:lnTo>
                  <a:close/>
                  <a:moveTo>
                    <a:pt x="245419" y="1107265"/>
                  </a:moveTo>
                  <a:lnTo>
                    <a:pt x="265628" y="1110380"/>
                  </a:lnTo>
                  <a:lnTo>
                    <a:pt x="205200" y="1087694"/>
                  </a:lnTo>
                  <a:close/>
                  <a:moveTo>
                    <a:pt x="127151" y="1007454"/>
                  </a:moveTo>
                  <a:lnTo>
                    <a:pt x="144063" y="1038452"/>
                  </a:lnTo>
                  <a:lnTo>
                    <a:pt x="164200" y="1004422"/>
                  </a:lnTo>
                  <a:close/>
                  <a:moveTo>
                    <a:pt x="127151" y="1007454"/>
                  </a:moveTo>
                  <a:lnTo>
                    <a:pt x="164200" y="1004422"/>
                  </a:lnTo>
                  <a:lnTo>
                    <a:pt x="137060" y="985974"/>
                  </a:lnTo>
                  <a:close/>
                  <a:moveTo>
                    <a:pt x="164200" y="1004422"/>
                  </a:moveTo>
                  <a:lnTo>
                    <a:pt x="187950" y="1012202"/>
                  </a:lnTo>
                  <a:lnTo>
                    <a:pt x="168903" y="980453"/>
                  </a:lnTo>
                  <a:close/>
                  <a:moveTo>
                    <a:pt x="509900" y="1310612"/>
                  </a:moveTo>
                  <a:lnTo>
                    <a:pt x="501382" y="1351500"/>
                  </a:lnTo>
                  <a:lnTo>
                    <a:pt x="522854" y="1335573"/>
                  </a:lnTo>
                  <a:close/>
                  <a:moveTo>
                    <a:pt x="286021" y="1072977"/>
                  </a:moveTo>
                  <a:lnTo>
                    <a:pt x="309494" y="1057060"/>
                  </a:lnTo>
                  <a:lnTo>
                    <a:pt x="304340" y="1053327"/>
                  </a:lnTo>
                  <a:close/>
                  <a:moveTo>
                    <a:pt x="299389" y="1094588"/>
                  </a:moveTo>
                  <a:lnTo>
                    <a:pt x="309494" y="1057060"/>
                  </a:lnTo>
                  <a:lnTo>
                    <a:pt x="286021" y="1072977"/>
                  </a:lnTo>
                  <a:close/>
                  <a:moveTo>
                    <a:pt x="268066" y="1102055"/>
                  </a:moveTo>
                  <a:lnTo>
                    <a:pt x="299389" y="1094588"/>
                  </a:lnTo>
                  <a:lnTo>
                    <a:pt x="286021" y="1072977"/>
                  </a:lnTo>
                  <a:close/>
                  <a:moveTo>
                    <a:pt x="309494" y="1057060"/>
                  </a:moveTo>
                  <a:lnTo>
                    <a:pt x="272746" y="1023344"/>
                  </a:lnTo>
                  <a:lnTo>
                    <a:pt x="304340" y="1053327"/>
                  </a:lnTo>
                  <a:close/>
                  <a:moveTo>
                    <a:pt x="198525" y="958858"/>
                  </a:moveTo>
                  <a:lnTo>
                    <a:pt x="170510" y="954545"/>
                  </a:lnTo>
                  <a:lnTo>
                    <a:pt x="168903" y="980453"/>
                  </a:lnTo>
                  <a:close/>
                  <a:moveTo>
                    <a:pt x="568421" y="1285156"/>
                  </a:moveTo>
                  <a:lnTo>
                    <a:pt x="531880" y="1256674"/>
                  </a:lnTo>
                  <a:lnTo>
                    <a:pt x="559092" y="1302811"/>
                  </a:lnTo>
                  <a:close/>
                  <a:moveTo>
                    <a:pt x="530023" y="1266170"/>
                  </a:moveTo>
                  <a:lnTo>
                    <a:pt x="557319" y="1293429"/>
                  </a:lnTo>
                  <a:lnTo>
                    <a:pt x="559092" y="1302811"/>
                  </a:lnTo>
                  <a:close/>
                  <a:moveTo>
                    <a:pt x="296054" y="1040898"/>
                  </a:moveTo>
                  <a:lnTo>
                    <a:pt x="304340" y="1053327"/>
                  </a:lnTo>
                  <a:lnTo>
                    <a:pt x="272746" y="1023344"/>
                  </a:lnTo>
                  <a:close/>
                  <a:moveTo>
                    <a:pt x="220655" y="856953"/>
                  </a:moveTo>
                  <a:lnTo>
                    <a:pt x="198401" y="869956"/>
                  </a:lnTo>
                  <a:lnTo>
                    <a:pt x="257160" y="868863"/>
                  </a:lnTo>
                  <a:close/>
                  <a:moveTo>
                    <a:pt x="104268" y="767163"/>
                  </a:moveTo>
                  <a:lnTo>
                    <a:pt x="78869" y="751135"/>
                  </a:lnTo>
                  <a:lnTo>
                    <a:pt x="91890" y="759287"/>
                  </a:lnTo>
                  <a:close/>
                  <a:moveTo>
                    <a:pt x="418103" y="1018960"/>
                  </a:moveTo>
                  <a:lnTo>
                    <a:pt x="398082" y="1050387"/>
                  </a:lnTo>
                  <a:lnTo>
                    <a:pt x="419569" y="1021747"/>
                  </a:lnTo>
                  <a:close/>
                  <a:moveTo>
                    <a:pt x="449067" y="1055715"/>
                  </a:moveTo>
                  <a:lnTo>
                    <a:pt x="458001" y="1062338"/>
                  </a:lnTo>
                  <a:lnTo>
                    <a:pt x="419569" y="1021747"/>
                  </a:lnTo>
                  <a:close/>
                  <a:moveTo>
                    <a:pt x="267909" y="840044"/>
                  </a:moveTo>
                  <a:lnTo>
                    <a:pt x="220655" y="856953"/>
                  </a:lnTo>
                  <a:lnTo>
                    <a:pt x="257160" y="868863"/>
                  </a:lnTo>
                  <a:close/>
                  <a:moveTo>
                    <a:pt x="223049" y="849426"/>
                  </a:moveTo>
                  <a:lnTo>
                    <a:pt x="220655" y="856953"/>
                  </a:lnTo>
                  <a:lnTo>
                    <a:pt x="267909" y="840044"/>
                  </a:lnTo>
                  <a:close/>
                  <a:moveTo>
                    <a:pt x="370032" y="900690"/>
                  </a:moveTo>
                  <a:lnTo>
                    <a:pt x="423331" y="924004"/>
                  </a:lnTo>
                  <a:lnTo>
                    <a:pt x="384612" y="903813"/>
                  </a:lnTo>
                  <a:close/>
                  <a:moveTo>
                    <a:pt x="393941" y="908341"/>
                  </a:moveTo>
                  <a:lnTo>
                    <a:pt x="423331" y="924004"/>
                  </a:lnTo>
                  <a:lnTo>
                    <a:pt x="370032" y="900690"/>
                  </a:lnTo>
                  <a:close/>
                  <a:moveTo>
                    <a:pt x="163137" y="634227"/>
                  </a:moveTo>
                  <a:lnTo>
                    <a:pt x="145347" y="651411"/>
                  </a:lnTo>
                  <a:lnTo>
                    <a:pt x="176559" y="670982"/>
                  </a:lnTo>
                  <a:close/>
                  <a:moveTo>
                    <a:pt x="423331" y="924004"/>
                  </a:moveTo>
                  <a:lnTo>
                    <a:pt x="438261" y="928267"/>
                  </a:lnTo>
                  <a:lnTo>
                    <a:pt x="443450" y="903014"/>
                  </a:lnTo>
                  <a:close/>
                  <a:moveTo>
                    <a:pt x="464338" y="878197"/>
                  </a:moveTo>
                  <a:lnTo>
                    <a:pt x="438261" y="928267"/>
                  </a:lnTo>
                  <a:lnTo>
                    <a:pt x="460879" y="925757"/>
                  </a:lnTo>
                  <a:close/>
                  <a:moveTo>
                    <a:pt x="464338" y="878197"/>
                  </a:moveTo>
                  <a:lnTo>
                    <a:pt x="460879" y="925757"/>
                  </a:lnTo>
                  <a:lnTo>
                    <a:pt x="470749" y="928267"/>
                  </a:lnTo>
                  <a:close/>
                  <a:moveTo>
                    <a:pt x="464338" y="878197"/>
                  </a:moveTo>
                  <a:lnTo>
                    <a:pt x="453539" y="842230"/>
                  </a:lnTo>
                  <a:lnTo>
                    <a:pt x="461880" y="874328"/>
                  </a:lnTo>
                  <a:close/>
                  <a:moveTo>
                    <a:pt x="453539" y="842230"/>
                  </a:moveTo>
                  <a:lnTo>
                    <a:pt x="450936" y="837574"/>
                  </a:lnTo>
                  <a:lnTo>
                    <a:pt x="461880" y="874328"/>
                  </a:lnTo>
                  <a:close/>
                  <a:moveTo>
                    <a:pt x="659125" y="1086505"/>
                  </a:moveTo>
                  <a:lnTo>
                    <a:pt x="659677" y="1058103"/>
                  </a:lnTo>
                  <a:lnTo>
                    <a:pt x="657922" y="1052906"/>
                  </a:lnTo>
                  <a:close/>
                  <a:moveTo>
                    <a:pt x="657922" y="1052906"/>
                  </a:moveTo>
                  <a:lnTo>
                    <a:pt x="659677" y="1058103"/>
                  </a:lnTo>
                  <a:lnTo>
                    <a:pt x="657934" y="1008148"/>
                  </a:lnTo>
                  <a:close/>
                  <a:moveTo>
                    <a:pt x="569855" y="980831"/>
                  </a:moveTo>
                  <a:lnTo>
                    <a:pt x="602169" y="936902"/>
                  </a:lnTo>
                  <a:lnTo>
                    <a:pt x="569342" y="936502"/>
                  </a:lnTo>
                  <a:close/>
                  <a:moveTo>
                    <a:pt x="590905" y="901312"/>
                  </a:moveTo>
                  <a:lnTo>
                    <a:pt x="572192" y="914424"/>
                  </a:lnTo>
                  <a:lnTo>
                    <a:pt x="569342" y="936502"/>
                  </a:lnTo>
                  <a:close/>
                  <a:moveTo>
                    <a:pt x="450936" y="837574"/>
                  </a:moveTo>
                  <a:lnTo>
                    <a:pt x="468157" y="820390"/>
                  </a:lnTo>
                  <a:lnTo>
                    <a:pt x="461880" y="874328"/>
                  </a:lnTo>
                  <a:close/>
                  <a:moveTo>
                    <a:pt x="736687" y="896288"/>
                  </a:moveTo>
                  <a:lnTo>
                    <a:pt x="754858" y="906658"/>
                  </a:lnTo>
                  <a:lnTo>
                    <a:pt x="761600" y="888552"/>
                  </a:lnTo>
                  <a:close/>
                  <a:moveTo>
                    <a:pt x="761600" y="888552"/>
                  </a:moveTo>
                  <a:lnTo>
                    <a:pt x="754858" y="906658"/>
                  </a:lnTo>
                  <a:lnTo>
                    <a:pt x="770511" y="896288"/>
                  </a:lnTo>
                  <a:close/>
                  <a:moveTo>
                    <a:pt x="496262" y="521355"/>
                  </a:moveTo>
                  <a:lnTo>
                    <a:pt x="467599" y="517570"/>
                  </a:lnTo>
                  <a:lnTo>
                    <a:pt x="499186" y="563725"/>
                  </a:lnTo>
                  <a:close/>
                  <a:moveTo>
                    <a:pt x="446377" y="500760"/>
                  </a:moveTo>
                  <a:lnTo>
                    <a:pt x="462371" y="511555"/>
                  </a:lnTo>
                  <a:lnTo>
                    <a:pt x="467599" y="517570"/>
                  </a:lnTo>
                  <a:close/>
                  <a:moveTo>
                    <a:pt x="428492" y="462257"/>
                  </a:moveTo>
                  <a:lnTo>
                    <a:pt x="413955" y="444599"/>
                  </a:lnTo>
                  <a:lnTo>
                    <a:pt x="440612" y="479205"/>
                  </a:lnTo>
                  <a:close/>
                  <a:moveTo>
                    <a:pt x="459007" y="451771"/>
                  </a:moveTo>
                  <a:lnTo>
                    <a:pt x="428492" y="462257"/>
                  </a:lnTo>
                  <a:lnTo>
                    <a:pt x="440612" y="479205"/>
                  </a:lnTo>
                  <a:close/>
                  <a:moveTo>
                    <a:pt x="55339" y="9564"/>
                  </a:moveTo>
                  <a:lnTo>
                    <a:pt x="72337" y="40492"/>
                  </a:lnTo>
                  <a:lnTo>
                    <a:pt x="74491" y="50924"/>
                  </a:lnTo>
                  <a:close/>
                  <a:moveTo>
                    <a:pt x="33784" y="0"/>
                  </a:moveTo>
                  <a:lnTo>
                    <a:pt x="72337" y="40492"/>
                  </a:lnTo>
                  <a:lnTo>
                    <a:pt x="55339" y="9564"/>
                  </a:lnTo>
                  <a:close/>
                  <a:moveTo>
                    <a:pt x="874042" y="1006906"/>
                  </a:moveTo>
                  <a:lnTo>
                    <a:pt x="832642" y="992126"/>
                  </a:lnTo>
                  <a:lnTo>
                    <a:pt x="850158" y="1004974"/>
                  </a:lnTo>
                  <a:close/>
                  <a:moveTo>
                    <a:pt x="662760" y="690995"/>
                  </a:moveTo>
                  <a:lnTo>
                    <a:pt x="663171" y="716801"/>
                  </a:lnTo>
                  <a:lnTo>
                    <a:pt x="664438" y="695330"/>
                  </a:lnTo>
                  <a:close/>
                  <a:moveTo>
                    <a:pt x="664438" y="695330"/>
                  </a:moveTo>
                  <a:lnTo>
                    <a:pt x="671503" y="651747"/>
                  </a:lnTo>
                  <a:lnTo>
                    <a:pt x="662760" y="690995"/>
                  </a:lnTo>
                  <a:close/>
                  <a:moveTo>
                    <a:pt x="811784" y="740601"/>
                  </a:moveTo>
                  <a:lnTo>
                    <a:pt x="767601" y="761888"/>
                  </a:lnTo>
                  <a:lnTo>
                    <a:pt x="804594" y="775622"/>
                  </a:lnTo>
                  <a:close/>
                  <a:moveTo>
                    <a:pt x="811784" y="740601"/>
                  </a:moveTo>
                  <a:lnTo>
                    <a:pt x="776520" y="742181"/>
                  </a:lnTo>
                  <a:lnTo>
                    <a:pt x="767601" y="761888"/>
                  </a:lnTo>
                  <a:close/>
                  <a:moveTo>
                    <a:pt x="776520" y="742181"/>
                  </a:moveTo>
                  <a:lnTo>
                    <a:pt x="811784" y="740601"/>
                  </a:lnTo>
                  <a:lnTo>
                    <a:pt x="783777" y="726159"/>
                  </a:lnTo>
                  <a:close/>
                  <a:moveTo>
                    <a:pt x="671503" y="651747"/>
                  </a:moveTo>
                  <a:lnTo>
                    <a:pt x="682512" y="641392"/>
                  </a:lnTo>
                  <a:lnTo>
                    <a:pt x="681039" y="631388"/>
                  </a:lnTo>
                  <a:close/>
                  <a:moveTo>
                    <a:pt x="681039" y="631388"/>
                  </a:moveTo>
                  <a:lnTo>
                    <a:pt x="682512" y="641392"/>
                  </a:lnTo>
                  <a:lnTo>
                    <a:pt x="692577" y="605961"/>
                  </a:lnTo>
                  <a:close/>
                  <a:moveTo>
                    <a:pt x="692876" y="604105"/>
                  </a:moveTo>
                  <a:lnTo>
                    <a:pt x="681039" y="631388"/>
                  </a:lnTo>
                  <a:lnTo>
                    <a:pt x="692577" y="605961"/>
                  </a:lnTo>
                  <a:close/>
                  <a:moveTo>
                    <a:pt x="844203" y="607025"/>
                  </a:moveTo>
                  <a:lnTo>
                    <a:pt x="833268" y="553087"/>
                  </a:lnTo>
                  <a:lnTo>
                    <a:pt x="856292" y="589842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85" name="Input_density__76">
              <a:extLst>
                <a:ext uri="{FF2B5EF4-FFF2-40B4-BE49-F238E27FC236}">
                  <a16:creationId xmlns:a16="http://schemas.microsoft.com/office/drawing/2014/main" id="{9AF7F09F-9980-3998-5C62-DEB4A240816B}"/>
                </a:ext>
              </a:extLst>
            </p:cNvPr>
            <p:cNvSpPr>
              <a:spLocks noGrp="1"/>
            </p:cNvSpPr>
            <p:nvPr/>
          </p:nvSpPr>
          <p:spPr>
            <a:xfrm>
              <a:off x="1001307" y="1785653"/>
              <a:ext cx="849480" cy="1509997"/>
            </a:xfrm>
            <a:custGeom>
              <a:avLst/>
              <a:gdLst/>
              <a:ahLst/>
              <a:cxnLst/>
              <a:rect l="0" t="0" r="0" b="0"/>
              <a:pathLst>
                <a:path w="849480" h="1509997">
                  <a:moveTo>
                    <a:pt x="0" y="1192039"/>
                  </a:moveTo>
                  <a:lnTo>
                    <a:pt x="34733" y="1212754"/>
                  </a:lnTo>
                  <a:lnTo>
                    <a:pt x="28481" y="1208717"/>
                  </a:lnTo>
                  <a:close/>
                  <a:moveTo>
                    <a:pt x="0" y="1192039"/>
                  </a:moveTo>
                  <a:lnTo>
                    <a:pt x="51297" y="1222171"/>
                  </a:lnTo>
                  <a:lnTo>
                    <a:pt x="34733" y="1212754"/>
                  </a:lnTo>
                  <a:close/>
                  <a:moveTo>
                    <a:pt x="103240" y="1239074"/>
                  </a:moveTo>
                  <a:lnTo>
                    <a:pt x="51297" y="1222171"/>
                  </a:lnTo>
                  <a:lnTo>
                    <a:pt x="79131" y="1226631"/>
                  </a:lnTo>
                  <a:close/>
                  <a:moveTo>
                    <a:pt x="371300" y="1489610"/>
                  </a:moveTo>
                  <a:lnTo>
                    <a:pt x="375619" y="1509997"/>
                  </a:lnTo>
                  <a:lnTo>
                    <a:pt x="398381" y="1498892"/>
                  </a:lnTo>
                  <a:close/>
                  <a:moveTo>
                    <a:pt x="395514" y="1472427"/>
                  </a:moveTo>
                  <a:lnTo>
                    <a:pt x="398381" y="1498892"/>
                  </a:lnTo>
                  <a:lnTo>
                    <a:pt x="420410" y="1485046"/>
                  </a:lnTo>
                  <a:close/>
                  <a:moveTo>
                    <a:pt x="454220" y="1455243"/>
                  </a:moveTo>
                  <a:lnTo>
                    <a:pt x="439389" y="1472427"/>
                  </a:lnTo>
                  <a:lnTo>
                    <a:pt x="461904" y="1419400"/>
                  </a:lnTo>
                  <a:close/>
                  <a:moveTo>
                    <a:pt x="216732" y="1168940"/>
                  </a:moveTo>
                  <a:lnTo>
                    <a:pt x="199346" y="1161204"/>
                  </a:lnTo>
                  <a:lnTo>
                    <a:pt x="195839" y="1143717"/>
                  </a:lnTo>
                  <a:close/>
                  <a:moveTo>
                    <a:pt x="236950" y="1172846"/>
                  </a:moveTo>
                  <a:lnTo>
                    <a:pt x="243577" y="1174204"/>
                  </a:lnTo>
                  <a:lnTo>
                    <a:pt x="216732" y="1168940"/>
                  </a:lnTo>
                  <a:close/>
                  <a:moveTo>
                    <a:pt x="476373" y="1381734"/>
                  </a:moveTo>
                  <a:lnTo>
                    <a:pt x="486446" y="1386583"/>
                  </a:lnTo>
                  <a:lnTo>
                    <a:pt x="490104" y="1377705"/>
                  </a:lnTo>
                  <a:close/>
                  <a:moveTo>
                    <a:pt x="198933" y="1004422"/>
                  </a:moveTo>
                  <a:lnTo>
                    <a:pt x="171951" y="1050939"/>
                  </a:lnTo>
                  <a:lnTo>
                    <a:pt x="191225" y="1030258"/>
                  </a:lnTo>
                  <a:close/>
                  <a:moveTo>
                    <a:pt x="198933" y="1004422"/>
                  </a:moveTo>
                  <a:lnTo>
                    <a:pt x="203636" y="980453"/>
                  </a:lnTo>
                  <a:lnTo>
                    <a:pt x="171793" y="985974"/>
                  </a:lnTo>
                  <a:close/>
                  <a:moveTo>
                    <a:pt x="203636" y="980453"/>
                  </a:moveTo>
                  <a:lnTo>
                    <a:pt x="205243" y="954545"/>
                  </a:lnTo>
                  <a:lnTo>
                    <a:pt x="194370" y="974178"/>
                  </a:lnTo>
                  <a:close/>
                  <a:moveTo>
                    <a:pt x="233258" y="958858"/>
                  </a:moveTo>
                  <a:lnTo>
                    <a:pt x="203636" y="980453"/>
                  </a:lnTo>
                  <a:lnTo>
                    <a:pt x="232194" y="962652"/>
                  </a:lnTo>
                  <a:close/>
                  <a:moveTo>
                    <a:pt x="205243" y="954545"/>
                  </a:moveTo>
                  <a:lnTo>
                    <a:pt x="229516" y="952638"/>
                  </a:lnTo>
                  <a:lnTo>
                    <a:pt x="209849" y="906307"/>
                  </a:lnTo>
                  <a:close/>
                  <a:moveTo>
                    <a:pt x="200955" y="943062"/>
                  </a:moveTo>
                  <a:lnTo>
                    <a:pt x="205243" y="954545"/>
                  </a:lnTo>
                  <a:lnTo>
                    <a:pt x="209607" y="906571"/>
                  </a:lnTo>
                  <a:close/>
                  <a:moveTo>
                    <a:pt x="129109" y="758546"/>
                  </a:moveTo>
                  <a:lnTo>
                    <a:pt x="113602" y="751135"/>
                  </a:lnTo>
                  <a:lnTo>
                    <a:pt x="139001" y="767163"/>
                  </a:lnTo>
                  <a:close/>
                  <a:moveTo>
                    <a:pt x="161120" y="753652"/>
                  </a:moveTo>
                  <a:lnTo>
                    <a:pt x="129109" y="758546"/>
                  </a:lnTo>
                  <a:lnTo>
                    <a:pt x="139001" y="767163"/>
                  </a:lnTo>
                  <a:close/>
                  <a:moveTo>
                    <a:pt x="148998" y="759287"/>
                  </a:moveTo>
                  <a:lnTo>
                    <a:pt x="161120" y="753652"/>
                  </a:lnTo>
                  <a:lnTo>
                    <a:pt x="139001" y="767163"/>
                  </a:lnTo>
                  <a:close/>
                  <a:moveTo>
                    <a:pt x="693706" y="1094858"/>
                  </a:moveTo>
                  <a:lnTo>
                    <a:pt x="649269" y="1105837"/>
                  </a:lnTo>
                  <a:lnTo>
                    <a:pt x="653542" y="1060348"/>
                  </a:lnTo>
                  <a:close/>
                  <a:moveTo>
                    <a:pt x="478182" y="903014"/>
                  </a:moveTo>
                  <a:lnTo>
                    <a:pt x="472994" y="928267"/>
                  </a:lnTo>
                  <a:lnTo>
                    <a:pt x="499071" y="878197"/>
                  </a:lnTo>
                  <a:close/>
                  <a:moveTo>
                    <a:pt x="499071" y="878197"/>
                  </a:moveTo>
                  <a:lnTo>
                    <a:pt x="496613" y="874328"/>
                  </a:lnTo>
                  <a:lnTo>
                    <a:pt x="478182" y="903014"/>
                  </a:lnTo>
                  <a:close/>
                  <a:moveTo>
                    <a:pt x="625638" y="901312"/>
                  </a:moveTo>
                  <a:lnTo>
                    <a:pt x="604075" y="936502"/>
                  </a:lnTo>
                  <a:lnTo>
                    <a:pt x="636902" y="936902"/>
                  </a:lnTo>
                  <a:close/>
                  <a:moveTo>
                    <a:pt x="750504" y="885097"/>
                  </a:moveTo>
                  <a:lnTo>
                    <a:pt x="771420" y="896288"/>
                  </a:lnTo>
                  <a:lnTo>
                    <a:pt x="772582" y="871435"/>
                  </a:lnTo>
                  <a:close/>
                  <a:moveTo>
                    <a:pt x="494816" y="552001"/>
                  </a:moveTo>
                  <a:lnTo>
                    <a:pt x="502332" y="517570"/>
                  </a:lnTo>
                  <a:lnTo>
                    <a:pt x="483598" y="538432"/>
                  </a:lnTo>
                  <a:close/>
                  <a:moveTo>
                    <a:pt x="459137" y="543181"/>
                  </a:moveTo>
                  <a:lnTo>
                    <a:pt x="494816" y="552001"/>
                  </a:lnTo>
                  <a:lnTo>
                    <a:pt x="483598" y="538432"/>
                  </a:lnTo>
                  <a:close/>
                  <a:moveTo>
                    <a:pt x="83961" y="40863"/>
                  </a:moveTo>
                  <a:lnTo>
                    <a:pt x="96029" y="57617"/>
                  </a:lnTo>
                  <a:lnTo>
                    <a:pt x="107070" y="40492"/>
                  </a:lnTo>
                  <a:close/>
                  <a:moveTo>
                    <a:pt x="79314" y="87679"/>
                  </a:moveTo>
                  <a:lnTo>
                    <a:pt x="96029" y="57617"/>
                  </a:lnTo>
                  <a:lnTo>
                    <a:pt x="78953" y="81010"/>
                  </a:lnTo>
                  <a:close/>
                  <a:moveTo>
                    <a:pt x="107070" y="40492"/>
                  </a:moveTo>
                  <a:lnTo>
                    <a:pt x="96029" y="57617"/>
                  </a:lnTo>
                  <a:lnTo>
                    <a:pt x="109224" y="50924"/>
                  </a:lnTo>
                  <a:close/>
                  <a:moveTo>
                    <a:pt x="68517" y="0"/>
                  </a:moveTo>
                  <a:lnTo>
                    <a:pt x="97927" y="33740"/>
                  </a:lnTo>
                  <a:lnTo>
                    <a:pt x="107070" y="40492"/>
                  </a:lnTo>
                  <a:close/>
                  <a:moveTo>
                    <a:pt x="717245" y="641392"/>
                  </a:moveTo>
                  <a:lnTo>
                    <a:pt x="706236" y="651747"/>
                  </a:lnTo>
                  <a:lnTo>
                    <a:pt x="699171" y="695330"/>
                  </a:lnTo>
                  <a:close/>
                  <a:moveTo>
                    <a:pt x="846517" y="740601"/>
                  </a:moveTo>
                  <a:lnTo>
                    <a:pt x="845192" y="701343"/>
                  </a:lnTo>
                  <a:lnTo>
                    <a:pt x="818510" y="726159"/>
                  </a:lnTo>
                  <a:close/>
                  <a:moveTo>
                    <a:pt x="846517" y="740601"/>
                  </a:moveTo>
                  <a:lnTo>
                    <a:pt x="839327" y="775622"/>
                  </a:lnTo>
                  <a:lnTo>
                    <a:pt x="849480" y="751657"/>
                  </a:lnTo>
                  <a:close/>
                  <a:moveTo>
                    <a:pt x="849480" y="751657"/>
                  </a:moveTo>
                  <a:lnTo>
                    <a:pt x="845192" y="701343"/>
                  </a:lnTo>
                  <a:lnTo>
                    <a:pt x="846517" y="740601"/>
                  </a:lnTo>
                  <a:close/>
                  <a:moveTo>
                    <a:pt x="846611" y="697719"/>
                  </a:moveTo>
                  <a:lnTo>
                    <a:pt x="845192" y="701343"/>
                  </a:lnTo>
                  <a:lnTo>
                    <a:pt x="849480" y="751657"/>
                  </a:lnTo>
                  <a:close/>
                  <a:moveTo>
                    <a:pt x="846244" y="696075"/>
                  </a:moveTo>
                  <a:lnTo>
                    <a:pt x="847813" y="680535"/>
                  </a:lnTo>
                  <a:lnTo>
                    <a:pt x="845192" y="701343"/>
                  </a:lnTo>
                  <a:close/>
                  <a:moveTo>
                    <a:pt x="846244" y="696075"/>
                  </a:moveTo>
                  <a:lnTo>
                    <a:pt x="845192" y="701343"/>
                  </a:lnTo>
                  <a:lnTo>
                    <a:pt x="846611" y="69771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86" name="Input_density__77">
              <a:extLst>
                <a:ext uri="{FF2B5EF4-FFF2-40B4-BE49-F238E27FC236}">
                  <a16:creationId xmlns:a16="http://schemas.microsoft.com/office/drawing/2014/main" id="{95407905-25EA-C1E2-41C7-CD500AAE92A2}"/>
                </a:ext>
              </a:extLst>
            </p:cNvPr>
            <p:cNvSpPr>
              <a:spLocks noGrp="1"/>
            </p:cNvSpPr>
            <p:nvPr/>
          </p:nvSpPr>
          <p:spPr>
            <a:xfrm>
              <a:off x="1076346" y="1843270"/>
              <a:ext cx="784159" cy="1441275"/>
            </a:xfrm>
            <a:custGeom>
              <a:avLst/>
              <a:gdLst/>
              <a:ahLst/>
              <a:cxnLst/>
              <a:rect l="0" t="0" r="0" b="0"/>
              <a:pathLst>
                <a:path w="784159" h="1441275">
                  <a:moveTo>
                    <a:pt x="342355" y="1431993"/>
                  </a:moveTo>
                  <a:lnTo>
                    <a:pt x="345372" y="1427429"/>
                  </a:lnTo>
                  <a:lnTo>
                    <a:pt x="323343" y="1441275"/>
                  </a:lnTo>
                  <a:close/>
                  <a:moveTo>
                    <a:pt x="342355" y="1431993"/>
                  </a:moveTo>
                  <a:lnTo>
                    <a:pt x="364350" y="1414810"/>
                  </a:lnTo>
                  <a:lnTo>
                    <a:pt x="345372" y="1427429"/>
                  </a:lnTo>
                  <a:close/>
                  <a:moveTo>
                    <a:pt x="364350" y="1414810"/>
                  </a:moveTo>
                  <a:lnTo>
                    <a:pt x="371735" y="1401421"/>
                  </a:lnTo>
                  <a:lnTo>
                    <a:pt x="386865" y="1361783"/>
                  </a:lnTo>
                  <a:close/>
                  <a:moveTo>
                    <a:pt x="482548" y="1277955"/>
                  </a:moveTo>
                  <a:lnTo>
                    <a:pt x="461076" y="1293883"/>
                  </a:lnTo>
                  <a:lnTo>
                    <a:pt x="510820" y="1259082"/>
                  </a:lnTo>
                  <a:close/>
                  <a:moveTo>
                    <a:pt x="510820" y="1259082"/>
                  </a:moveTo>
                  <a:lnTo>
                    <a:pt x="494337" y="1282730"/>
                  </a:lnTo>
                  <a:lnTo>
                    <a:pt x="482548" y="1277955"/>
                  </a:lnTo>
                  <a:close/>
                  <a:moveTo>
                    <a:pt x="134810" y="848690"/>
                  </a:moveTo>
                  <a:lnTo>
                    <a:pt x="158095" y="812339"/>
                  </a:lnTo>
                  <a:lnTo>
                    <a:pt x="180350" y="799336"/>
                  </a:lnTo>
                  <a:close/>
                  <a:moveTo>
                    <a:pt x="178213" y="831507"/>
                  </a:moveTo>
                  <a:lnTo>
                    <a:pt x="180350" y="799336"/>
                  </a:lnTo>
                  <a:lnTo>
                    <a:pt x="182744" y="791809"/>
                  </a:lnTo>
                  <a:close/>
                  <a:moveTo>
                    <a:pt x="728467" y="1189693"/>
                  </a:moveTo>
                  <a:lnTo>
                    <a:pt x="700174" y="1178994"/>
                  </a:lnTo>
                  <a:lnTo>
                    <a:pt x="706632" y="1184261"/>
                  </a:lnTo>
                  <a:close/>
                  <a:moveTo>
                    <a:pt x="734438" y="1184261"/>
                  </a:moveTo>
                  <a:lnTo>
                    <a:pt x="750889" y="1177316"/>
                  </a:lnTo>
                  <a:lnTo>
                    <a:pt x="728467" y="1189693"/>
                  </a:lnTo>
                  <a:close/>
                  <a:moveTo>
                    <a:pt x="734438" y="1184261"/>
                  </a:moveTo>
                  <a:lnTo>
                    <a:pt x="762332" y="1167078"/>
                  </a:lnTo>
                  <a:lnTo>
                    <a:pt x="750889" y="1177316"/>
                  </a:lnTo>
                  <a:close/>
                  <a:moveTo>
                    <a:pt x="5593" y="47245"/>
                  </a:moveTo>
                  <a:lnTo>
                    <a:pt x="4275" y="30062"/>
                  </a:lnTo>
                  <a:lnTo>
                    <a:pt x="0" y="46094"/>
                  </a:lnTo>
                  <a:close/>
                  <a:moveTo>
                    <a:pt x="4275" y="30062"/>
                  </a:moveTo>
                  <a:lnTo>
                    <a:pt x="5593" y="47245"/>
                  </a:lnTo>
                  <a:lnTo>
                    <a:pt x="20991" y="0"/>
                  </a:lnTo>
                  <a:close/>
                  <a:moveTo>
                    <a:pt x="450827" y="389689"/>
                  </a:moveTo>
                  <a:lnTo>
                    <a:pt x="440702" y="404305"/>
                  </a:lnTo>
                  <a:lnTo>
                    <a:pt x="418701" y="394154"/>
                  </a:lnTo>
                  <a:close/>
                  <a:moveTo>
                    <a:pt x="771573" y="640102"/>
                  </a:moveTo>
                  <a:lnTo>
                    <a:pt x="784159" y="599880"/>
                  </a:lnTo>
                  <a:lnTo>
                    <a:pt x="771206" y="638458"/>
                  </a:lnTo>
                  <a:close/>
                  <a:moveTo>
                    <a:pt x="772775" y="622918"/>
                  </a:moveTo>
                  <a:lnTo>
                    <a:pt x="771206" y="638458"/>
                  </a:lnTo>
                  <a:lnTo>
                    <a:pt x="784159" y="5998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87" name="Input_density__78">
              <a:extLst>
                <a:ext uri="{FF2B5EF4-FFF2-40B4-BE49-F238E27FC236}">
                  <a16:creationId xmlns:a16="http://schemas.microsoft.com/office/drawing/2014/main" id="{569CBA57-BEF9-FBFE-C967-DADEDFB18F3B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2126919"/>
              <a:ext cx="1048031" cy="1122003"/>
            </a:xfrm>
            <a:custGeom>
              <a:avLst/>
              <a:gdLst/>
              <a:ahLst/>
              <a:cxnLst/>
              <a:rect l="0" t="0" r="0" b="0"/>
              <a:pathLst>
                <a:path w="1048031" h="1122003">
                  <a:moveTo>
                    <a:pt x="13270" y="815161"/>
                  </a:moveTo>
                  <a:lnTo>
                    <a:pt x="0" y="832345"/>
                  </a:lnTo>
                  <a:lnTo>
                    <a:pt x="15878" y="851916"/>
                  </a:lnTo>
                  <a:close/>
                  <a:moveTo>
                    <a:pt x="15878" y="851916"/>
                  </a:moveTo>
                  <a:lnTo>
                    <a:pt x="42358" y="797978"/>
                  </a:lnTo>
                  <a:lnTo>
                    <a:pt x="13270" y="815161"/>
                  </a:lnTo>
                  <a:close/>
                  <a:moveTo>
                    <a:pt x="175672" y="861739"/>
                  </a:moveTo>
                  <a:lnTo>
                    <a:pt x="218785" y="856728"/>
                  </a:lnTo>
                  <a:lnTo>
                    <a:pt x="213519" y="854304"/>
                  </a:lnTo>
                  <a:close/>
                  <a:moveTo>
                    <a:pt x="213519" y="854304"/>
                  </a:moveTo>
                  <a:lnTo>
                    <a:pt x="186965" y="817550"/>
                  </a:lnTo>
                  <a:lnTo>
                    <a:pt x="175672" y="861739"/>
                  </a:lnTo>
                  <a:close/>
                  <a:moveTo>
                    <a:pt x="186965" y="817550"/>
                  </a:moveTo>
                  <a:lnTo>
                    <a:pt x="173122" y="819065"/>
                  </a:lnTo>
                  <a:lnTo>
                    <a:pt x="175672" y="861739"/>
                  </a:lnTo>
                  <a:close/>
                  <a:moveTo>
                    <a:pt x="138274" y="820307"/>
                  </a:moveTo>
                  <a:lnTo>
                    <a:pt x="113210" y="780794"/>
                  </a:lnTo>
                  <a:lnTo>
                    <a:pt x="95709" y="783077"/>
                  </a:lnTo>
                  <a:close/>
                  <a:moveTo>
                    <a:pt x="95709" y="783077"/>
                  </a:moveTo>
                  <a:lnTo>
                    <a:pt x="100898" y="789698"/>
                  </a:lnTo>
                  <a:lnTo>
                    <a:pt x="138274" y="820307"/>
                  </a:lnTo>
                  <a:close/>
                  <a:moveTo>
                    <a:pt x="135547" y="733031"/>
                  </a:moveTo>
                  <a:lnTo>
                    <a:pt x="136808" y="744039"/>
                  </a:lnTo>
                  <a:lnTo>
                    <a:pt x="115223" y="718679"/>
                  </a:lnTo>
                  <a:close/>
                  <a:moveTo>
                    <a:pt x="490738" y="1081355"/>
                  </a:moveTo>
                  <a:lnTo>
                    <a:pt x="482066" y="1122003"/>
                  </a:lnTo>
                  <a:lnTo>
                    <a:pt x="524004" y="1077223"/>
                  </a:lnTo>
                  <a:close/>
                  <a:moveTo>
                    <a:pt x="447447" y="1089461"/>
                  </a:moveTo>
                  <a:lnTo>
                    <a:pt x="490738" y="1081355"/>
                  </a:lnTo>
                  <a:lnTo>
                    <a:pt x="477413" y="1047440"/>
                  </a:lnTo>
                  <a:close/>
                  <a:moveTo>
                    <a:pt x="490738" y="1081355"/>
                  </a:moveTo>
                  <a:lnTo>
                    <a:pt x="528412" y="1074500"/>
                  </a:lnTo>
                  <a:lnTo>
                    <a:pt x="506471" y="1050905"/>
                  </a:lnTo>
                  <a:close/>
                  <a:moveTo>
                    <a:pt x="490738" y="1081355"/>
                  </a:moveTo>
                  <a:lnTo>
                    <a:pt x="506471" y="1050905"/>
                  </a:lnTo>
                  <a:lnTo>
                    <a:pt x="477413" y="1047440"/>
                  </a:lnTo>
                  <a:close/>
                  <a:moveTo>
                    <a:pt x="524004" y="1077223"/>
                  </a:moveTo>
                  <a:lnTo>
                    <a:pt x="549492" y="1105425"/>
                  </a:lnTo>
                  <a:lnTo>
                    <a:pt x="531859" y="1075013"/>
                  </a:lnTo>
                  <a:close/>
                  <a:moveTo>
                    <a:pt x="528412" y="1074500"/>
                  </a:moveTo>
                  <a:lnTo>
                    <a:pt x="524004" y="1077223"/>
                  </a:lnTo>
                  <a:lnTo>
                    <a:pt x="531859" y="1075013"/>
                  </a:lnTo>
                  <a:close/>
                  <a:moveTo>
                    <a:pt x="222161" y="618979"/>
                  </a:moveTo>
                  <a:lnTo>
                    <a:pt x="221769" y="582224"/>
                  </a:lnTo>
                  <a:lnTo>
                    <a:pt x="218919" y="585185"/>
                  </a:lnTo>
                  <a:close/>
                  <a:moveTo>
                    <a:pt x="222058" y="580344"/>
                  </a:moveTo>
                  <a:lnTo>
                    <a:pt x="218919" y="585185"/>
                  </a:lnTo>
                  <a:lnTo>
                    <a:pt x="221769" y="582224"/>
                  </a:lnTo>
                  <a:close/>
                  <a:moveTo>
                    <a:pt x="221769" y="582224"/>
                  </a:moveTo>
                  <a:lnTo>
                    <a:pt x="222161" y="618979"/>
                  </a:lnTo>
                  <a:lnTo>
                    <a:pt x="225222" y="601796"/>
                  </a:lnTo>
                  <a:close/>
                  <a:moveTo>
                    <a:pt x="221769" y="582224"/>
                  </a:moveTo>
                  <a:lnTo>
                    <a:pt x="225222" y="601796"/>
                  </a:lnTo>
                  <a:lnTo>
                    <a:pt x="231029" y="565041"/>
                  </a:lnTo>
                  <a:close/>
                  <a:moveTo>
                    <a:pt x="221769" y="582224"/>
                  </a:moveTo>
                  <a:lnTo>
                    <a:pt x="220821" y="538892"/>
                  </a:lnTo>
                  <a:lnTo>
                    <a:pt x="222058" y="580344"/>
                  </a:lnTo>
                  <a:close/>
                  <a:moveTo>
                    <a:pt x="221131" y="528286"/>
                  </a:moveTo>
                  <a:lnTo>
                    <a:pt x="220821" y="538892"/>
                  </a:lnTo>
                  <a:lnTo>
                    <a:pt x="221769" y="582224"/>
                  </a:lnTo>
                  <a:close/>
                  <a:moveTo>
                    <a:pt x="231029" y="565041"/>
                  </a:moveTo>
                  <a:lnTo>
                    <a:pt x="221131" y="528286"/>
                  </a:lnTo>
                  <a:lnTo>
                    <a:pt x="221769" y="582224"/>
                  </a:lnTo>
                  <a:close/>
                  <a:moveTo>
                    <a:pt x="227472" y="504376"/>
                  </a:moveTo>
                  <a:lnTo>
                    <a:pt x="220821" y="538892"/>
                  </a:lnTo>
                  <a:lnTo>
                    <a:pt x="221131" y="528286"/>
                  </a:lnTo>
                  <a:close/>
                  <a:moveTo>
                    <a:pt x="659252" y="952163"/>
                  </a:moveTo>
                  <a:lnTo>
                    <a:pt x="645433" y="969346"/>
                  </a:lnTo>
                  <a:lnTo>
                    <a:pt x="665306" y="988917"/>
                  </a:lnTo>
                  <a:close/>
                  <a:moveTo>
                    <a:pt x="282047" y="487637"/>
                  </a:moveTo>
                  <a:lnTo>
                    <a:pt x="258188" y="494642"/>
                  </a:lnTo>
                  <a:lnTo>
                    <a:pt x="227472" y="504376"/>
                  </a:lnTo>
                  <a:close/>
                  <a:moveTo>
                    <a:pt x="282047" y="487637"/>
                  </a:moveTo>
                  <a:lnTo>
                    <a:pt x="227472" y="504376"/>
                  </a:lnTo>
                  <a:lnTo>
                    <a:pt x="251464" y="497870"/>
                  </a:lnTo>
                  <a:close/>
                  <a:moveTo>
                    <a:pt x="309254" y="494086"/>
                  </a:moveTo>
                  <a:lnTo>
                    <a:pt x="314983" y="486205"/>
                  </a:lnTo>
                  <a:lnTo>
                    <a:pt x="282047" y="487637"/>
                  </a:lnTo>
                  <a:close/>
                  <a:moveTo>
                    <a:pt x="309254" y="494086"/>
                  </a:moveTo>
                  <a:lnTo>
                    <a:pt x="338681" y="497250"/>
                  </a:lnTo>
                  <a:lnTo>
                    <a:pt x="314983" y="486205"/>
                  </a:lnTo>
                  <a:close/>
                  <a:moveTo>
                    <a:pt x="362506" y="460222"/>
                  </a:moveTo>
                  <a:lnTo>
                    <a:pt x="317077" y="474348"/>
                  </a:lnTo>
                  <a:lnTo>
                    <a:pt x="338681" y="497250"/>
                  </a:lnTo>
                  <a:close/>
                  <a:moveTo>
                    <a:pt x="210797" y="400838"/>
                  </a:moveTo>
                  <a:lnTo>
                    <a:pt x="209047" y="367649"/>
                  </a:lnTo>
                  <a:lnTo>
                    <a:pt x="212369" y="346899"/>
                  </a:lnTo>
                  <a:close/>
                  <a:moveTo>
                    <a:pt x="212369" y="346899"/>
                  </a:moveTo>
                  <a:lnTo>
                    <a:pt x="228031" y="314049"/>
                  </a:lnTo>
                  <a:lnTo>
                    <a:pt x="187700" y="364083"/>
                  </a:lnTo>
                  <a:close/>
                  <a:moveTo>
                    <a:pt x="720542" y="881041"/>
                  </a:moveTo>
                  <a:lnTo>
                    <a:pt x="699329" y="898224"/>
                  </a:lnTo>
                  <a:lnTo>
                    <a:pt x="744837" y="917796"/>
                  </a:lnTo>
                  <a:close/>
                  <a:moveTo>
                    <a:pt x="679200" y="861469"/>
                  </a:moveTo>
                  <a:lnTo>
                    <a:pt x="699329" y="898224"/>
                  </a:lnTo>
                  <a:lnTo>
                    <a:pt x="720542" y="881041"/>
                  </a:lnTo>
                  <a:close/>
                  <a:moveTo>
                    <a:pt x="679200" y="861469"/>
                  </a:moveTo>
                  <a:lnTo>
                    <a:pt x="720542" y="881041"/>
                  </a:lnTo>
                  <a:lnTo>
                    <a:pt x="702775" y="844286"/>
                  </a:lnTo>
                  <a:close/>
                  <a:moveTo>
                    <a:pt x="670860" y="824714"/>
                  </a:moveTo>
                  <a:lnTo>
                    <a:pt x="702775" y="844286"/>
                  </a:lnTo>
                  <a:lnTo>
                    <a:pt x="685722" y="807531"/>
                  </a:lnTo>
                  <a:close/>
                  <a:moveTo>
                    <a:pt x="256367" y="331005"/>
                  </a:moveTo>
                  <a:lnTo>
                    <a:pt x="262123" y="316937"/>
                  </a:lnTo>
                  <a:lnTo>
                    <a:pt x="228031" y="314049"/>
                  </a:lnTo>
                  <a:close/>
                  <a:moveTo>
                    <a:pt x="256367" y="331005"/>
                  </a:moveTo>
                  <a:lnTo>
                    <a:pt x="286460" y="333629"/>
                  </a:lnTo>
                  <a:lnTo>
                    <a:pt x="262123" y="316937"/>
                  </a:lnTo>
                  <a:close/>
                  <a:moveTo>
                    <a:pt x="286460" y="333629"/>
                  </a:moveTo>
                  <a:lnTo>
                    <a:pt x="256367" y="331005"/>
                  </a:lnTo>
                  <a:lnTo>
                    <a:pt x="295835" y="346775"/>
                  </a:lnTo>
                  <a:close/>
                  <a:moveTo>
                    <a:pt x="513210" y="533062"/>
                  </a:moveTo>
                  <a:lnTo>
                    <a:pt x="494846" y="513491"/>
                  </a:lnTo>
                  <a:lnTo>
                    <a:pt x="494920" y="550246"/>
                  </a:lnTo>
                  <a:close/>
                  <a:moveTo>
                    <a:pt x="343146" y="312533"/>
                  </a:moveTo>
                  <a:lnTo>
                    <a:pt x="351681" y="307693"/>
                  </a:lnTo>
                  <a:lnTo>
                    <a:pt x="340739" y="293878"/>
                  </a:lnTo>
                  <a:close/>
                  <a:moveTo>
                    <a:pt x="920641" y="796657"/>
                  </a:moveTo>
                  <a:lnTo>
                    <a:pt x="931480" y="792736"/>
                  </a:lnTo>
                  <a:lnTo>
                    <a:pt x="918158" y="765417"/>
                  </a:lnTo>
                  <a:close/>
                  <a:moveTo>
                    <a:pt x="978143" y="776997"/>
                  </a:moveTo>
                  <a:lnTo>
                    <a:pt x="931480" y="792736"/>
                  </a:lnTo>
                  <a:lnTo>
                    <a:pt x="980618" y="778160"/>
                  </a:lnTo>
                  <a:close/>
                  <a:moveTo>
                    <a:pt x="980618" y="778160"/>
                  </a:moveTo>
                  <a:lnTo>
                    <a:pt x="929324" y="807168"/>
                  </a:lnTo>
                  <a:lnTo>
                    <a:pt x="969678" y="812307"/>
                  </a:lnTo>
                  <a:close/>
                  <a:moveTo>
                    <a:pt x="978143" y="776997"/>
                  </a:moveTo>
                  <a:lnTo>
                    <a:pt x="918158" y="765417"/>
                  </a:lnTo>
                  <a:lnTo>
                    <a:pt x="931480" y="792736"/>
                  </a:lnTo>
                  <a:close/>
                  <a:moveTo>
                    <a:pt x="981831" y="775552"/>
                  </a:moveTo>
                  <a:lnTo>
                    <a:pt x="1007286" y="753292"/>
                  </a:lnTo>
                  <a:lnTo>
                    <a:pt x="978143" y="776997"/>
                  </a:lnTo>
                  <a:close/>
                  <a:moveTo>
                    <a:pt x="978143" y="776997"/>
                  </a:moveTo>
                  <a:lnTo>
                    <a:pt x="980618" y="778160"/>
                  </a:lnTo>
                  <a:lnTo>
                    <a:pt x="981831" y="775552"/>
                  </a:lnTo>
                  <a:close/>
                  <a:moveTo>
                    <a:pt x="834225" y="700760"/>
                  </a:moveTo>
                  <a:lnTo>
                    <a:pt x="893578" y="702077"/>
                  </a:lnTo>
                  <a:lnTo>
                    <a:pt x="893593" y="701943"/>
                  </a:lnTo>
                  <a:close/>
                  <a:moveTo>
                    <a:pt x="834225" y="700760"/>
                  </a:moveTo>
                  <a:lnTo>
                    <a:pt x="893593" y="701943"/>
                  </a:lnTo>
                  <a:lnTo>
                    <a:pt x="850662" y="666005"/>
                  </a:lnTo>
                  <a:close/>
                  <a:moveTo>
                    <a:pt x="850078" y="665287"/>
                  </a:moveTo>
                  <a:lnTo>
                    <a:pt x="821634" y="682471"/>
                  </a:lnTo>
                  <a:lnTo>
                    <a:pt x="834225" y="700760"/>
                  </a:lnTo>
                  <a:close/>
                  <a:moveTo>
                    <a:pt x="792451" y="476733"/>
                  </a:moveTo>
                  <a:lnTo>
                    <a:pt x="791830" y="464329"/>
                  </a:lnTo>
                  <a:lnTo>
                    <a:pt x="777105" y="481513"/>
                  </a:lnTo>
                  <a:close/>
                  <a:moveTo>
                    <a:pt x="765425" y="279479"/>
                  </a:moveTo>
                  <a:lnTo>
                    <a:pt x="715371" y="313120"/>
                  </a:lnTo>
                  <a:lnTo>
                    <a:pt x="736210" y="294826"/>
                  </a:lnTo>
                  <a:close/>
                  <a:moveTo>
                    <a:pt x="1011704" y="630921"/>
                  </a:moveTo>
                  <a:lnTo>
                    <a:pt x="1048031" y="657774"/>
                  </a:lnTo>
                  <a:lnTo>
                    <a:pt x="1033124" y="625146"/>
                  </a:lnTo>
                  <a:close/>
                  <a:moveTo>
                    <a:pt x="1021793" y="615116"/>
                  </a:moveTo>
                  <a:lnTo>
                    <a:pt x="1011704" y="630921"/>
                  </a:lnTo>
                  <a:lnTo>
                    <a:pt x="1033124" y="625146"/>
                  </a:lnTo>
                  <a:close/>
                  <a:moveTo>
                    <a:pt x="1033124" y="625146"/>
                  </a:moveTo>
                  <a:lnTo>
                    <a:pt x="1041862" y="630921"/>
                  </a:lnTo>
                  <a:lnTo>
                    <a:pt x="1021793" y="615116"/>
                  </a:lnTo>
                  <a:close/>
                  <a:moveTo>
                    <a:pt x="776005" y="296014"/>
                  </a:moveTo>
                  <a:lnTo>
                    <a:pt x="765373" y="263371"/>
                  </a:lnTo>
                  <a:lnTo>
                    <a:pt x="765425" y="279479"/>
                  </a:lnTo>
                  <a:close/>
                  <a:moveTo>
                    <a:pt x="842370" y="282942"/>
                  </a:moveTo>
                  <a:lnTo>
                    <a:pt x="832121" y="322228"/>
                  </a:lnTo>
                  <a:lnTo>
                    <a:pt x="831496" y="305723"/>
                  </a:lnTo>
                  <a:close/>
                  <a:moveTo>
                    <a:pt x="583128" y="0"/>
                  </a:moveTo>
                  <a:lnTo>
                    <a:pt x="545085" y="42841"/>
                  </a:lnTo>
                  <a:lnTo>
                    <a:pt x="568972" y="25657"/>
                  </a:lnTo>
                  <a:close/>
                  <a:moveTo>
                    <a:pt x="852334" y="287426"/>
                  </a:moveTo>
                  <a:lnTo>
                    <a:pt x="831496" y="305723"/>
                  </a:lnTo>
                  <a:lnTo>
                    <a:pt x="829060" y="319697"/>
                  </a:lnTo>
                  <a:close/>
                  <a:moveTo>
                    <a:pt x="877741" y="257842"/>
                  </a:moveTo>
                  <a:lnTo>
                    <a:pt x="855833" y="272139"/>
                  </a:lnTo>
                  <a:lnTo>
                    <a:pt x="842370" y="282942"/>
                  </a:lnTo>
                  <a:close/>
                  <a:moveTo>
                    <a:pt x="980106" y="238436"/>
                  </a:moveTo>
                  <a:lnTo>
                    <a:pt x="961436" y="208867"/>
                  </a:lnTo>
                  <a:lnTo>
                    <a:pt x="939493" y="2443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88" name="Input_density__79">
              <a:extLst>
                <a:ext uri="{FF2B5EF4-FFF2-40B4-BE49-F238E27FC236}">
                  <a16:creationId xmlns:a16="http://schemas.microsoft.com/office/drawing/2014/main" id="{42B37BA5-FB27-AB12-AACC-B407871FE7AA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785653"/>
              <a:ext cx="1053304" cy="1485046"/>
            </a:xfrm>
            <a:custGeom>
              <a:avLst/>
              <a:gdLst/>
              <a:ahLst/>
              <a:cxnLst/>
              <a:rect l="0" t="0" r="0" b="0"/>
              <a:pathLst>
                <a:path w="1053304" h="1485046">
                  <a:moveTo>
                    <a:pt x="0" y="1193182"/>
                  </a:moveTo>
                  <a:lnTo>
                    <a:pt x="933" y="1206145"/>
                  </a:lnTo>
                  <a:lnTo>
                    <a:pt x="23529" y="1218052"/>
                  </a:lnTo>
                  <a:close/>
                  <a:moveTo>
                    <a:pt x="23529" y="1218052"/>
                  </a:moveTo>
                  <a:lnTo>
                    <a:pt x="44052" y="1215837"/>
                  </a:lnTo>
                  <a:lnTo>
                    <a:pt x="0" y="1193182"/>
                  </a:lnTo>
                  <a:close/>
                  <a:moveTo>
                    <a:pt x="217048" y="1359774"/>
                  </a:moveTo>
                  <a:lnTo>
                    <a:pt x="218579" y="1361291"/>
                  </a:lnTo>
                  <a:lnTo>
                    <a:pt x="221092" y="1362193"/>
                  </a:lnTo>
                  <a:close/>
                  <a:moveTo>
                    <a:pt x="217048" y="1359774"/>
                  </a:moveTo>
                  <a:lnTo>
                    <a:pt x="195168" y="1335576"/>
                  </a:lnTo>
                  <a:lnTo>
                    <a:pt x="218579" y="1361291"/>
                  </a:lnTo>
                  <a:close/>
                  <a:moveTo>
                    <a:pt x="329716" y="1422959"/>
                  </a:moveTo>
                  <a:lnTo>
                    <a:pt x="324173" y="1419115"/>
                  </a:lnTo>
                  <a:lnTo>
                    <a:pt x="340433" y="1434660"/>
                  </a:lnTo>
                  <a:close/>
                  <a:moveTo>
                    <a:pt x="368869" y="1444770"/>
                  </a:moveTo>
                  <a:lnTo>
                    <a:pt x="329716" y="1422959"/>
                  </a:lnTo>
                  <a:lnTo>
                    <a:pt x="340433" y="1434660"/>
                  </a:lnTo>
                  <a:close/>
                  <a:moveTo>
                    <a:pt x="299520" y="1406270"/>
                  </a:moveTo>
                  <a:lnTo>
                    <a:pt x="338448" y="1433284"/>
                  </a:lnTo>
                  <a:lnTo>
                    <a:pt x="324173" y="1419115"/>
                  </a:lnTo>
                  <a:close/>
                  <a:moveTo>
                    <a:pt x="383864" y="1452855"/>
                  </a:moveTo>
                  <a:lnTo>
                    <a:pt x="368869" y="1444770"/>
                  </a:lnTo>
                  <a:lnTo>
                    <a:pt x="396981" y="1458847"/>
                  </a:lnTo>
                  <a:close/>
                  <a:moveTo>
                    <a:pt x="309246" y="1416100"/>
                  </a:moveTo>
                  <a:lnTo>
                    <a:pt x="299520" y="1406270"/>
                  </a:lnTo>
                  <a:lnTo>
                    <a:pt x="324173" y="1419115"/>
                  </a:lnTo>
                  <a:close/>
                  <a:moveTo>
                    <a:pt x="278749" y="1396529"/>
                  </a:moveTo>
                  <a:lnTo>
                    <a:pt x="299520" y="1406270"/>
                  </a:lnTo>
                  <a:lnTo>
                    <a:pt x="309246" y="1416100"/>
                  </a:lnTo>
                  <a:close/>
                  <a:moveTo>
                    <a:pt x="217048" y="1359774"/>
                  </a:moveTo>
                  <a:lnTo>
                    <a:pt x="221092" y="1362193"/>
                  </a:lnTo>
                  <a:lnTo>
                    <a:pt x="230040" y="1351973"/>
                  </a:lnTo>
                  <a:close/>
                  <a:moveTo>
                    <a:pt x="217048" y="1359774"/>
                  </a:moveTo>
                  <a:lnTo>
                    <a:pt x="230040" y="1351973"/>
                  </a:lnTo>
                  <a:lnTo>
                    <a:pt x="182317" y="1323019"/>
                  </a:lnTo>
                  <a:close/>
                  <a:moveTo>
                    <a:pt x="259203" y="1305835"/>
                  </a:moveTo>
                  <a:lnTo>
                    <a:pt x="240560" y="1338772"/>
                  </a:lnTo>
                  <a:lnTo>
                    <a:pt x="261964" y="1308361"/>
                  </a:lnTo>
                  <a:close/>
                  <a:moveTo>
                    <a:pt x="261964" y="1308361"/>
                  </a:moveTo>
                  <a:lnTo>
                    <a:pt x="240560" y="1338772"/>
                  </a:lnTo>
                  <a:lnTo>
                    <a:pt x="230040" y="1351973"/>
                  </a:lnTo>
                  <a:close/>
                  <a:moveTo>
                    <a:pt x="261964" y="1308361"/>
                  </a:moveTo>
                  <a:lnTo>
                    <a:pt x="230040" y="1351973"/>
                  </a:lnTo>
                  <a:lnTo>
                    <a:pt x="265601" y="1350151"/>
                  </a:lnTo>
                  <a:close/>
                  <a:moveTo>
                    <a:pt x="122397" y="1161573"/>
                  </a:moveTo>
                  <a:lnTo>
                    <a:pt x="117322" y="1158816"/>
                  </a:lnTo>
                  <a:lnTo>
                    <a:pt x="113403" y="1208717"/>
                  </a:lnTo>
                  <a:close/>
                  <a:moveTo>
                    <a:pt x="383864" y="1452855"/>
                  </a:moveTo>
                  <a:lnTo>
                    <a:pt x="396981" y="1458847"/>
                  </a:lnTo>
                  <a:lnTo>
                    <a:pt x="407952" y="1466319"/>
                  </a:lnTo>
                  <a:close/>
                  <a:moveTo>
                    <a:pt x="407952" y="1466319"/>
                  </a:moveTo>
                  <a:lnTo>
                    <a:pt x="382655" y="1443406"/>
                  </a:lnTo>
                  <a:lnTo>
                    <a:pt x="383864" y="1452855"/>
                  </a:lnTo>
                  <a:close/>
                  <a:moveTo>
                    <a:pt x="393801" y="1441778"/>
                  </a:moveTo>
                  <a:lnTo>
                    <a:pt x="382655" y="1443406"/>
                  </a:lnTo>
                  <a:lnTo>
                    <a:pt x="407952" y="1466319"/>
                  </a:lnTo>
                  <a:close/>
                  <a:moveTo>
                    <a:pt x="427797" y="1444307"/>
                  </a:moveTo>
                  <a:lnTo>
                    <a:pt x="393801" y="1441778"/>
                  </a:lnTo>
                  <a:lnTo>
                    <a:pt x="407952" y="1466319"/>
                  </a:lnTo>
                  <a:close/>
                  <a:moveTo>
                    <a:pt x="368869" y="1444770"/>
                  </a:moveTo>
                  <a:lnTo>
                    <a:pt x="383864" y="1452855"/>
                  </a:lnTo>
                  <a:lnTo>
                    <a:pt x="382655" y="1443406"/>
                  </a:lnTo>
                  <a:close/>
                  <a:moveTo>
                    <a:pt x="255834" y="1288652"/>
                  </a:moveTo>
                  <a:lnTo>
                    <a:pt x="259203" y="1305835"/>
                  </a:lnTo>
                  <a:lnTo>
                    <a:pt x="241631" y="1269080"/>
                  </a:lnTo>
                  <a:close/>
                  <a:moveTo>
                    <a:pt x="97332" y="1122060"/>
                  </a:moveTo>
                  <a:lnTo>
                    <a:pt x="121299" y="1142028"/>
                  </a:lnTo>
                  <a:lnTo>
                    <a:pt x="138631" y="1110622"/>
                  </a:lnTo>
                  <a:close/>
                  <a:moveTo>
                    <a:pt x="127771" y="1122060"/>
                  </a:moveTo>
                  <a:lnTo>
                    <a:pt x="138631" y="1110622"/>
                  </a:lnTo>
                  <a:lnTo>
                    <a:pt x="121299" y="1142028"/>
                  </a:lnTo>
                  <a:close/>
                  <a:moveTo>
                    <a:pt x="504324" y="1455243"/>
                  </a:moveTo>
                  <a:lnTo>
                    <a:pt x="505332" y="1485046"/>
                  </a:lnTo>
                  <a:lnTo>
                    <a:pt x="524433" y="1460251"/>
                  </a:lnTo>
                  <a:close/>
                  <a:moveTo>
                    <a:pt x="504324" y="1455243"/>
                  </a:moveTo>
                  <a:lnTo>
                    <a:pt x="480436" y="1472427"/>
                  </a:lnTo>
                  <a:lnTo>
                    <a:pt x="505332" y="1485046"/>
                  </a:lnTo>
                  <a:close/>
                  <a:moveTo>
                    <a:pt x="301655" y="1168940"/>
                  </a:moveTo>
                  <a:lnTo>
                    <a:pt x="349450" y="1179749"/>
                  </a:lnTo>
                  <a:lnTo>
                    <a:pt x="317150" y="1183563"/>
                  </a:lnTo>
                  <a:close/>
                  <a:moveTo>
                    <a:pt x="254736" y="1170989"/>
                  </a:moveTo>
                  <a:lnTo>
                    <a:pt x="228377" y="1129589"/>
                  </a:lnTo>
                  <a:lnTo>
                    <a:pt x="226598" y="1141632"/>
                  </a:lnTo>
                  <a:close/>
                  <a:moveTo>
                    <a:pt x="236113" y="1129731"/>
                  </a:moveTo>
                  <a:lnTo>
                    <a:pt x="228377" y="1129589"/>
                  </a:lnTo>
                  <a:lnTo>
                    <a:pt x="254736" y="1170989"/>
                  </a:lnTo>
                  <a:close/>
                  <a:moveTo>
                    <a:pt x="277287" y="1159097"/>
                  </a:moveTo>
                  <a:lnTo>
                    <a:pt x="236113" y="1129731"/>
                  </a:lnTo>
                  <a:lnTo>
                    <a:pt x="254736" y="1170989"/>
                  </a:lnTo>
                  <a:close/>
                  <a:moveTo>
                    <a:pt x="210039" y="1128453"/>
                  </a:moveTo>
                  <a:lnTo>
                    <a:pt x="229853" y="1104877"/>
                  </a:lnTo>
                  <a:lnTo>
                    <a:pt x="228377" y="1129589"/>
                  </a:lnTo>
                  <a:close/>
                  <a:moveTo>
                    <a:pt x="239419" y="1113721"/>
                  </a:moveTo>
                  <a:lnTo>
                    <a:pt x="226598" y="1141632"/>
                  </a:lnTo>
                  <a:lnTo>
                    <a:pt x="228377" y="1129589"/>
                  </a:lnTo>
                  <a:close/>
                  <a:moveTo>
                    <a:pt x="280761" y="1143717"/>
                  </a:moveTo>
                  <a:lnTo>
                    <a:pt x="284268" y="1161204"/>
                  </a:lnTo>
                  <a:lnTo>
                    <a:pt x="277287" y="1159097"/>
                  </a:lnTo>
                  <a:close/>
                  <a:moveTo>
                    <a:pt x="173404" y="1102447"/>
                  </a:moveTo>
                  <a:lnTo>
                    <a:pt x="228377" y="1129589"/>
                  </a:lnTo>
                  <a:lnTo>
                    <a:pt x="213491" y="1124449"/>
                  </a:lnTo>
                  <a:close/>
                  <a:moveTo>
                    <a:pt x="178697" y="1104877"/>
                  </a:moveTo>
                  <a:lnTo>
                    <a:pt x="228377" y="1129589"/>
                  </a:lnTo>
                  <a:lnTo>
                    <a:pt x="173404" y="1102447"/>
                  </a:lnTo>
                  <a:close/>
                  <a:moveTo>
                    <a:pt x="210039" y="1128453"/>
                  </a:moveTo>
                  <a:lnTo>
                    <a:pt x="228377" y="1129589"/>
                  </a:lnTo>
                  <a:lnTo>
                    <a:pt x="178697" y="1104877"/>
                  </a:lnTo>
                  <a:close/>
                  <a:moveTo>
                    <a:pt x="284268" y="1161204"/>
                  </a:moveTo>
                  <a:lnTo>
                    <a:pt x="301655" y="1168940"/>
                  </a:lnTo>
                  <a:lnTo>
                    <a:pt x="317150" y="1183563"/>
                  </a:lnTo>
                  <a:close/>
                  <a:moveTo>
                    <a:pt x="533614" y="1446691"/>
                  </a:moveTo>
                  <a:lnTo>
                    <a:pt x="524433" y="1460251"/>
                  </a:lnTo>
                  <a:lnTo>
                    <a:pt x="539143" y="1455243"/>
                  </a:lnTo>
                  <a:close/>
                  <a:moveTo>
                    <a:pt x="533614" y="1446691"/>
                  </a:moveTo>
                  <a:lnTo>
                    <a:pt x="539143" y="1455243"/>
                  </a:lnTo>
                  <a:lnTo>
                    <a:pt x="547132" y="1418041"/>
                  </a:lnTo>
                  <a:close/>
                  <a:moveTo>
                    <a:pt x="284268" y="1161204"/>
                  </a:moveTo>
                  <a:lnTo>
                    <a:pt x="317150" y="1183563"/>
                  </a:lnTo>
                  <a:lnTo>
                    <a:pt x="322253" y="1152194"/>
                  </a:lnTo>
                  <a:close/>
                  <a:moveTo>
                    <a:pt x="352889" y="1154376"/>
                  </a:moveTo>
                  <a:lnTo>
                    <a:pt x="317150" y="1183563"/>
                  </a:lnTo>
                  <a:lnTo>
                    <a:pt x="349450" y="1179749"/>
                  </a:lnTo>
                  <a:close/>
                  <a:moveTo>
                    <a:pt x="352889" y="1154376"/>
                  </a:moveTo>
                  <a:lnTo>
                    <a:pt x="322253" y="1152194"/>
                  </a:lnTo>
                  <a:lnTo>
                    <a:pt x="317150" y="1183563"/>
                  </a:lnTo>
                  <a:close/>
                  <a:moveTo>
                    <a:pt x="317799" y="1111068"/>
                  </a:moveTo>
                  <a:lnTo>
                    <a:pt x="310245" y="1072461"/>
                  </a:lnTo>
                  <a:lnTo>
                    <a:pt x="310074" y="1107265"/>
                  </a:lnTo>
                  <a:close/>
                  <a:moveTo>
                    <a:pt x="340432" y="1078192"/>
                  </a:moveTo>
                  <a:lnTo>
                    <a:pt x="358224" y="1105291"/>
                  </a:lnTo>
                  <a:lnTo>
                    <a:pt x="373972" y="1079016"/>
                  </a:lnTo>
                  <a:close/>
                  <a:moveTo>
                    <a:pt x="320769" y="1070510"/>
                  </a:moveTo>
                  <a:lnTo>
                    <a:pt x="358224" y="1105291"/>
                  </a:lnTo>
                  <a:lnTo>
                    <a:pt x="340432" y="1078192"/>
                  </a:lnTo>
                  <a:close/>
                  <a:moveTo>
                    <a:pt x="373972" y="1079016"/>
                  </a:moveTo>
                  <a:lnTo>
                    <a:pt x="365074" y="1107265"/>
                  </a:lnTo>
                  <a:lnTo>
                    <a:pt x="387721" y="1102055"/>
                  </a:lnTo>
                  <a:close/>
                  <a:moveTo>
                    <a:pt x="390424" y="1044319"/>
                  </a:moveTo>
                  <a:lnTo>
                    <a:pt x="415709" y="1040898"/>
                  </a:lnTo>
                  <a:lnTo>
                    <a:pt x="401193" y="1036144"/>
                  </a:lnTo>
                  <a:close/>
                  <a:moveTo>
                    <a:pt x="151715" y="672608"/>
                  </a:moveTo>
                  <a:lnTo>
                    <a:pt x="171822" y="705349"/>
                  </a:lnTo>
                  <a:lnTo>
                    <a:pt x="161876" y="688123"/>
                  </a:lnTo>
                  <a:close/>
                  <a:moveTo>
                    <a:pt x="676974" y="1293429"/>
                  </a:moveTo>
                  <a:lnTo>
                    <a:pt x="669881" y="1282931"/>
                  </a:lnTo>
                  <a:lnTo>
                    <a:pt x="705587" y="1313000"/>
                  </a:lnTo>
                  <a:close/>
                  <a:moveTo>
                    <a:pt x="683451" y="1239490"/>
                  </a:moveTo>
                  <a:lnTo>
                    <a:pt x="688076" y="1285156"/>
                  </a:lnTo>
                  <a:lnTo>
                    <a:pt x="709573" y="1269323"/>
                  </a:lnTo>
                  <a:close/>
                  <a:moveTo>
                    <a:pt x="412406" y="998836"/>
                  </a:moveTo>
                  <a:lnTo>
                    <a:pt x="437921" y="1022840"/>
                  </a:lnTo>
                  <a:lnTo>
                    <a:pt x="385475" y="993642"/>
                  </a:lnTo>
                  <a:close/>
                  <a:moveTo>
                    <a:pt x="437921" y="1022840"/>
                  </a:moveTo>
                  <a:lnTo>
                    <a:pt x="412500" y="999389"/>
                  </a:lnTo>
                  <a:lnTo>
                    <a:pt x="474536" y="1013441"/>
                  </a:lnTo>
                  <a:close/>
                  <a:moveTo>
                    <a:pt x="412406" y="998836"/>
                  </a:moveTo>
                  <a:lnTo>
                    <a:pt x="412500" y="999389"/>
                  </a:lnTo>
                  <a:lnTo>
                    <a:pt x="437921" y="1022840"/>
                  </a:lnTo>
                  <a:close/>
                  <a:moveTo>
                    <a:pt x="171822" y="705349"/>
                  </a:moveTo>
                  <a:lnTo>
                    <a:pt x="167376" y="659876"/>
                  </a:lnTo>
                  <a:lnTo>
                    <a:pt x="161876" y="688123"/>
                  </a:lnTo>
                  <a:close/>
                  <a:moveTo>
                    <a:pt x="728959" y="1259062"/>
                  </a:moveTo>
                  <a:lnTo>
                    <a:pt x="709573" y="1269323"/>
                  </a:lnTo>
                  <a:lnTo>
                    <a:pt x="728348" y="1262487"/>
                  </a:lnTo>
                  <a:close/>
                  <a:moveTo>
                    <a:pt x="520598" y="982205"/>
                  </a:moveTo>
                  <a:lnTo>
                    <a:pt x="508186" y="975145"/>
                  </a:lnTo>
                  <a:lnTo>
                    <a:pt x="538240" y="1001777"/>
                  </a:lnTo>
                  <a:close/>
                  <a:moveTo>
                    <a:pt x="537758" y="1018960"/>
                  </a:moveTo>
                  <a:lnTo>
                    <a:pt x="520598" y="982205"/>
                  </a:lnTo>
                  <a:lnTo>
                    <a:pt x="538240" y="1001777"/>
                  </a:lnTo>
                  <a:close/>
                  <a:moveTo>
                    <a:pt x="484047" y="928267"/>
                  </a:moveTo>
                  <a:lnTo>
                    <a:pt x="494342" y="962916"/>
                  </a:lnTo>
                  <a:lnTo>
                    <a:pt x="481542" y="945450"/>
                  </a:lnTo>
                  <a:close/>
                  <a:moveTo>
                    <a:pt x="483158" y="968404"/>
                  </a:moveTo>
                  <a:lnTo>
                    <a:pt x="494342" y="962916"/>
                  </a:lnTo>
                  <a:lnTo>
                    <a:pt x="484047" y="928267"/>
                  </a:lnTo>
                  <a:close/>
                  <a:moveTo>
                    <a:pt x="508186" y="975145"/>
                  </a:moveTo>
                  <a:lnTo>
                    <a:pt x="494342" y="962916"/>
                  </a:lnTo>
                  <a:lnTo>
                    <a:pt x="483158" y="968404"/>
                  </a:lnTo>
                  <a:close/>
                  <a:moveTo>
                    <a:pt x="481748" y="944194"/>
                  </a:moveTo>
                  <a:lnTo>
                    <a:pt x="483158" y="968404"/>
                  </a:lnTo>
                  <a:lnTo>
                    <a:pt x="484047" y="928267"/>
                  </a:lnTo>
                  <a:close/>
                  <a:moveTo>
                    <a:pt x="190214" y="601658"/>
                  </a:moveTo>
                  <a:lnTo>
                    <a:pt x="174850" y="640422"/>
                  </a:lnTo>
                  <a:lnTo>
                    <a:pt x="229637" y="624479"/>
                  </a:lnTo>
                  <a:close/>
                  <a:moveTo>
                    <a:pt x="769821" y="1273794"/>
                  </a:moveTo>
                  <a:lnTo>
                    <a:pt x="734865" y="1267678"/>
                  </a:lnTo>
                  <a:lnTo>
                    <a:pt x="728348" y="1262487"/>
                  </a:lnTo>
                  <a:close/>
                  <a:moveTo>
                    <a:pt x="776559" y="1250381"/>
                  </a:moveTo>
                  <a:lnTo>
                    <a:pt x="734865" y="1267678"/>
                  </a:lnTo>
                  <a:lnTo>
                    <a:pt x="769821" y="1273794"/>
                  </a:lnTo>
                  <a:close/>
                  <a:moveTo>
                    <a:pt x="497332" y="874328"/>
                  </a:moveTo>
                  <a:lnTo>
                    <a:pt x="504267" y="903813"/>
                  </a:lnTo>
                  <a:lnTo>
                    <a:pt x="531059" y="907778"/>
                  </a:lnTo>
                  <a:close/>
                  <a:moveTo>
                    <a:pt x="504267" y="903813"/>
                  </a:moveTo>
                  <a:lnTo>
                    <a:pt x="542986" y="924004"/>
                  </a:lnTo>
                  <a:lnTo>
                    <a:pt x="563105" y="903014"/>
                  </a:lnTo>
                  <a:close/>
                  <a:moveTo>
                    <a:pt x="282792" y="634227"/>
                  </a:moveTo>
                  <a:lnTo>
                    <a:pt x="327268" y="653799"/>
                  </a:lnTo>
                  <a:lnTo>
                    <a:pt x="317451" y="619133"/>
                  </a:lnTo>
                  <a:close/>
                  <a:moveTo>
                    <a:pt x="229637" y="624479"/>
                  </a:moveTo>
                  <a:lnTo>
                    <a:pt x="263169" y="625271"/>
                  </a:lnTo>
                  <a:lnTo>
                    <a:pt x="249386" y="620292"/>
                  </a:lnTo>
                  <a:close/>
                  <a:moveTo>
                    <a:pt x="574099" y="859153"/>
                  </a:moveTo>
                  <a:lnTo>
                    <a:pt x="563105" y="903014"/>
                  </a:lnTo>
                  <a:lnTo>
                    <a:pt x="581536" y="874328"/>
                  </a:lnTo>
                  <a:close/>
                  <a:moveTo>
                    <a:pt x="581536" y="874328"/>
                  </a:moveTo>
                  <a:lnTo>
                    <a:pt x="575163" y="851890"/>
                  </a:lnTo>
                  <a:lnTo>
                    <a:pt x="574099" y="859153"/>
                  </a:lnTo>
                  <a:close/>
                  <a:moveTo>
                    <a:pt x="587812" y="820390"/>
                  </a:moveTo>
                  <a:lnTo>
                    <a:pt x="575163" y="851890"/>
                  </a:lnTo>
                  <a:lnTo>
                    <a:pt x="581536" y="874328"/>
                  </a:lnTo>
                  <a:close/>
                  <a:moveTo>
                    <a:pt x="748111" y="960279"/>
                  </a:moveTo>
                  <a:lnTo>
                    <a:pt x="761296" y="994306"/>
                  </a:lnTo>
                  <a:lnTo>
                    <a:pt x="723102" y="953522"/>
                  </a:lnTo>
                  <a:close/>
                  <a:moveTo>
                    <a:pt x="719012" y="950227"/>
                  </a:moveTo>
                  <a:lnTo>
                    <a:pt x="723102" y="953522"/>
                  </a:lnTo>
                  <a:lnTo>
                    <a:pt x="728544" y="955420"/>
                  </a:lnTo>
                  <a:close/>
                  <a:moveTo>
                    <a:pt x="719012" y="950227"/>
                  </a:moveTo>
                  <a:lnTo>
                    <a:pt x="701584" y="926269"/>
                  </a:lnTo>
                  <a:lnTo>
                    <a:pt x="723102" y="953522"/>
                  </a:lnTo>
                  <a:close/>
                  <a:moveTo>
                    <a:pt x="880731" y="958274"/>
                  </a:moveTo>
                  <a:lnTo>
                    <a:pt x="867085" y="962478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46567" y="989370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52297" y="992126"/>
                  </a:lnTo>
                  <a:lnTo>
                    <a:pt x="946567" y="989370"/>
                  </a:lnTo>
                  <a:close/>
                  <a:moveTo>
                    <a:pt x="141073" y="72459"/>
                  </a:moveTo>
                  <a:lnTo>
                    <a:pt x="163876" y="81010"/>
                  </a:lnTo>
                  <a:lnTo>
                    <a:pt x="138484" y="51784"/>
                  </a:lnTo>
                  <a:close/>
                  <a:moveTo>
                    <a:pt x="163876" y="81010"/>
                  </a:moveTo>
                  <a:lnTo>
                    <a:pt x="168883" y="40863"/>
                  </a:lnTo>
                  <a:lnTo>
                    <a:pt x="138484" y="51784"/>
                  </a:lnTo>
                  <a:close/>
                  <a:moveTo>
                    <a:pt x="160428" y="9252"/>
                  </a:moveTo>
                  <a:lnTo>
                    <a:pt x="182850" y="33740"/>
                  </a:lnTo>
                  <a:lnTo>
                    <a:pt x="153439" y="0"/>
                  </a:lnTo>
                  <a:close/>
                  <a:moveTo>
                    <a:pt x="946567" y="989370"/>
                  </a:moveTo>
                  <a:lnTo>
                    <a:pt x="952297" y="992126"/>
                  </a:lnTo>
                  <a:lnTo>
                    <a:pt x="956358" y="991879"/>
                  </a:lnTo>
                  <a:close/>
                  <a:moveTo>
                    <a:pt x="993697" y="1006906"/>
                  </a:moveTo>
                  <a:lnTo>
                    <a:pt x="956358" y="991879"/>
                  </a:lnTo>
                  <a:lnTo>
                    <a:pt x="952297" y="992126"/>
                  </a:lnTo>
                  <a:close/>
                  <a:moveTo>
                    <a:pt x="946567" y="989370"/>
                  </a:moveTo>
                  <a:lnTo>
                    <a:pt x="956358" y="991879"/>
                  </a:lnTo>
                  <a:lnTo>
                    <a:pt x="961388" y="984735"/>
                  </a:lnTo>
                  <a:close/>
                  <a:moveTo>
                    <a:pt x="993697" y="1006906"/>
                  </a:moveTo>
                  <a:lnTo>
                    <a:pt x="1016315" y="1011916"/>
                  </a:lnTo>
                  <a:lnTo>
                    <a:pt x="956358" y="991879"/>
                  </a:lnTo>
                  <a:close/>
                  <a:moveTo>
                    <a:pt x="876207" y="865568"/>
                  </a:moveTo>
                  <a:lnTo>
                    <a:pt x="871994" y="861922"/>
                  </a:lnTo>
                  <a:lnTo>
                    <a:pt x="857504" y="871435"/>
                  </a:lnTo>
                  <a:close/>
                  <a:moveTo>
                    <a:pt x="885067" y="861922"/>
                  </a:moveTo>
                  <a:lnTo>
                    <a:pt x="876207" y="865568"/>
                  </a:lnTo>
                  <a:lnTo>
                    <a:pt x="878907" y="842350"/>
                  </a:lnTo>
                  <a:close/>
                  <a:moveTo>
                    <a:pt x="882351" y="825167"/>
                  </a:moveTo>
                  <a:lnTo>
                    <a:pt x="885067" y="861922"/>
                  </a:lnTo>
                  <a:lnTo>
                    <a:pt x="878907" y="842350"/>
                  </a:lnTo>
                  <a:close/>
                  <a:moveTo>
                    <a:pt x="756209" y="645652"/>
                  </a:moveTo>
                  <a:lnTo>
                    <a:pt x="718684" y="688631"/>
                  </a:lnTo>
                  <a:lnTo>
                    <a:pt x="701848" y="663191"/>
                  </a:lnTo>
                  <a:close/>
                  <a:moveTo>
                    <a:pt x="282040" y="173362"/>
                  </a:moveTo>
                  <a:lnTo>
                    <a:pt x="288062" y="213213"/>
                  </a:lnTo>
                  <a:lnTo>
                    <a:pt x="312141" y="202753"/>
                  </a:lnTo>
                  <a:close/>
                  <a:moveTo>
                    <a:pt x="296908" y="143615"/>
                  </a:moveTo>
                  <a:lnTo>
                    <a:pt x="322176" y="167820"/>
                  </a:lnTo>
                  <a:lnTo>
                    <a:pt x="291238" y="152969"/>
                  </a:lnTo>
                  <a:close/>
                  <a:moveTo>
                    <a:pt x="1032153" y="999040"/>
                  </a:moveTo>
                  <a:lnTo>
                    <a:pt x="1036635" y="1040143"/>
                  </a:lnTo>
                  <a:lnTo>
                    <a:pt x="1053304" y="1008932"/>
                  </a:lnTo>
                  <a:close/>
                  <a:moveTo>
                    <a:pt x="867176" y="715180"/>
                  </a:moveTo>
                  <a:lnTo>
                    <a:pt x="896175" y="742181"/>
                  </a:lnTo>
                  <a:lnTo>
                    <a:pt x="903432" y="726159"/>
                  </a:lnTo>
                  <a:close/>
                  <a:moveTo>
                    <a:pt x="854119" y="714902"/>
                  </a:moveTo>
                  <a:lnTo>
                    <a:pt x="896175" y="742181"/>
                  </a:lnTo>
                  <a:lnTo>
                    <a:pt x="867176" y="715180"/>
                  </a:lnTo>
                  <a:close/>
                  <a:moveTo>
                    <a:pt x="756209" y="645652"/>
                  </a:moveTo>
                  <a:lnTo>
                    <a:pt x="760127" y="637280"/>
                  </a:lnTo>
                  <a:lnTo>
                    <a:pt x="745312" y="678147"/>
                  </a:lnTo>
                  <a:close/>
                  <a:moveTo>
                    <a:pt x="401466" y="200332"/>
                  </a:moveTo>
                  <a:lnTo>
                    <a:pt x="389014" y="185317"/>
                  </a:lnTo>
                  <a:lnTo>
                    <a:pt x="408782" y="219904"/>
                  </a:lnTo>
                  <a:close/>
                  <a:moveTo>
                    <a:pt x="376444" y="150789"/>
                  </a:moveTo>
                  <a:lnTo>
                    <a:pt x="388443" y="142671"/>
                  </a:lnTo>
                  <a:lnTo>
                    <a:pt x="388256" y="109639"/>
                  </a:lnTo>
                  <a:close/>
                  <a:moveTo>
                    <a:pt x="404363" y="155180"/>
                  </a:moveTo>
                  <a:lnTo>
                    <a:pt x="388443" y="142671"/>
                  </a:lnTo>
                  <a:lnTo>
                    <a:pt x="376444" y="150789"/>
                  </a:lnTo>
                  <a:close/>
                  <a:moveTo>
                    <a:pt x="385839" y="98404"/>
                  </a:moveTo>
                  <a:lnTo>
                    <a:pt x="388256" y="109639"/>
                  </a:lnTo>
                  <a:lnTo>
                    <a:pt x="364258" y="80615"/>
                  </a:lnTo>
                  <a:close/>
                  <a:moveTo>
                    <a:pt x="685583" y="342124"/>
                  </a:moveTo>
                  <a:lnTo>
                    <a:pt x="704775" y="341962"/>
                  </a:lnTo>
                  <a:lnTo>
                    <a:pt x="692643" y="332557"/>
                  </a:lnTo>
                  <a:close/>
                  <a:moveTo>
                    <a:pt x="964229" y="579702"/>
                  </a:moveTo>
                  <a:lnTo>
                    <a:pt x="977852" y="626597"/>
                  </a:lnTo>
                  <a:lnTo>
                    <a:pt x="975948" y="589842"/>
                  </a:lnTo>
                  <a:close/>
                  <a:moveTo>
                    <a:pt x="964229" y="579702"/>
                  </a:moveTo>
                  <a:lnTo>
                    <a:pt x="978820" y="612586"/>
                  </a:lnTo>
                  <a:lnTo>
                    <a:pt x="977852" y="6265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89" name="Input_density__80">
              <a:extLst>
                <a:ext uri="{FF2B5EF4-FFF2-40B4-BE49-F238E27FC236}">
                  <a16:creationId xmlns:a16="http://schemas.microsoft.com/office/drawing/2014/main" id="{CED429EB-95EF-913B-3FB3-F5C887A020D7}"/>
                </a:ext>
              </a:extLst>
            </p:cNvPr>
            <p:cNvSpPr>
              <a:spLocks noGrp="1"/>
            </p:cNvSpPr>
            <p:nvPr/>
          </p:nvSpPr>
          <p:spPr>
            <a:xfrm>
              <a:off x="1029788" y="1866268"/>
              <a:ext cx="939901" cy="1405855"/>
            </a:xfrm>
            <a:custGeom>
              <a:avLst/>
              <a:gdLst/>
              <a:ahLst/>
              <a:cxnLst/>
              <a:rect l="0" t="0" r="0" b="0"/>
              <a:pathLst>
                <a:path w="939901" h="1405855">
                  <a:moveTo>
                    <a:pt x="107688" y="1281578"/>
                  </a:moveTo>
                  <a:lnTo>
                    <a:pt x="105175" y="1280676"/>
                  </a:lnTo>
                  <a:lnTo>
                    <a:pt x="122618" y="1309028"/>
                  </a:lnTo>
                  <a:close/>
                  <a:moveTo>
                    <a:pt x="147489" y="1305809"/>
                  </a:moveTo>
                  <a:lnTo>
                    <a:pt x="107688" y="1281578"/>
                  </a:lnTo>
                  <a:lnTo>
                    <a:pt x="122618" y="1309028"/>
                  </a:lnTo>
                  <a:close/>
                  <a:moveTo>
                    <a:pt x="103645" y="1279159"/>
                  </a:moveTo>
                  <a:lnTo>
                    <a:pt x="68914" y="1242404"/>
                  </a:lnTo>
                  <a:lnTo>
                    <a:pt x="81764" y="1254961"/>
                  </a:lnTo>
                  <a:close/>
                  <a:moveTo>
                    <a:pt x="45346" y="1212734"/>
                  </a:moveTo>
                  <a:lnTo>
                    <a:pt x="68914" y="1242404"/>
                  </a:lnTo>
                  <a:lnTo>
                    <a:pt x="61350" y="1232903"/>
                  </a:lnTo>
                  <a:close/>
                  <a:moveTo>
                    <a:pt x="165346" y="1315914"/>
                  </a:moveTo>
                  <a:lnTo>
                    <a:pt x="202986" y="1292519"/>
                  </a:lnTo>
                  <a:lnTo>
                    <a:pt x="152197" y="1269536"/>
                  </a:lnTo>
                  <a:close/>
                  <a:moveTo>
                    <a:pt x="165346" y="1315914"/>
                  </a:moveTo>
                  <a:lnTo>
                    <a:pt x="152197" y="1269536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07688" y="1281578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16637" y="1271358"/>
                  </a:lnTo>
                  <a:lnTo>
                    <a:pt x="107688" y="1281578"/>
                  </a:lnTo>
                  <a:close/>
                  <a:moveTo>
                    <a:pt x="152197" y="1269536"/>
                  </a:moveTo>
                  <a:lnTo>
                    <a:pt x="185967" y="1269170"/>
                  </a:lnTo>
                  <a:lnTo>
                    <a:pt x="148560" y="1227746"/>
                  </a:lnTo>
                  <a:close/>
                  <a:moveTo>
                    <a:pt x="61350" y="1232903"/>
                  </a:moveTo>
                  <a:lnTo>
                    <a:pt x="68914" y="1242404"/>
                  </a:lnTo>
                  <a:lnTo>
                    <a:pt x="80706" y="1228733"/>
                  </a:lnTo>
                  <a:close/>
                  <a:moveTo>
                    <a:pt x="61350" y="1232903"/>
                  </a:moveTo>
                  <a:lnTo>
                    <a:pt x="80706" y="1228733"/>
                  </a:lnTo>
                  <a:lnTo>
                    <a:pt x="40748" y="1205649"/>
                  </a:lnTo>
                  <a:close/>
                  <a:moveTo>
                    <a:pt x="40454" y="1154775"/>
                  </a:moveTo>
                  <a:lnTo>
                    <a:pt x="46391" y="1122390"/>
                  </a:lnTo>
                  <a:lnTo>
                    <a:pt x="6252" y="1132139"/>
                  </a:lnTo>
                  <a:close/>
                  <a:moveTo>
                    <a:pt x="46391" y="1122390"/>
                  </a:moveTo>
                  <a:lnTo>
                    <a:pt x="0" y="1128102"/>
                  </a:lnTo>
                  <a:lnTo>
                    <a:pt x="6252" y="1132139"/>
                  </a:lnTo>
                  <a:close/>
                  <a:moveTo>
                    <a:pt x="8993" y="1080958"/>
                  </a:moveTo>
                  <a:lnTo>
                    <a:pt x="0" y="1128102"/>
                  </a:lnTo>
                  <a:lnTo>
                    <a:pt x="46391" y="1122390"/>
                  </a:lnTo>
                  <a:close/>
                  <a:moveTo>
                    <a:pt x="14368" y="1041445"/>
                  </a:moveTo>
                  <a:lnTo>
                    <a:pt x="7895" y="1061413"/>
                  </a:lnTo>
                  <a:lnTo>
                    <a:pt x="31182" y="1045261"/>
                  </a:lnTo>
                  <a:close/>
                  <a:moveTo>
                    <a:pt x="31182" y="1045261"/>
                  </a:moveTo>
                  <a:lnTo>
                    <a:pt x="7895" y="1061413"/>
                  </a:lnTo>
                  <a:lnTo>
                    <a:pt x="8993" y="1080958"/>
                  </a:lnTo>
                  <a:close/>
                  <a:moveTo>
                    <a:pt x="367033" y="1391812"/>
                  </a:moveTo>
                  <a:lnTo>
                    <a:pt x="352785" y="1382654"/>
                  </a:lnTo>
                  <a:lnTo>
                    <a:pt x="333258" y="1405855"/>
                  </a:lnTo>
                  <a:close/>
                  <a:moveTo>
                    <a:pt x="294549" y="1385704"/>
                  </a:moveTo>
                  <a:lnTo>
                    <a:pt x="333258" y="1405855"/>
                  </a:lnTo>
                  <a:lnTo>
                    <a:pt x="352785" y="1382654"/>
                  </a:lnTo>
                  <a:close/>
                  <a:moveTo>
                    <a:pt x="314394" y="1363692"/>
                  </a:moveTo>
                  <a:lnTo>
                    <a:pt x="294549" y="1385704"/>
                  </a:lnTo>
                  <a:lnTo>
                    <a:pt x="352785" y="1382654"/>
                  </a:lnTo>
                  <a:close/>
                  <a:moveTo>
                    <a:pt x="7527" y="1004690"/>
                  </a:moveTo>
                  <a:lnTo>
                    <a:pt x="6265" y="993682"/>
                  </a:lnTo>
                  <a:lnTo>
                    <a:pt x="33041" y="1024262"/>
                  </a:lnTo>
                  <a:close/>
                  <a:moveTo>
                    <a:pt x="14368" y="1041445"/>
                  </a:moveTo>
                  <a:lnTo>
                    <a:pt x="7527" y="1004690"/>
                  </a:lnTo>
                  <a:lnTo>
                    <a:pt x="33041" y="1024262"/>
                  </a:lnTo>
                  <a:close/>
                  <a:moveTo>
                    <a:pt x="286411" y="1304094"/>
                  </a:moveTo>
                  <a:lnTo>
                    <a:pt x="296830" y="1298025"/>
                  </a:lnTo>
                  <a:lnTo>
                    <a:pt x="260547" y="1286943"/>
                  </a:lnTo>
                  <a:close/>
                  <a:moveTo>
                    <a:pt x="390921" y="1374628"/>
                  </a:moveTo>
                  <a:lnTo>
                    <a:pt x="411029" y="1379636"/>
                  </a:lnTo>
                  <a:lnTo>
                    <a:pt x="420210" y="1366076"/>
                  </a:lnTo>
                  <a:close/>
                  <a:moveTo>
                    <a:pt x="402578" y="1335664"/>
                  </a:moveTo>
                  <a:lnTo>
                    <a:pt x="420210" y="1366076"/>
                  </a:lnTo>
                  <a:lnTo>
                    <a:pt x="433729" y="1337426"/>
                  </a:lnTo>
                  <a:close/>
                  <a:moveTo>
                    <a:pt x="402578" y="1335664"/>
                  </a:moveTo>
                  <a:lnTo>
                    <a:pt x="433729" y="1337426"/>
                  </a:lnTo>
                  <a:lnTo>
                    <a:pt x="433007" y="1337231"/>
                  </a:lnTo>
                  <a:close/>
                  <a:moveTo>
                    <a:pt x="183835" y="1056870"/>
                  </a:moveTo>
                  <a:lnTo>
                    <a:pt x="170864" y="1080589"/>
                  </a:lnTo>
                  <a:lnTo>
                    <a:pt x="204395" y="1030453"/>
                  </a:lnTo>
                  <a:close/>
                  <a:moveTo>
                    <a:pt x="204395" y="1030453"/>
                  </a:moveTo>
                  <a:lnTo>
                    <a:pt x="170864" y="1080589"/>
                  </a:lnTo>
                  <a:lnTo>
                    <a:pt x="208850" y="1071579"/>
                  </a:lnTo>
                  <a:close/>
                  <a:moveTo>
                    <a:pt x="204395" y="1030453"/>
                  </a:moveTo>
                  <a:lnTo>
                    <a:pt x="196671" y="1026650"/>
                  </a:lnTo>
                  <a:lnTo>
                    <a:pt x="183835" y="1056870"/>
                  </a:lnTo>
                  <a:close/>
                  <a:moveTo>
                    <a:pt x="243245" y="1029839"/>
                  </a:moveTo>
                  <a:lnTo>
                    <a:pt x="236606" y="1026650"/>
                  </a:lnTo>
                  <a:lnTo>
                    <a:pt x="239485" y="1073761"/>
                  </a:lnTo>
                  <a:close/>
                  <a:moveTo>
                    <a:pt x="239485" y="1073761"/>
                  </a:moveTo>
                  <a:lnTo>
                    <a:pt x="236606" y="1026650"/>
                  </a:lnTo>
                  <a:lnTo>
                    <a:pt x="204395" y="1030453"/>
                  </a:lnTo>
                  <a:close/>
                  <a:moveTo>
                    <a:pt x="239485" y="1073761"/>
                  </a:moveTo>
                  <a:lnTo>
                    <a:pt x="204395" y="1030453"/>
                  </a:lnTo>
                  <a:lnTo>
                    <a:pt x="208850" y="1071579"/>
                  </a:lnTo>
                  <a:close/>
                  <a:moveTo>
                    <a:pt x="236606" y="1026650"/>
                  </a:moveTo>
                  <a:lnTo>
                    <a:pt x="207366" y="989895"/>
                  </a:lnTo>
                  <a:lnTo>
                    <a:pt x="204395" y="1030453"/>
                  </a:lnTo>
                  <a:close/>
                  <a:moveTo>
                    <a:pt x="103234" y="969024"/>
                  </a:moveTo>
                  <a:lnTo>
                    <a:pt x="133402" y="926839"/>
                  </a:lnTo>
                  <a:lnTo>
                    <a:pt x="101443" y="969603"/>
                  </a:lnTo>
                  <a:close/>
                  <a:moveTo>
                    <a:pt x="195439" y="989895"/>
                  </a:moveTo>
                  <a:lnTo>
                    <a:pt x="184884" y="1019227"/>
                  </a:lnTo>
                  <a:lnTo>
                    <a:pt x="196671" y="1026650"/>
                  </a:lnTo>
                  <a:close/>
                  <a:moveTo>
                    <a:pt x="236606" y="1026650"/>
                  </a:moveTo>
                  <a:lnTo>
                    <a:pt x="244820" y="1024676"/>
                  </a:lnTo>
                  <a:lnTo>
                    <a:pt x="207366" y="989895"/>
                  </a:lnTo>
                  <a:close/>
                  <a:moveTo>
                    <a:pt x="244820" y="1024676"/>
                  </a:moveTo>
                  <a:lnTo>
                    <a:pt x="251671" y="1026650"/>
                  </a:lnTo>
                  <a:lnTo>
                    <a:pt x="260569" y="998401"/>
                  </a:lnTo>
                  <a:close/>
                  <a:moveTo>
                    <a:pt x="516152" y="1229997"/>
                  </a:moveTo>
                  <a:lnTo>
                    <a:pt x="529105" y="1254957"/>
                  </a:lnTo>
                  <a:lnTo>
                    <a:pt x="536025" y="1249568"/>
                  </a:lnTo>
                  <a:close/>
                  <a:moveTo>
                    <a:pt x="366477" y="938345"/>
                  </a:moveTo>
                  <a:lnTo>
                    <a:pt x="390402" y="987586"/>
                  </a:lnTo>
                  <a:lnTo>
                    <a:pt x="404334" y="969772"/>
                  </a:lnTo>
                  <a:close/>
                  <a:moveTo>
                    <a:pt x="381890" y="992284"/>
                  </a:moveTo>
                  <a:lnTo>
                    <a:pt x="390402" y="987586"/>
                  </a:lnTo>
                  <a:lnTo>
                    <a:pt x="366477" y="938345"/>
                  </a:lnTo>
                  <a:close/>
                  <a:moveTo>
                    <a:pt x="342624" y="955529"/>
                  </a:moveTo>
                  <a:lnTo>
                    <a:pt x="381890" y="992284"/>
                  </a:lnTo>
                  <a:lnTo>
                    <a:pt x="366477" y="938345"/>
                  </a:lnTo>
                  <a:close/>
                  <a:moveTo>
                    <a:pt x="425821" y="941132"/>
                  </a:moveTo>
                  <a:lnTo>
                    <a:pt x="404334" y="969772"/>
                  </a:lnTo>
                  <a:lnTo>
                    <a:pt x="390402" y="987586"/>
                  </a:lnTo>
                  <a:close/>
                  <a:moveTo>
                    <a:pt x="390402" y="987586"/>
                  </a:moveTo>
                  <a:lnTo>
                    <a:pt x="415402" y="975100"/>
                  </a:lnTo>
                  <a:lnTo>
                    <a:pt x="425821" y="941132"/>
                  </a:lnTo>
                  <a:close/>
                  <a:moveTo>
                    <a:pt x="342624" y="955529"/>
                  </a:moveTo>
                  <a:lnTo>
                    <a:pt x="366477" y="938345"/>
                  </a:lnTo>
                  <a:lnTo>
                    <a:pt x="341068" y="954016"/>
                  </a:lnTo>
                  <a:close/>
                  <a:moveTo>
                    <a:pt x="366477" y="938345"/>
                  </a:moveTo>
                  <a:lnTo>
                    <a:pt x="361133" y="932826"/>
                  </a:lnTo>
                  <a:lnTo>
                    <a:pt x="341068" y="954016"/>
                  </a:lnTo>
                  <a:close/>
                  <a:moveTo>
                    <a:pt x="361133" y="932826"/>
                  </a:moveTo>
                  <a:lnTo>
                    <a:pt x="299096" y="918774"/>
                  </a:lnTo>
                  <a:lnTo>
                    <a:pt x="341068" y="954016"/>
                  </a:lnTo>
                  <a:close/>
                  <a:moveTo>
                    <a:pt x="296836" y="913214"/>
                  </a:moveTo>
                  <a:lnTo>
                    <a:pt x="299096" y="918774"/>
                  </a:lnTo>
                  <a:lnTo>
                    <a:pt x="299002" y="918221"/>
                  </a:lnTo>
                  <a:close/>
                  <a:moveTo>
                    <a:pt x="278726" y="882018"/>
                  </a:moveTo>
                  <a:lnTo>
                    <a:pt x="296836" y="913214"/>
                  </a:lnTo>
                  <a:lnTo>
                    <a:pt x="272616" y="867837"/>
                  </a:lnTo>
                  <a:close/>
                  <a:moveTo>
                    <a:pt x="272616" y="867837"/>
                  </a:moveTo>
                  <a:lnTo>
                    <a:pt x="296836" y="913214"/>
                  </a:lnTo>
                  <a:lnTo>
                    <a:pt x="299002" y="918221"/>
                  </a:lnTo>
                  <a:close/>
                  <a:moveTo>
                    <a:pt x="272616" y="867837"/>
                  </a:moveTo>
                  <a:lnTo>
                    <a:pt x="299002" y="918221"/>
                  </a:lnTo>
                  <a:lnTo>
                    <a:pt x="272071" y="913027"/>
                  </a:lnTo>
                  <a:close/>
                  <a:moveTo>
                    <a:pt x="278726" y="882018"/>
                  </a:moveTo>
                  <a:lnTo>
                    <a:pt x="272616" y="867837"/>
                  </a:lnTo>
                  <a:lnTo>
                    <a:pt x="250574" y="841010"/>
                  </a:lnTo>
                  <a:close/>
                  <a:moveTo>
                    <a:pt x="58419" y="624734"/>
                  </a:moveTo>
                  <a:lnTo>
                    <a:pt x="98749" y="574700"/>
                  </a:lnTo>
                  <a:lnTo>
                    <a:pt x="53973" y="579261"/>
                  </a:lnTo>
                  <a:close/>
                  <a:moveTo>
                    <a:pt x="53973" y="579261"/>
                  </a:moveTo>
                  <a:lnTo>
                    <a:pt x="98749" y="574700"/>
                  </a:lnTo>
                  <a:lnTo>
                    <a:pt x="89102" y="577789"/>
                  </a:lnTo>
                  <a:close/>
                  <a:moveTo>
                    <a:pt x="272569" y="864835"/>
                  </a:moveTo>
                  <a:lnTo>
                    <a:pt x="250574" y="841010"/>
                  </a:lnTo>
                  <a:lnTo>
                    <a:pt x="272616" y="867837"/>
                  </a:lnTo>
                  <a:close/>
                  <a:moveTo>
                    <a:pt x="570048" y="1158875"/>
                  </a:moveTo>
                  <a:lnTo>
                    <a:pt x="596170" y="1188708"/>
                  </a:lnTo>
                  <a:lnTo>
                    <a:pt x="615556" y="1178447"/>
                  </a:lnTo>
                  <a:close/>
                  <a:moveTo>
                    <a:pt x="556441" y="1068182"/>
                  </a:moveTo>
                  <a:lnTo>
                    <a:pt x="581944" y="1039311"/>
                  </a:lnTo>
                  <a:lnTo>
                    <a:pt x="541578" y="1085365"/>
                  </a:lnTo>
                  <a:close/>
                  <a:moveTo>
                    <a:pt x="421032" y="935995"/>
                  </a:moveTo>
                  <a:lnTo>
                    <a:pt x="424355" y="938345"/>
                  </a:lnTo>
                  <a:lnTo>
                    <a:pt x="424837" y="921162"/>
                  </a:lnTo>
                  <a:close/>
                  <a:moveTo>
                    <a:pt x="404334" y="969772"/>
                  </a:moveTo>
                  <a:lnTo>
                    <a:pt x="424355" y="938345"/>
                  </a:lnTo>
                  <a:lnTo>
                    <a:pt x="421032" y="935995"/>
                  </a:lnTo>
                  <a:close/>
                  <a:moveTo>
                    <a:pt x="432124" y="949098"/>
                  </a:moveTo>
                  <a:lnTo>
                    <a:pt x="415402" y="975100"/>
                  </a:lnTo>
                  <a:lnTo>
                    <a:pt x="446716" y="968891"/>
                  </a:lnTo>
                  <a:close/>
                  <a:moveTo>
                    <a:pt x="402984" y="921162"/>
                  </a:moveTo>
                  <a:lnTo>
                    <a:pt x="404334" y="969772"/>
                  </a:lnTo>
                  <a:lnTo>
                    <a:pt x="421032" y="935995"/>
                  </a:lnTo>
                  <a:close/>
                  <a:moveTo>
                    <a:pt x="366477" y="938345"/>
                  </a:moveTo>
                  <a:lnTo>
                    <a:pt x="414422" y="911281"/>
                  </a:lnTo>
                  <a:lnTo>
                    <a:pt x="369754" y="887789"/>
                  </a:lnTo>
                  <a:close/>
                  <a:moveTo>
                    <a:pt x="369754" y="887789"/>
                  </a:moveTo>
                  <a:lnTo>
                    <a:pt x="414422" y="911281"/>
                  </a:lnTo>
                  <a:lnTo>
                    <a:pt x="394783" y="894530"/>
                  </a:lnTo>
                  <a:close/>
                  <a:moveTo>
                    <a:pt x="366477" y="938345"/>
                  </a:moveTo>
                  <a:lnTo>
                    <a:pt x="369754" y="887789"/>
                  </a:lnTo>
                  <a:lnTo>
                    <a:pt x="361133" y="932826"/>
                  </a:lnTo>
                  <a:close/>
                  <a:moveTo>
                    <a:pt x="424837" y="921162"/>
                  </a:moveTo>
                  <a:lnTo>
                    <a:pt x="394783" y="894530"/>
                  </a:lnTo>
                  <a:lnTo>
                    <a:pt x="414422" y="911281"/>
                  </a:lnTo>
                  <a:close/>
                  <a:moveTo>
                    <a:pt x="376284" y="820075"/>
                  </a:moveTo>
                  <a:lnTo>
                    <a:pt x="390863" y="823198"/>
                  </a:lnTo>
                  <a:lnTo>
                    <a:pt x="365638" y="810897"/>
                  </a:lnTo>
                  <a:close/>
                  <a:moveTo>
                    <a:pt x="359324" y="829853"/>
                  </a:moveTo>
                  <a:lnTo>
                    <a:pt x="370644" y="847652"/>
                  </a:lnTo>
                  <a:lnTo>
                    <a:pt x="350805" y="828080"/>
                  </a:lnTo>
                  <a:close/>
                  <a:moveTo>
                    <a:pt x="166554" y="607426"/>
                  </a:moveTo>
                  <a:lnTo>
                    <a:pt x="172155" y="607550"/>
                  </a:lnTo>
                  <a:lnTo>
                    <a:pt x="157179" y="594280"/>
                  </a:lnTo>
                  <a:close/>
                  <a:moveTo>
                    <a:pt x="166554" y="607426"/>
                  </a:moveTo>
                  <a:lnTo>
                    <a:pt x="182811" y="590367"/>
                  </a:lnTo>
                  <a:lnTo>
                    <a:pt x="179821" y="602960"/>
                  </a:lnTo>
                  <a:close/>
                  <a:moveTo>
                    <a:pt x="61447" y="559807"/>
                  </a:moveTo>
                  <a:lnTo>
                    <a:pt x="95914" y="564100"/>
                  </a:lnTo>
                  <a:lnTo>
                    <a:pt x="116234" y="543863"/>
                  </a:lnTo>
                  <a:close/>
                  <a:moveTo>
                    <a:pt x="116234" y="543863"/>
                  </a:moveTo>
                  <a:lnTo>
                    <a:pt x="95914" y="564100"/>
                  </a:lnTo>
                  <a:lnTo>
                    <a:pt x="149766" y="544656"/>
                  </a:lnTo>
                  <a:close/>
                  <a:moveTo>
                    <a:pt x="549974" y="983868"/>
                  </a:moveTo>
                  <a:lnTo>
                    <a:pt x="513796" y="1031427"/>
                  </a:lnTo>
                  <a:lnTo>
                    <a:pt x="514059" y="1030725"/>
                  </a:lnTo>
                  <a:close/>
                  <a:moveTo>
                    <a:pt x="329855" y="803644"/>
                  </a:moveTo>
                  <a:lnTo>
                    <a:pt x="359324" y="829853"/>
                  </a:lnTo>
                  <a:lnTo>
                    <a:pt x="338404" y="810897"/>
                  </a:lnTo>
                  <a:close/>
                  <a:moveTo>
                    <a:pt x="370216" y="842667"/>
                  </a:moveTo>
                  <a:lnTo>
                    <a:pt x="368344" y="863579"/>
                  </a:lnTo>
                  <a:lnTo>
                    <a:pt x="370644" y="847652"/>
                  </a:lnTo>
                  <a:close/>
                  <a:moveTo>
                    <a:pt x="370644" y="847652"/>
                  </a:moveTo>
                  <a:lnTo>
                    <a:pt x="359324" y="829853"/>
                  </a:lnTo>
                  <a:lnTo>
                    <a:pt x="370216" y="842667"/>
                  </a:lnTo>
                  <a:close/>
                  <a:moveTo>
                    <a:pt x="320763" y="774142"/>
                  </a:moveTo>
                  <a:lnTo>
                    <a:pt x="332079" y="757089"/>
                  </a:lnTo>
                  <a:lnTo>
                    <a:pt x="338404" y="810897"/>
                  </a:lnTo>
                  <a:close/>
                  <a:moveTo>
                    <a:pt x="383929" y="793713"/>
                  </a:moveTo>
                  <a:lnTo>
                    <a:pt x="354722" y="765769"/>
                  </a:lnTo>
                  <a:lnTo>
                    <a:pt x="365565" y="774142"/>
                  </a:lnTo>
                  <a:close/>
                  <a:moveTo>
                    <a:pt x="460696" y="778538"/>
                  </a:moveTo>
                  <a:lnTo>
                    <a:pt x="419929" y="784592"/>
                  </a:lnTo>
                  <a:lnTo>
                    <a:pt x="417656" y="827163"/>
                  </a:lnTo>
                  <a:close/>
                  <a:moveTo>
                    <a:pt x="791359" y="1057308"/>
                  </a:moveTo>
                  <a:lnTo>
                    <a:pt x="757137" y="1031977"/>
                  </a:lnTo>
                  <a:lnTo>
                    <a:pt x="791132" y="1053387"/>
                  </a:lnTo>
                  <a:close/>
                  <a:moveTo>
                    <a:pt x="748788" y="1000759"/>
                  </a:moveTo>
                  <a:lnTo>
                    <a:pt x="729613" y="990925"/>
                  </a:lnTo>
                  <a:lnTo>
                    <a:pt x="783711" y="1016632"/>
                  </a:lnTo>
                  <a:close/>
                  <a:moveTo>
                    <a:pt x="726426" y="979877"/>
                  </a:moveTo>
                  <a:lnTo>
                    <a:pt x="729613" y="990925"/>
                  </a:lnTo>
                  <a:lnTo>
                    <a:pt x="748788" y="1000759"/>
                  </a:lnTo>
                  <a:close/>
                  <a:moveTo>
                    <a:pt x="609698" y="872907"/>
                  </a:moveTo>
                  <a:lnTo>
                    <a:pt x="650087" y="906367"/>
                  </a:lnTo>
                  <a:lnTo>
                    <a:pt x="615141" y="874805"/>
                  </a:lnTo>
                  <a:close/>
                  <a:moveTo>
                    <a:pt x="647893" y="913691"/>
                  </a:moveTo>
                  <a:lnTo>
                    <a:pt x="650087" y="906367"/>
                  </a:lnTo>
                  <a:lnTo>
                    <a:pt x="609698" y="872907"/>
                  </a:lnTo>
                  <a:close/>
                  <a:moveTo>
                    <a:pt x="605609" y="869612"/>
                  </a:moveTo>
                  <a:lnTo>
                    <a:pt x="577028" y="832857"/>
                  </a:lnTo>
                  <a:lnTo>
                    <a:pt x="588180" y="845654"/>
                  </a:lnTo>
                  <a:close/>
                  <a:moveTo>
                    <a:pt x="776509" y="1042294"/>
                  </a:moveTo>
                  <a:lnTo>
                    <a:pt x="812364" y="1084979"/>
                  </a:lnTo>
                  <a:lnTo>
                    <a:pt x="791132" y="1053387"/>
                  </a:lnTo>
                  <a:close/>
                  <a:moveTo>
                    <a:pt x="791132" y="1053387"/>
                  </a:moveTo>
                  <a:lnTo>
                    <a:pt x="812364" y="1084979"/>
                  </a:lnTo>
                  <a:lnTo>
                    <a:pt x="800043" y="1067819"/>
                  </a:lnTo>
                  <a:close/>
                  <a:moveTo>
                    <a:pt x="793800" y="1010577"/>
                  </a:moveTo>
                  <a:lnTo>
                    <a:pt x="748788" y="1000759"/>
                  </a:lnTo>
                  <a:lnTo>
                    <a:pt x="783711" y="1016632"/>
                  </a:lnTo>
                  <a:close/>
                  <a:moveTo>
                    <a:pt x="774370" y="925938"/>
                  </a:moveTo>
                  <a:lnTo>
                    <a:pt x="764312" y="962594"/>
                  </a:lnTo>
                  <a:lnTo>
                    <a:pt x="782705" y="930103"/>
                  </a:lnTo>
                  <a:close/>
                  <a:moveTo>
                    <a:pt x="650087" y="906367"/>
                  </a:moveTo>
                  <a:lnTo>
                    <a:pt x="667851" y="897466"/>
                  </a:lnTo>
                  <a:lnTo>
                    <a:pt x="615141" y="874805"/>
                  </a:lnTo>
                  <a:close/>
                  <a:moveTo>
                    <a:pt x="759688" y="921727"/>
                  </a:moveTo>
                  <a:lnTo>
                    <a:pt x="747565" y="899980"/>
                  </a:lnTo>
                  <a:lnTo>
                    <a:pt x="735845" y="889183"/>
                  </a:lnTo>
                  <a:close/>
                  <a:moveTo>
                    <a:pt x="731188" y="873062"/>
                  </a:moveTo>
                  <a:lnTo>
                    <a:pt x="759688" y="921727"/>
                  </a:lnTo>
                  <a:lnTo>
                    <a:pt x="735845" y="889183"/>
                  </a:lnTo>
                  <a:close/>
                  <a:moveTo>
                    <a:pt x="806230" y="898534"/>
                  </a:moveTo>
                  <a:lnTo>
                    <a:pt x="833164" y="908755"/>
                  </a:lnTo>
                  <a:lnTo>
                    <a:pt x="826759" y="879079"/>
                  </a:lnTo>
                  <a:close/>
                  <a:moveTo>
                    <a:pt x="826759" y="879079"/>
                  </a:moveTo>
                  <a:lnTo>
                    <a:pt x="833164" y="908755"/>
                  </a:lnTo>
                  <a:lnTo>
                    <a:pt x="852202" y="855944"/>
                  </a:lnTo>
                  <a:close/>
                  <a:moveTo>
                    <a:pt x="852202" y="855944"/>
                  </a:moveTo>
                  <a:lnTo>
                    <a:pt x="833164" y="908755"/>
                  </a:lnTo>
                  <a:lnTo>
                    <a:pt x="847985" y="904120"/>
                  </a:lnTo>
                  <a:close/>
                  <a:moveTo>
                    <a:pt x="852202" y="855944"/>
                  </a:moveTo>
                  <a:lnTo>
                    <a:pt x="850241" y="854817"/>
                  </a:lnTo>
                  <a:lnTo>
                    <a:pt x="826759" y="879079"/>
                  </a:lnTo>
                  <a:close/>
                  <a:moveTo>
                    <a:pt x="882423" y="891572"/>
                  </a:moveTo>
                  <a:lnTo>
                    <a:pt x="902911" y="931301"/>
                  </a:lnTo>
                  <a:lnTo>
                    <a:pt x="897392" y="928327"/>
                  </a:lnTo>
                  <a:close/>
                  <a:moveTo>
                    <a:pt x="842955" y="911264"/>
                  </a:moveTo>
                  <a:lnTo>
                    <a:pt x="902911" y="931301"/>
                  </a:lnTo>
                  <a:lnTo>
                    <a:pt x="882423" y="891572"/>
                  </a:lnTo>
                  <a:close/>
                  <a:moveTo>
                    <a:pt x="882423" y="891572"/>
                  </a:moveTo>
                  <a:lnTo>
                    <a:pt x="847985" y="904120"/>
                  </a:lnTo>
                  <a:lnTo>
                    <a:pt x="842955" y="911264"/>
                  </a:lnTo>
                  <a:close/>
                  <a:moveTo>
                    <a:pt x="847985" y="904120"/>
                  </a:moveTo>
                  <a:lnTo>
                    <a:pt x="892512" y="875767"/>
                  </a:lnTo>
                  <a:lnTo>
                    <a:pt x="880706" y="859860"/>
                  </a:lnTo>
                  <a:close/>
                  <a:moveTo>
                    <a:pt x="847985" y="904120"/>
                  </a:moveTo>
                  <a:lnTo>
                    <a:pt x="880706" y="859860"/>
                  </a:lnTo>
                  <a:lnTo>
                    <a:pt x="852202" y="855944"/>
                  </a:lnTo>
                  <a:close/>
                  <a:moveTo>
                    <a:pt x="902911" y="931301"/>
                  </a:moveTo>
                  <a:lnTo>
                    <a:pt x="880293" y="926291"/>
                  </a:lnTo>
                  <a:lnTo>
                    <a:pt x="912581" y="891572"/>
                  </a:lnTo>
                  <a:close/>
                  <a:moveTo>
                    <a:pt x="852202" y="855944"/>
                  </a:moveTo>
                  <a:lnTo>
                    <a:pt x="823785" y="839593"/>
                  </a:lnTo>
                  <a:lnTo>
                    <a:pt x="850241" y="854817"/>
                  </a:lnTo>
                  <a:close/>
                  <a:moveTo>
                    <a:pt x="850241" y="854817"/>
                  </a:moveTo>
                  <a:lnTo>
                    <a:pt x="813840" y="835245"/>
                  </a:lnTo>
                  <a:lnTo>
                    <a:pt x="813996" y="818062"/>
                  </a:lnTo>
                  <a:close/>
                  <a:moveTo>
                    <a:pt x="782796" y="810919"/>
                  </a:moveTo>
                  <a:lnTo>
                    <a:pt x="808863" y="812170"/>
                  </a:lnTo>
                  <a:lnTo>
                    <a:pt x="813996" y="818062"/>
                  </a:lnTo>
                  <a:close/>
                  <a:moveTo>
                    <a:pt x="744101" y="790820"/>
                  </a:moveTo>
                  <a:lnTo>
                    <a:pt x="732407" y="775465"/>
                  </a:lnTo>
                  <a:lnTo>
                    <a:pt x="705830" y="772307"/>
                  </a:lnTo>
                  <a:close/>
                  <a:moveTo>
                    <a:pt x="579859" y="577960"/>
                  </a:moveTo>
                  <a:lnTo>
                    <a:pt x="588445" y="582576"/>
                  </a:lnTo>
                  <a:lnTo>
                    <a:pt x="605280" y="608016"/>
                  </a:lnTo>
                  <a:close/>
                  <a:moveTo>
                    <a:pt x="903842" y="885797"/>
                  </a:moveTo>
                  <a:lnTo>
                    <a:pt x="939885" y="928310"/>
                  </a:lnTo>
                  <a:lnTo>
                    <a:pt x="912581" y="891572"/>
                  </a:lnTo>
                  <a:close/>
                  <a:moveTo>
                    <a:pt x="918749" y="918425"/>
                  </a:moveTo>
                  <a:lnTo>
                    <a:pt x="939901" y="928317"/>
                  </a:lnTo>
                  <a:lnTo>
                    <a:pt x="903842" y="885797"/>
                  </a:lnTo>
                  <a:close/>
                  <a:moveTo>
                    <a:pt x="742714" y="622297"/>
                  </a:moveTo>
                  <a:lnTo>
                    <a:pt x="740716" y="634287"/>
                  </a:lnTo>
                  <a:lnTo>
                    <a:pt x="753773" y="634565"/>
                  </a:lnTo>
                  <a:close/>
                  <a:moveTo>
                    <a:pt x="636144" y="540130"/>
                  </a:moveTo>
                  <a:lnTo>
                    <a:pt x="653526" y="543593"/>
                  </a:lnTo>
                  <a:lnTo>
                    <a:pt x="646724" y="556665"/>
                  </a:lnTo>
                  <a:close/>
                  <a:moveTo>
                    <a:pt x="620709" y="510792"/>
                  </a:moveTo>
                  <a:lnTo>
                    <a:pt x="653526" y="543593"/>
                  </a:lnTo>
                  <a:lnTo>
                    <a:pt x="636144" y="540130"/>
                  </a:lnTo>
                  <a:close/>
                  <a:moveTo>
                    <a:pt x="263041" y="70174"/>
                  </a:moveTo>
                  <a:lnTo>
                    <a:pt x="275610" y="104702"/>
                  </a:lnTo>
                  <a:lnTo>
                    <a:pt x="290959" y="74565"/>
                  </a:lnTo>
                  <a:close/>
                  <a:moveTo>
                    <a:pt x="264586" y="51342"/>
                  </a:moveTo>
                  <a:lnTo>
                    <a:pt x="263041" y="70174"/>
                  </a:lnTo>
                  <a:lnTo>
                    <a:pt x="274853" y="29024"/>
                  </a:lnTo>
                  <a:close/>
                  <a:moveTo>
                    <a:pt x="227997" y="10748"/>
                  </a:moveTo>
                  <a:lnTo>
                    <a:pt x="222053" y="16894"/>
                  </a:lnTo>
                  <a:lnTo>
                    <a:pt x="250854" y="0"/>
                  </a:lnTo>
                  <a:close/>
                  <a:moveTo>
                    <a:pt x="742714" y="622297"/>
                  </a:moveTo>
                  <a:lnTo>
                    <a:pt x="734340" y="617103"/>
                  </a:lnTo>
                  <a:lnTo>
                    <a:pt x="702840" y="582878"/>
                  </a:lnTo>
                  <a:close/>
                  <a:moveTo>
                    <a:pt x="724864" y="592062"/>
                  </a:moveTo>
                  <a:lnTo>
                    <a:pt x="742714" y="622297"/>
                  </a:lnTo>
                  <a:lnTo>
                    <a:pt x="702840" y="582878"/>
                  </a:lnTo>
                  <a:close/>
                  <a:moveTo>
                    <a:pt x="272436" y="17789"/>
                  </a:moveTo>
                  <a:lnTo>
                    <a:pt x="264586" y="51342"/>
                  </a:lnTo>
                  <a:lnTo>
                    <a:pt x="274853" y="29024"/>
                  </a:lnTo>
                  <a:close/>
                  <a:moveTo>
                    <a:pt x="567350" y="243449"/>
                  </a:moveTo>
                  <a:lnTo>
                    <a:pt x="579239" y="251942"/>
                  </a:lnTo>
                  <a:lnTo>
                    <a:pt x="544671" y="227478"/>
                  </a:lnTo>
                  <a:close/>
                  <a:moveTo>
                    <a:pt x="832155" y="469518"/>
                  </a:moveTo>
                  <a:lnTo>
                    <a:pt x="850825" y="499087"/>
                  </a:lnTo>
                  <a:lnTo>
                    <a:pt x="862544" y="50922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0" name="Input_density__81">
              <a:extLst>
                <a:ext uri="{FF2B5EF4-FFF2-40B4-BE49-F238E27FC236}">
                  <a16:creationId xmlns:a16="http://schemas.microsoft.com/office/drawing/2014/main" id="{092248FF-42BD-6D56-8956-E56CFAB4DA5A}"/>
                </a:ext>
              </a:extLst>
            </p:cNvPr>
            <p:cNvSpPr>
              <a:spLocks noGrp="1"/>
            </p:cNvSpPr>
            <p:nvPr/>
          </p:nvSpPr>
          <p:spPr>
            <a:xfrm>
              <a:off x="939914" y="1819393"/>
              <a:ext cx="958604" cy="1451305"/>
            </a:xfrm>
            <a:custGeom>
              <a:avLst/>
              <a:gdLst/>
              <a:ahLst/>
              <a:cxnLst/>
              <a:rect l="0" t="0" r="0" b="0"/>
              <a:pathLst>
                <a:path w="958604" h="1451305">
                  <a:moveTo>
                    <a:pt x="57239" y="1177534"/>
                  </a:moveTo>
                  <a:lnTo>
                    <a:pt x="20523" y="1182096"/>
                  </a:lnTo>
                  <a:lnTo>
                    <a:pt x="0" y="1184311"/>
                  </a:lnTo>
                  <a:close/>
                  <a:moveTo>
                    <a:pt x="93792" y="1125075"/>
                  </a:moveTo>
                  <a:lnTo>
                    <a:pt x="59433" y="1177551"/>
                  </a:lnTo>
                  <a:lnTo>
                    <a:pt x="89874" y="1174976"/>
                  </a:lnTo>
                  <a:close/>
                  <a:moveTo>
                    <a:pt x="500782" y="1438686"/>
                  </a:moveTo>
                  <a:lnTo>
                    <a:pt x="500904" y="1426510"/>
                  </a:lnTo>
                  <a:lnTo>
                    <a:pt x="481803" y="1451305"/>
                  </a:lnTo>
                  <a:close/>
                  <a:moveTo>
                    <a:pt x="500782" y="1438686"/>
                  </a:moveTo>
                  <a:lnTo>
                    <a:pt x="515613" y="1421503"/>
                  </a:lnTo>
                  <a:lnTo>
                    <a:pt x="500904" y="1426510"/>
                  </a:lnTo>
                  <a:close/>
                  <a:moveTo>
                    <a:pt x="257232" y="1109976"/>
                  </a:moveTo>
                  <a:lnTo>
                    <a:pt x="253758" y="1125357"/>
                  </a:lnTo>
                  <a:lnTo>
                    <a:pt x="231207" y="1137249"/>
                  </a:lnTo>
                  <a:close/>
                  <a:moveTo>
                    <a:pt x="523603" y="1384301"/>
                  </a:moveTo>
                  <a:lnTo>
                    <a:pt x="515613" y="1421503"/>
                  </a:lnTo>
                  <a:lnTo>
                    <a:pt x="523297" y="1385660"/>
                  </a:lnTo>
                  <a:close/>
                  <a:moveTo>
                    <a:pt x="198440" y="966817"/>
                  </a:moveTo>
                  <a:lnTo>
                    <a:pt x="179449" y="937510"/>
                  </a:lnTo>
                  <a:lnTo>
                    <a:pt x="233186" y="952234"/>
                  </a:lnTo>
                  <a:close/>
                  <a:moveTo>
                    <a:pt x="350443" y="1045276"/>
                  </a:moveTo>
                  <a:lnTo>
                    <a:pt x="364192" y="1068314"/>
                  </a:lnTo>
                  <a:lnTo>
                    <a:pt x="382147" y="1039237"/>
                  </a:lnTo>
                  <a:close/>
                  <a:moveTo>
                    <a:pt x="255763" y="940438"/>
                  </a:moveTo>
                  <a:lnTo>
                    <a:pt x="266636" y="920804"/>
                  </a:lnTo>
                  <a:lnTo>
                    <a:pt x="262348" y="909322"/>
                  </a:lnTo>
                  <a:close/>
                  <a:moveTo>
                    <a:pt x="233186" y="952234"/>
                  </a:moveTo>
                  <a:lnTo>
                    <a:pt x="265029" y="946712"/>
                  </a:lnTo>
                  <a:lnTo>
                    <a:pt x="255763" y="940438"/>
                  </a:lnTo>
                  <a:close/>
                  <a:moveTo>
                    <a:pt x="382147" y="1039237"/>
                  </a:moveTo>
                  <a:lnTo>
                    <a:pt x="392180" y="1007157"/>
                  </a:lnTo>
                  <a:lnTo>
                    <a:pt x="366895" y="1010578"/>
                  </a:lnTo>
                  <a:close/>
                  <a:moveTo>
                    <a:pt x="350443" y="1045276"/>
                  </a:moveTo>
                  <a:lnTo>
                    <a:pt x="382147" y="1039237"/>
                  </a:lnTo>
                  <a:lnTo>
                    <a:pt x="366895" y="1010578"/>
                  </a:lnTo>
                  <a:close/>
                  <a:moveTo>
                    <a:pt x="392180" y="1007157"/>
                  </a:moveTo>
                  <a:lnTo>
                    <a:pt x="382147" y="1039237"/>
                  </a:lnTo>
                  <a:lnTo>
                    <a:pt x="400466" y="1019587"/>
                  </a:lnTo>
                  <a:close/>
                  <a:moveTo>
                    <a:pt x="377664" y="1002403"/>
                  </a:moveTo>
                  <a:lnTo>
                    <a:pt x="392180" y="1007157"/>
                  </a:lnTo>
                  <a:lnTo>
                    <a:pt x="353079" y="967110"/>
                  </a:lnTo>
                  <a:close/>
                  <a:moveTo>
                    <a:pt x="319175" y="815685"/>
                  </a:moveTo>
                  <a:lnTo>
                    <a:pt x="299274" y="804776"/>
                  </a:lnTo>
                  <a:lnTo>
                    <a:pt x="314645" y="855383"/>
                  </a:lnTo>
                  <a:close/>
                  <a:moveTo>
                    <a:pt x="143847" y="626135"/>
                  </a:moveTo>
                  <a:lnTo>
                    <a:pt x="140904" y="617670"/>
                  </a:lnTo>
                  <a:lnTo>
                    <a:pt x="138347" y="654382"/>
                  </a:lnTo>
                  <a:close/>
                  <a:moveTo>
                    <a:pt x="686044" y="1235582"/>
                  </a:moveTo>
                  <a:lnTo>
                    <a:pt x="718997" y="1234211"/>
                  </a:lnTo>
                  <a:lnTo>
                    <a:pt x="704819" y="1228746"/>
                  </a:lnTo>
                  <a:close/>
                  <a:moveTo>
                    <a:pt x="746292" y="1240053"/>
                  </a:moveTo>
                  <a:lnTo>
                    <a:pt x="704819" y="1228746"/>
                  </a:lnTo>
                  <a:lnTo>
                    <a:pt x="731238" y="1234356"/>
                  </a:lnTo>
                  <a:close/>
                  <a:moveTo>
                    <a:pt x="321650" y="710752"/>
                  </a:moveTo>
                  <a:lnTo>
                    <a:pt x="327138" y="719717"/>
                  </a:lnTo>
                  <a:lnTo>
                    <a:pt x="341278" y="722385"/>
                  </a:lnTo>
                  <a:close/>
                  <a:moveTo>
                    <a:pt x="753029" y="1216640"/>
                  </a:moveTo>
                  <a:lnTo>
                    <a:pt x="761880" y="1225321"/>
                  </a:lnTo>
                  <a:lnTo>
                    <a:pt x="762153" y="1203147"/>
                  </a:lnTo>
                  <a:close/>
                  <a:moveTo>
                    <a:pt x="507530" y="874037"/>
                  </a:moveTo>
                  <a:lnTo>
                    <a:pt x="480738" y="870073"/>
                  </a:lnTo>
                  <a:lnTo>
                    <a:pt x="539576" y="869274"/>
                  </a:lnTo>
                  <a:close/>
                  <a:moveTo>
                    <a:pt x="295234" y="578605"/>
                  </a:moveTo>
                  <a:lnTo>
                    <a:pt x="254678" y="590208"/>
                  </a:lnTo>
                  <a:lnTo>
                    <a:pt x="239640" y="591531"/>
                  </a:lnTo>
                  <a:close/>
                  <a:moveTo>
                    <a:pt x="239640" y="591531"/>
                  </a:moveTo>
                  <a:lnTo>
                    <a:pt x="259263" y="600487"/>
                  </a:lnTo>
                  <a:lnTo>
                    <a:pt x="295234" y="578605"/>
                  </a:lnTo>
                  <a:close/>
                  <a:moveTo>
                    <a:pt x="239640" y="591531"/>
                  </a:moveTo>
                  <a:lnTo>
                    <a:pt x="254678" y="590208"/>
                  </a:lnTo>
                  <a:lnTo>
                    <a:pt x="225857" y="586551"/>
                  </a:lnTo>
                  <a:close/>
                  <a:moveTo>
                    <a:pt x="828844" y="1203344"/>
                  </a:moveTo>
                  <a:lnTo>
                    <a:pt x="843063" y="1208138"/>
                  </a:lnTo>
                  <a:lnTo>
                    <a:pt x="836606" y="1202871"/>
                  </a:lnTo>
                  <a:close/>
                  <a:moveTo>
                    <a:pt x="791826" y="1189513"/>
                  </a:moveTo>
                  <a:lnTo>
                    <a:pt x="807038" y="1199821"/>
                  </a:lnTo>
                  <a:lnTo>
                    <a:pt x="762153" y="1203147"/>
                  </a:lnTo>
                  <a:close/>
                  <a:moveTo>
                    <a:pt x="791826" y="1189513"/>
                  </a:moveTo>
                  <a:lnTo>
                    <a:pt x="828844" y="1203344"/>
                  </a:lnTo>
                  <a:lnTo>
                    <a:pt x="807038" y="1199821"/>
                  </a:lnTo>
                  <a:close/>
                  <a:moveTo>
                    <a:pt x="828844" y="1203344"/>
                  </a:moveTo>
                  <a:lnTo>
                    <a:pt x="836606" y="1202871"/>
                  </a:lnTo>
                  <a:lnTo>
                    <a:pt x="807038" y="1199821"/>
                  </a:lnTo>
                  <a:close/>
                  <a:moveTo>
                    <a:pt x="550570" y="825412"/>
                  </a:moveTo>
                  <a:lnTo>
                    <a:pt x="507530" y="874037"/>
                  </a:lnTo>
                  <a:lnTo>
                    <a:pt x="539576" y="869274"/>
                  </a:lnTo>
                  <a:close/>
                  <a:moveTo>
                    <a:pt x="855903" y="1208304"/>
                  </a:moveTo>
                  <a:lnTo>
                    <a:pt x="807038" y="1199821"/>
                  </a:lnTo>
                  <a:lnTo>
                    <a:pt x="836606" y="1202871"/>
                  </a:lnTo>
                  <a:close/>
                  <a:moveTo>
                    <a:pt x="892585" y="1184449"/>
                  </a:moveTo>
                  <a:lnTo>
                    <a:pt x="898763" y="1190954"/>
                  </a:lnTo>
                  <a:lnTo>
                    <a:pt x="899135" y="1149156"/>
                  </a:lnTo>
                  <a:close/>
                  <a:moveTo>
                    <a:pt x="899135" y="1149156"/>
                  </a:moveTo>
                  <a:lnTo>
                    <a:pt x="915148" y="1180657"/>
                  </a:lnTo>
                  <a:lnTo>
                    <a:pt x="935238" y="1159562"/>
                  </a:lnTo>
                  <a:close/>
                  <a:moveTo>
                    <a:pt x="887287" y="1173771"/>
                  </a:moveTo>
                  <a:lnTo>
                    <a:pt x="892585" y="1184449"/>
                  </a:lnTo>
                  <a:lnTo>
                    <a:pt x="899135" y="1149156"/>
                  </a:lnTo>
                  <a:close/>
                  <a:moveTo>
                    <a:pt x="557949" y="774666"/>
                  </a:moveTo>
                  <a:lnTo>
                    <a:pt x="551634" y="818149"/>
                  </a:lnTo>
                  <a:lnTo>
                    <a:pt x="564283" y="786650"/>
                  </a:lnTo>
                  <a:close/>
                  <a:moveTo>
                    <a:pt x="935238" y="1159562"/>
                  </a:moveTo>
                  <a:lnTo>
                    <a:pt x="958604" y="1150715"/>
                  </a:lnTo>
                  <a:lnTo>
                    <a:pt x="899135" y="1149156"/>
                  </a:lnTo>
                  <a:close/>
                  <a:moveTo>
                    <a:pt x="785957" y="858982"/>
                  </a:moveTo>
                  <a:lnTo>
                    <a:pt x="795704" y="819181"/>
                  </a:lnTo>
                  <a:lnTo>
                    <a:pt x="766625" y="835037"/>
                  </a:lnTo>
                  <a:close/>
                  <a:moveTo>
                    <a:pt x="795704" y="819181"/>
                  </a:moveTo>
                  <a:lnTo>
                    <a:pt x="811897" y="851357"/>
                  </a:lnTo>
                  <a:lnTo>
                    <a:pt x="833975" y="837695"/>
                  </a:lnTo>
                  <a:close/>
                  <a:moveTo>
                    <a:pt x="120606" y="80976"/>
                  </a:moveTo>
                  <a:lnTo>
                    <a:pt x="134641" y="90693"/>
                  </a:lnTo>
                  <a:lnTo>
                    <a:pt x="140346" y="47269"/>
                  </a:lnTo>
                  <a:close/>
                  <a:moveTo>
                    <a:pt x="145354" y="7123"/>
                  </a:moveTo>
                  <a:lnTo>
                    <a:pt x="168463" y="6752"/>
                  </a:lnTo>
                  <a:lnTo>
                    <a:pt x="159321" y="0"/>
                  </a:lnTo>
                  <a:close/>
                  <a:moveTo>
                    <a:pt x="140346" y="47269"/>
                  </a:moveTo>
                  <a:lnTo>
                    <a:pt x="157422" y="23877"/>
                  </a:lnTo>
                  <a:lnTo>
                    <a:pt x="145354" y="7123"/>
                  </a:lnTo>
                  <a:close/>
                  <a:moveTo>
                    <a:pt x="855377" y="808610"/>
                  </a:moveTo>
                  <a:lnTo>
                    <a:pt x="852677" y="831828"/>
                  </a:lnTo>
                  <a:lnTo>
                    <a:pt x="833975" y="837695"/>
                  </a:lnTo>
                  <a:close/>
                  <a:moveTo>
                    <a:pt x="145354" y="7123"/>
                  </a:moveTo>
                  <a:lnTo>
                    <a:pt x="159321" y="0"/>
                  </a:lnTo>
                  <a:lnTo>
                    <a:pt x="203734" y="4613"/>
                  </a:lnTo>
                  <a:close/>
                  <a:moveTo>
                    <a:pt x="856878" y="783665"/>
                  </a:moveTo>
                  <a:lnTo>
                    <a:pt x="861537" y="828181"/>
                  </a:lnTo>
                  <a:lnTo>
                    <a:pt x="858822" y="791426"/>
                  </a:lnTo>
                  <a:close/>
                  <a:moveTo>
                    <a:pt x="858822" y="791426"/>
                  </a:moveTo>
                  <a:lnTo>
                    <a:pt x="862951" y="753614"/>
                  </a:lnTo>
                  <a:lnTo>
                    <a:pt x="856878" y="783665"/>
                  </a:lnTo>
                  <a:close/>
                  <a:moveTo>
                    <a:pt x="868271" y="737488"/>
                  </a:moveTo>
                  <a:lnTo>
                    <a:pt x="862951" y="753614"/>
                  </a:lnTo>
                  <a:lnTo>
                    <a:pt x="858822" y="791426"/>
                  </a:lnTo>
                  <a:close/>
                  <a:moveTo>
                    <a:pt x="721782" y="644406"/>
                  </a:moveTo>
                  <a:lnTo>
                    <a:pt x="736598" y="603539"/>
                  </a:lnTo>
                  <a:lnTo>
                    <a:pt x="743401" y="590468"/>
                  </a:lnTo>
                  <a:close/>
                  <a:moveTo>
                    <a:pt x="365485" y="151577"/>
                  </a:moveTo>
                  <a:lnTo>
                    <a:pt x="377936" y="166591"/>
                  </a:lnTo>
                  <a:lnTo>
                    <a:pt x="380834" y="121440"/>
                  </a:lnTo>
                  <a:close/>
                  <a:moveTo>
                    <a:pt x="879903" y="692419"/>
                  </a:moveTo>
                  <a:lnTo>
                    <a:pt x="901932" y="683550"/>
                  </a:lnTo>
                  <a:lnTo>
                    <a:pt x="863918" y="661022"/>
                  </a:lnTo>
                  <a:close/>
                  <a:moveTo>
                    <a:pt x="879903" y="692419"/>
                  </a:moveTo>
                  <a:lnTo>
                    <a:pt x="863918" y="661022"/>
                  </a:lnTo>
                  <a:lnTo>
                    <a:pt x="843647" y="681440"/>
                  </a:lnTo>
                  <a:close/>
                  <a:moveTo>
                    <a:pt x="906586" y="667603"/>
                  </a:moveTo>
                  <a:lnTo>
                    <a:pt x="902879" y="683861"/>
                  </a:lnTo>
                  <a:lnTo>
                    <a:pt x="879903" y="692419"/>
                  </a:lnTo>
                  <a:close/>
                  <a:moveTo>
                    <a:pt x="909207" y="646795"/>
                  </a:moveTo>
                  <a:lnTo>
                    <a:pt x="902879" y="683861"/>
                  </a:lnTo>
                  <a:lnTo>
                    <a:pt x="906586" y="667603"/>
                  </a:lnTo>
                  <a:close/>
                  <a:moveTo>
                    <a:pt x="909690" y="633577"/>
                  </a:moveTo>
                  <a:lnTo>
                    <a:pt x="903611" y="683550"/>
                  </a:lnTo>
                  <a:lnTo>
                    <a:pt x="909207" y="646795"/>
                  </a:lnTo>
                  <a:close/>
                  <a:moveTo>
                    <a:pt x="909690" y="633577"/>
                  </a:moveTo>
                  <a:lnTo>
                    <a:pt x="909207" y="646795"/>
                  </a:lnTo>
                  <a:lnTo>
                    <a:pt x="913095" y="624101"/>
                  </a:lnTo>
                  <a:close/>
                  <a:moveTo>
                    <a:pt x="653106" y="348758"/>
                  </a:moveTo>
                  <a:lnTo>
                    <a:pt x="662015" y="389510"/>
                  </a:lnTo>
                  <a:lnTo>
                    <a:pt x="654957" y="352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91" name="Input_density__82">
              <a:extLst>
                <a:ext uri="{FF2B5EF4-FFF2-40B4-BE49-F238E27FC236}">
                  <a16:creationId xmlns:a16="http://schemas.microsoft.com/office/drawing/2014/main" id="{B09012E8-703C-1213-720F-8D1719431258}"/>
                </a:ext>
              </a:extLst>
            </p:cNvPr>
            <p:cNvSpPr>
              <a:spLocks noGrp="1"/>
            </p:cNvSpPr>
            <p:nvPr/>
          </p:nvSpPr>
          <p:spPr>
            <a:xfrm>
              <a:off x="913778" y="2169760"/>
              <a:ext cx="948166" cy="1038514"/>
            </a:xfrm>
            <a:custGeom>
              <a:avLst/>
              <a:gdLst/>
              <a:ahLst/>
              <a:cxnLst/>
              <a:rect l="0" t="0" r="0" b="0"/>
              <a:pathLst>
                <a:path w="948166" h="1038514">
                  <a:moveTo>
                    <a:pt x="30467" y="753929"/>
                  </a:moveTo>
                  <a:lnTo>
                    <a:pt x="0" y="772320"/>
                  </a:lnTo>
                  <a:lnTo>
                    <a:pt x="29088" y="755137"/>
                  </a:lnTo>
                  <a:close/>
                  <a:moveTo>
                    <a:pt x="30467" y="753929"/>
                  </a:moveTo>
                  <a:lnTo>
                    <a:pt x="5902" y="758290"/>
                  </a:lnTo>
                  <a:lnTo>
                    <a:pt x="0" y="772320"/>
                  </a:lnTo>
                  <a:close/>
                  <a:moveTo>
                    <a:pt x="5902" y="758290"/>
                  </a:moveTo>
                  <a:lnTo>
                    <a:pt x="30467" y="753929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40755" y="718382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29088" y="755137"/>
                  </a:lnTo>
                  <a:lnTo>
                    <a:pt x="32950" y="753382"/>
                  </a:lnTo>
                  <a:close/>
                  <a:moveTo>
                    <a:pt x="32950" y="753382"/>
                  </a:moveTo>
                  <a:lnTo>
                    <a:pt x="40755" y="718382"/>
                  </a:lnTo>
                  <a:lnTo>
                    <a:pt x="30467" y="753929"/>
                  </a:lnTo>
                  <a:close/>
                  <a:moveTo>
                    <a:pt x="64292" y="710242"/>
                  </a:moveTo>
                  <a:lnTo>
                    <a:pt x="40755" y="71838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64292" y="71024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32950" y="753382"/>
                  </a:lnTo>
                  <a:lnTo>
                    <a:pt x="87628" y="746857"/>
                  </a:lnTo>
                  <a:close/>
                  <a:moveTo>
                    <a:pt x="99940" y="737953"/>
                  </a:moveTo>
                  <a:lnTo>
                    <a:pt x="94672" y="701198"/>
                  </a:lnTo>
                  <a:lnTo>
                    <a:pt x="82439" y="740236"/>
                  </a:lnTo>
                  <a:close/>
                  <a:moveTo>
                    <a:pt x="94672" y="701198"/>
                  </a:moveTo>
                  <a:lnTo>
                    <a:pt x="64292" y="710242"/>
                  </a:lnTo>
                  <a:lnTo>
                    <a:pt x="82439" y="740236"/>
                  </a:lnTo>
                  <a:close/>
                  <a:moveTo>
                    <a:pt x="48757" y="697733"/>
                  </a:moveTo>
                  <a:lnTo>
                    <a:pt x="40755" y="718382"/>
                  </a:lnTo>
                  <a:lnTo>
                    <a:pt x="64292" y="710242"/>
                  </a:lnTo>
                  <a:close/>
                  <a:moveTo>
                    <a:pt x="94672" y="701198"/>
                  </a:moveTo>
                  <a:lnTo>
                    <a:pt x="48757" y="697733"/>
                  </a:lnTo>
                  <a:lnTo>
                    <a:pt x="64292" y="710242"/>
                  </a:lnTo>
                  <a:close/>
                  <a:moveTo>
                    <a:pt x="101952" y="675838"/>
                  </a:moveTo>
                  <a:lnTo>
                    <a:pt x="94672" y="701198"/>
                  </a:lnTo>
                  <a:lnTo>
                    <a:pt x="122276" y="690190"/>
                  </a:lnTo>
                  <a:close/>
                  <a:moveTo>
                    <a:pt x="510733" y="1034382"/>
                  </a:moveTo>
                  <a:lnTo>
                    <a:pt x="515142" y="1031659"/>
                  </a:lnTo>
                  <a:lnTo>
                    <a:pt x="477468" y="1038514"/>
                  </a:lnTo>
                  <a:close/>
                  <a:moveTo>
                    <a:pt x="238194" y="455030"/>
                  </a:moveTo>
                  <a:lnTo>
                    <a:pt x="214202" y="461535"/>
                  </a:lnTo>
                  <a:lnTo>
                    <a:pt x="207861" y="485445"/>
                  </a:lnTo>
                  <a:close/>
                  <a:moveTo>
                    <a:pt x="645982" y="909322"/>
                  </a:moveTo>
                  <a:lnTo>
                    <a:pt x="685438" y="909805"/>
                  </a:lnTo>
                  <a:lnTo>
                    <a:pt x="672489" y="898824"/>
                  </a:lnTo>
                  <a:close/>
                  <a:moveTo>
                    <a:pt x="652286" y="882063"/>
                  </a:moveTo>
                  <a:lnTo>
                    <a:pt x="645982" y="909322"/>
                  </a:lnTo>
                  <a:lnTo>
                    <a:pt x="672489" y="898824"/>
                  </a:lnTo>
                  <a:close/>
                  <a:moveTo>
                    <a:pt x="665930" y="818628"/>
                  </a:moveTo>
                  <a:lnTo>
                    <a:pt x="654143" y="872567"/>
                  </a:lnTo>
                  <a:lnTo>
                    <a:pt x="686059" y="855383"/>
                  </a:lnTo>
                  <a:close/>
                  <a:moveTo>
                    <a:pt x="325411" y="454409"/>
                  </a:moveTo>
                  <a:lnTo>
                    <a:pt x="303807" y="431507"/>
                  </a:lnTo>
                  <a:lnTo>
                    <a:pt x="301713" y="443364"/>
                  </a:lnTo>
                  <a:close/>
                  <a:moveTo>
                    <a:pt x="657589" y="781873"/>
                  </a:moveTo>
                  <a:lnTo>
                    <a:pt x="665930" y="818628"/>
                  </a:lnTo>
                  <a:lnTo>
                    <a:pt x="689505" y="801445"/>
                  </a:lnTo>
                  <a:close/>
                  <a:moveTo>
                    <a:pt x="214760" y="271208"/>
                  </a:moveTo>
                  <a:lnTo>
                    <a:pt x="199099" y="304058"/>
                  </a:lnTo>
                  <a:lnTo>
                    <a:pt x="243097" y="288164"/>
                  </a:lnTo>
                  <a:close/>
                  <a:moveTo>
                    <a:pt x="655755" y="285969"/>
                  </a:moveTo>
                  <a:lnTo>
                    <a:pt x="650089" y="296599"/>
                  </a:lnTo>
                  <a:lnTo>
                    <a:pt x="704456" y="279084"/>
                  </a:lnTo>
                  <a:close/>
                  <a:moveTo>
                    <a:pt x="655755" y="285969"/>
                  </a:moveTo>
                  <a:lnTo>
                    <a:pt x="704456" y="279084"/>
                  </a:lnTo>
                  <a:lnTo>
                    <a:pt x="695870" y="274468"/>
                  </a:lnTo>
                  <a:close/>
                  <a:moveTo>
                    <a:pt x="517098" y="17183"/>
                  </a:moveTo>
                  <a:lnTo>
                    <a:pt x="536908" y="36755"/>
                  </a:lnTo>
                  <a:lnTo>
                    <a:pt x="531815" y="0"/>
                  </a:lnTo>
                  <a:close/>
                  <a:moveTo>
                    <a:pt x="531815" y="0"/>
                  </a:moveTo>
                  <a:lnTo>
                    <a:pt x="536908" y="36755"/>
                  </a:lnTo>
                  <a:lnTo>
                    <a:pt x="570602" y="19571"/>
                  </a:lnTo>
                  <a:close/>
                  <a:moveTo>
                    <a:pt x="818226" y="262882"/>
                  </a:moveTo>
                  <a:lnTo>
                    <a:pt x="839064" y="244585"/>
                  </a:lnTo>
                  <a:lnTo>
                    <a:pt x="829100" y="240101"/>
                  </a:lnTo>
                  <a:close/>
                  <a:moveTo>
                    <a:pt x="839064" y="244585"/>
                  </a:moveTo>
                  <a:lnTo>
                    <a:pt x="855345" y="222918"/>
                  </a:lnTo>
                  <a:lnTo>
                    <a:pt x="829100" y="240101"/>
                  </a:lnTo>
                  <a:close/>
                  <a:moveTo>
                    <a:pt x="864471" y="215001"/>
                  </a:moveTo>
                  <a:lnTo>
                    <a:pt x="829100" y="240101"/>
                  </a:lnTo>
                  <a:lnTo>
                    <a:pt x="855345" y="222918"/>
                  </a:lnTo>
                  <a:close/>
                  <a:moveTo>
                    <a:pt x="874416" y="216554"/>
                  </a:moveTo>
                  <a:lnTo>
                    <a:pt x="855345" y="222918"/>
                  </a:lnTo>
                  <a:lnTo>
                    <a:pt x="891573" y="220123"/>
                  </a:lnTo>
                  <a:close/>
                  <a:moveTo>
                    <a:pt x="864471" y="215001"/>
                  </a:moveTo>
                  <a:lnTo>
                    <a:pt x="855345" y="222918"/>
                  </a:lnTo>
                  <a:lnTo>
                    <a:pt x="874416" y="216554"/>
                  </a:lnTo>
                  <a:close/>
                  <a:moveTo>
                    <a:pt x="887104" y="186163"/>
                  </a:moveTo>
                  <a:lnTo>
                    <a:pt x="864471" y="215001"/>
                  </a:lnTo>
                  <a:lnTo>
                    <a:pt x="917494" y="192463"/>
                  </a:lnTo>
                  <a:close/>
                  <a:moveTo>
                    <a:pt x="917494" y="192463"/>
                  </a:moveTo>
                  <a:lnTo>
                    <a:pt x="864471" y="215001"/>
                  </a:lnTo>
                  <a:lnTo>
                    <a:pt x="912965" y="205735"/>
                  </a:lnTo>
                  <a:close/>
                  <a:moveTo>
                    <a:pt x="912965" y="205735"/>
                  </a:moveTo>
                  <a:lnTo>
                    <a:pt x="864471" y="215001"/>
                  </a:lnTo>
                  <a:lnTo>
                    <a:pt x="874416" y="216554"/>
                  </a:lnTo>
                  <a:close/>
                  <a:moveTo>
                    <a:pt x="895793" y="181516"/>
                  </a:moveTo>
                  <a:lnTo>
                    <a:pt x="917494" y="192463"/>
                  </a:lnTo>
                  <a:lnTo>
                    <a:pt x="932398" y="168980"/>
                  </a:lnTo>
                  <a:close/>
                  <a:moveTo>
                    <a:pt x="917494" y="192463"/>
                  </a:moveTo>
                  <a:lnTo>
                    <a:pt x="912965" y="205735"/>
                  </a:lnTo>
                  <a:lnTo>
                    <a:pt x="926223" y="201524"/>
                  </a:lnTo>
                  <a:close/>
                  <a:moveTo>
                    <a:pt x="926223" y="201524"/>
                  </a:moveTo>
                  <a:lnTo>
                    <a:pt x="932398" y="168980"/>
                  </a:lnTo>
                  <a:lnTo>
                    <a:pt x="917494" y="192463"/>
                  </a:lnTo>
                  <a:close/>
                  <a:moveTo>
                    <a:pt x="948166" y="166026"/>
                  </a:moveTo>
                  <a:lnTo>
                    <a:pt x="932398" y="168980"/>
                  </a:lnTo>
                  <a:lnTo>
                    <a:pt x="926223" y="20152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92" name="Input_density__83">
              <a:extLst>
                <a:ext uri="{FF2B5EF4-FFF2-40B4-BE49-F238E27FC236}">
                  <a16:creationId xmlns:a16="http://schemas.microsoft.com/office/drawing/2014/main" id="{18041A75-C286-A6AB-12C5-4650A9E0990E}"/>
                </a:ext>
              </a:extLst>
            </p:cNvPr>
            <p:cNvSpPr>
              <a:spLocks noGrp="1"/>
            </p:cNvSpPr>
            <p:nvPr/>
          </p:nvSpPr>
          <p:spPr>
            <a:xfrm>
              <a:off x="1001405" y="1840643"/>
              <a:ext cx="947133" cy="1417437"/>
            </a:xfrm>
            <a:custGeom>
              <a:avLst/>
              <a:gdLst/>
              <a:ahLst/>
              <a:cxnLst/>
              <a:rect l="0" t="0" r="0" b="0"/>
              <a:pathLst>
                <a:path w="947133" h="1417437">
                  <a:moveTo>
                    <a:pt x="180580" y="1295161"/>
                  </a:moveTo>
                  <a:lnTo>
                    <a:pt x="231369" y="1318144"/>
                  </a:lnTo>
                  <a:lnTo>
                    <a:pt x="214350" y="1294795"/>
                  </a:lnTo>
                  <a:close/>
                  <a:moveTo>
                    <a:pt x="72224" y="1105341"/>
                  </a:moveTo>
                  <a:lnTo>
                    <a:pt x="37376" y="1106583"/>
                  </a:lnTo>
                  <a:lnTo>
                    <a:pt x="74774" y="1148015"/>
                  </a:lnTo>
                  <a:close/>
                  <a:moveTo>
                    <a:pt x="74774" y="1148015"/>
                  </a:moveTo>
                  <a:lnTo>
                    <a:pt x="68837" y="1180400"/>
                  </a:lnTo>
                  <a:lnTo>
                    <a:pt x="117886" y="1143004"/>
                  </a:lnTo>
                  <a:close/>
                  <a:moveTo>
                    <a:pt x="59565" y="1070886"/>
                  </a:moveTo>
                  <a:lnTo>
                    <a:pt x="37376" y="1106583"/>
                  </a:lnTo>
                  <a:lnTo>
                    <a:pt x="72224" y="1105341"/>
                  </a:lnTo>
                  <a:close/>
                  <a:moveTo>
                    <a:pt x="36279" y="1087038"/>
                  </a:moveTo>
                  <a:lnTo>
                    <a:pt x="12312" y="1067070"/>
                  </a:lnTo>
                  <a:lnTo>
                    <a:pt x="37376" y="1106583"/>
                  </a:lnTo>
                  <a:close/>
                  <a:moveTo>
                    <a:pt x="0" y="1075974"/>
                  </a:moveTo>
                  <a:lnTo>
                    <a:pt x="32301" y="1103826"/>
                  </a:lnTo>
                  <a:lnTo>
                    <a:pt x="37376" y="1106583"/>
                  </a:lnTo>
                  <a:close/>
                  <a:moveTo>
                    <a:pt x="7044" y="1030315"/>
                  </a:moveTo>
                  <a:lnTo>
                    <a:pt x="49052" y="1038588"/>
                  </a:lnTo>
                  <a:lnTo>
                    <a:pt x="34649" y="1019307"/>
                  </a:lnTo>
                  <a:close/>
                  <a:moveTo>
                    <a:pt x="12312" y="1067070"/>
                  </a:moveTo>
                  <a:lnTo>
                    <a:pt x="32994" y="1049887"/>
                  </a:lnTo>
                  <a:lnTo>
                    <a:pt x="7044" y="1030315"/>
                  </a:lnTo>
                  <a:close/>
                  <a:moveTo>
                    <a:pt x="423105" y="1363499"/>
                  </a:moveTo>
                  <a:lnTo>
                    <a:pt x="381168" y="1408279"/>
                  </a:lnTo>
                  <a:lnTo>
                    <a:pt x="395416" y="1417437"/>
                  </a:lnTo>
                  <a:close/>
                  <a:moveTo>
                    <a:pt x="423105" y="1363499"/>
                  </a:moveTo>
                  <a:lnTo>
                    <a:pt x="395416" y="1417437"/>
                  </a:lnTo>
                  <a:lnTo>
                    <a:pt x="419304" y="1400253"/>
                  </a:lnTo>
                  <a:close/>
                  <a:moveTo>
                    <a:pt x="389840" y="1367631"/>
                  </a:moveTo>
                  <a:lnTo>
                    <a:pt x="342777" y="1389317"/>
                  </a:lnTo>
                  <a:lnTo>
                    <a:pt x="381168" y="1408279"/>
                  </a:lnTo>
                  <a:close/>
                  <a:moveTo>
                    <a:pt x="389840" y="1367631"/>
                  </a:moveTo>
                  <a:lnTo>
                    <a:pt x="346549" y="1375737"/>
                  </a:lnTo>
                  <a:lnTo>
                    <a:pt x="342777" y="1389317"/>
                  </a:lnTo>
                  <a:close/>
                  <a:moveTo>
                    <a:pt x="346549" y="1375737"/>
                  </a:moveTo>
                  <a:lnTo>
                    <a:pt x="376515" y="1333716"/>
                  </a:lnTo>
                  <a:lnTo>
                    <a:pt x="345107" y="1332163"/>
                  </a:lnTo>
                  <a:close/>
                  <a:moveTo>
                    <a:pt x="314794" y="1329719"/>
                  </a:moveTo>
                  <a:lnTo>
                    <a:pt x="345107" y="133216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60478" y="133092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76515" y="1333716"/>
                  </a:lnTo>
                  <a:lnTo>
                    <a:pt x="360478" y="1330923"/>
                  </a:lnTo>
                  <a:close/>
                  <a:moveTo>
                    <a:pt x="423105" y="1363499"/>
                  </a:moveTo>
                  <a:lnTo>
                    <a:pt x="419304" y="1400253"/>
                  </a:lnTo>
                  <a:lnTo>
                    <a:pt x="448594" y="1391701"/>
                  </a:lnTo>
                  <a:close/>
                  <a:moveTo>
                    <a:pt x="430961" y="1361289"/>
                  </a:moveTo>
                  <a:lnTo>
                    <a:pt x="461390" y="1362856"/>
                  </a:lnTo>
                  <a:lnTo>
                    <a:pt x="427514" y="1360776"/>
                  </a:lnTo>
                  <a:close/>
                  <a:moveTo>
                    <a:pt x="121263" y="905255"/>
                  </a:moveTo>
                  <a:lnTo>
                    <a:pt x="118021" y="871461"/>
                  </a:lnTo>
                  <a:lnTo>
                    <a:pt x="117958" y="916260"/>
                  </a:lnTo>
                  <a:close/>
                  <a:moveTo>
                    <a:pt x="264989" y="1052275"/>
                  </a:moveTo>
                  <a:lnTo>
                    <a:pt x="271628" y="1055464"/>
                  </a:lnTo>
                  <a:lnTo>
                    <a:pt x="273203" y="1050301"/>
                  </a:lnTo>
                  <a:close/>
                  <a:moveTo>
                    <a:pt x="273203" y="1050301"/>
                  </a:moveTo>
                  <a:lnTo>
                    <a:pt x="271628" y="1055464"/>
                  </a:lnTo>
                  <a:lnTo>
                    <a:pt x="280054" y="1052275"/>
                  </a:lnTo>
                  <a:close/>
                  <a:moveTo>
                    <a:pt x="564408" y="1275194"/>
                  </a:moveTo>
                  <a:lnTo>
                    <a:pt x="587258" y="1258010"/>
                  </a:lnTo>
                  <a:lnTo>
                    <a:pt x="558354" y="1238439"/>
                  </a:lnTo>
                  <a:close/>
                  <a:moveTo>
                    <a:pt x="620567" y="1258010"/>
                  </a:moveTo>
                  <a:lnTo>
                    <a:pt x="584861" y="1227941"/>
                  </a:lnTo>
                  <a:lnTo>
                    <a:pt x="597810" y="1238922"/>
                  </a:lnTo>
                  <a:close/>
                  <a:moveTo>
                    <a:pt x="591954" y="1238439"/>
                  </a:moveTo>
                  <a:lnTo>
                    <a:pt x="564658" y="1211180"/>
                  </a:lnTo>
                  <a:lnTo>
                    <a:pt x="584861" y="1227941"/>
                  </a:lnTo>
                  <a:close/>
                  <a:moveTo>
                    <a:pt x="439881" y="1054664"/>
                  </a:moveTo>
                  <a:lnTo>
                    <a:pt x="461171" y="1073412"/>
                  </a:lnTo>
                  <a:lnTo>
                    <a:pt x="474120" y="1040060"/>
                  </a:lnTo>
                  <a:close/>
                  <a:moveTo>
                    <a:pt x="418785" y="1013211"/>
                  </a:moveTo>
                  <a:lnTo>
                    <a:pt x="413740" y="1020652"/>
                  </a:lnTo>
                  <a:lnTo>
                    <a:pt x="443786" y="1000725"/>
                  </a:lnTo>
                  <a:close/>
                  <a:moveTo>
                    <a:pt x="413740" y="1020652"/>
                  </a:moveTo>
                  <a:lnTo>
                    <a:pt x="439881" y="1054664"/>
                  </a:lnTo>
                  <a:lnTo>
                    <a:pt x="443786" y="1000725"/>
                  </a:lnTo>
                  <a:close/>
                  <a:moveTo>
                    <a:pt x="443786" y="1000725"/>
                  </a:moveTo>
                  <a:lnTo>
                    <a:pt x="439881" y="1054664"/>
                  </a:lnTo>
                  <a:lnTo>
                    <a:pt x="474907" y="1028561"/>
                  </a:lnTo>
                  <a:close/>
                  <a:moveTo>
                    <a:pt x="474907" y="1028561"/>
                  </a:moveTo>
                  <a:lnTo>
                    <a:pt x="439881" y="1054664"/>
                  </a:lnTo>
                  <a:lnTo>
                    <a:pt x="474120" y="1040060"/>
                  </a:lnTo>
                  <a:close/>
                  <a:moveTo>
                    <a:pt x="257684" y="794436"/>
                  </a:moveTo>
                  <a:lnTo>
                    <a:pt x="261608" y="746498"/>
                  </a:lnTo>
                  <a:lnTo>
                    <a:pt x="237783" y="783526"/>
                  </a:lnTo>
                  <a:close/>
                  <a:moveTo>
                    <a:pt x="109899" y="687114"/>
                  </a:moveTo>
                  <a:lnTo>
                    <a:pt x="111471" y="633175"/>
                  </a:lnTo>
                  <a:lnTo>
                    <a:pt x="86802" y="650359"/>
                  </a:lnTo>
                  <a:close/>
                  <a:moveTo>
                    <a:pt x="443786" y="1000725"/>
                  </a:moveTo>
                  <a:lnTo>
                    <a:pt x="474907" y="1028561"/>
                  </a:lnTo>
                  <a:lnTo>
                    <a:pt x="475099" y="994516"/>
                  </a:lnTo>
                  <a:close/>
                  <a:moveTo>
                    <a:pt x="475099" y="994516"/>
                  </a:moveTo>
                  <a:lnTo>
                    <a:pt x="474907" y="1028561"/>
                  </a:lnTo>
                  <a:lnTo>
                    <a:pt x="483701" y="1000725"/>
                  </a:lnTo>
                  <a:close/>
                  <a:moveTo>
                    <a:pt x="431367" y="946787"/>
                  </a:moveTo>
                  <a:lnTo>
                    <a:pt x="394860" y="963970"/>
                  </a:lnTo>
                  <a:lnTo>
                    <a:pt x="432717" y="995397"/>
                  </a:lnTo>
                  <a:close/>
                  <a:moveTo>
                    <a:pt x="431367" y="946787"/>
                  </a:moveTo>
                  <a:lnTo>
                    <a:pt x="442805" y="936906"/>
                  </a:lnTo>
                  <a:lnTo>
                    <a:pt x="394860" y="963970"/>
                  </a:lnTo>
                  <a:close/>
                  <a:moveTo>
                    <a:pt x="387707" y="855479"/>
                  </a:moveTo>
                  <a:lnTo>
                    <a:pt x="375352" y="842444"/>
                  </a:lnTo>
                  <a:lnTo>
                    <a:pt x="366788" y="836522"/>
                  </a:lnTo>
                  <a:close/>
                  <a:moveTo>
                    <a:pt x="277659" y="789389"/>
                  </a:moveTo>
                  <a:lnTo>
                    <a:pt x="243102" y="784761"/>
                  </a:lnTo>
                  <a:lnTo>
                    <a:pt x="299167" y="773593"/>
                  </a:lnTo>
                  <a:close/>
                  <a:moveTo>
                    <a:pt x="623920" y="1113378"/>
                  </a:moveTo>
                  <a:lnTo>
                    <a:pt x="584786" y="1093761"/>
                  </a:lnTo>
                  <a:lnTo>
                    <a:pt x="584824" y="1093807"/>
                  </a:lnTo>
                  <a:close/>
                  <a:moveTo>
                    <a:pt x="542179" y="1057052"/>
                  </a:moveTo>
                  <a:lnTo>
                    <a:pt x="584786" y="1093761"/>
                  </a:lnTo>
                  <a:lnTo>
                    <a:pt x="542442" y="1056350"/>
                  </a:lnTo>
                  <a:close/>
                  <a:moveTo>
                    <a:pt x="584699" y="1093696"/>
                  </a:moveTo>
                  <a:lnTo>
                    <a:pt x="584786" y="1093761"/>
                  </a:lnTo>
                  <a:lnTo>
                    <a:pt x="542179" y="1057052"/>
                  </a:lnTo>
                  <a:close/>
                  <a:moveTo>
                    <a:pt x="394022" y="836522"/>
                  </a:moveTo>
                  <a:lnTo>
                    <a:pt x="419247" y="848823"/>
                  </a:lnTo>
                  <a:lnTo>
                    <a:pt x="412312" y="819339"/>
                  </a:lnTo>
                  <a:close/>
                  <a:moveTo>
                    <a:pt x="400717" y="807914"/>
                  </a:moveTo>
                  <a:lnTo>
                    <a:pt x="383105" y="791394"/>
                  </a:lnTo>
                  <a:lnTo>
                    <a:pt x="412312" y="819339"/>
                  </a:lnTo>
                  <a:close/>
                  <a:moveTo>
                    <a:pt x="388259" y="761336"/>
                  </a:moveTo>
                  <a:lnTo>
                    <a:pt x="383105" y="791394"/>
                  </a:lnTo>
                  <a:lnTo>
                    <a:pt x="360722" y="782584"/>
                  </a:lnTo>
                  <a:close/>
                  <a:moveTo>
                    <a:pt x="211194" y="615992"/>
                  </a:moveTo>
                  <a:lnTo>
                    <a:pt x="242248" y="598809"/>
                  </a:lnTo>
                  <a:lnTo>
                    <a:pt x="197772" y="579237"/>
                  </a:lnTo>
                  <a:close/>
                  <a:moveTo>
                    <a:pt x="643710" y="1028198"/>
                  </a:moveTo>
                  <a:lnTo>
                    <a:pt x="653444" y="1005358"/>
                  </a:lnTo>
                  <a:lnTo>
                    <a:pt x="624021" y="1019926"/>
                  </a:lnTo>
                  <a:close/>
                  <a:moveTo>
                    <a:pt x="643710" y="1028198"/>
                  </a:moveTo>
                  <a:lnTo>
                    <a:pt x="672760" y="1031669"/>
                  </a:lnTo>
                  <a:lnTo>
                    <a:pt x="653444" y="1005358"/>
                  </a:lnTo>
                  <a:close/>
                  <a:moveTo>
                    <a:pt x="819743" y="1082933"/>
                  </a:moveTo>
                  <a:lnTo>
                    <a:pt x="817260" y="1051694"/>
                  </a:lnTo>
                  <a:lnTo>
                    <a:pt x="812094" y="1042257"/>
                  </a:lnTo>
                  <a:close/>
                  <a:moveTo>
                    <a:pt x="819743" y="1082933"/>
                  </a:moveTo>
                  <a:lnTo>
                    <a:pt x="828426" y="1093444"/>
                  </a:lnTo>
                  <a:lnTo>
                    <a:pt x="830582" y="1079012"/>
                  </a:lnTo>
                  <a:close/>
                  <a:moveTo>
                    <a:pt x="828426" y="1093444"/>
                  </a:moveTo>
                  <a:lnTo>
                    <a:pt x="819743" y="1082933"/>
                  </a:lnTo>
                  <a:lnTo>
                    <a:pt x="819515" y="1079012"/>
                  </a:lnTo>
                  <a:close/>
                  <a:moveTo>
                    <a:pt x="717422" y="977700"/>
                  </a:moveTo>
                  <a:lnTo>
                    <a:pt x="754809" y="1005502"/>
                  </a:lnTo>
                  <a:lnTo>
                    <a:pt x="733327" y="987036"/>
                  </a:lnTo>
                  <a:close/>
                  <a:moveTo>
                    <a:pt x="717422" y="977700"/>
                  </a:moveTo>
                  <a:lnTo>
                    <a:pt x="757996" y="1016550"/>
                  </a:lnTo>
                  <a:lnTo>
                    <a:pt x="754809" y="1005502"/>
                  </a:lnTo>
                  <a:close/>
                  <a:moveTo>
                    <a:pt x="720736" y="968747"/>
                  </a:moveTo>
                  <a:lnTo>
                    <a:pt x="717422" y="977700"/>
                  </a:lnTo>
                  <a:lnTo>
                    <a:pt x="733327" y="987036"/>
                  </a:lnTo>
                  <a:close/>
                  <a:moveTo>
                    <a:pt x="676276" y="939316"/>
                  </a:moveTo>
                  <a:lnTo>
                    <a:pt x="720736" y="968747"/>
                  </a:lnTo>
                  <a:lnTo>
                    <a:pt x="686787" y="937608"/>
                  </a:lnTo>
                  <a:close/>
                  <a:moveTo>
                    <a:pt x="717422" y="977700"/>
                  </a:moveTo>
                  <a:lnTo>
                    <a:pt x="720736" y="968747"/>
                  </a:lnTo>
                  <a:lnTo>
                    <a:pt x="676276" y="939316"/>
                  </a:lnTo>
                  <a:close/>
                  <a:moveTo>
                    <a:pt x="678470" y="931992"/>
                  </a:moveTo>
                  <a:lnTo>
                    <a:pt x="676276" y="939316"/>
                  </a:lnTo>
                  <a:lnTo>
                    <a:pt x="686787" y="937608"/>
                  </a:lnTo>
                  <a:close/>
                  <a:moveTo>
                    <a:pt x="830582" y="1079012"/>
                  </a:moveTo>
                  <a:lnTo>
                    <a:pt x="828426" y="1093444"/>
                  </a:lnTo>
                  <a:lnTo>
                    <a:pt x="879720" y="1064436"/>
                  </a:lnTo>
                  <a:close/>
                  <a:moveTo>
                    <a:pt x="868780" y="1098583"/>
                  </a:moveTo>
                  <a:lnTo>
                    <a:pt x="828426" y="1093444"/>
                  </a:lnTo>
                  <a:lnTo>
                    <a:pt x="840747" y="1110604"/>
                  </a:lnTo>
                  <a:close/>
                  <a:moveTo>
                    <a:pt x="812094" y="1042257"/>
                  </a:moveTo>
                  <a:lnTo>
                    <a:pt x="817260" y="1051694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17260" y="1051694"/>
                  </a:lnTo>
                  <a:lnTo>
                    <a:pt x="877245" y="1063273"/>
                  </a:lnTo>
                  <a:close/>
                  <a:moveTo>
                    <a:pt x="865909" y="1027743"/>
                  </a:moveTo>
                  <a:lnTo>
                    <a:pt x="822183" y="1036203"/>
                  </a:lnTo>
                  <a:lnTo>
                    <a:pt x="877245" y="1063273"/>
                  </a:lnTo>
                  <a:close/>
                  <a:moveTo>
                    <a:pt x="792680" y="988353"/>
                  </a:moveTo>
                  <a:lnTo>
                    <a:pt x="777171" y="1026384"/>
                  </a:lnTo>
                  <a:lnTo>
                    <a:pt x="822183" y="1036203"/>
                  </a:lnTo>
                  <a:close/>
                  <a:moveTo>
                    <a:pt x="823657" y="990257"/>
                  </a:moveTo>
                  <a:lnTo>
                    <a:pt x="792680" y="988353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52896" y="993574"/>
                  </a:lnTo>
                  <a:lnTo>
                    <a:pt x="823657" y="990257"/>
                  </a:lnTo>
                  <a:close/>
                  <a:moveTo>
                    <a:pt x="754809" y="1005502"/>
                  </a:moveTo>
                  <a:lnTo>
                    <a:pt x="777171" y="1026384"/>
                  </a:lnTo>
                  <a:lnTo>
                    <a:pt x="792680" y="988353"/>
                  </a:lnTo>
                  <a:close/>
                  <a:moveTo>
                    <a:pt x="754809" y="1005502"/>
                  </a:moveTo>
                  <a:lnTo>
                    <a:pt x="792680" y="988353"/>
                  </a:lnTo>
                  <a:lnTo>
                    <a:pt x="733327" y="987036"/>
                  </a:lnTo>
                  <a:close/>
                  <a:moveTo>
                    <a:pt x="811088" y="955728"/>
                  </a:moveTo>
                  <a:lnTo>
                    <a:pt x="792695" y="988219"/>
                  </a:lnTo>
                  <a:lnTo>
                    <a:pt x="792680" y="988353"/>
                  </a:lnTo>
                  <a:close/>
                  <a:moveTo>
                    <a:pt x="811088" y="955728"/>
                  </a:moveTo>
                  <a:lnTo>
                    <a:pt x="792680" y="988353"/>
                  </a:lnTo>
                  <a:lnTo>
                    <a:pt x="823657" y="990257"/>
                  </a:lnTo>
                  <a:close/>
                  <a:moveTo>
                    <a:pt x="719424" y="914808"/>
                  </a:moveTo>
                  <a:lnTo>
                    <a:pt x="686787" y="937608"/>
                  </a:lnTo>
                  <a:lnTo>
                    <a:pt x="720736" y="968747"/>
                  </a:lnTo>
                  <a:close/>
                  <a:moveTo>
                    <a:pt x="678470" y="931992"/>
                  </a:moveTo>
                  <a:lnTo>
                    <a:pt x="686787" y="937608"/>
                  </a:lnTo>
                  <a:lnTo>
                    <a:pt x="696234" y="923091"/>
                  </a:lnTo>
                  <a:close/>
                  <a:moveTo>
                    <a:pt x="879746" y="1061240"/>
                  </a:moveTo>
                  <a:lnTo>
                    <a:pt x="879720" y="1064436"/>
                  </a:lnTo>
                  <a:lnTo>
                    <a:pt x="865541" y="1045700"/>
                  </a:lnTo>
                  <a:close/>
                  <a:moveTo>
                    <a:pt x="880933" y="1061828"/>
                  </a:moveTo>
                  <a:lnTo>
                    <a:pt x="879720" y="1064436"/>
                  </a:lnTo>
                  <a:lnTo>
                    <a:pt x="879746" y="1061240"/>
                  </a:lnTo>
                  <a:close/>
                  <a:moveTo>
                    <a:pt x="788072" y="947352"/>
                  </a:moveTo>
                  <a:lnTo>
                    <a:pt x="792695" y="988219"/>
                  </a:lnTo>
                  <a:lnTo>
                    <a:pt x="802753" y="951563"/>
                  </a:lnTo>
                  <a:close/>
                  <a:moveTo>
                    <a:pt x="775948" y="925605"/>
                  </a:moveTo>
                  <a:lnTo>
                    <a:pt x="788072" y="947352"/>
                  </a:lnTo>
                  <a:lnTo>
                    <a:pt x="802753" y="951563"/>
                  </a:lnTo>
                  <a:close/>
                  <a:moveTo>
                    <a:pt x="690932" y="750605"/>
                  </a:moveTo>
                  <a:lnTo>
                    <a:pt x="712869" y="718130"/>
                  </a:lnTo>
                  <a:lnTo>
                    <a:pt x="668867" y="731033"/>
                  </a:lnTo>
                  <a:close/>
                  <a:moveTo>
                    <a:pt x="676206" y="767789"/>
                  </a:moveTo>
                  <a:lnTo>
                    <a:pt x="690932" y="750605"/>
                  </a:lnTo>
                  <a:lnTo>
                    <a:pt x="668867" y="731033"/>
                  </a:lnTo>
                  <a:close/>
                  <a:moveTo>
                    <a:pt x="910806" y="917197"/>
                  </a:moveTo>
                  <a:lnTo>
                    <a:pt x="920895" y="901392"/>
                  </a:lnTo>
                  <a:lnTo>
                    <a:pt x="876368" y="929745"/>
                  </a:lnTo>
                  <a:close/>
                  <a:moveTo>
                    <a:pt x="920895" y="901392"/>
                  </a:moveTo>
                  <a:lnTo>
                    <a:pt x="940964" y="917197"/>
                  </a:lnTo>
                  <a:lnTo>
                    <a:pt x="909089" y="885485"/>
                  </a:lnTo>
                  <a:close/>
                  <a:moveTo>
                    <a:pt x="616828" y="608201"/>
                  </a:moveTo>
                  <a:lnTo>
                    <a:pt x="656186" y="640340"/>
                  </a:lnTo>
                  <a:lnTo>
                    <a:pt x="671188" y="590662"/>
                  </a:lnTo>
                  <a:close/>
                  <a:moveTo>
                    <a:pt x="614473" y="599396"/>
                  </a:moveTo>
                  <a:lnTo>
                    <a:pt x="608242" y="603585"/>
                  </a:lnTo>
                  <a:lnTo>
                    <a:pt x="594648" y="553642"/>
                  </a:lnTo>
                  <a:close/>
                  <a:moveTo>
                    <a:pt x="449280" y="365872"/>
                  </a:moveTo>
                  <a:lnTo>
                    <a:pt x="441789" y="383055"/>
                  </a:lnTo>
                  <a:lnTo>
                    <a:pt x="457017" y="402627"/>
                  </a:lnTo>
                  <a:close/>
                  <a:moveTo>
                    <a:pt x="429470" y="346300"/>
                  </a:moveTo>
                  <a:lnTo>
                    <a:pt x="441789" y="383055"/>
                  </a:lnTo>
                  <a:lnTo>
                    <a:pt x="449280" y="365872"/>
                  </a:lnTo>
                  <a:close/>
                  <a:moveTo>
                    <a:pt x="236909" y="145342"/>
                  </a:moveTo>
                  <a:lnTo>
                    <a:pt x="237107" y="108587"/>
                  </a:lnTo>
                  <a:lnTo>
                    <a:pt x="227121" y="147763"/>
                  </a:lnTo>
                  <a:close/>
                  <a:moveTo>
                    <a:pt x="227121" y="147763"/>
                  </a:moveTo>
                  <a:lnTo>
                    <a:pt x="237107" y="108587"/>
                  </a:lnTo>
                  <a:lnTo>
                    <a:pt x="237156" y="112830"/>
                  </a:lnTo>
                  <a:close/>
                  <a:moveTo>
                    <a:pt x="203042" y="158223"/>
                  </a:moveTo>
                  <a:lnTo>
                    <a:pt x="236909" y="145342"/>
                  </a:lnTo>
                  <a:lnTo>
                    <a:pt x="227121" y="147763"/>
                  </a:lnTo>
                  <a:close/>
                  <a:moveTo>
                    <a:pt x="206218" y="97979"/>
                  </a:moveTo>
                  <a:lnTo>
                    <a:pt x="237156" y="112830"/>
                  </a:lnTo>
                  <a:lnTo>
                    <a:pt x="237107" y="108587"/>
                  </a:lnTo>
                  <a:close/>
                  <a:moveTo>
                    <a:pt x="925775" y="953952"/>
                  </a:moveTo>
                  <a:lnTo>
                    <a:pt x="947133" y="944050"/>
                  </a:lnTo>
                  <a:lnTo>
                    <a:pt x="910806" y="917197"/>
                  </a:lnTo>
                  <a:close/>
                  <a:moveTo>
                    <a:pt x="839991" y="842736"/>
                  </a:moveTo>
                  <a:lnTo>
                    <a:pt x="878624" y="880442"/>
                  </a:lnTo>
                  <a:lnTo>
                    <a:pt x="842379" y="843687"/>
                  </a:lnTo>
                  <a:close/>
                  <a:moveTo>
                    <a:pt x="839991" y="842736"/>
                  </a:moveTo>
                  <a:lnTo>
                    <a:pt x="837246" y="837795"/>
                  </a:lnTo>
                  <a:lnTo>
                    <a:pt x="829790" y="843687"/>
                  </a:lnTo>
                  <a:close/>
                  <a:moveTo>
                    <a:pt x="839991" y="842736"/>
                  </a:moveTo>
                  <a:lnTo>
                    <a:pt x="842379" y="843687"/>
                  </a:lnTo>
                  <a:lnTo>
                    <a:pt x="837246" y="837795"/>
                  </a:lnTo>
                  <a:close/>
                  <a:moveTo>
                    <a:pt x="671188" y="590662"/>
                  </a:moveTo>
                  <a:lnTo>
                    <a:pt x="715674" y="576398"/>
                  </a:lnTo>
                  <a:lnTo>
                    <a:pt x="675107" y="582290"/>
                  </a:lnTo>
                  <a:close/>
                  <a:moveTo>
                    <a:pt x="730598" y="591999"/>
                  </a:moveTo>
                  <a:lnTo>
                    <a:pt x="731223" y="608504"/>
                  </a:lnTo>
                  <a:lnTo>
                    <a:pt x="728162" y="605973"/>
                  </a:lnTo>
                  <a:close/>
                  <a:moveTo>
                    <a:pt x="715674" y="576398"/>
                  </a:moveTo>
                  <a:lnTo>
                    <a:pt x="706186" y="539364"/>
                  </a:lnTo>
                  <a:lnTo>
                    <a:pt x="675107" y="582290"/>
                  </a:lnTo>
                  <a:close/>
                  <a:moveTo>
                    <a:pt x="256380" y="36374"/>
                  </a:moveTo>
                  <a:lnTo>
                    <a:pt x="237807" y="22806"/>
                  </a:lnTo>
                  <a:lnTo>
                    <a:pt x="250436" y="42519"/>
                  </a:lnTo>
                  <a:close/>
                  <a:moveTo>
                    <a:pt x="160102" y="31803"/>
                  </a:moveTo>
                  <a:lnTo>
                    <a:pt x="199949" y="26496"/>
                  </a:lnTo>
                  <a:lnTo>
                    <a:pt x="180012" y="0"/>
                  </a:lnTo>
                  <a:close/>
                  <a:moveTo>
                    <a:pt x="199949" y="26496"/>
                  </a:moveTo>
                  <a:lnTo>
                    <a:pt x="237807" y="22806"/>
                  </a:lnTo>
                  <a:lnTo>
                    <a:pt x="216789" y="12925"/>
                  </a:lnTo>
                  <a:close/>
                  <a:moveTo>
                    <a:pt x="838595" y="530641"/>
                  </a:moveTo>
                  <a:lnTo>
                    <a:pt x="893800" y="557596"/>
                  </a:lnTo>
                  <a:lnTo>
                    <a:pt x="879208" y="52471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3" name="Input_density__84">
              <a:extLst>
                <a:ext uri="{FF2B5EF4-FFF2-40B4-BE49-F238E27FC236}">
                  <a16:creationId xmlns:a16="http://schemas.microsoft.com/office/drawing/2014/main" id="{1D70EA3A-0C18-A826-C811-4041DDC85D18}"/>
                </a:ext>
              </a:extLst>
            </p:cNvPr>
            <p:cNvSpPr>
              <a:spLocks noGrp="1"/>
            </p:cNvSpPr>
            <p:nvPr/>
          </p:nvSpPr>
          <p:spPr>
            <a:xfrm>
              <a:off x="997153" y="1866662"/>
              <a:ext cx="979830" cy="1259337"/>
            </a:xfrm>
            <a:custGeom>
              <a:avLst/>
              <a:gdLst/>
              <a:ahLst/>
              <a:cxnLst/>
              <a:rect l="0" t="0" r="0" b="0"/>
              <a:pathLst>
                <a:path w="979830" h="1259337">
                  <a:moveTo>
                    <a:pt x="32635" y="1127707"/>
                  </a:moveTo>
                  <a:lnTo>
                    <a:pt x="2194" y="1130282"/>
                  </a:lnTo>
                  <a:lnTo>
                    <a:pt x="0" y="1130265"/>
                  </a:lnTo>
                  <a:close/>
                  <a:moveTo>
                    <a:pt x="568660" y="1249174"/>
                  </a:moveTo>
                  <a:lnTo>
                    <a:pt x="561741" y="1254563"/>
                  </a:lnTo>
                  <a:lnTo>
                    <a:pt x="573530" y="1259337"/>
                  </a:lnTo>
                  <a:close/>
                  <a:moveTo>
                    <a:pt x="211565" y="844869"/>
                  </a:moveTo>
                  <a:lnTo>
                    <a:pt x="205109" y="862052"/>
                  </a:lnTo>
                  <a:lnTo>
                    <a:pt x="239410" y="825248"/>
                  </a:lnTo>
                  <a:close/>
                  <a:moveTo>
                    <a:pt x="568660" y="1249174"/>
                  </a:moveTo>
                  <a:lnTo>
                    <a:pt x="573530" y="1259337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586908" y="1252452"/>
                  </a:lnTo>
                  <a:lnTo>
                    <a:pt x="573530" y="1259337"/>
                  </a:lnTo>
                  <a:close/>
                  <a:moveTo>
                    <a:pt x="592569" y="1249174"/>
                  </a:moveTo>
                  <a:lnTo>
                    <a:pt x="609330" y="1240074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624819" y="1231991"/>
                  </a:lnTo>
                  <a:lnTo>
                    <a:pt x="609330" y="1240074"/>
                  </a:lnTo>
                  <a:close/>
                  <a:moveTo>
                    <a:pt x="83665" y="570401"/>
                  </a:moveTo>
                  <a:lnTo>
                    <a:pt x="86608" y="578866"/>
                  </a:lnTo>
                  <a:lnTo>
                    <a:pt x="94082" y="559412"/>
                  </a:lnTo>
                  <a:close/>
                  <a:moveTo>
                    <a:pt x="661758" y="1186942"/>
                  </a:moveTo>
                  <a:lnTo>
                    <a:pt x="673999" y="1187087"/>
                  </a:lnTo>
                  <a:lnTo>
                    <a:pt x="647580" y="1181477"/>
                  </a:lnTo>
                  <a:close/>
                  <a:moveTo>
                    <a:pt x="704641" y="1178052"/>
                  </a:moveTo>
                  <a:lnTo>
                    <a:pt x="689053" y="1192784"/>
                  </a:lnTo>
                  <a:lnTo>
                    <a:pt x="673999" y="1187087"/>
                  </a:lnTo>
                  <a:close/>
                  <a:moveTo>
                    <a:pt x="695790" y="1169371"/>
                  </a:moveTo>
                  <a:lnTo>
                    <a:pt x="689053" y="1192784"/>
                  </a:lnTo>
                  <a:lnTo>
                    <a:pt x="704641" y="1178052"/>
                  </a:lnTo>
                  <a:close/>
                  <a:moveTo>
                    <a:pt x="704914" y="1155877"/>
                  </a:moveTo>
                  <a:lnTo>
                    <a:pt x="704641" y="1178052"/>
                  </a:lnTo>
                  <a:lnTo>
                    <a:pt x="716779" y="1171872"/>
                  </a:lnTo>
                  <a:close/>
                  <a:moveTo>
                    <a:pt x="704914" y="1155877"/>
                  </a:moveTo>
                  <a:lnTo>
                    <a:pt x="716779" y="1171872"/>
                  </a:lnTo>
                  <a:lnTo>
                    <a:pt x="734587" y="1142244"/>
                  </a:lnTo>
                  <a:close/>
                  <a:moveTo>
                    <a:pt x="309350" y="673540"/>
                  </a:moveTo>
                  <a:lnTo>
                    <a:pt x="284039" y="675116"/>
                  </a:lnTo>
                  <a:lnTo>
                    <a:pt x="336405" y="650119"/>
                  </a:lnTo>
                  <a:close/>
                  <a:moveTo>
                    <a:pt x="233875" y="536034"/>
                  </a:moveTo>
                  <a:lnTo>
                    <a:pt x="208858" y="546972"/>
                  </a:lnTo>
                  <a:lnTo>
                    <a:pt x="197439" y="542939"/>
                  </a:lnTo>
                  <a:close/>
                  <a:moveTo>
                    <a:pt x="798664" y="1161035"/>
                  </a:moveTo>
                  <a:lnTo>
                    <a:pt x="779367" y="1155601"/>
                  </a:lnTo>
                  <a:lnTo>
                    <a:pt x="807660" y="1166300"/>
                  </a:lnTo>
                  <a:close/>
                  <a:moveTo>
                    <a:pt x="830082" y="1153923"/>
                  </a:moveTo>
                  <a:lnTo>
                    <a:pt x="798664" y="1161035"/>
                  </a:lnTo>
                  <a:lnTo>
                    <a:pt x="807660" y="1166300"/>
                  </a:lnTo>
                  <a:close/>
                  <a:moveTo>
                    <a:pt x="835346" y="1137179"/>
                  </a:moveTo>
                  <a:lnTo>
                    <a:pt x="830048" y="1126502"/>
                  </a:lnTo>
                  <a:lnTo>
                    <a:pt x="830082" y="1153923"/>
                  </a:lnTo>
                  <a:close/>
                  <a:moveTo>
                    <a:pt x="835346" y="1137179"/>
                  </a:moveTo>
                  <a:lnTo>
                    <a:pt x="830082" y="1153923"/>
                  </a:lnTo>
                  <a:lnTo>
                    <a:pt x="841524" y="1143685"/>
                  </a:lnTo>
                  <a:close/>
                  <a:moveTo>
                    <a:pt x="841896" y="1101887"/>
                  </a:moveTo>
                  <a:lnTo>
                    <a:pt x="841524" y="1143685"/>
                  </a:lnTo>
                  <a:lnTo>
                    <a:pt x="857909" y="1133388"/>
                  </a:lnTo>
                  <a:close/>
                  <a:moveTo>
                    <a:pt x="901365" y="1103446"/>
                  </a:moveTo>
                  <a:lnTo>
                    <a:pt x="877999" y="1112293"/>
                  </a:lnTo>
                  <a:lnTo>
                    <a:pt x="931594" y="1091890"/>
                  </a:lnTo>
                  <a:close/>
                  <a:moveTo>
                    <a:pt x="901365" y="1103446"/>
                  </a:moveTo>
                  <a:lnTo>
                    <a:pt x="931594" y="1091890"/>
                  </a:lnTo>
                  <a:lnTo>
                    <a:pt x="953283" y="1076777"/>
                  </a:lnTo>
                  <a:close/>
                  <a:moveTo>
                    <a:pt x="79192" y="22701"/>
                  </a:moveTo>
                  <a:lnTo>
                    <a:pt x="83468" y="6669"/>
                  </a:lnTo>
                  <a:lnTo>
                    <a:pt x="83107" y="0"/>
                  </a:lnTo>
                  <a:close/>
                  <a:moveTo>
                    <a:pt x="967059" y="1018625"/>
                  </a:moveTo>
                  <a:lnTo>
                    <a:pt x="979830" y="1001442"/>
                  </a:lnTo>
                  <a:lnTo>
                    <a:pt x="963904" y="1055380"/>
                  </a:lnTo>
                  <a:close/>
                  <a:moveTo>
                    <a:pt x="845640" y="636592"/>
                  </a:moveTo>
                  <a:lnTo>
                    <a:pt x="846106" y="636589"/>
                  </a:lnTo>
                  <a:lnTo>
                    <a:pt x="844693" y="636280"/>
                  </a:lnTo>
                  <a:close/>
                  <a:moveTo>
                    <a:pt x="845640" y="636592"/>
                  </a:moveTo>
                  <a:lnTo>
                    <a:pt x="844693" y="636280"/>
                  </a:lnTo>
                  <a:lnTo>
                    <a:pt x="822664" y="645150"/>
                  </a:lnTo>
                  <a:close/>
                  <a:moveTo>
                    <a:pt x="846372" y="636280"/>
                  </a:moveTo>
                  <a:lnTo>
                    <a:pt x="845640" y="636592"/>
                  </a:lnTo>
                  <a:lnTo>
                    <a:pt x="851968" y="599525"/>
                  </a:lnTo>
                  <a:close/>
                  <a:moveTo>
                    <a:pt x="846372" y="636280"/>
                  </a:moveTo>
                  <a:lnTo>
                    <a:pt x="846106" y="636589"/>
                  </a:lnTo>
                  <a:lnTo>
                    <a:pt x="845640" y="636592"/>
                  </a:lnTo>
                  <a:close/>
                  <a:moveTo>
                    <a:pt x="844693" y="636280"/>
                  </a:moveTo>
                  <a:lnTo>
                    <a:pt x="846106" y="636589"/>
                  </a:lnTo>
                  <a:lnTo>
                    <a:pt x="846352" y="636013"/>
                  </a:lnTo>
                  <a:close/>
                  <a:moveTo>
                    <a:pt x="846352" y="636013"/>
                  </a:moveTo>
                  <a:lnTo>
                    <a:pt x="846106" y="636589"/>
                  </a:lnTo>
                  <a:lnTo>
                    <a:pt x="846372" y="636280"/>
                  </a:lnTo>
                  <a:close/>
                  <a:moveTo>
                    <a:pt x="855856" y="576832"/>
                  </a:moveTo>
                  <a:lnTo>
                    <a:pt x="851968" y="599525"/>
                  </a:lnTo>
                  <a:lnTo>
                    <a:pt x="863351" y="576487"/>
                  </a:lnTo>
                  <a:close/>
                  <a:moveTo>
                    <a:pt x="855856" y="576832"/>
                  </a:moveTo>
                  <a:lnTo>
                    <a:pt x="863351" y="576487"/>
                  </a:lnTo>
                  <a:lnTo>
                    <a:pt x="885734" y="563964"/>
                  </a:lnTo>
                  <a:close/>
                  <a:moveTo>
                    <a:pt x="595867" y="301489"/>
                  </a:moveTo>
                  <a:lnTo>
                    <a:pt x="618137" y="282556"/>
                  </a:lnTo>
                  <a:lnTo>
                    <a:pt x="604815" y="261114"/>
                  </a:lnTo>
                  <a:close/>
                  <a:moveTo>
                    <a:pt x="898052" y="531576"/>
                  </a:moveTo>
                  <a:lnTo>
                    <a:pt x="885734" y="563964"/>
                  </a:lnTo>
                  <a:lnTo>
                    <a:pt x="897084" y="54558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4" name="Input_density__85">
              <a:extLst>
                <a:ext uri="{FF2B5EF4-FFF2-40B4-BE49-F238E27FC236}">
                  <a16:creationId xmlns:a16="http://schemas.microsoft.com/office/drawing/2014/main" id="{5EB0B105-467D-FF2F-265D-BE898D82581C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66268"/>
              <a:ext cx="978136" cy="1351324"/>
            </a:xfrm>
            <a:custGeom>
              <a:avLst/>
              <a:gdLst/>
              <a:ahLst/>
              <a:cxnLst/>
              <a:rect l="0" t="0" r="0" b="0"/>
              <a:pathLst>
                <a:path w="978136" h="1351324">
                  <a:moveTo>
                    <a:pt x="0" y="1095951"/>
                  </a:moveTo>
                  <a:lnTo>
                    <a:pt x="35256" y="1132139"/>
                  </a:lnTo>
                  <a:lnTo>
                    <a:pt x="1676" y="1099042"/>
                  </a:lnTo>
                  <a:close/>
                  <a:moveTo>
                    <a:pt x="22594" y="1078200"/>
                  </a:moveTo>
                  <a:lnTo>
                    <a:pt x="1676" y="1099042"/>
                  </a:lnTo>
                  <a:lnTo>
                    <a:pt x="35256" y="1132139"/>
                  </a:lnTo>
                  <a:close/>
                  <a:moveTo>
                    <a:pt x="392763" y="1351324"/>
                  </a:moveTo>
                  <a:lnTo>
                    <a:pt x="426131" y="1306538"/>
                  </a:lnTo>
                  <a:lnTo>
                    <a:pt x="395818" y="1304094"/>
                  </a:lnTo>
                  <a:close/>
                  <a:moveTo>
                    <a:pt x="232117" y="1049116"/>
                  </a:moveTo>
                  <a:lnTo>
                    <a:pt x="263033" y="1026650"/>
                  </a:lnTo>
                  <a:lnTo>
                    <a:pt x="238368" y="1037603"/>
                  </a:lnTo>
                  <a:close/>
                  <a:moveTo>
                    <a:pt x="238368" y="1037603"/>
                  </a:moveTo>
                  <a:lnTo>
                    <a:pt x="263033" y="1026650"/>
                  </a:lnTo>
                  <a:lnTo>
                    <a:pt x="247582" y="1010730"/>
                  </a:lnTo>
                  <a:close/>
                  <a:moveTo>
                    <a:pt x="263033" y="1026650"/>
                  </a:moveTo>
                  <a:lnTo>
                    <a:pt x="293242" y="1056870"/>
                  </a:lnTo>
                  <a:lnTo>
                    <a:pt x="294291" y="1019227"/>
                  </a:lnTo>
                  <a:close/>
                  <a:moveTo>
                    <a:pt x="249669" y="983668"/>
                  </a:moveTo>
                  <a:lnTo>
                    <a:pt x="247582" y="1010730"/>
                  </a:lnTo>
                  <a:lnTo>
                    <a:pt x="278029" y="972712"/>
                  </a:lnTo>
                  <a:close/>
                  <a:moveTo>
                    <a:pt x="247582" y="1010730"/>
                  </a:moveTo>
                  <a:lnTo>
                    <a:pt x="263033" y="1026650"/>
                  </a:lnTo>
                  <a:lnTo>
                    <a:pt x="278029" y="972712"/>
                  </a:lnTo>
                  <a:close/>
                  <a:moveTo>
                    <a:pt x="278029" y="972712"/>
                  </a:moveTo>
                  <a:lnTo>
                    <a:pt x="263033" y="1026650"/>
                  </a:lnTo>
                  <a:lnTo>
                    <a:pt x="301609" y="991943"/>
                  </a:lnTo>
                  <a:close/>
                  <a:moveTo>
                    <a:pt x="301609" y="991943"/>
                  </a:moveTo>
                  <a:lnTo>
                    <a:pt x="263033" y="1026650"/>
                  </a:lnTo>
                  <a:lnTo>
                    <a:pt x="294291" y="1019227"/>
                  </a:lnTo>
                  <a:close/>
                  <a:moveTo>
                    <a:pt x="294291" y="1019227"/>
                  </a:moveTo>
                  <a:lnTo>
                    <a:pt x="293242" y="1056870"/>
                  </a:lnTo>
                  <a:lnTo>
                    <a:pt x="306078" y="1026650"/>
                  </a:lnTo>
                  <a:close/>
                  <a:moveTo>
                    <a:pt x="381478" y="913027"/>
                  </a:moveTo>
                  <a:lnTo>
                    <a:pt x="396158" y="903875"/>
                  </a:lnTo>
                  <a:lnTo>
                    <a:pt x="391981" y="901590"/>
                  </a:lnTo>
                  <a:close/>
                  <a:moveTo>
                    <a:pt x="381478" y="913027"/>
                  </a:moveTo>
                  <a:lnTo>
                    <a:pt x="391981" y="901590"/>
                  </a:lnTo>
                  <a:lnTo>
                    <a:pt x="382023" y="867837"/>
                  </a:lnTo>
                  <a:close/>
                  <a:moveTo>
                    <a:pt x="257982" y="842668"/>
                  </a:moveTo>
                  <a:lnTo>
                    <a:pt x="288295" y="845113"/>
                  </a:lnTo>
                  <a:lnTo>
                    <a:pt x="299308" y="791412"/>
                  </a:lnTo>
                  <a:close/>
                  <a:moveTo>
                    <a:pt x="299308" y="791412"/>
                  </a:moveTo>
                  <a:lnTo>
                    <a:pt x="288337" y="845264"/>
                  </a:lnTo>
                  <a:lnTo>
                    <a:pt x="338600" y="813252"/>
                  </a:lnTo>
                  <a:close/>
                  <a:moveTo>
                    <a:pt x="184245" y="651792"/>
                  </a:moveTo>
                  <a:lnTo>
                    <a:pt x="189173" y="628300"/>
                  </a:lnTo>
                  <a:lnTo>
                    <a:pt x="190922" y="661489"/>
                  </a:lnTo>
                  <a:close/>
                  <a:moveTo>
                    <a:pt x="185201" y="681060"/>
                  </a:moveTo>
                  <a:lnTo>
                    <a:pt x="184245" y="651792"/>
                  </a:lnTo>
                  <a:lnTo>
                    <a:pt x="195763" y="687175"/>
                  </a:lnTo>
                  <a:close/>
                  <a:moveTo>
                    <a:pt x="668282" y="1232385"/>
                  </a:moveTo>
                  <a:lnTo>
                    <a:pt x="686101" y="1240469"/>
                  </a:lnTo>
                  <a:lnTo>
                    <a:pt x="700058" y="1219281"/>
                  </a:lnTo>
                  <a:close/>
                  <a:moveTo>
                    <a:pt x="396158" y="903875"/>
                  </a:moveTo>
                  <a:lnTo>
                    <a:pt x="432414" y="938345"/>
                  </a:lnTo>
                  <a:lnTo>
                    <a:pt x="440762" y="884407"/>
                  </a:lnTo>
                  <a:close/>
                  <a:moveTo>
                    <a:pt x="381976" y="864835"/>
                  </a:moveTo>
                  <a:lnTo>
                    <a:pt x="396718" y="900638"/>
                  </a:lnTo>
                  <a:lnTo>
                    <a:pt x="391079" y="860475"/>
                  </a:lnTo>
                  <a:close/>
                  <a:moveTo>
                    <a:pt x="376971" y="810897"/>
                  </a:moveTo>
                  <a:lnTo>
                    <a:pt x="391079" y="860475"/>
                  </a:lnTo>
                  <a:lnTo>
                    <a:pt x="404216" y="837797"/>
                  </a:lnTo>
                  <a:close/>
                  <a:moveTo>
                    <a:pt x="381976" y="864835"/>
                  </a:moveTo>
                  <a:lnTo>
                    <a:pt x="391079" y="860475"/>
                  </a:lnTo>
                  <a:lnTo>
                    <a:pt x="376971" y="810897"/>
                  </a:lnTo>
                  <a:close/>
                  <a:moveTo>
                    <a:pt x="352383" y="828080"/>
                  </a:moveTo>
                  <a:lnTo>
                    <a:pt x="381976" y="864835"/>
                  </a:lnTo>
                  <a:lnTo>
                    <a:pt x="376971" y="810897"/>
                  </a:lnTo>
                  <a:close/>
                  <a:moveTo>
                    <a:pt x="391079" y="860475"/>
                  </a:moveTo>
                  <a:lnTo>
                    <a:pt x="432029" y="847652"/>
                  </a:lnTo>
                  <a:lnTo>
                    <a:pt x="404216" y="837797"/>
                  </a:lnTo>
                  <a:close/>
                  <a:moveTo>
                    <a:pt x="726997" y="1124508"/>
                  </a:moveTo>
                  <a:lnTo>
                    <a:pt x="729992" y="1177286"/>
                  </a:lnTo>
                  <a:lnTo>
                    <a:pt x="745632" y="1146052"/>
                  </a:lnTo>
                  <a:close/>
                  <a:moveTo>
                    <a:pt x="724963" y="1178447"/>
                  </a:moveTo>
                  <a:lnTo>
                    <a:pt x="729992" y="1177286"/>
                  </a:lnTo>
                  <a:lnTo>
                    <a:pt x="726997" y="1124508"/>
                  </a:lnTo>
                  <a:close/>
                  <a:moveTo>
                    <a:pt x="694122" y="1078039"/>
                  </a:moveTo>
                  <a:lnTo>
                    <a:pt x="665809" y="1068136"/>
                  </a:lnTo>
                  <a:lnTo>
                    <a:pt x="704943" y="1087753"/>
                  </a:lnTo>
                  <a:close/>
                  <a:moveTo>
                    <a:pt x="623466" y="1030725"/>
                  </a:moveTo>
                  <a:lnTo>
                    <a:pt x="669674" y="1050998"/>
                  </a:lnTo>
                  <a:lnTo>
                    <a:pt x="646572" y="1024837"/>
                  </a:lnTo>
                  <a:close/>
                  <a:moveTo>
                    <a:pt x="623466" y="1030725"/>
                  </a:moveTo>
                  <a:lnTo>
                    <a:pt x="665809" y="1068136"/>
                  </a:lnTo>
                  <a:lnTo>
                    <a:pt x="669674" y="1050998"/>
                  </a:lnTo>
                  <a:close/>
                  <a:moveTo>
                    <a:pt x="512391" y="921162"/>
                  </a:moveTo>
                  <a:lnTo>
                    <a:pt x="530439" y="935995"/>
                  </a:lnTo>
                  <a:lnTo>
                    <a:pt x="534920" y="914294"/>
                  </a:lnTo>
                  <a:close/>
                  <a:moveTo>
                    <a:pt x="523829" y="911281"/>
                  </a:moveTo>
                  <a:lnTo>
                    <a:pt x="512391" y="921162"/>
                  </a:lnTo>
                  <a:lnTo>
                    <a:pt x="534920" y="914294"/>
                  </a:lnTo>
                  <a:close/>
                  <a:moveTo>
                    <a:pt x="530439" y="935995"/>
                  </a:moveTo>
                  <a:lnTo>
                    <a:pt x="534244" y="921162"/>
                  </a:lnTo>
                  <a:lnTo>
                    <a:pt x="534920" y="914294"/>
                  </a:lnTo>
                  <a:close/>
                  <a:moveTo>
                    <a:pt x="534920" y="914294"/>
                  </a:moveTo>
                  <a:lnTo>
                    <a:pt x="534244" y="921162"/>
                  </a:lnTo>
                  <a:lnTo>
                    <a:pt x="523829" y="911281"/>
                  </a:lnTo>
                  <a:close/>
                  <a:moveTo>
                    <a:pt x="455429" y="879995"/>
                  </a:moveTo>
                  <a:lnTo>
                    <a:pt x="458987" y="917999"/>
                  </a:lnTo>
                  <a:lnTo>
                    <a:pt x="462402" y="884407"/>
                  </a:lnTo>
                  <a:close/>
                  <a:moveTo>
                    <a:pt x="455429" y="879995"/>
                  </a:moveTo>
                  <a:lnTo>
                    <a:pt x="462402" y="884407"/>
                  </a:lnTo>
                  <a:lnTo>
                    <a:pt x="479623" y="842667"/>
                  </a:lnTo>
                  <a:close/>
                  <a:moveTo>
                    <a:pt x="439262" y="803644"/>
                  </a:moveTo>
                  <a:lnTo>
                    <a:pt x="411716" y="798950"/>
                  </a:lnTo>
                  <a:lnTo>
                    <a:pt x="442982" y="845367"/>
                  </a:lnTo>
                  <a:close/>
                  <a:moveTo>
                    <a:pt x="442982" y="845367"/>
                  </a:moveTo>
                  <a:lnTo>
                    <a:pt x="479623" y="842667"/>
                  </a:lnTo>
                  <a:lnTo>
                    <a:pt x="439262" y="803644"/>
                  </a:lnTo>
                  <a:close/>
                  <a:moveTo>
                    <a:pt x="447811" y="810897"/>
                  </a:moveTo>
                  <a:lnTo>
                    <a:pt x="441486" y="757089"/>
                  </a:lnTo>
                  <a:lnTo>
                    <a:pt x="439262" y="803644"/>
                  </a:lnTo>
                  <a:close/>
                  <a:moveTo>
                    <a:pt x="441745" y="756958"/>
                  </a:moveTo>
                  <a:lnTo>
                    <a:pt x="464129" y="765769"/>
                  </a:lnTo>
                  <a:lnTo>
                    <a:pt x="481741" y="782289"/>
                  </a:lnTo>
                  <a:close/>
                  <a:moveTo>
                    <a:pt x="402290" y="761866"/>
                  </a:moveTo>
                  <a:lnTo>
                    <a:pt x="416161" y="757880"/>
                  </a:lnTo>
                  <a:lnTo>
                    <a:pt x="380190" y="747968"/>
                  </a:lnTo>
                  <a:close/>
                  <a:moveTo>
                    <a:pt x="402290" y="761866"/>
                  </a:moveTo>
                  <a:lnTo>
                    <a:pt x="441486" y="757089"/>
                  </a:lnTo>
                  <a:lnTo>
                    <a:pt x="416161" y="757880"/>
                  </a:lnTo>
                  <a:close/>
                  <a:moveTo>
                    <a:pt x="669674" y="1050998"/>
                  </a:moveTo>
                  <a:lnTo>
                    <a:pt x="665809" y="1068136"/>
                  </a:lnTo>
                  <a:lnTo>
                    <a:pt x="694122" y="1078039"/>
                  </a:lnTo>
                  <a:close/>
                  <a:moveTo>
                    <a:pt x="637624" y="1014243"/>
                  </a:moveTo>
                  <a:lnTo>
                    <a:pt x="623466" y="1030725"/>
                  </a:lnTo>
                  <a:lnTo>
                    <a:pt x="646572" y="1024837"/>
                  </a:lnTo>
                  <a:close/>
                  <a:moveTo>
                    <a:pt x="637624" y="1014243"/>
                  </a:moveTo>
                  <a:lnTo>
                    <a:pt x="622326" y="986905"/>
                  </a:lnTo>
                  <a:lnTo>
                    <a:pt x="623466" y="1030725"/>
                  </a:lnTo>
                  <a:close/>
                  <a:moveTo>
                    <a:pt x="786413" y="1113758"/>
                  </a:moveTo>
                  <a:lnTo>
                    <a:pt x="745632" y="1146052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26570" y="1152946"/>
                  </a:lnTo>
                  <a:lnTo>
                    <a:pt x="824811" y="1144080"/>
                  </a:lnTo>
                  <a:close/>
                  <a:moveTo>
                    <a:pt x="814549" y="1107325"/>
                  </a:moveTo>
                  <a:lnTo>
                    <a:pt x="786413" y="1113758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19004" y="1075017"/>
                  </a:lnTo>
                  <a:lnTo>
                    <a:pt x="786413" y="1113758"/>
                  </a:lnTo>
                  <a:close/>
                  <a:moveTo>
                    <a:pt x="786413" y="1113758"/>
                  </a:moveTo>
                  <a:lnTo>
                    <a:pt x="814298" y="1073429"/>
                  </a:lnTo>
                  <a:lnTo>
                    <a:pt x="780411" y="1073890"/>
                  </a:lnTo>
                  <a:close/>
                  <a:moveTo>
                    <a:pt x="694122" y="1078039"/>
                  </a:moveTo>
                  <a:lnTo>
                    <a:pt x="743514" y="1076798"/>
                  </a:lnTo>
                  <a:lnTo>
                    <a:pt x="741695" y="1035125"/>
                  </a:lnTo>
                  <a:close/>
                  <a:moveTo>
                    <a:pt x="694122" y="1078039"/>
                  </a:moveTo>
                  <a:lnTo>
                    <a:pt x="741695" y="1035125"/>
                  </a:lnTo>
                  <a:lnTo>
                    <a:pt x="708769" y="1036594"/>
                  </a:lnTo>
                  <a:close/>
                  <a:moveTo>
                    <a:pt x="764716" y="1041903"/>
                  </a:moveTo>
                  <a:lnTo>
                    <a:pt x="743514" y="1076798"/>
                  </a:lnTo>
                  <a:lnTo>
                    <a:pt x="780411" y="1073890"/>
                  </a:lnTo>
                  <a:close/>
                  <a:moveTo>
                    <a:pt x="705213" y="1033815"/>
                  </a:moveTo>
                  <a:lnTo>
                    <a:pt x="669674" y="1050998"/>
                  </a:lnTo>
                  <a:lnTo>
                    <a:pt x="694122" y="1078039"/>
                  </a:lnTo>
                  <a:close/>
                  <a:moveTo>
                    <a:pt x="669674" y="1050998"/>
                  </a:moveTo>
                  <a:lnTo>
                    <a:pt x="705213" y="1033815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37624" y="1014243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11568" y="977488"/>
                  </a:lnTo>
                  <a:lnTo>
                    <a:pt x="637624" y="1014243"/>
                  </a:lnTo>
                  <a:close/>
                  <a:moveTo>
                    <a:pt x="493335" y="793713"/>
                  </a:moveTo>
                  <a:lnTo>
                    <a:pt x="529336" y="784592"/>
                  </a:lnTo>
                  <a:lnTo>
                    <a:pt x="481741" y="782289"/>
                  </a:lnTo>
                  <a:close/>
                  <a:moveTo>
                    <a:pt x="481741" y="782289"/>
                  </a:moveTo>
                  <a:lnTo>
                    <a:pt x="529336" y="784592"/>
                  </a:lnTo>
                  <a:lnTo>
                    <a:pt x="536764" y="767225"/>
                  </a:lnTo>
                  <a:close/>
                  <a:moveTo>
                    <a:pt x="481741" y="782289"/>
                  </a:moveTo>
                  <a:lnTo>
                    <a:pt x="536764" y="767225"/>
                  </a:lnTo>
                  <a:lnTo>
                    <a:pt x="501206" y="758859"/>
                  </a:lnTo>
                  <a:close/>
                  <a:moveTo>
                    <a:pt x="204322" y="456481"/>
                  </a:moveTo>
                  <a:lnTo>
                    <a:pt x="227580" y="454906"/>
                  </a:lnTo>
                  <a:lnTo>
                    <a:pt x="192953" y="450018"/>
                  </a:lnTo>
                  <a:close/>
                  <a:moveTo>
                    <a:pt x="791201" y="1065118"/>
                  </a:moveTo>
                  <a:lnTo>
                    <a:pt x="819004" y="1075017"/>
                  </a:lnTo>
                  <a:lnTo>
                    <a:pt x="825998" y="1090142"/>
                  </a:lnTo>
                  <a:close/>
                  <a:moveTo>
                    <a:pt x="825998" y="1090142"/>
                  </a:moveTo>
                  <a:lnTo>
                    <a:pt x="819004" y="1075017"/>
                  </a:lnTo>
                  <a:lnTo>
                    <a:pt x="814549" y="1107325"/>
                  </a:lnTo>
                  <a:close/>
                  <a:moveTo>
                    <a:pt x="765096" y="1026407"/>
                  </a:moveTo>
                  <a:lnTo>
                    <a:pt x="742540" y="1033815"/>
                  </a:lnTo>
                  <a:lnTo>
                    <a:pt x="791201" y="1065118"/>
                  </a:lnTo>
                  <a:close/>
                  <a:moveTo>
                    <a:pt x="372446" y="554966"/>
                  </a:moveTo>
                  <a:lnTo>
                    <a:pt x="374089" y="556000"/>
                  </a:lnTo>
                  <a:lnTo>
                    <a:pt x="347811" y="559069"/>
                  </a:lnTo>
                  <a:close/>
                  <a:moveTo>
                    <a:pt x="309587" y="444522"/>
                  </a:moveTo>
                  <a:lnTo>
                    <a:pt x="251082" y="445735"/>
                  </a:lnTo>
                  <a:lnTo>
                    <a:pt x="250871" y="445778"/>
                  </a:lnTo>
                  <a:close/>
                  <a:moveTo>
                    <a:pt x="918668" y="1102282"/>
                  </a:moveTo>
                  <a:lnTo>
                    <a:pt x="949804" y="1072958"/>
                  </a:lnTo>
                  <a:lnTo>
                    <a:pt x="921771" y="1084979"/>
                  </a:lnTo>
                  <a:close/>
                  <a:moveTo>
                    <a:pt x="777257" y="897466"/>
                  </a:moveTo>
                  <a:lnTo>
                    <a:pt x="767811" y="911983"/>
                  </a:lnTo>
                  <a:lnTo>
                    <a:pt x="800448" y="889183"/>
                  </a:lnTo>
                  <a:close/>
                  <a:moveTo>
                    <a:pt x="800448" y="889183"/>
                  </a:moveTo>
                  <a:lnTo>
                    <a:pt x="801759" y="943122"/>
                  </a:lnTo>
                  <a:lnTo>
                    <a:pt x="830204" y="925938"/>
                  </a:lnTo>
                  <a:close/>
                  <a:moveTo>
                    <a:pt x="777257" y="897466"/>
                  </a:moveTo>
                  <a:lnTo>
                    <a:pt x="800448" y="889183"/>
                  </a:lnTo>
                  <a:lnTo>
                    <a:pt x="784983" y="879979"/>
                  </a:lnTo>
                  <a:close/>
                  <a:moveTo>
                    <a:pt x="686435" y="832857"/>
                  </a:moveTo>
                  <a:lnTo>
                    <a:pt x="730087" y="852428"/>
                  </a:lnTo>
                  <a:lnTo>
                    <a:pt x="706087" y="815673"/>
                  </a:lnTo>
                  <a:close/>
                  <a:moveTo>
                    <a:pt x="682261" y="786279"/>
                  </a:moveTo>
                  <a:lnTo>
                    <a:pt x="704601" y="800227"/>
                  </a:lnTo>
                  <a:lnTo>
                    <a:pt x="706087" y="815673"/>
                  </a:lnTo>
                  <a:close/>
                  <a:moveTo>
                    <a:pt x="706087" y="815673"/>
                  </a:moveTo>
                  <a:lnTo>
                    <a:pt x="704601" y="800227"/>
                  </a:lnTo>
                  <a:lnTo>
                    <a:pt x="686435" y="832857"/>
                  </a:lnTo>
                  <a:close/>
                  <a:moveTo>
                    <a:pt x="706087" y="815673"/>
                  </a:moveTo>
                  <a:lnTo>
                    <a:pt x="698285" y="804981"/>
                  </a:lnTo>
                  <a:lnTo>
                    <a:pt x="682261" y="786279"/>
                  </a:lnTo>
                  <a:close/>
                  <a:moveTo>
                    <a:pt x="678713" y="778918"/>
                  </a:moveTo>
                  <a:lnTo>
                    <a:pt x="682261" y="786279"/>
                  </a:lnTo>
                  <a:lnTo>
                    <a:pt x="698285" y="804981"/>
                  </a:lnTo>
                  <a:close/>
                  <a:moveTo>
                    <a:pt x="946565" y="1020075"/>
                  </a:moveTo>
                  <a:lnTo>
                    <a:pt x="948811" y="1022565"/>
                  </a:lnTo>
                  <a:lnTo>
                    <a:pt x="945857" y="1019020"/>
                  </a:lnTo>
                  <a:close/>
                  <a:moveTo>
                    <a:pt x="967275" y="1055775"/>
                  </a:moveTo>
                  <a:lnTo>
                    <a:pt x="949804" y="1072958"/>
                  </a:lnTo>
                  <a:lnTo>
                    <a:pt x="978136" y="1103840"/>
                  </a:lnTo>
                  <a:close/>
                  <a:moveTo>
                    <a:pt x="946565" y="1020075"/>
                  </a:moveTo>
                  <a:lnTo>
                    <a:pt x="960743" y="1038811"/>
                  </a:lnTo>
                  <a:lnTo>
                    <a:pt x="967275" y="1055775"/>
                  </a:lnTo>
                  <a:close/>
                  <a:moveTo>
                    <a:pt x="967275" y="1055775"/>
                  </a:moveTo>
                  <a:lnTo>
                    <a:pt x="948811" y="1022565"/>
                  </a:lnTo>
                  <a:lnTo>
                    <a:pt x="946565" y="1020075"/>
                  </a:lnTo>
                  <a:close/>
                  <a:moveTo>
                    <a:pt x="800448" y="889183"/>
                  </a:moveTo>
                  <a:lnTo>
                    <a:pt x="830900" y="925690"/>
                  </a:lnTo>
                  <a:lnTo>
                    <a:pt x="840594" y="873062"/>
                  </a:lnTo>
                  <a:close/>
                  <a:moveTo>
                    <a:pt x="830900" y="925690"/>
                  </a:moveTo>
                  <a:lnTo>
                    <a:pt x="869095" y="921727"/>
                  </a:lnTo>
                  <a:lnTo>
                    <a:pt x="840594" y="873062"/>
                  </a:lnTo>
                  <a:close/>
                  <a:moveTo>
                    <a:pt x="938263" y="965082"/>
                  </a:moveTo>
                  <a:lnTo>
                    <a:pt x="935487" y="972751"/>
                  </a:lnTo>
                  <a:lnTo>
                    <a:pt x="927561" y="982265"/>
                  </a:lnTo>
                  <a:close/>
                  <a:moveTo>
                    <a:pt x="844356" y="784972"/>
                  </a:moveTo>
                  <a:lnTo>
                    <a:pt x="790144" y="803066"/>
                  </a:lnTo>
                  <a:lnTo>
                    <a:pt x="813390" y="793772"/>
                  </a:lnTo>
                  <a:close/>
                  <a:moveTo>
                    <a:pt x="753296" y="755616"/>
                  </a:moveTo>
                  <a:lnTo>
                    <a:pt x="786158" y="788162"/>
                  </a:lnTo>
                  <a:lnTo>
                    <a:pt x="787768" y="754679"/>
                  </a:lnTo>
                  <a:close/>
                  <a:moveTo>
                    <a:pt x="753296" y="755616"/>
                  </a:moveTo>
                  <a:lnTo>
                    <a:pt x="772576" y="737384"/>
                  </a:lnTo>
                  <a:lnTo>
                    <a:pt x="736572" y="727345"/>
                  </a:lnTo>
                  <a:close/>
                  <a:moveTo>
                    <a:pt x="777208" y="718518"/>
                  </a:moveTo>
                  <a:lnTo>
                    <a:pt x="794038" y="721417"/>
                  </a:lnTo>
                  <a:lnTo>
                    <a:pt x="785051" y="707797"/>
                  </a:lnTo>
                  <a:close/>
                  <a:moveTo>
                    <a:pt x="786158" y="788162"/>
                  </a:moveTo>
                  <a:lnTo>
                    <a:pt x="809488" y="744552"/>
                  </a:lnTo>
                  <a:lnTo>
                    <a:pt x="787768" y="754679"/>
                  </a:lnTo>
                  <a:close/>
                  <a:moveTo>
                    <a:pt x="815237" y="772307"/>
                  </a:moveTo>
                  <a:lnTo>
                    <a:pt x="841813" y="775465"/>
                  </a:lnTo>
                  <a:lnTo>
                    <a:pt x="786158" y="788162"/>
                  </a:lnTo>
                  <a:close/>
                  <a:moveTo>
                    <a:pt x="853508" y="790820"/>
                  </a:moveTo>
                  <a:lnTo>
                    <a:pt x="867997" y="781307"/>
                  </a:lnTo>
                  <a:lnTo>
                    <a:pt x="841813" y="775465"/>
                  </a:lnTo>
                  <a:close/>
                  <a:moveTo>
                    <a:pt x="536095" y="379894"/>
                  </a:moveTo>
                  <a:lnTo>
                    <a:pt x="528753" y="382342"/>
                  </a:lnTo>
                  <a:lnTo>
                    <a:pt x="533654" y="377002"/>
                  </a:lnTo>
                  <a:close/>
                  <a:moveTo>
                    <a:pt x="264784" y="165932"/>
                  </a:moveTo>
                  <a:lnTo>
                    <a:pt x="284066" y="132598"/>
                  </a:lnTo>
                  <a:lnTo>
                    <a:pt x="255222" y="128959"/>
                  </a:lnTo>
                  <a:close/>
                  <a:moveTo>
                    <a:pt x="785051" y="707797"/>
                  </a:moveTo>
                  <a:lnTo>
                    <a:pt x="767651" y="681540"/>
                  </a:lnTo>
                  <a:lnTo>
                    <a:pt x="777208" y="718518"/>
                  </a:lnTo>
                  <a:close/>
                  <a:moveTo>
                    <a:pt x="921015" y="817111"/>
                  </a:moveTo>
                  <a:lnTo>
                    <a:pt x="910814" y="818062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21015" y="817111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36165" y="879079"/>
                  </a:lnTo>
                  <a:lnTo>
                    <a:pt x="959648" y="854817"/>
                  </a:lnTo>
                  <a:close/>
                  <a:moveTo>
                    <a:pt x="921015" y="817111"/>
                  </a:moveTo>
                  <a:lnTo>
                    <a:pt x="941687" y="845052"/>
                  </a:lnTo>
                  <a:lnTo>
                    <a:pt x="959648" y="854817"/>
                  </a:lnTo>
                  <a:close/>
                  <a:moveTo>
                    <a:pt x="877899" y="780328"/>
                  </a:moveTo>
                  <a:lnTo>
                    <a:pt x="841813" y="775465"/>
                  </a:lnTo>
                  <a:lnTo>
                    <a:pt x="867997" y="781307"/>
                  </a:lnTo>
                  <a:close/>
                  <a:moveTo>
                    <a:pt x="850994" y="730366"/>
                  </a:moveTo>
                  <a:lnTo>
                    <a:pt x="841813" y="775465"/>
                  </a:lnTo>
                  <a:lnTo>
                    <a:pt x="877899" y="780328"/>
                  </a:lnTo>
                  <a:close/>
                  <a:moveTo>
                    <a:pt x="809488" y="744552"/>
                  </a:moveTo>
                  <a:lnTo>
                    <a:pt x="841813" y="775465"/>
                  </a:lnTo>
                  <a:lnTo>
                    <a:pt x="850994" y="730366"/>
                  </a:lnTo>
                  <a:close/>
                  <a:moveTo>
                    <a:pt x="809488" y="744552"/>
                  </a:moveTo>
                  <a:lnTo>
                    <a:pt x="850994" y="730366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85051" y="707797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60521" y="671042"/>
                  </a:lnTo>
                  <a:lnTo>
                    <a:pt x="785051" y="707797"/>
                  </a:lnTo>
                  <a:close/>
                  <a:moveTo>
                    <a:pt x="530668" y="359818"/>
                  </a:moveTo>
                  <a:lnTo>
                    <a:pt x="536095" y="379894"/>
                  </a:lnTo>
                  <a:lnTo>
                    <a:pt x="533654" y="377002"/>
                  </a:lnTo>
                  <a:close/>
                  <a:moveTo>
                    <a:pt x="550586" y="409339"/>
                  </a:moveTo>
                  <a:lnTo>
                    <a:pt x="536095" y="379894"/>
                  </a:lnTo>
                  <a:lnTo>
                    <a:pt x="514336" y="411722"/>
                  </a:lnTo>
                  <a:close/>
                  <a:moveTo>
                    <a:pt x="600198" y="398780"/>
                  </a:moveTo>
                  <a:lnTo>
                    <a:pt x="586267" y="442901"/>
                  </a:lnTo>
                  <a:lnTo>
                    <a:pt x="639704" y="421910"/>
                  </a:lnTo>
                  <a:close/>
                  <a:moveTo>
                    <a:pt x="530668" y="359818"/>
                  </a:moveTo>
                  <a:lnTo>
                    <a:pt x="533654" y="377002"/>
                  </a:lnTo>
                  <a:lnTo>
                    <a:pt x="514212" y="340247"/>
                  </a:lnTo>
                  <a:close/>
                  <a:moveTo>
                    <a:pt x="404785" y="139289"/>
                  </a:moveTo>
                  <a:lnTo>
                    <a:pt x="385017" y="104702"/>
                  </a:lnTo>
                  <a:lnTo>
                    <a:pt x="391553" y="116993"/>
                  </a:lnTo>
                  <a:close/>
                  <a:moveTo>
                    <a:pt x="287242" y="72354"/>
                  </a:moveTo>
                  <a:lnTo>
                    <a:pt x="318131" y="82962"/>
                  </a:lnTo>
                  <a:lnTo>
                    <a:pt x="318307" y="29024"/>
                  </a:lnTo>
                  <a:close/>
                  <a:moveTo>
                    <a:pt x="372448" y="70174"/>
                  </a:moveTo>
                  <a:lnTo>
                    <a:pt x="373993" y="51342"/>
                  </a:lnTo>
                  <a:lnTo>
                    <a:pt x="336984" y="37548"/>
                  </a:lnTo>
                  <a:close/>
                  <a:moveTo>
                    <a:pt x="241126" y="6177"/>
                  </a:moveTo>
                  <a:lnTo>
                    <a:pt x="294572" y="29024"/>
                  </a:lnTo>
                  <a:lnTo>
                    <a:pt x="299378" y="30655"/>
                  </a:lnTo>
                  <a:close/>
                  <a:moveTo>
                    <a:pt x="757290" y="528634"/>
                  </a:moveTo>
                  <a:lnTo>
                    <a:pt x="730116" y="510792"/>
                  </a:lnTo>
                  <a:lnTo>
                    <a:pt x="721654" y="530517"/>
                  </a:lnTo>
                  <a:close/>
                  <a:moveTo>
                    <a:pt x="643110" y="343548"/>
                  </a:moveTo>
                  <a:lnTo>
                    <a:pt x="613139" y="305880"/>
                  </a:lnTo>
                  <a:lnTo>
                    <a:pt x="595052" y="310783"/>
                  </a:lnTo>
                  <a:close/>
                  <a:moveTo>
                    <a:pt x="549098" y="286308"/>
                  </a:moveTo>
                  <a:lnTo>
                    <a:pt x="595052" y="310783"/>
                  </a:lnTo>
                  <a:lnTo>
                    <a:pt x="559957" y="276693"/>
                  </a:lnTo>
                  <a:close/>
                  <a:moveTo>
                    <a:pt x="551064" y="274710"/>
                  </a:moveTo>
                  <a:lnTo>
                    <a:pt x="549098" y="286308"/>
                  </a:lnTo>
                  <a:lnTo>
                    <a:pt x="559957" y="276693"/>
                  </a:lnTo>
                  <a:close/>
                  <a:moveTo>
                    <a:pt x="567398" y="243771"/>
                  </a:moveTo>
                  <a:lnTo>
                    <a:pt x="549098" y="286308"/>
                  </a:lnTo>
                  <a:lnTo>
                    <a:pt x="551064" y="274710"/>
                  </a:lnTo>
                  <a:close/>
                  <a:moveTo>
                    <a:pt x="383428" y="139289"/>
                  </a:moveTo>
                  <a:lnTo>
                    <a:pt x="401208" y="153093"/>
                  </a:lnTo>
                  <a:lnTo>
                    <a:pt x="403092" y="134755"/>
                  </a:lnTo>
                  <a:close/>
                  <a:moveTo>
                    <a:pt x="391553" y="116993"/>
                  </a:moveTo>
                  <a:lnTo>
                    <a:pt x="383428" y="139289"/>
                  </a:lnTo>
                  <a:lnTo>
                    <a:pt x="403092" y="134755"/>
                  </a:lnTo>
                  <a:close/>
                  <a:moveTo>
                    <a:pt x="381843" y="17789"/>
                  </a:moveTo>
                  <a:lnTo>
                    <a:pt x="336984" y="37548"/>
                  </a:lnTo>
                  <a:lnTo>
                    <a:pt x="373993" y="51342"/>
                  </a:lnTo>
                  <a:close/>
                  <a:moveTo>
                    <a:pt x="344779" y="20833"/>
                  </a:moveTo>
                  <a:lnTo>
                    <a:pt x="336984" y="37548"/>
                  </a:lnTo>
                  <a:lnTo>
                    <a:pt x="381843" y="17789"/>
                  </a:lnTo>
                  <a:close/>
                  <a:moveTo>
                    <a:pt x="344779" y="20833"/>
                  </a:moveTo>
                  <a:lnTo>
                    <a:pt x="381843" y="17789"/>
                  </a:lnTo>
                  <a:lnTo>
                    <a:pt x="360261" y="0"/>
                  </a:lnTo>
                  <a:close/>
                  <a:moveTo>
                    <a:pt x="679884" y="340740"/>
                  </a:moveTo>
                  <a:lnTo>
                    <a:pt x="657392" y="342635"/>
                  </a:lnTo>
                  <a:lnTo>
                    <a:pt x="668740" y="367458"/>
                  </a:lnTo>
                  <a:close/>
                  <a:moveTo>
                    <a:pt x="642764" y="337143"/>
                  </a:moveTo>
                  <a:lnTo>
                    <a:pt x="620950" y="289728"/>
                  </a:lnTo>
                  <a:lnTo>
                    <a:pt x="613139" y="305880"/>
                  </a:lnTo>
                  <a:close/>
                  <a:moveTo>
                    <a:pt x="903952" y="535413"/>
                  </a:moveTo>
                  <a:lnTo>
                    <a:pt x="920636" y="582737"/>
                  </a:lnTo>
                  <a:lnTo>
                    <a:pt x="948104" y="538881"/>
                  </a:lnTo>
                  <a:close/>
                  <a:moveTo>
                    <a:pt x="948104" y="538881"/>
                  </a:moveTo>
                  <a:lnTo>
                    <a:pt x="974824" y="531971"/>
                  </a:lnTo>
                  <a:lnTo>
                    <a:pt x="949934" y="5287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5" name="Input_density__86">
              <a:extLst>
                <a:ext uri="{FF2B5EF4-FFF2-40B4-BE49-F238E27FC236}">
                  <a16:creationId xmlns:a16="http://schemas.microsoft.com/office/drawing/2014/main" id="{1FFD93F1-09CF-258D-81F4-FDBB30AD13C5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23982"/>
              <a:ext cx="1045367" cy="1406440"/>
            </a:xfrm>
            <a:custGeom>
              <a:avLst/>
              <a:gdLst/>
              <a:ahLst/>
              <a:cxnLst/>
              <a:rect l="0" t="0" r="0" b="0"/>
              <a:pathLst>
                <a:path w="1045367" h="1406440">
                  <a:moveTo>
                    <a:pt x="0" y="1138236"/>
                  </a:moveTo>
                  <a:lnTo>
                    <a:pt x="40055" y="1177507"/>
                  </a:lnTo>
                  <a:lnTo>
                    <a:pt x="35256" y="1174424"/>
                  </a:lnTo>
                  <a:close/>
                  <a:moveTo>
                    <a:pt x="195343" y="1270901"/>
                  </a:moveTo>
                  <a:lnTo>
                    <a:pt x="226044" y="1313643"/>
                  </a:lnTo>
                  <a:lnTo>
                    <a:pt x="236563" y="1300442"/>
                  </a:lnTo>
                  <a:close/>
                  <a:moveTo>
                    <a:pt x="146035" y="1235018"/>
                  </a:moveTo>
                  <a:lnTo>
                    <a:pt x="142292" y="1230751"/>
                  </a:lnTo>
                  <a:lnTo>
                    <a:pt x="106354" y="1195443"/>
                  </a:lnTo>
                  <a:close/>
                  <a:moveTo>
                    <a:pt x="316597" y="1378891"/>
                  </a:moveTo>
                  <a:lnTo>
                    <a:pt x="295430" y="1373816"/>
                  </a:lnTo>
                  <a:lnTo>
                    <a:pt x="325719" y="1384629"/>
                  </a:lnTo>
                  <a:close/>
                  <a:moveTo>
                    <a:pt x="352159" y="1387273"/>
                  </a:moveTo>
                  <a:lnTo>
                    <a:pt x="316597" y="1378891"/>
                  </a:lnTo>
                  <a:lnTo>
                    <a:pt x="325719" y="1384629"/>
                  </a:lnTo>
                  <a:close/>
                  <a:moveTo>
                    <a:pt x="378659" y="1405076"/>
                  </a:moveTo>
                  <a:lnTo>
                    <a:pt x="374637" y="1397342"/>
                  </a:lnTo>
                  <a:lnTo>
                    <a:pt x="364873" y="1406440"/>
                  </a:lnTo>
                  <a:close/>
                  <a:moveTo>
                    <a:pt x="364873" y="1406440"/>
                  </a:moveTo>
                  <a:lnTo>
                    <a:pt x="374637" y="1397342"/>
                  </a:lnTo>
                  <a:lnTo>
                    <a:pt x="352159" y="1387273"/>
                  </a:lnTo>
                  <a:close/>
                  <a:moveTo>
                    <a:pt x="364873" y="1406440"/>
                  </a:moveTo>
                  <a:lnTo>
                    <a:pt x="352159" y="1387273"/>
                  </a:lnTo>
                  <a:lnTo>
                    <a:pt x="325719" y="1384629"/>
                  </a:lnTo>
                  <a:close/>
                  <a:moveTo>
                    <a:pt x="255206" y="1267505"/>
                  </a:moveTo>
                  <a:lnTo>
                    <a:pt x="251513" y="1260129"/>
                  </a:lnTo>
                  <a:lnTo>
                    <a:pt x="236563" y="1300442"/>
                  </a:lnTo>
                  <a:close/>
                  <a:moveTo>
                    <a:pt x="239209" y="1213567"/>
                  </a:moveTo>
                  <a:lnTo>
                    <a:pt x="251837" y="1250322"/>
                  </a:lnTo>
                  <a:lnTo>
                    <a:pt x="237634" y="1230751"/>
                  </a:lnTo>
                  <a:close/>
                  <a:moveTo>
                    <a:pt x="374637" y="1397342"/>
                  </a:moveTo>
                  <a:lnTo>
                    <a:pt x="378659" y="1405076"/>
                  </a:lnTo>
                  <a:lnTo>
                    <a:pt x="389805" y="1403449"/>
                  </a:lnTo>
                  <a:close/>
                  <a:moveTo>
                    <a:pt x="374637" y="1397342"/>
                  </a:moveTo>
                  <a:lnTo>
                    <a:pt x="389805" y="1403449"/>
                  </a:lnTo>
                  <a:lnTo>
                    <a:pt x="392763" y="1393609"/>
                  </a:lnTo>
                  <a:close/>
                  <a:moveTo>
                    <a:pt x="392763" y="1393609"/>
                  </a:moveTo>
                  <a:lnTo>
                    <a:pt x="352159" y="1387273"/>
                  </a:lnTo>
                  <a:lnTo>
                    <a:pt x="374637" y="1397342"/>
                  </a:lnTo>
                  <a:close/>
                  <a:moveTo>
                    <a:pt x="239229" y="1213430"/>
                  </a:moveTo>
                  <a:lnTo>
                    <a:pt x="251837" y="1250322"/>
                  </a:lnTo>
                  <a:lnTo>
                    <a:pt x="239209" y="1213567"/>
                  </a:lnTo>
                  <a:close/>
                  <a:moveTo>
                    <a:pt x="220678" y="1201423"/>
                  </a:moveTo>
                  <a:lnTo>
                    <a:pt x="239229" y="1213430"/>
                  </a:lnTo>
                  <a:lnTo>
                    <a:pt x="209256" y="1165962"/>
                  </a:lnTo>
                  <a:close/>
                  <a:moveTo>
                    <a:pt x="209494" y="1086119"/>
                  </a:moveTo>
                  <a:lnTo>
                    <a:pt x="238368" y="1079888"/>
                  </a:lnTo>
                  <a:lnTo>
                    <a:pt x="196760" y="1083784"/>
                  </a:lnTo>
                  <a:close/>
                  <a:moveTo>
                    <a:pt x="196760" y="1083784"/>
                  </a:moveTo>
                  <a:lnTo>
                    <a:pt x="247582" y="1053016"/>
                  </a:lnTo>
                  <a:lnTo>
                    <a:pt x="216449" y="1061191"/>
                  </a:lnTo>
                  <a:close/>
                  <a:moveTo>
                    <a:pt x="336435" y="1039863"/>
                  </a:moveTo>
                  <a:lnTo>
                    <a:pt x="294291" y="1061512"/>
                  </a:lnTo>
                  <a:lnTo>
                    <a:pt x="304846" y="1032180"/>
                  </a:lnTo>
                  <a:close/>
                  <a:moveTo>
                    <a:pt x="225010" y="1018912"/>
                  </a:moveTo>
                  <a:lnTo>
                    <a:pt x="249669" y="1025953"/>
                  </a:lnTo>
                  <a:lnTo>
                    <a:pt x="226350" y="995426"/>
                  </a:lnTo>
                  <a:close/>
                  <a:moveTo>
                    <a:pt x="301609" y="1034228"/>
                  </a:moveTo>
                  <a:lnTo>
                    <a:pt x="336435" y="1039863"/>
                  </a:lnTo>
                  <a:lnTo>
                    <a:pt x="355745" y="1015848"/>
                  </a:lnTo>
                  <a:close/>
                  <a:moveTo>
                    <a:pt x="355745" y="1015848"/>
                  </a:moveTo>
                  <a:lnTo>
                    <a:pt x="336435" y="1039863"/>
                  </a:lnTo>
                  <a:lnTo>
                    <a:pt x="386427" y="1005989"/>
                  </a:lnTo>
                  <a:close/>
                  <a:moveTo>
                    <a:pt x="668282" y="1274670"/>
                  </a:moveTo>
                  <a:lnTo>
                    <a:pt x="663680" y="1295132"/>
                  </a:lnTo>
                  <a:lnTo>
                    <a:pt x="686101" y="1282754"/>
                  </a:lnTo>
                  <a:close/>
                  <a:moveTo>
                    <a:pt x="668282" y="1274670"/>
                  </a:moveTo>
                  <a:lnTo>
                    <a:pt x="645432" y="1291854"/>
                  </a:lnTo>
                  <a:lnTo>
                    <a:pt x="663680" y="1295132"/>
                  </a:lnTo>
                  <a:close/>
                  <a:moveTo>
                    <a:pt x="391351" y="992033"/>
                  </a:moveTo>
                  <a:lnTo>
                    <a:pt x="355745" y="1015848"/>
                  </a:lnTo>
                  <a:lnTo>
                    <a:pt x="386427" y="1005989"/>
                  </a:lnTo>
                  <a:close/>
                  <a:moveTo>
                    <a:pt x="391351" y="992033"/>
                  </a:moveTo>
                  <a:lnTo>
                    <a:pt x="364741" y="986578"/>
                  </a:lnTo>
                  <a:lnTo>
                    <a:pt x="355745" y="1015848"/>
                  </a:lnTo>
                  <a:close/>
                  <a:moveTo>
                    <a:pt x="359242" y="946302"/>
                  </a:moveTo>
                  <a:lnTo>
                    <a:pt x="391351" y="992033"/>
                  </a:lnTo>
                  <a:lnTo>
                    <a:pt x="374083" y="961059"/>
                  </a:lnTo>
                  <a:close/>
                  <a:moveTo>
                    <a:pt x="386427" y="1005989"/>
                  </a:moveTo>
                  <a:lnTo>
                    <a:pt x="397196" y="997814"/>
                  </a:lnTo>
                  <a:lnTo>
                    <a:pt x="391351" y="992033"/>
                  </a:lnTo>
                  <a:close/>
                  <a:moveTo>
                    <a:pt x="391351" y="992033"/>
                  </a:moveTo>
                  <a:lnTo>
                    <a:pt x="397196" y="997814"/>
                  </a:lnTo>
                  <a:lnTo>
                    <a:pt x="375016" y="963325"/>
                  </a:lnTo>
                  <a:close/>
                  <a:moveTo>
                    <a:pt x="470540" y="975111"/>
                  </a:moveTo>
                  <a:lnTo>
                    <a:pt x="448886" y="980631"/>
                  </a:lnTo>
                  <a:lnTo>
                    <a:pt x="433925" y="984510"/>
                  </a:lnTo>
                  <a:close/>
                  <a:moveTo>
                    <a:pt x="288337" y="887549"/>
                  </a:moveTo>
                  <a:lnTo>
                    <a:pt x="288295" y="887398"/>
                  </a:lnTo>
                  <a:lnTo>
                    <a:pt x="322392" y="907120"/>
                  </a:lnTo>
                  <a:close/>
                  <a:moveTo>
                    <a:pt x="338600" y="855537"/>
                  </a:moveTo>
                  <a:lnTo>
                    <a:pt x="288337" y="887549"/>
                  </a:lnTo>
                  <a:lnTo>
                    <a:pt x="316181" y="867928"/>
                  </a:lnTo>
                  <a:close/>
                  <a:moveTo>
                    <a:pt x="184245" y="694077"/>
                  </a:moveTo>
                  <a:lnTo>
                    <a:pt x="220595" y="736361"/>
                  </a:lnTo>
                  <a:lnTo>
                    <a:pt x="195763" y="729461"/>
                  </a:lnTo>
                  <a:close/>
                  <a:moveTo>
                    <a:pt x="195763" y="729461"/>
                  </a:moveTo>
                  <a:lnTo>
                    <a:pt x="241622" y="760100"/>
                  </a:lnTo>
                  <a:lnTo>
                    <a:pt x="206887" y="736816"/>
                  </a:lnTo>
                  <a:close/>
                  <a:moveTo>
                    <a:pt x="700058" y="1261566"/>
                  </a:moveTo>
                  <a:lnTo>
                    <a:pt x="686101" y="1282754"/>
                  </a:lnTo>
                  <a:lnTo>
                    <a:pt x="701590" y="1274670"/>
                  </a:lnTo>
                  <a:close/>
                  <a:moveTo>
                    <a:pt x="458987" y="960284"/>
                  </a:moveTo>
                  <a:lnTo>
                    <a:pt x="432414" y="980631"/>
                  </a:lnTo>
                  <a:lnTo>
                    <a:pt x="456674" y="966015"/>
                  </a:lnTo>
                  <a:close/>
                  <a:moveTo>
                    <a:pt x="456674" y="966015"/>
                  </a:moveTo>
                  <a:lnTo>
                    <a:pt x="439675" y="984290"/>
                  </a:lnTo>
                  <a:lnTo>
                    <a:pt x="448886" y="980631"/>
                  </a:lnTo>
                  <a:close/>
                  <a:moveTo>
                    <a:pt x="448886" y="980631"/>
                  </a:moveTo>
                  <a:lnTo>
                    <a:pt x="470540" y="975111"/>
                  </a:lnTo>
                  <a:lnTo>
                    <a:pt x="456674" y="966015"/>
                  </a:lnTo>
                  <a:close/>
                  <a:moveTo>
                    <a:pt x="772562" y="1212051"/>
                  </a:moveTo>
                  <a:lnTo>
                    <a:pt x="729992" y="1219571"/>
                  </a:lnTo>
                  <a:lnTo>
                    <a:pt x="730869" y="1229348"/>
                  </a:lnTo>
                  <a:close/>
                  <a:moveTo>
                    <a:pt x="206275" y="542112"/>
                  </a:moveTo>
                  <a:lnTo>
                    <a:pt x="179169" y="595897"/>
                  </a:lnTo>
                  <a:lnTo>
                    <a:pt x="186218" y="563328"/>
                  </a:lnTo>
                  <a:close/>
                  <a:moveTo>
                    <a:pt x="245389" y="581962"/>
                  </a:moveTo>
                  <a:lnTo>
                    <a:pt x="246495" y="578714"/>
                  </a:lnTo>
                  <a:lnTo>
                    <a:pt x="225641" y="586149"/>
                  </a:lnTo>
                  <a:close/>
                  <a:moveTo>
                    <a:pt x="225641" y="586149"/>
                  </a:moveTo>
                  <a:lnTo>
                    <a:pt x="246495" y="578714"/>
                  </a:lnTo>
                  <a:lnTo>
                    <a:pt x="206275" y="542112"/>
                  </a:lnTo>
                  <a:close/>
                  <a:moveTo>
                    <a:pt x="225641" y="586149"/>
                  </a:moveTo>
                  <a:lnTo>
                    <a:pt x="206275" y="542112"/>
                  </a:lnTo>
                  <a:lnTo>
                    <a:pt x="186218" y="563328"/>
                  </a:lnTo>
                  <a:close/>
                  <a:moveTo>
                    <a:pt x="246495" y="578714"/>
                  </a:moveTo>
                  <a:lnTo>
                    <a:pt x="245389" y="581962"/>
                  </a:lnTo>
                  <a:lnTo>
                    <a:pt x="249977" y="580928"/>
                  </a:lnTo>
                  <a:close/>
                  <a:moveTo>
                    <a:pt x="285630" y="589652"/>
                  </a:moveTo>
                  <a:lnTo>
                    <a:pt x="249977" y="580928"/>
                  </a:lnTo>
                  <a:lnTo>
                    <a:pt x="245389" y="581962"/>
                  </a:lnTo>
                  <a:close/>
                  <a:moveTo>
                    <a:pt x="742540" y="1076100"/>
                  </a:moveTo>
                  <a:lnTo>
                    <a:pt x="741695" y="1077410"/>
                  </a:lnTo>
                  <a:lnTo>
                    <a:pt x="764716" y="1084188"/>
                  </a:lnTo>
                  <a:close/>
                  <a:moveTo>
                    <a:pt x="724734" y="1044858"/>
                  </a:moveTo>
                  <a:lnTo>
                    <a:pt x="742540" y="1076100"/>
                  </a:lnTo>
                  <a:lnTo>
                    <a:pt x="764716" y="1084188"/>
                  </a:lnTo>
                  <a:close/>
                  <a:moveTo>
                    <a:pt x="321469" y="574287"/>
                  </a:moveTo>
                  <a:lnTo>
                    <a:pt x="342300" y="580751"/>
                  </a:lnTo>
                  <a:lnTo>
                    <a:pt x="285630" y="589652"/>
                  </a:lnTo>
                  <a:close/>
                  <a:moveTo>
                    <a:pt x="285630" y="589652"/>
                  </a:moveTo>
                  <a:lnTo>
                    <a:pt x="342300" y="580751"/>
                  </a:lnTo>
                  <a:lnTo>
                    <a:pt x="307480" y="575139"/>
                  </a:lnTo>
                  <a:close/>
                  <a:moveTo>
                    <a:pt x="824811" y="1186365"/>
                  </a:moveTo>
                  <a:lnTo>
                    <a:pt x="826570" y="1195232"/>
                  </a:lnTo>
                  <a:lnTo>
                    <a:pt x="844053" y="1210957"/>
                  </a:lnTo>
                  <a:close/>
                  <a:moveTo>
                    <a:pt x="740992" y="1074783"/>
                  </a:moveTo>
                  <a:lnTo>
                    <a:pt x="786841" y="1066201"/>
                  </a:lnTo>
                  <a:lnTo>
                    <a:pt x="742540" y="1076100"/>
                  </a:lnTo>
                  <a:close/>
                  <a:moveTo>
                    <a:pt x="558416" y="794256"/>
                  </a:moveTo>
                  <a:lnTo>
                    <a:pt x="501206" y="801144"/>
                  </a:lnTo>
                  <a:lnTo>
                    <a:pt x="536764" y="809510"/>
                  </a:lnTo>
                  <a:close/>
                  <a:moveTo>
                    <a:pt x="918668" y="1144567"/>
                  </a:moveTo>
                  <a:lnTo>
                    <a:pt x="921771" y="1127264"/>
                  </a:lnTo>
                  <a:lnTo>
                    <a:pt x="906819" y="1169182"/>
                  </a:lnTo>
                  <a:close/>
                  <a:moveTo>
                    <a:pt x="906819" y="1169182"/>
                  </a:moveTo>
                  <a:lnTo>
                    <a:pt x="921771" y="1127264"/>
                  </a:lnTo>
                  <a:lnTo>
                    <a:pt x="905592" y="1115244"/>
                  </a:lnTo>
                  <a:close/>
                  <a:moveTo>
                    <a:pt x="906819" y="1169182"/>
                  </a:moveTo>
                  <a:lnTo>
                    <a:pt x="905592" y="1115244"/>
                  </a:lnTo>
                  <a:lnTo>
                    <a:pt x="927582" y="1151998"/>
                  </a:lnTo>
                  <a:close/>
                  <a:moveTo>
                    <a:pt x="730087" y="894714"/>
                  </a:moveTo>
                  <a:lnTo>
                    <a:pt x="724548" y="917090"/>
                  </a:lnTo>
                  <a:lnTo>
                    <a:pt x="747035" y="904957"/>
                  </a:lnTo>
                  <a:close/>
                  <a:moveTo>
                    <a:pt x="730087" y="894714"/>
                  </a:moveTo>
                  <a:lnTo>
                    <a:pt x="715016" y="911897"/>
                  </a:lnTo>
                  <a:lnTo>
                    <a:pt x="724548" y="917090"/>
                  </a:lnTo>
                  <a:close/>
                  <a:moveTo>
                    <a:pt x="637513" y="793108"/>
                  </a:moveTo>
                  <a:lnTo>
                    <a:pt x="678713" y="821204"/>
                  </a:lnTo>
                  <a:lnTo>
                    <a:pt x="652671" y="801301"/>
                  </a:lnTo>
                  <a:close/>
                  <a:moveTo>
                    <a:pt x="967275" y="1098060"/>
                  </a:moveTo>
                  <a:lnTo>
                    <a:pt x="978136" y="1146125"/>
                  </a:lnTo>
                  <a:lnTo>
                    <a:pt x="999901" y="1131292"/>
                  </a:lnTo>
                  <a:close/>
                  <a:moveTo>
                    <a:pt x="863088" y="924149"/>
                  </a:moveTo>
                  <a:lnTo>
                    <a:pt x="876734" y="919944"/>
                  </a:lnTo>
                  <a:lnTo>
                    <a:pt x="845878" y="914285"/>
                  </a:lnTo>
                  <a:close/>
                  <a:moveTo>
                    <a:pt x="784983" y="922264"/>
                  </a:moveTo>
                  <a:lnTo>
                    <a:pt x="841462" y="912643"/>
                  </a:lnTo>
                  <a:lnTo>
                    <a:pt x="804058" y="897372"/>
                  </a:lnTo>
                  <a:close/>
                  <a:moveTo>
                    <a:pt x="840594" y="915347"/>
                  </a:moveTo>
                  <a:lnTo>
                    <a:pt x="864916" y="877530"/>
                  </a:lnTo>
                  <a:lnTo>
                    <a:pt x="841462" y="912643"/>
                  </a:lnTo>
                  <a:close/>
                  <a:moveTo>
                    <a:pt x="747035" y="904957"/>
                  </a:moveTo>
                  <a:lnTo>
                    <a:pt x="784983" y="922264"/>
                  </a:lnTo>
                  <a:lnTo>
                    <a:pt x="804058" y="897372"/>
                  </a:lnTo>
                  <a:close/>
                  <a:moveTo>
                    <a:pt x="787707" y="841761"/>
                  </a:moveTo>
                  <a:lnTo>
                    <a:pt x="805489" y="854393"/>
                  </a:lnTo>
                  <a:lnTo>
                    <a:pt x="786158" y="830447"/>
                  </a:lnTo>
                  <a:close/>
                  <a:moveTo>
                    <a:pt x="137077" y="34129"/>
                  </a:moveTo>
                  <a:lnTo>
                    <a:pt x="140139" y="76387"/>
                  </a:lnTo>
                  <a:lnTo>
                    <a:pt x="159879" y="42680"/>
                  </a:lnTo>
                  <a:close/>
                  <a:moveTo>
                    <a:pt x="137077" y="34129"/>
                  </a:moveTo>
                  <a:lnTo>
                    <a:pt x="134488" y="13454"/>
                  </a:lnTo>
                  <a:lnTo>
                    <a:pt x="101254" y="13777"/>
                  </a:lnTo>
                  <a:close/>
                  <a:moveTo>
                    <a:pt x="95123" y="32166"/>
                  </a:moveTo>
                  <a:lnTo>
                    <a:pt x="102406" y="35228"/>
                  </a:lnTo>
                  <a:lnTo>
                    <a:pt x="101254" y="13777"/>
                  </a:lnTo>
                  <a:close/>
                  <a:moveTo>
                    <a:pt x="1032606" y="1080877"/>
                  </a:moveTo>
                  <a:lnTo>
                    <a:pt x="1039700" y="1085566"/>
                  </a:lnTo>
                  <a:lnTo>
                    <a:pt x="1042804" y="1070916"/>
                  </a:lnTo>
                  <a:close/>
                  <a:moveTo>
                    <a:pt x="876734" y="919944"/>
                  </a:moveTo>
                  <a:lnTo>
                    <a:pt x="842889" y="913483"/>
                  </a:lnTo>
                  <a:lnTo>
                    <a:pt x="845878" y="914285"/>
                  </a:lnTo>
                  <a:close/>
                  <a:moveTo>
                    <a:pt x="867297" y="913029"/>
                  </a:moveTo>
                  <a:lnTo>
                    <a:pt x="842889" y="913483"/>
                  </a:lnTo>
                  <a:lnTo>
                    <a:pt x="876734" y="919944"/>
                  </a:lnTo>
                  <a:close/>
                  <a:moveTo>
                    <a:pt x="898624" y="905578"/>
                  </a:moveTo>
                  <a:lnTo>
                    <a:pt x="867297" y="913029"/>
                  </a:lnTo>
                  <a:lnTo>
                    <a:pt x="876734" y="919944"/>
                  </a:lnTo>
                  <a:close/>
                  <a:moveTo>
                    <a:pt x="882617" y="860347"/>
                  </a:moveTo>
                  <a:lnTo>
                    <a:pt x="890761" y="876181"/>
                  </a:lnTo>
                  <a:lnTo>
                    <a:pt x="842889" y="913483"/>
                  </a:lnTo>
                  <a:close/>
                  <a:moveTo>
                    <a:pt x="841462" y="912643"/>
                  </a:moveTo>
                  <a:lnTo>
                    <a:pt x="842889" y="913483"/>
                  </a:lnTo>
                  <a:lnTo>
                    <a:pt x="817781" y="906806"/>
                  </a:lnTo>
                  <a:close/>
                  <a:moveTo>
                    <a:pt x="881070" y="823592"/>
                  </a:moveTo>
                  <a:lnTo>
                    <a:pt x="878931" y="831952"/>
                  </a:lnTo>
                  <a:lnTo>
                    <a:pt x="872210" y="827239"/>
                  </a:lnTo>
                  <a:close/>
                  <a:moveTo>
                    <a:pt x="718743" y="754157"/>
                  </a:moveTo>
                  <a:lnTo>
                    <a:pt x="753296" y="797902"/>
                  </a:lnTo>
                  <a:lnTo>
                    <a:pt x="735104" y="767265"/>
                  </a:lnTo>
                  <a:close/>
                  <a:moveTo>
                    <a:pt x="278043" y="135032"/>
                  </a:moveTo>
                  <a:lnTo>
                    <a:pt x="255222" y="171244"/>
                  </a:lnTo>
                  <a:lnTo>
                    <a:pt x="284066" y="174883"/>
                  </a:lnTo>
                  <a:close/>
                  <a:moveTo>
                    <a:pt x="134488" y="13454"/>
                  </a:moveTo>
                  <a:lnTo>
                    <a:pt x="164886" y="2534"/>
                  </a:lnTo>
                  <a:lnTo>
                    <a:pt x="189941" y="0"/>
                  </a:lnTo>
                  <a:close/>
                  <a:moveTo>
                    <a:pt x="1045367" y="1036212"/>
                  </a:moveTo>
                  <a:lnTo>
                    <a:pt x="1032606" y="1080877"/>
                  </a:lnTo>
                  <a:lnTo>
                    <a:pt x="1042804" y="1070916"/>
                  </a:lnTo>
                  <a:close/>
                  <a:moveTo>
                    <a:pt x="1032638" y="1001813"/>
                  </a:moveTo>
                  <a:lnTo>
                    <a:pt x="1017731" y="1031592"/>
                  </a:lnTo>
                  <a:lnTo>
                    <a:pt x="1045367" y="1036212"/>
                  </a:lnTo>
                  <a:close/>
                  <a:moveTo>
                    <a:pt x="1032638" y="1001813"/>
                  </a:moveTo>
                  <a:lnTo>
                    <a:pt x="1028156" y="960710"/>
                  </a:lnTo>
                  <a:lnTo>
                    <a:pt x="987953" y="990410"/>
                  </a:lnTo>
                  <a:close/>
                  <a:moveTo>
                    <a:pt x="878931" y="831952"/>
                  </a:moveTo>
                  <a:lnTo>
                    <a:pt x="881070" y="823592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50994" y="772651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77899" y="822613"/>
                  </a:lnTo>
                  <a:lnTo>
                    <a:pt x="881070" y="823592"/>
                  </a:lnTo>
                  <a:close/>
                  <a:moveTo>
                    <a:pt x="850994" y="772651"/>
                  </a:moveTo>
                  <a:lnTo>
                    <a:pt x="876411" y="779076"/>
                  </a:lnTo>
                  <a:lnTo>
                    <a:pt x="852621" y="761949"/>
                  </a:lnTo>
                  <a:close/>
                  <a:moveTo>
                    <a:pt x="876411" y="779076"/>
                  </a:moveTo>
                  <a:lnTo>
                    <a:pt x="882484" y="749025"/>
                  </a:lnTo>
                  <a:lnTo>
                    <a:pt x="852621" y="761949"/>
                  </a:lnTo>
                  <a:close/>
                  <a:moveTo>
                    <a:pt x="586267" y="485186"/>
                  </a:moveTo>
                  <a:lnTo>
                    <a:pt x="620588" y="488933"/>
                  </a:lnTo>
                  <a:lnTo>
                    <a:pt x="639704" y="464195"/>
                  </a:lnTo>
                  <a:close/>
                  <a:moveTo>
                    <a:pt x="359340" y="185522"/>
                  </a:moveTo>
                  <a:lnTo>
                    <a:pt x="379255" y="235512"/>
                  </a:lnTo>
                  <a:lnTo>
                    <a:pt x="401208" y="195378"/>
                  </a:lnTo>
                  <a:close/>
                  <a:moveTo>
                    <a:pt x="885044" y="727310"/>
                  </a:moveTo>
                  <a:lnTo>
                    <a:pt x="852621" y="761949"/>
                  </a:lnTo>
                  <a:lnTo>
                    <a:pt x="882484" y="749025"/>
                  </a:lnTo>
                  <a:close/>
                  <a:moveTo>
                    <a:pt x="885044" y="727310"/>
                  </a:moveTo>
                  <a:lnTo>
                    <a:pt x="863595" y="717660"/>
                  </a:lnTo>
                  <a:lnTo>
                    <a:pt x="852621" y="761949"/>
                  </a:lnTo>
                  <a:close/>
                  <a:moveTo>
                    <a:pt x="757290" y="570919"/>
                  </a:moveTo>
                  <a:lnTo>
                    <a:pt x="757263" y="622634"/>
                  </a:lnTo>
                  <a:lnTo>
                    <a:pt x="762933" y="585878"/>
                  </a:lnTo>
                  <a:close/>
                  <a:moveTo>
                    <a:pt x="757290" y="570919"/>
                  </a:moveTo>
                  <a:lnTo>
                    <a:pt x="757544" y="615460"/>
                  </a:lnTo>
                  <a:lnTo>
                    <a:pt x="757263" y="622634"/>
                  </a:lnTo>
                  <a:close/>
                  <a:moveTo>
                    <a:pt x="857699" y="632959"/>
                  </a:moveTo>
                  <a:lnTo>
                    <a:pt x="879757" y="678960"/>
                  </a:lnTo>
                  <a:lnTo>
                    <a:pt x="903116" y="633748"/>
                  </a:lnTo>
                  <a:close/>
                  <a:moveTo>
                    <a:pt x="948104" y="581166"/>
                  </a:moveTo>
                  <a:lnTo>
                    <a:pt x="920636" y="625022"/>
                  </a:lnTo>
                  <a:lnTo>
                    <a:pt x="932627" y="619512"/>
                  </a:lnTo>
                  <a:close/>
                  <a:moveTo>
                    <a:pt x="962505" y="606644"/>
                  </a:moveTo>
                  <a:lnTo>
                    <a:pt x="974824" y="574256"/>
                  </a:lnTo>
                  <a:lnTo>
                    <a:pt x="948104" y="581166"/>
                  </a:lnTo>
                  <a:close/>
                  <a:moveTo>
                    <a:pt x="932627" y="619512"/>
                  </a:moveTo>
                  <a:lnTo>
                    <a:pt x="962505" y="606644"/>
                  </a:lnTo>
                  <a:lnTo>
                    <a:pt x="948104" y="581166"/>
                  </a:lnTo>
                  <a:close/>
                  <a:moveTo>
                    <a:pt x="682673" y="291263"/>
                  </a:moveTo>
                  <a:lnTo>
                    <a:pt x="676992" y="330982"/>
                  </a:lnTo>
                  <a:lnTo>
                    <a:pt x="681587" y="303794"/>
                  </a:lnTo>
                  <a:close/>
                  <a:moveTo>
                    <a:pt x="671254" y="318206"/>
                  </a:moveTo>
                  <a:lnTo>
                    <a:pt x="676992" y="330982"/>
                  </a:lnTo>
                  <a:lnTo>
                    <a:pt x="682673" y="291263"/>
                  </a:lnTo>
                  <a:close/>
                  <a:moveTo>
                    <a:pt x="655747" y="286065"/>
                  </a:moveTo>
                  <a:lnTo>
                    <a:pt x="671254" y="318206"/>
                  </a:lnTo>
                  <a:lnTo>
                    <a:pt x="682673" y="291263"/>
                  </a:lnTo>
                  <a:close/>
                  <a:moveTo>
                    <a:pt x="665001" y="240289"/>
                  </a:moveTo>
                  <a:lnTo>
                    <a:pt x="676756" y="285735"/>
                  </a:lnTo>
                  <a:lnTo>
                    <a:pt x="653649" y="257472"/>
                  </a:lnTo>
                  <a:close/>
                  <a:moveTo>
                    <a:pt x="655747" y="286065"/>
                  </a:moveTo>
                  <a:lnTo>
                    <a:pt x="676756" y="285735"/>
                  </a:lnTo>
                  <a:lnTo>
                    <a:pt x="665001" y="24028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6" name="Input_density__87">
              <a:extLst>
                <a:ext uri="{FF2B5EF4-FFF2-40B4-BE49-F238E27FC236}">
                  <a16:creationId xmlns:a16="http://schemas.microsoft.com/office/drawing/2014/main" id="{B33CF5EE-9FE9-6CC2-7650-578015E0AD03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37759"/>
              <a:ext cx="982133" cy="1392201"/>
            </a:xfrm>
            <a:custGeom>
              <a:avLst/>
              <a:gdLst/>
              <a:ahLst/>
              <a:cxnLst/>
              <a:rect l="0" t="0" r="0" b="0"/>
              <a:pathLst>
                <a:path w="982133" h="1392201">
                  <a:moveTo>
                    <a:pt x="0" y="1141076"/>
                  </a:moveTo>
                  <a:lnTo>
                    <a:pt x="44052" y="1163730"/>
                  </a:lnTo>
                  <a:lnTo>
                    <a:pt x="3997" y="1124459"/>
                  </a:lnTo>
                  <a:close/>
                  <a:moveTo>
                    <a:pt x="182317" y="1270912"/>
                  </a:moveTo>
                  <a:lnTo>
                    <a:pt x="230040" y="1299866"/>
                  </a:lnTo>
                  <a:lnTo>
                    <a:pt x="199339" y="1257125"/>
                  </a:lnTo>
                  <a:close/>
                  <a:moveTo>
                    <a:pt x="194110" y="1257242"/>
                  </a:moveTo>
                  <a:lnTo>
                    <a:pt x="182317" y="1270912"/>
                  </a:lnTo>
                  <a:lnTo>
                    <a:pt x="199339" y="1257125"/>
                  </a:lnTo>
                  <a:close/>
                  <a:moveTo>
                    <a:pt x="150032" y="1221241"/>
                  </a:moveTo>
                  <a:lnTo>
                    <a:pt x="194624" y="1253728"/>
                  </a:lnTo>
                  <a:lnTo>
                    <a:pt x="159379" y="1232296"/>
                  </a:lnTo>
                  <a:close/>
                  <a:moveTo>
                    <a:pt x="150032" y="1221241"/>
                  </a:moveTo>
                  <a:lnTo>
                    <a:pt x="194110" y="1257242"/>
                  </a:lnTo>
                  <a:lnTo>
                    <a:pt x="194624" y="1253728"/>
                  </a:lnTo>
                  <a:close/>
                  <a:moveTo>
                    <a:pt x="154151" y="1234157"/>
                  </a:moveTo>
                  <a:lnTo>
                    <a:pt x="194110" y="1257242"/>
                  </a:lnTo>
                  <a:lnTo>
                    <a:pt x="150032" y="1221241"/>
                  </a:lnTo>
                  <a:close/>
                  <a:moveTo>
                    <a:pt x="194624" y="1253728"/>
                  </a:moveTo>
                  <a:lnTo>
                    <a:pt x="194110" y="1257242"/>
                  </a:lnTo>
                  <a:lnTo>
                    <a:pt x="199339" y="1257125"/>
                  </a:lnTo>
                  <a:close/>
                  <a:moveTo>
                    <a:pt x="146289" y="1216974"/>
                  </a:moveTo>
                  <a:lnTo>
                    <a:pt x="150032" y="1221241"/>
                  </a:lnTo>
                  <a:lnTo>
                    <a:pt x="159379" y="1232296"/>
                  </a:lnTo>
                  <a:close/>
                  <a:moveTo>
                    <a:pt x="194624" y="1253728"/>
                  </a:moveTo>
                  <a:lnTo>
                    <a:pt x="199339" y="1257125"/>
                  </a:lnTo>
                  <a:lnTo>
                    <a:pt x="200512" y="1252037"/>
                  </a:lnTo>
                  <a:close/>
                  <a:moveTo>
                    <a:pt x="194624" y="1253728"/>
                  </a:moveTo>
                  <a:lnTo>
                    <a:pt x="200512" y="1252037"/>
                  </a:lnTo>
                  <a:lnTo>
                    <a:pt x="159379" y="1232296"/>
                  </a:lnTo>
                  <a:close/>
                  <a:moveTo>
                    <a:pt x="159379" y="1232296"/>
                  </a:moveTo>
                  <a:lnTo>
                    <a:pt x="200512" y="1252037"/>
                  </a:lnTo>
                  <a:lnTo>
                    <a:pt x="216150" y="1223770"/>
                  </a:lnTo>
                  <a:close/>
                  <a:moveTo>
                    <a:pt x="199339" y="1257125"/>
                  </a:moveTo>
                  <a:lnTo>
                    <a:pt x="247660" y="1236545"/>
                  </a:lnTo>
                  <a:lnTo>
                    <a:pt x="200512" y="1252037"/>
                  </a:lnTo>
                  <a:close/>
                  <a:moveTo>
                    <a:pt x="255510" y="1246352"/>
                  </a:moveTo>
                  <a:lnTo>
                    <a:pt x="247660" y="1236545"/>
                  </a:lnTo>
                  <a:lnTo>
                    <a:pt x="199339" y="1257125"/>
                  </a:lnTo>
                  <a:close/>
                  <a:moveTo>
                    <a:pt x="240560" y="1286665"/>
                  </a:moveTo>
                  <a:lnTo>
                    <a:pt x="255510" y="1246352"/>
                  </a:lnTo>
                  <a:lnTo>
                    <a:pt x="199339" y="1257125"/>
                  </a:lnTo>
                  <a:close/>
                  <a:moveTo>
                    <a:pt x="200512" y="1252037"/>
                  </a:moveTo>
                  <a:lnTo>
                    <a:pt x="247660" y="1236545"/>
                  </a:lnTo>
                  <a:lnTo>
                    <a:pt x="216150" y="1223770"/>
                  </a:lnTo>
                  <a:close/>
                  <a:moveTo>
                    <a:pt x="259203" y="1253728"/>
                  </a:moveTo>
                  <a:lnTo>
                    <a:pt x="255834" y="1236545"/>
                  </a:lnTo>
                  <a:lnTo>
                    <a:pt x="255510" y="1246352"/>
                  </a:lnTo>
                  <a:close/>
                  <a:moveTo>
                    <a:pt x="117322" y="1106709"/>
                  </a:moveTo>
                  <a:lnTo>
                    <a:pt x="85020" y="1078858"/>
                  </a:lnTo>
                  <a:lnTo>
                    <a:pt x="125232" y="1089525"/>
                  </a:lnTo>
                  <a:close/>
                  <a:moveTo>
                    <a:pt x="369130" y="1330459"/>
                  </a:moveTo>
                  <a:lnTo>
                    <a:pt x="356155" y="1373496"/>
                  </a:lnTo>
                  <a:lnTo>
                    <a:pt x="396759" y="1379833"/>
                  </a:lnTo>
                  <a:close/>
                  <a:moveTo>
                    <a:pt x="399814" y="1332602"/>
                  </a:moveTo>
                  <a:lnTo>
                    <a:pt x="369130" y="1330459"/>
                  </a:lnTo>
                  <a:lnTo>
                    <a:pt x="396759" y="1379833"/>
                  </a:lnTo>
                  <a:close/>
                  <a:moveTo>
                    <a:pt x="431570" y="1378620"/>
                  </a:moveTo>
                  <a:lnTo>
                    <a:pt x="393801" y="1389672"/>
                  </a:lnTo>
                  <a:lnTo>
                    <a:pt x="427797" y="1392201"/>
                  </a:lnTo>
                  <a:close/>
                  <a:moveTo>
                    <a:pt x="431570" y="1378620"/>
                  </a:moveTo>
                  <a:lnTo>
                    <a:pt x="396759" y="1379833"/>
                  </a:lnTo>
                  <a:lnTo>
                    <a:pt x="393801" y="1389672"/>
                  </a:lnTo>
                  <a:close/>
                  <a:moveTo>
                    <a:pt x="396759" y="1379833"/>
                  </a:moveTo>
                  <a:lnTo>
                    <a:pt x="431570" y="1378620"/>
                  </a:lnTo>
                  <a:lnTo>
                    <a:pt x="430127" y="1335046"/>
                  </a:lnTo>
                  <a:close/>
                  <a:moveTo>
                    <a:pt x="399814" y="1332602"/>
                  </a:moveTo>
                  <a:lnTo>
                    <a:pt x="373950" y="1315451"/>
                  </a:lnTo>
                  <a:lnTo>
                    <a:pt x="346880" y="1303802"/>
                  </a:lnTo>
                  <a:close/>
                  <a:moveTo>
                    <a:pt x="369130" y="1330459"/>
                  </a:moveTo>
                  <a:lnTo>
                    <a:pt x="399814" y="1332602"/>
                  </a:lnTo>
                  <a:lnTo>
                    <a:pt x="346880" y="1303802"/>
                  </a:lnTo>
                  <a:close/>
                  <a:moveTo>
                    <a:pt x="247660" y="1236545"/>
                  </a:moveTo>
                  <a:lnTo>
                    <a:pt x="255510" y="1246352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16150" y="1223770"/>
                  </a:lnTo>
                  <a:lnTo>
                    <a:pt x="247660" y="1236545"/>
                  </a:lnTo>
                  <a:close/>
                  <a:moveTo>
                    <a:pt x="243225" y="1199653"/>
                  </a:moveTo>
                  <a:lnTo>
                    <a:pt x="224675" y="1187646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55510" y="1246352"/>
                  </a:lnTo>
                  <a:lnTo>
                    <a:pt x="255834" y="1236545"/>
                  </a:lnTo>
                  <a:close/>
                  <a:moveTo>
                    <a:pt x="243225" y="1199653"/>
                  </a:moveTo>
                  <a:lnTo>
                    <a:pt x="255047" y="1234788"/>
                  </a:lnTo>
                  <a:lnTo>
                    <a:pt x="255834" y="1236545"/>
                  </a:lnTo>
                  <a:close/>
                  <a:moveTo>
                    <a:pt x="213491" y="1072342"/>
                  </a:moveTo>
                  <a:lnTo>
                    <a:pt x="228377" y="1077483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84268" y="1109097"/>
                  </a:lnTo>
                  <a:lnTo>
                    <a:pt x="297239" y="1085378"/>
                  </a:lnTo>
                  <a:close/>
                  <a:moveTo>
                    <a:pt x="213491" y="1072342"/>
                  </a:moveTo>
                  <a:lnTo>
                    <a:pt x="236113" y="1077624"/>
                  </a:lnTo>
                  <a:lnTo>
                    <a:pt x="242365" y="1066111"/>
                  </a:lnTo>
                  <a:close/>
                  <a:moveTo>
                    <a:pt x="200757" y="1070007"/>
                  </a:moveTo>
                  <a:lnTo>
                    <a:pt x="242365" y="1066111"/>
                  </a:lnTo>
                  <a:lnTo>
                    <a:pt x="251579" y="1039239"/>
                  </a:lnTo>
                  <a:close/>
                  <a:moveTo>
                    <a:pt x="297239" y="1085378"/>
                  </a:moveTo>
                  <a:lnTo>
                    <a:pt x="267029" y="1055159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97239" y="1085378"/>
                  </a:lnTo>
                  <a:lnTo>
                    <a:pt x="236113" y="1077624"/>
                  </a:lnTo>
                  <a:close/>
                  <a:moveTo>
                    <a:pt x="305605" y="1020451"/>
                  </a:moveTo>
                  <a:lnTo>
                    <a:pt x="298287" y="1047735"/>
                  </a:lnTo>
                  <a:lnTo>
                    <a:pt x="340432" y="1026086"/>
                  </a:lnTo>
                  <a:close/>
                  <a:moveTo>
                    <a:pt x="253666" y="1012176"/>
                  </a:moveTo>
                  <a:lnTo>
                    <a:pt x="220446" y="1047414"/>
                  </a:lnTo>
                  <a:lnTo>
                    <a:pt x="251579" y="1039239"/>
                  </a:lnTo>
                  <a:close/>
                  <a:moveTo>
                    <a:pt x="282025" y="1001220"/>
                  </a:moveTo>
                  <a:lnTo>
                    <a:pt x="239504" y="994094"/>
                  </a:lnTo>
                  <a:lnTo>
                    <a:pt x="253666" y="1012176"/>
                  </a:lnTo>
                  <a:close/>
                  <a:moveTo>
                    <a:pt x="368738" y="972801"/>
                  </a:moveTo>
                  <a:lnTo>
                    <a:pt x="395348" y="978256"/>
                  </a:lnTo>
                  <a:lnTo>
                    <a:pt x="363238" y="932525"/>
                  </a:lnTo>
                  <a:close/>
                  <a:moveTo>
                    <a:pt x="437921" y="970733"/>
                  </a:moveTo>
                  <a:lnTo>
                    <a:pt x="436411" y="966854"/>
                  </a:lnTo>
                  <a:lnTo>
                    <a:pt x="400154" y="932383"/>
                  </a:lnTo>
                  <a:close/>
                  <a:moveTo>
                    <a:pt x="385475" y="941536"/>
                  </a:moveTo>
                  <a:lnTo>
                    <a:pt x="437921" y="970733"/>
                  </a:lnTo>
                  <a:lnTo>
                    <a:pt x="400154" y="932383"/>
                  </a:lnTo>
                  <a:close/>
                  <a:moveTo>
                    <a:pt x="363238" y="932525"/>
                  </a:moveTo>
                  <a:lnTo>
                    <a:pt x="339598" y="926759"/>
                  </a:lnTo>
                  <a:lnTo>
                    <a:pt x="357646" y="930099"/>
                  </a:lnTo>
                  <a:close/>
                  <a:moveTo>
                    <a:pt x="292292" y="873621"/>
                  </a:moveTo>
                  <a:lnTo>
                    <a:pt x="292333" y="873772"/>
                  </a:lnTo>
                  <a:lnTo>
                    <a:pt x="303305" y="819921"/>
                  </a:lnTo>
                  <a:close/>
                  <a:moveTo>
                    <a:pt x="356379" y="856589"/>
                  </a:moveTo>
                  <a:lnTo>
                    <a:pt x="342596" y="841760"/>
                  </a:lnTo>
                  <a:lnTo>
                    <a:pt x="363977" y="869519"/>
                  </a:lnTo>
                  <a:close/>
                  <a:moveTo>
                    <a:pt x="385973" y="893344"/>
                  </a:moveTo>
                  <a:lnTo>
                    <a:pt x="356379" y="856589"/>
                  </a:lnTo>
                  <a:lnTo>
                    <a:pt x="363977" y="869519"/>
                  </a:lnTo>
                  <a:close/>
                  <a:moveTo>
                    <a:pt x="189198" y="709569"/>
                  </a:moveTo>
                  <a:lnTo>
                    <a:pt x="199759" y="715684"/>
                  </a:lnTo>
                  <a:lnTo>
                    <a:pt x="210884" y="723040"/>
                  </a:lnTo>
                  <a:close/>
                  <a:moveTo>
                    <a:pt x="704055" y="1247789"/>
                  </a:moveTo>
                  <a:lnTo>
                    <a:pt x="705587" y="1260894"/>
                  </a:lnTo>
                  <a:lnTo>
                    <a:pt x="682830" y="1241805"/>
                  </a:lnTo>
                  <a:close/>
                  <a:moveTo>
                    <a:pt x="728348" y="1210380"/>
                  </a:moveTo>
                  <a:lnTo>
                    <a:pt x="734865" y="1215571"/>
                  </a:lnTo>
                  <a:lnTo>
                    <a:pt x="728959" y="1206955"/>
                  </a:lnTo>
                  <a:close/>
                  <a:moveTo>
                    <a:pt x="444759" y="912915"/>
                  </a:moveTo>
                  <a:lnTo>
                    <a:pt x="436411" y="966854"/>
                  </a:lnTo>
                  <a:lnTo>
                    <a:pt x="462983" y="946507"/>
                  </a:lnTo>
                  <a:close/>
                  <a:moveTo>
                    <a:pt x="462983" y="946507"/>
                  </a:moveTo>
                  <a:lnTo>
                    <a:pt x="483158" y="916297"/>
                  </a:lnTo>
                  <a:lnTo>
                    <a:pt x="466398" y="912915"/>
                  </a:lnTo>
                  <a:close/>
                  <a:moveTo>
                    <a:pt x="462983" y="946507"/>
                  </a:moveTo>
                  <a:lnTo>
                    <a:pt x="474536" y="961334"/>
                  </a:lnTo>
                  <a:lnTo>
                    <a:pt x="483158" y="916297"/>
                  </a:lnTo>
                  <a:close/>
                  <a:moveTo>
                    <a:pt x="460671" y="952238"/>
                  </a:moveTo>
                  <a:lnTo>
                    <a:pt x="474536" y="961334"/>
                  </a:lnTo>
                  <a:lnTo>
                    <a:pt x="462983" y="946507"/>
                  </a:lnTo>
                  <a:close/>
                  <a:moveTo>
                    <a:pt x="466398" y="912915"/>
                  </a:moveTo>
                  <a:lnTo>
                    <a:pt x="483158" y="916297"/>
                  </a:lnTo>
                  <a:lnTo>
                    <a:pt x="481748" y="892088"/>
                  </a:lnTo>
                  <a:close/>
                  <a:moveTo>
                    <a:pt x="728959" y="1206955"/>
                  </a:moveTo>
                  <a:lnTo>
                    <a:pt x="734865" y="1215571"/>
                  </a:lnTo>
                  <a:lnTo>
                    <a:pt x="733989" y="1205794"/>
                  </a:lnTo>
                  <a:close/>
                  <a:moveTo>
                    <a:pt x="733989" y="1205794"/>
                  </a:moveTo>
                  <a:lnTo>
                    <a:pt x="776559" y="1198274"/>
                  </a:lnTo>
                  <a:lnTo>
                    <a:pt x="749629" y="1174560"/>
                  </a:lnTo>
                  <a:close/>
                  <a:moveTo>
                    <a:pt x="776559" y="1198274"/>
                  </a:moveTo>
                  <a:lnTo>
                    <a:pt x="785682" y="1184780"/>
                  </a:lnTo>
                  <a:lnTo>
                    <a:pt x="749629" y="1174560"/>
                  </a:lnTo>
                  <a:close/>
                  <a:moveTo>
                    <a:pt x="483619" y="871175"/>
                  </a:moveTo>
                  <a:lnTo>
                    <a:pt x="466398" y="912915"/>
                  </a:lnTo>
                  <a:lnTo>
                    <a:pt x="481748" y="892088"/>
                  </a:lnTo>
                  <a:close/>
                  <a:moveTo>
                    <a:pt x="483619" y="871175"/>
                  </a:moveTo>
                  <a:lnTo>
                    <a:pt x="472727" y="858362"/>
                  </a:lnTo>
                  <a:lnTo>
                    <a:pt x="443258" y="832153"/>
                  </a:lnTo>
                  <a:close/>
                  <a:moveTo>
                    <a:pt x="641621" y="1042752"/>
                  </a:moveTo>
                  <a:lnTo>
                    <a:pt x="615565" y="1005997"/>
                  </a:lnTo>
                  <a:lnTo>
                    <a:pt x="626323" y="1015413"/>
                  </a:lnTo>
                  <a:close/>
                  <a:moveTo>
                    <a:pt x="785682" y="1184780"/>
                  </a:moveTo>
                  <a:lnTo>
                    <a:pt x="830567" y="1181455"/>
                  </a:lnTo>
                  <a:lnTo>
                    <a:pt x="818546" y="1135833"/>
                  </a:lnTo>
                  <a:close/>
                  <a:moveTo>
                    <a:pt x="768713" y="1070411"/>
                  </a:moveTo>
                  <a:lnTo>
                    <a:pt x="745692" y="1063634"/>
                  </a:lnTo>
                  <a:lnTo>
                    <a:pt x="747511" y="1105307"/>
                  </a:lnTo>
                  <a:close/>
                  <a:moveTo>
                    <a:pt x="744989" y="1061006"/>
                  </a:moveTo>
                  <a:lnTo>
                    <a:pt x="746537" y="1062323"/>
                  </a:lnTo>
                  <a:lnTo>
                    <a:pt x="728730" y="1031081"/>
                  </a:lnTo>
                  <a:close/>
                  <a:moveTo>
                    <a:pt x="744989" y="1061006"/>
                  </a:moveTo>
                  <a:lnTo>
                    <a:pt x="728730" y="1031081"/>
                  </a:lnTo>
                  <a:lnTo>
                    <a:pt x="723391" y="1025568"/>
                  </a:lnTo>
                  <a:close/>
                  <a:moveTo>
                    <a:pt x="615565" y="1005997"/>
                  </a:moveTo>
                  <a:lnTo>
                    <a:pt x="619082" y="994211"/>
                  </a:lnTo>
                  <a:lnTo>
                    <a:pt x="595819" y="968376"/>
                  </a:lnTo>
                  <a:close/>
                  <a:moveTo>
                    <a:pt x="497332" y="822222"/>
                  </a:moveTo>
                  <a:lnTo>
                    <a:pt x="531059" y="855671"/>
                  </a:lnTo>
                  <a:lnTo>
                    <a:pt x="533332" y="813101"/>
                  </a:lnTo>
                  <a:close/>
                  <a:moveTo>
                    <a:pt x="533332" y="813101"/>
                  </a:moveTo>
                  <a:lnTo>
                    <a:pt x="574099" y="807046"/>
                  </a:lnTo>
                  <a:lnTo>
                    <a:pt x="540760" y="795733"/>
                  </a:lnTo>
                  <a:close/>
                  <a:moveTo>
                    <a:pt x="574099" y="807046"/>
                  </a:moveTo>
                  <a:lnTo>
                    <a:pt x="575163" y="799783"/>
                  </a:lnTo>
                  <a:lnTo>
                    <a:pt x="540760" y="795733"/>
                  </a:lnTo>
                  <a:close/>
                  <a:moveTo>
                    <a:pt x="744989" y="1061006"/>
                  </a:moveTo>
                  <a:lnTo>
                    <a:pt x="723391" y="1025568"/>
                  </a:lnTo>
                  <a:lnTo>
                    <a:pt x="764468" y="1037625"/>
                  </a:lnTo>
                  <a:close/>
                  <a:moveTo>
                    <a:pt x="764468" y="1037625"/>
                  </a:moveTo>
                  <a:lnTo>
                    <a:pt x="723391" y="1025568"/>
                  </a:lnTo>
                  <a:lnTo>
                    <a:pt x="715281" y="1059674"/>
                  </a:lnTo>
                  <a:close/>
                  <a:moveTo>
                    <a:pt x="795198" y="1093626"/>
                  </a:moveTo>
                  <a:lnTo>
                    <a:pt x="746537" y="1062323"/>
                  </a:lnTo>
                  <a:lnTo>
                    <a:pt x="790837" y="1052424"/>
                  </a:lnTo>
                  <a:close/>
                  <a:moveTo>
                    <a:pt x="745692" y="1063634"/>
                  </a:moveTo>
                  <a:lnTo>
                    <a:pt x="746537" y="1062323"/>
                  </a:lnTo>
                  <a:lnTo>
                    <a:pt x="769092" y="1054915"/>
                  </a:lnTo>
                  <a:close/>
                  <a:moveTo>
                    <a:pt x="414959" y="604336"/>
                  </a:moveTo>
                  <a:lnTo>
                    <a:pt x="378086" y="584508"/>
                  </a:lnTo>
                  <a:lnTo>
                    <a:pt x="376443" y="583475"/>
                  </a:lnTo>
                  <a:close/>
                  <a:moveTo>
                    <a:pt x="982133" y="1132349"/>
                  </a:moveTo>
                  <a:lnTo>
                    <a:pt x="953801" y="1101467"/>
                  </a:lnTo>
                  <a:lnTo>
                    <a:pt x="922664" y="1130790"/>
                  </a:lnTo>
                  <a:close/>
                  <a:moveTo>
                    <a:pt x="906430" y="1098459"/>
                  </a:moveTo>
                  <a:lnTo>
                    <a:pt x="909588" y="1101467"/>
                  </a:lnTo>
                  <a:lnTo>
                    <a:pt x="889912" y="1070802"/>
                  </a:lnTo>
                  <a:close/>
                  <a:moveTo>
                    <a:pt x="909588" y="1101467"/>
                  </a:moveTo>
                  <a:lnTo>
                    <a:pt x="925767" y="1113487"/>
                  </a:lnTo>
                  <a:lnTo>
                    <a:pt x="889912" y="1070802"/>
                  </a:lnTo>
                  <a:close/>
                  <a:moveTo>
                    <a:pt x="906430" y="1098459"/>
                  </a:moveTo>
                  <a:lnTo>
                    <a:pt x="889912" y="1070802"/>
                  </a:lnTo>
                  <a:lnTo>
                    <a:pt x="881861" y="1064712"/>
                  </a:lnTo>
                  <a:close/>
                  <a:moveTo>
                    <a:pt x="728544" y="903314"/>
                  </a:moveTo>
                  <a:lnTo>
                    <a:pt x="781254" y="925974"/>
                  </a:lnTo>
                  <a:lnTo>
                    <a:pt x="788980" y="908487"/>
                  </a:lnTo>
                  <a:close/>
                  <a:moveTo>
                    <a:pt x="728544" y="903314"/>
                  </a:moveTo>
                  <a:lnTo>
                    <a:pt x="788980" y="908487"/>
                  </a:lnTo>
                  <a:lnTo>
                    <a:pt x="751031" y="891180"/>
                  </a:lnTo>
                  <a:close/>
                  <a:moveTo>
                    <a:pt x="690431" y="861365"/>
                  </a:moveTo>
                  <a:lnTo>
                    <a:pt x="719012" y="898120"/>
                  </a:lnTo>
                  <a:lnTo>
                    <a:pt x="734083" y="880937"/>
                  </a:lnTo>
                  <a:close/>
                  <a:moveTo>
                    <a:pt x="50873" y="89510"/>
                  </a:moveTo>
                  <a:lnTo>
                    <a:pt x="50827" y="84292"/>
                  </a:lnTo>
                  <a:lnTo>
                    <a:pt x="38347" y="49691"/>
                  </a:lnTo>
                  <a:close/>
                  <a:moveTo>
                    <a:pt x="804444" y="917692"/>
                  </a:moveTo>
                  <a:lnTo>
                    <a:pt x="844591" y="901571"/>
                  </a:lnTo>
                  <a:lnTo>
                    <a:pt x="788980" y="908487"/>
                  </a:lnTo>
                  <a:close/>
                  <a:moveTo>
                    <a:pt x="788980" y="908487"/>
                  </a:moveTo>
                  <a:lnTo>
                    <a:pt x="844591" y="901571"/>
                  </a:lnTo>
                  <a:lnTo>
                    <a:pt x="845458" y="898866"/>
                  </a:lnTo>
                  <a:close/>
                  <a:moveTo>
                    <a:pt x="789288" y="826998"/>
                  </a:moveTo>
                  <a:lnTo>
                    <a:pt x="791704" y="827984"/>
                  </a:lnTo>
                  <a:lnTo>
                    <a:pt x="790154" y="816670"/>
                  </a:lnTo>
                  <a:close/>
                  <a:moveTo>
                    <a:pt x="794140" y="831574"/>
                  </a:moveTo>
                  <a:lnTo>
                    <a:pt x="791704" y="827984"/>
                  </a:lnTo>
                  <a:lnTo>
                    <a:pt x="789288" y="826998"/>
                  </a:lnTo>
                  <a:close/>
                  <a:moveTo>
                    <a:pt x="115825" y="58538"/>
                  </a:moveTo>
                  <a:lnTo>
                    <a:pt x="144135" y="62610"/>
                  </a:lnTo>
                  <a:lnTo>
                    <a:pt x="141073" y="20352"/>
                  </a:lnTo>
                  <a:close/>
                  <a:moveTo>
                    <a:pt x="115825" y="58538"/>
                  </a:moveTo>
                  <a:lnTo>
                    <a:pt x="141073" y="20352"/>
                  </a:lnTo>
                  <a:lnTo>
                    <a:pt x="106402" y="21451"/>
                  </a:lnTo>
                  <a:close/>
                  <a:moveTo>
                    <a:pt x="106402" y="21451"/>
                  </a:moveTo>
                  <a:lnTo>
                    <a:pt x="141073" y="20352"/>
                  </a:lnTo>
                  <a:lnTo>
                    <a:pt x="105251" y="0"/>
                  </a:lnTo>
                  <a:close/>
                  <a:moveTo>
                    <a:pt x="949853" y="1047528"/>
                  </a:moveTo>
                  <a:lnTo>
                    <a:pt x="923933" y="1025484"/>
                  </a:lnTo>
                  <a:lnTo>
                    <a:pt x="950561" y="1048583"/>
                  </a:lnTo>
                  <a:close/>
                  <a:moveTo>
                    <a:pt x="949853" y="1047528"/>
                  </a:moveTo>
                  <a:lnTo>
                    <a:pt x="931557" y="1010773"/>
                  </a:lnTo>
                  <a:lnTo>
                    <a:pt x="923933" y="1025484"/>
                  </a:lnTo>
                  <a:close/>
                  <a:moveTo>
                    <a:pt x="880731" y="906167"/>
                  </a:moveTo>
                  <a:lnTo>
                    <a:pt x="919633" y="927043"/>
                  </a:lnTo>
                  <a:lnTo>
                    <a:pt x="940162" y="907587"/>
                  </a:lnTo>
                  <a:close/>
                  <a:moveTo>
                    <a:pt x="902620" y="891801"/>
                  </a:moveTo>
                  <a:lnTo>
                    <a:pt x="880731" y="906167"/>
                  </a:lnTo>
                  <a:lnTo>
                    <a:pt x="940162" y="907587"/>
                  </a:lnTo>
                  <a:close/>
                  <a:moveTo>
                    <a:pt x="794140" y="831574"/>
                  </a:moveTo>
                  <a:lnTo>
                    <a:pt x="789288" y="826998"/>
                  </a:lnTo>
                  <a:lnTo>
                    <a:pt x="798423" y="809815"/>
                  </a:lnTo>
                  <a:close/>
                  <a:moveTo>
                    <a:pt x="882928" y="818175"/>
                  </a:moveTo>
                  <a:lnTo>
                    <a:pt x="871994" y="809815"/>
                  </a:lnTo>
                  <a:lnTo>
                    <a:pt x="876207" y="813462"/>
                  </a:lnTo>
                  <a:close/>
                  <a:moveTo>
                    <a:pt x="798423" y="809815"/>
                  </a:moveTo>
                  <a:lnTo>
                    <a:pt x="790154" y="816670"/>
                  </a:lnTo>
                  <a:lnTo>
                    <a:pt x="757293" y="784125"/>
                  </a:lnTo>
                  <a:close/>
                  <a:moveTo>
                    <a:pt x="789288" y="826998"/>
                  </a:moveTo>
                  <a:lnTo>
                    <a:pt x="790154" y="816670"/>
                  </a:lnTo>
                  <a:lnTo>
                    <a:pt x="798423" y="809815"/>
                  </a:lnTo>
                  <a:close/>
                  <a:moveTo>
                    <a:pt x="581463" y="515775"/>
                  </a:moveTo>
                  <a:lnTo>
                    <a:pt x="551100" y="530173"/>
                  </a:lnTo>
                  <a:lnTo>
                    <a:pt x="566431" y="569713"/>
                  </a:lnTo>
                  <a:close/>
                  <a:moveTo>
                    <a:pt x="615112" y="564314"/>
                  </a:moveTo>
                  <a:lnTo>
                    <a:pt x="594257" y="582549"/>
                  </a:lnTo>
                  <a:lnTo>
                    <a:pt x="650975" y="573824"/>
                  </a:lnTo>
                  <a:close/>
                  <a:moveTo>
                    <a:pt x="545636" y="525339"/>
                  </a:moveTo>
                  <a:lnTo>
                    <a:pt x="551100" y="530173"/>
                  </a:lnTo>
                  <a:lnTo>
                    <a:pt x="594417" y="486937"/>
                  </a:lnTo>
                  <a:close/>
                  <a:moveTo>
                    <a:pt x="517402" y="448145"/>
                  </a:moveTo>
                  <a:lnTo>
                    <a:pt x="504024" y="494337"/>
                  </a:lnTo>
                  <a:lnTo>
                    <a:pt x="554836" y="463529"/>
                  </a:lnTo>
                  <a:close/>
                  <a:moveTo>
                    <a:pt x="554836" y="463529"/>
                  </a:moveTo>
                  <a:lnTo>
                    <a:pt x="535121" y="486026"/>
                  </a:lnTo>
                  <a:lnTo>
                    <a:pt x="590264" y="471409"/>
                  </a:lnTo>
                  <a:close/>
                  <a:moveTo>
                    <a:pt x="789048" y="736305"/>
                  </a:moveTo>
                  <a:lnTo>
                    <a:pt x="764518" y="699550"/>
                  </a:lnTo>
                  <a:lnTo>
                    <a:pt x="771647" y="710049"/>
                  </a:lnTo>
                  <a:close/>
                  <a:moveTo>
                    <a:pt x="940162" y="907587"/>
                  </a:moveTo>
                  <a:lnTo>
                    <a:pt x="945684" y="873560"/>
                  </a:lnTo>
                  <a:lnTo>
                    <a:pt x="902620" y="891801"/>
                  </a:lnTo>
                  <a:close/>
                  <a:moveTo>
                    <a:pt x="902620" y="891801"/>
                  </a:moveTo>
                  <a:lnTo>
                    <a:pt x="945684" y="873560"/>
                  </a:lnTo>
                  <a:lnTo>
                    <a:pt x="908589" y="876630"/>
                  </a:lnTo>
                  <a:close/>
                  <a:moveTo>
                    <a:pt x="908589" y="876630"/>
                  </a:moveTo>
                  <a:lnTo>
                    <a:pt x="914811" y="846570"/>
                  </a:lnTo>
                  <a:lnTo>
                    <a:pt x="894757" y="862404"/>
                  </a:lnTo>
                  <a:close/>
                  <a:moveTo>
                    <a:pt x="873761" y="833109"/>
                  </a:moveTo>
                  <a:lnTo>
                    <a:pt x="886614" y="846570"/>
                  </a:lnTo>
                  <a:lnTo>
                    <a:pt x="848353" y="813480"/>
                  </a:lnTo>
                  <a:close/>
                  <a:moveTo>
                    <a:pt x="871994" y="809815"/>
                  </a:moveTo>
                  <a:lnTo>
                    <a:pt x="882928" y="818175"/>
                  </a:lnTo>
                  <a:lnTo>
                    <a:pt x="881896" y="808837"/>
                  </a:lnTo>
                  <a:close/>
                  <a:moveTo>
                    <a:pt x="798035" y="749925"/>
                  </a:moveTo>
                  <a:lnTo>
                    <a:pt x="854991" y="758874"/>
                  </a:lnTo>
                  <a:lnTo>
                    <a:pt x="856617" y="748172"/>
                  </a:lnTo>
                  <a:close/>
                  <a:moveTo>
                    <a:pt x="612728" y="507159"/>
                  </a:moveTo>
                  <a:lnTo>
                    <a:pt x="627438" y="485822"/>
                  </a:lnTo>
                  <a:lnTo>
                    <a:pt x="594417" y="486937"/>
                  </a:lnTo>
                  <a:close/>
                  <a:moveTo>
                    <a:pt x="533040" y="351572"/>
                  </a:moveTo>
                  <a:lnTo>
                    <a:pt x="534664" y="388327"/>
                  </a:lnTo>
                  <a:lnTo>
                    <a:pt x="518209" y="368755"/>
                  </a:lnTo>
                  <a:close/>
                  <a:moveTo>
                    <a:pt x="298569" y="57532"/>
                  </a:moveTo>
                  <a:lnTo>
                    <a:pt x="291238" y="100862"/>
                  </a:lnTo>
                  <a:lnTo>
                    <a:pt x="303374" y="59163"/>
                  </a:lnTo>
                  <a:close/>
                  <a:moveTo>
                    <a:pt x="322303" y="57532"/>
                  </a:moveTo>
                  <a:lnTo>
                    <a:pt x="303374" y="59163"/>
                  </a:lnTo>
                  <a:lnTo>
                    <a:pt x="291238" y="100862"/>
                  </a:lnTo>
                  <a:close/>
                  <a:moveTo>
                    <a:pt x="267193" y="39328"/>
                  </a:moveTo>
                  <a:lnTo>
                    <a:pt x="298569" y="57532"/>
                  </a:lnTo>
                  <a:lnTo>
                    <a:pt x="245123" y="34686"/>
                  </a:lnTo>
                  <a:close/>
                  <a:moveTo>
                    <a:pt x="643701" y="450418"/>
                  </a:moveTo>
                  <a:lnTo>
                    <a:pt x="664209" y="430887"/>
                  </a:lnTo>
                  <a:lnTo>
                    <a:pt x="604195" y="427289"/>
                  </a:lnTo>
                  <a:close/>
                  <a:moveTo>
                    <a:pt x="563954" y="305202"/>
                  </a:moveTo>
                  <a:lnTo>
                    <a:pt x="599049" y="339292"/>
                  </a:lnTo>
                  <a:lnTo>
                    <a:pt x="604116" y="330785"/>
                  </a:lnTo>
                  <a:close/>
                  <a:moveTo>
                    <a:pt x="599049" y="339292"/>
                  </a:moveTo>
                  <a:lnTo>
                    <a:pt x="617135" y="334388"/>
                  </a:lnTo>
                  <a:lnTo>
                    <a:pt x="604116" y="330785"/>
                  </a:lnTo>
                  <a:close/>
                  <a:moveTo>
                    <a:pt x="407089" y="163263"/>
                  </a:moveTo>
                  <a:lnTo>
                    <a:pt x="405205" y="181601"/>
                  </a:lnTo>
                  <a:lnTo>
                    <a:pt x="408782" y="167797"/>
                  </a:lnTo>
                  <a:close/>
                  <a:moveTo>
                    <a:pt x="407089" y="163263"/>
                  </a:moveTo>
                  <a:lnTo>
                    <a:pt x="408782" y="167797"/>
                  </a:lnTo>
                  <a:lnTo>
                    <a:pt x="395549" y="145501"/>
                  </a:lnTo>
                  <a:close/>
                  <a:moveTo>
                    <a:pt x="694447" y="405405"/>
                  </a:moveTo>
                  <a:lnTo>
                    <a:pt x="683881" y="369248"/>
                  </a:lnTo>
                  <a:lnTo>
                    <a:pt x="672737" y="395967"/>
                  </a:lnTo>
                  <a:close/>
                  <a:moveTo>
                    <a:pt x="663709" y="332811"/>
                  </a:moveTo>
                  <a:lnTo>
                    <a:pt x="661388" y="371143"/>
                  </a:lnTo>
                  <a:lnTo>
                    <a:pt x="676635" y="330392"/>
                  </a:lnTo>
                  <a:close/>
                  <a:moveTo>
                    <a:pt x="676635" y="330392"/>
                  </a:moveTo>
                  <a:lnTo>
                    <a:pt x="661388" y="371143"/>
                  </a:lnTo>
                  <a:lnTo>
                    <a:pt x="683881" y="369248"/>
                  </a:lnTo>
                  <a:close/>
                  <a:moveTo>
                    <a:pt x="686670" y="277486"/>
                  </a:moveTo>
                  <a:lnTo>
                    <a:pt x="680753" y="271958"/>
                  </a:lnTo>
                  <a:lnTo>
                    <a:pt x="659744" y="272289"/>
                  </a:lnTo>
                  <a:close/>
                  <a:moveTo>
                    <a:pt x="686670" y="277486"/>
                  </a:moveTo>
                  <a:lnTo>
                    <a:pt x="685583" y="290017"/>
                  </a:lnTo>
                  <a:lnTo>
                    <a:pt x="692643" y="280450"/>
                  </a:lnTo>
                  <a:close/>
                  <a:moveTo>
                    <a:pt x="686670" y="277486"/>
                  </a:moveTo>
                  <a:lnTo>
                    <a:pt x="692643" y="280450"/>
                  </a:lnTo>
                  <a:lnTo>
                    <a:pt x="680753" y="27195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7" name="Input_density__88">
              <a:extLst>
                <a:ext uri="{FF2B5EF4-FFF2-40B4-BE49-F238E27FC236}">
                  <a16:creationId xmlns:a16="http://schemas.microsoft.com/office/drawing/2014/main" id="{A8F475B7-DC00-9713-4601-A43F6FA3050B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52985"/>
              <a:ext cx="978820" cy="1245667"/>
            </a:xfrm>
            <a:custGeom>
              <a:avLst/>
              <a:gdLst/>
              <a:ahLst/>
              <a:cxnLst/>
              <a:rect l="0" t="0" r="0" b="0"/>
              <a:pathLst>
                <a:path w="978820" h="1245667">
                  <a:moveTo>
                    <a:pt x="3997" y="1109233"/>
                  </a:moveTo>
                  <a:lnTo>
                    <a:pt x="4418" y="1107632"/>
                  </a:lnTo>
                  <a:lnTo>
                    <a:pt x="0" y="1125849"/>
                  </a:lnTo>
                  <a:close/>
                  <a:moveTo>
                    <a:pt x="0" y="1125849"/>
                  </a:moveTo>
                  <a:lnTo>
                    <a:pt x="4418" y="1107632"/>
                  </a:lnTo>
                  <a:lnTo>
                    <a:pt x="26480" y="1071911"/>
                  </a:lnTo>
                  <a:close/>
                  <a:moveTo>
                    <a:pt x="4284" y="1108666"/>
                  </a:moveTo>
                  <a:lnTo>
                    <a:pt x="3997" y="1109233"/>
                  </a:lnTo>
                  <a:lnTo>
                    <a:pt x="5672" y="1112324"/>
                  </a:lnTo>
                  <a:close/>
                  <a:moveTo>
                    <a:pt x="4418" y="1107632"/>
                  </a:moveTo>
                  <a:lnTo>
                    <a:pt x="3997" y="1109233"/>
                  </a:lnTo>
                  <a:lnTo>
                    <a:pt x="4284" y="1108666"/>
                  </a:lnTo>
                  <a:close/>
                  <a:moveTo>
                    <a:pt x="4284" y="1108666"/>
                  </a:moveTo>
                  <a:lnTo>
                    <a:pt x="5672" y="1112324"/>
                  </a:lnTo>
                  <a:lnTo>
                    <a:pt x="16900" y="1098743"/>
                  </a:lnTo>
                  <a:close/>
                  <a:moveTo>
                    <a:pt x="4418" y="1107632"/>
                  </a:moveTo>
                  <a:lnTo>
                    <a:pt x="4284" y="1108666"/>
                  </a:lnTo>
                  <a:lnTo>
                    <a:pt x="16900" y="1098743"/>
                  </a:lnTo>
                  <a:close/>
                  <a:moveTo>
                    <a:pt x="85020" y="1063631"/>
                  </a:moveTo>
                  <a:lnTo>
                    <a:pt x="52690" y="1067331"/>
                  </a:lnTo>
                  <a:lnTo>
                    <a:pt x="105791" y="1045082"/>
                  </a:lnTo>
                  <a:close/>
                  <a:moveTo>
                    <a:pt x="122197" y="983606"/>
                  </a:moveTo>
                  <a:lnTo>
                    <a:pt x="134211" y="995142"/>
                  </a:lnTo>
                  <a:lnTo>
                    <a:pt x="116883" y="990347"/>
                  </a:lnTo>
                  <a:close/>
                  <a:moveTo>
                    <a:pt x="144790" y="970110"/>
                  </a:moveTo>
                  <a:lnTo>
                    <a:pt x="134211" y="995142"/>
                  </a:lnTo>
                  <a:lnTo>
                    <a:pt x="122197" y="983606"/>
                  </a:lnTo>
                  <a:close/>
                  <a:moveTo>
                    <a:pt x="193147" y="930124"/>
                  </a:moveTo>
                  <a:lnTo>
                    <a:pt x="161083" y="973295"/>
                  </a:lnTo>
                  <a:lnTo>
                    <a:pt x="177199" y="966423"/>
                  </a:lnTo>
                  <a:close/>
                  <a:moveTo>
                    <a:pt x="144790" y="970110"/>
                  </a:moveTo>
                  <a:lnTo>
                    <a:pt x="161083" y="973295"/>
                  </a:lnTo>
                  <a:lnTo>
                    <a:pt x="193147" y="930124"/>
                  </a:lnTo>
                  <a:close/>
                  <a:moveTo>
                    <a:pt x="194779" y="929668"/>
                  </a:moveTo>
                  <a:lnTo>
                    <a:pt x="207063" y="885945"/>
                  </a:lnTo>
                  <a:lnTo>
                    <a:pt x="209345" y="875729"/>
                  </a:lnTo>
                  <a:close/>
                  <a:moveTo>
                    <a:pt x="386020" y="881119"/>
                  </a:moveTo>
                  <a:lnTo>
                    <a:pt x="395978" y="914873"/>
                  </a:lnTo>
                  <a:lnTo>
                    <a:pt x="385973" y="878117"/>
                  </a:lnTo>
                  <a:close/>
                  <a:moveTo>
                    <a:pt x="261979" y="855950"/>
                  </a:moveTo>
                  <a:lnTo>
                    <a:pt x="303305" y="804694"/>
                  </a:lnTo>
                  <a:lnTo>
                    <a:pt x="262413" y="810850"/>
                  </a:lnTo>
                  <a:close/>
                  <a:moveTo>
                    <a:pt x="303305" y="804694"/>
                  </a:moveTo>
                  <a:lnTo>
                    <a:pt x="342596" y="826534"/>
                  </a:lnTo>
                  <a:lnTo>
                    <a:pt x="303662" y="804608"/>
                  </a:lnTo>
                  <a:close/>
                  <a:moveTo>
                    <a:pt x="262413" y="810850"/>
                  </a:moveTo>
                  <a:lnTo>
                    <a:pt x="303305" y="804694"/>
                  </a:lnTo>
                  <a:lnTo>
                    <a:pt x="293377" y="768019"/>
                  </a:lnTo>
                  <a:close/>
                  <a:moveTo>
                    <a:pt x="303662" y="804608"/>
                  </a:moveTo>
                  <a:lnTo>
                    <a:pt x="328122" y="772418"/>
                  </a:lnTo>
                  <a:lnTo>
                    <a:pt x="303305" y="804694"/>
                  </a:lnTo>
                  <a:close/>
                  <a:moveTo>
                    <a:pt x="303305" y="804694"/>
                  </a:moveTo>
                  <a:lnTo>
                    <a:pt x="328122" y="772418"/>
                  </a:lnTo>
                  <a:lnTo>
                    <a:pt x="322804" y="771184"/>
                  </a:lnTo>
                  <a:close/>
                  <a:moveTo>
                    <a:pt x="303305" y="804694"/>
                  </a:moveTo>
                  <a:lnTo>
                    <a:pt x="322804" y="771184"/>
                  </a:lnTo>
                  <a:lnTo>
                    <a:pt x="293377" y="768019"/>
                  </a:lnTo>
                  <a:close/>
                  <a:moveTo>
                    <a:pt x="266169" y="761570"/>
                  </a:moveTo>
                  <a:lnTo>
                    <a:pt x="250019" y="776180"/>
                  </a:lnTo>
                  <a:lnTo>
                    <a:pt x="293377" y="768019"/>
                  </a:lnTo>
                  <a:close/>
                  <a:moveTo>
                    <a:pt x="189198" y="694343"/>
                  </a:moveTo>
                  <a:lnTo>
                    <a:pt x="182768" y="657588"/>
                  </a:lnTo>
                  <a:lnTo>
                    <a:pt x="188242" y="665074"/>
                  </a:lnTo>
                  <a:close/>
                  <a:moveTo>
                    <a:pt x="188242" y="665074"/>
                  </a:moveTo>
                  <a:lnTo>
                    <a:pt x="182768" y="657588"/>
                  </a:lnTo>
                  <a:lnTo>
                    <a:pt x="193170" y="641582"/>
                  </a:lnTo>
                  <a:close/>
                  <a:moveTo>
                    <a:pt x="682830" y="1226579"/>
                  </a:moveTo>
                  <a:lnTo>
                    <a:pt x="672279" y="1245667"/>
                  </a:lnTo>
                  <a:lnTo>
                    <a:pt x="704055" y="1232563"/>
                  </a:lnTo>
                  <a:close/>
                  <a:moveTo>
                    <a:pt x="400714" y="913920"/>
                  </a:moveTo>
                  <a:lnTo>
                    <a:pt x="400154" y="917157"/>
                  </a:lnTo>
                  <a:lnTo>
                    <a:pt x="444759" y="897689"/>
                  </a:lnTo>
                  <a:close/>
                  <a:moveTo>
                    <a:pt x="395978" y="914873"/>
                  </a:moveTo>
                  <a:lnTo>
                    <a:pt x="400154" y="917157"/>
                  </a:lnTo>
                  <a:lnTo>
                    <a:pt x="400714" y="913920"/>
                  </a:lnTo>
                  <a:close/>
                  <a:moveTo>
                    <a:pt x="385973" y="878117"/>
                  </a:moveTo>
                  <a:lnTo>
                    <a:pt x="395978" y="914873"/>
                  </a:lnTo>
                  <a:lnTo>
                    <a:pt x="400714" y="913920"/>
                  </a:lnTo>
                  <a:close/>
                  <a:moveTo>
                    <a:pt x="444759" y="897689"/>
                  </a:moveTo>
                  <a:lnTo>
                    <a:pt x="436025" y="860934"/>
                  </a:lnTo>
                  <a:lnTo>
                    <a:pt x="400714" y="913920"/>
                  </a:lnTo>
                  <a:close/>
                  <a:moveTo>
                    <a:pt x="436025" y="860934"/>
                  </a:moveTo>
                  <a:lnTo>
                    <a:pt x="395076" y="873757"/>
                  </a:lnTo>
                  <a:lnTo>
                    <a:pt x="400714" y="913920"/>
                  </a:lnTo>
                  <a:close/>
                  <a:moveTo>
                    <a:pt x="368675" y="787424"/>
                  </a:moveTo>
                  <a:lnTo>
                    <a:pt x="342596" y="826534"/>
                  </a:lnTo>
                  <a:lnTo>
                    <a:pt x="356379" y="841363"/>
                  </a:lnTo>
                  <a:close/>
                  <a:moveTo>
                    <a:pt x="368675" y="787424"/>
                  </a:moveTo>
                  <a:lnTo>
                    <a:pt x="356379" y="841363"/>
                  </a:lnTo>
                  <a:lnTo>
                    <a:pt x="380967" y="824179"/>
                  </a:lnTo>
                  <a:close/>
                  <a:moveTo>
                    <a:pt x="303662" y="804608"/>
                  </a:moveTo>
                  <a:lnTo>
                    <a:pt x="342596" y="826534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03662" y="804608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50805" y="793166"/>
                  </a:lnTo>
                  <a:lnTo>
                    <a:pt x="384187" y="761250"/>
                  </a:lnTo>
                  <a:close/>
                  <a:moveTo>
                    <a:pt x="240490" y="604938"/>
                  </a:moveTo>
                  <a:lnTo>
                    <a:pt x="243723" y="609808"/>
                  </a:lnTo>
                  <a:lnTo>
                    <a:pt x="279958" y="620708"/>
                  </a:lnTo>
                  <a:close/>
                  <a:moveTo>
                    <a:pt x="704664" y="1154974"/>
                  </a:moveTo>
                  <a:lnTo>
                    <a:pt x="728959" y="1191729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04664" y="1154974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30993" y="1137790"/>
                  </a:lnTo>
                  <a:lnTo>
                    <a:pt x="708940" y="1101036"/>
                  </a:lnTo>
                  <a:close/>
                  <a:moveTo>
                    <a:pt x="708940" y="1101036"/>
                  </a:moveTo>
                  <a:lnTo>
                    <a:pt x="669844" y="1081464"/>
                  </a:lnTo>
                  <a:lnTo>
                    <a:pt x="686898" y="1118219"/>
                  </a:lnTo>
                  <a:close/>
                  <a:moveTo>
                    <a:pt x="436025" y="860934"/>
                  </a:moveTo>
                  <a:lnTo>
                    <a:pt x="459425" y="893277"/>
                  </a:lnTo>
                  <a:lnTo>
                    <a:pt x="446978" y="858650"/>
                  </a:lnTo>
                  <a:close/>
                  <a:moveTo>
                    <a:pt x="436025" y="860934"/>
                  </a:moveTo>
                  <a:lnTo>
                    <a:pt x="444759" y="897689"/>
                  </a:lnTo>
                  <a:lnTo>
                    <a:pt x="459425" y="893277"/>
                  </a:lnTo>
                  <a:close/>
                  <a:moveTo>
                    <a:pt x="446978" y="858650"/>
                  </a:moveTo>
                  <a:lnTo>
                    <a:pt x="459425" y="893277"/>
                  </a:lnTo>
                  <a:lnTo>
                    <a:pt x="483619" y="855949"/>
                  </a:lnTo>
                  <a:close/>
                  <a:moveTo>
                    <a:pt x="446978" y="858650"/>
                  </a:moveTo>
                  <a:lnTo>
                    <a:pt x="408213" y="851079"/>
                  </a:lnTo>
                  <a:lnTo>
                    <a:pt x="436025" y="860934"/>
                  </a:lnTo>
                  <a:close/>
                  <a:moveTo>
                    <a:pt x="415713" y="812232"/>
                  </a:moveTo>
                  <a:lnTo>
                    <a:pt x="408213" y="851079"/>
                  </a:lnTo>
                  <a:lnTo>
                    <a:pt x="446978" y="858650"/>
                  </a:lnTo>
                  <a:close/>
                  <a:moveTo>
                    <a:pt x="368675" y="787424"/>
                  </a:moveTo>
                  <a:lnTo>
                    <a:pt x="380967" y="824179"/>
                  </a:lnTo>
                  <a:lnTo>
                    <a:pt x="415713" y="812232"/>
                  </a:lnTo>
                  <a:close/>
                  <a:moveTo>
                    <a:pt x="415713" y="812232"/>
                  </a:moveTo>
                  <a:lnTo>
                    <a:pt x="443258" y="816927"/>
                  </a:lnTo>
                  <a:lnTo>
                    <a:pt x="445482" y="770372"/>
                  </a:lnTo>
                  <a:close/>
                  <a:moveTo>
                    <a:pt x="279958" y="620708"/>
                  </a:moveTo>
                  <a:lnTo>
                    <a:pt x="243723" y="609808"/>
                  </a:lnTo>
                  <a:lnTo>
                    <a:pt x="302093" y="607260"/>
                  </a:lnTo>
                  <a:close/>
                  <a:moveTo>
                    <a:pt x="279958" y="620708"/>
                  </a:moveTo>
                  <a:lnTo>
                    <a:pt x="302093" y="607260"/>
                  </a:lnTo>
                  <a:lnTo>
                    <a:pt x="296214" y="603649"/>
                  </a:lnTo>
                  <a:close/>
                  <a:moveTo>
                    <a:pt x="302093" y="607260"/>
                  </a:moveTo>
                  <a:lnTo>
                    <a:pt x="327268" y="586466"/>
                  </a:lnTo>
                  <a:lnTo>
                    <a:pt x="296214" y="603649"/>
                  </a:lnTo>
                  <a:close/>
                  <a:moveTo>
                    <a:pt x="730993" y="1137790"/>
                  </a:moveTo>
                  <a:lnTo>
                    <a:pt x="749629" y="1159334"/>
                  </a:lnTo>
                  <a:lnTo>
                    <a:pt x="752548" y="1130733"/>
                  </a:lnTo>
                  <a:close/>
                  <a:moveTo>
                    <a:pt x="708940" y="1101036"/>
                  </a:moveTo>
                  <a:lnTo>
                    <a:pt x="752548" y="1130733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30993" y="1137790"/>
                  </a:lnTo>
                  <a:lnTo>
                    <a:pt x="752548" y="1130733"/>
                  </a:lnTo>
                  <a:close/>
                  <a:moveTo>
                    <a:pt x="790410" y="1127040"/>
                  </a:moveTo>
                  <a:lnTo>
                    <a:pt x="752548" y="1130733"/>
                  </a:lnTo>
                  <a:lnTo>
                    <a:pt x="749629" y="1159334"/>
                  </a:lnTo>
                  <a:close/>
                  <a:moveTo>
                    <a:pt x="752548" y="1130733"/>
                  </a:moveTo>
                  <a:lnTo>
                    <a:pt x="790410" y="1127040"/>
                  </a:lnTo>
                  <a:lnTo>
                    <a:pt x="784408" y="1087172"/>
                  </a:lnTo>
                  <a:close/>
                  <a:moveTo>
                    <a:pt x="752548" y="1130733"/>
                  </a:moveTo>
                  <a:lnTo>
                    <a:pt x="784408" y="1087172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47511" y="1090081"/>
                  </a:lnTo>
                  <a:lnTo>
                    <a:pt x="698118" y="1091322"/>
                  </a:lnTo>
                  <a:close/>
                  <a:moveTo>
                    <a:pt x="483325" y="753057"/>
                  </a:moveTo>
                  <a:lnTo>
                    <a:pt x="485737" y="795571"/>
                  </a:lnTo>
                  <a:lnTo>
                    <a:pt x="505203" y="772141"/>
                  </a:lnTo>
                  <a:close/>
                  <a:moveTo>
                    <a:pt x="483325" y="753057"/>
                  </a:moveTo>
                  <a:lnTo>
                    <a:pt x="445742" y="770241"/>
                  </a:lnTo>
                  <a:lnTo>
                    <a:pt x="485737" y="795571"/>
                  </a:lnTo>
                  <a:close/>
                  <a:moveTo>
                    <a:pt x="493081" y="726821"/>
                  </a:moveTo>
                  <a:lnTo>
                    <a:pt x="473280" y="748993"/>
                  </a:lnTo>
                  <a:lnTo>
                    <a:pt x="445742" y="770241"/>
                  </a:lnTo>
                  <a:close/>
                  <a:moveTo>
                    <a:pt x="335803" y="581627"/>
                  </a:moveTo>
                  <a:lnTo>
                    <a:pt x="327268" y="586466"/>
                  </a:lnTo>
                  <a:lnTo>
                    <a:pt x="351808" y="572352"/>
                  </a:lnTo>
                  <a:close/>
                  <a:moveTo>
                    <a:pt x="351808" y="572352"/>
                  </a:moveTo>
                  <a:lnTo>
                    <a:pt x="302093" y="607260"/>
                  </a:lnTo>
                  <a:lnTo>
                    <a:pt x="321971" y="585372"/>
                  </a:lnTo>
                  <a:close/>
                  <a:moveTo>
                    <a:pt x="335803" y="581627"/>
                  </a:moveTo>
                  <a:lnTo>
                    <a:pt x="351808" y="572352"/>
                  </a:lnTo>
                  <a:lnTo>
                    <a:pt x="378086" y="569282"/>
                  </a:lnTo>
                  <a:close/>
                  <a:moveTo>
                    <a:pt x="208319" y="469764"/>
                  </a:moveTo>
                  <a:lnTo>
                    <a:pt x="254715" y="459132"/>
                  </a:lnTo>
                  <a:lnTo>
                    <a:pt x="231577" y="468188"/>
                  </a:lnTo>
                  <a:close/>
                  <a:moveTo>
                    <a:pt x="254715" y="459132"/>
                  </a:moveTo>
                  <a:lnTo>
                    <a:pt x="208319" y="469764"/>
                  </a:lnTo>
                  <a:lnTo>
                    <a:pt x="254868" y="459060"/>
                  </a:lnTo>
                  <a:close/>
                  <a:moveTo>
                    <a:pt x="286563" y="452988"/>
                  </a:moveTo>
                  <a:lnTo>
                    <a:pt x="254715" y="459132"/>
                  </a:lnTo>
                  <a:lnTo>
                    <a:pt x="255078" y="459017"/>
                  </a:lnTo>
                  <a:close/>
                  <a:moveTo>
                    <a:pt x="231577" y="468188"/>
                  </a:moveTo>
                  <a:lnTo>
                    <a:pt x="254715" y="459132"/>
                  </a:lnTo>
                  <a:lnTo>
                    <a:pt x="286563" y="452988"/>
                  </a:lnTo>
                  <a:close/>
                  <a:moveTo>
                    <a:pt x="254715" y="459132"/>
                  </a:moveTo>
                  <a:lnTo>
                    <a:pt x="254868" y="459060"/>
                  </a:lnTo>
                  <a:lnTo>
                    <a:pt x="255078" y="459017"/>
                  </a:lnTo>
                  <a:close/>
                  <a:moveTo>
                    <a:pt x="818546" y="1120607"/>
                  </a:moveTo>
                  <a:lnTo>
                    <a:pt x="828808" y="1157362"/>
                  </a:lnTo>
                  <a:lnTo>
                    <a:pt x="832111" y="1140179"/>
                  </a:lnTo>
                  <a:close/>
                  <a:moveTo>
                    <a:pt x="483325" y="753057"/>
                  </a:moveTo>
                  <a:lnTo>
                    <a:pt x="509355" y="700786"/>
                  </a:lnTo>
                  <a:lnTo>
                    <a:pt x="493081" y="726821"/>
                  </a:lnTo>
                  <a:close/>
                  <a:moveTo>
                    <a:pt x="834201" y="939220"/>
                  </a:moveTo>
                  <a:lnTo>
                    <a:pt x="818347" y="974693"/>
                  </a:lnTo>
                  <a:lnTo>
                    <a:pt x="834784" y="939938"/>
                  </a:lnTo>
                  <a:close/>
                  <a:moveTo>
                    <a:pt x="971272" y="1069057"/>
                  </a:moveTo>
                  <a:lnTo>
                    <a:pt x="964740" y="1052093"/>
                  </a:lnTo>
                  <a:lnTo>
                    <a:pt x="953801" y="1086241"/>
                  </a:lnTo>
                  <a:close/>
                  <a:moveTo>
                    <a:pt x="834201" y="939220"/>
                  </a:moveTo>
                  <a:lnTo>
                    <a:pt x="834784" y="939938"/>
                  </a:lnTo>
                  <a:lnTo>
                    <a:pt x="834897" y="938973"/>
                  </a:lnTo>
                  <a:close/>
                  <a:moveTo>
                    <a:pt x="804444" y="902466"/>
                  </a:moveTo>
                  <a:lnTo>
                    <a:pt x="834201" y="939220"/>
                  </a:lnTo>
                  <a:lnTo>
                    <a:pt x="834897" y="938973"/>
                  </a:lnTo>
                  <a:close/>
                  <a:moveTo>
                    <a:pt x="873092" y="935009"/>
                  </a:moveTo>
                  <a:lnTo>
                    <a:pt x="834784" y="939938"/>
                  </a:lnTo>
                  <a:lnTo>
                    <a:pt x="877716" y="975877"/>
                  </a:lnTo>
                  <a:close/>
                  <a:moveTo>
                    <a:pt x="873092" y="935009"/>
                  </a:moveTo>
                  <a:lnTo>
                    <a:pt x="834897" y="938973"/>
                  </a:lnTo>
                  <a:lnTo>
                    <a:pt x="834784" y="939938"/>
                  </a:lnTo>
                  <a:close/>
                  <a:moveTo>
                    <a:pt x="791765" y="767961"/>
                  </a:moveTo>
                  <a:lnTo>
                    <a:pt x="776573" y="750666"/>
                  </a:lnTo>
                  <a:lnTo>
                    <a:pt x="757293" y="768899"/>
                  </a:lnTo>
                  <a:close/>
                  <a:moveTo>
                    <a:pt x="845810" y="788747"/>
                  </a:moveTo>
                  <a:lnTo>
                    <a:pt x="813484" y="757834"/>
                  </a:lnTo>
                  <a:lnTo>
                    <a:pt x="790154" y="801444"/>
                  </a:lnTo>
                  <a:close/>
                  <a:moveTo>
                    <a:pt x="798035" y="734699"/>
                  </a:moveTo>
                  <a:lnTo>
                    <a:pt x="781204" y="731800"/>
                  </a:lnTo>
                  <a:lnTo>
                    <a:pt x="813484" y="757834"/>
                  </a:lnTo>
                  <a:close/>
                  <a:moveTo>
                    <a:pt x="813484" y="757834"/>
                  </a:moveTo>
                  <a:lnTo>
                    <a:pt x="781204" y="731800"/>
                  </a:lnTo>
                  <a:lnTo>
                    <a:pt x="775952" y="738262"/>
                  </a:lnTo>
                  <a:close/>
                  <a:moveTo>
                    <a:pt x="776573" y="750666"/>
                  </a:moveTo>
                  <a:lnTo>
                    <a:pt x="791765" y="767961"/>
                  </a:lnTo>
                  <a:lnTo>
                    <a:pt x="813484" y="757834"/>
                  </a:lnTo>
                  <a:close/>
                  <a:moveTo>
                    <a:pt x="775952" y="738262"/>
                  </a:moveTo>
                  <a:lnTo>
                    <a:pt x="776573" y="750666"/>
                  </a:lnTo>
                  <a:lnTo>
                    <a:pt x="813484" y="757834"/>
                  </a:lnTo>
                  <a:close/>
                  <a:moveTo>
                    <a:pt x="594417" y="471711"/>
                  </a:moveTo>
                  <a:lnTo>
                    <a:pt x="551100" y="514947"/>
                  </a:lnTo>
                  <a:lnTo>
                    <a:pt x="581463" y="500549"/>
                  </a:lnTo>
                  <a:close/>
                  <a:moveTo>
                    <a:pt x="268781" y="179215"/>
                  </a:moveTo>
                  <a:lnTo>
                    <a:pt x="310148" y="172672"/>
                  </a:lnTo>
                  <a:lnTo>
                    <a:pt x="288062" y="145880"/>
                  </a:lnTo>
                  <a:close/>
                  <a:moveTo>
                    <a:pt x="235014" y="0"/>
                  </a:moveTo>
                  <a:lnTo>
                    <a:pt x="211372" y="39917"/>
                  </a:lnTo>
                  <a:lnTo>
                    <a:pt x="230176" y="22734"/>
                  </a:lnTo>
                  <a:close/>
                  <a:moveTo>
                    <a:pt x="554836" y="448302"/>
                  </a:moveTo>
                  <a:lnTo>
                    <a:pt x="602016" y="409855"/>
                  </a:lnTo>
                  <a:lnTo>
                    <a:pt x="554583" y="422621"/>
                  </a:lnTo>
                  <a:close/>
                  <a:moveTo>
                    <a:pt x="604195" y="412063"/>
                  </a:moveTo>
                  <a:lnTo>
                    <a:pt x="602016" y="409855"/>
                  </a:lnTo>
                  <a:lnTo>
                    <a:pt x="554836" y="448302"/>
                  </a:lnTo>
                  <a:close/>
                  <a:moveTo>
                    <a:pt x="590264" y="456183"/>
                  </a:moveTo>
                  <a:lnTo>
                    <a:pt x="604195" y="412063"/>
                  </a:lnTo>
                  <a:lnTo>
                    <a:pt x="554836" y="448302"/>
                  </a:lnTo>
                  <a:close/>
                  <a:moveTo>
                    <a:pt x="540092" y="393176"/>
                  </a:moveTo>
                  <a:lnTo>
                    <a:pt x="554583" y="422621"/>
                  </a:lnTo>
                  <a:lnTo>
                    <a:pt x="542037" y="390284"/>
                  </a:lnTo>
                  <a:close/>
                  <a:moveTo>
                    <a:pt x="542037" y="390284"/>
                  </a:moveTo>
                  <a:lnTo>
                    <a:pt x="554583" y="422621"/>
                  </a:lnTo>
                  <a:lnTo>
                    <a:pt x="602016" y="409855"/>
                  </a:lnTo>
                  <a:close/>
                  <a:moveTo>
                    <a:pt x="542037" y="390284"/>
                  </a:moveTo>
                  <a:lnTo>
                    <a:pt x="602016" y="409855"/>
                  </a:lnTo>
                  <a:lnTo>
                    <a:pt x="581445" y="373101"/>
                  </a:lnTo>
                  <a:close/>
                  <a:moveTo>
                    <a:pt x="534301" y="353529"/>
                  </a:moveTo>
                  <a:lnTo>
                    <a:pt x="542037" y="390284"/>
                  </a:lnTo>
                  <a:lnTo>
                    <a:pt x="581445" y="373101"/>
                  </a:lnTo>
                  <a:close/>
                  <a:moveTo>
                    <a:pt x="529207" y="316774"/>
                  </a:moveTo>
                  <a:lnTo>
                    <a:pt x="567994" y="336346"/>
                  </a:lnTo>
                  <a:lnTo>
                    <a:pt x="553095" y="299590"/>
                  </a:lnTo>
                  <a:close/>
                  <a:moveTo>
                    <a:pt x="363336" y="156519"/>
                  </a:moveTo>
                  <a:lnTo>
                    <a:pt x="405205" y="166375"/>
                  </a:lnTo>
                  <a:lnTo>
                    <a:pt x="387425" y="152571"/>
                  </a:lnTo>
                  <a:close/>
                  <a:moveTo>
                    <a:pt x="387425" y="152571"/>
                  </a:moveTo>
                  <a:lnTo>
                    <a:pt x="395549" y="130275"/>
                  </a:lnTo>
                  <a:lnTo>
                    <a:pt x="363336" y="156519"/>
                  </a:lnTo>
                  <a:close/>
                  <a:moveTo>
                    <a:pt x="363336" y="156519"/>
                  </a:moveTo>
                  <a:lnTo>
                    <a:pt x="395549" y="130275"/>
                  </a:lnTo>
                  <a:lnTo>
                    <a:pt x="389014" y="117985"/>
                  </a:lnTo>
                  <a:close/>
                  <a:moveTo>
                    <a:pt x="348990" y="123435"/>
                  </a:moveTo>
                  <a:lnTo>
                    <a:pt x="389014" y="117985"/>
                  </a:lnTo>
                  <a:lnTo>
                    <a:pt x="376444" y="83456"/>
                  </a:lnTo>
                  <a:close/>
                  <a:moveTo>
                    <a:pt x="322303" y="42306"/>
                  </a:moveTo>
                  <a:lnTo>
                    <a:pt x="322127" y="96244"/>
                  </a:lnTo>
                  <a:lnTo>
                    <a:pt x="340981" y="50830"/>
                  </a:lnTo>
                  <a:close/>
                  <a:moveTo>
                    <a:pt x="331296" y="93073"/>
                  </a:moveTo>
                  <a:lnTo>
                    <a:pt x="376444" y="83456"/>
                  </a:lnTo>
                  <a:lnTo>
                    <a:pt x="340981" y="50830"/>
                  </a:lnTo>
                  <a:close/>
                  <a:moveTo>
                    <a:pt x="245123" y="19460"/>
                  </a:moveTo>
                  <a:lnTo>
                    <a:pt x="230176" y="22734"/>
                  </a:lnTo>
                  <a:lnTo>
                    <a:pt x="215461" y="51470"/>
                  </a:lnTo>
                  <a:close/>
                  <a:moveTo>
                    <a:pt x="322303" y="42306"/>
                  </a:moveTo>
                  <a:lnTo>
                    <a:pt x="335457" y="30176"/>
                  </a:lnTo>
                  <a:lnTo>
                    <a:pt x="303374" y="43937"/>
                  </a:lnTo>
                  <a:close/>
                  <a:moveTo>
                    <a:pt x="303374" y="43937"/>
                  </a:moveTo>
                  <a:lnTo>
                    <a:pt x="335457" y="30176"/>
                  </a:lnTo>
                  <a:lnTo>
                    <a:pt x="322827" y="10463"/>
                  </a:lnTo>
                  <a:close/>
                  <a:moveTo>
                    <a:pt x="303374" y="43937"/>
                  </a:moveTo>
                  <a:lnTo>
                    <a:pt x="322827" y="10463"/>
                  </a:lnTo>
                  <a:lnTo>
                    <a:pt x="284969" y="14154"/>
                  </a:lnTo>
                  <a:close/>
                  <a:moveTo>
                    <a:pt x="245123" y="19460"/>
                  </a:moveTo>
                  <a:lnTo>
                    <a:pt x="303374" y="43937"/>
                  </a:lnTo>
                  <a:lnTo>
                    <a:pt x="284969" y="14154"/>
                  </a:lnTo>
                  <a:close/>
                  <a:moveTo>
                    <a:pt x="836456" y="561359"/>
                  </a:moveTo>
                  <a:lnTo>
                    <a:pt x="813182" y="593631"/>
                  </a:lnTo>
                  <a:lnTo>
                    <a:pt x="827742" y="576447"/>
                  </a:lnTo>
                  <a:close/>
                  <a:moveTo>
                    <a:pt x="602016" y="409855"/>
                  </a:moveTo>
                  <a:lnTo>
                    <a:pt x="604195" y="412063"/>
                  </a:lnTo>
                  <a:lnTo>
                    <a:pt x="605115" y="408627"/>
                  </a:lnTo>
                  <a:close/>
                  <a:moveTo>
                    <a:pt x="581445" y="373101"/>
                  </a:moveTo>
                  <a:lnTo>
                    <a:pt x="602016" y="409855"/>
                  </a:lnTo>
                  <a:lnTo>
                    <a:pt x="605115" y="408627"/>
                  </a:lnTo>
                  <a:close/>
                  <a:moveTo>
                    <a:pt x="567994" y="336346"/>
                  </a:moveTo>
                  <a:lnTo>
                    <a:pt x="599697" y="368286"/>
                  </a:lnTo>
                  <a:lnTo>
                    <a:pt x="599049" y="324066"/>
                  </a:lnTo>
                  <a:close/>
                  <a:moveTo>
                    <a:pt x="646761" y="350425"/>
                  </a:moveTo>
                  <a:lnTo>
                    <a:pt x="617135" y="319162"/>
                  </a:lnTo>
                  <a:lnTo>
                    <a:pt x="647106" y="356831"/>
                  </a:lnTo>
                  <a:close/>
                  <a:moveTo>
                    <a:pt x="647106" y="356831"/>
                  </a:moveTo>
                  <a:lnTo>
                    <a:pt x="599049" y="324066"/>
                  </a:lnTo>
                  <a:lnTo>
                    <a:pt x="599697" y="368286"/>
                  </a:lnTo>
                  <a:close/>
                  <a:moveTo>
                    <a:pt x="567994" y="336346"/>
                  </a:moveTo>
                  <a:lnTo>
                    <a:pt x="599049" y="324066"/>
                  </a:lnTo>
                  <a:lnTo>
                    <a:pt x="553095" y="299590"/>
                  </a:lnTo>
                  <a:close/>
                  <a:moveTo>
                    <a:pt x="322303" y="42306"/>
                  </a:moveTo>
                  <a:lnTo>
                    <a:pt x="340981" y="50830"/>
                  </a:lnTo>
                  <a:lnTo>
                    <a:pt x="348775" y="34115"/>
                  </a:lnTo>
                  <a:close/>
                  <a:moveTo>
                    <a:pt x="348775" y="34115"/>
                  </a:moveTo>
                  <a:lnTo>
                    <a:pt x="364258" y="13282"/>
                  </a:lnTo>
                  <a:lnTo>
                    <a:pt x="335457" y="30176"/>
                  </a:lnTo>
                  <a:close/>
                  <a:moveTo>
                    <a:pt x="850408" y="568386"/>
                  </a:moveTo>
                  <a:lnTo>
                    <a:pt x="827742" y="576447"/>
                  </a:lnTo>
                  <a:lnTo>
                    <a:pt x="861696" y="603956"/>
                  </a:lnTo>
                  <a:close/>
                  <a:moveTo>
                    <a:pt x="873931" y="559264"/>
                  </a:moveTo>
                  <a:lnTo>
                    <a:pt x="850408" y="568386"/>
                  </a:lnTo>
                  <a:lnTo>
                    <a:pt x="861696" y="603956"/>
                  </a:lnTo>
                  <a:close/>
                  <a:moveTo>
                    <a:pt x="646761" y="350425"/>
                  </a:moveTo>
                  <a:lnTo>
                    <a:pt x="661388" y="355917"/>
                  </a:lnTo>
                  <a:lnTo>
                    <a:pt x="663709" y="317585"/>
                  </a:lnTo>
                  <a:close/>
                  <a:moveTo>
                    <a:pt x="923615" y="518299"/>
                  </a:moveTo>
                  <a:lnTo>
                    <a:pt x="953930" y="542080"/>
                  </a:lnTo>
                  <a:lnTo>
                    <a:pt x="978820" y="545253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98" name="Input_density__89">
              <a:extLst>
                <a:ext uri="{FF2B5EF4-FFF2-40B4-BE49-F238E27FC236}">
                  <a16:creationId xmlns:a16="http://schemas.microsoft.com/office/drawing/2014/main" id="{8663AB49-374E-6399-DCD9-9D20E404DCD3}"/>
                </a:ext>
              </a:extLst>
            </p:cNvPr>
            <p:cNvSpPr>
              <a:spLocks noGrp="1"/>
            </p:cNvSpPr>
            <p:nvPr/>
          </p:nvSpPr>
          <p:spPr>
            <a:xfrm>
              <a:off x="960437" y="2243164"/>
              <a:ext cx="1000620" cy="788020"/>
            </a:xfrm>
            <a:custGeom>
              <a:avLst/>
              <a:gdLst/>
              <a:ahLst/>
              <a:cxnLst/>
              <a:rect l="0" t="0" r="0" b="0"/>
              <a:pathLst>
                <a:path w="1000620" h="788020">
                  <a:moveTo>
                    <a:pt x="23465" y="755242"/>
                  </a:moveTo>
                  <a:lnTo>
                    <a:pt x="0" y="758325"/>
                  </a:lnTo>
                  <a:lnTo>
                    <a:pt x="36716" y="753763"/>
                  </a:lnTo>
                  <a:close/>
                  <a:moveTo>
                    <a:pt x="23465" y="755242"/>
                  </a:moveTo>
                  <a:lnTo>
                    <a:pt x="5174" y="760408"/>
                  </a:lnTo>
                  <a:lnTo>
                    <a:pt x="0" y="758325"/>
                  </a:lnTo>
                  <a:close/>
                  <a:moveTo>
                    <a:pt x="38910" y="753780"/>
                  </a:moveTo>
                  <a:lnTo>
                    <a:pt x="23465" y="755242"/>
                  </a:lnTo>
                  <a:lnTo>
                    <a:pt x="36716" y="753763"/>
                  </a:lnTo>
                  <a:close/>
                  <a:moveTo>
                    <a:pt x="142245" y="666937"/>
                  </a:moveTo>
                  <a:lnTo>
                    <a:pt x="156705" y="664602"/>
                  </a:lnTo>
                  <a:lnTo>
                    <a:pt x="176394" y="642009"/>
                  </a:lnTo>
                  <a:close/>
                  <a:moveTo>
                    <a:pt x="122446" y="230653"/>
                  </a:moveTo>
                  <a:lnTo>
                    <a:pt x="127690" y="199659"/>
                  </a:lnTo>
                  <a:lnTo>
                    <a:pt x="118408" y="224020"/>
                  </a:lnTo>
                  <a:close/>
                  <a:moveTo>
                    <a:pt x="139114" y="176715"/>
                  </a:moveTo>
                  <a:lnTo>
                    <a:pt x="127690" y="199659"/>
                  </a:lnTo>
                  <a:lnTo>
                    <a:pt x="122446" y="230653"/>
                  </a:lnTo>
                  <a:close/>
                  <a:moveTo>
                    <a:pt x="120381" y="193899"/>
                  </a:moveTo>
                  <a:lnTo>
                    <a:pt x="139114" y="176715"/>
                  </a:lnTo>
                  <a:lnTo>
                    <a:pt x="122446" y="230653"/>
                  </a:lnTo>
                  <a:close/>
                  <a:moveTo>
                    <a:pt x="346066" y="297038"/>
                  </a:moveTo>
                  <a:lnTo>
                    <a:pt x="311045" y="290676"/>
                  </a:lnTo>
                  <a:lnTo>
                    <a:pt x="320755" y="298614"/>
                  </a:lnTo>
                  <a:close/>
                  <a:moveTo>
                    <a:pt x="311045" y="290676"/>
                  </a:moveTo>
                  <a:lnTo>
                    <a:pt x="346066" y="297038"/>
                  </a:lnTo>
                  <a:lnTo>
                    <a:pt x="364960" y="271473"/>
                  </a:lnTo>
                  <a:close/>
                  <a:moveTo>
                    <a:pt x="364960" y="271473"/>
                  </a:moveTo>
                  <a:lnTo>
                    <a:pt x="374730" y="267658"/>
                  </a:lnTo>
                  <a:lnTo>
                    <a:pt x="377530" y="252614"/>
                  </a:lnTo>
                  <a:close/>
                  <a:moveTo>
                    <a:pt x="346066" y="297038"/>
                  </a:moveTo>
                  <a:lnTo>
                    <a:pt x="373121" y="273617"/>
                  </a:lnTo>
                  <a:lnTo>
                    <a:pt x="364960" y="271473"/>
                  </a:lnTo>
                  <a:close/>
                  <a:moveTo>
                    <a:pt x="860151" y="788020"/>
                  </a:moveTo>
                  <a:lnTo>
                    <a:pt x="856301" y="786755"/>
                  </a:lnTo>
                  <a:lnTo>
                    <a:pt x="835380" y="784533"/>
                  </a:lnTo>
                  <a:close/>
                  <a:moveTo>
                    <a:pt x="866798" y="777421"/>
                  </a:moveTo>
                  <a:lnTo>
                    <a:pt x="860151" y="788020"/>
                  </a:lnTo>
                  <a:lnTo>
                    <a:pt x="835380" y="784533"/>
                  </a:lnTo>
                  <a:close/>
                  <a:moveTo>
                    <a:pt x="866764" y="750000"/>
                  </a:moveTo>
                  <a:lnTo>
                    <a:pt x="860151" y="788020"/>
                  </a:lnTo>
                  <a:lnTo>
                    <a:pt x="866798" y="777421"/>
                  </a:lnTo>
                  <a:close/>
                  <a:moveTo>
                    <a:pt x="863889" y="786755"/>
                  </a:moveTo>
                  <a:lnTo>
                    <a:pt x="860151" y="788020"/>
                  </a:lnTo>
                  <a:lnTo>
                    <a:pt x="866764" y="750000"/>
                  </a:lnTo>
                  <a:close/>
                  <a:moveTo>
                    <a:pt x="377064" y="238672"/>
                  </a:moveTo>
                  <a:lnTo>
                    <a:pt x="364960" y="271473"/>
                  </a:lnTo>
                  <a:lnTo>
                    <a:pt x="377530" y="252614"/>
                  </a:lnTo>
                  <a:close/>
                  <a:moveTo>
                    <a:pt x="866764" y="750000"/>
                  </a:moveTo>
                  <a:lnTo>
                    <a:pt x="887526" y="732816"/>
                  </a:lnTo>
                  <a:lnTo>
                    <a:pt x="863889" y="786755"/>
                  </a:lnTo>
                  <a:close/>
                  <a:moveTo>
                    <a:pt x="959846" y="712110"/>
                  </a:moveTo>
                  <a:lnTo>
                    <a:pt x="938081" y="726943"/>
                  </a:lnTo>
                  <a:lnTo>
                    <a:pt x="990000" y="700275"/>
                  </a:lnTo>
                  <a:close/>
                  <a:moveTo>
                    <a:pt x="999645" y="666384"/>
                  </a:moveTo>
                  <a:lnTo>
                    <a:pt x="990000" y="700275"/>
                  </a:lnTo>
                  <a:lnTo>
                    <a:pt x="1000620" y="678878"/>
                  </a:lnTo>
                  <a:close/>
                  <a:moveTo>
                    <a:pt x="599649" y="45013"/>
                  </a:moveTo>
                  <a:lnTo>
                    <a:pt x="626980" y="22624"/>
                  </a:lnTo>
                  <a:lnTo>
                    <a:pt x="648325" y="6220"/>
                  </a:lnTo>
                  <a:close/>
                  <a:moveTo>
                    <a:pt x="889167" y="209806"/>
                  </a:moveTo>
                  <a:lnTo>
                    <a:pt x="881409" y="259778"/>
                  </a:lnTo>
                  <a:lnTo>
                    <a:pt x="883068" y="259511"/>
                  </a:lnTo>
                  <a:close/>
                  <a:moveTo>
                    <a:pt x="889167" y="209806"/>
                  </a:moveTo>
                  <a:lnTo>
                    <a:pt x="883068" y="259511"/>
                  </a:lnTo>
                  <a:lnTo>
                    <a:pt x="883089" y="259778"/>
                  </a:lnTo>
                  <a:close/>
                  <a:moveTo>
                    <a:pt x="650395" y="0"/>
                  </a:moveTo>
                  <a:lnTo>
                    <a:pt x="648325" y="6220"/>
                  </a:lnTo>
                  <a:lnTo>
                    <a:pt x="650670" y="249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9" name="Input_density__90">
              <a:extLst>
                <a:ext uri="{FF2B5EF4-FFF2-40B4-BE49-F238E27FC236}">
                  <a16:creationId xmlns:a16="http://schemas.microsoft.com/office/drawing/2014/main" id="{F8ABE24F-F2C7-17A6-F6A7-143521E2F881}"/>
                </a:ext>
              </a:extLst>
            </p:cNvPr>
            <p:cNvSpPr>
              <a:spLocks noGrp="1"/>
            </p:cNvSpPr>
            <p:nvPr/>
          </p:nvSpPr>
          <p:spPr>
            <a:xfrm>
              <a:off x="955638" y="1823982"/>
              <a:ext cx="1021345" cy="1210957"/>
            </a:xfrm>
            <a:custGeom>
              <a:avLst/>
              <a:gdLst/>
              <a:ahLst/>
              <a:cxnLst/>
              <a:rect l="0" t="0" r="0" b="0"/>
              <a:pathLst>
                <a:path w="1021345" h="1210957">
                  <a:moveTo>
                    <a:pt x="0" y="1174424"/>
                  </a:moveTo>
                  <a:lnTo>
                    <a:pt x="4799" y="1177507"/>
                  </a:lnTo>
                  <a:lnTo>
                    <a:pt x="9973" y="1179590"/>
                  </a:lnTo>
                  <a:close/>
                  <a:moveTo>
                    <a:pt x="0" y="1174424"/>
                  </a:moveTo>
                  <a:lnTo>
                    <a:pt x="9973" y="1179590"/>
                  </a:lnTo>
                  <a:lnTo>
                    <a:pt x="38449" y="1193996"/>
                  </a:lnTo>
                  <a:close/>
                  <a:moveTo>
                    <a:pt x="134151" y="1064117"/>
                  </a:moveTo>
                  <a:lnTo>
                    <a:pt x="174238" y="1086119"/>
                  </a:lnTo>
                  <a:lnTo>
                    <a:pt x="161504" y="1083784"/>
                  </a:lnTo>
                  <a:close/>
                  <a:moveTo>
                    <a:pt x="222667" y="995472"/>
                  </a:moveTo>
                  <a:lnTo>
                    <a:pt x="188691" y="993016"/>
                  </a:lnTo>
                  <a:lnTo>
                    <a:pt x="191094" y="995426"/>
                  </a:lnTo>
                  <a:close/>
                  <a:moveTo>
                    <a:pt x="242772" y="1014997"/>
                  </a:moveTo>
                  <a:lnTo>
                    <a:pt x="222667" y="995472"/>
                  </a:lnTo>
                  <a:lnTo>
                    <a:pt x="202164" y="991164"/>
                  </a:lnTo>
                  <a:close/>
                  <a:moveTo>
                    <a:pt x="301179" y="1039863"/>
                  </a:moveTo>
                  <a:lnTo>
                    <a:pt x="334719" y="1040686"/>
                  </a:lnTo>
                  <a:lnTo>
                    <a:pt x="351171" y="1005989"/>
                  </a:lnTo>
                  <a:close/>
                  <a:moveTo>
                    <a:pt x="397158" y="980631"/>
                  </a:moveTo>
                  <a:lnTo>
                    <a:pt x="398668" y="984510"/>
                  </a:lnTo>
                  <a:lnTo>
                    <a:pt x="404419" y="984290"/>
                  </a:lnTo>
                  <a:close/>
                  <a:moveTo>
                    <a:pt x="413630" y="980631"/>
                  </a:moveTo>
                  <a:lnTo>
                    <a:pt x="404419" y="984290"/>
                  </a:lnTo>
                  <a:lnTo>
                    <a:pt x="398668" y="984510"/>
                  </a:lnTo>
                  <a:close/>
                  <a:moveTo>
                    <a:pt x="397158" y="980631"/>
                  </a:moveTo>
                  <a:lnTo>
                    <a:pt x="404419" y="984290"/>
                  </a:lnTo>
                  <a:lnTo>
                    <a:pt x="421418" y="966015"/>
                  </a:lnTo>
                  <a:close/>
                  <a:moveTo>
                    <a:pt x="143913" y="595897"/>
                  </a:moveTo>
                  <a:lnTo>
                    <a:pt x="125180" y="613081"/>
                  </a:lnTo>
                  <a:lnTo>
                    <a:pt x="150961" y="563328"/>
                  </a:lnTo>
                  <a:close/>
                  <a:moveTo>
                    <a:pt x="125180" y="613081"/>
                  </a:moveTo>
                  <a:lnTo>
                    <a:pt x="135597" y="602092"/>
                  </a:lnTo>
                  <a:lnTo>
                    <a:pt x="150961" y="563328"/>
                  </a:lnTo>
                  <a:close/>
                  <a:moveTo>
                    <a:pt x="250373" y="589652"/>
                  </a:moveTo>
                  <a:lnTo>
                    <a:pt x="210133" y="581962"/>
                  </a:lnTo>
                  <a:lnTo>
                    <a:pt x="238954" y="585619"/>
                  </a:lnTo>
                  <a:close/>
                  <a:moveTo>
                    <a:pt x="214720" y="580928"/>
                  </a:moveTo>
                  <a:lnTo>
                    <a:pt x="250373" y="589652"/>
                  </a:lnTo>
                  <a:lnTo>
                    <a:pt x="272224" y="575139"/>
                  </a:lnTo>
                  <a:close/>
                  <a:moveTo>
                    <a:pt x="840179" y="1203715"/>
                  </a:moveTo>
                  <a:lnTo>
                    <a:pt x="808797" y="1210957"/>
                  </a:lnTo>
                  <a:lnTo>
                    <a:pt x="791314" y="1195232"/>
                  </a:lnTo>
                  <a:close/>
                  <a:moveTo>
                    <a:pt x="840179" y="1203715"/>
                  </a:moveTo>
                  <a:lnTo>
                    <a:pt x="861100" y="1205937"/>
                  </a:lnTo>
                  <a:lnTo>
                    <a:pt x="831419" y="1199328"/>
                  </a:lnTo>
                  <a:close/>
                  <a:moveTo>
                    <a:pt x="840179" y="1203715"/>
                  </a:moveTo>
                  <a:lnTo>
                    <a:pt x="831419" y="1199328"/>
                  </a:lnTo>
                  <a:lnTo>
                    <a:pt x="808797" y="1210957"/>
                  </a:lnTo>
                  <a:close/>
                  <a:moveTo>
                    <a:pt x="535910" y="813560"/>
                  </a:moveTo>
                  <a:lnTo>
                    <a:pt x="542225" y="770077"/>
                  </a:lnTo>
                  <a:lnTo>
                    <a:pt x="523160" y="794256"/>
                  </a:lnTo>
                  <a:close/>
                  <a:moveTo>
                    <a:pt x="501507" y="809510"/>
                  </a:moveTo>
                  <a:lnTo>
                    <a:pt x="535910" y="813560"/>
                  </a:lnTo>
                  <a:lnTo>
                    <a:pt x="523160" y="794256"/>
                  </a:lnTo>
                  <a:close/>
                  <a:moveTo>
                    <a:pt x="218461" y="261961"/>
                  </a:moveTo>
                  <a:lnTo>
                    <a:pt x="206630" y="252695"/>
                  </a:lnTo>
                  <a:lnTo>
                    <a:pt x="203255" y="249436"/>
                  </a:lnTo>
                  <a:close/>
                  <a:moveTo>
                    <a:pt x="994799" y="1119457"/>
                  </a:moveTo>
                  <a:lnTo>
                    <a:pt x="1004444" y="1085566"/>
                  </a:lnTo>
                  <a:lnTo>
                    <a:pt x="982243" y="1100882"/>
                  </a:lnTo>
                  <a:close/>
                  <a:moveTo>
                    <a:pt x="964645" y="1131292"/>
                  </a:moveTo>
                  <a:lnTo>
                    <a:pt x="994799" y="1119457"/>
                  </a:lnTo>
                  <a:lnTo>
                    <a:pt x="982243" y="1100882"/>
                  </a:lnTo>
                  <a:close/>
                  <a:moveTo>
                    <a:pt x="1005419" y="1098060"/>
                  </a:moveTo>
                  <a:lnTo>
                    <a:pt x="1007548" y="1070916"/>
                  </a:lnTo>
                  <a:lnTo>
                    <a:pt x="1004444" y="1085566"/>
                  </a:lnTo>
                  <a:close/>
                  <a:moveTo>
                    <a:pt x="1021345" y="1044122"/>
                  </a:moveTo>
                  <a:lnTo>
                    <a:pt x="1007548" y="1070916"/>
                  </a:lnTo>
                  <a:lnTo>
                    <a:pt x="1005419" y="1098060"/>
                  </a:lnTo>
                  <a:close/>
                  <a:moveTo>
                    <a:pt x="807632" y="913483"/>
                  </a:moveTo>
                  <a:lnTo>
                    <a:pt x="830528" y="879006"/>
                  </a:lnTo>
                  <a:lnTo>
                    <a:pt x="810622" y="914285"/>
                  </a:lnTo>
                  <a:close/>
                  <a:moveTo>
                    <a:pt x="807632" y="913483"/>
                  </a:moveTo>
                  <a:lnTo>
                    <a:pt x="806205" y="912643"/>
                  </a:lnTo>
                  <a:lnTo>
                    <a:pt x="829660" y="877530"/>
                  </a:lnTo>
                  <a:close/>
                  <a:moveTo>
                    <a:pt x="464772" y="508114"/>
                  </a:moveTo>
                  <a:lnTo>
                    <a:pt x="495868" y="499803"/>
                  </a:lnTo>
                  <a:lnTo>
                    <a:pt x="515583" y="477305"/>
                  </a:lnTo>
                  <a:close/>
                  <a:moveTo>
                    <a:pt x="495868" y="499803"/>
                  </a:moveTo>
                  <a:lnTo>
                    <a:pt x="529268" y="500102"/>
                  </a:lnTo>
                  <a:lnTo>
                    <a:pt x="551011" y="485186"/>
                  </a:lnTo>
                  <a:close/>
                  <a:moveTo>
                    <a:pt x="237843" y="125247"/>
                  </a:moveTo>
                  <a:lnTo>
                    <a:pt x="226404" y="143572"/>
                  </a:lnTo>
                  <a:lnTo>
                    <a:pt x="242787" y="135032"/>
                  </a:lnTo>
                  <a:close/>
                  <a:moveTo>
                    <a:pt x="242787" y="135032"/>
                  </a:moveTo>
                  <a:lnTo>
                    <a:pt x="226404" y="143572"/>
                  </a:lnTo>
                  <a:lnTo>
                    <a:pt x="219965" y="171244"/>
                  </a:lnTo>
                  <a:close/>
                  <a:moveTo>
                    <a:pt x="237843" y="125247"/>
                  </a:moveTo>
                  <a:lnTo>
                    <a:pt x="242787" y="135032"/>
                  </a:lnTo>
                  <a:lnTo>
                    <a:pt x="251985" y="114639"/>
                  </a:lnTo>
                  <a:close/>
                  <a:moveTo>
                    <a:pt x="65998" y="13777"/>
                  </a:moveTo>
                  <a:lnTo>
                    <a:pt x="99231" y="13454"/>
                  </a:lnTo>
                  <a:lnTo>
                    <a:pt x="123313" y="7282"/>
                  </a:lnTo>
                  <a:close/>
                  <a:moveTo>
                    <a:pt x="123313" y="7282"/>
                  </a:moveTo>
                  <a:lnTo>
                    <a:pt x="99231" y="13454"/>
                  </a:lnTo>
                  <a:lnTo>
                    <a:pt x="154685" y="0"/>
                  </a:lnTo>
                  <a:close/>
                  <a:moveTo>
                    <a:pt x="1010111" y="1036212"/>
                  </a:moveTo>
                  <a:lnTo>
                    <a:pt x="1007548" y="1070916"/>
                  </a:lnTo>
                  <a:lnTo>
                    <a:pt x="1021345" y="1044122"/>
                  </a:lnTo>
                  <a:close/>
                  <a:moveTo>
                    <a:pt x="997382" y="1001813"/>
                  </a:moveTo>
                  <a:lnTo>
                    <a:pt x="1010111" y="1036212"/>
                  </a:lnTo>
                  <a:lnTo>
                    <a:pt x="1021345" y="1044122"/>
                  </a:lnTo>
                  <a:close/>
                  <a:moveTo>
                    <a:pt x="834508" y="846885"/>
                  </a:moveTo>
                  <a:lnTo>
                    <a:pt x="855505" y="876181"/>
                  </a:lnTo>
                  <a:lnTo>
                    <a:pt x="847361" y="860347"/>
                  </a:lnTo>
                  <a:close/>
                  <a:moveTo>
                    <a:pt x="333935" y="222260"/>
                  </a:moveTo>
                  <a:lnTo>
                    <a:pt x="341153" y="272267"/>
                  </a:lnTo>
                  <a:lnTo>
                    <a:pt x="343999" y="235512"/>
                  </a:lnTo>
                  <a:close/>
                  <a:moveTo>
                    <a:pt x="357726" y="198757"/>
                  </a:moveTo>
                  <a:lnTo>
                    <a:pt x="369529" y="181574"/>
                  </a:lnTo>
                  <a:lnTo>
                    <a:pt x="365952" y="195378"/>
                  </a:lnTo>
                  <a:close/>
                  <a:moveTo>
                    <a:pt x="237682" y="89529"/>
                  </a:moveTo>
                  <a:lnTo>
                    <a:pt x="251985" y="114639"/>
                  </a:lnTo>
                  <a:lnTo>
                    <a:pt x="259316" y="71309"/>
                  </a:lnTo>
                  <a:close/>
                  <a:moveTo>
                    <a:pt x="237843" y="125247"/>
                  </a:moveTo>
                  <a:lnTo>
                    <a:pt x="251985" y="114639"/>
                  </a:lnTo>
                  <a:lnTo>
                    <a:pt x="237682" y="89529"/>
                  </a:lnTo>
                  <a:close/>
                  <a:moveTo>
                    <a:pt x="828339" y="717660"/>
                  </a:moveTo>
                  <a:lnTo>
                    <a:pt x="837366" y="712155"/>
                  </a:lnTo>
                  <a:lnTo>
                    <a:pt x="844501" y="678960"/>
                  </a:lnTo>
                  <a:close/>
                  <a:moveTo>
                    <a:pt x="849788" y="727310"/>
                  </a:moveTo>
                  <a:lnTo>
                    <a:pt x="837366" y="712155"/>
                  </a:lnTo>
                  <a:lnTo>
                    <a:pt x="828339" y="717660"/>
                  </a:lnTo>
                  <a:close/>
                  <a:moveTo>
                    <a:pt x="849788" y="727310"/>
                  </a:moveTo>
                  <a:lnTo>
                    <a:pt x="847227" y="749025"/>
                  </a:lnTo>
                  <a:lnTo>
                    <a:pt x="852547" y="732899"/>
                  </a:lnTo>
                  <a:close/>
                  <a:moveTo>
                    <a:pt x="849788" y="727310"/>
                  </a:moveTo>
                  <a:lnTo>
                    <a:pt x="852547" y="732899"/>
                  </a:lnTo>
                  <a:lnTo>
                    <a:pt x="837366" y="712155"/>
                  </a:lnTo>
                  <a:close/>
                  <a:moveTo>
                    <a:pt x="624956" y="444664"/>
                  </a:moveTo>
                  <a:lnTo>
                    <a:pt x="604448" y="464195"/>
                  </a:lnTo>
                  <a:lnTo>
                    <a:pt x="653124" y="425401"/>
                  </a:lnTo>
                  <a:close/>
                  <a:moveTo>
                    <a:pt x="867859" y="633748"/>
                  </a:moveTo>
                  <a:lnTo>
                    <a:pt x="844501" y="678960"/>
                  </a:lnTo>
                  <a:lnTo>
                    <a:pt x="848194" y="656432"/>
                  </a:lnTo>
                  <a:close/>
                  <a:moveTo>
                    <a:pt x="848194" y="656432"/>
                  </a:moveTo>
                  <a:lnTo>
                    <a:pt x="886208" y="678960"/>
                  </a:lnTo>
                  <a:lnTo>
                    <a:pt x="867859" y="633748"/>
                  </a:lnTo>
                  <a:close/>
                  <a:moveTo>
                    <a:pt x="867859" y="633748"/>
                  </a:moveTo>
                  <a:lnTo>
                    <a:pt x="886208" y="678960"/>
                  </a:lnTo>
                  <a:lnTo>
                    <a:pt x="893966" y="628988"/>
                  </a:lnTo>
                  <a:close/>
                  <a:moveTo>
                    <a:pt x="893966" y="628988"/>
                  </a:moveTo>
                  <a:lnTo>
                    <a:pt x="885380" y="625022"/>
                  </a:lnTo>
                  <a:lnTo>
                    <a:pt x="867859" y="633748"/>
                  </a:lnTo>
                  <a:close/>
                  <a:moveTo>
                    <a:pt x="885380" y="625022"/>
                  </a:moveTo>
                  <a:lnTo>
                    <a:pt x="893966" y="628988"/>
                  </a:lnTo>
                  <a:lnTo>
                    <a:pt x="897371" y="619512"/>
                  </a:lnTo>
                  <a:close/>
                  <a:moveTo>
                    <a:pt x="655194" y="419182"/>
                  </a:moveTo>
                  <a:lnTo>
                    <a:pt x="624956" y="444664"/>
                  </a:lnTo>
                  <a:lnTo>
                    <a:pt x="653124" y="425401"/>
                  </a:lnTo>
                  <a:close/>
                  <a:moveTo>
                    <a:pt x="644628" y="383025"/>
                  </a:moveTo>
                  <a:lnTo>
                    <a:pt x="655469" y="421675"/>
                  </a:lnTo>
                  <a:lnTo>
                    <a:pt x="646292" y="384920"/>
                  </a:lnTo>
                  <a:close/>
                  <a:moveTo>
                    <a:pt x="644628" y="383025"/>
                  </a:moveTo>
                  <a:lnTo>
                    <a:pt x="655194" y="419182"/>
                  </a:lnTo>
                  <a:lnTo>
                    <a:pt x="655469" y="421675"/>
                  </a:lnTo>
                  <a:close/>
                  <a:moveTo>
                    <a:pt x="637382" y="344169"/>
                  </a:moveTo>
                  <a:lnTo>
                    <a:pt x="641736" y="330982"/>
                  </a:lnTo>
                  <a:lnTo>
                    <a:pt x="624456" y="346588"/>
                  </a:lnTo>
                  <a:close/>
                  <a:moveTo>
                    <a:pt x="637382" y="344169"/>
                  </a:moveTo>
                  <a:lnTo>
                    <a:pt x="644628" y="383025"/>
                  </a:lnTo>
                  <a:lnTo>
                    <a:pt x="646292" y="384920"/>
                  </a:lnTo>
                  <a:close/>
                  <a:moveTo>
                    <a:pt x="641736" y="330982"/>
                  </a:moveTo>
                  <a:lnTo>
                    <a:pt x="637382" y="344169"/>
                  </a:lnTo>
                  <a:lnTo>
                    <a:pt x="646330" y="3037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0" name="Input_density__91">
              <a:extLst>
                <a:ext uri="{FF2B5EF4-FFF2-40B4-BE49-F238E27FC236}">
                  <a16:creationId xmlns:a16="http://schemas.microsoft.com/office/drawing/2014/main" id="{60511084-F269-EA5F-E6F1-BAB7DFD96FEC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1852985"/>
              <a:ext cx="949513" cy="1245667"/>
            </a:xfrm>
            <a:custGeom>
              <a:avLst/>
              <a:gdLst/>
              <a:ahLst/>
              <a:cxnLst/>
              <a:rect l="0" t="0" r="0" b="0"/>
              <a:pathLst>
                <a:path w="949513" h="1245667">
                  <a:moveTo>
                    <a:pt x="25925" y="1070156"/>
                  </a:moveTo>
                  <a:lnTo>
                    <a:pt x="22063" y="1071911"/>
                  </a:lnTo>
                  <a:lnTo>
                    <a:pt x="48273" y="1067331"/>
                  </a:lnTo>
                  <a:close/>
                  <a:moveTo>
                    <a:pt x="22063" y="1071911"/>
                  </a:moveTo>
                  <a:lnTo>
                    <a:pt x="0" y="1107632"/>
                  </a:lnTo>
                  <a:lnTo>
                    <a:pt x="48273" y="1067331"/>
                  </a:lnTo>
                  <a:close/>
                  <a:moveTo>
                    <a:pt x="48273" y="1067331"/>
                  </a:moveTo>
                  <a:lnTo>
                    <a:pt x="0" y="1107632"/>
                  </a:lnTo>
                  <a:lnTo>
                    <a:pt x="22173" y="1091483"/>
                  </a:lnTo>
                  <a:close/>
                  <a:moveTo>
                    <a:pt x="25925" y="1070156"/>
                  </a:moveTo>
                  <a:lnTo>
                    <a:pt x="48273" y="1067331"/>
                  </a:lnTo>
                  <a:lnTo>
                    <a:pt x="80603" y="1063631"/>
                  </a:lnTo>
                  <a:close/>
                  <a:moveTo>
                    <a:pt x="140373" y="970110"/>
                  </a:moveTo>
                  <a:lnTo>
                    <a:pt x="117779" y="983606"/>
                  </a:lnTo>
                  <a:lnTo>
                    <a:pt x="156665" y="973295"/>
                  </a:lnTo>
                  <a:close/>
                  <a:moveTo>
                    <a:pt x="210734" y="838974"/>
                  </a:moveTo>
                  <a:lnTo>
                    <a:pt x="204927" y="875729"/>
                  </a:lnTo>
                  <a:lnTo>
                    <a:pt x="247090" y="858546"/>
                  </a:lnTo>
                  <a:close/>
                  <a:moveTo>
                    <a:pt x="210734" y="838974"/>
                  </a:moveTo>
                  <a:lnTo>
                    <a:pt x="247090" y="858546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10734" y="838974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29284" y="821791"/>
                  </a:lnTo>
                  <a:lnTo>
                    <a:pt x="227262" y="785036"/>
                  </a:lnTo>
                  <a:close/>
                  <a:moveTo>
                    <a:pt x="231169" y="771804"/>
                  </a:moveTo>
                  <a:lnTo>
                    <a:pt x="200835" y="802219"/>
                  </a:lnTo>
                  <a:lnTo>
                    <a:pt x="227262" y="785036"/>
                  </a:lnTo>
                  <a:close/>
                  <a:moveTo>
                    <a:pt x="667861" y="1245667"/>
                  </a:moveTo>
                  <a:lnTo>
                    <a:pt x="678413" y="1226579"/>
                  </a:lnTo>
                  <a:lnTo>
                    <a:pt x="638957" y="1226096"/>
                  </a:lnTo>
                  <a:close/>
                  <a:moveTo>
                    <a:pt x="229284" y="821791"/>
                  </a:moveTo>
                  <a:lnTo>
                    <a:pt x="257561" y="855950"/>
                  </a:lnTo>
                  <a:lnTo>
                    <a:pt x="257995" y="810850"/>
                  </a:lnTo>
                  <a:close/>
                  <a:moveTo>
                    <a:pt x="229284" y="821791"/>
                  </a:moveTo>
                  <a:lnTo>
                    <a:pt x="247090" y="858546"/>
                  </a:lnTo>
                  <a:lnTo>
                    <a:pt x="257561" y="855950"/>
                  </a:lnTo>
                  <a:close/>
                  <a:moveTo>
                    <a:pt x="227262" y="785036"/>
                  </a:moveTo>
                  <a:lnTo>
                    <a:pt x="257995" y="810850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29284" y="821791"/>
                  </a:lnTo>
                  <a:lnTo>
                    <a:pt x="257995" y="810850"/>
                  </a:lnTo>
                  <a:close/>
                  <a:moveTo>
                    <a:pt x="257995" y="810850"/>
                  </a:moveTo>
                  <a:lnTo>
                    <a:pt x="288959" y="768019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45601" y="776180"/>
                  </a:lnTo>
                  <a:lnTo>
                    <a:pt x="231169" y="771804"/>
                  </a:lnTo>
                  <a:close/>
                  <a:moveTo>
                    <a:pt x="231169" y="771804"/>
                  </a:moveTo>
                  <a:lnTo>
                    <a:pt x="245601" y="776180"/>
                  </a:lnTo>
                  <a:lnTo>
                    <a:pt x="261751" y="761570"/>
                  </a:lnTo>
                  <a:close/>
                  <a:moveTo>
                    <a:pt x="346388" y="793166"/>
                  </a:moveTo>
                  <a:lnTo>
                    <a:pt x="338179" y="826534"/>
                  </a:lnTo>
                  <a:lnTo>
                    <a:pt x="364257" y="787424"/>
                  </a:lnTo>
                  <a:close/>
                  <a:moveTo>
                    <a:pt x="379769" y="761250"/>
                  </a:moveTo>
                  <a:lnTo>
                    <a:pt x="346388" y="793166"/>
                  </a:lnTo>
                  <a:lnTo>
                    <a:pt x="364257" y="787424"/>
                  </a:lnTo>
                  <a:close/>
                  <a:moveTo>
                    <a:pt x="178351" y="657588"/>
                  </a:moveTo>
                  <a:lnTo>
                    <a:pt x="214843" y="684604"/>
                  </a:lnTo>
                  <a:lnTo>
                    <a:pt x="204087" y="648601"/>
                  </a:lnTo>
                  <a:close/>
                  <a:moveTo>
                    <a:pt x="204087" y="648601"/>
                  </a:moveTo>
                  <a:lnTo>
                    <a:pt x="188752" y="641582"/>
                  </a:lnTo>
                  <a:lnTo>
                    <a:pt x="178351" y="657588"/>
                  </a:lnTo>
                  <a:close/>
                  <a:moveTo>
                    <a:pt x="236072" y="604938"/>
                  </a:moveTo>
                  <a:lnTo>
                    <a:pt x="192074" y="620832"/>
                  </a:lnTo>
                  <a:lnTo>
                    <a:pt x="239305" y="609808"/>
                  </a:lnTo>
                  <a:close/>
                  <a:moveTo>
                    <a:pt x="192074" y="620832"/>
                  </a:moveTo>
                  <a:lnTo>
                    <a:pt x="188752" y="641582"/>
                  </a:lnTo>
                  <a:lnTo>
                    <a:pt x="239305" y="609808"/>
                  </a:lnTo>
                  <a:close/>
                  <a:moveTo>
                    <a:pt x="239305" y="609808"/>
                  </a:moveTo>
                  <a:lnTo>
                    <a:pt x="188752" y="641582"/>
                  </a:lnTo>
                  <a:lnTo>
                    <a:pt x="227091" y="640404"/>
                  </a:lnTo>
                  <a:close/>
                  <a:moveTo>
                    <a:pt x="227091" y="640404"/>
                  </a:moveTo>
                  <a:lnTo>
                    <a:pt x="188752" y="641582"/>
                  </a:lnTo>
                  <a:lnTo>
                    <a:pt x="204087" y="648601"/>
                  </a:lnTo>
                  <a:close/>
                  <a:moveTo>
                    <a:pt x="364257" y="787424"/>
                  </a:moveTo>
                  <a:lnTo>
                    <a:pt x="411295" y="812232"/>
                  </a:lnTo>
                  <a:lnTo>
                    <a:pt x="401869" y="775148"/>
                  </a:lnTo>
                  <a:close/>
                  <a:moveTo>
                    <a:pt x="411295" y="812232"/>
                  </a:moveTo>
                  <a:lnTo>
                    <a:pt x="441065" y="770372"/>
                  </a:lnTo>
                  <a:lnTo>
                    <a:pt x="401869" y="775148"/>
                  </a:lnTo>
                  <a:close/>
                  <a:moveTo>
                    <a:pt x="379769" y="761250"/>
                  </a:moveTo>
                  <a:lnTo>
                    <a:pt x="364257" y="787424"/>
                  </a:lnTo>
                  <a:lnTo>
                    <a:pt x="401869" y="775148"/>
                  </a:lnTo>
                  <a:close/>
                  <a:moveTo>
                    <a:pt x="239305" y="609808"/>
                  </a:moveTo>
                  <a:lnTo>
                    <a:pt x="227091" y="640404"/>
                  </a:lnTo>
                  <a:lnTo>
                    <a:pt x="255982" y="633499"/>
                  </a:lnTo>
                  <a:close/>
                  <a:moveTo>
                    <a:pt x="297675" y="607260"/>
                  </a:moveTo>
                  <a:lnTo>
                    <a:pt x="255982" y="633499"/>
                  </a:lnTo>
                  <a:lnTo>
                    <a:pt x="289102" y="623221"/>
                  </a:lnTo>
                  <a:close/>
                  <a:moveTo>
                    <a:pt x="239305" y="609808"/>
                  </a:moveTo>
                  <a:lnTo>
                    <a:pt x="255982" y="633499"/>
                  </a:lnTo>
                  <a:lnTo>
                    <a:pt x="297675" y="607260"/>
                  </a:lnTo>
                  <a:close/>
                  <a:moveTo>
                    <a:pt x="488664" y="726821"/>
                  </a:moveTo>
                  <a:lnTo>
                    <a:pt x="441324" y="770241"/>
                  </a:lnTo>
                  <a:lnTo>
                    <a:pt x="478908" y="753057"/>
                  </a:lnTo>
                  <a:close/>
                  <a:moveTo>
                    <a:pt x="347390" y="572352"/>
                  </a:moveTo>
                  <a:lnTo>
                    <a:pt x="322851" y="586466"/>
                  </a:lnTo>
                  <a:lnTo>
                    <a:pt x="297675" y="607260"/>
                  </a:lnTo>
                  <a:close/>
                  <a:moveTo>
                    <a:pt x="312893" y="169754"/>
                  </a:moveTo>
                  <a:lnTo>
                    <a:pt x="317512" y="132999"/>
                  </a:lnTo>
                  <a:lnTo>
                    <a:pt x="305731" y="172672"/>
                  </a:lnTo>
                  <a:close/>
                  <a:moveTo>
                    <a:pt x="317512" y="132999"/>
                  </a:moveTo>
                  <a:lnTo>
                    <a:pt x="283645" y="145880"/>
                  </a:lnTo>
                  <a:lnTo>
                    <a:pt x="305731" y="172672"/>
                  </a:lnTo>
                  <a:close/>
                  <a:moveTo>
                    <a:pt x="589999" y="471711"/>
                  </a:moveTo>
                  <a:lnTo>
                    <a:pt x="577045" y="500549"/>
                  </a:lnTo>
                  <a:lnTo>
                    <a:pt x="608310" y="491933"/>
                  </a:lnTo>
                  <a:close/>
                  <a:moveTo>
                    <a:pt x="529883" y="353529"/>
                  </a:moveTo>
                  <a:lnTo>
                    <a:pt x="577027" y="373101"/>
                  </a:lnTo>
                  <a:lnTo>
                    <a:pt x="563576" y="336346"/>
                  </a:lnTo>
                  <a:close/>
                  <a:moveTo>
                    <a:pt x="317512" y="132999"/>
                  </a:moveTo>
                  <a:lnTo>
                    <a:pt x="358919" y="156519"/>
                  </a:lnTo>
                  <a:lnTo>
                    <a:pt x="344573" y="123435"/>
                  </a:lnTo>
                  <a:close/>
                  <a:moveTo>
                    <a:pt x="317512" y="132999"/>
                  </a:moveTo>
                  <a:lnTo>
                    <a:pt x="312893" y="169754"/>
                  </a:lnTo>
                  <a:lnTo>
                    <a:pt x="358919" y="156519"/>
                  </a:lnTo>
                  <a:close/>
                  <a:moveTo>
                    <a:pt x="358919" y="156519"/>
                  </a:moveTo>
                  <a:lnTo>
                    <a:pt x="384596" y="117985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17710" y="96244"/>
                  </a:lnTo>
                  <a:lnTo>
                    <a:pt x="317512" y="132999"/>
                  </a:lnTo>
                  <a:close/>
                  <a:moveTo>
                    <a:pt x="326878" y="93073"/>
                  </a:moveTo>
                  <a:lnTo>
                    <a:pt x="317710" y="96244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72027" y="83456"/>
                  </a:lnTo>
                  <a:lnTo>
                    <a:pt x="326878" y="93073"/>
                  </a:lnTo>
                  <a:close/>
                  <a:moveTo>
                    <a:pt x="336563" y="50830"/>
                  </a:moveTo>
                  <a:lnTo>
                    <a:pt x="317710" y="96244"/>
                  </a:lnTo>
                  <a:lnTo>
                    <a:pt x="326878" y="93073"/>
                  </a:lnTo>
                  <a:close/>
                  <a:moveTo>
                    <a:pt x="225758" y="22734"/>
                  </a:moveTo>
                  <a:lnTo>
                    <a:pt x="240705" y="19460"/>
                  </a:lnTo>
                  <a:lnTo>
                    <a:pt x="230597" y="0"/>
                  </a:lnTo>
                  <a:close/>
                  <a:moveTo>
                    <a:pt x="577027" y="373101"/>
                  </a:moveTo>
                  <a:lnTo>
                    <a:pt x="600698" y="408627"/>
                  </a:lnTo>
                  <a:lnTo>
                    <a:pt x="595279" y="368286"/>
                  </a:lnTo>
                  <a:close/>
                  <a:moveTo>
                    <a:pt x="599777" y="412063"/>
                  </a:moveTo>
                  <a:lnTo>
                    <a:pt x="643085" y="392672"/>
                  </a:lnTo>
                  <a:lnTo>
                    <a:pt x="600698" y="408627"/>
                  </a:lnTo>
                  <a:close/>
                  <a:moveTo>
                    <a:pt x="643085" y="392672"/>
                  </a:moveTo>
                  <a:lnTo>
                    <a:pt x="644857" y="359823"/>
                  </a:lnTo>
                  <a:lnTo>
                    <a:pt x="600698" y="408627"/>
                  </a:lnTo>
                  <a:close/>
                  <a:moveTo>
                    <a:pt x="600698" y="408627"/>
                  </a:moveTo>
                  <a:lnTo>
                    <a:pt x="644857" y="359823"/>
                  </a:lnTo>
                  <a:lnTo>
                    <a:pt x="642689" y="356831"/>
                  </a:lnTo>
                  <a:close/>
                  <a:moveTo>
                    <a:pt x="600698" y="408627"/>
                  </a:moveTo>
                  <a:lnTo>
                    <a:pt x="642689" y="356831"/>
                  </a:lnTo>
                  <a:lnTo>
                    <a:pt x="595279" y="368286"/>
                  </a:lnTo>
                  <a:close/>
                  <a:moveTo>
                    <a:pt x="563576" y="336346"/>
                  </a:moveTo>
                  <a:lnTo>
                    <a:pt x="577027" y="373101"/>
                  </a:lnTo>
                  <a:lnTo>
                    <a:pt x="595279" y="368286"/>
                  </a:lnTo>
                  <a:close/>
                  <a:moveTo>
                    <a:pt x="642689" y="356831"/>
                  </a:moveTo>
                  <a:lnTo>
                    <a:pt x="656971" y="355917"/>
                  </a:lnTo>
                  <a:lnTo>
                    <a:pt x="642343" y="350425"/>
                  </a:lnTo>
                  <a:close/>
                  <a:moveTo>
                    <a:pt x="642689" y="356831"/>
                  </a:moveTo>
                  <a:lnTo>
                    <a:pt x="644857" y="359823"/>
                  </a:lnTo>
                  <a:lnTo>
                    <a:pt x="656971" y="355917"/>
                  </a:lnTo>
                  <a:close/>
                  <a:moveTo>
                    <a:pt x="331039" y="30176"/>
                  </a:moveTo>
                  <a:lnTo>
                    <a:pt x="317886" y="42306"/>
                  </a:lnTo>
                  <a:lnTo>
                    <a:pt x="344358" y="34115"/>
                  </a:lnTo>
                  <a:close/>
                  <a:moveTo>
                    <a:pt x="832039" y="561359"/>
                  </a:moveTo>
                  <a:lnTo>
                    <a:pt x="823325" y="576447"/>
                  </a:lnTo>
                  <a:lnTo>
                    <a:pt x="845990" y="568386"/>
                  </a:lnTo>
                  <a:close/>
                  <a:moveTo>
                    <a:pt x="848320" y="539692"/>
                  </a:moveTo>
                  <a:lnTo>
                    <a:pt x="832039" y="561359"/>
                  </a:lnTo>
                  <a:lnTo>
                    <a:pt x="884548" y="536897"/>
                  </a:lnTo>
                  <a:close/>
                  <a:moveTo>
                    <a:pt x="884548" y="536897"/>
                  </a:moveTo>
                  <a:lnTo>
                    <a:pt x="832039" y="561359"/>
                  </a:lnTo>
                  <a:lnTo>
                    <a:pt x="869513" y="559264"/>
                  </a:lnTo>
                  <a:close/>
                  <a:moveTo>
                    <a:pt x="869513" y="559264"/>
                  </a:moveTo>
                  <a:lnTo>
                    <a:pt x="832039" y="561359"/>
                  </a:lnTo>
                  <a:lnTo>
                    <a:pt x="845990" y="568386"/>
                  </a:lnTo>
                  <a:close/>
                  <a:moveTo>
                    <a:pt x="867391" y="533328"/>
                  </a:moveTo>
                  <a:lnTo>
                    <a:pt x="884548" y="536897"/>
                  </a:lnTo>
                  <a:lnTo>
                    <a:pt x="905940" y="522509"/>
                  </a:lnTo>
                  <a:close/>
                  <a:moveTo>
                    <a:pt x="668319" y="380741"/>
                  </a:moveTo>
                  <a:lnTo>
                    <a:pt x="656971" y="355917"/>
                  </a:lnTo>
                  <a:lnTo>
                    <a:pt x="644857" y="359823"/>
                  </a:lnTo>
                  <a:close/>
                  <a:moveTo>
                    <a:pt x="903531" y="548695"/>
                  </a:moveTo>
                  <a:lnTo>
                    <a:pt x="947683" y="552163"/>
                  </a:lnTo>
                  <a:lnTo>
                    <a:pt x="943867" y="542080"/>
                  </a:lnTo>
                  <a:close/>
                  <a:moveTo>
                    <a:pt x="884548" y="536897"/>
                  </a:moveTo>
                  <a:lnTo>
                    <a:pt x="869513" y="559264"/>
                  </a:lnTo>
                  <a:lnTo>
                    <a:pt x="903531" y="548695"/>
                  </a:lnTo>
                  <a:close/>
                  <a:moveTo>
                    <a:pt x="919198" y="518299"/>
                  </a:moveTo>
                  <a:lnTo>
                    <a:pt x="905940" y="522509"/>
                  </a:lnTo>
                  <a:lnTo>
                    <a:pt x="944660" y="540863"/>
                  </a:lnTo>
                  <a:close/>
                  <a:moveTo>
                    <a:pt x="905940" y="522509"/>
                  </a:moveTo>
                  <a:lnTo>
                    <a:pt x="884548" y="536897"/>
                  </a:lnTo>
                  <a:lnTo>
                    <a:pt x="944660" y="540863"/>
                  </a:lnTo>
                  <a:close/>
                  <a:moveTo>
                    <a:pt x="944660" y="540863"/>
                  </a:moveTo>
                  <a:lnTo>
                    <a:pt x="884548" y="536897"/>
                  </a:lnTo>
                  <a:lnTo>
                    <a:pt x="943867" y="542080"/>
                  </a:lnTo>
                  <a:close/>
                  <a:moveTo>
                    <a:pt x="943867" y="542080"/>
                  </a:moveTo>
                  <a:lnTo>
                    <a:pt x="884548" y="536897"/>
                  </a:lnTo>
                  <a:lnTo>
                    <a:pt x="903531" y="548695"/>
                  </a:lnTo>
                  <a:close/>
                  <a:moveTo>
                    <a:pt x="944660" y="540863"/>
                  </a:moveTo>
                  <a:lnTo>
                    <a:pt x="949513" y="542080"/>
                  </a:lnTo>
                  <a:lnTo>
                    <a:pt x="919198" y="518299"/>
                  </a:lnTo>
                  <a:close/>
                  <a:moveTo>
                    <a:pt x="943867" y="542080"/>
                  </a:moveTo>
                  <a:lnTo>
                    <a:pt x="947683" y="552163"/>
                  </a:lnTo>
                  <a:lnTo>
                    <a:pt x="945613" y="541571"/>
                  </a:lnTo>
                  <a:close/>
                  <a:moveTo>
                    <a:pt x="944660" y="540863"/>
                  </a:moveTo>
                  <a:lnTo>
                    <a:pt x="943867" y="542080"/>
                  </a:lnTo>
                  <a:lnTo>
                    <a:pt x="945613" y="541571"/>
                  </a:lnTo>
                  <a:close/>
                  <a:moveTo>
                    <a:pt x="945613" y="541571"/>
                  </a:moveTo>
                  <a:lnTo>
                    <a:pt x="947683" y="552163"/>
                  </a:lnTo>
                  <a:lnTo>
                    <a:pt x="949513" y="542080"/>
                  </a:lnTo>
                  <a:close/>
                  <a:moveTo>
                    <a:pt x="945613" y="541571"/>
                  </a:moveTo>
                  <a:lnTo>
                    <a:pt x="949513" y="542080"/>
                  </a:lnTo>
                  <a:lnTo>
                    <a:pt x="944660" y="5408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1" name="Input_density__92">
              <a:extLst>
                <a:ext uri="{FF2B5EF4-FFF2-40B4-BE49-F238E27FC236}">
                  <a16:creationId xmlns:a16="http://schemas.microsoft.com/office/drawing/2014/main" id="{F508E23B-CEF0-86C6-7CB8-7A30CC98030B}"/>
                </a:ext>
              </a:extLst>
            </p:cNvPr>
            <p:cNvSpPr>
              <a:spLocks noGrp="1"/>
            </p:cNvSpPr>
            <p:nvPr/>
          </p:nvSpPr>
          <p:spPr>
            <a:xfrm>
              <a:off x="953092" y="1835683"/>
              <a:ext cx="1012656" cy="1375573"/>
            </a:xfrm>
            <a:custGeom>
              <a:avLst/>
              <a:gdLst/>
              <a:ahLst/>
              <a:cxnLst/>
              <a:rect l="0" t="0" r="0" b="0"/>
              <a:pathLst>
                <a:path w="1012656" h="1375573">
                  <a:moveTo>
                    <a:pt x="4232" y="1145540"/>
                  </a:moveTo>
                  <a:lnTo>
                    <a:pt x="2546" y="1162724"/>
                  </a:lnTo>
                  <a:lnTo>
                    <a:pt x="40995" y="1182295"/>
                  </a:lnTo>
                  <a:close/>
                  <a:moveTo>
                    <a:pt x="122671" y="1234372"/>
                  </a:moveTo>
                  <a:lnTo>
                    <a:pt x="179443" y="1225846"/>
                  </a:lnTo>
                  <a:lnTo>
                    <a:pt x="143735" y="1216917"/>
                  </a:lnTo>
                  <a:close/>
                  <a:moveTo>
                    <a:pt x="47996" y="1165112"/>
                  </a:moveTo>
                  <a:lnTo>
                    <a:pt x="40995" y="1182295"/>
                  </a:lnTo>
                  <a:lnTo>
                    <a:pt x="43048" y="1185827"/>
                  </a:lnTo>
                  <a:close/>
                  <a:moveTo>
                    <a:pt x="246753" y="1352931"/>
                  </a:moveTo>
                  <a:lnTo>
                    <a:pt x="290963" y="1331704"/>
                  </a:lnTo>
                  <a:lnTo>
                    <a:pt x="251582" y="1344082"/>
                  </a:lnTo>
                  <a:close/>
                  <a:moveTo>
                    <a:pt x="301636" y="1337346"/>
                  </a:moveTo>
                  <a:lnTo>
                    <a:pt x="290963" y="1331704"/>
                  </a:lnTo>
                  <a:lnTo>
                    <a:pt x="246753" y="1352931"/>
                  </a:lnTo>
                  <a:close/>
                  <a:moveTo>
                    <a:pt x="283886" y="1367191"/>
                  </a:moveTo>
                  <a:lnTo>
                    <a:pt x="301636" y="1337346"/>
                  </a:lnTo>
                  <a:lnTo>
                    <a:pt x="246753" y="1352931"/>
                  </a:lnTo>
                  <a:close/>
                  <a:moveTo>
                    <a:pt x="319448" y="1375573"/>
                  </a:moveTo>
                  <a:lnTo>
                    <a:pt x="332423" y="1332536"/>
                  </a:lnTo>
                  <a:lnTo>
                    <a:pt x="301636" y="1337346"/>
                  </a:lnTo>
                  <a:close/>
                  <a:moveTo>
                    <a:pt x="283886" y="1367191"/>
                  </a:moveTo>
                  <a:lnTo>
                    <a:pt x="319448" y="1375573"/>
                  </a:lnTo>
                  <a:lnTo>
                    <a:pt x="301636" y="1337346"/>
                  </a:lnTo>
                  <a:close/>
                  <a:moveTo>
                    <a:pt x="332423" y="1332536"/>
                  </a:moveTo>
                  <a:lnTo>
                    <a:pt x="310172" y="1305878"/>
                  </a:lnTo>
                  <a:lnTo>
                    <a:pt x="324416" y="1331704"/>
                  </a:lnTo>
                  <a:close/>
                  <a:moveTo>
                    <a:pt x="310172" y="1305878"/>
                  </a:moveTo>
                  <a:lnTo>
                    <a:pt x="304161" y="1294949"/>
                  </a:lnTo>
                  <a:lnTo>
                    <a:pt x="324416" y="1331704"/>
                  </a:lnTo>
                  <a:close/>
                  <a:moveTo>
                    <a:pt x="187968" y="1189723"/>
                  </a:moveTo>
                  <a:lnTo>
                    <a:pt x="179443" y="1225846"/>
                  </a:lnTo>
                  <a:lnTo>
                    <a:pt x="218340" y="1236865"/>
                  </a:lnTo>
                  <a:close/>
                  <a:moveTo>
                    <a:pt x="187968" y="1189723"/>
                  </a:moveTo>
                  <a:lnTo>
                    <a:pt x="143735" y="1216917"/>
                  </a:lnTo>
                  <a:lnTo>
                    <a:pt x="179443" y="1225846"/>
                  </a:lnTo>
                  <a:close/>
                  <a:moveTo>
                    <a:pt x="187968" y="1189723"/>
                  </a:moveTo>
                  <a:lnTo>
                    <a:pt x="152586" y="1191399"/>
                  </a:lnTo>
                  <a:lnTo>
                    <a:pt x="143735" y="1216917"/>
                  </a:lnTo>
                  <a:close/>
                  <a:moveTo>
                    <a:pt x="298514" y="1288268"/>
                  </a:moveTo>
                  <a:lnTo>
                    <a:pt x="324416" y="1331704"/>
                  </a:lnTo>
                  <a:lnTo>
                    <a:pt x="304161" y="1294949"/>
                  </a:lnTo>
                  <a:close/>
                  <a:moveTo>
                    <a:pt x="298514" y="1288268"/>
                  </a:moveTo>
                  <a:lnTo>
                    <a:pt x="303663" y="1328829"/>
                  </a:lnTo>
                  <a:lnTo>
                    <a:pt x="324416" y="1331704"/>
                  </a:lnTo>
                  <a:close/>
                  <a:moveTo>
                    <a:pt x="298514" y="1288268"/>
                  </a:moveTo>
                  <a:lnTo>
                    <a:pt x="304161" y="1294949"/>
                  </a:lnTo>
                  <a:lnTo>
                    <a:pt x="286153" y="1279458"/>
                  </a:lnTo>
                  <a:close/>
                  <a:moveTo>
                    <a:pt x="151214" y="1013525"/>
                  </a:moveTo>
                  <a:lnTo>
                    <a:pt x="183738" y="1049491"/>
                  </a:lnTo>
                  <a:lnTo>
                    <a:pt x="192300" y="1007212"/>
                  </a:lnTo>
                  <a:close/>
                  <a:moveTo>
                    <a:pt x="187220" y="1040052"/>
                  </a:moveTo>
                  <a:lnTo>
                    <a:pt x="183738" y="1049491"/>
                  </a:lnTo>
                  <a:lnTo>
                    <a:pt x="151214" y="1013525"/>
                  </a:lnTo>
                  <a:close/>
                  <a:moveTo>
                    <a:pt x="216958" y="1014253"/>
                  </a:moveTo>
                  <a:lnTo>
                    <a:pt x="192300" y="1007212"/>
                  </a:lnTo>
                  <a:lnTo>
                    <a:pt x="183738" y="1049491"/>
                  </a:lnTo>
                  <a:close/>
                  <a:moveTo>
                    <a:pt x="268898" y="1022528"/>
                  </a:moveTo>
                  <a:lnTo>
                    <a:pt x="250683" y="986836"/>
                  </a:lnTo>
                  <a:lnTo>
                    <a:pt x="245318" y="1003297"/>
                  </a:lnTo>
                  <a:close/>
                  <a:moveTo>
                    <a:pt x="251957" y="987557"/>
                  </a:moveTo>
                  <a:lnTo>
                    <a:pt x="250683" y="986836"/>
                  </a:lnTo>
                  <a:lnTo>
                    <a:pt x="268898" y="1022528"/>
                  </a:lnTo>
                  <a:close/>
                  <a:moveTo>
                    <a:pt x="172746" y="966542"/>
                  </a:moveTo>
                  <a:lnTo>
                    <a:pt x="191236" y="981316"/>
                  </a:lnTo>
                  <a:lnTo>
                    <a:pt x="161117" y="960728"/>
                  </a:lnTo>
                  <a:close/>
                  <a:moveTo>
                    <a:pt x="172746" y="966542"/>
                  </a:moveTo>
                  <a:lnTo>
                    <a:pt x="161117" y="960728"/>
                  </a:lnTo>
                  <a:lnTo>
                    <a:pt x="144294" y="929657"/>
                  </a:lnTo>
                  <a:close/>
                  <a:moveTo>
                    <a:pt x="332030" y="974878"/>
                  </a:moveTo>
                  <a:lnTo>
                    <a:pt x="326531" y="934602"/>
                  </a:lnTo>
                  <a:lnTo>
                    <a:pt x="321061" y="968930"/>
                  </a:lnTo>
                  <a:close/>
                  <a:moveTo>
                    <a:pt x="326531" y="934602"/>
                  </a:moveTo>
                  <a:lnTo>
                    <a:pt x="320938" y="932175"/>
                  </a:lnTo>
                  <a:lnTo>
                    <a:pt x="321061" y="968930"/>
                  </a:lnTo>
                  <a:close/>
                  <a:moveTo>
                    <a:pt x="249141" y="898595"/>
                  </a:moveTo>
                  <a:lnTo>
                    <a:pt x="285419" y="891881"/>
                  </a:lnTo>
                  <a:lnTo>
                    <a:pt x="255585" y="875698"/>
                  </a:lnTo>
                  <a:close/>
                  <a:moveTo>
                    <a:pt x="289682" y="895420"/>
                  </a:moveTo>
                  <a:lnTo>
                    <a:pt x="255585" y="875698"/>
                  </a:lnTo>
                  <a:lnTo>
                    <a:pt x="285419" y="891881"/>
                  </a:lnTo>
                  <a:close/>
                  <a:moveTo>
                    <a:pt x="309342" y="921488"/>
                  </a:moveTo>
                  <a:lnTo>
                    <a:pt x="321061" y="968930"/>
                  </a:lnTo>
                  <a:lnTo>
                    <a:pt x="320938" y="932175"/>
                  </a:lnTo>
                  <a:close/>
                  <a:moveTo>
                    <a:pt x="289125" y="893177"/>
                  </a:moveTo>
                  <a:lnTo>
                    <a:pt x="320938" y="932175"/>
                  </a:lnTo>
                  <a:lnTo>
                    <a:pt x="289682" y="895420"/>
                  </a:lnTo>
                  <a:close/>
                  <a:moveTo>
                    <a:pt x="289125" y="893177"/>
                  </a:moveTo>
                  <a:lnTo>
                    <a:pt x="309342" y="921488"/>
                  </a:lnTo>
                  <a:lnTo>
                    <a:pt x="320938" y="932175"/>
                  </a:lnTo>
                  <a:close/>
                  <a:moveTo>
                    <a:pt x="199123" y="733183"/>
                  </a:moveTo>
                  <a:lnTo>
                    <a:pt x="216546" y="758952"/>
                  </a:lnTo>
                  <a:lnTo>
                    <a:pt x="230047" y="779877"/>
                  </a:lnTo>
                  <a:close/>
                  <a:moveTo>
                    <a:pt x="182553" y="701907"/>
                  </a:moveTo>
                  <a:lnTo>
                    <a:pt x="174177" y="725116"/>
                  </a:lnTo>
                  <a:lnTo>
                    <a:pt x="208911" y="748400"/>
                  </a:lnTo>
                  <a:close/>
                  <a:moveTo>
                    <a:pt x="590609" y="996853"/>
                  </a:moveTo>
                  <a:lnTo>
                    <a:pt x="582375" y="996288"/>
                  </a:lnTo>
                  <a:lnTo>
                    <a:pt x="625634" y="1027645"/>
                  </a:lnTo>
                  <a:close/>
                  <a:moveTo>
                    <a:pt x="625634" y="1027645"/>
                  </a:moveTo>
                  <a:lnTo>
                    <a:pt x="582375" y="996288"/>
                  </a:lnTo>
                  <a:lnTo>
                    <a:pt x="578857" y="1008073"/>
                  </a:lnTo>
                  <a:close/>
                  <a:moveTo>
                    <a:pt x="522391" y="928471"/>
                  </a:moveTo>
                  <a:lnTo>
                    <a:pt x="548960" y="954135"/>
                  </a:lnTo>
                  <a:lnTo>
                    <a:pt x="544286" y="948235"/>
                  </a:lnTo>
                  <a:close/>
                  <a:moveTo>
                    <a:pt x="522391" y="928471"/>
                  </a:moveTo>
                  <a:lnTo>
                    <a:pt x="559112" y="970453"/>
                  </a:lnTo>
                  <a:lnTo>
                    <a:pt x="548960" y="954135"/>
                  </a:lnTo>
                  <a:close/>
                  <a:moveTo>
                    <a:pt x="222916" y="549830"/>
                  </a:moveTo>
                  <a:lnTo>
                    <a:pt x="195755" y="517170"/>
                  </a:lnTo>
                  <a:lnTo>
                    <a:pt x="173565" y="530412"/>
                  </a:lnTo>
                  <a:close/>
                  <a:moveTo>
                    <a:pt x="169482" y="530259"/>
                  </a:moveTo>
                  <a:lnTo>
                    <a:pt x="193815" y="509915"/>
                  </a:lnTo>
                  <a:lnTo>
                    <a:pt x="150816" y="476884"/>
                  </a:lnTo>
                  <a:close/>
                  <a:moveTo>
                    <a:pt x="160243" y="480603"/>
                  </a:moveTo>
                  <a:lnTo>
                    <a:pt x="150816" y="476884"/>
                  </a:lnTo>
                  <a:lnTo>
                    <a:pt x="171611" y="487067"/>
                  </a:lnTo>
                  <a:close/>
                  <a:moveTo>
                    <a:pt x="583551" y="990890"/>
                  </a:moveTo>
                  <a:lnTo>
                    <a:pt x="582375" y="996288"/>
                  </a:lnTo>
                  <a:lnTo>
                    <a:pt x="590609" y="996853"/>
                  </a:lnTo>
                  <a:close/>
                  <a:moveTo>
                    <a:pt x="583551" y="990890"/>
                  </a:moveTo>
                  <a:lnTo>
                    <a:pt x="559112" y="970453"/>
                  </a:lnTo>
                  <a:lnTo>
                    <a:pt x="582375" y="996288"/>
                  </a:lnTo>
                  <a:close/>
                  <a:moveTo>
                    <a:pt x="583551" y="990890"/>
                  </a:moveTo>
                  <a:lnTo>
                    <a:pt x="548960" y="954135"/>
                  </a:lnTo>
                  <a:lnTo>
                    <a:pt x="559112" y="970453"/>
                  </a:lnTo>
                  <a:close/>
                  <a:moveTo>
                    <a:pt x="511363" y="917380"/>
                  </a:moveTo>
                  <a:lnTo>
                    <a:pt x="522391" y="928471"/>
                  </a:lnTo>
                  <a:lnTo>
                    <a:pt x="544286" y="948235"/>
                  </a:lnTo>
                  <a:close/>
                  <a:moveTo>
                    <a:pt x="795403" y="1157482"/>
                  </a:moveTo>
                  <a:lnTo>
                    <a:pt x="811343" y="1199257"/>
                  </a:lnTo>
                  <a:lnTo>
                    <a:pt x="833964" y="1187628"/>
                  </a:lnTo>
                  <a:close/>
                  <a:moveTo>
                    <a:pt x="795403" y="1157482"/>
                  </a:moveTo>
                  <a:lnTo>
                    <a:pt x="792100" y="1174665"/>
                  </a:lnTo>
                  <a:lnTo>
                    <a:pt x="811343" y="1199257"/>
                  </a:lnTo>
                  <a:close/>
                  <a:moveTo>
                    <a:pt x="732385" y="1056992"/>
                  </a:moveTo>
                  <a:lnTo>
                    <a:pt x="718669" y="1047217"/>
                  </a:lnTo>
                  <a:lnTo>
                    <a:pt x="676058" y="1067180"/>
                  </a:lnTo>
                  <a:close/>
                  <a:moveTo>
                    <a:pt x="708985" y="1065710"/>
                  </a:moveTo>
                  <a:lnTo>
                    <a:pt x="732385" y="1056992"/>
                  </a:lnTo>
                  <a:lnTo>
                    <a:pt x="676058" y="1067180"/>
                  </a:lnTo>
                  <a:close/>
                  <a:moveTo>
                    <a:pt x="678574" y="1061751"/>
                  </a:moveTo>
                  <a:lnTo>
                    <a:pt x="718669" y="1047217"/>
                  </a:lnTo>
                  <a:lnTo>
                    <a:pt x="727760" y="1039702"/>
                  </a:lnTo>
                  <a:close/>
                  <a:moveTo>
                    <a:pt x="590609" y="996853"/>
                  </a:moveTo>
                  <a:lnTo>
                    <a:pt x="625634" y="1027645"/>
                  </a:lnTo>
                  <a:lnTo>
                    <a:pt x="611361" y="978233"/>
                  </a:lnTo>
                  <a:close/>
                  <a:moveTo>
                    <a:pt x="641696" y="975149"/>
                  </a:moveTo>
                  <a:lnTo>
                    <a:pt x="625634" y="1027645"/>
                  </a:lnTo>
                  <a:lnTo>
                    <a:pt x="638677" y="1022350"/>
                  </a:lnTo>
                  <a:close/>
                  <a:moveTo>
                    <a:pt x="548960" y="954135"/>
                  </a:moveTo>
                  <a:lnTo>
                    <a:pt x="592490" y="936952"/>
                  </a:lnTo>
                  <a:lnTo>
                    <a:pt x="544286" y="948235"/>
                  </a:lnTo>
                  <a:close/>
                  <a:moveTo>
                    <a:pt x="629420" y="940382"/>
                  </a:moveTo>
                  <a:lnTo>
                    <a:pt x="609175" y="912094"/>
                  </a:lnTo>
                  <a:lnTo>
                    <a:pt x="610112" y="936952"/>
                  </a:lnTo>
                  <a:close/>
                  <a:moveTo>
                    <a:pt x="609175" y="912094"/>
                  </a:moveTo>
                  <a:lnTo>
                    <a:pt x="599882" y="900197"/>
                  </a:lnTo>
                  <a:lnTo>
                    <a:pt x="610112" y="936952"/>
                  </a:lnTo>
                  <a:close/>
                  <a:moveTo>
                    <a:pt x="755649" y="1083972"/>
                  </a:moveTo>
                  <a:lnTo>
                    <a:pt x="761130" y="1066788"/>
                  </a:lnTo>
                  <a:lnTo>
                    <a:pt x="732385" y="1056992"/>
                  </a:lnTo>
                  <a:close/>
                  <a:moveTo>
                    <a:pt x="732385" y="1056992"/>
                  </a:moveTo>
                  <a:lnTo>
                    <a:pt x="707632" y="1038127"/>
                  </a:lnTo>
                  <a:lnTo>
                    <a:pt x="718669" y="1047217"/>
                  </a:lnTo>
                  <a:close/>
                  <a:moveTo>
                    <a:pt x="359091" y="594902"/>
                  </a:moveTo>
                  <a:lnTo>
                    <a:pt x="377866" y="606157"/>
                  </a:lnTo>
                  <a:lnTo>
                    <a:pt x="339735" y="585552"/>
                  </a:lnTo>
                  <a:close/>
                  <a:moveTo>
                    <a:pt x="372237" y="521808"/>
                  </a:moveTo>
                  <a:lnTo>
                    <a:pt x="390366" y="552218"/>
                  </a:lnTo>
                  <a:lnTo>
                    <a:pt x="389497" y="550817"/>
                  </a:lnTo>
                  <a:close/>
                  <a:moveTo>
                    <a:pt x="2576" y="113412"/>
                  </a:moveTo>
                  <a:lnTo>
                    <a:pt x="0" y="91164"/>
                  </a:lnTo>
                  <a:lnTo>
                    <a:pt x="14120" y="86368"/>
                  </a:lnTo>
                  <a:close/>
                  <a:moveTo>
                    <a:pt x="23569" y="123434"/>
                  </a:moveTo>
                  <a:lnTo>
                    <a:pt x="2576" y="113412"/>
                  </a:lnTo>
                  <a:lnTo>
                    <a:pt x="14120" y="86368"/>
                  </a:lnTo>
                  <a:close/>
                  <a:moveTo>
                    <a:pt x="890045" y="1132422"/>
                  </a:moveTo>
                  <a:lnTo>
                    <a:pt x="887542" y="1167162"/>
                  </a:lnTo>
                  <a:lnTo>
                    <a:pt x="894871" y="1140298"/>
                  </a:lnTo>
                  <a:close/>
                  <a:moveTo>
                    <a:pt x="871546" y="1102715"/>
                  </a:moveTo>
                  <a:lnTo>
                    <a:pt x="894871" y="1140298"/>
                  </a:lnTo>
                  <a:lnTo>
                    <a:pt x="872881" y="1103543"/>
                  </a:lnTo>
                  <a:close/>
                  <a:moveTo>
                    <a:pt x="833156" y="1062089"/>
                  </a:moveTo>
                  <a:lnTo>
                    <a:pt x="869722" y="1100536"/>
                  </a:lnTo>
                  <a:lnTo>
                    <a:pt x="845153" y="1066788"/>
                  </a:lnTo>
                  <a:close/>
                  <a:moveTo>
                    <a:pt x="795216" y="1021099"/>
                  </a:moveTo>
                  <a:lnTo>
                    <a:pt x="822267" y="1047685"/>
                  </a:lnTo>
                  <a:lnTo>
                    <a:pt x="809280" y="1030033"/>
                  </a:lnTo>
                  <a:close/>
                  <a:moveTo>
                    <a:pt x="833156" y="1062089"/>
                  </a:moveTo>
                  <a:lnTo>
                    <a:pt x="822267" y="1047685"/>
                  </a:lnTo>
                  <a:lnTo>
                    <a:pt x="795216" y="1021099"/>
                  </a:lnTo>
                  <a:close/>
                  <a:moveTo>
                    <a:pt x="833156" y="1062089"/>
                  </a:moveTo>
                  <a:lnTo>
                    <a:pt x="845153" y="1066788"/>
                  </a:lnTo>
                  <a:lnTo>
                    <a:pt x="822267" y="1047685"/>
                  </a:lnTo>
                  <a:close/>
                  <a:moveTo>
                    <a:pt x="714324" y="893257"/>
                  </a:moveTo>
                  <a:lnTo>
                    <a:pt x="692165" y="871713"/>
                  </a:lnTo>
                  <a:lnTo>
                    <a:pt x="697376" y="883014"/>
                  </a:lnTo>
                  <a:close/>
                  <a:moveTo>
                    <a:pt x="692165" y="871713"/>
                  </a:moveTo>
                  <a:lnTo>
                    <a:pt x="691180" y="835092"/>
                  </a:lnTo>
                  <a:lnTo>
                    <a:pt x="697376" y="883014"/>
                  </a:lnTo>
                  <a:close/>
                  <a:moveTo>
                    <a:pt x="697376" y="883014"/>
                  </a:moveTo>
                  <a:lnTo>
                    <a:pt x="691180" y="835092"/>
                  </a:lnTo>
                  <a:lnTo>
                    <a:pt x="692233" y="829075"/>
                  </a:lnTo>
                  <a:close/>
                  <a:moveTo>
                    <a:pt x="658220" y="792320"/>
                  </a:moveTo>
                  <a:lnTo>
                    <a:pt x="646002" y="809503"/>
                  </a:lnTo>
                  <a:lnTo>
                    <a:pt x="665574" y="835566"/>
                  </a:lnTo>
                  <a:close/>
                  <a:moveTo>
                    <a:pt x="438996" y="571790"/>
                  </a:moveTo>
                  <a:lnTo>
                    <a:pt x="390366" y="552218"/>
                  </a:lnTo>
                  <a:lnTo>
                    <a:pt x="420239" y="588973"/>
                  </a:lnTo>
                  <a:close/>
                  <a:moveTo>
                    <a:pt x="363493" y="515464"/>
                  </a:moveTo>
                  <a:lnTo>
                    <a:pt x="389497" y="550817"/>
                  </a:lnTo>
                  <a:lnTo>
                    <a:pt x="401736" y="535035"/>
                  </a:lnTo>
                  <a:close/>
                  <a:moveTo>
                    <a:pt x="69508" y="147914"/>
                  </a:moveTo>
                  <a:lnTo>
                    <a:pt x="92574" y="94422"/>
                  </a:lnTo>
                  <a:lnTo>
                    <a:pt x="90496" y="93975"/>
                  </a:lnTo>
                  <a:close/>
                  <a:moveTo>
                    <a:pt x="90496" y="93975"/>
                  </a:moveTo>
                  <a:lnTo>
                    <a:pt x="93886" y="96829"/>
                  </a:lnTo>
                  <a:lnTo>
                    <a:pt x="69508" y="147914"/>
                  </a:lnTo>
                  <a:close/>
                  <a:moveTo>
                    <a:pt x="79118" y="60615"/>
                  </a:moveTo>
                  <a:lnTo>
                    <a:pt x="69695" y="23528"/>
                  </a:lnTo>
                  <a:lnTo>
                    <a:pt x="63176" y="57220"/>
                  </a:lnTo>
                  <a:close/>
                  <a:moveTo>
                    <a:pt x="691180" y="835092"/>
                  </a:moveTo>
                  <a:lnTo>
                    <a:pt x="692165" y="871713"/>
                  </a:lnTo>
                  <a:lnTo>
                    <a:pt x="690249" y="865830"/>
                  </a:lnTo>
                  <a:close/>
                  <a:moveTo>
                    <a:pt x="967932" y="1069177"/>
                  </a:moveTo>
                  <a:lnTo>
                    <a:pt x="967190" y="1119592"/>
                  </a:lnTo>
                  <a:lnTo>
                    <a:pt x="984789" y="1089182"/>
                  </a:lnTo>
                  <a:close/>
                  <a:moveTo>
                    <a:pt x="967932" y="1069177"/>
                  </a:moveTo>
                  <a:lnTo>
                    <a:pt x="934565" y="1086360"/>
                  </a:lnTo>
                  <a:lnTo>
                    <a:pt x="967190" y="1119592"/>
                  </a:lnTo>
                  <a:close/>
                  <a:moveTo>
                    <a:pt x="692233" y="829075"/>
                  </a:moveTo>
                  <a:lnTo>
                    <a:pt x="691180" y="835092"/>
                  </a:lnTo>
                  <a:lnTo>
                    <a:pt x="691099" y="827833"/>
                  </a:lnTo>
                  <a:close/>
                  <a:moveTo>
                    <a:pt x="663970" y="778052"/>
                  </a:moveTo>
                  <a:lnTo>
                    <a:pt x="689063" y="827179"/>
                  </a:lnTo>
                  <a:lnTo>
                    <a:pt x="691099" y="827833"/>
                  </a:lnTo>
                  <a:close/>
                  <a:moveTo>
                    <a:pt x="705976" y="775137"/>
                  </a:moveTo>
                  <a:lnTo>
                    <a:pt x="720585" y="786201"/>
                  </a:lnTo>
                  <a:lnTo>
                    <a:pt x="686032" y="742457"/>
                  </a:lnTo>
                  <a:close/>
                  <a:moveTo>
                    <a:pt x="209175" y="240995"/>
                  </a:moveTo>
                  <a:lnTo>
                    <a:pt x="252339" y="219322"/>
                  </a:lnTo>
                  <a:lnTo>
                    <a:pt x="206303" y="190380"/>
                  </a:lnTo>
                  <a:close/>
                  <a:moveTo>
                    <a:pt x="222511" y="159544"/>
                  </a:moveTo>
                  <a:lnTo>
                    <a:pt x="206303" y="190380"/>
                  </a:lnTo>
                  <a:lnTo>
                    <a:pt x="232073" y="196517"/>
                  </a:lnTo>
                  <a:close/>
                  <a:moveTo>
                    <a:pt x="55088" y="53062"/>
                  </a:moveTo>
                  <a:lnTo>
                    <a:pt x="90496" y="93975"/>
                  </a:lnTo>
                  <a:lnTo>
                    <a:pt x="63176" y="57220"/>
                  </a:lnTo>
                  <a:close/>
                  <a:moveTo>
                    <a:pt x="985020" y="1019892"/>
                  </a:moveTo>
                  <a:lnTo>
                    <a:pt x="956486" y="1016001"/>
                  </a:lnTo>
                  <a:lnTo>
                    <a:pt x="988894" y="1061490"/>
                  </a:lnTo>
                  <a:close/>
                  <a:moveTo>
                    <a:pt x="988894" y="1061490"/>
                  </a:moveTo>
                  <a:lnTo>
                    <a:pt x="984789" y="1089182"/>
                  </a:lnTo>
                  <a:lnTo>
                    <a:pt x="999895" y="1069177"/>
                  </a:lnTo>
                  <a:close/>
                  <a:moveTo>
                    <a:pt x="988894" y="1061490"/>
                  </a:moveTo>
                  <a:lnTo>
                    <a:pt x="999895" y="1069177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8894" y="1061490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4367" y="991396"/>
                  </a:lnTo>
                  <a:lnTo>
                    <a:pt x="957182" y="1014333"/>
                  </a:lnTo>
                  <a:close/>
                  <a:moveTo>
                    <a:pt x="887958" y="941728"/>
                  </a:moveTo>
                  <a:lnTo>
                    <a:pt x="880211" y="947335"/>
                  </a:lnTo>
                  <a:lnTo>
                    <a:pt x="874467" y="958912"/>
                  </a:lnTo>
                  <a:close/>
                  <a:moveTo>
                    <a:pt x="761327" y="752002"/>
                  </a:moveTo>
                  <a:lnTo>
                    <a:pt x="819910" y="750248"/>
                  </a:lnTo>
                  <a:lnTo>
                    <a:pt x="788026" y="755617"/>
                  </a:lnTo>
                  <a:close/>
                  <a:moveTo>
                    <a:pt x="738180" y="693828"/>
                  </a:moveTo>
                  <a:lnTo>
                    <a:pt x="727872" y="690783"/>
                  </a:lnTo>
                  <a:lnTo>
                    <a:pt x="762785" y="721198"/>
                  </a:lnTo>
                  <a:close/>
                  <a:moveTo>
                    <a:pt x="762785" y="721198"/>
                  </a:moveTo>
                  <a:lnTo>
                    <a:pt x="727872" y="690783"/>
                  </a:lnTo>
                  <a:lnTo>
                    <a:pt x="727810" y="701627"/>
                  </a:lnTo>
                  <a:close/>
                  <a:moveTo>
                    <a:pt x="662598" y="689673"/>
                  </a:moveTo>
                  <a:lnTo>
                    <a:pt x="671527" y="701627"/>
                  </a:lnTo>
                  <a:lnTo>
                    <a:pt x="691660" y="648388"/>
                  </a:lnTo>
                  <a:close/>
                  <a:moveTo>
                    <a:pt x="691660" y="648388"/>
                  </a:moveTo>
                  <a:lnTo>
                    <a:pt x="692240" y="646640"/>
                  </a:lnTo>
                  <a:lnTo>
                    <a:pt x="658409" y="644729"/>
                  </a:lnTo>
                  <a:close/>
                  <a:moveTo>
                    <a:pt x="693263" y="647689"/>
                  </a:moveTo>
                  <a:lnTo>
                    <a:pt x="727872" y="690783"/>
                  </a:lnTo>
                  <a:lnTo>
                    <a:pt x="714044" y="684443"/>
                  </a:lnTo>
                  <a:close/>
                  <a:moveTo>
                    <a:pt x="693263" y="647689"/>
                  </a:moveTo>
                  <a:lnTo>
                    <a:pt x="691660" y="648388"/>
                  </a:lnTo>
                  <a:lnTo>
                    <a:pt x="676306" y="683274"/>
                  </a:lnTo>
                  <a:close/>
                  <a:moveTo>
                    <a:pt x="584174" y="547354"/>
                  </a:moveTo>
                  <a:lnTo>
                    <a:pt x="544755" y="517852"/>
                  </a:lnTo>
                  <a:lnTo>
                    <a:pt x="556305" y="512129"/>
                  </a:lnTo>
                  <a:close/>
                  <a:moveTo>
                    <a:pt x="481625" y="442307"/>
                  </a:moveTo>
                  <a:lnTo>
                    <a:pt x="450762" y="462883"/>
                  </a:lnTo>
                  <a:lnTo>
                    <a:pt x="480694" y="450222"/>
                  </a:lnTo>
                  <a:close/>
                  <a:moveTo>
                    <a:pt x="452170" y="439165"/>
                  </a:moveTo>
                  <a:lnTo>
                    <a:pt x="481625" y="442307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492458" y="397994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503385" y="410479"/>
                  </a:lnTo>
                  <a:lnTo>
                    <a:pt x="497957" y="390404"/>
                  </a:lnTo>
                  <a:close/>
                  <a:moveTo>
                    <a:pt x="492458" y="397994"/>
                  </a:moveTo>
                  <a:lnTo>
                    <a:pt x="481625" y="442307"/>
                  </a:lnTo>
                  <a:lnTo>
                    <a:pt x="497957" y="390404"/>
                  </a:lnTo>
                  <a:close/>
                  <a:moveTo>
                    <a:pt x="317147" y="243937"/>
                  </a:moveTo>
                  <a:lnTo>
                    <a:pt x="343651" y="249477"/>
                  </a:lnTo>
                  <a:lnTo>
                    <a:pt x="336481" y="210560"/>
                  </a:lnTo>
                  <a:close/>
                  <a:moveTo>
                    <a:pt x="336481" y="210560"/>
                  </a:moveTo>
                  <a:lnTo>
                    <a:pt x="346544" y="223812"/>
                  </a:lnTo>
                  <a:lnTo>
                    <a:pt x="326629" y="173822"/>
                  </a:lnTo>
                  <a:close/>
                  <a:moveTo>
                    <a:pt x="183281" y="30108"/>
                  </a:moveTo>
                  <a:lnTo>
                    <a:pt x="186007" y="22854"/>
                  </a:lnTo>
                  <a:lnTo>
                    <a:pt x="131955" y="0"/>
                  </a:lnTo>
                  <a:close/>
                  <a:moveTo>
                    <a:pt x="762785" y="721198"/>
                  </a:moveTo>
                  <a:lnTo>
                    <a:pt x="793495" y="704015"/>
                  </a:lnTo>
                  <a:lnTo>
                    <a:pt x="738180" y="693828"/>
                  </a:lnTo>
                  <a:close/>
                  <a:moveTo>
                    <a:pt x="819910" y="750248"/>
                  </a:moveTo>
                  <a:lnTo>
                    <a:pt x="830885" y="705959"/>
                  </a:lnTo>
                  <a:lnTo>
                    <a:pt x="802149" y="712211"/>
                  </a:lnTo>
                  <a:close/>
                  <a:moveTo>
                    <a:pt x="788026" y="755617"/>
                  </a:moveTo>
                  <a:lnTo>
                    <a:pt x="819910" y="750248"/>
                  </a:lnTo>
                  <a:lnTo>
                    <a:pt x="802149" y="712211"/>
                  </a:lnTo>
                  <a:close/>
                  <a:moveTo>
                    <a:pt x="688944" y="561102"/>
                  </a:moveTo>
                  <a:lnTo>
                    <a:pt x="725186" y="593750"/>
                  </a:lnTo>
                  <a:lnTo>
                    <a:pt x="724833" y="603760"/>
                  </a:lnTo>
                  <a:close/>
                  <a:moveTo>
                    <a:pt x="691423" y="547379"/>
                  </a:moveTo>
                  <a:lnTo>
                    <a:pt x="688944" y="561102"/>
                  </a:lnTo>
                  <a:lnTo>
                    <a:pt x="700917" y="520240"/>
                  </a:lnTo>
                  <a:close/>
                  <a:moveTo>
                    <a:pt x="600818" y="489076"/>
                  </a:moveTo>
                  <a:lnTo>
                    <a:pt x="626801" y="526551"/>
                  </a:lnTo>
                  <a:lnTo>
                    <a:pt x="637060" y="520240"/>
                  </a:lnTo>
                  <a:close/>
                  <a:moveTo>
                    <a:pt x="486237" y="349063"/>
                  </a:moveTo>
                  <a:lnTo>
                    <a:pt x="496333" y="353648"/>
                  </a:lnTo>
                  <a:lnTo>
                    <a:pt x="476159" y="337055"/>
                  </a:lnTo>
                  <a:close/>
                  <a:moveTo>
                    <a:pt x="518353" y="305295"/>
                  </a:moveTo>
                  <a:lnTo>
                    <a:pt x="518351" y="299710"/>
                  </a:lnTo>
                  <a:lnTo>
                    <a:pt x="480241" y="264444"/>
                  </a:lnTo>
                  <a:close/>
                  <a:moveTo>
                    <a:pt x="824989" y="621259"/>
                  </a:moveTo>
                  <a:lnTo>
                    <a:pt x="799924" y="607687"/>
                  </a:lnTo>
                  <a:lnTo>
                    <a:pt x="810528" y="613322"/>
                  </a:lnTo>
                  <a:close/>
                  <a:moveTo>
                    <a:pt x="636030" y="398043"/>
                  </a:moveTo>
                  <a:lnTo>
                    <a:pt x="627502" y="432964"/>
                  </a:lnTo>
                  <a:lnTo>
                    <a:pt x="657740" y="407482"/>
                  </a:lnTo>
                  <a:close/>
                  <a:moveTo>
                    <a:pt x="567409" y="332862"/>
                  </a:moveTo>
                  <a:lnTo>
                    <a:pt x="580428" y="336465"/>
                  </a:lnTo>
                  <a:lnTo>
                    <a:pt x="588239" y="320314"/>
                  </a:lnTo>
                  <a:close/>
                  <a:moveTo>
                    <a:pt x="546683" y="283740"/>
                  </a:moveTo>
                  <a:lnTo>
                    <a:pt x="518351" y="299710"/>
                  </a:lnTo>
                  <a:lnTo>
                    <a:pt x="527247" y="307278"/>
                  </a:lnTo>
                  <a:close/>
                  <a:moveTo>
                    <a:pt x="588239" y="320314"/>
                  </a:moveTo>
                  <a:lnTo>
                    <a:pt x="589138" y="319282"/>
                  </a:lnTo>
                  <a:lnTo>
                    <a:pt x="567409" y="332862"/>
                  </a:lnTo>
                  <a:close/>
                  <a:moveTo>
                    <a:pt x="567409" y="332862"/>
                  </a:moveTo>
                  <a:lnTo>
                    <a:pt x="546683" y="283740"/>
                  </a:lnTo>
                  <a:lnTo>
                    <a:pt x="527247" y="307278"/>
                  </a:lnTo>
                  <a:close/>
                  <a:moveTo>
                    <a:pt x="589138" y="319282"/>
                  </a:moveTo>
                  <a:lnTo>
                    <a:pt x="588239" y="320314"/>
                  </a:lnTo>
                  <a:lnTo>
                    <a:pt x="589605" y="319645"/>
                  </a:lnTo>
                  <a:close/>
                  <a:moveTo>
                    <a:pt x="885265" y="599343"/>
                  </a:moveTo>
                  <a:lnTo>
                    <a:pt x="870405" y="622048"/>
                  </a:lnTo>
                  <a:lnTo>
                    <a:pt x="887926" y="613322"/>
                  </a:lnTo>
                  <a:close/>
                  <a:moveTo>
                    <a:pt x="601569" y="175236"/>
                  </a:moveTo>
                  <a:lnTo>
                    <a:pt x="609931" y="191834"/>
                  </a:lnTo>
                  <a:lnTo>
                    <a:pt x="573705" y="163988"/>
                  </a:lnTo>
                  <a:close/>
                  <a:moveTo>
                    <a:pt x="455859" y="44814"/>
                  </a:moveTo>
                  <a:lnTo>
                    <a:pt x="497646" y="71305"/>
                  </a:lnTo>
                  <a:lnTo>
                    <a:pt x="450485" y="37811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2" name="Input_density__93">
              <a:extLst>
                <a:ext uri="{FF2B5EF4-FFF2-40B4-BE49-F238E27FC236}">
                  <a16:creationId xmlns:a16="http://schemas.microsoft.com/office/drawing/2014/main" id="{CFAC7935-AECC-499D-E300-26C1E9755ADF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2009504"/>
              <a:ext cx="917555" cy="983660"/>
            </a:xfrm>
            <a:custGeom>
              <a:avLst/>
              <a:gdLst/>
              <a:ahLst/>
              <a:cxnLst/>
              <a:rect l="0" t="0" r="0" b="0"/>
              <a:pathLst>
                <a:path w="917555" h="983660">
                  <a:moveTo>
                    <a:pt x="12482" y="942224"/>
                  </a:moveTo>
                  <a:lnTo>
                    <a:pt x="1255" y="955805"/>
                  </a:lnTo>
                  <a:lnTo>
                    <a:pt x="22173" y="934964"/>
                  </a:lnTo>
                  <a:close/>
                  <a:moveTo>
                    <a:pt x="22173" y="934964"/>
                  </a:moveTo>
                  <a:lnTo>
                    <a:pt x="0" y="951113"/>
                  </a:lnTo>
                  <a:lnTo>
                    <a:pt x="12482" y="942224"/>
                  </a:lnTo>
                  <a:close/>
                  <a:moveTo>
                    <a:pt x="22173" y="934964"/>
                  </a:moveTo>
                  <a:lnTo>
                    <a:pt x="76291" y="919358"/>
                  </a:lnTo>
                  <a:lnTo>
                    <a:pt x="74802" y="918648"/>
                  </a:lnTo>
                  <a:close/>
                  <a:moveTo>
                    <a:pt x="54681" y="954535"/>
                  </a:moveTo>
                  <a:lnTo>
                    <a:pt x="76291" y="919358"/>
                  </a:lnTo>
                  <a:lnTo>
                    <a:pt x="22173" y="934964"/>
                  </a:lnTo>
                  <a:close/>
                  <a:moveTo>
                    <a:pt x="36521" y="971719"/>
                  </a:moveTo>
                  <a:lnTo>
                    <a:pt x="54681" y="954535"/>
                  </a:lnTo>
                  <a:lnTo>
                    <a:pt x="22173" y="934964"/>
                  </a:lnTo>
                  <a:close/>
                  <a:moveTo>
                    <a:pt x="48273" y="910813"/>
                  </a:moveTo>
                  <a:lnTo>
                    <a:pt x="22173" y="934964"/>
                  </a:lnTo>
                  <a:lnTo>
                    <a:pt x="74802" y="918648"/>
                  </a:lnTo>
                  <a:close/>
                  <a:moveTo>
                    <a:pt x="74802" y="918648"/>
                  </a:moveTo>
                  <a:lnTo>
                    <a:pt x="76291" y="919358"/>
                  </a:lnTo>
                  <a:lnTo>
                    <a:pt x="78228" y="917780"/>
                  </a:lnTo>
                  <a:close/>
                  <a:moveTo>
                    <a:pt x="76291" y="919358"/>
                  </a:moveTo>
                  <a:lnTo>
                    <a:pt x="100936" y="915295"/>
                  </a:lnTo>
                  <a:lnTo>
                    <a:pt x="78228" y="917780"/>
                  </a:lnTo>
                  <a:close/>
                  <a:moveTo>
                    <a:pt x="103691" y="900597"/>
                  </a:moveTo>
                  <a:lnTo>
                    <a:pt x="104516" y="863842"/>
                  </a:lnTo>
                  <a:lnTo>
                    <a:pt x="78228" y="917780"/>
                  </a:lnTo>
                  <a:close/>
                  <a:moveTo>
                    <a:pt x="136095" y="825965"/>
                  </a:moveTo>
                  <a:lnTo>
                    <a:pt x="112466" y="833828"/>
                  </a:lnTo>
                  <a:lnTo>
                    <a:pt x="104516" y="863842"/>
                  </a:lnTo>
                  <a:close/>
                  <a:moveTo>
                    <a:pt x="156665" y="816776"/>
                  </a:moveTo>
                  <a:lnTo>
                    <a:pt x="117779" y="827087"/>
                  </a:lnTo>
                  <a:lnTo>
                    <a:pt x="169860" y="827630"/>
                  </a:lnTo>
                  <a:close/>
                  <a:moveTo>
                    <a:pt x="169860" y="827630"/>
                  </a:moveTo>
                  <a:lnTo>
                    <a:pt x="117779" y="827087"/>
                  </a:lnTo>
                  <a:lnTo>
                    <a:pt x="112466" y="833828"/>
                  </a:lnTo>
                  <a:close/>
                  <a:moveTo>
                    <a:pt x="169860" y="827630"/>
                  </a:moveTo>
                  <a:lnTo>
                    <a:pt x="112466" y="833828"/>
                  </a:lnTo>
                  <a:lnTo>
                    <a:pt x="136095" y="825965"/>
                  </a:lnTo>
                  <a:close/>
                  <a:moveTo>
                    <a:pt x="156665" y="816776"/>
                  </a:moveTo>
                  <a:lnTo>
                    <a:pt x="169860" y="827630"/>
                  </a:lnTo>
                  <a:lnTo>
                    <a:pt x="172782" y="809904"/>
                  </a:lnTo>
                  <a:close/>
                  <a:moveTo>
                    <a:pt x="172782" y="809904"/>
                  </a:moveTo>
                  <a:lnTo>
                    <a:pt x="169860" y="827630"/>
                  </a:lnTo>
                  <a:lnTo>
                    <a:pt x="183504" y="839704"/>
                  </a:lnTo>
                  <a:close/>
                  <a:moveTo>
                    <a:pt x="231608" y="549086"/>
                  </a:moveTo>
                  <a:lnTo>
                    <a:pt x="231412" y="559361"/>
                  </a:lnTo>
                  <a:lnTo>
                    <a:pt x="230681" y="557395"/>
                  </a:lnTo>
                  <a:close/>
                  <a:moveTo>
                    <a:pt x="229826" y="520640"/>
                  </a:moveTo>
                  <a:lnTo>
                    <a:pt x="227091" y="483885"/>
                  </a:lnTo>
                  <a:lnTo>
                    <a:pt x="214843" y="528085"/>
                  </a:lnTo>
                  <a:close/>
                  <a:moveTo>
                    <a:pt x="227091" y="483885"/>
                  </a:moveTo>
                  <a:lnTo>
                    <a:pt x="204087" y="492082"/>
                  </a:lnTo>
                  <a:lnTo>
                    <a:pt x="214843" y="528085"/>
                  </a:lnTo>
                  <a:close/>
                  <a:moveTo>
                    <a:pt x="102750" y="410375"/>
                  </a:moveTo>
                  <a:lnTo>
                    <a:pt x="97030" y="373620"/>
                  </a:lnTo>
                  <a:lnTo>
                    <a:pt x="85950" y="417366"/>
                  </a:lnTo>
                  <a:close/>
                  <a:moveTo>
                    <a:pt x="231608" y="549086"/>
                  </a:moveTo>
                  <a:lnTo>
                    <a:pt x="230681" y="557395"/>
                  </a:lnTo>
                  <a:lnTo>
                    <a:pt x="236373" y="555328"/>
                  </a:lnTo>
                  <a:close/>
                  <a:moveTo>
                    <a:pt x="278389" y="503511"/>
                  </a:moveTo>
                  <a:lnTo>
                    <a:pt x="229826" y="520640"/>
                  </a:lnTo>
                  <a:lnTo>
                    <a:pt x="278511" y="503664"/>
                  </a:lnTo>
                  <a:close/>
                  <a:moveTo>
                    <a:pt x="229826" y="520640"/>
                  </a:moveTo>
                  <a:lnTo>
                    <a:pt x="231608" y="549086"/>
                  </a:lnTo>
                  <a:lnTo>
                    <a:pt x="278511" y="503664"/>
                  </a:lnTo>
                  <a:close/>
                  <a:moveTo>
                    <a:pt x="227091" y="483885"/>
                  </a:moveTo>
                  <a:lnTo>
                    <a:pt x="278389" y="503511"/>
                  </a:lnTo>
                  <a:lnTo>
                    <a:pt x="255982" y="476980"/>
                  </a:lnTo>
                  <a:close/>
                  <a:moveTo>
                    <a:pt x="227091" y="483885"/>
                  </a:moveTo>
                  <a:lnTo>
                    <a:pt x="229826" y="520640"/>
                  </a:lnTo>
                  <a:lnTo>
                    <a:pt x="278389" y="503511"/>
                  </a:lnTo>
                  <a:close/>
                  <a:moveTo>
                    <a:pt x="278898" y="503457"/>
                  </a:moveTo>
                  <a:lnTo>
                    <a:pt x="289102" y="466702"/>
                  </a:lnTo>
                  <a:lnTo>
                    <a:pt x="278389" y="503511"/>
                  </a:lnTo>
                  <a:close/>
                  <a:moveTo>
                    <a:pt x="289102" y="466702"/>
                  </a:moveTo>
                  <a:lnTo>
                    <a:pt x="255982" y="476980"/>
                  </a:lnTo>
                  <a:lnTo>
                    <a:pt x="278389" y="503511"/>
                  </a:lnTo>
                  <a:close/>
                  <a:moveTo>
                    <a:pt x="278389" y="503511"/>
                  </a:moveTo>
                  <a:lnTo>
                    <a:pt x="278511" y="503664"/>
                  </a:lnTo>
                  <a:lnTo>
                    <a:pt x="278898" y="503457"/>
                  </a:lnTo>
                  <a:close/>
                  <a:moveTo>
                    <a:pt x="278612" y="503330"/>
                  </a:moveTo>
                  <a:lnTo>
                    <a:pt x="278898" y="503457"/>
                  </a:lnTo>
                  <a:lnTo>
                    <a:pt x="278511" y="503664"/>
                  </a:lnTo>
                  <a:close/>
                  <a:moveTo>
                    <a:pt x="278612" y="503330"/>
                  </a:moveTo>
                  <a:lnTo>
                    <a:pt x="294193" y="466089"/>
                  </a:lnTo>
                  <a:lnTo>
                    <a:pt x="278898" y="503457"/>
                  </a:lnTo>
                  <a:close/>
                  <a:moveTo>
                    <a:pt x="278898" y="503457"/>
                  </a:moveTo>
                  <a:lnTo>
                    <a:pt x="301844" y="449519"/>
                  </a:lnTo>
                  <a:lnTo>
                    <a:pt x="289102" y="466702"/>
                  </a:lnTo>
                  <a:close/>
                  <a:moveTo>
                    <a:pt x="814128" y="964088"/>
                  </a:moveTo>
                  <a:lnTo>
                    <a:pt x="827693" y="983660"/>
                  </a:lnTo>
                  <a:lnTo>
                    <a:pt x="825577" y="946905"/>
                  </a:lnTo>
                  <a:close/>
                  <a:moveTo>
                    <a:pt x="220728" y="339254"/>
                  </a:moveTo>
                  <a:lnTo>
                    <a:pt x="228045" y="343348"/>
                  </a:lnTo>
                  <a:lnTo>
                    <a:pt x="231373" y="335658"/>
                  </a:lnTo>
                  <a:close/>
                  <a:moveTo>
                    <a:pt x="226105" y="336094"/>
                  </a:moveTo>
                  <a:lnTo>
                    <a:pt x="220728" y="339254"/>
                  </a:lnTo>
                  <a:lnTo>
                    <a:pt x="231373" y="335658"/>
                  </a:lnTo>
                  <a:close/>
                  <a:moveTo>
                    <a:pt x="305731" y="16153"/>
                  </a:moveTo>
                  <a:lnTo>
                    <a:pt x="264363" y="22696"/>
                  </a:lnTo>
                  <a:lnTo>
                    <a:pt x="310708" y="18427"/>
                  </a:lnTo>
                  <a:close/>
                  <a:moveTo>
                    <a:pt x="264363" y="22696"/>
                  </a:moveTo>
                  <a:lnTo>
                    <a:pt x="284629" y="45500"/>
                  </a:lnTo>
                  <a:lnTo>
                    <a:pt x="310708" y="18427"/>
                  </a:lnTo>
                  <a:close/>
                  <a:moveTo>
                    <a:pt x="305731" y="16153"/>
                  </a:moveTo>
                  <a:lnTo>
                    <a:pt x="310708" y="18427"/>
                  </a:lnTo>
                  <a:lnTo>
                    <a:pt x="312893" y="13235"/>
                  </a:lnTo>
                  <a:close/>
                  <a:moveTo>
                    <a:pt x="289863" y="46712"/>
                  </a:moveTo>
                  <a:lnTo>
                    <a:pt x="310708" y="18427"/>
                  </a:lnTo>
                  <a:lnTo>
                    <a:pt x="284629" y="45500"/>
                  </a:lnTo>
                  <a:close/>
                  <a:moveTo>
                    <a:pt x="289863" y="46712"/>
                  </a:moveTo>
                  <a:lnTo>
                    <a:pt x="331905" y="39621"/>
                  </a:lnTo>
                  <a:lnTo>
                    <a:pt x="310708" y="18427"/>
                  </a:lnTo>
                  <a:close/>
                  <a:moveTo>
                    <a:pt x="331905" y="39621"/>
                  </a:moveTo>
                  <a:lnTo>
                    <a:pt x="312893" y="13235"/>
                  </a:lnTo>
                  <a:lnTo>
                    <a:pt x="310708" y="18427"/>
                  </a:lnTo>
                  <a:close/>
                  <a:moveTo>
                    <a:pt x="358919" y="0"/>
                  </a:moveTo>
                  <a:lnTo>
                    <a:pt x="312893" y="13235"/>
                  </a:lnTo>
                  <a:lnTo>
                    <a:pt x="331905" y="39621"/>
                  </a:lnTo>
                  <a:close/>
                  <a:moveTo>
                    <a:pt x="644857" y="203304"/>
                  </a:moveTo>
                  <a:lnTo>
                    <a:pt x="643085" y="236153"/>
                  </a:lnTo>
                  <a:lnTo>
                    <a:pt x="668319" y="224222"/>
                  </a:lnTo>
                  <a:close/>
                  <a:moveTo>
                    <a:pt x="869513" y="402745"/>
                  </a:moveTo>
                  <a:lnTo>
                    <a:pt x="917555" y="425522"/>
                  </a:lnTo>
                  <a:lnTo>
                    <a:pt x="903531" y="392176"/>
                  </a:lnTo>
                  <a:close/>
                  <a:moveTo>
                    <a:pt x="578103" y="10457"/>
                  </a:moveTo>
                  <a:lnTo>
                    <a:pt x="529025" y="32465"/>
                  </a:lnTo>
                  <a:lnTo>
                    <a:pt x="572725" y="1801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3" name="Input_density__94">
              <a:extLst>
                <a:ext uri="{FF2B5EF4-FFF2-40B4-BE49-F238E27FC236}">
                  <a16:creationId xmlns:a16="http://schemas.microsoft.com/office/drawing/2014/main" id="{7ABF5BCB-2BA9-8CE0-8684-CC0075587A2C}"/>
                </a:ext>
              </a:extLst>
            </p:cNvPr>
            <p:cNvSpPr>
              <a:spLocks noGrp="1"/>
            </p:cNvSpPr>
            <p:nvPr/>
          </p:nvSpPr>
          <p:spPr>
            <a:xfrm>
              <a:off x="882826" y="1888567"/>
              <a:ext cx="1059160" cy="1284462"/>
            </a:xfrm>
            <a:custGeom>
              <a:avLst/>
              <a:gdLst/>
              <a:ahLst/>
              <a:cxnLst/>
              <a:rect l="0" t="0" r="0" b="0"/>
              <a:pathLst>
                <a:path w="1059160" h="1284462">
                  <a:moveTo>
                    <a:pt x="60149" y="1055901"/>
                  </a:moveTo>
                  <a:lnTo>
                    <a:pt x="72812" y="1109839"/>
                  </a:lnTo>
                  <a:lnTo>
                    <a:pt x="74498" y="1092656"/>
                  </a:lnTo>
                  <a:close/>
                  <a:moveTo>
                    <a:pt x="74498" y="1092656"/>
                  </a:moveTo>
                  <a:lnTo>
                    <a:pt x="111261" y="1129411"/>
                  </a:lnTo>
                  <a:lnTo>
                    <a:pt x="118262" y="1112228"/>
                  </a:lnTo>
                  <a:close/>
                  <a:moveTo>
                    <a:pt x="371902" y="1284462"/>
                  </a:moveTo>
                  <a:lnTo>
                    <a:pt x="402689" y="1279652"/>
                  </a:lnTo>
                  <a:lnTo>
                    <a:pt x="394682" y="1278819"/>
                  </a:lnTo>
                  <a:close/>
                  <a:moveTo>
                    <a:pt x="356419" y="1226574"/>
                  </a:moveTo>
                  <a:lnTo>
                    <a:pt x="299264" y="1233664"/>
                  </a:lnTo>
                  <a:lnTo>
                    <a:pt x="324701" y="1232560"/>
                  </a:lnTo>
                  <a:close/>
                  <a:moveTo>
                    <a:pt x="373929" y="1275944"/>
                  </a:moveTo>
                  <a:lnTo>
                    <a:pt x="371902" y="1284462"/>
                  </a:lnTo>
                  <a:lnTo>
                    <a:pt x="394682" y="1278819"/>
                  </a:lnTo>
                  <a:close/>
                  <a:moveTo>
                    <a:pt x="335833" y="1235080"/>
                  </a:moveTo>
                  <a:lnTo>
                    <a:pt x="356419" y="1226574"/>
                  </a:lnTo>
                  <a:lnTo>
                    <a:pt x="324701" y="1232560"/>
                  </a:lnTo>
                  <a:close/>
                  <a:moveTo>
                    <a:pt x="335833" y="1235080"/>
                  </a:moveTo>
                  <a:lnTo>
                    <a:pt x="368780" y="1235384"/>
                  </a:lnTo>
                  <a:lnTo>
                    <a:pt x="356419" y="1226574"/>
                  </a:lnTo>
                  <a:close/>
                  <a:moveTo>
                    <a:pt x="262566" y="954328"/>
                  </a:moveTo>
                  <a:lnTo>
                    <a:pt x="261502" y="928431"/>
                  </a:lnTo>
                  <a:lnTo>
                    <a:pt x="221480" y="960641"/>
                  </a:lnTo>
                  <a:close/>
                  <a:moveTo>
                    <a:pt x="210758" y="930841"/>
                  </a:moveTo>
                  <a:lnTo>
                    <a:pt x="261502" y="928431"/>
                  </a:lnTo>
                  <a:lnTo>
                    <a:pt x="243012" y="913658"/>
                  </a:lnTo>
                  <a:close/>
                  <a:moveTo>
                    <a:pt x="214746" y="876903"/>
                  </a:moveTo>
                  <a:lnTo>
                    <a:pt x="227027" y="893726"/>
                  </a:lnTo>
                  <a:lnTo>
                    <a:pt x="210758" y="930841"/>
                  </a:lnTo>
                  <a:close/>
                  <a:moveTo>
                    <a:pt x="243012" y="913658"/>
                  </a:moveTo>
                  <a:lnTo>
                    <a:pt x="214746" y="876903"/>
                  </a:lnTo>
                  <a:lnTo>
                    <a:pt x="210758" y="930841"/>
                  </a:lnTo>
                  <a:close/>
                  <a:moveTo>
                    <a:pt x="0" y="565680"/>
                  </a:moveTo>
                  <a:lnTo>
                    <a:pt x="767" y="528924"/>
                  </a:lnTo>
                  <a:lnTo>
                    <a:pt x="4255" y="536670"/>
                  </a:lnTo>
                  <a:close/>
                  <a:moveTo>
                    <a:pt x="319407" y="845711"/>
                  </a:moveTo>
                  <a:lnTo>
                    <a:pt x="325851" y="822813"/>
                  </a:lnTo>
                  <a:lnTo>
                    <a:pt x="295538" y="820369"/>
                  </a:lnTo>
                  <a:close/>
                  <a:moveTo>
                    <a:pt x="319407" y="845711"/>
                  </a:moveTo>
                  <a:lnTo>
                    <a:pt x="325303" y="849979"/>
                  </a:lnTo>
                  <a:lnTo>
                    <a:pt x="346504" y="842536"/>
                  </a:lnTo>
                  <a:close/>
                  <a:moveTo>
                    <a:pt x="269389" y="680298"/>
                  </a:moveTo>
                  <a:lnTo>
                    <a:pt x="269584" y="670024"/>
                  </a:lnTo>
                  <a:lnTo>
                    <a:pt x="279177" y="695516"/>
                  </a:lnTo>
                  <a:close/>
                  <a:moveTo>
                    <a:pt x="279177" y="695516"/>
                  </a:moveTo>
                  <a:lnTo>
                    <a:pt x="269584" y="670024"/>
                  </a:lnTo>
                  <a:lnTo>
                    <a:pt x="267802" y="641578"/>
                  </a:lnTo>
                  <a:close/>
                  <a:moveTo>
                    <a:pt x="267802" y="641578"/>
                  </a:moveTo>
                  <a:lnTo>
                    <a:pt x="252819" y="649022"/>
                  </a:lnTo>
                  <a:lnTo>
                    <a:pt x="279177" y="695516"/>
                  </a:lnTo>
                  <a:close/>
                  <a:moveTo>
                    <a:pt x="222756" y="658761"/>
                  </a:moveTo>
                  <a:lnTo>
                    <a:pt x="244443" y="672232"/>
                  </a:lnTo>
                  <a:lnTo>
                    <a:pt x="252819" y="649022"/>
                  </a:lnTo>
                  <a:close/>
                  <a:moveTo>
                    <a:pt x="107179" y="507171"/>
                  </a:moveTo>
                  <a:lnTo>
                    <a:pt x="99011" y="502215"/>
                  </a:lnTo>
                  <a:lnTo>
                    <a:pt x="84688" y="498368"/>
                  </a:lnTo>
                  <a:close/>
                  <a:moveTo>
                    <a:pt x="99011" y="502215"/>
                  </a:moveTo>
                  <a:lnTo>
                    <a:pt x="107179" y="507171"/>
                  </a:lnTo>
                  <a:lnTo>
                    <a:pt x="147765" y="463716"/>
                  </a:lnTo>
                  <a:close/>
                  <a:moveTo>
                    <a:pt x="478317" y="862108"/>
                  </a:moveTo>
                  <a:lnTo>
                    <a:pt x="496542" y="895699"/>
                  </a:lnTo>
                  <a:lnTo>
                    <a:pt x="492984" y="857696"/>
                  </a:lnTo>
                  <a:close/>
                  <a:moveTo>
                    <a:pt x="138810" y="481456"/>
                  </a:moveTo>
                  <a:lnTo>
                    <a:pt x="147765" y="463716"/>
                  </a:lnTo>
                  <a:lnTo>
                    <a:pt x="135006" y="494558"/>
                  </a:lnTo>
                  <a:close/>
                  <a:moveTo>
                    <a:pt x="742769" y="1011516"/>
                  </a:moveTo>
                  <a:lnTo>
                    <a:pt x="731677" y="1055740"/>
                  </a:lnTo>
                  <a:lnTo>
                    <a:pt x="746324" y="1014295"/>
                  </a:lnTo>
                  <a:close/>
                  <a:moveTo>
                    <a:pt x="742769" y="1011516"/>
                  </a:moveTo>
                  <a:lnTo>
                    <a:pt x="704819" y="983692"/>
                  </a:lnTo>
                  <a:lnTo>
                    <a:pt x="684128" y="1002538"/>
                  </a:lnTo>
                  <a:close/>
                  <a:moveTo>
                    <a:pt x="695900" y="974761"/>
                  </a:moveTo>
                  <a:lnTo>
                    <a:pt x="684128" y="1002538"/>
                  </a:lnTo>
                  <a:lnTo>
                    <a:pt x="704819" y="983692"/>
                  </a:lnTo>
                  <a:close/>
                  <a:moveTo>
                    <a:pt x="243831" y="477527"/>
                  </a:moveTo>
                  <a:lnTo>
                    <a:pt x="258704" y="460191"/>
                  </a:lnTo>
                  <a:lnTo>
                    <a:pt x="239748" y="477374"/>
                  </a:lnTo>
                  <a:close/>
                  <a:moveTo>
                    <a:pt x="221082" y="424000"/>
                  </a:moveTo>
                  <a:lnTo>
                    <a:pt x="264081" y="457031"/>
                  </a:lnTo>
                  <a:lnTo>
                    <a:pt x="241877" y="434182"/>
                  </a:lnTo>
                  <a:close/>
                  <a:moveTo>
                    <a:pt x="742769" y="1011516"/>
                  </a:moveTo>
                  <a:lnTo>
                    <a:pt x="746324" y="1014295"/>
                  </a:lnTo>
                  <a:lnTo>
                    <a:pt x="748840" y="1008866"/>
                  </a:lnTo>
                  <a:close/>
                  <a:moveTo>
                    <a:pt x="748840" y="1008866"/>
                  </a:moveTo>
                  <a:lnTo>
                    <a:pt x="704819" y="983692"/>
                  </a:lnTo>
                  <a:lnTo>
                    <a:pt x="742769" y="1011516"/>
                  </a:lnTo>
                  <a:close/>
                  <a:moveTo>
                    <a:pt x="708943" y="969466"/>
                  </a:moveTo>
                  <a:lnTo>
                    <a:pt x="704819" y="983692"/>
                  </a:lnTo>
                  <a:lnTo>
                    <a:pt x="748840" y="1008866"/>
                  </a:lnTo>
                  <a:close/>
                  <a:moveTo>
                    <a:pt x="746324" y="1014295"/>
                  </a:moveTo>
                  <a:lnTo>
                    <a:pt x="788935" y="994333"/>
                  </a:lnTo>
                  <a:lnTo>
                    <a:pt x="748840" y="1008866"/>
                  </a:lnTo>
                  <a:close/>
                  <a:moveTo>
                    <a:pt x="825915" y="1031087"/>
                  </a:moveTo>
                  <a:lnTo>
                    <a:pt x="802651" y="1004108"/>
                  </a:lnTo>
                  <a:lnTo>
                    <a:pt x="828756" y="1042819"/>
                  </a:lnTo>
                  <a:close/>
                  <a:moveTo>
                    <a:pt x="695900" y="974761"/>
                  </a:moveTo>
                  <a:lnTo>
                    <a:pt x="704819" y="983692"/>
                  </a:lnTo>
                  <a:lnTo>
                    <a:pt x="708943" y="969466"/>
                  </a:lnTo>
                  <a:close/>
                  <a:moveTo>
                    <a:pt x="544780" y="700293"/>
                  </a:moveTo>
                  <a:lnTo>
                    <a:pt x="538762" y="736560"/>
                  </a:lnTo>
                  <a:lnTo>
                    <a:pt x="527962" y="739765"/>
                  </a:lnTo>
                  <a:close/>
                  <a:moveTo>
                    <a:pt x="291218" y="443008"/>
                  </a:moveTo>
                  <a:lnTo>
                    <a:pt x="266021" y="464286"/>
                  </a:lnTo>
                  <a:lnTo>
                    <a:pt x="293182" y="496946"/>
                  </a:lnTo>
                  <a:close/>
                  <a:moveTo>
                    <a:pt x="825915" y="1031087"/>
                  </a:moveTo>
                  <a:lnTo>
                    <a:pt x="828756" y="1042819"/>
                  </a:lnTo>
                  <a:lnTo>
                    <a:pt x="849244" y="1053733"/>
                  </a:lnTo>
                  <a:close/>
                  <a:moveTo>
                    <a:pt x="911455" y="1092168"/>
                  </a:moveTo>
                  <a:lnTo>
                    <a:pt x="904230" y="1134743"/>
                  </a:lnTo>
                  <a:lnTo>
                    <a:pt x="934037" y="1087414"/>
                  </a:lnTo>
                  <a:close/>
                  <a:moveTo>
                    <a:pt x="865669" y="1104597"/>
                  </a:moveTo>
                  <a:lnTo>
                    <a:pt x="904230" y="1134743"/>
                  </a:lnTo>
                  <a:lnTo>
                    <a:pt x="911455" y="1092168"/>
                  </a:lnTo>
                  <a:close/>
                  <a:moveTo>
                    <a:pt x="863553" y="1067842"/>
                  </a:moveTo>
                  <a:lnTo>
                    <a:pt x="900883" y="1050659"/>
                  </a:lnTo>
                  <a:lnTo>
                    <a:pt x="849244" y="1053733"/>
                  </a:lnTo>
                  <a:close/>
                  <a:moveTo>
                    <a:pt x="900883" y="1050659"/>
                  </a:moveTo>
                  <a:lnTo>
                    <a:pt x="871558" y="1040957"/>
                  </a:lnTo>
                  <a:lnTo>
                    <a:pt x="849244" y="1053733"/>
                  </a:lnTo>
                  <a:close/>
                  <a:moveTo>
                    <a:pt x="831396" y="1013904"/>
                  </a:moveTo>
                  <a:lnTo>
                    <a:pt x="849244" y="1053733"/>
                  </a:lnTo>
                  <a:lnTo>
                    <a:pt x="871558" y="1040957"/>
                  </a:lnTo>
                  <a:close/>
                  <a:moveTo>
                    <a:pt x="831396" y="1013904"/>
                  </a:moveTo>
                  <a:lnTo>
                    <a:pt x="825915" y="1031087"/>
                  </a:lnTo>
                  <a:lnTo>
                    <a:pt x="849244" y="1053733"/>
                  </a:lnTo>
                  <a:close/>
                  <a:moveTo>
                    <a:pt x="934037" y="1087414"/>
                  </a:moveTo>
                  <a:lnTo>
                    <a:pt x="957808" y="1114278"/>
                  </a:lnTo>
                  <a:lnTo>
                    <a:pt x="960311" y="1079538"/>
                  </a:lnTo>
                  <a:close/>
                  <a:moveTo>
                    <a:pt x="941812" y="1049830"/>
                  </a:moveTo>
                  <a:lnTo>
                    <a:pt x="960311" y="1079538"/>
                  </a:lnTo>
                  <a:lnTo>
                    <a:pt x="965137" y="1087414"/>
                  </a:lnTo>
                  <a:close/>
                  <a:moveTo>
                    <a:pt x="910177" y="1048461"/>
                  </a:moveTo>
                  <a:lnTo>
                    <a:pt x="871558" y="1040957"/>
                  </a:lnTo>
                  <a:lnTo>
                    <a:pt x="900883" y="1050659"/>
                  </a:lnTo>
                  <a:close/>
                  <a:moveTo>
                    <a:pt x="903422" y="1009205"/>
                  </a:moveTo>
                  <a:lnTo>
                    <a:pt x="877301" y="1003353"/>
                  </a:lnTo>
                  <a:lnTo>
                    <a:pt x="910177" y="1048461"/>
                  </a:lnTo>
                  <a:close/>
                  <a:moveTo>
                    <a:pt x="941812" y="1049830"/>
                  </a:moveTo>
                  <a:lnTo>
                    <a:pt x="939988" y="1047651"/>
                  </a:lnTo>
                  <a:lnTo>
                    <a:pt x="903422" y="1009205"/>
                  </a:lnTo>
                  <a:close/>
                  <a:moveTo>
                    <a:pt x="910177" y="1048461"/>
                  </a:moveTo>
                  <a:lnTo>
                    <a:pt x="941812" y="1049830"/>
                  </a:lnTo>
                  <a:lnTo>
                    <a:pt x="903422" y="1009205"/>
                  </a:lnTo>
                  <a:close/>
                  <a:moveTo>
                    <a:pt x="941812" y="1049830"/>
                  </a:moveTo>
                  <a:lnTo>
                    <a:pt x="943147" y="1050659"/>
                  </a:lnTo>
                  <a:lnTo>
                    <a:pt x="939988" y="1047651"/>
                  </a:lnTo>
                  <a:close/>
                  <a:moveTo>
                    <a:pt x="877301" y="1003353"/>
                  </a:moveTo>
                  <a:lnTo>
                    <a:pt x="903422" y="1009205"/>
                  </a:lnTo>
                  <a:lnTo>
                    <a:pt x="865482" y="968215"/>
                  </a:lnTo>
                  <a:close/>
                  <a:moveTo>
                    <a:pt x="767642" y="830129"/>
                  </a:moveTo>
                  <a:lnTo>
                    <a:pt x="762499" y="776191"/>
                  </a:lnTo>
                  <a:lnTo>
                    <a:pt x="743642" y="793374"/>
                  </a:lnTo>
                  <a:close/>
                  <a:moveTo>
                    <a:pt x="743642" y="793374"/>
                  </a:moveTo>
                  <a:lnTo>
                    <a:pt x="762499" y="776191"/>
                  </a:lnTo>
                  <a:lnTo>
                    <a:pt x="735840" y="782681"/>
                  </a:lnTo>
                  <a:close/>
                  <a:moveTo>
                    <a:pt x="762499" y="776191"/>
                  </a:moveTo>
                  <a:lnTo>
                    <a:pt x="759329" y="774294"/>
                  </a:lnTo>
                  <a:lnTo>
                    <a:pt x="735840" y="782681"/>
                  </a:lnTo>
                  <a:close/>
                  <a:moveTo>
                    <a:pt x="728486" y="739436"/>
                  </a:moveTo>
                  <a:lnTo>
                    <a:pt x="735840" y="782681"/>
                  </a:lnTo>
                  <a:lnTo>
                    <a:pt x="759329" y="774294"/>
                  </a:lnTo>
                  <a:close/>
                  <a:moveTo>
                    <a:pt x="509262" y="518906"/>
                  </a:moveTo>
                  <a:lnTo>
                    <a:pt x="461455" y="498263"/>
                  </a:lnTo>
                  <a:lnTo>
                    <a:pt x="460632" y="499334"/>
                  </a:lnTo>
                  <a:close/>
                  <a:moveTo>
                    <a:pt x="459763" y="497933"/>
                  </a:moveTo>
                  <a:lnTo>
                    <a:pt x="460632" y="499334"/>
                  </a:lnTo>
                  <a:lnTo>
                    <a:pt x="461455" y="498263"/>
                  </a:lnTo>
                  <a:close/>
                  <a:moveTo>
                    <a:pt x="472002" y="482151"/>
                  </a:moveTo>
                  <a:lnTo>
                    <a:pt x="459763" y="497933"/>
                  </a:lnTo>
                  <a:lnTo>
                    <a:pt x="461455" y="498263"/>
                  </a:lnTo>
                  <a:close/>
                  <a:moveTo>
                    <a:pt x="162840" y="41538"/>
                  </a:moveTo>
                  <a:lnTo>
                    <a:pt x="196253" y="41462"/>
                  </a:lnTo>
                  <a:lnTo>
                    <a:pt x="177694" y="11802"/>
                  </a:lnTo>
                  <a:close/>
                  <a:moveTo>
                    <a:pt x="162840" y="41538"/>
                  </a:moveTo>
                  <a:lnTo>
                    <a:pt x="177694" y="11802"/>
                  </a:lnTo>
                  <a:lnTo>
                    <a:pt x="149384" y="7730"/>
                  </a:lnTo>
                  <a:close/>
                  <a:moveTo>
                    <a:pt x="162840" y="41538"/>
                  </a:moveTo>
                  <a:lnTo>
                    <a:pt x="149384" y="7730"/>
                  </a:lnTo>
                  <a:lnTo>
                    <a:pt x="160762" y="41091"/>
                  </a:lnTo>
                  <a:close/>
                  <a:moveTo>
                    <a:pt x="149384" y="7730"/>
                  </a:moveTo>
                  <a:lnTo>
                    <a:pt x="133442" y="4336"/>
                  </a:lnTo>
                  <a:lnTo>
                    <a:pt x="160762" y="41091"/>
                  </a:lnTo>
                  <a:close/>
                  <a:moveTo>
                    <a:pt x="1004831" y="1033476"/>
                  </a:moveTo>
                  <a:lnTo>
                    <a:pt x="1038198" y="1016292"/>
                  </a:lnTo>
                  <a:lnTo>
                    <a:pt x="986366" y="1000266"/>
                  </a:lnTo>
                  <a:close/>
                  <a:moveTo>
                    <a:pt x="1038198" y="1016292"/>
                  </a:moveTo>
                  <a:lnTo>
                    <a:pt x="1011069" y="996419"/>
                  </a:lnTo>
                  <a:lnTo>
                    <a:pt x="986366" y="1000266"/>
                  </a:lnTo>
                  <a:close/>
                  <a:moveTo>
                    <a:pt x="994453" y="979537"/>
                  </a:moveTo>
                  <a:lnTo>
                    <a:pt x="986366" y="1000266"/>
                  </a:lnTo>
                  <a:lnTo>
                    <a:pt x="1011069" y="996419"/>
                  </a:lnTo>
                  <a:close/>
                  <a:moveTo>
                    <a:pt x="994453" y="979537"/>
                  </a:moveTo>
                  <a:lnTo>
                    <a:pt x="983412" y="996721"/>
                  </a:lnTo>
                  <a:lnTo>
                    <a:pt x="986366" y="1000266"/>
                  </a:lnTo>
                  <a:close/>
                  <a:moveTo>
                    <a:pt x="965116" y="959966"/>
                  </a:moveTo>
                  <a:lnTo>
                    <a:pt x="983412" y="996721"/>
                  </a:lnTo>
                  <a:lnTo>
                    <a:pt x="994453" y="979537"/>
                  </a:lnTo>
                  <a:close/>
                  <a:moveTo>
                    <a:pt x="947763" y="910751"/>
                  </a:moveTo>
                  <a:lnTo>
                    <a:pt x="973042" y="950452"/>
                  </a:lnTo>
                  <a:lnTo>
                    <a:pt x="975819" y="942782"/>
                  </a:lnTo>
                  <a:close/>
                  <a:moveTo>
                    <a:pt x="975819" y="942782"/>
                  </a:moveTo>
                  <a:lnTo>
                    <a:pt x="957526" y="920808"/>
                  </a:lnTo>
                  <a:lnTo>
                    <a:pt x="947763" y="910751"/>
                  </a:lnTo>
                  <a:close/>
                  <a:moveTo>
                    <a:pt x="759329" y="774294"/>
                  </a:moveTo>
                  <a:lnTo>
                    <a:pt x="762499" y="776191"/>
                  </a:lnTo>
                  <a:lnTo>
                    <a:pt x="761365" y="774948"/>
                  </a:lnTo>
                  <a:close/>
                  <a:moveTo>
                    <a:pt x="639346" y="592416"/>
                  </a:moveTo>
                  <a:lnTo>
                    <a:pt x="669507" y="591411"/>
                  </a:lnTo>
                  <a:lnTo>
                    <a:pt x="660609" y="611988"/>
                  </a:lnTo>
                  <a:close/>
                  <a:moveTo>
                    <a:pt x="670400" y="615736"/>
                  </a:moveTo>
                  <a:lnTo>
                    <a:pt x="644537" y="594258"/>
                  </a:lnTo>
                  <a:lnTo>
                    <a:pt x="639346" y="592416"/>
                  </a:lnTo>
                  <a:close/>
                  <a:moveTo>
                    <a:pt x="660609" y="611988"/>
                  </a:moveTo>
                  <a:lnTo>
                    <a:pt x="670400" y="615736"/>
                  </a:lnTo>
                  <a:lnTo>
                    <a:pt x="639346" y="592416"/>
                  </a:lnTo>
                  <a:close/>
                  <a:moveTo>
                    <a:pt x="689412" y="611988"/>
                  </a:moveTo>
                  <a:lnTo>
                    <a:pt x="648141" y="589085"/>
                  </a:lnTo>
                  <a:lnTo>
                    <a:pt x="648847" y="592416"/>
                  </a:lnTo>
                  <a:close/>
                  <a:moveTo>
                    <a:pt x="644537" y="594258"/>
                  </a:moveTo>
                  <a:lnTo>
                    <a:pt x="670400" y="615736"/>
                  </a:lnTo>
                  <a:lnTo>
                    <a:pt x="689412" y="611988"/>
                  </a:lnTo>
                  <a:close/>
                  <a:moveTo>
                    <a:pt x="648847" y="592416"/>
                  </a:moveTo>
                  <a:lnTo>
                    <a:pt x="644537" y="594258"/>
                  </a:lnTo>
                  <a:lnTo>
                    <a:pt x="689412" y="611988"/>
                  </a:lnTo>
                  <a:close/>
                  <a:moveTo>
                    <a:pt x="599990" y="518906"/>
                  </a:moveTo>
                  <a:lnTo>
                    <a:pt x="607807" y="485300"/>
                  </a:lnTo>
                  <a:lnTo>
                    <a:pt x="615021" y="464967"/>
                  </a:lnTo>
                  <a:close/>
                  <a:moveTo>
                    <a:pt x="276569" y="137496"/>
                  </a:moveTo>
                  <a:lnTo>
                    <a:pt x="322605" y="166438"/>
                  </a:lnTo>
                  <a:lnTo>
                    <a:pt x="302339" y="143633"/>
                  </a:lnTo>
                  <a:close/>
                  <a:moveTo>
                    <a:pt x="160762" y="41091"/>
                  </a:moveTo>
                  <a:lnTo>
                    <a:pt x="135256" y="36875"/>
                  </a:lnTo>
                  <a:lnTo>
                    <a:pt x="164152" y="43945"/>
                  </a:lnTo>
                  <a:close/>
                  <a:moveTo>
                    <a:pt x="190696" y="46980"/>
                  </a:moveTo>
                  <a:lnTo>
                    <a:pt x="196938" y="41950"/>
                  </a:lnTo>
                  <a:lnTo>
                    <a:pt x="164152" y="43945"/>
                  </a:lnTo>
                  <a:close/>
                  <a:moveTo>
                    <a:pt x="1038198" y="1016292"/>
                  </a:moveTo>
                  <a:lnTo>
                    <a:pt x="1055055" y="1036298"/>
                  </a:lnTo>
                  <a:lnTo>
                    <a:pt x="1059160" y="1008605"/>
                  </a:lnTo>
                  <a:close/>
                  <a:moveTo>
                    <a:pt x="1059160" y="1008605"/>
                  </a:moveTo>
                  <a:lnTo>
                    <a:pt x="1011069" y="996419"/>
                  </a:lnTo>
                  <a:lnTo>
                    <a:pt x="1038198" y="1016292"/>
                  </a:lnTo>
                  <a:close/>
                  <a:moveTo>
                    <a:pt x="1026752" y="963116"/>
                  </a:moveTo>
                  <a:lnTo>
                    <a:pt x="1011069" y="996419"/>
                  </a:lnTo>
                  <a:lnTo>
                    <a:pt x="1059160" y="1008605"/>
                  </a:lnTo>
                  <a:close/>
                  <a:moveTo>
                    <a:pt x="994453" y="979537"/>
                  </a:moveTo>
                  <a:lnTo>
                    <a:pt x="1011069" y="996419"/>
                  </a:lnTo>
                  <a:lnTo>
                    <a:pt x="1026752" y="963116"/>
                  </a:lnTo>
                  <a:close/>
                  <a:moveTo>
                    <a:pt x="975819" y="942782"/>
                  </a:moveTo>
                  <a:lnTo>
                    <a:pt x="994453" y="979537"/>
                  </a:lnTo>
                  <a:lnTo>
                    <a:pt x="993794" y="925599"/>
                  </a:lnTo>
                  <a:close/>
                  <a:moveTo>
                    <a:pt x="975819" y="942782"/>
                  </a:moveTo>
                  <a:lnTo>
                    <a:pt x="993794" y="925599"/>
                  </a:lnTo>
                  <a:lnTo>
                    <a:pt x="957526" y="920808"/>
                  </a:lnTo>
                  <a:close/>
                  <a:moveTo>
                    <a:pt x="958224" y="888844"/>
                  </a:moveTo>
                  <a:lnTo>
                    <a:pt x="944733" y="906027"/>
                  </a:lnTo>
                  <a:lnTo>
                    <a:pt x="957526" y="920808"/>
                  </a:lnTo>
                  <a:close/>
                  <a:moveTo>
                    <a:pt x="833051" y="668314"/>
                  </a:moveTo>
                  <a:lnTo>
                    <a:pt x="831593" y="699117"/>
                  </a:lnTo>
                  <a:lnTo>
                    <a:pt x="858292" y="702732"/>
                  </a:lnTo>
                  <a:close/>
                  <a:moveTo>
                    <a:pt x="761926" y="595503"/>
                  </a:moveTo>
                  <a:lnTo>
                    <a:pt x="763529" y="594804"/>
                  </a:lnTo>
                  <a:lnTo>
                    <a:pt x="762506" y="593756"/>
                  </a:lnTo>
                  <a:close/>
                  <a:moveTo>
                    <a:pt x="648671" y="513506"/>
                  </a:moveTo>
                  <a:lnTo>
                    <a:pt x="689371" y="484539"/>
                  </a:lnTo>
                  <a:lnTo>
                    <a:pt x="654440" y="494469"/>
                  </a:lnTo>
                  <a:close/>
                  <a:moveTo>
                    <a:pt x="684534" y="523016"/>
                  </a:moveTo>
                  <a:lnTo>
                    <a:pt x="706372" y="508457"/>
                  </a:lnTo>
                  <a:lnTo>
                    <a:pt x="648671" y="513506"/>
                  </a:lnTo>
                  <a:close/>
                  <a:moveTo>
                    <a:pt x="654440" y="494469"/>
                  </a:moveTo>
                  <a:lnTo>
                    <a:pt x="697067" y="473667"/>
                  </a:lnTo>
                  <a:lnTo>
                    <a:pt x="677323" y="458208"/>
                  </a:lnTo>
                  <a:close/>
                  <a:moveTo>
                    <a:pt x="654440" y="494469"/>
                  </a:moveTo>
                  <a:lnTo>
                    <a:pt x="677323" y="458208"/>
                  </a:lnTo>
                  <a:lnTo>
                    <a:pt x="646287" y="456352"/>
                  </a:lnTo>
                  <a:close/>
                  <a:moveTo>
                    <a:pt x="588142" y="387040"/>
                  </a:moveTo>
                  <a:lnTo>
                    <a:pt x="550960" y="397337"/>
                  </a:lnTo>
                  <a:lnTo>
                    <a:pt x="588395" y="412721"/>
                  </a:lnTo>
                  <a:close/>
                  <a:moveTo>
                    <a:pt x="588142" y="387040"/>
                  </a:moveTo>
                  <a:lnTo>
                    <a:pt x="551891" y="389422"/>
                  </a:lnTo>
                  <a:lnTo>
                    <a:pt x="550960" y="397337"/>
                  </a:lnTo>
                  <a:close/>
                  <a:moveTo>
                    <a:pt x="863761" y="651131"/>
                  </a:moveTo>
                  <a:lnTo>
                    <a:pt x="858292" y="702732"/>
                  </a:lnTo>
                  <a:lnTo>
                    <a:pt x="872415" y="659327"/>
                  </a:lnTo>
                  <a:close/>
                  <a:moveTo>
                    <a:pt x="863761" y="651131"/>
                  </a:moveTo>
                  <a:lnTo>
                    <a:pt x="833051" y="668314"/>
                  </a:lnTo>
                  <a:lnTo>
                    <a:pt x="858292" y="702732"/>
                  </a:lnTo>
                  <a:close/>
                  <a:moveTo>
                    <a:pt x="762506" y="593756"/>
                  </a:moveTo>
                  <a:lnTo>
                    <a:pt x="763529" y="594804"/>
                  </a:lnTo>
                  <a:lnTo>
                    <a:pt x="764201" y="593654"/>
                  </a:lnTo>
                  <a:close/>
                  <a:moveTo>
                    <a:pt x="766627" y="512955"/>
                  </a:moveTo>
                  <a:lnTo>
                    <a:pt x="795452" y="540866"/>
                  </a:lnTo>
                  <a:lnTo>
                    <a:pt x="759210" y="508218"/>
                  </a:lnTo>
                  <a:close/>
                  <a:moveTo>
                    <a:pt x="759210" y="508218"/>
                  </a:moveTo>
                  <a:lnTo>
                    <a:pt x="795099" y="550875"/>
                  </a:lnTo>
                  <a:lnTo>
                    <a:pt x="794846" y="506334"/>
                  </a:lnTo>
                  <a:close/>
                  <a:moveTo>
                    <a:pt x="588619" y="252410"/>
                  </a:moveTo>
                  <a:lnTo>
                    <a:pt x="597513" y="254394"/>
                  </a:lnTo>
                  <a:lnTo>
                    <a:pt x="588617" y="246826"/>
                  </a:lnTo>
                  <a:close/>
                  <a:moveTo>
                    <a:pt x="343575" y="26296"/>
                  </a:moveTo>
                  <a:lnTo>
                    <a:pt x="332992" y="12857"/>
                  </a:lnTo>
                  <a:lnTo>
                    <a:pt x="347211" y="0"/>
                  </a:lnTo>
                  <a:close/>
                  <a:moveTo>
                    <a:pt x="895255" y="568374"/>
                  </a:moveTo>
                  <a:lnTo>
                    <a:pt x="861301" y="540866"/>
                  </a:lnTo>
                  <a:lnTo>
                    <a:pt x="870190" y="554803"/>
                  </a:lnTo>
                  <a:close/>
                  <a:moveTo>
                    <a:pt x="870190" y="554803"/>
                  </a:moveTo>
                  <a:lnTo>
                    <a:pt x="861301" y="540866"/>
                  </a:lnTo>
                  <a:lnTo>
                    <a:pt x="844563" y="555193"/>
                  </a:lnTo>
                  <a:close/>
                  <a:moveTo>
                    <a:pt x="926536" y="560438"/>
                  </a:moveTo>
                  <a:lnTo>
                    <a:pt x="907490" y="523682"/>
                  </a:lnTo>
                  <a:lnTo>
                    <a:pt x="895255" y="568374"/>
                  </a:lnTo>
                  <a:close/>
                  <a:moveTo>
                    <a:pt x="659871" y="266760"/>
                  </a:moveTo>
                  <a:lnTo>
                    <a:pt x="658505" y="267429"/>
                  </a:lnTo>
                  <a:lnTo>
                    <a:pt x="680320" y="314844"/>
                  </a:lnTo>
                  <a:close/>
                  <a:moveTo>
                    <a:pt x="697268" y="282004"/>
                  </a:moveTo>
                  <a:lnTo>
                    <a:pt x="659871" y="266760"/>
                  </a:lnTo>
                  <a:lnTo>
                    <a:pt x="680320" y="314844"/>
                  </a:lnTo>
                  <a:close/>
                  <a:moveTo>
                    <a:pt x="926536" y="560438"/>
                  </a:moveTo>
                  <a:lnTo>
                    <a:pt x="940671" y="569164"/>
                  </a:lnTo>
                  <a:lnTo>
                    <a:pt x="955531" y="546459"/>
                  </a:lnTo>
                  <a:close/>
                  <a:moveTo>
                    <a:pt x="955531" y="546459"/>
                  </a:moveTo>
                  <a:lnTo>
                    <a:pt x="958192" y="560438"/>
                  </a:lnTo>
                  <a:lnTo>
                    <a:pt x="941507" y="51311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4" name="Input_density__95">
              <a:extLst>
                <a:ext uri="{FF2B5EF4-FFF2-40B4-BE49-F238E27FC236}">
                  <a16:creationId xmlns:a16="http://schemas.microsoft.com/office/drawing/2014/main" id="{FA1E4EFE-7008-1BB8-ED88-F6A10F8AFB61}"/>
                </a:ext>
              </a:extLst>
            </p:cNvPr>
            <p:cNvSpPr>
              <a:spLocks noGrp="1"/>
            </p:cNvSpPr>
            <p:nvPr/>
          </p:nvSpPr>
          <p:spPr>
            <a:xfrm>
              <a:off x="967514" y="1835683"/>
              <a:ext cx="992567" cy="1367191"/>
            </a:xfrm>
            <a:custGeom>
              <a:avLst/>
              <a:gdLst/>
              <a:ahLst/>
              <a:cxnLst/>
              <a:rect l="0" t="0" r="0" b="0"/>
              <a:pathLst>
                <a:path w="992567" h="1367191">
                  <a:moveTo>
                    <a:pt x="108249" y="1234372"/>
                  </a:moveTo>
                  <a:lnTo>
                    <a:pt x="91282" y="1202425"/>
                  </a:lnTo>
                  <a:lnTo>
                    <a:pt x="95159" y="1219051"/>
                  </a:lnTo>
                  <a:close/>
                  <a:moveTo>
                    <a:pt x="92636" y="1204363"/>
                  </a:moveTo>
                  <a:lnTo>
                    <a:pt x="91282" y="1202425"/>
                  </a:lnTo>
                  <a:lnTo>
                    <a:pt x="108249" y="1234372"/>
                  </a:lnTo>
                  <a:close/>
                  <a:moveTo>
                    <a:pt x="129313" y="1216917"/>
                  </a:moveTo>
                  <a:lnTo>
                    <a:pt x="92636" y="1204363"/>
                  </a:lnTo>
                  <a:lnTo>
                    <a:pt x="108249" y="1234372"/>
                  </a:lnTo>
                  <a:close/>
                  <a:moveTo>
                    <a:pt x="61745" y="1185077"/>
                  </a:moveTo>
                  <a:lnTo>
                    <a:pt x="57492" y="1197545"/>
                  </a:lnTo>
                  <a:lnTo>
                    <a:pt x="28626" y="1185827"/>
                  </a:lnTo>
                  <a:close/>
                  <a:moveTo>
                    <a:pt x="223527" y="1348887"/>
                  </a:moveTo>
                  <a:lnTo>
                    <a:pt x="228748" y="1350921"/>
                  </a:lnTo>
                  <a:lnTo>
                    <a:pt x="232331" y="1352931"/>
                  </a:lnTo>
                  <a:close/>
                  <a:moveTo>
                    <a:pt x="228748" y="1350921"/>
                  </a:moveTo>
                  <a:lnTo>
                    <a:pt x="223527" y="1348887"/>
                  </a:lnTo>
                  <a:lnTo>
                    <a:pt x="178652" y="1319813"/>
                  </a:lnTo>
                  <a:close/>
                  <a:moveTo>
                    <a:pt x="269464" y="1367191"/>
                  </a:moveTo>
                  <a:lnTo>
                    <a:pt x="228748" y="1350921"/>
                  </a:lnTo>
                  <a:lnTo>
                    <a:pt x="248297" y="1362116"/>
                  </a:lnTo>
                  <a:close/>
                  <a:moveTo>
                    <a:pt x="269464" y="1367191"/>
                  </a:moveTo>
                  <a:lnTo>
                    <a:pt x="232331" y="1352931"/>
                  </a:lnTo>
                  <a:lnTo>
                    <a:pt x="228748" y="1350921"/>
                  </a:lnTo>
                  <a:close/>
                  <a:moveTo>
                    <a:pt x="223527" y="1348887"/>
                  </a:moveTo>
                  <a:lnTo>
                    <a:pt x="232331" y="1352931"/>
                  </a:lnTo>
                  <a:lnTo>
                    <a:pt x="237160" y="1344082"/>
                  </a:lnTo>
                  <a:close/>
                  <a:moveTo>
                    <a:pt x="138164" y="1191399"/>
                  </a:moveTo>
                  <a:lnTo>
                    <a:pt x="92636" y="1204363"/>
                  </a:lnTo>
                  <a:lnTo>
                    <a:pt x="129313" y="1216917"/>
                  </a:lnTo>
                  <a:close/>
                  <a:moveTo>
                    <a:pt x="162123" y="1154262"/>
                  </a:moveTo>
                  <a:lnTo>
                    <a:pt x="138164" y="1191399"/>
                  </a:lnTo>
                  <a:lnTo>
                    <a:pt x="173546" y="1189723"/>
                  </a:lnTo>
                  <a:close/>
                  <a:moveTo>
                    <a:pt x="176814" y="981316"/>
                  </a:moveTo>
                  <a:lnTo>
                    <a:pt x="177877" y="1007212"/>
                  </a:lnTo>
                  <a:lnTo>
                    <a:pt x="179217" y="983725"/>
                  </a:lnTo>
                  <a:close/>
                  <a:moveTo>
                    <a:pt x="276029" y="1006904"/>
                  </a:moveTo>
                  <a:lnTo>
                    <a:pt x="237535" y="987557"/>
                  </a:lnTo>
                  <a:lnTo>
                    <a:pt x="254476" y="1022528"/>
                  </a:lnTo>
                  <a:close/>
                  <a:moveTo>
                    <a:pt x="210791" y="983772"/>
                  </a:moveTo>
                  <a:lnTo>
                    <a:pt x="230896" y="1003297"/>
                  </a:lnTo>
                  <a:lnTo>
                    <a:pt x="236261" y="986836"/>
                  </a:lnTo>
                  <a:close/>
                  <a:moveTo>
                    <a:pt x="276029" y="1006904"/>
                  </a:moveTo>
                  <a:lnTo>
                    <a:pt x="254476" y="1022528"/>
                  </a:lnTo>
                  <a:lnTo>
                    <a:pt x="308612" y="1004148"/>
                  </a:lnTo>
                  <a:close/>
                  <a:moveTo>
                    <a:pt x="296547" y="987407"/>
                  </a:moveTo>
                  <a:lnTo>
                    <a:pt x="317608" y="974878"/>
                  </a:lnTo>
                  <a:lnTo>
                    <a:pt x="306639" y="968930"/>
                  </a:lnTo>
                  <a:close/>
                  <a:moveTo>
                    <a:pt x="194489" y="748400"/>
                  </a:moveTo>
                  <a:lnTo>
                    <a:pt x="202124" y="758952"/>
                  </a:lnTo>
                  <a:lnTo>
                    <a:pt x="184701" y="733183"/>
                  </a:lnTo>
                  <a:close/>
                  <a:moveTo>
                    <a:pt x="184701" y="733183"/>
                  </a:moveTo>
                  <a:lnTo>
                    <a:pt x="215625" y="779877"/>
                  </a:lnTo>
                  <a:lnTo>
                    <a:pt x="192164" y="771862"/>
                  </a:lnTo>
                  <a:close/>
                  <a:moveTo>
                    <a:pt x="0" y="551253"/>
                  </a:moveTo>
                  <a:lnTo>
                    <a:pt x="14322" y="555099"/>
                  </a:lnTo>
                  <a:lnTo>
                    <a:pt x="14858" y="510687"/>
                  </a:lnTo>
                  <a:close/>
                  <a:moveTo>
                    <a:pt x="125189" y="530741"/>
                  </a:moveTo>
                  <a:lnTo>
                    <a:pt x="159143" y="530412"/>
                  </a:lnTo>
                  <a:lnTo>
                    <a:pt x="155060" y="530259"/>
                  </a:lnTo>
                  <a:close/>
                  <a:moveTo>
                    <a:pt x="125189" y="530741"/>
                  </a:moveTo>
                  <a:lnTo>
                    <a:pt x="155060" y="530259"/>
                  </a:lnTo>
                  <a:lnTo>
                    <a:pt x="125599" y="529576"/>
                  </a:lnTo>
                  <a:close/>
                  <a:moveTo>
                    <a:pt x="208494" y="549830"/>
                  </a:moveTo>
                  <a:lnTo>
                    <a:pt x="199362" y="567014"/>
                  </a:lnTo>
                  <a:lnTo>
                    <a:pt x="202844" y="569228"/>
                  </a:lnTo>
                  <a:close/>
                  <a:moveTo>
                    <a:pt x="199362" y="567014"/>
                  </a:moveTo>
                  <a:lnTo>
                    <a:pt x="208494" y="549830"/>
                  </a:lnTo>
                  <a:lnTo>
                    <a:pt x="159143" y="530412"/>
                  </a:lnTo>
                  <a:close/>
                  <a:moveTo>
                    <a:pt x="155060" y="530259"/>
                  </a:moveTo>
                  <a:lnTo>
                    <a:pt x="136394" y="476884"/>
                  </a:lnTo>
                  <a:lnTo>
                    <a:pt x="125599" y="529576"/>
                  </a:lnTo>
                  <a:close/>
                  <a:moveTo>
                    <a:pt x="507969" y="928471"/>
                  </a:moveTo>
                  <a:lnTo>
                    <a:pt x="496941" y="917380"/>
                  </a:lnTo>
                  <a:lnTo>
                    <a:pt x="462346" y="893727"/>
                  </a:lnTo>
                  <a:close/>
                  <a:moveTo>
                    <a:pt x="670290" y="1012013"/>
                  </a:moveTo>
                  <a:lnTo>
                    <a:pt x="624255" y="1022350"/>
                  </a:lnTo>
                  <a:lnTo>
                    <a:pt x="664152" y="1061751"/>
                  </a:lnTo>
                  <a:close/>
                  <a:moveTo>
                    <a:pt x="664152" y="1061751"/>
                  </a:moveTo>
                  <a:lnTo>
                    <a:pt x="672262" y="1027645"/>
                  </a:lnTo>
                  <a:lnTo>
                    <a:pt x="670290" y="1012013"/>
                  </a:lnTo>
                  <a:close/>
                  <a:moveTo>
                    <a:pt x="596939" y="978233"/>
                  </a:moveTo>
                  <a:lnTo>
                    <a:pt x="611212" y="1027645"/>
                  </a:lnTo>
                  <a:lnTo>
                    <a:pt x="627273" y="975149"/>
                  </a:lnTo>
                  <a:close/>
                  <a:moveTo>
                    <a:pt x="624255" y="1022350"/>
                  </a:moveTo>
                  <a:lnTo>
                    <a:pt x="655347" y="979415"/>
                  </a:lnTo>
                  <a:lnTo>
                    <a:pt x="627273" y="975149"/>
                  </a:lnTo>
                  <a:close/>
                  <a:moveTo>
                    <a:pt x="590446" y="973707"/>
                  </a:moveTo>
                  <a:lnTo>
                    <a:pt x="569128" y="990890"/>
                  </a:lnTo>
                  <a:lnTo>
                    <a:pt x="576187" y="996853"/>
                  </a:lnTo>
                  <a:close/>
                  <a:moveTo>
                    <a:pt x="534538" y="954135"/>
                  </a:moveTo>
                  <a:lnTo>
                    <a:pt x="569128" y="990890"/>
                  </a:lnTo>
                  <a:lnTo>
                    <a:pt x="590446" y="973707"/>
                  </a:lnTo>
                  <a:close/>
                  <a:moveTo>
                    <a:pt x="627273" y="975149"/>
                  </a:moveTo>
                  <a:lnTo>
                    <a:pt x="655347" y="979415"/>
                  </a:lnTo>
                  <a:lnTo>
                    <a:pt x="614998" y="940382"/>
                  </a:lnTo>
                  <a:close/>
                  <a:moveTo>
                    <a:pt x="614998" y="940382"/>
                  </a:moveTo>
                  <a:lnTo>
                    <a:pt x="595690" y="936952"/>
                  </a:lnTo>
                  <a:lnTo>
                    <a:pt x="613490" y="973707"/>
                  </a:lnTo>
                  <a:close/>
                  <a:moveTo>
                    <a:pt x="363829" y="606413"/>
                  </a:moveTo>
                  <a:lnTo>
                    <a:pt x="325313" y="585552"/>
                  </a:lnTo>
                  <a:lnTo>
                    <a:pt x="363444" y="606157"/>
                  </a:lnTo>
                  <a:close/>
                  <a:moveTo>
                    <a:pt x="819542" y="1187628"/>
                  </a:moveTo>
                  <a:lnTo>
                    <a:pt x="849224" y="1194237"/>
                  </a:lnTo>
                  <a:lnTo>
                    <a:pt x="849349" y="1140298"/>
                  </a:lnTo>
                  <a:close/>
                  <a:moveTo>
                    <a:pt x="849349" y="1140298"/>
                  </a:moveTo>
                  <a:lnTo>
                    <a:pt x="849224" y="1194237"/>
                  </a:lnTo>
                  <a:lnTo>
                    <a:pt x="873120" y="1167162"/>
                  </a:lnTo>
                  <a:close/>
                  <a:moveTo>
                    <a:pt x="595690" y="936952"/>
                  </a:moveTo>
                  <a:lnTo>
                    <a:pt x="585460" y="900197"/>
                  </a:lnTo>
                  <a:lnTo>
                    <a:pt x="625500" y="919768"/>
                  </a:lnTo>
                  <a:close/>
                  <a:moveTo>
                    <a:pt x="344669" y="594902"/>
                  </a:moveTo>
                  <a:lnTo>
                    <a:pt x="371052" y="642912"/>
                  </a:lnTo>
                  <a:lnTo>
                    <a:pt x="363444" y="606157"/>
                  </a:lnTo>
                  <a:close/>
                  <a:moveTo>
                    <a:pt x="405817" y="588973"/>
                  </a:moveTo>
                  <a:lnTo>
                    <a:pt x="375944" y="552218"/>
                  </a:lnTo>
                  <a:lnTo>
                    <a:pt x="390289" y="567242"/>
                  </a:lnTo>
                  <a:close/>
                  <a:moveTo>
                    <a:pt x="688587" y="879320"/>
                  </a:moveTo>
                  <a:lnTo>
                    <a:pt x="677743" y="871713"/>
                  </a:lnTo>
                  <a:lnTo>
                    <a:pt x="699902" y="893257"/>
                  </a:lnTo>
                  <a:close/>
                  <a:moveTo>
                    <a:pt x="631580" y="809503"/>
                  </a:moveTo>
                  <a:lnTo>
                    <a:pt x="643797" y="792320"/>
                  </a:lnTo>
                  <a:lnTo>
                    <a:pt x="605538" y="789601"/>
                  </a:lnTo>
                  <a:close/>
                  <a:moveTo>
                    <a:pt x="643797" y="792320"/>
                  </a:moveTo>
                  <a:lnTo>
                    <a:pt x="629039" y="781258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605538" y="789601"/>
                  </a:lnTo>
                  <a:lnTo>
                    <a:pt x="629039" y="781258"/>
                  </a:lnTo>
                  <a:close/>
                  <a:moveTo>
                    <a:pt x="595616" y="755565"/>
                  </a:moveTo>
                  <a:lnTo>
                    <a:pt x="580901" y="772749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587002" y="748664"/>
                  </a:lnTo>
                  <a:lnTo>
                    <a:pt x="558737" y="739194"/>
                  </a:lnTo>
                  <a:close/>
                  <a:moveTo>
                    <a:pt x="424574" y="571790"/>
                  </a:moveTo>
                  <a:lnTo>
                    <a:pt x="419556" y="592547"/>
                  </a:lnTo>
                  <a:lnTo>
                    <a:pt x="442361" y="581603"/>
                  </a:lnTo>
                  <a:close/>
                  <a:moveTo>
                    <a:pt x="66662" y="145171"/>
                  </a:moveTo>
                  <a:lnTo>
                    <a:pt x="111565" y="94346"/>
                  </a:lnTo>
                  <a:lnTo>
                    <a:pt x="78152" y="94422"/>
                  </a:lnTo>
                  <a:close/>
                  <a:moveTo>
                    <a:pt x="55273" y="23528"/>
                  </a:moveTo>
                  <a:lnTo>
                    <a:pt x="47990" y="20465"/>
                  </a:lnTo>
                  <a:lnTo>
                    <a:pt x="48754" y="57220"/>
                  </a:lnTo>
                  <a:close/>
                  <a:moveTo>
                    <a:pt x="970367" y="1089182"/>
                  </a:moveTo>
                  <a:lnTo>
                    <a:pt x="992567" y="1073866"/>
                  </a:lnTo>
                  <a:lnTo>
                    <a:pt x="985473" y="1069177"/>
                  </a:lnTo>
                  <a:close/>
                  <a:moveTo>
                    <a:pt x="770648" y="895106"/>
                  </a:moveTo>
                  <a:lnTo>
                    <a:pt x="759401" y="885402"/>
                  </a:lnTo>
                  <a:lnTo>
                    <a:pt x="756925" y="885672"/>
                  </a:lnTo>
                  <a:close/>
                  <a:moveTo>
                    <a:pt x="756925" y="885672"/>
                  </a:moveTo>
                  <a:lnTo>
                    <a:pt x="794329" y="900943"/>
                  </a:lnTo>
                  <a:lnTo>
                    <a:pt x="770648" y="895106"/>
                  </a:lnTo>
                  <a:close/>
                  <a:moveTo>
                    <a:pt x="643797" y="792320"/>
                  </a:moveTo>
                  <a:lnTo>
                    <a:pt x="674641" y="827179"/>
                  </a:lnTo>
                  <a:lnTo>
                    <a:pt x="649548" y="778052"/>
                  </a:lnTo>
                  <a:close/>
                  <a:moveTo>
                    <a:pt x="629039" y="781258"/>
                  </a:moveTo>
                  <a:lnTo>
                    <a:pt x="643797" y="792320"/>
                  </a:lnTo>
                  <a:lnTo>
                    <a:pt x="649548" y="778052"/>
                  </a:lnTo>
                  <a:close/>
                  <a:moveTo>
                    <a:pt x="663657" y="738382"/>
                  </a:moveTo>
                  <a:lnTo>
                    <a:pt x="683680" y="764766"/>
                  </a:lnTo>
                  <a:lnTo>
                    <a:pt x="671610" y="742457"/>
                  </a:lnTo>
                  <a:close/>
                  <a:moveTo>
                    <a:pt x="671610" y="742457"/>
                  </a:moveTo>
                  <a:lnTo>
                    <a:pt x="652404" y="713324"/>
                  </a:lnTo>
                  <a:lnTo>
                    <a:pt x="663657" y="738382"/>
                  </a:lnTo>
                  <a:close/>
                  <a:moveTo>
                    <a:pt x="437123" y="484420"/>
                  </a:moveTo>
                  <a:lnTo>
                    <a:pt x="473203" y="526923"/>
                  </a:lnTo>
                  <a:lnTo>
                    <a:pt x="452583" y="498280"/>
                  </a:lnTo>
                  <a:close/>
                  <a:moveTo>
                    <a:pt x="437123" y="484420"/>
                  </a:moveTo>
                  <a:lnTo>
                    <a:pt x="452583" y="498280"/>
                  </a:lnTo>
                  <a:lnTo>
                    <a:pt x="436339" y="462883"/>
                  </a:lnTo>
                  <a:close/>
                  <a:moveTo>
                    <a:pt x="436339" y="462883"/>
                  </a:moveTo>
                  <a:lnTo>
                    <a:pt x="452895" y="496414"/>
                  </a:lnTo>
                  <a:lnTo>
                    <a:pt x="466272" y="450222"/>
                  </a:lnTo>
                  <a:close/>
                  <a:moveTo>
                    <a:pt x="194753" y="240995"/>
                  </a:moveTo>
                  <a:lnTo>
                    <a:pt x="225407" y="268757"/>
                  </a:lnTo>
                  <a:lnTo>
                    <a:pt x="243254" y="260567"/>
                  </a:lnTo>
                  <a:close/>
                  <a:moveTo>
                    <a:pt x="194753" y="240995"/>
                  </a:moveTo>
                  <a:lnTo>
                    <a:pt x="191881" y="190380"/>
                  </a:lnTo>
                  <a:lnTo>
                    <a:pt x="181482" y="229103"/>
                  </a:lnTo>
                  <a:close/>
                  <a:moveTo>
                    <a:pt x="286098" y="274885"/>
                  </a:moveTo>
                  <a:lnTo>
                    <a:pt x="243219" y="265226"/>
                  </a:lnTo>
                  <a:lnTo>
                    <a:pt x="267636" y="272463"/>
                  </a:lnTo>
                  <a:close/>
                  <a:moveTo>
                    <a:pt x="985505" y="990113"/>
                  </a:moveTo>
                  <a:lnTo>
                    <a:pt x="969945" y="991396"/>
                  </a:lnTo>
                  <a:lnTo>
                    <a:pt x="970598" y="1019892"/>
                  </a:lnTo>
                  <a:close/>
                  <a:moveTo>
                    <a:pt x="851491" y="893877"/>
                  </a:moveTo>
                  <a:lnTo>
                    <a:pt x="857459" y="878706"/>
                  </a:lnTo>
                  <a:lnTo>
                    <a:pt x="820164" y="901329"/>
                  </a:lnTo>
                  <a:close/>
                  <a:moveTo>
                    <a:pt x="857459" y="878706"/>
                  </a:moveTo>
                  <a:lnTo>
                    <a:pt x="843628" y="864480"/>
                  </a:lnTo>
                  <a:lnTo>
                    <a:pt x="822632" y="835185"/>
                  </a:lnTo>
                  <a:close/>
                  <a:moveTo>
                    <a:pt x="661884" y="683274"/>
                  </a:moveTo>
                  <a:lnTo>
                    <a:pt x="713450" y="690783"/>
                  </a:lnTo>
                  <a:lnTo>
                    <a:pt x="678841" y="647689"/>
                  </a:lnTo>
                  <a:close/>
                  <a:moveTo>
                    <a:pt x="563983" y="566391"/>
                  </a:moveTo>
                  <a:lnTo>
                    <a:pt x="569752" y="547354"/>
                  </a:lnTo>
                  <a:lnTo>
                    <a:pt x="553397" y="555181"/>
                  </a:lnTo>
                  <a:close/>
                  <a:moveTo>
                    <a:pt x="569752" y="547354"/>
                  </a:moveTo>
                  <a:lnTo>
                    <a:pt x="541882" y="512129"/>
                  </a:lnTo>
                  <a:lnTo>
                    <a:pt x="563860" y="537423"/>
                  </a:lnTo>
                  <a:close/>
                  <a:moveTo>
                    <a:pt x="467203" y="442307"/>
                  </a:moveTo>
                  <a:lnTo>
                    <a:pt x="437748" y="439165"/>
                  </a:lnTo>
                  <a:lnTo>
                    <a:pt x="436339" y="462883"/>
                  </a:lnTo>
                  <a:close/>
                  <a:moveTo>
                    <a:pt x="699622" y="684443"/>
                  </a:moveTo>
                  <a:lnTo>
                    <a:pt x="713450" y="690783"/>
                  </a:lnTo>
                  <a:lnTo>
                    <a:pt x="723758" y="693828"/>
                  </a:lnTo>
                  <a:close/>
                  <a:moveTo>
                    <a:pt x="117533" y="0"/>
                  </a:moveTo>
                  <a:lnTo>
                    <a:pt x="171585" y="22854"/>
                  </a:lnTo>
                  <a:lnTo>
                    <a:pt x="138881" y="1984"/>
                  </a:lnTo>
                  <a:close/>
                  <a:moveTo>
                    <a:pt x="971751" y="974207"/>
                  </a:moveTo>
                  <a:lnTo>
                    <a:pt x="942760" y="1014333"/>
                  </a:lnTo>
                  <a:lnTo>
                    <a:pt x="969945" y="991396"/>
                  </a:lnTo>
                  <a:close/>
                  <a:moveTo>
                    <a:pt x="957433" y="941100"/>
                  </a:moveTo>
                  <a:lnTo>
                    <a:pt x="946839" y="967372"/>
                  </a:lnTo>
                  <a:lnTo>
                    <a:pt x="971751" y="974207"/>
                  </a:lnTo>
                  <a:close/>
                  <a:moveTo>
                    <a:pt x="787727" y="712211"/>
                  </a:moveTo>
                  <a:lnTo>
                    <a:pt x="816462" y="705959"/>
                  </a:lnTo>
                  <a:lnTo>
                    <a:pt x="807909" y="704015"/>
                  </a:lnTo>
                  <a:close/>
                  <a:moveTo>
                    <a:pt x="807909" y="704015"/>
                  </a:moveTo>
                  <a:lnTo>
                    <a:pt x="816462" y="705959"/>
                  </a:lnTo>
                  <a:lnTo>
                    <a:pt x="816915" y="696765"/>
                  </a:lnTo>
                  <a:close/>
                  <a:moveTo>
                    <a:pt x="479401" y="387643"/>
                  </a:moveTo>
                  <a:lnTo>
                    <a:pt x="442914" y="391257"/>
                  </a:lnTo>
                  <a:lnTo>
                    <a:pt x="478036" y="397994"/>
                  </a:lnTo>
                  <a:close/>
                  <a:moveTo>
                    <a:pt x="443054" y="390105"/>
                  </a:moveTo>
                  <a:lnTo>
                    <a:pt x="479401" y="387643"/>
                  </a:lnTo>
                  <a:lnTo>
                    <a:pt x="471815" y="349063"/>
                  </a:lnTo>
                  <a:close/>
                  <a:moveTo>
                    <a:pt x="479401" y="387643"/>
                  </a:moveTo>
                  <a:lnTo>
                    <a:pt x="478036" y="397994"/>
                  </a:lnTo>
                  <a:lnTo>
                    <a:pt x="483535" y="390404"/>
                  </a:lnTo>
                  <a:close/>
                  <a:moveTo>
                    <a:pt x="471815" y="349063"/>
                  </a:moveTo>
                  <a:lnTo>
                    <a:pt x="483535" y="390404"/>
                  </a:lnTo>
                  <a:lnTo>
                    <a:pt x="481911" y="353648"/>
                  </a:lnTo>
                  <a:close/>
                  <a:moveTo>
                    <a:pt x="471815" y="349063"/>
                  </a:moveTo>
                  <a:lnTo>
                    <a:pt x="479401" y="387643"/>
                  </a:lnTo>
                  <a:lnTo>
                    <a:pt x="483535" y="390404"/>
                  </a:lnTo>
                  <a:close/>
                  <a:moveTo>
                    <a:pt x="248304" y="65741"/>
                  </a:moveTo>
                  <a:lnTo>
                    <a:pt x="225805" y="77829"/>
                  </a:lnTo>
                  <a:lnTo>
                    <a:pt x="262523" y="52884"/>
                  </a:lnTo>
                  <a:close/>
                  <a:moveTo>
                    <a:pt x="262523" y="52884"/>
                  </a:moveTo>
                  <a:lnTo>
                    <a:pt x="225805" y="77829"/>
                  </a:lnTo>
                  <a:lnTo>
                    <a:pt x="247439" y="59609"/>
                  </a:lnTo>
                  <a:close/>
                  <a:moveTo>
                    <a:pt x="807909" y="704015"/>
                  </a:moveTo>
                  <a:lnTo>
                    <a:pt x="816915" y="696765"/>
                  </a:lnTo>
                  <a:lnTo>
                    <a:pt x="791571" y="699108"/>
                  </a:lnTo>
                  <a:close/>
                  <a:moveTo>
                    <a:pt x="818812" y="659303"/>
                  </a:moveTo>
                  <a:lnTo>
                    <a:pt x="832624" y="667260"/>
                  </a:lnTo>
                  <a:lnTo>
                    <a:pt x="810567" y="621259"/>
                  </a:lnTo>
                  <a:close/>
                  <a:moveTo>
                    <a:pt x="810567" y="621259"/>
                  </a:moveTo>
                  <a:lnTo>
                    <a:pt x="855983" y="622048"/>
                  </a:lnTo>
                  <a:lnTo>
                    <a:pt x="841848" y="613322"/>
                  </a:lnTo>
                  <a:close/>
                  <a:moveTo>
                    <a:pt x="818812" y="659303"/>
                  </a:moveTo>
                  <a:lnTo>
                    <a:pt x="810567" y="621259"/>
                  </a:lnTo>
                  <a:lnTo>
                    <a:pt x="800817" y="650077"/>
                  </a:lnTo>
                  <a:close/>
                  <a:moveTo>
                    <a:pt x="810567" y="621259"/>
                  </a:moveTo>
                  <a:lnTo>
                    <a:pt x="796106" y="613322"/>
                  </a:lnTo>
                  <a:lnTo>
                    <a:pt x="800817" y="650077"/>
                  </a:lnTo>
                  <a:close/>
                  <a:moveTo>
                    <a:pt x="552986" y="332862"/>
                  </a:moveTo>
                  <a:lnTo>
                    <a:pt x="574716" y="319282"/>
                  </a:lnTo>
                  <a:lnTo>
                    <a:pt x="532261" y="283740"/>
                  </a:lnTo>
                  <a:close/>
                  <a:moveTo>
                    <a:pt x="575183" y="319645"/>
                  </a:moveTo>
                  <a:lnTo>
                    <a:pt x="612580" y="334888"/>
                  </a:lnTo>
                  <a:lnTo>
                    <a:pt x="616912" y="302099"/>
                  </a:lnTo>
                  <a:close/>
                  <a:moveTo>
                    <a:pt x="614251" y="211405"/>
                  </a:moveTo>
                  <a:lnTo>
                    <a:pt x="617727" y="222210"/>
                  </a:lnTo>
                  <a:lnTo>
                    <a:pt x="587146" y="175236"/>
                  </a:lnTo>
                  <a:close/>
                  <a:moveTo>
                    <a:pt x="587146" y="175236"/>
                  </a:moveTo>
                  <a:lnTo>
                    <a:pt x="617727" y="222210"/>
                  </a:lnTo>
                  <a:lnTo>
                    <a:pt x="595509" y="19183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5" name="Input_density__96">
              <a:extLst>
                <a:ext uri="{FF2B5EF4-FFF2-40B4-BE49-F238E27FC236}">
                  <a16:creationId xmlns:a16="http://schemas.microsoft.com/office/drawing/2014/main" id="{7A225B59-70B4-A366-193F-46B5511B5F90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937515" cy="1355034"/>
            </a:xfrm>
            <a:custGeom>
              <a:avLst/>
              <a:gdLst/>
              <a:ahLst/>
              <a:cxnLst/>
              <a:rect l="0" t="0" r="0" b="0"/>
              <a:pathLst>
                <a:path w="937515" h="1355034">
                  <a:moveTo>
                    <a:pt x="13755" y="1191224"/>
                  </a:moveTo>
                  <a:lnTo>
                    <a:pt x="47169" y="1225198"/>
                  </a:lnTo>
                  <a:lnTo>
                    <a:pt x="43291" y="1208573"/>
                  </a:lnTo>
                  <a:close/>
                  <a:moveTo>
                    <a:pt x="43291" y="1208573"/>
                  </a:moveTo>
                  <a:lnTo>
                    <a:pt x="30583" y="1208015"/>
                  </a:lnTo>
                  <a:lnTo>
                    <a:pt x="13755" y="1191224"/>
                  </a:lnTo>
                  <a:close/>
                  <a:moveTo>
                    <a:pt x="130661" y="1325960"/>
                  </a:moveTo>
                  <a:lnTo>
                    <a:pt x="175536" y="1355034"/>
                  </a:lnTo>
                  <a:lnTo>
                    <a:pt x="145330" y="1337800"/>
                  </a:lnTo>
                  <a:close/>
                  <a:moveTo>
                    <a:pt x="114133" y="1160409"/>
                  </a:moveTo>
                  <a:lnTo>
                    <a:pt x="95158" y="1178585"/>
                  </a:lnTo>
                  <a:lnTo>
                    <a:pt x="90174" y="1197546"/>
                  </a:lnTo>
                  <a:close/>
                  <a:moveTo>
                    <a:pt x="128824" y="987463"/>
                  </a:moveTo>
                  <a:lnTo>
                    <a:pt x="162800" y="989919"/>
                  </a:lnTo>
                  <a:lnTo>
                    <a:pt x="154148" y="993636"/>
                  </a:lnTo>
                  <a:close/>
                  <a:moveTo>
                    <a:pt x="162800" y="989919"/>
                  </a:moveTo>
                  <a:lnTo>
                    <a:pt x="188271" y="992983"/>
                  </a:lnTo>
                  <a:lnTo>
                    <a:pt x="154148" y="993636"/>
                  </a:lnTo>
                  <a:close/>
                  <a:moveTo>
                    <a:pt x="189545" y="993704"/>
                  </a:moveTo>
                  <a:lnTo>
                    <a:pt x="228039" y="1013051"/>
                  </a:lnTo>
                  <a:lnTo>
                    <a:pt x="248556" y="993555"/>
                  </a:lnTo>
                  <a:close/>
                  <a:moveTo>
                    <a:pt x="260621" y="1010296"/>
                  </a:moveTo>
                  <a:lnTo>
                    <a:pt x="269618" y="981026"/>
                  </a:lnTo>
                  <a:lnTo>
                    <a:pt x="248556" y="993555"/>
                  </a:lnTo>
                  <a:close/>
                  <a:moveTo>
                    <a:pt x="228039" y="1013051"/>
                  </a:moveTo>
                  <a:lnTo>
                    <a:pt x="260621" y="1010296"/>
                  </a:lnTo>
                  <a:lnTo>
                    <a:pt x="248556" y="993555"/>
                  </a:lnTo>
                  <a:close/>
                  <a:moveTo>
                    <a:pt x="77199" y="536888"/>
                  </a:moveTo>
                  <a:lnTo>
                    <a:pt x="84046" y="590345"/>
                  </a:lnTo>
                  <a:lnTo>
                    <a:pt x="111152" y="536559"/>
                  </a:lnTo>
                  <a:close/>
                  <a:moveTo>
                    <a:pt x="76891" y="536406"/>
                  </a:moveTo>
                  <a:lnTo>
                    <a:pt x="77199" y="536888"/>
                  </a:lnTo>
                  <a:lnTo>
                    <a:pt x="77609" y="535723"/>
                  </a:lnTo>
                  <a:close/>
                  <a:moveTo>
                    <a:pt x="160503" y="555978"/>
                  </a:moveTo>
                  <a:lnTo>
                    <a:pt x="154853" y="575376"/>
                  </a:lnTo>
                  <a:lnTo>
                    <a:pt x="178555" y="567785"/>
                  </a:lnTo>
                  <a:close/>
                  <a:moveTo>
                    <a:pt x="178555" y="567785"/>
                  </a:moveTo>
                  <a:lnTo>
                    <a:pt x="154853" y="575376"/>
                  </a:lnTo>
                  <a:lnTo>
                    <a:pt x="212357" y="569586"/>
                  </a:lnTo>
                  <a:close/>
                  <a:moveTo>
                    <a:pt x="77609" y="535723"/>
                  </a:moveTo>
                  <a:lnTo>
                    <a:pt x="88404" y="483031"/>
                  </a:lnTo>
                  <a:lnTo>
                    <a:pt x="76891" y="536406"/>
                  </a:lnTo>
                  <a:close/>
                  <a:moveTo>
                    <a:pt x="76891" y="536406"/>
                  </a:moveTo>
                  <a:lnTo>
                    <a:pt x="88404" y="483031"/>
                  </a:lnTo>
                  <a:lnTo>
                    <a:pt x="87983" y="482468"/>
                  </a:lnTo>
                  <a:close/>
                  <a:moveTo>
                    <a:pt x="576265" y="1028498"/>
                  </a:moveTo>
                  <a:lnTo>
                    <a:pt x="622300" y="1018161"/>
                  </a:lnTo>
                  <a:lnTo>
                    <a:pt x="607356" y="985562"/>
                  </a:lnTo>
                  <a:close/>
                  <a:moveTo>
                    <a:pt x="579283" y="981297"/>
                  </a:moveTo>
                  <a:lnTo>
                    <a:pt x="567008" y="946529"/>
                  </a:lnTo>
                  <a:lnTo>
                    <a:pt x="565500" y="979854"/>
                  </a:lnTo>
                  <a:close/>
                  <a:moveTo>
                    <a:pt x="315839" y="612560"/>
                  </a:moveTo>
                  <a:lnTo>
                    <a:pt x="321996" y="652302"/>
                  </a:lnTo>
                  <a:lnTo>
                    <a:pt x="322462" y="666243"/>
                  </a:lnTo>
                  <a:close/>
                  <a:moveTo>
                    <a:pt x="321996" y="652302"/>
                  </a:moveTo>
                  <a:lnTo>
                    <a:pt x="315839" y="612560"/>
                  </a:lnTo>
                  <a:lnTo>
                    <a:pt x="323062" y="649059"/>
                  </a:lnTo>
                  <a:close/>
                  <a:moveTo>
                    <a:pt x="315839" y="612560"/>
                  </a:moveTo>
                  <a:lnTo>
                    <a:pt x="315454" y="612304"/>
                  </a:lnTo>
                  <a:lnTo>
                    <a:pt x="323062" y="649059"/>
                  </a:lnTo>
                  <a:close/>
                  <a:moveTo>
                    <a:pt x="825130" y="1173310"/>
                  </a:moveTo>
                  <a:lnTo>
                    <a:pt x="801233" y="1200384"/>
                  </a:lnTo>
                  <a:lnTo>
                    <a:pt x="811568" y="1196377"/>
                  </a:lnTo>
                  <a:close/>
                  <a:moveTo>
                    <a:pt x="832458" y="1146446"/>
                  </a:moveTo>
                  <a:lnTo>
                    <a:pt x="825130" y="1173310"/>
                  </a:lnTo>
                  <a:lnTo>
                    <a:pt x="808822" y="1200384"/>
                  </a:lnTo>
                  <a:close/>
                  <a:moveTo>
                    <a:pt x="674471" y="887544"/>
                  </a:moveTo>
                  <a:lnTo>
                    <a:pt x="640596" y="885467"/>
                  </a:lnTo>
                  <a:lnTo>
                    <a:pt x="651911" y="899404"/>
                  </a:lnTo>
                  <a:close/>
                  <a:moveTo>
                    <a:pt x="674471" y="887544"/>
                  </a:moveTo>
                  <a:lnTo>
                    <a:pt x="651911" y="899404"/>
                  </a:lnTo>
                  <a:lnTo>
                    <a:pt x="708935" y="891819"/>
                  </a:lnTo>
                  <a:close/>
                  <a:moveTo>
                    <a:pt x="532911" y="778896"/>
                  </a:moveTo>
                  <a:lnTo>
                    <a:pt x="547626" y="761713"/>
                  </a:lnTo>
                  <a:lnTo>
                    <a:pt x="510747" y="745341"/>
                  </a:lnTo>
                  <a:close/>
                  <a:moveTo>
                    <a:pt x="484370" y="771298"/>
                  </a:moveTo>
                  <a:lnTo>
                    <a:pt x="510747" y="745341"/>
                  </a:lnTo>
                  <a:lnTo>
                    <a:pt x="539012" y="754812"/>
                  </a:lnTo>
                  <a:close/>
                  <a:moveTo>
                    <a:pt x="376583" y="577938"/>
                  </a:moveTo>
                  <a:lnTo>
                    <a:pt x="357827" y="595121"/>
                  </a:lnTo>
                  <a:lnTo>
                    <a:pt x="371565" y="598695"/>
                  </a:lnTo>
                  <a:close/>
                  <a:moveTo>
                    <a:pt x="143388" y="243883"/>
                  </a:moveTo>
                  <a:lnTo>
                    <a:pt x="146763" y="247143"/>
                  </a:lnTo>
                  <a:lnTo>
                    <a:pt x="133492" y="235250"/>
                  </a:lnTo>
                  <a:close/>
                  <a:moveTo>
                    <a:pt x="18672" y="151319"/>
                  </a:moveTo>
                  <a:lnTo>
                    <a:pt x="30162" y="100569"/>
                  </a:lnTo>
                  <a:lnTo>
                    <a:pt x="7096" y="154061"/>
                  </a:lnTo>
                  <a:close/>
                  <a:moveTo>
                    <a:pt x="146763" y="247143"/>
                  </a:moveTo>
                  <a:lnTo>
                    <a:pt x="158594" y="256409"/>
                  </a:lnTo>
                  <a:lnTo>
                    <a:pt x="177417" y="274905"/>
                  </a:lnTo>
                  <a:close/>
                  <a:moveTo>
                    <a:pt x="708935" y="891819"/>
                  </a:moveTo>
                  <a:lnTo>
                    <a:pt x="711411" y="891549"/>
                  </a:lnTo>
                  <a:lnTo>
                    <a:pt x="699442" y="884695"/>
                  </a:lnTo>
                  <a:close/>
                  <a:moveTo>
                    <a:pt x="708935" y="891819"/>
                  </a:moveTo>
                  <a:lnTo>
                    <a:pt x="699442" y="884695"/>
                  </a:lnTo>
                  <a:lnTo>
                    <a:pt x="674471" y="887544"/>
                  </a:lnTo>
                  <a:close/>
                  <a:moveTo>
                    <a:pt x="515992" y="572538"/>
                  </a:moveTo>
                  <a:lnTo>
                    <a:pt x="482644" y="572430"/>
                  </a:lnTo>
                  <a:lnTo>
                    <a:pt x="495137" y="590774"/>
                  </a:lnTo>
                  <a:close/>
                  <a:moveTo>
                    <a:pt x="388349" y="469031"/>
                  </a:moveTo>
                  <a:lnTo>
                    <a:pt x="404593" y="504428"/>
                  </a:lnTo>
                  <a:lnTo>
                    <a:pt x="404905" y="502561"/>
                  </a:lnTo>
                  <a:close/>
                  <a:moveTo>
                    <a:pt x="177417" y="274905"/>
                  </a:moveTo>
                  <a:lnTo>
                    <a:pt x="210110" y="272563"/>
                  </a:lnTo>
                  <a:lnTo>
                    <a:pt x="195228" y="271373"/>
                  </a:lnTo>
                  <a:close/>
                  <a:moveTo>
                    <a:pt x="210110" y="272563"/>
                  </a:moveTo>
                  <a:lnTo>
                    <a:pt x="219645" y="278611"/>
                  </a:lnTo>
                  <a:lnTo>
                    <a:pt x="195228" y="271373"/>
                  </a:lnTo>
                  <a:close/>
                  <a:moveTo>
                    <a:pt x="151412" y="156449"/>
                  </a:moveTo>
                  <a:lnTo>
                    <a:pt x="144084" y="178646"/>
                  </a:lnTo>
                  <a:lnTo>
                    <a:pt x="160099" y="165692"/>
                  </a:lnTo>
                  <a:close/>
                  <a:moveTo>
                    <a:pt x="160099" y="165692"/>
                  </a:moveTo>
                  <a:lnTo>
                    <a:pt x="144084" y="178646"/>
                  </a:lnTo>
                  <a:lnTo>
                    <a:pt x="143891" y="196528"/>
                  </a:lnTo>
                  <a:close/>
                  <a:moveTo>
                    <a:pt x="151412" y="156449"/>
                  </a:moveTo>
                  <a:lnTo>
                    <a:pt x="160099" y="165692"/>
                  </a:lnTo>
                  <a:lnTo>
                    <a:pt x="166537" y="138019"/>
                  </a:lnTo>
                  <a:close/>
                  <a:moveTo>
                    <a:pt x="0" y="26613"/>
                  </a:moveTo>
                  <a:lnTo>
                    <a:pt x="14482" y="9430"/>
                  </a:lnTo>
                  <a:lnTo>
                    <a:pt x="764" y="63368"/>
                  </a:lnTo>
                  <a:close/>
                  <a:moveTo>
                    <a:pt x="0" y="26613"/>
                  </a:moveTo>
                  <a:lnTo>
                    <a:pt x="6131" y="8224"/>
                  </a:lnTo>
                  <a:lnTo>
                    <a:pt x="29715" y="192"/>
                  </a:lnTo>
                  <a:close/>
                  <a:moveTo>
                    <a:pt x="711411" y="891549"/>
                  </a:moveTo>
                  <a:lnTo>
                    <a:pt x="722658" y="901253"/>
                  </a:lnTo>
                  <a:lnTo>
                    <a:pt x="739134" y="908523"/>
                  </a:lnTo>
                  <a:close/>
                  <a:moveTo>
                    <a:pt x="772174" y="907477"/>
                  </a:moveTo>
                  <a:lnTo>
                    <a:pt x="722658" y="901253"/>
                  </a:lnTo>
                  <a:lnTo>
                    <a:pt x="747765" y="907930"/>
                  </a:lnTo>
                  <a:close/>
                  <a:moveTo>
                    <a:pt x="772174" y="907477"/>
                  </a:moveTo>
                  <a:lnTo>
                    <a:pt x="739134" y="908523"/>
                  </a:lnTo>
                  <a:lnTo>
                    <a:pt x="722658" y="901253"/>
                  </a:lnTo>
                  <a:close/>
                  <a:moveTo>
                    <a:pt x="927952" y="984631"/>
                  </a:moveTo>
                  <a:lnTo>
                    <a:pt x="921954" y="997543"/>
                  </a:lnTo>
                  <a:lnTo>
                    <a:pt x="937515" y="996261"/>
                  </a:lnTo>
                  <a:close/>
                  <a:moveTo>
                    <a:pt x="629248" y="654535"/>
                  </a:moveTo>
                  <a:lnTo>
                    <a:pt x="609115" y="707774"/>
                  </a:lnTo>
                  <a:lnTo>
                    <a:pt x="613893" y="689421"/>
                  </a:lnTo>
                  <a:close/>
                  <a:moveTo>
                    <a:pt x="482644" y="572430"/>
                  </a:moveTo>
                  <a:lnTo>
                    <a:pt x="515992" y="572538"/>
                  </a:lnTo>
                  <a:lnTo>
                    <a:pt x="505407" y="561329"/>
                  </a:lnTo>
                  <a:close/>
                  <a:moveTo>
                    <a:pt x="281239" y="255625"/>
                  </a:moveTo>
                  <a:lnTo>
                    <a:pt x="238108" y="281033"/>
                  </a:lnTo>
                  <a:lnTo>
                    <a:pt x="271623" y="281764"/>
                  </a:lnTo>
                  <a:close/>
                  <a:moveTo>
                    <a:pt x="274068" y="216707"/>
                  </a:moveTo>
                  <a:lnTo>
                    <a:pt x="281239" y="255625"/>
                  </a:lnTo>
                  <a:lnTo>
                    <a:pt x="281286" y="266715"/>
                  </a:lnTo>
                  <a:close/>
                  <a:moveTo>
                    <a:pt x="157719" y="133414"/>
                  </a:moveTo>
                  <a:lnTo>
                    <a:pt x="171879" y="111367"/>
                  </a:lnTo>
                  <a:lnTo>
                    <a:pt x="173493" y="102511"/>
                  </a:lnTo>
                  <a:close/>
                  <a:moveTo>
                    <a:pt x="157719" y="133414"/>
                  </a:moveTo>
                  <a:lnTo>
                    <a:pt x="166537" y="138019"/>
                  </a:lnTo>
                  <a:lnTo>
                    <a:pt x="171879" y="111367"/>
                  </a:lnTo>
                  <a:close/>
                  <a:moveTo>
                    <a:pt x="151412" y="156449"/>
                  </a:moveTo>
                  <a:lnTo>
                    <a:pt x="166537" y="138019"/>
                  </a:lnTo>
                  <a:lnTo>
                    <a:pt x="149993" y="146819"/>
                  </a:lnTo>
                  <a:close/>
                  <a:moveTo>
                    <a:pt x="166537" y="138019"/>
                  </a:moveTo>
                  <a:lnTo>
                    <a:pt x="177976" y="119695"/>
                  </a:lnTo>
                  <a:lnTo>
                    <a:pt x="171879" y="111367"/>
                  </a:lnTo>
                  <a:close/>
                  <a:moveTo>
                    <a:pt x="177815" y="83977"/>
                  </a:moveTo>
                  <a:lnTo>
                    <a:pt x="171879" y="111367"/>
                  </a:lnTo>
                  <a:lnTo>
                    <a:pt x="177976" y="119695"/>
                  </a:lnTo>
                  <a:close/>
                  <a:moveTo>
                    <a:pt x="90890" y="8131"/>
                  </a:moveTo>
                  <a:lnTo>
                    <a:pt x="43784" y="0"/>
                  </a:lnTo>
                  <a:lnTo>
                    <a:pt x="69542" y="6148"/>
                  </a:lnTo>
                  <a:close/>
                  <a:moveTo>
                    <a:pt x="898002" y="930693"/>
                  </a:moveTo>
                  <a:lnTo>
                    <a:pt x="897168" y="933240"/>
                  </a:lnTo>
                  <a:lnTo>
                    <a:pt x="909443" y="947248"/>
                  </a:lnTo>
                  <a:close/>
                  <a:moveTo>
                    <a:pt x="923761" y="980355"/>
                  </a:moveTo>
                  <a:lnTo>
                    <a:pt x="921954" y="997543"/>
                  </a:lnTo>
                  <a:lnTo>
                    <a:pt x="927952" y="984631"/>
                  </a:lnTo>
                  <a:close/>
                  <a:moveTo>
                    <a:pt x="768925" y="702913"/>
                  </a:moveTo>
                  <a:lnTo>
                    <a:pt x="768472" y="712107"/>
                  </a:lnTo>
                  <a:lnTo>
                    <a:pt x="784634" y="673408"/>
                  </a:lnTo>
                  <a:close/>
                  <a:moveTo>
                    <a:pt x="749943" y="660310"/>
                  </a:moveTo>
                  <a:lnTo>
                    <a:pt x="768925" y="702913"/>
                  </a:lnTo>
                  <a:lnTo>
                    <a:pt x="770822" y="665450"/>
                  </a:lnTo>
                  <a:close/>
                  <a:moveTo>
                    <a:pt x="770822" y="665450"/>
                  </a:moveTo>
                  <a:lnTo>
                    <a:pt x="768925" y="702913"/>
                  </a:lnTo>
                  <a:lnTo>
                    <a:pt x="784634" y="673408"/>
                  </a:lnTo>
                  <a:close/>
                  <a:moveTo>
                    <a:pt x="460092" y="325727"/>
                  </a:moveTo>
                  <a:lnTo>
                    <a:pt x="455939" y="305858"/>
                  </a:lnTo>
                  <a:lnTo>
                    <a:pt x="484270" y="289887"/>
                  </a:lnTo>
                  <a:close/>
                  <a:moveTo>
                    <a:pt x="568921" y="308246"/>
                  </a:moveTo>
                  <a:lnTo>
                    <a:pt x="564590" y="341035"/>
                  </a:lnTo>
                  <a:lnTo>
                    <a:pt x="576131" y="312654"/>
                  </a:lnTo>
                  <a:close/>
                  <a:moveTo>
                    <a:pt x="576131" y="312654"/>
                  </a:moveTo>
                  <a:lnTo>
                    <a:pt x="564590" y="341035"/>
                  </a:lnTo>
                  <a:lnTo>
                    <a:pt x="581869" y="325429"/>
                  </a:lnTo>
                  <a:close/>
                  <a:moveTo>
                    <a:pt x="576131" y="312654"/>
                  </a:moveTo>
                  <a:lnTo>
                    <a:pt x="560624" y="280513"/>
                  </a:lnTo>
                  <a:lnTo>
                    <a:pt x="568921" y="308246"/>
                  </a:lnTo>
                  <a:close/>
                  <a:moveTo>
                    <a:pt x="560624" y="280513"/>
                  </a:moveTo>
                  <a:lnTo>
                    <a:pt x="551237" y="271491"/>
                  </a:lnTo>
                  <a:lnTo>
                    <a:pt x="568921" y="308246"/>
                  </a:lnTo>
                  <a:close/>
                  <a:moveTo>
                    <a:pt x="565742" y="249136"/>
                  </a:moveTo>
                  <a:lnTo>
                    <a:pt x="560624" y="280513"/>
                  </a:lnTo>
                  <a:lnTo>
                    <a:pt x="569878" y="234736"/>
                  </a:lnTo>
                  <a:close/>
                  <a:moveTo>
                    <a:pt x="551237" y="271491"/>
                  </a:moveTo>
                  <a:lnTo>
                    <a:pt x="560624" y="280513"/>
                  </a:lnTo>
                  <a:lnTo>
                    <a:pt x="565742" y="249136"/>
                  </a:lnTo>
                  <a:close/>
                  <a:moveTo>
                    <a:pt x="565742" y="249136"/>
                  </a:moveTo>
                  <a:lnTo>
                    <a:pt x="569737" y="228357"/>
                  </a:lnTo>
                  <a:lnTo>
                    <a:pt x="551237" y="271491"/>
                  </a:lnTo>
                  <a:close/>
                  <a:moveTo>
                    <a:pt x="551237" y="271491"/>
                  </a:moveTo>
                  <a:lnTo>
                    <a:pt x="569737" y="228357"/>
                  </a:lnTo>
                  <a:lnTo>
                    <a:pt x="566261" y="217553"/>
                  </a:lnTo>
                  <a:close/>
                  <a:moveTo>
                    <a:pt x="569737" y="228357"/>
                  </a:moveTo>
                  <a:lnTo>
                    <a:pt x="565742" y="249136"/>
                  </a:lnTo>
                  <a:lnTo>
                    <a:pt x="569878" y="23473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6" name="Input_density__97">
              <a:extLst>
                <a:ext uri="{FF2B5EF4-FFF2-40B4-BE49-F238E27FC236}">
                  <a16:creationId xmlns:a16="http://schemas.microsoft.com/office/drawing/2014/main" id="{DC18CA44-490F-BDC4-92C4-5866B0409526}"/>
                </a:ext>
              </a:extLst>
            </p:cNvPr>
            <p:cNvSpPr>
              <a:spLocks noGrp="1"/>
            </p:cNvSpPr>
            <p:nvPr/>
          </p:nvSpPr>
          <p:spPr>
            <a:xfrm>
              <a:off x="957432" y="1724572"/>
              <a:ext cx="919847" cy="1268592"/>
            </a:xfrm>
            <a:custGeom>
              <a:avLst/>
              <a:gdLst/>
              <a:ahLst/>
              <a:cxnLst/>
              <a:rect l="0" t="0" r="0" b="0"/>
              <a:pathLst>
                <a:path w="919847" h="1268592">
                  <a:moveTo>
                    <a:pt x="64744" y="1173495"/>
                  </a:moveTo>
                  <a:lnTo>
                    <a:pt x="38172" y="1203580"/>
                  </a:lnTo>
                  <a:lnTo>
                    <a:pt x="41598" y="1202713"/>
                  </a:lnTo>
                  <a:close/>
                  <a:moveTo>
                    <a:pt x="11643" y="1195745"/>
                  </a:moveTo>
                  <a:lnTo>
                    <a:pt x="38172" y="1203580"/>
                  </a:lnTo>
                  <a:lnTo>
                    <a:pt x="64744" y="1173495"/>
                  </a:lnTo>
                  <a:close/>
                  <a:moveTo>
                    <a:pt x="67887" y="1148774"/>
                  </a:moveTo>
                  <a:lnTo>
                    <a:pt x="65227" y="1163926"/>
                  </a:lnTo>
                  <a:lnTo>
                    <a:pt x="41598" y="1202713"/>
                  </a:lnTo>
                  <a:close/>
                  <a:moveTo>
                    <a:pt x="75836" y="1118760"/>
                  </a:moveTo>
                  <a:lnTo>
                    <a:pt x="65227" y="1163926"/>
                  </a:lnTo>
                  <a:lnTo>
                    <a:pt x="67887" y="1148774"/>
                  </a:lnTo>
                  <a:close/>
                  <a:moveTo>
                    <a:pt x="146874" y="1124636"/>
                  </a:moveTo>
                  <a:lnTo>
                    <a:pt x="186896" y="1092426"/>
                  </a:lnTo>
                  <a:lnTo>
                    <a:pt x="136152" y="1094836"/>
                  </a:lnTo>
                  <a:close/>
                  <a:moveTo>
                    <a:pt x="166016" y="1014359"/>
                  </a:moveTo>
                  <a:lnTo>
                    <a:pt x="140140" y="1040898"/>
                  </a:lnTo>
                  <a:lnTo>
                    <a:pt x="156624" y="1007614"/>
                  </a:lnTo>
                  <a:close/>
                  <a:moveTo>
                    <a:pt x="188671" y="1002854"/>
                  </a:moveTo>
                  <a:lnTo>
                    <a:pt x="166016" y="1014359"/>
                  </a:lnTo>
                  <a:lnTo>
                    <a:pt x="156624" y="1007614"/>
                  </a:lnTo>
                  <a:close/>
                  <a:moveTo>
                    <a:pt x="166016" y="1014359"/>
                  </a:moveTo>
                  <a:lnTo>
                    <a:pt x="188671" y="1002854"/>
                  </a:lnTo>
                  <a:lnTo>
                    <a:pt x="168297" y="1004143"/>
                  </a:lnTo>
                  <a:close/>
                  <a:moveTo>
                    <a:pt x="188671" y="1002854"/>
                  </a:moveTo>
                  <a:lnTo>
                    <a:pt x="210461" y="986960"/>
                  </a:lnTo>
                  <a:lnTo>
                    <a:pt x="168297" y="1004143"/>
                  </a:lnTo>
                  <a:close/>
                  <a:moveTo>
                    <a:pt x="220932" y="984364"/>
                  </a:moveTo>
                  <a:lnTo>
                    <a:pt x="210461" y="986960"/>
                  </a:lnTo>
                  <a:lnTo>
                    <a:pt x="244801" y="1009706"/>
                  </a:lnTo>
                  <a:close/>
                  <a:moveTo>
                    <a:pt x="244801" y="1009706"/>
                  </a:moveTo>
                  <a:lnTo>
                    <a:pt x="210461" y="986960"/>
                  </a:lnTo>
                  <a:lnTo>
                    <a:pt x="210344" y="987678"/>
                  </a:lnTo>
                  <a:close/>
                  <a:moveTo>
                    <a:pt x="210344" y="987678"/>
                  </a:moveTo>
                  <a:lnTo>
                    <a:pt x="210461" y="986960"/>
                  </a:lnTo>
                  <a:lnTo>
                    <a:pt x="188671" y="1002854"/>
                  </a:lnTo>
                  <a:close/>
                  <a:moveTo>
                    <a:pt x="141721" y="786001"/>
                  </a:moveTo>
                  <a:lnTo>
                    <a:pt x="148150" y="822756"/>
                  </a:lnTo>
                  <a:lnTo>
                    <a:pt x="178213" y="813017"/>
                  </a:lnTo>
                  <a:close/>
                  <a:moveTo>
                    <a:pt x="11462" y="705989"/>
                  </a:moveTo>
                  <a:lnTo>
                    <a:pt x="49320" y="702299"/>
                  </a:lnTo>
                  <a:lnTo>
                    <a:pt x="32573" y="671166"/>
                  </a:lnTo>
                  <a:close/>
                  <a:moveTo>
                    <a:pt x="60400" y="658553"/>
                  </a:moveTo>
                  <a:lnTo>
                    <a:pt x="32573" y="671166"/>
                  </a:lnTo>
                  <a:lnTo>
                    <a:pt x="49320" y="702299"/>
                  </a:lnTo>
                  <a:close/>
                  <a:moveTo>
                    <a:pt x="73159" y="627711"/>
                  </a:moveTo>
                  <a:lnTo>
                    <a:pt x="32573" y="671166"/>
                  </a:lnTo>
                  <a:lnTo>
                    <a:pt x="60400" y="658553"/>
                  </a:lnTo>
                  <a:close/>
                  <a:moveTo>
                    <a:pt x="339920" y="952593"/>
                  </a:moveTo>
                  <a:lnTo>
                    <a:pt x="367165" y="979493"/>
                  </a:lnTo>
                  <a:lnTo>
                    <a:pt x="374665" y="940646"/>
                  </a:lnTo>
                  <a:close/>
                  <a:moveTo>
                    <a:pt x="280923" y="713785"/>
                  </a:moveTo>
                  <a:lnTo>
                    <a:pt x="252472" y="751634"/>
                  </a:lnTo>
                  <a:lnTo>
                    <a:pt x="265215" y="734451"/>
                  </a:lnTo>
                  <a:close/>
                  <a:moveTo>
                    <a:pt x="280923" y="713785"/>
                  </a:moveTo>
                  <a:lnTo>
                    <a:pt x="261046" y="735673"/>
                  </a:lnTo>
                  <a:lnTo>
                    <a:pt x="252472" y="751634"/>
                  </a:lnTo>
                  <a:close/>
                  <a:moveTo>
                    <a:pt x="191415" y="628281"/>
                  </a:moveTo>
                  <a:lnTo>
                    <a:pt x="184098" y="624186"/>
                  </a:lnTo>
                  <a:lnTo>
                    <a:pt x="169225" y="641522"/>
                  </a:lnTo>
                  <a:close/>
                  <a:moveTo>
                    <a:pt x="184098" y="624186"/>
                  </a:moveTo>
                  <a:lnTo>
                    <a:pt x="189475" y="621026"/>
                  </a:lnTo>
                  <a:lnTo>
                    <a:pt x="165142" y="641369"/>
                  </a:lnTo>
                  <a:close/>
                  <a:moveTo>
                    <a:pt x="167271" y="598177"/>
                  </a:moveTo>
                  <a:lnTo>
                    <a:pt x="189475" y="621026"/>
                  </a:lnTo>
                  <a:lnTo>
                    <a:pt x="213820" y="587474"/>
                  </a:lnTo>
                  <a:close/>
                  <a:moveTo>
                    <a:pt x="788947" y="1231837"/>
                  </a:moveTo>
                  <a:lnTo>
                    <a:pt x="774638" y="1217728"/>
                  </a:lnTo>
                  <a:lnTo>
                    <a:pt x="754150" y="1206814"/>
                  </a:lnTo>
                  <a:close/>
                  <a:moveTo>
                    <a:pt x="442278" y="881471"/>
                  </a:moveTo>
                  <a:lnTo>
                    <a:pt x="464156" y="900555"/>
                  </a:lnTo>
                  <a:lnTo>
                    <a:pt x="470174" y="864288"/>
                  </a:lnTo>
                  <a:close/>
                  <a:moveTo>
                    <a:pt x="469441" y="827533"/>
                  </a:moveTo>
                  <a:lnTo>
                    <a:pt x="468307" y="829199"/>
                  </a:lnTo>
                  <a:lnTo>
                    <a:pt x="442278" y="881471"/>
                  </a:lnTo>
                  <a:close/>
                  <a:moveTo>
                    <a:pt x="470174" y="864288"/>
                  </a:moveTo>
                  <a:lnTo>
                    <a:pt x="469441" y="827533"/>
                  </a:lnTo>
                  <a:lnTo>
                    <a:pt x="442278" y="881471"/>
                  </a:lnTo>
                  <a:close/>
                  <a:moveTo>
                    <a:pt x="335396" y="696662"/>
                  </a:moveTo>
                  <a:lnTo>
                    <a:pt x="310760" y="700765"/>
                  </a:lnTo>
                  <a:lnTo>
                    <a:pt x="280923" y="713785"/>
                  </a:lnTo>
                  <a:close/>
                  <a:moveTo>
                    <a:pt x="236619" y="576508"/>
                  </a:moveTo>
                  <a:lnTo>
                    <a:pt x="194743" y="620590"/>
                  </a:lnTo>
                  <a:lnTo>
                    <a:pt x="216612" y="607003"/>
                  </a:lnTo>
                  <a:close/>
                  <a:moveTo>
                    <a:pt x="189475" y="621026"/>
                  </a:moveTo>
                  <a:lnTo>
                    <a:pt x="194743" y="620590"/>
                  </a:lnTo>
                  <a:lnTo>
                    <a:pt x="236619" y="576508"/>
                  </a:lnTo>
                  <a:close/>
                  <a:moveTo>
                    <a:pt x="213820" y="587474"/>
                  </a:moveTo>
                  <a:lnTo>
                    <a:pt x="189475" y="621026"/>
                  </a:lnTo>
                  <a:lnTo>
                    <a:pt x="236619" y="576508"/>
                  </a:lnTo>
                  <a:close/>
                  <a:moveTo>
                    <a:pt x="826277" y="1214654"/>
                  </a:moveTo>
                  <a:lnTo>
                    <a:pt x="836850" y="1256163"/>
                  </a:lnTo>
                  <a:lnTo>
                    <a:pt x="836450" y="1228049"/>
                  </a:lnTo>
                  <a:close/>
                  <a:moveTo>
                    <a:pt x="791063" y="1268592"/>
                  </a:moveTo>
                  <a:lnTo>
                    <a:pt x="836850" y="1256163"/>
                  </a:lnTo>
                  <a:lnTo>
                    <a:pt x="826277" y="1214654"/>
                  </a:lnTo>
                  <a:close/>
                  <a:moveTo>
                    <a:pt x="788947" y="1231837"/>
                  </a:moveTo>
                  <a:lnTo>
                    <a:pt x="791063" y="1268592"/>
                  </a:lnTo>
                  <a:lnTo>
                    <a:pt x="826277" y="1214654"/>
                  </a:lnTo>
                  <a:close/>
                  <a:moveTo>
                    <a:pt x="836850" y="1256163"/>
                  </a:moveTo>
                  <a:lnTo>
                    <a:pt x="859431" y="1251409"/>
                  </a:lnTo>
                  <a:lnTo>
                    <a:pt x="836450" y="1228049"/>
                  </a:lnTo>
                  <a:close/>
                  <a:moveTo>
                    <a:pt x="469441" y="827533"/>
                  </a:moveTo>
                  <a:lnTo>
                    <a:pt x="470174" y="864288"/>
                  </a:lnTo>
                  <a:lnTo>
                    <a:pt x="483866" y="847104"/>
                  </a:lnTo>
                  <a:close/>
                  <a:moveTo>
                    <a:pt x="469441" y="827533"/>
                  </a:moveTo>
                  <a:lnTo>
                    <a:pt x="483866" y="847104"/>
                  </a:lnTo>
                  <a:lnTo>
                    <a:pt x="477094" y="810349"/>
                  </a:lnTo>
                  <a:close/>
                  <a:moveTo>
                    <a:pt x="485337" y="787331"/>
                  </a:moveTo>
                  <a:lnTo>
                    <a:pt x="469441" y="827533"/>
                  </a:lnTo>
                  <a:lnTo>
                    <a:pt x="477094" y="810349"/>
                  </a:lnTo>
                  <a:close/>
                  <a:moveTo>
                    <a:pt x="885705" y="1243533"/>
                  </a:moveTo>
                  <a:lnTo>
                    <a:pt x="836450" y="1228049"/>
                  </a:lnTo>
                  <a:lnTo>
                    <a:pt x="859431" y="1251409"/>
                  </a:lnTo>
                  <a:close/>
                  <a:moveTo>
                    <a:pt x="835571" y="1212456"/>
                  </a:moveTo>
                  <a:lnTo>
                    <a:pt x="836450" y="1228049"/>
                  </a:lnTo>
                  <a:lnTo>
                    <a:pt x="885705" y="1243533"/>
                  </a:lnTo>
                  <a:close/>
                  <a:moveTo>
                    <a:pt x="867206" y="1213825"/>
                  </a:moveTo>
                  <a:lnTo>
                    <a:pt x="835571" y="1212456"/>
                  </a:lnTo>
                  <a:lnTo>
                    <a:pt x="885705" y="1243533"/>
                  </a:lnTo>
                  <a:close/>
                  <a:moveTo>
                    <a:pt x="826277" y="1214654"/>
                  </a:moveTo>
                  <a:lnTo>
                    <a:pt x="836450" y="1228049"/>
                  </a:lnTo>
                  <a:lnTo>
                    <a:pt x="835571" y="1212456"/>
                  </a:lnTo>
                  <a:close/>
                  <a:moveTo>
                    <a:pt x="485337" y="787331"/>
                  </a:moveTo>
                  <a:lnTo>
                    <a:pt x="511823" y="790151"/>
                  </a:lnTo>
                  <a:lnTo>
                    <a:pt x="502697" y="773594"/>
                  </a:lnTo>
                  <a:close/>
                  <a:moveTo>
                    <a:pt x="511823" y="790151"/>
                  </a:moveTo>
                  <a:lnTo>
                    <a:pt x="524843" y="756411"/>
                  </a:lnTo>
                  <a:lnTo>
                    <a:pt x="502697" y="773594"/>
                  </a:lnTo>
                  <a:close/>
                  <a:moveTo>
                    <a:pt x="890510" y="1123961"/>
                  </a:moveTo>
                  <a:lnTo>
                    <a:pt x="919847" y="1143532"/>
                  </a:lnTo>
                  <a:lnTo>
                    <a:pt x="901213" y="1106777"/>
                  </a:lnTo>
                  <a:close/>
                  <a:moveTo>
                    <a:pt x="594901" y="755406"/>
                  </a:moveTo>
                  <a:lnTo>
                    <a:pt x="573535" y="753080"/>
                  </a:lnTo>
                  <a:lnTo>
                    <a:pt x="614806" y="775982"/>
                  </a:lnTo>
                  <a:close/>
                  <a:moveTo>
                    <a:pt x="244825" y="334923"/>
                  </a:moveTo>
                  <a:lnTo>
                    <a:pt x="247999" y="330433"/>
                  </a:lnTo>
                  <a:lnTo>
                    <a:pt x="204835" y="352106"/>
                  </a:lnTo>
                  <a:close/>
                  <a:moveTo>
                    <a:pt x="571681" y="620346"/>
                  </a:moveTo>
                  <a:lnTo>
                    <a:pt x="540415" y="628962"/>
                  </a:lnTo>
                  <a:lnTo>
                    <a:pt x="579834" y="658464"/>
                  </a:lnTo>
                  <a:close/>
                  <a:moveTo>
                    <a:pt x="631766" y="672452"/>
                  </a:moveTo>
                  <a:lnTo>
                    <a:pt x="614765" y="648534"/>
                  </a:lnTo>
                  <a:lnTo>
                    <a:pt x="574065" y="677501"/>
                  </a:lnTo>
                  <a:close/>
                  <a:moveTo>
                    <a:pt x="614765" y="648534"/>
                  </a:moveTo>
                  <a:lnTo>
                    <a:pt x="622461" y="637662"/>
                  </a:lnTo>
                  <a:lnTo>
                    <a:pt x="579834" y="658464"/>
                  </a:lnTo>
                  <a:close/>
                  <a:moveTo>
                    <a:pt x="312807" y="355047"/>
                  </a:moveTo>
                  <a:lnTo>
                    <a:pt x="332141" y="321670"/>
                  </a:lnTo>
                  <a:lnTo>
                    <a:pt x="295275" y="324553"/>
                  </a:lnTo>
                  <a:close/>
                  <a:moveTo>
                    <a:pt x="332141" y="321670"/>
                  </a:moveTo>
                  <a:lnTo>
                    <a:pt x="322289" y="284932"/>
                  </a:lnTo>
                  <a:lnTo>
                    <a:pt x="295275" y="324553"/>
                  </a:lnTo>
                  <a:close/>
                  <a:moveTo>
                    <a:pt x="29152" y="10505"/>
                  </a:moveTo>
                  <a:lnTo>
                    <a:pt x="0" y="26085"/>
                  </a:lnTo>
                  <a:lnTo>
                    <a:pt x="54217" y="8009"/>
                  </a:lnTo>
                  <a:close/>
                  <a:moveTo>
                    <a:pt x="85395" y="0"/>
                  </a:moveTo>
                  <a:lnTo>
                    <a:pt x="29152" y="10505"/>
                  </a:lnTo>
                  <a:lnTo>
                    <a:pt x="54217" y="8009"/>
                  </a:lnTo>
                  <a:close/>
                  <a:moveTo>
                    <a:pt x="684604" y="672213"/>
                  </a:moveTo>
                  <a:lnTo>
                    <a:pt x="642748" y="685289"/>
                  </a:lnTo>
                  <a:lnTo>
                    <a:pt x="692021" y="676950"/>
                  </a:lnTo>
                  <a:close/>
                  <a:moveTo>
                    <a:pt x="692021" y="676950"/>
                  </a:moveTo>
                  <a:lnTo>
                    <a:pt x="642748" y="685289"/>
                  </a:lnTo>
                  <a:lnTo>
                    <a:pt x="636021" y="688360"/>
                  </a:lnTo>
                  <a:close/>
                  <a:moveTo>
                    <a:pt x="642748" y="685289"/>
                  </a:moveTo>
                  <a:lnTo>
                    <a:pt x="684604" y="672213"/>
                  </a:lnTo>
                  <a:lnTo>
                    <a:pt x="631766" y="672452"/>
                  </a:lnTo>
                  <a:close/>
                  <a:moveTo>
                    <a:pt x="631766" y="672452"/>
                  </a:moveTo>
                  <a:lnTo>
                    <a:pt x="684604" y="672213"/>
                  </a:lnTo>
                  <a:lnTo>
                    <a:pt x="687083" y="658490"/>
                  </a:lnTo>
                  <a:close/>
                  <a:moveTo>
                    <a:pt x="631766" y="672452"/>
                  </a:moveTo>
                  <a:lnTo>
                    <a:pt x="687083" y="658490"/>
                  </a:lnTo>
                  <a:lnTo>
                    <a:pt x="650903" y="647793"/>
                  </a:lnTo>
                  <a:close/>
                  <a:moveTo>
                    <a:pt x="631766" y="672452"/>
                  </a:moveTo>
                  <a:lnTo>
                    <a:pt x="632720" y="631351"/>
                  </a:lnTo>
                  <a:lnTo>
                    <a:pt x="614765" y="648534"/>
                  </a:lnTo>
                  <a:close/>
                  <a:moveTo>
                    <a:pt x="632720" y="631351"/>
                  </a:moveTo>
                  <a:lnTo>
                    <a:pt x="622461" y="637662"/>
                  </a:lnTo>
                  <a:lnTo>
                    <a:pt x="614765" y="648534"/>
                  </a:lnTo>
                  <a:close/>
                  <a:moveTo>
                    <a:pt x="623162" y="544074"/>
                  </a:moveTo>
                  <a:lnTo>
                    <a:pt x="606456" y="521086"/>
                  </a:lnTo>
                  <a:lnTo>
                    <a:pt x="563148" y="540476"/>
                  </a:lnTo>
                  <a:close/>
                  <a:moveTo>
                    <a:pt x="623162" y="544074"/>
                  </a:moveTo>
                  <a:lnTo>
                    <a:pt x="631690" y="509154"/>
                  </a:lnTo>
                  <a:lnTo>
                    <a:pt x="606456" y="521086"/>
                  </a:lnTo>
                  <a:close/>
                  <a:moveTo>
                    <a:pt x="832884" y="687677"/>
                  </a:moveTo>
                  <a:lnTo>
                    <a:pt x="851930" y="724433"/>
                  </a:lnTo>
                  <a:lnTo>
                    <a:pt x="880925" y="710454"/>
                  </a:lnTo>
                  <a:close/>
                  <a:moveTo>
                    <a:pt x="488191" y="316962"/>
                  </a:moveTo>
                  <a:lnTo>
                    <a:pt x="492395" y="317398"/>
                  </a:lnTo>
                  <a:lnTo>
                    <a:pt x="541473" y="295390"/>
                  </a:lnTo>
                  <a:close/>
                  <a:moveTo>
                    <a:pt x="520344" y="312599"/>
                  </a:moveTo>
                  <a:lnTo>
                    <a:pt x="488191" y="316962"/>
                  </a:lnTo>
                  <a:lnTo>
                    <a:pt x="541473" y="295390"/>
                  </a:lnTo>
                  <a:close/>
                  <a:moveTo>
                    <a:pt x="569365" y="275099"/>
                  </a:moveTo>
                  <a:lnTo>
                    <a:pt x="520344" y="3125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69365" y="2750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97229" y="286347"/>
                  </a:lnTo>
                  <a:lnTo>
                    <a:pt x="569365" y="27509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7" name="Input_density__98">
              <a:extLst>
                <a:ext uri="{FF2B5EF4-FFF2-40B4-BE49-F238E27FC236}">
                  <a16:creationId xmlns:a16="http://schemas.microsoft.com/office/drawing/2014/main" id="{14054F15-CD66-481E-8355-ADECFD757A68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825130" cy="1202570"/>
            </a:xfrm>
            <a:custGeom>
              <a:avLst/>
              <a:gdLst/>
              <a:ahLst/>
              <a:cxnLst/>
              <a:rect l="0" t="0" r="0" b="0"/>
              <a:pathLst>
                <a:path w="825130" h="1202570">
                  <a:moveTo>
                    <a:pt x="110291" y="1063383"/>
                  </a:moveTo>
                  <a:lnTo>
                    <a:pt x="87178" y="1080566"/>
                  </a:lnTo>
                  <a:lnTo>
                    <a:pt x="121326" y="1055638"/>
                  </a:lnTo>
                  <a:close/>
                  <a:moveTo>
                    <a:pt x="54137" y="681038"/>
                  </a:moveTo>
                  <a:lnTo>
                    <a:pt x="63340" y="637650"/>
                  </a:lnTo>
                  <a:lnTo>
                    <a:pt x="67556" y="627100"/>
                  </a:lnTo>
                  <a:close/>
                  <a:moveTo>
                    <a:pt x="54137" y="681038"/>
                  </a:moveTo>
                  <a:lnTo>
                    <a:pt x="67556" y="627100"/>
                  </a:lnTo>
                  <a:lnTo>
                    <a:pt x="60563" y="663855"/>
                  </a:lnTo>
                  <a:close/>
                  <a:moveTo>
                    <a:pt x="67556" y="627100"/>
                  </a:moveTo>
                  <a:lnTo>
                    <a:pt x="63340" y="637650"/>
                  </a:lnTo>
                  <a:lnTo>
                    <a:pt x="72622" y="613288"/>
                  </a:lnTo>
                  <a:close/>
                  <a:moveTo>
                    <a:pt x="72622" y="613288"/>
                  </a:moveTo>
                  <a:lnTo>
                    <a:pt x="82689" y="577172"/>
                  </a:lnTo>
                  <a:lnTo>
                    <a:pt x="67556" y="627100"/>
                  </a:lnTo>
                  <a:close/>
                  <a:moveTo>
                    <a:pt x="82689" y="577172"/>
                  </a:moveTo>
                  <a:lnTo>
                    <a:pt x="72622" y="613288"/>
                  </a:lnTo>
                  <a:lnTo>
                    <a:pt x="84046" y="590345"/>
                  </a:lnTo>
                  <a:close/>
                  <a:moveTo>
                    <a:pt x="82689" y="577172"/>
                  </a:moveTo>
                  <a:lnTo>
                    <a:pt x="84046" y="590345"/>
                  </a:lnTo>
                  <a:lnTo>
                    <a:pt x="77199" y="536888"/>
                  </a:lnTo>
                  <a:close/>
                  <a:moveTo>
                    <a:pt x="82689" y="577172"/>
                  </a:moveTo>
                  <a:lnTo>
                    <a:pt x="77199" y="536888"/>
                  </a:lnTo>
                  <a:lnTo>
                    <a:pt x="82082" y="573161"/>
                  </a:lnTo>
                  <a:close/>
                  <a:moveTo>
                    <a:pt x="77199" y="536888"/>
                  </a:moveTo>
                  <a:lnTo>
                    <a:pt x="76891" y="536406"/>
                  </a:lnTo>
                  <a:lnTo>
                    <a:pt x="82082" y="573161"/>
                  </a:lnTo>
                  <a:close/>
                  <a:moveTo>
                    <a:pt x="247943" y="702636"/>
                  </a:moveTo>
                  <a:lnTo>
                    <a:pt x="255977" y="704306"/>
                  </a:lnTo>
                  <a:lnTo>
                    <a:pt x="279975" y="697823"/>
                  </a:lnTo>
                  <a:close/>
                  <a:moveTo>
                    <a:pt x="279975" y="697823"/>
                  </a:moveTo>
                  <a:lnTo>
                    <a:pt x="255977" y="704306"/>
                  </a:lnTo>
                  <a:lnTo>
                    <a:pt x="309893" y="685102"/>
                  </a:lnTo>
                  <a:close/>
                  <a:moveTo>
                    <a:pt x="300637" y="678866"/>
                  </a:moveTo>
                  <a:lnTo>
                    <a:pt x="321996" y="652302"/>
                  </a:lnTo>
                  <a:lnTo>
                    <a:pt x="323062" y="649059"/>
                  </a:lnTo>
                  <a:close/>
                  <a:moveTo>
                    <a:pt x="309893" y="685102"/>
                  </a:moveTo>
                  <a:lnTo>
                    <a:pt x="321996" y="652302"/>
                  </a:lnTo>
                  <a:lnTo>
                    <a:pt x="300637" y="678866"/>
                  </a:lnTo>
                  <a:close/>
                  <a:moveTo>
                    <a:pt x="279975" y="697823"/>
                  </a:moveTo>
                  <a:lnTo>
                    <a:pt x="309893" y="685102"/>
                  </a:lnTo>
                  <a:lnTo>
                    <a:pt x="300637" y="678866"/>
                  </a:lnTo>
                  <a:close/>
                  <a:moveTo>
                    <a:pt x="801233" y="1200384"/>
                  </a:moveTo>
                  <a:lnTo>
                    <a:pt x="805083" y="1201649"/>
                  </a:lnTo>
                  <a:lnTo>
                    <a:pt x="807224" y="1202570"/>
                  </a:lnTo>
                  <a:close/>
                  <a:moveTo>
                    <a:pt x="801233" y="1200384"/>
                  </a:moveTo>
                  <a:lnTo>
                    <a:pt x="807224" y="1202570"/>
                  </a:lnTo>
                  <a:lnTo>
                    <a:pt x="811568" y="1196377"/>
                  </a:lnTo>
                  <a:close/>
                  <a:moveTo>
                    <a:pt x="811568" y="1196377"/>
                  </a:moveTo>
                  <a:lnTo>
                    <a:pt x="807224" y="1202570"/>
                  </a:lnTo>
                  <a:lnTo>
                    <a:pt x="808822" y="1200384"/>
                  </a:lnTo>
                  <a:close/>
                  <a:moveTo>
                    <a:pt x="808822" y="1200384"/>
                  </a:moveTo>
                  <a:lnTo>
                    <a:pt x="825130" y="1173310"/>
                  </a:lnTo>
                  <a:lnTo>
                    <a:pt x="811568" y="1196377"/>
                  </a:lnTo>
                  <a:close/>
                  <a:moveTo>
                    <a:pt x="357827" y="595121"/>
                  </a:moveTo>
                  <a:lnTo>
                    <a:pt x="367130" y="597950"/>
                  </a:lnTo>
                  <a:lnTo>
                    <a:pt x="371565" y="598695"/>
                  </a:lnTo>
                  <a:close/>
                  <a:moveTo>
                    <a:pt x="377997" y="595121"/>
                  </a:moveTo>
                  <a:lnTo>
                    <a:pt x="371565" y="598695"/>
                  </a:lnTo>
                  <a:lnTo>
                    <a:pt x="367130" y="597950"/>
                  </a:lnTo>
                  <a:close/>
                  <a:moveTo>
                    <a:pt x="394370" y="587751"/>
                  </a:moveTo>
                  <a:lnTo>
                    <a:pt x="371565" y="598695"/>
                  </a:lnTo>
                  <a:lnTo>
                    <a:pt x="430725" y="599100"/>
                  </a:lnTo>
                  <a:close/>
                  <a:moveTo>
                    <a:pt x="14482" y="9430"/>
                  </a:moveTo>
                  <a:lnTo>
                    <a:pt x="0" y="26613"/>
                  </a:lnTo>
                  <a:lnTo>
                    <a:pt x="29715" y="192"/>
                  </a:lnTo>
                  <a:close/>
                  <a:moveTo>
                    <a:pt x="29715" y="192"/>
                  </a:moveTo>
                  <a:lnTo>
                    <a:pt x="6131" y="8224"/>
                  </a:lnTo>
                  <a:lnTo>
                    <a:pt x="63446" y="1729"/>
                  </a:lnTo>
                  <a:close/>
                  <a:moveTo>
                    <a:pt x="271623" y="281764"/>
                  </a:moveTo>
                  <a:lnTo>
                    <a:pt x="238108" y="281033"/>
                  </a:lnTo>
                  <a:lnTo>
                    <a:pt x="219645" y="278611"/>
                  </a:lnTo>
                  <a:close/>
                  <a:moveTo>
                    <a:pt x="281239" y="255625"/>
                  </a:moveTo>
                  <a:lnTo>
                    <a:pt x="271623" y="281764"/>
                  </a:lnTo>
                  <a:lnTo>
                    <a:pt x="281286" y="266715"/>
                  </a:lnTo>
                  <a:close/>
                  <a:moveTo>
                    <a:pt x="173493" y="102511"/>
                  </a:moveTo>
                  <a:lnTo>
                    <a:pt x="171879" y="111367"/>
                  </a:lnTo>
                  <a:lnTo>
                    <a:pt x="177815" y="83977"/>
                  </a:lnTo>
                  <a:close/>
                  <a:moveTo>
                    <a:pt x="29715" y="192"/>
                  </a:moveTo>
                  <a:lnTo>
                    <a:pt x="63446" y="1729"/>
                  </a:lnTo>
                  <a:lnTo>
                    <a:pt x="43784" y="0"/>
                  </a:lnTo>
                  <a:close/>
                  <a:moveTo>
                    <a:pt x="63446" y="1729"/>
                  </a:moveTo>
                  <a:lnTo>
                    <a:pt x="69542" y="6148"/>
                  </a:lnTo>
                  <a:lnTo>
                    <a:pt x="4378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8" name="Input_density__99">
              <a:extLst>
                <a:ext uri="{FF2B5EF4-FFF2-40B4-BE49-F238E27FC236}">
                  <a16:creationId xmlns:a16="http://schemas.microsoft.com/office/drawing/2014/main" id="{EAA3C8F7-F579-3904-AB6B-6ABDF469E31B}"/>
                </a:ext>
              </a:extLst>
            </p:cNvPr>
            <p:cNvSpPr>
              <a:spLocks noGrp="1"/>
            </p:cNvSpPr>
            <p:nvPr/>
          </p:nvSpPr>
          <p:spPr>
            <a:xfrm>
              <a:off x="925801" y="1749863"/>
              <a:ext cx="861878" cy="1417472"/>
            </a:xfrm>
            <a:custGeom>
              <a:avLst/>
              <a:gdLst/>
              <a:ahLst/>
              <a:cxnLst/>
              <a:rect l="0" t="0" r="0" b="0"/>
              <a:pathLst>
                <a:path w="861878" h="1417472">
                  <a:moveTo>
                    <a:pt x="88515" y="1378380"/>
                  </a:moveTo>
                  <a:lnTo>
                    <a:pt x="94114" y="1382260"/>
                  </a:lnTo>
                  <a:lnTo>
                    <a:pt x="100347" y="1383837"/>
                  </a:lnTo>
                  <a:close/>
                  <a:moveTo>
                    <a:pt x="134349" y="1290183"/>
                  </a:moveTo>
                  <a:lnTo>
                    <a:pt x="120287" y="1287687"/>
                  </a:lnTo>
                  <a:lnTo>
                    <a:pt x="132995" y="1288245"/>
                  </a:lnTo>
                  <a:close/>
                  <a:moveTo>
                    <a:pt x="173015" y="1397952"/>
                  </a:moveTo>
                  <a:lnTo>
                    <a:pt x="187529" y="1405239"/>
                  </a:lnTo>
                  <a:lnTo>
                    <a:pt x="199409" y="1408854"/>
                  </a:lnTo>
                  <a:close/>
                  <a:moveTo>
                    <a:pt x="235034" y="1417472"/>
                  </a:moveTo>
                  <a:lnTo>
                    <a:pt x="199409" y="1408854"/>
                  </a:lnTo>
                  <a:lnTo>
                    <a:pt x="187529" y="1405239"/>
                  </a:lnTo>
                  <a:close/>
                  <a:moveTo>
                    <a:pt x="120287" y="1287687"/>
                  </a:moveTo>
                  <a:lnTo>
                    <a:pt x="134349" y="1290183"/>
                  </a:lnTo>
                  <a:lnTo>
                    <a:pt x="146537" y="1277236"/>
                  </a:lnTo>
                  <a:close/>
                  <a:moveTo>
                    <a:pt x="146537" y="1277236"/>
                  </a:moveTo>
                  <a:lnTo>
                    <a:pt x="134349" y="1290183"/>
                  </a:lnTo>
                  <a:lnTo>
                    <a:pt x="179878" y="1277218"/>
                  </a:lnTo>
                  <a:close/>
                  <a:moveTo>
                    <a:pt x="146537" y="1277236"/>
                  </a:moveTo>
                  <a:lnTo>
                    <a:pt x="179878" y="1277218"/>
                  </a:lnTo>
                  <a:lnTo>
                    <a:pt x="154579" y="1269611"/>
                  </a:lnTo>
                  <a:close/>
                  <a:moveTo>
                    <a:pt x="179878" y="1277218"/>
                  </a:moveTo>
                  <a:lnTo>
                    <a:pt x="184862" y="1258257"/>
                  </a:lnTo>
                  <a:lnTo>
                    <a:pt x="154579" y="1269611"/>
                  </a:lnTo>
                  <a:close/>
                  <a:moveTo>
                    <a:pt x="198611" y="1261989"/>
                  </a:moveTo>
                  <a:lnTo>
                    <a:pt x="179472" y="1253320"/>
                  </a:lnTo>
                  <a:lnTo>
                    <a:pt x="184862" y="1258257"/>
                  </a:lnTo>
                  <a:close/>
                  <a:moveTo>
                    <a:pt x="277975" y="1072655"/>
                  </a:moveTo>
                  <a:lnTo>
                    <a:pt x="279249" y="1073376"/>
                  </a:lnTo>
                  <a:lnTo>
                    <a:pt x="247634" y="1114981"/>
                  </a:lnTo>
                  <a:close/>
                  <a:moveTo>
                    <a:pt x="264657" y="1108688"/>
                  </a:moveTo>
                  <a:lnTo>
                    <a:pt x="279249" y="1073376"/>
                  </a:lnTo>
                  <a:lnTo>
                    <a:pt x="300850" y="1057930"/>
                  </a:lnTo>
                  <a:close/>
                  <a:moveTo>
                    <a:pt x="300850" y="1057930"/>
                  </a:moveTo>
                  <a:lnTo>
                    <a:pt x="279249" y="1073376"/>
                  </a:lnTo>
                  <a:lnTo>
                    <a:pt x="338261" y="1073227"/>
                  </a:lnTo>
                  <a:close/>
                  <a:moveTo>
                    <a:pt x="48482" y="737253"/>
                  </a:moveTo>
                  <a:lnTo>
                    <a:pt x="1573" y="776859"/>
                  </a:lnTo>
                  <a:lnTo>
                    <a:pt x="0" y="776770"/>
                  </a:lnTo>
                  <a:close/>
                  <a:moveTo>
                    <a:pt x="300814" y="1054088"/>
                  </a:moveTo>
                  <a:lnTo>
                    <a:pt x="298319" y="1091505"/>
                  </a:lnTo>
                  <a:lnTo>
                    <a:pt x="300850" y="1057930"/>
                  </a:lnTo>
                  <a:close/>
                  <a:moveTo>
                    <a:pt x="12838" y="632353"/>
                  </a:moveTo>
                  <a:lnTo>
                    <a:pt x="43656" y="622998"/>
                  </a:lnTo>
                  <a:lnTo>
                    <a:pt x="60990" y="591600"/>
                  </a:lnTo>
                  <a:close/>
                  <a:moveTo>
                    <a:pt x="56571" y="596507"/>
                  </a:moveTo>
                  <a:lnTo>
                    <a:pt x="60990" y="591600"/>
                  </a:lnTo>
                  <a:lnTo>
                    <a:pt x="43656" y="622998"/>
                  </a:lnTo>
                  <a:close/>
                  <a:moveTo>
                    <a:pt x="328280" y="843496"/>
                  </a:moveTo>
                  <a:lnTo>
                    <a:pt x="331611" y="832403"/>
                  </a:lnTo>
                  <a:lnTo>
                    <a:pt x="316428" y="827550"/>
                  </a:lnTo>
                  <a:close/>
                  <a:moveTo>
                    <a:pt x="300851" y="865519"/>
                  </a:moveTo>
                  <a:lnTo>
                    <a:pt x="328280" y="843496"/>
                  </a:lnTo>
                  <a:lnTo>
                    <a:pt x="316428" y="827550"/>
                  </a:lnTo>
                  <a:close/>
                  <a:moveTo>
                    <a:pt x="331611" y="832403"/>
                  </a:moveTo>
                  <a:lnTo>
                    <a:pt x="333218" y="786350"/>
                  </a:lnTo>
                  <a:lnTo>
                    <a:pt x="324452" y="819425"/>
                  </a:lnTo>
                  <a:close/>
                  <a:moveTo>
                    <a:pt x="333218" y="786350"/>
                  </a:moveTo>
                  <a:lnTo>
                    <a:pt x="335597" y="782670"/>
                  </a:lnTo>
                  <a:lnTo>
                    <a:pt x="324452" y="819425"/>
                  </a:lnTo>
                  <a:close/>
                  <a:moveTo>
                    <a:pt x="166595" y="616078"/>
                  </a:moveTo>
                  <a:lnTo>
                    <a:pt x="177688" y="562140"/>
                  </a:lnTo>
                  <a:lnTo>
                    <a:pt x="175929" y="598895"/>
                  </a:lnTo>
                  <a:close/>
                  <a:moveTo>
                    <a:pt x="559295" y="1016501"/>
                  </a:moveTo>
                  <a:lnTo>
                    <a:pt x="536528" y="997897"/>
                  </a:lnTo>
                  <a:lnTo>
                    <a:pt x="571578" y="1034054"/>
                  </a:lnTo>
                  <a:close/>
                  <a:moveTo>
                    <a:pt x="590483" y="1008529"/>
                  </a:moveTo>
                  <a:lnTo>
                    <a:pt x="559295" y="1016501"/>
                  </a:lnTo>
                  <a:lnTo>
                    <a:pt x="571578" y="1034054"/>
                  </a:lnTo>
                  <a:close/>
                  <a:moveTo>
                    <a:pt x="360997" y="773402"/>
                  </a:moveTo>
                  <a:lnTo>
                    <a:pt x="319401" y="815241"/>
                  </a:lnTo>
                  <a:lnTo>
                    <a:pt x="335597" y="782670"/>
                  </a:lnTo>
                  <a:close/>
                  <a:moveTo>
                    <a:pt x="253528" y="618467"/>
                  </a:moveTo>
                  <a:lnTo>
                    <a:pt x="250207" y="635650"/>
                  </a:lnTo>
                  <a:lnTo>
                    <a:pt x="268259" y="647457"/>
                  </a:lnTo>
                  <a:close/>
                  <a:moveTo>
                    <a:pt x="177946" y="558941"/>
                  </a:moveTo>
                  <a:lnTo>
                    <a:pt x="186734" y="510944"/>
                  </a:lnTo>
                  <a:lnTo>
                    <a:pt x="177688" y="562140"/>
                  </a:lnTo>
                  <a:close/>
                  <a:moveTo>
                    <a:pt x="667534" y="1075825"/>
                  </a:moveTo>
                  <a:lnTo>
                    <a:pt x="655204" y="1059526"/>
                  </a:lnTo>
                  <a:lnTo>
                    <a:pt x="693594" y="1085712"/>
                  </a:lnTo>
                  <a:close/>
                  <a:moveTo>
                    <a:pt x="590483" y="1008529"/>
                  </a:moveTo>
                  <a:lnTo>
                    <a:pt x="619782" y="1022772"/>
                  </a:lnTo>
                  <a:lnTo>
                    <a:pt x="602277" y="1016280"/>
                  </a:lnTo>
                  <a:close/>
                  <a:moveTo>
                    <a:pt x="378635" y="743139"/>
                  </a:moveTo>
                  <a:lnTo>
                    <a:pt x="390341" y="758538"/>
                  </a:lnTo>
                  <a:lnTo>
                    <a:pt x="399893" y="714485"/>
                  </a:lnTo>
                  <a:close/>
                  <a:moveTo>
                    <a:pt x="399893" y="714485"/>
                  </a:moveTo>
                  <a:lnTo>
                    <a:pt x="390341" y="758538"/>
                  </a:lnTo>
                  <a:lnTo>
                    <a:pt x="412766" y="728732"/>
                  </a:lnTo>
                  <a:close/>
                  <a:moveTo>
                    <a:pt x="189520" y="506007"/>
                  </a:moveTo>
                  <a:lnTo>
                    <a:pt x="167877" y="499186"/>
                  </a:lnTo>
                  <a:lnTo>
                    <a:pt x="185292" y="508202"/>
                  </a:lnTo>
                  <a:close/>
                  <a:moveTo>
                    <a:pt x="189520" y="506007"/>
                  </a:moveTo>
                  <a:lnTo>
                    <a:pt x="193588" y="505372"/>
                  </a:lnTo>
                  <a:lnTo>
                    <a:pt x="195048" y="491018"/>
                  </a:lnTo>
                  <a:close/>
                  <a:moveTo>
                    <a:pt x="675127" y="1079098"/>
                  </a:moveTo>
                  <a:lnTo>
                    <a:pt x="693594" y="1085712"/>
                  </a:lnTo>
                  <a:lnTo>
                    <a:pt x="705290" y="1092415"/>
                  </a:lnTo>
                  <a:close/>
                  <a:moveTo>
                    <a:pt x="593279" y="826566"/>
                  </a:moveTo>
                  <a:lnTo>
                    <a:pt x="561545" y="858568"/>
                  </a:lnTo>
                  <a:lnTo>
                    <a:pt x="574074" y="850970"/>
                  </a:lnTo>
                  <a:close/>
                  <a:moveTo>
                    <a:pt x="53670" y="179795"/>
                  </a:moveTo>
                  <a:lnTo>
                    <a:pt x="25545" y="157999"/>
                  </a:lnTo>
                  <a:lnTo>
                    <a:pt x="53742" y="179670"/>
                  </a:lnTo>
                  <a:close/>
                  <a:moveTo>
                    <a:pt x="53742" y="179670"/>
                  </a:moveTo>
                  <a:lnTo>
                    <a:pt x="25545" y="157999"/>
                  </a:lnTo>
                  <a:lnTo>
                    <a:pt x="53990" y="179795"/>
                  </a:lnTo>
                  <a:close/>
                  <a:moveTo>
                    <a:pt x="789146" y="964367"/>
                  </a:moveTo>
                  <a:lnTo>
                    <a:pt x="730301" y="965139"/>
                  </a:lnTo>
                  <a:lnTo>
                    <a:pt x="764176" y="967216"/>
                  </a:lnTo>
                  <a:close/>
                  <a:moveTo>
                    <a:pt x="223196" y="314923"/>
                  </a:moveTo>
                  <a:lnTo>
                    <a:pt x="233595" y="276200"/>
                  </a:lnTo>
                  <a:lnTo>
                    <a:pt x="211816" y="326815"/>
                  </a:lnTo>
                  <a:close/>
                  <a:moveTo>
                    <a:pt x="211816" y="326815"/>
                  </a:moveTo>
                  <a:lnTo>
                    <a:pt x="233595" y="276200"/>
                  </a:lnTo>
                  <a:lnTo>
                    <a:pt x="225532" y="272877"/>
                  </a:lnTo>
                  <a:close/>
                  <a:moveTo>
                    <a:pt x="211816" y="326815"/>
                  </a:moveTo>
                  <a:lnTo>
                    <a:pt x="225532" y="272877"/>
                  </a:lnTo>
                  <a:lnTo>
                    <a:pt x="219392" y="309632"/>
                  </a:lnTo>
                  <a:close/>
                  <a:moveTo>
                    <a:pt x="225532" y="272877"/>
                  </a:moveTo>
                  <a:lnTo>
                    <a:pt x="233595" y="276200"/>
                  </a:lnTo>
                  <a:lnTo>
                    <a:pt x="233788" y="258318"/>
                  </a:lnTo>
                  <a:close/>
                  <a:moveTo>
                    <a:pt x="53670" y="179795"/>
                  </a:moveTo>
                  <a:lnTo>
                    <a:pt x="53742" y="179670"/>
                  </a:lnTo>
                  <a:lnTo>
                    <a:pt x="70326" y="145467"/>
                  </a:lnTo>
                  <a:close/>
                  <a:moveTo>
                    <a:pt x="53742" y="179670"/>
                  </a:moveTo>
                  <a:lnTo>
                    <a:pt x="53990" y="179795"/>
                  </a:lnTo>
                  <a:lnTo>
                    <a:pt x="70326" y="145467"/>
                  </a:lnTo>
                  <a:close/>
                  <a:moveTo>
                    <a:pt x="70326" y="145467"/>
                  </a:moveTo>
                  <a:lnTo>
                    <a:pt x="53990" y="179795"/>
                  </a:lnTo>
                  <a:lnTo>
                    <a:pt x="82379" y="138882"/>
                  </a:lnTo>
                  <a:close/>
                  <a:moveTo>
                    <a:pt x="82379" y="138882"/>
                  </a:moveTo>
                  <a:lnTo>
                    <a:pt x="77106" y="125857"/>
                  </a:lnTo>
                  <a:lnTo>
                    <a:pt x="70326" y="145467"/>
                  </a:lnTo>
                  <a:close/>
                  <a:moveTo>
                    <a:pt x="104186" y="89102"/>
                  </a:moveTo>
                  <a:lnTo>
                    <a:pt x="91361" y="99534"/>
                  </a:lnTo>
                  <a:lnTo>
                    <a:pt x="90468" y="143040"/>
                  </a:lnTo>
                  <a:close/>
                  <a:moveTo>
                    <a:pt x="77106" y="125857"/>
                  </a:moveTo>
                  <a:lnTo>
                    <a:pt x="82379" y="138882"/>
                  </a:lnTo>
                  <a:lnTo>
                    <a:pt x="91361" y="99534"/>
                  </a:lnTo>
                  <a:close/>
                  <a:moveTo>
                    <a:pt x="841730" y="954038"/>
                  </a:moveTo>
                  <a:lnTo>
                    <a:pt x="828838" y="988195"/>
                  </a:lnTo>
                  <a:lnTo>
                    <a:pt x="845875" y="955683"/>
                  </a:lnTo>
                  <a:close/>
                  <a:moveTo>
                    <a:pt x="841730" y="954038"/>
                  </a:moveTo>
                  <a:lnTo>
                    <a:pt x="801115" y="971221"/>
                  </a:lnTo>
                  <a:lnTo>
                    <a:pt x="828838" y="988195"/>
                  </a:lnTo>
                  <a:close/>
                  <a:moveTo>
                    <a:pt x="801115" y="971221"/>
                  </a:moveTo>
                  <a:lnTo>
                    <a:pt x="841730" y="954038"/>
                  </a:lnTo>
                  <a:lnTo>
                    <a:pt x="789146" y="964367"/>
                  </a:lnTo>
                  <a:close/>
                  <a:moveTo>
                    <a:pt x="841730" y="954038"/>
                  </a:moveTo>
                  <a:lnTo>
                    <a:pt x="809667" y="944884"/>
                  </a:lnTo>
                  <a:lnTo>
                    <a:pt x="789146" y="964367"/>
                  </a:lnTo>
                  <a:close/>
                  <a:moveTo>
                    <a:pt x="845875" y="955683"/>
                  </a:moveTo>
                  <a:lnTo>
                    <a:pt x="861878" y="987149"/>
                  </a:lnTo>
                  <a:lnTo>
                    <a:pt x="853683" y="954038"/>
                  </a:lnTo>
                  <a:close/>
                  <a:moveTo>
                    <a:pt x="828838" y="988195"/>
                  </a:moveTo>
                  <a:lnTo>
                    <a:pt x="861878" y="987149"/>
                  </a:lnTo>
                  <a:lnTo>
                    <a:pt x="845875" y="955683"/>
                  </a:lnTo>
                  <a:close/>
                  <a:moveTo>
                    <a:pt x="458098" y="515265"/>
                  </a:moveTo>
                  <a:lnTo>
                    <a:pt x="479462" y="524985"/>
                  </a:lnTo>
                  <a:lnTo>
                    <a:pt x="457623" y="500685"/>
                  </a:lnTo>
                  <a:close/>
                  <a:moveTo>
                    <a:pt x="239698" y="226491"/>
                  </a:moveTo>
                  <a:lnTo>
                    <a:pt x="225532" y="272877"/>
                  </a:lnTo>
                  <a:lnTo>
                    <a:pt x="233788" y="258318"/>
                  </a:lnTo>
                  <a:close/>
                  <a:moveTo>
                    <a:pt x="239698" y="226491"/>
                  </a:moveTo>
                  <a:lnTo>
                    <a:pt x="233788" y="258318"/>
                  </a:lnTo>
                  <a:lnTo>
                    <a:pt x="241116" y="236122"/>
                  </a:lnTo>
                  <a:close/>
                  <a:moveTo>
                    <a:pt x="239698" y="226491"/>
                  </a:moveTo>
                  <a:lnTo>
                    <a:pt x="256242" y="217692"/>
                  </a:lnTo>
                  <a:lnTo>
                    <a:pt x="247423" y="213086"/>
                  </a:lnTo>
                  <a:close/>
                  <a:moveTo>
                    <a:pt x="102614" y="77685"/>
                  </a:moveTo>
                  <a:lnTo>
                    <a:pt x="77106" y="125857"/>
                  </a:lnTo>
                  <a:lnTo>
                    <a:pt x="91361" y="99534"/>
                  </a:lnTo>
                  <a:close/>
                  <a:moveTo>
                    <a:pt x="91361" y="99534"/>
                  </a:moveTo>
                  <a:lnTo>
                    <a:pt x="104186" y="89102"/>
                  </a:lnTo>
                  <a:lnTo>
                    <a:pt x="102614" y="77685"/>
                  </a:lnTo>
                  <a:close/>
                  <a:moveTo>
                    <a:pt x="133489" y="79672"/>
                  </a:moveTo>
                  <a:lnTo>
                    <a:pt x="121415" y="71918"/>
                  </a:lnTo>
                  <a:lnTo>
                    <a:pt x="119419" y="79864"/>
                  </a:lnTo>
                  <a:close/>
                  <a:moveTo>
                    <a:pt x="102614" y="77685"/>
                  </a:moveTo>
                  <a:lnTo>
                    <a:pt x="104186" y="89102"/>
                  </a:lnTo>
                  <a:lnTo>
                    <a:pt x="119419" y="79864"/>
                  </a:lnTo>
                  <a:close/>
                  <a:moveTo>
                    <a:pt x="180594" y="87804"/>
                  </a:moveTo>
                  <a:lnTo>
                    <a:pt x="145186" y="79993"/>
                  </a:lnTo>
                  <a:lnTo>
                    <a:pt x="133489" y="79672"/>
                  </a:lnTo>
                  <a:close/>
                  <a:moveTo>
                    <a:pt x="685701" y="730549"/>
                  </a:moveTo>
                  <a:lnTo>
                    <a:pt x="719532" y="732460"/>
                  </a:lnTo>
                  <a:lnTo>
                    <a:pt x="704189" y="719121"/>
                  </a:lnTo>
                  <a:close/>
                  <a:moveTo>
                    <a:pt x="605920" y="610594"/>
                  </a:moveTo>
                  <a:lnTo>
                    <a:pt x="562559" y="643871"/>
                  </a:lnTo>
                  <a:lnTo>
                    <a:pt x="595111" y="641001"/>
                  </a:lnTo>
                  <a:close/>
                  <a:moveTo>
                    <a:pt x="595111" y="641001"/>
                  </a:moveTo>
                  <a:lnTo>
                    <a:pt x="605574" y="623243"/>
                  </a:lnTo>
                  <a:lnTo>
                    <a:pt x="605920" y="610594"/>
                  </a:lnTo>
                  <a:close/>
                  <a:moveTo>
                    <a:pt x="484628" y="477077"/>
                  </a:moveTo>
                  <a:lnTo>
                    <a:pt x="484768" y="475924"/>
                  </a:lnTo>
                  <a:lnTo>
                    <a:pt x="476255" y="474140"/>
                  </a:lnTo>
                  <a:close/>
                  <a:moveTo>
                    <a:pt x="457623" y="500685"/>
                  </a:moveTo>
                  <a:lnTo>
                    <a:pt x="484628" y="477077"/>
                  </a:lnTo>
                  <a:lnTo>
                    <a:pt x="476255" y="474140"/>
                  </a:lnTo>
                  <a:close/>
                  <a:moveTo>
                    <a:pt x="484768" y="475924"/>
                  </a:moveTo>
                  <a:lnTo>
                    <a:pt x="513529" y="434883"/>
                  </a:lnTo>
                  <a:lnTo>
                    <a:pt x="489835" y="427058"/>
                  </a:lnTo>
                  <a:close/>
                  <a:moveTo>
                    <a:pt x="252536" y="171306"/>
                  </a:moveTo>
                  <a:lnTo>
                    <a:pt x="247423" y="213086"/>
                  </a:lnTo>
                  <a:lnTo>
                    <a:pt x="263197" y="182183"/>
                  </a:lnTo>
                  <a:close/>
                  <a:moveTo>
                    <a:pt x="252536" y="171306"/>
                  </a:moveTo>
                  <a:lnTo>
                    <a:pt x="263197" y="182183"/>
                  </a:lnTo>
                  <a:lnTo>
                    <a:pt x="255249" y="146141"/>
                  </a:lnTo>
                  <a:close/>
                  <a:moveTo>
                    <a:pt x="255249" y="146141"/>
                  </a:moveTo>
                  <a:lnTo>
                    <a:pt x="263197" y="182183"/>
                  </a:lnTo>
                  <a:lnTo>
                    <a:pt x="267519" y="163649"/>
                  </a:lnTo>
                  <a:close/>
                  <a:moveTo>
                    <a:pt x="839647" y="739982"/>
                  </a:moveTo>
                  <a:lnTo>
                    <a:pt x="860526" y="745122"/>
                  </a:lnTo>
                  <a:lnTo>
                    <a:pt x="842531" y="735897"/>
                  </a:lnTo>
                  <a:close/>
                  <a:moveTo>
                    <a:pt x="610053" y="600658"/>
                  </a:moveTo>
                  <a:lnTo>
                    <a:pt x="640411" y="589588"/>
                  </a:lnTo>
                  <a:lnTo>
                    <a:pt x="663061" y="578061"/>
                  </a:lnTo>
                  <a:close/>
                  <a:moveTo>
                    <a:pt x="573975" y="369559"/>
                  </a:moveTo>
                  <a:lnTo>
                    <a:pt x="616430" y="405102"/>
                  </a:lnTo>
                  <a:lnTo>
                    <a:pt x="598912" y="392556"/>
                  </a:lnTo>
                  <a:close/>
                  <a:moveTo>
                    <a:pt x="321183" y="75663"/>
                  </a:moveTo>
                  <a:lnTo>
                    <a:pt x="329500" y="111062"/>
                  </a:lnTo>
                  <a:lnTo>
                    <a:pt x="334808" y="98237"/>
                  </a:lnTo>
                  <a:close/>
                  <a:moveTo>
                    <a:pt x="321183" y="75663"/>
                  </a:moveTo>
                  <a:lnTo>
                    <a:pt x="334808" y="98237"/>
                  </a:lnTo>
                  <a:lnTo>
                    <a:pt x="350581" y="61001"/>
                  </a:lnTo>
                  <a:close/>
                  <a:moveTo>
                    <a:pt x="352991" y="54320"/>
                  </a:moveTo>
                  <a:lnTo>
                    <a:pt x="350581" y="61001"/>
                  </a:lnTo>
                  <a:lnTo>
                    <a:pt x="354818" y="57123"/>
                  </a:lnTo>
                  <a:close/>
                  <a:moveTo>
                    <a:pt x="362619" y="9802"/>
                  </a:moveTo>
                  <a:lnTo>
                    <a:pt x="354818" y="57123"/>
                  </a:lnTo>
                  <a:lnTo>
                    <a:pt x="374931" y="27466"/>
                  </a:lnTo>
                  <a:close/>
                  <a:moveTo>
                    <a:pt x="362619" y="9802"/>
                  </a:moveTo>
                  <a:lnTo>
                    <a:pt x="374931" y="27466"/>
                  </a:lnTo>
                  <a:lnTo>
                    <a:pt x="395415" y="7845"/>
                  </a:lnTo>
                  <a:close/>
                  <a:moveTo>
                    <a:pt x="605270" y="197944"/>
                  </a:moveTo>
                  <a:lnTo>
                    <a:pt x="549546" y="210385"/>
                  </a:lnTo>
                  <a:lnTo>
                    <a:pt x="583882" y="214185"/>
                  </a:lnTo>
                  <a:close/>
                  <a:moveTo>
                    <a:pt x="398086" y="0"/>
                  </a:moveTo>
                  <a:lnTo>
                    <a:pt x="362619" y="9802"/>
                  </a:lnTo>
                  <a:lnTo>
                    <a:pt x="395415" y="7845"/>
                  </a:lnTo>
                  <a:close/>
                  <a:moveTo>
                    <a:pt x="398086" y="0"/>
                  </a:moveTo>
                  <a:lnTo>
                    <a:pt x="395415" y="7845"/>
                  </a:lnTo>
                  <a:lnTo>
                    <a:pt x="400204" y="3185"/>
                  </a:lnTo>
                  <a:close/>
                  <a:moveTo>
                    <a:pt x="637787" y="194943"/>
                  </a:moveTo>
                  <a:lnTo>
                    <a:pt x="650195" y="154216"/>
                  </a:lnTo>
                  <a:lnTo>
                    <a:pt x="620104" y="157199"/>
                  </a:lnTo>
                  <a:close/>
                  <a:moveTo>
                    <a:pt x="605270" y="197944"/>
                  </a:moveTo>
                  <a:lnTo>
                    <a:pt x="637787" y="194943"/>
                  </a:lnTo>
                  <a:lnTo>
                    <a:pt x="620104" y="157199"/>
                  </a:lnTo>
                  <a:close/>
                  <a:moveTo>
                    <a:pt x="652939" y="169777"/>
                  </a:moveTo>
                  <a:lnTo>
                    <a:pt x="647704" y="135813"/>
                  </a:lnTo>
                  <a:lnTo>
                    <a:pt x="650195" y="154216"/>
                  </a:lnTo>
                  <a:close/>
                  <a:moveTo>
                    <a:pt x="652215" y="115838"/>
                  </a:moveTo>
                  <a:lnTo>
                    <a:pt x="647704" y="135813"/>
                  </a:lnTo>
                  <a:lnTo>
                    <a:pt x="652939" y="169777"/>
                  </a:lnTo>
                  <a:close/>
                  <a:moveTo>
                    <a:pt x="657855" y="77559"/>
                  </a:moveTo>
                  <a:lnTo>
                    <a:pt x="652215" y="115838"/>
                  </a:lnTo>
                  <a:lnTo>
                    <a:pt x="672273" y="103095"/>
                  </a:lnTo>
                  <a:close/>
                  <a:moveTo>
                    <a:pt x="657855" y="77559"/>
                  </a:moveTo>
                  <a:lnTo>
                    <a:pt x="672273" y="103095"/>
                  </a:lnTo>
                  <a:lnTo>
                    <a:pt x="692586" y="828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9" name="Input_density__100">
              <a:extLst>
                <a:ext uri="{FF2B5EF4-FFF2-40B4-BE49-F238E27FC236}">
                  <a16:creationId xmlns:a16="http://schemas.microsoft.com/office/drawing/2014/main" id="{F6342B04-AF0E-B78D-0730-928F3B64C197}"/>
                </a:ext>
              </a:extLst>
            </p:cNvPr>
            <p:cNvSpPr>
              <a:spLocks noGrp="1"/>
            </p:cNvSpPr>
            <p:nvPr/>
          </p:nvSpPr>
          <p:spPr>
            <a:xfrm>
              <a:off x="930666" y="1724889"/>
              <a:ext cx="655657" cy="1366599"/>
            </a:xfrm>
            <a:custGeom>
              <a:avLst/>
              <a:gdLst/>
              <a:ahLst/>
              <a:cxnLst/>
              <a:rect l="0" t="0" r="0" b="0"/>
              <a:pathLst>
                <a:path w="655657" h="1366599">
                  <a:moveTo>
                    <a:pt x="99595" y="1327981"/>
                  </a:moveTo>
                  <a:lnTo>
                    <a:pt x="66760" y="1366599"/>
                  </a:lnTo>
                  <a:lnTo>
                    <a:pt x="101961" y="1349416"/>
                  </a:lnTo>
                  <a:close/>
                  <a:moveTo>
                    <a:pt x="109714" y="1349416"/>
                  </a:moveTo>
                  <a:lnTo>
                    <a:pt x="99595" y="1327981"/>
                  </a:lnTo>
                  <a:lnTo>
                    <a:pt x="110513" y="1345200"/>
                  </a:lnTo>
                  <a:close/>
                  <a:moveTo>
                    <a:pt x="44818" y="1239151"/>
                  </a:moveTo>
                  <a:lnTo>
                    <a:pt x="70423" y="1275906"/>
                  </a:lnTo>
                  <a:lnTo>
                    <a:pt x="101625" y="1258722"/>
                  </a:lnTo>
                  <a:close/>
                  <a:moveTo>
                    <a:pt x="44818" y="1239151"/>
                  </a:moveTo>
                  <a:lnTo>
                    <a:pt x="101625" y="1258722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44818" y="1239151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66427" y="1203974"/>
                  </a:lnTo>
                  <a:lnTo>
                    <a:pt x="44818" y="1239151"/>
                  </a:lnTo>
                  <a:close/>
                  <a:moveTo>
                    <a:pt x="91072" y="1199910"/>
                  </a:moveTo>
                  <a:lnTo>
                    <a:pt x="93828" y="1185212"/>
                  </a:lnTo>
                  <a:lnTo>
                    <a:pt x="68364" y="1202396"/>
                  </a:lnTo>
                  <a:close/>
                  <a:moveTo>
                    <a:pt x="91072" y="1199910"/>
                  </a:moveTo>
                  <a:lnTo>
                    <a:pt x="86553" y="1221967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0848" y="1202618"/>
                  </a:lnTo>
                  <a:lnTo>
                    <a:pt x="103665" y="1216526"/>
                  </a:lnTo>
                  <a:close/>
                  <a:moveTo>
                    <a:pt x="103665" y="1216526"/>
                  </a:moveTo>
                  <a:lnTo>
                    <a:pt x="150848" y="1202618"/>
                  </a:lnTo>
                  <a:lnTo>
                    <a:pt x="93828" y="1185212"/>
                  </a:lnTo>
                  <a:close/>
                  <a:moveTo>
                    <a:pt x="93828" y="1185212"/>
                  </a:moveTo>
                  <a:lnTo>
                    <a:pt x="150848" y="1202618"/>
                  </a:lnTo>
                  <a:lnTo>
                    <a:pt x="135441" y="1168029"/>
                  </a:lnTo>
                  <a:close/>
                  <a:moveTo>
                    <a:pt x="93828" y="1185212"/>
                  </a:moveTo>
                  <a:lnTo>
                    <a:pt x="91072" y="1199910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1761" y="1204784"/>
                  </a:lnTo>
                  <a:lnTo>
                    <a:pt x="150848" y="1202618"/>
                  </a:lnTo>
                  <a:close/>
                  <a:moveTo>
                    <a:pt x="151150" y="1205010"/>
                  </a:moveTo>
                  <a:lnTo>
                    <a:pt x="152131" y="1207413"/>
                  </a:lnTo>
                  <a:lnTo>
                    <a:pt x="151761" y="1204784"/>
                  </a:lnTo>
                  <a:close/>
                  <a:moveTo>
                    <a:pt x="94653" y="1148457"/>
                  </a:moveTo>
                  <a:lnTo>
                    <a:pt x="93828" y="1185212"/>
                  </a:lnTo>
                  <a:lnTo>
                    <a:pt x="135441" y="1168029"/>
                  </a:lnTo>
                  <a:close/>
                  <a:moveTo>
                    <a:pt x="94653" y="1148457"/>
                  </a:moveTo>
                  <a:lnTo>
                    <a:pt x="135441" y="1168029"/>
                  </a:lnTo>
                  <a:lnTo>
                    <a:pt x="121379" y="1131274"/>
                  </a:lnTo>
                  <a:close/>
                  <a:moveTo>
                    <a:pt x="126232" y="1110580"/>
                  </a:moveTo>
                  <a:lnTo>
                    <a:pt x="94653" y="1148457"/>
                  </a:lnTo>
                  <a:lnTo>
                    <a:pt x="121379" y="1131274"/>
                  </a:lnTo>
                  <a:close/>
                  <a:moveTo>
                    <a:pt x="149787" y="1161371"/>
                  </a:moveTo>
                  <a:lnTo>
                    <a:pt x="150848" y="1202618"/>
                  </a:lnTo>
                  <a:lnTo>
                    <a:pt x="177615" y="1150846"/>
                  </a:lnTo>
                  <a:close/>
                  <a:moveTo>
                    <a:pt x="177615" y="1150846"/>
                  </a:moveTo>
                  <a:lnTo>
                    <a:pt x="150848" y="1202618"/>
                  </a:lnTo>
                  <a:lnTo>
                    <a:pt x="151761" y="1204784"/>
                  </a:lnTo>
                  <a:close/>
                  <a:moveTo>
                    <a:pt x="135441" y="1168029"/>
                  </a:moveTo>
                  <a:lnTo>
                    <a:pt x="150848" y="1202618"/>
                  </a:lnTo>
                  <a:lnTo>
                    <a:pt x="149787" y="1161371"/>
                  </a:lnTo>
                  <a:close/>
                  <a:moveTo>
                    <a:pt x="121379" y="1131274"/>
                  </a:moveTo>
                  <a:lnTo>
                    <a:pt x="149787" y="1161371"/>
                  </a:lnTo>
                  <a:lnTo>
                    <a:pt x="146921" y="1118953"/>
                  </a:lnTo>
                  <a:close/>
                  <a:moveTo>
                    <a:pt x="121379" y="1131274"/>
                  </a:moveTo>
                  <a:lnTo>
                    <a:pt x="135441" y="1168029"/>
                  </a:lnTo>
                  <a:lnTo>
                    <a:pt x="149787" y="1161371"/>
                  </a:lnTo>
                  <a:close/>
                  <a:moveTo>
                    <a:pt x="149787" y="1161371"/>
                  </a:moveTo>
                  <a:lnTo>
                    <a:pt x="173641" y="1124319"/>
                  </a:lnTo>
                  <a:lnTo>
                    <a:pt x="146921" y="1118953"/>
                  </a:lnTo>
                  <a:close/>
                  <a:moveTo>
                    <a:pt x="126232" y="1110580"/>
                  </a:moveTo>
                  <a:lnTo>
                    <a:pt x="121379" y="1131274"/>
                  </a:lnTo>
                  <a:lnTo>
                    <a:pt x="146921" y="1118953"/>
                  </a:lnTo>
                  <a:close/>
                  <a:moveTo>
                    <a:pt x="146921" y="1118953"/>
                  </a:moveTo>
                  <a:lnTo>
                    <a:pt x="159997" y="1112246"/>
                  </a:lnTo>
                  <a:lnTo>
                    <a:pt x="126232" y="1110580"/>
                  </a:lnTo>
                  <a:close/>
                  <a:moveTo>
                    <a:pt x="146921" y="1118953"/>
                  </a:moveTo>
                  <a:lnTo>
                    <a:pt x="173641" y="1124319"/>
                  </a:lnTo>
                  <a:lnTo>
                    <a:pt x="159997" y="1112246"/>
                  </a:lnTo>
                  <a:close/>
                  <a:moveTo>
                    <a:pt x="207834" y="1002479"/>
                  </a:moveTo>
                  <a:lnTo>
                    <a:pt x="183391" y="1007297"/>
                  </a:lnTo>
                  <a:lnTo>
                    <a:pt x="167411" y="1023397"/>
                  </a:lnTo>
                  <a:close/>
                  <a:moveTo>
                    <a:pt x="210896" y="1004537"/>
                  </a:moveTo>
                  <a:lnTo>
                    <a:pt x="237111" y="987361"/>
                  </a:lnTo>
                  <a:lnTo>
                    <a:pt x="207834" y="1002479"/>
                  </a:lnTo>
                  <a:close/>
                  <a:moveTo>
                    <a:pt x="84469" y="731746"/>
                  </a:moveTo>
                  <a:lnTo>
                    <a:pt x="61183" y="785684"/>
                  </a:lnTo>
                  <a:lnTo>
                    <a:pt x="91318" y="768501"/>
                  </a:lnTo>
                  <a:close/>
                  <a:moveTo>
                    <a:pt x="76087" y="701982"/>
                  </a:moveTo>
                  <a:lnTo>
                    <a:pt x="90617" y="717167"/>
                  </a:lnTo>
                  <a:lnTo>
                    <a:pt x="92887" y="694991"/>
                  </a:lnTo>
                  <a:close/>
                  <a:moveTo>
                    <a:pt x="226509" y="839943"/>
                  </a:moveTo>
                  <a:lnTo>
                    <a:pt x="220818" y="842011"/>
                  </a:lnTo>
                  <a:lnTo>
                    <a:pt x="249208" y="840175"/>
                  </a:lnTo>
                  <a:close/>
                  <a:moveTo>
                    <a:pt x="268647" y="788279"/>
                  </a:moveTo>
                  <a:lnTo>
                    <a:pt x="221745" y="833702"/>
                  </a:lnTo>
                  <a:lnTo>
                    <a:pt x="260089" y="824827"/>
                  </a:lnTo>
                  <a:close/>
                  <a:moveTo>
                    <a:pt x="260089" y="824827"/>
                  </a:moveTo>
                  <a:lnTo>
                    <a:pt x="221745" y="833702"/>
                  </a:lnTo>
                  <a:lnTo>
                    <a:pt x="226509" y="839943"/>
                  </a:lnTo>
                  <a:close/>
                  <a:moveTo>
                    <a:pt x="226509" y="839943"/>
                  </a:moveTo>
                  <a:lnTo>
                    <a:pt x="249208" y="840175"/>
                  </a:lnTo>
                  <a:lnTo>
                    <a:pt x="260089" y="824827"/>
                  </a:lnTo>
                  <a:close/>
                  <a:moveTo>
                    <a:pt x="84469" y="731746"/>
                  </a:moveTo>
                  <a:lnTo>
                    <a:pt x="114186" y="715755"/>
                  </a:lnTo>
                  <a:lnTo>
                    <a:pt x="90617" y="717167"/>
                  </a:lnTo>
                  <a:close/>
                  <a:moveTo>
                    <a:pt x="92887" y="694991"/>
                  </a:moveTo>
                  <a:lnTo>
                    <a:pt x="90617" y="717167"/>
                  </a:lnTo>
                  <a:lnTo>
                    <a:pt x="116104" y="714562"/>
                  </a:lnTo>
                  <a:close/>
                  <a:moveTo>
                    <a:pt x="260089" y="824827"/>
                  </a:moveTo>
                  <a:lnTo>
                    <a:pt x="268748" y="787945"/>
                  </a:lnTo>
                  <a:lnTo>
                    <a:pt x="268647" y="788279"/>
                  </a:lnTo>
                  <a:close/>
                  <a:moveTo>
                    <a:pt x="221509" y="620273"/>
                  </a:moveTo>
                  <a:lnTo>
                    <a:pt x="218181" y="627963"/>
                  </a:lnTo>
                  <a:lnTo>
                    <a:pt x="243379" y="606686"/>
                  </a:lnTo>
                  <a:close/>
                  <a:moveTo>
                    <a:pt x="117090" y="459666"/>
                  </a:moveTo>
                  <a:lnTo>
                    <a:pt x="105022" y="499469"/>
                  </a:lnTo>
                  <a:lnTo>
                    <a:pt x="111761" y="496421"/>
                  </a:lnTo>
                  <a:close/>
                  <a:moveTo>
                    <a:pt x="117090" y="459666"/>
                  </a:moveTo>
                  <a:lnTo>
                    <a:pt x="111761" y="496421"/>
                  </a:lnTo>
                  <a:lnTo>
                    <a:pt x="139855" y="442482"/>
                  </a:lnTo>
                  <a:close/>
                  <a:moveTo>
                    <a:pt x="149896" y="429391"/>
                  </a:moveTo>
                  <a:lnTo>
                    <a:pt x="117090" y="459666"/>
                  </a:lnTo>
                  <a:lnTo>
                    <a:pt x="139855" y="442482"/>
                  </a:lnTo>
                  <a:close/>
                  <a:moveTo>
                    <a:pt x="537668" y="792849"/>
                  </a:moveTo>
                  <a:lnTo>
                    <a:pt x="540208" y="836936"/>
                  </a:lnTo>
                  <a:lnTo>
                    <a:pt x="540480" y="796900"/>
                  </a:lnTo>
                  <a:close/>
                  <a:moveTo>
                    <a:pt x="510633" y="846787"/>
                  </a:moveTo>
                  <a:lnTo>
                    <a:pt x="540208" y="836936"/>
                  </a:lnTo>
                  <a:lnTo>
                    <a:pt x="537668" y="792849"/>
                  </a:lnTo>
                  <a:close/>
                  <a:moveTo>
                    <a:pt x="503861" y="810032"/>
                  </a:moveTo>
                  <a:lnTo>
                    <a:pt x="510633" y="846787"/>
                  </a:lnTo>
                  <a:lnTo>
                    <a:pt x="537668" y="792849"/>
                  </a:lnTo>
                  <a:close/>
                  <a:moveTo>
                    <a:pt x="540208" y="836936"/>
                  </a:moveTo>
                  <a:lnTo>
                    <a:pt x="560299" y="829604"/>
                  </a:lnTo>
                  <a:lnTo>
                    <a:pt x="540480" y="796900"/>
                  </a:lnTo>
                  <a:close/>
                  <a:moveTo>
                    <a:pt x="538590" y="789834"/>
                  </a:moveTo>
                  <a:lnTo>
                    <a:pt x="503861" y="810032"/>
                  </a:lnTo>
                  <a:lnTo>
                    <a:pt x="537668" y="792849"/>
                  </a:lnTo>
                  <a:close/>
                  <a:moveTo>
                    <a:pt x="538590" y="789834"/>
                  </a:moveTo>
                  <a:lnTo>
                    <a:pt x="512103" y="787014"/>
                  </a:lnTo>
                  <a:lnTo>
                    <a:pt x="503861" y="810032"/>
                  </a:lnTo>
                  <a:close/>
                  <a:moveTo>
                    <a:pt x="542629" y="790221"/>
                  </a:moveTo>
                  <a:lnTo>
                    <a:pt x="540480" y="796900"/>
                  </a:lnTo>
                  <a:lnTo>
                    <a:pt x="575826" y="775665"/>
                  </a:lnTo>
                  <a:close/>
                  <a:moveTo>
                    <a:pt x="540480" y="796900"/>
                  </a:moveTo>
                  <a:lnTo>
                    <a:pt x="560299" y="829604"/>
                  </a:lnTo>
                  <a:lnTo>
                    <a:pt x="575826" y="775665"/>
                  </a:lnTo>
                  <a:close/>
                  <a:moveTo>
                    <a:pt x="537668" y="792849"/>
                  </a:moveTo>
                  <a:lnTo>
                    <a:pt x="540480" y="796900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37668" y="792849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42629" y="790221"/>
                  </a:lnTo>
                  <a:lnTo>
                    <a:pt x="551609" y="756094"/>
                  </a:lnTo>
                  <a:close/>
                  <a:moveTo>
                    <a:pt x="551609" y="756094"/>
                  </a:moveTo>
                  <a:lnTo>
                    <a:pt x="542629" y="790221"/>
                  </a:lnTo>
                  <a:lnTo>
                    <a:pt x="575826" y="775665"/>
                  </a:lnTo>
                  <a:close/>
                  <a:moveTo>
                    <a:pt x="649499" y="849175"/>
                  </a:moveTo>
                  <a:lnTo>
                    <a:pt x="638353" y="811322"/>
                  </a:lnTo>
                  <a:lnTo>
                    <a:pt x="640927" y="827097"/>
                  </a:lnTo>
                  <a:close/>
                  <a:moveTo>
                    <a:pt x="630716" y="812421"/>
                  </a:moveTo>
                  <a:lnTo>
                    <a:pt x="640927" y="827097"/>
                  </a:lnTo>
                  <a:lnTo>
                    <a:pt x="638353" y="811322"/>
                  </a:lnTo>
                  <a:close/>
                  <a:moveTo>
                    <a:pt x="635722" y="807634"/>
                  </a:moveTo>
                  <a:lnTo>
                    <a:pt x="630716" y="812421"/>
                  </a:lnTo>
                  <a:lnTo>
                    <a:pt x="638353" y="811322"/>
                  </a:lnTo>
                  <a:close/>
                  <a:moveTo>
                    <a:pt x="600935" y="705939"/>
                  </a:moveTo>
                  <a:lnTo>
                    <a:pt x="582412" y="732895"/>
                  </a:lnTo>
                  <a:lnTo>
                    <a:pt x="578320" y="738910"/>
                  </a:lnTo>
                  <a:close/>
                  <a:moveTo>
                    <a:pt x="271591" y="334606"/>
                  </a:moveTo>
                  <a:lnTo>
                    <a:pt x="287733" y="369787"/>
                  </a:lnTo>
                  <a:lnTo>
                    <a:pt x="280000" y="331327"/>
                  </a:lnTo>
                  <a:close/>
                  <a:moveTo>
                    <a:pt x="274766" y="330116"/>
                  </a:moveTo>
                  <a:lnTo>
                    <a:pt x="271591" y="334606"/>
                  </a:lnTo>
                  <a:lnTo>
                    <a:pt x="280000" y="331327"/>
                  </a:lnTo>
                  <a:close/>
                  <a:moveTo>
                    <a:pt x="45528" y="28530"/>
                  </a:moveTo>
                  <a:lnTo>
                    <a:pt x="7158" y="40566"/>
                  </a:lnTo>
                  <a:lnTo>
                    <a:pt x="56478" y="40646"/>
                  </a:lnTo>
                  <a:close/>
                  <a:moveTo>
                    <a:pt x="7158" y="40566"/>
                  </a:moveTo>
                  <a:lnTo>
                    <a:pt x="0" y="50269"/>
                  </a:lnTo>
                  <a:lnTo>
                    <a:pt x="56478" y="40646"/>
                  </a:lnTo>
                  <a:close/>
                  <a:moveTo>
                    <a:pt x="80984" y="7692"/>
                  </a:moveTo>
                  <a:lnTo>
                    <a:pt x="45528" y="28530"/>
                  </a:lnTo>
                  <a:lnTo>
                    <a:pt x="65680" y="23382"/>
                  </a:lnTo>
                  <a:close/>
                  <a:moveTo>
                    <a:pt x="26766" y="25768"/>
                  </a:moveTo>
                  <a:lnTo>
                    <a:pt x="45528" y="28530"/>
                  </a:lnTo>
                  <a:lnTo>
                    <a:pt x="80984" y="7692"/>
                  </a:lnTo>
                  <a:close/>
                  <a:moveTo>
                    <a:pt x="45528" y="28530"/>
                  </a:moveTo>
                  <a:lnTo>
                    <a:pt x="56478" y="40646"/>
                  </a:lnTo>
                  <a:lnTo>
                    <a:pt x="65680" y="23382"/>
                  </a:lnTo>
                  <a:close/>
                  <a:moveTo>
                    <a:pt x="104658" y="0"/>
                  </a:moveTo>
                  <a:lnTo>
                    <a:pt x="65680" y="23382"/>
                  </a:lnTo>
                  <a:lnTo>
                    <a:pt x="100084" y="6199"/>
                  </a:lnTo>
                  <a:close/>
                  <a:moveTo>
                    <a:pt x="104658" y="0"/>
                  </a:moveTo>
                  <a:lnTo>
                    <a:pt x="80984" y="7692"/>
                  </a:lnTo>
                  <a:lnTo>
                    <a:pt x="65680" y="23382"/>
                  </a:lnTo>
                  <a:close/>
                  <a:moveTo>
                    <a:pt x="648236" y="662009"/>
                  </a:moveTo>
                  <a:lnTo>
                    <a:pt x="647908" y="667789"/>
                  </a:lnTo>
                  <a:lnTo>
                    <a:pt x="651476" y="666412"/>
                  </a:lnTo>
                  <a:close/>
                  <a:moveTo>
                    <a:pt x="655657" y="667789"/>
                  </a:moveTo>
                  <a:lnTo>
                    <a:pt x="648236" y="662009"/>
                  </a:lnTo>
                  <a:lnTo>
                    <a:pt x="651476" y="666412"/>
                  </a:lnTo>
                  <a:close/>
                  <a:moveTo>
                    <a:pt x="483982" y="325410"/>
                  </a:moveTo>
                  <a:lnTo>
                    <a:pt x="473932" y="356566"/>
                  </a:lnTo>
                  <a:lnTo>
                    <a:pt x="512103" y="340478"/>
                  </a:lnTo>
                  <a:close/>
                  <a:moveTo>
                    <a:pt x="543184" y="325971"/>
                  </a:moveTo>
                  <a:lnTo>
                    <a:pt x="483982" y="325410"/>
                  </a:lnTo>
                  <a:lnTo>
                    <a:pt x="519463" y="339382"/>
                  </a:lnTo>
                  <a:close/>
                  <a:moveTo>
                    <a:pt x="579224" y="295340"/>
                  </a:moveTo>
                  <a:lnTo>
                    <a:pt x="562862" y="302627"/>
                  </a:lnTo>
                  <a:lnTo>
                    <a:pt x="592897" y="291054"/>
                  </a:lnTo>
                  <a:close/>
                  <a:moveTo>
                    <a:pt x="592897" y="291054"/>
                  </a:moveTo>
                  <a:lnTo>
                    <a:pt x="562862" y="302627"/>
                  </a:lnTo>
                  <a:lnTo>
                    <a:pt x="543184" y="325971"/>
                  </a:lnTo>
                  <a:close/>
                  <a:moveTo>
                    <a:pt x="592897" y="291054"/>
                  </a:moveTo>
                  <a:lnTo>
                    <a:pt x="543184" y="325971"/>
                  </a:lnTo>
                  <a:lnTo>
                    <a:pt x="565662" y="313805"/>
                  </a:lnTo>
                  <a:close/>
                  <a:moveTo>
                    <a:pt x="568240" y="295073"/>
                  </a:moveTo>
                  <a:lnTo>
                    <a:pt x="562862" y="302627"/>
                  </a:lnTo>
                  <a:lnTo>
                    <a:pt x="579224" y="29534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0" name="Input_density__101">
              <a:extLst>
                <a:ext uri="{FF2B5EF4-FFF2-40B4-BE49-F238E27FC236}">
                  <a16:creationId xmlns:a16="http://schemas.microsoft.com/office/drawing/2014/main" id="{64F00443-2EE2-4480-ABA8-09CC2527B477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1047336" cy="1688787"/>
            </a:xfrm>
            <a:custGeom>
              <a:avLst/>
              <a:gdLst/>
              <a:ahLst/>
              <a:cxnLst/>
              <a:rect l="0" t="0" r="0" b="0"/>
              <a:pathLst>
                <a:path w="1047336" h="1688787">
                  <a:moveTo>
                    <a:pt x="163243" y="1561892"/>
                  </a:moveTo>
                  <a:lnTo>
                    <a:pt x="141156" y="1575519"/>
                  </a:lnTo>
                  <a:lnTo>
                    <a:pt x="130409" y="1600511"/>
                  </a:lnTo>
                  <a:close/>
                  <a:moveTo>
                    <a:pt x="134072" y="1509818"/>
                  </a:moveTo>
                  <a:lnTo>
                    <a:pt x="129124" y="1530533"/>
                  </a:lnTo>
                  <a:lnTo>
                    <a:pt x="157990" y="1542250"/>
                  </a:lnTo>
                  <a:close/>
                  <a:moveTo>
                    <a:pt x="337657" y="1688787"/>
                  </a:moveTo>
                  <a:lnTo>
                    <a:pt x="377038" y="1676409"/>
                  </a:lnTo>
                  <a:lnTo>
                    <a:pt x="347107" y="1654817"/>
                  </a:lnTo>
                  <a:close/>
                  <a:moveTo>
                    <a:pt x="208046" y="1604825"/>
                  </a:moveTo>
                  <a:lnTo>
                    <a:pt x="173363" y="1583327"/>
                  </a:lnTo>
                  <a:lnTo>
                    <a:pt x="174162" y="1579111"/>
                  </a:lnTo>
                  <a:close/>
                  <a:moveTo>
                    <a:pt x="157990" y="1542250"/>
                  </a:moveTo>
                  <a:lnTo>
                    <a:pt x="213363" y="1528496"/>
                  </a:lnTo>
                  <a:lnTo>
                    <a:pt x="175286" y="1510708"/>
                  </a:lnTo>
                  <a:close/>
                  <a:moveTo>
                    <a:pt x="377038" y="1676409"/>
                  </a:moveTo>
                  <a:lnTo>
                    <a:pt x="387711" y="1682051"/>
                  </a:lnTo>
                  <a:lnTo>
                    <a:pt x="389739" y="1673534"/>
                  </a:lnTo>
                  <a:close/>
                  <a:moveTo>
                    <a:pt x="389739" y="1673534"/>
                  </a:moveTo>
                  <a:lnTo>
                    <a:pt x="347107" y="1654817"/>
                  </a:lnTo>
                  <a:lnTo>
                    <a:pt x="377038" y="1676409"/>
                  </a:lnTo>
                  <a:close/>
                  <a:moveTo>
                    <a:pt x="351642" y="1632670"/>
                  </a:moveTo>
                  <a:lnTo>
                    <a:pt x="347107" y="1654817"/>
                  </a:lnTo>
                  <a:lnTo>
                    <a:pt x="389739" y="1673534"/>
                  </a:lnTo>
                  <a:close/>
                  <a:moveTo>
                    <a:pt x="384589" y="1632973"/>
                  </a:moveTo>
                  <a:lnTo>
                    <a:pt x="351642" y="1632670"/>
                  </a:lnTo>
                  <a:lnTo>
                    <a:pt x="389739" y="1673534"/>
                  </a:lnTo>
                  <a:close/>
                  <a:moveTo>
                    <a:pt x="351642" y="1632670"/>
                  </a:moveTo>
                  <a:lnTo>
                    <a:pt x="314285" y="1656675"/>
                  </a:lnTo>
                  <a:lnTo>
                    <a:pt x="347107" y="1654817"/>
                  </a:lnTo>
                  <a:close/>
                  <a:moveTo>
                    <a:pt x="351642" y="1632670"/>
                  </a:moveTo>
                  <a:lnTo>
                    <a:pt x="340510" y="1630149"/>
                  </a:lnTo>
                  <a:lnTo>
                    <a:pt x="303882" y="1599663"/>
                  </a:lnTo>
                  <a:close/>
                  <a:moveTo>
                    <a:pt x="247192" y="1305433"/>
                  </a:moveTo>
                  <a:lnTo>
                    <a:pt x="226071" y="1295517"/>
                  </a:lnTo>
                  <a:lnTo>
                    <a:pt x="230369" y="1274363"/>
                  </a:lnTo>
                  <a:close/>
                  <a:moveTo>
                    <a:pt x="90698" y="1038166"/>
                  </a:moveTo>
                  <a:lnTo>
                    <a:pt x="108475" y="1073534"/>
                  </a:lnTo>
                  <a:lnTo>
                    <a:pt x="97704" y="1056598"/>
                  </a:lnTo>
                  <a:close/>
                  <a:moveTo>
                    <a:pt x="335216" y="1243301"/>
                  </a:moveTo>
                  <a:lnTo>
                    <a:pt x="300760" y="1221273"/>
                  </a:lnTo>
                  <a:lnTo>
                    <a:pt x="332146" y="1240126"/>
                  </a:lnTo>
                  <a:close/>
                  <a:moveTo>
                    <a:pt x="341112" y="1247568"/>
                  </a:moveTo>
                  <a:lnTo>
                    <a:pt x="335216" y="1243301"/>
                  </a:lnTo>
                  <a:lnTo>
                    <a:pt x="332146" y="1240126"/>
                  </a:lnTo>
                  <a:close/>
                  <a:moveTo>
                    <a:pt x="95233" y="1034479"/>
                  </a:moveTo>
                  <a:lnTo>
                    <a:pt x="124832" y="1019596"/>
                  </a:lnTo>
                  <a:lnTo>
                    <a:pt x="107266" y="996138"/>
                  </a:lnTo>
                  <a:close/>
                  <a:moveTo>
                    <a:pt x="15809" y="963269"/>
                  </a:moveTo>
                  <a:lnTo>
                    <a:pt x="15891" y="999863"/>
                  </a:lnTo>
                  <a:lnTo>
                    <a:pt x="21620" y="950655"/>
                  </a:lnTo>
                  <a:close/>
                  <a:moveTo>
                    <a:pt x="15809" y="963269"/>
                  </a:moveTo>
                  <a:lnTo>
                    <a:pt x="22397" y="927981"/>
                  </a:lnTo>
                  <a:lnTo>
                    <a:pt x="24266" y="909331"/>
                  </a:lnTo>
                  <a:close/>
                  <a:moveTo>
                    <a:pt x="15809" y="963269"/>
                  </a:moveTo>
                  <a:lnTo>
                    <a:pt x="24266" y="909331"/>
                  </a:lnTo>
                  <a:lnTo>
                    <a:pt x="16576" y="926514"/>
                  </a:lnTo>
                  <a:close/>
                  <a:moveTo>
                    <a:pt x="15285" y="901389"/>
                  </a:moveTo>
                  <a:lnTo>
                    <a:pt x="1295" y="877684"/>
                  </a:lnTo>
                  <a:lnTo>
                    <a:pt x="24266" y="909331"/>
                  </a:lnTo>
                  <a:close/>
                  <a:moveTo>
                    <a:pt x="0" y="872576"/>
                  </a:moveTo>
                  <a:lnTo>
                    <a:pt x="1295" y="877684"/>
                  </a:lnTo>
                  <a:lnTo>
                    <a:pt x="15285" y="901389"/>
                  </a:lnTo>
                  <a:close/>
                  <a:moveTo>
                    <a:pt x="3100" y="855832"/>
                  </a:moveTo>
                  <a:lnTo>
                    <a:pt x="1295" y="877684"/>
                  </a:lnTo>
                  <a:lnTo>
                    <a:pt x="0" y="872576"/>
                  </a:lnTo>
                  <a:close/>
                  <a:moveTo>
                    <a:pt x="318024" y="1230189"/>
                  </a:moveTo>
                  <a:lnTo>
                    <a:pt x="341112" y="1247568"/>
                  </a:lnTo>
                  <a:lnTo>
                    <a:pt x="332146" y="1240126"/>
                  </a:lnTo>
                  <a:close/>
                  <a:moveTo>
                    <a:pt x="368975" y="1260602"/>
                  </a:moveTo>
                  <a:lnTo>
                    <a:pt x="341112" y="1247568"/>
                  </a:lnTo>
                  <a:lnTo>
                    <a:pt x="318024" y="1230189"/>
                  </a:lnTo>
                  <a:close/>
                  <a:moveTo>
                    <a:pt x="368975" y="1260602"/>
                  </a:moveTo>
                  <a:lnTo>
                    <a:pt x="362313" y="1240126"/>
                  </a:lnTo>
                  <a:lnTo>
                    <a:pt x="341112" y="1247568"/>
                  </a:lnTo>
                  <a:close/>
                  <a:moveTo>
                    <a:pt x="375200" y="1237883"/>
                  </a:moveTo>
                  <a:lnTo>
                    <a:pt x="362313" y="1240126"/>
                  </a:lnTo>
                  <a:lnTo>
                    <a:pt x="368975" y="1260602"/>
                  </a:lnTo>
                  <a:close/>
                  <a:moveTo>
                    <a:pt x="318024" y="1230189"/>
                  </a:moveTo>
                  <a:lnTo>
                    <a:pt x="332146" y="1240126"/>
                  </a:lnTo>
                  <a:lnTo>
                    <a:pt x="300760" y="1221273"/>
                  </a:lnTo>
                  <a:close/>
                  <a:moveTo>
                    <a:pt x="112845" y="975414"/>
                  </a:moveTo>
                  <a:lnTo>
                    <a:pt x="107266" y="996138"/>
                  </a:lnTo>
                  <a:lnTo>
                    <a:pt x="148117" y="965657"/>
                  </a:lnTo>
                  <a:close/>
                  <a:moveTo>
                    <a:pt x="112845" y="975414"/>
                  </a:moveTo>
                  <a:lnTo>
                    <a:pt x="139735" y="935893"/>
                  </a:lnTo>
                  <a:lnTo>
                    <a:pt x="101877" y="939583"/>
                  </a:lnTo>
                  <a:close/>
                  <a:moveTo>
                    <a:pt x="101877" y="939583"/>
                  </a:moveTo>
                  <a:lnTo>
                    <a:pt x="122989" y="904761"/>
                  </a:lnTo>
                  <a:lnTo>
                    <a:pt x="100497" y="895958"/>
                  </a:lnTo>
                  <a:close/>
                  <a:moveTo>
                    <a:pt x="0" y="872576"/>
                  </a:moveTo>
                  <a:lnTo>
                    <a:pt x="10393" y="825540"/>
                  </a:lnTo>
                  <a:lnTo>
                    <a:pt x="3100" y="855832"/>
                  </a:lnTo>
                  <a:close/>
                  <a:moveTo>
                    <a:pt x="12148" y="818638"/>
                  </a:moveTo>
                  <a:lnTo>
                    <a:pt x="10393" y="825540"/>
                  </a:lnTo>
                  <a:lnTo>
                    <a:pt x="0" y="872576"/>
                  </a:lnTo>
                  <a:close/>
                  <a:moveTo>
                    <a:pt x="285198" y="1077888"/>
                  </a:moveTo>
                  <a:lnTo>
                    <a:pt x="259633" y="1095877"/>
                  </a:lnTo>
                  <a:lnTo>
                    <a:pt x="284467" y="1075922"/>
                  </a:lnTo>
                  <a:close/>
                  <a:moveTo>
                    <a:pt x="156056" y="874964"/>
                  </a:moveTo>
                  <a:lnTo>
                    <a:pt x="155833" y="860729"/>
                  </a:lnTo>
                  <a:lnTo>
                    <a:pt x="154619" y="879046"/>
                  </a:lnTo>
                  <a:close/>
                  <a:moveTo>
                    <a:pt x="165666" y="911719"/>
                  </a:moveTo>
                  <a:lnTo>
                    <a:pt x="154619" y="879046"/>
                  </a:lnTo>
                  <a:lnTo>
                    <a:pt x="162741" y="917190"/>
                  </a:lnTo>
                  <a:close/>
                  <a:moveTo>
                    <a:pt x="165666" y="911719"/>
                  </a:moveTo>
                  <a:lnTo>
                    <a:pt x="156056" y="874964"/>
                  </a:lnTo>
                  <a:lnTo>
                    <a:pt x="154619" y="879046"/>
                  </a:lnTo>
                  <a:close/>
                  <a:moveTo>
                    <a:pt x="557412" y="1173139"/>
                  </a:moveTo>
                  <a:lnTo>
                    <a:pt x="562416" y="1211691"/>
                  </a:lnTo>
                  <a:lnTo>
                    <a:pt x="558706" y="1208147"/>
                  </a:lnTo>
                  <a:close/>
                  <a:moveTo>
                    <a:pt x="847205" y="1411494"/>
                  </a:moveTo>
                  <a:lnTo>
                    <a:pt x="846702" y="1411081"/>
                  </a:lnTo>
                  <a:lnTo>
                    <a:pt x="818460" y="1401697"/>
                  </a:lnTo>
                  <a:close/>
                  <a:moveTo>
                    <a:pt x="425811" y="930257"/>
                  </a:moveTo>
                  <a:lnTo>
                    <a:pt x="429503" y="933679"/>
                  </a:lnTo>
                  <a:lnTo>
                    <a:pt x="445166" y="939607"/>
                  </a:lnTo>
                  <a:close/>
                  <a:moveTo>
                    <a:pt x="416843" y="925097"/>
                  </a:moveTo>
                  <a:lnTo>
                    <a:pt x="429503" y="933679"/>
                  </a:lnTo>
                  <a:lnTo>
                    <a:pt x="425811" y="930257"/>
                  </a:lnTo>
                  <a:close/>
                  <a:moveTo>
                    <a:pt x="307028" y="840597"/>
                  </a:moveTo>
                  <a:lnTo>
                    <a:pt x="312311" y="877352"/>
                  </a:lnTo>
                  <a:lnTo>
                    <a:pt x="309222" y="834622"/>
                  </a:lnTo>
                  <a:close/>
                  <a:moveTo>
                    <a:pt x="236598" y="713149"/>
                  </a:moveTo>
                  <a:lnTo>
                    <a:pt x="220431" y="718389"/>
                  </a:lnTo>
                  <a:lnTo>
                    <a:pt x="248303" y="764893"/>
                  </a:lnTo>
                  <a:close/>
                  <a:moveTo>
                    <a:pt x="242969" y="676394"/>
                  </a:moveTo>
                  <a:lnTo>
                    <a:pt x="221920" y="694619"/>
                  </a:lnTo>
                  <a:lnTo>
                    <a:pt x="246190" y="679788"/>
                  </a:lnTo>
                  <a:close/>
                  <a:moveTo>
                    <a:pt x="236598" y="713149"/>
                  </a:moveTo>
                  <a:lnTo>
                    <a:pt x="251384" y="680203"/>
                  </a:lnTo>
                  <a:lnTo>
                    <a:pt x="246190" y="679788"/>
                  </a:lnTo>
                  <a:close/>
                  <a:moveTo>
                    <a:pt x="893110" y="1400943"/>
                  </a:moveTo>
                  <a:lnTo>
                    <a:pt x="887368" y="1438547"/>
                  </a:lnTo>
                  <a:lnTo>
                    <a:pt x="925986" y="1446051"/>
                  </a:lnTo>
                  <a:close/>
                  <a:moveTo>
                    <a:pt x="847205" y="1411494"/>
                  </a:moveTo>
                  <a:lnTo>
                    <a:pt x="887368" y="1438547"/>
                  </a:lnTo>
                  <a:lnTo>
                    <a:pt x="893110" y="1400943"/>
                  </a:lnTo>
                  <a:close/>
                  <a:moveTo>
                    <a:pt x="893110" y="1400943"/>
                  </a:moveTo>
                  <a:lnTo>
                    <a:pt x="846702" y="1411081"/>
                  </a:lnTo>
                  <a:lnTo>
                    <a:pt x="847205" y="1411494"/>
                  </a:lnTo>
                  <a:close/>
                  <a:moveTo>
                    <a:pt x="855514" y="1359673"/>
                  </a:moveTo>
                  <a:lnTo>
                    <a:pt x="846702" y="1411081"/>
                  </a:lnTo>
                  <a:lnTo>
                    <a:pt x="893110" y="1400943"/>
                  </a:lnTo>
                  <a:close/>
                  <a:moveTo>
                    <a:pt x="603857" y="1070848"/>
                  </a:moveTo>
                  <a:lnTo>
                    <a:pt x="574282" y="1080699"/>
                  </a:lnTo>
                  <a:lnTo>
                    <a:pt x="610872" y="1109891"/>
                  </a:lnTo>
                  <a:close/>
                  <a:moveTo>
                    <a:pt x="610872" y="1109891"/>
                  </a:moveTo>
                  <a:lnTo>
                    <a:pt x="574282" y="1080699"/>
                  </a:lnTo>
                  <a:lnTo>
                    <a:pt x="582948" y="1076198"/>
                  </a:lnTo>
                  <a:close/>
                  <a:moveTo>
                    <a:pt x="501536" y="896388"/>
                  </a:moveTo>
                  <a:lnTo>
                    <a:pt x="477265" y="895853"/>
                  </a:lnTo>
                  <a:lnTo>
                    <a:pt x="525071" y="916496"/>
                  </a:lnTo>
                  <a:close/>
                  <a:moveTo>
                    <a:pt x="221920" y="694619"/>
                  </a:moveTo>
                  <a:lnTo>
                    <a:pt x="242969" y="676394"/>
                  </a:lnTo>
                  <a:lnTo>
                    <a:pt x="226762" y="668495"/>
                  </a:lnTo>
                  <a:close/>
                  <a:moveTo>
                    <a:pt x="226762" y="668495"/>
                  </a:moveTo>
                  <a:lnTo>
                    <a:pt x="242969" y="676394"/>
                  </a:lnTo>
                  <a:lnTo>
                    <a:pt x="213544" y="663303"/>
                  </a:lnTo>
                  <a:close/>
                  <a:moveTo>
                    <a:pt x="487811" y="879741"/>
                  </a:moveTo>
                  <a:lnTo>
                    <a:pt x="477265" y="895853"/>
                  </a:lnTo>
                  <a:lnTo>
                    <a:pt x="501536" y="896388"/>
                  </a:lnTo>
                  <a:close/>
                  <a:moveTo>
                    <a:pt x="45689" y="365171"/>
                  </a:moveTo>
                  <a:lnTo>
                    <a:pt x="46721" y="330877"/>
                  </a:lnTo>
                  <a:lnTo>
                    <a:pt x="50592" y="372477"/>
                  </a:lnTo>
                  <a:close/>
                  <a:moveTo>
                    <a:pt x="45689" y="365171"/>
                  </a:moveTo>
                  <a:lnTo>
                    <a:pt x="44610" y="328416"/>
                  </a:lnTo>
                  <a:lnTo>
                    <a:pt x="46721" y="330877"/>
                  </a:lnTo>
                  <a:close/>
                  <a:moveTo>
                    <a:pt x="696114" y="1100271"/>
                  </a:moveTo>
                  <a:lnTo>
                    <a:pt x="713148" y="1083087"/>
                  </a:lnTo>
                  <a:lnTo>
                    <a:pt x="687499" y="1093370"/>
                  </a:lnTo>
                  <a:close/>
                  <a:moveTo>
                    <a:pt x="623948" y="1063516"/>
                  </a:moveTo>
                  <a:lnTo>
                    <a:pt x="652062" y="1085452"/>
                  </a:lnTo>
                  <a:lnTo>
                    <a:pt x="663849" y="1049164"/>
                  </a:lnTo>
                  <a:close/>
                  <a:moveTo>
                    <a:pt x="652062" y="1085452"/>
                  </a:moveTo>
                  <a:lnTo>
                    <a:pt x="694365" y="1046332"/>
                  </a:lnTo>
                  <a:lnTo>
                    <a:pt x="663849" y="1049164"/>
                  </a:lnTo>
                  <a:close/>
                  <a:moveTo>
                    <a:pt x="687499" y="1093370"/>
                  </a:moveTo>
                  <a:lnTo>
                    <a:pt x="704576" y="1061009"/>
                  </a:lnTo>
                  <a:lnTo>
                    <a:pt x="652062" y="1085452"/>
                  </a:lnTo>
                  <a:close/>
                  <a:moveTo>
                    <a:pt x="676419" y="1009577"/>
                  </a:moveTo>
                  <a:lnTo>
                    <a:pt x="664097" y="1034242"/>
                  </a:lnTo>
                  <a:lnTo>
                    <a:pt x="686210" y="1013326"/>
                  </a:lnTo>
                  <a:close/>
                  <a:moveTo>
                    <a:pt x="686210" y="1013326"/>
                  </a:moveTo>
                  <a:lnTo>
                    <a:pt x="664097" y="1034242"/>
                  </a:lnTo>
                  <a:lnTo>
                    <a:pt x="663849" y="1049164"/>
                  </a:lnTo>
                  <a:close/>
                  <a:moveTo>
                    <a:pt x="506203" y="872326"/>
                  </a:moveTo>
                  <a:lnTo>
                    <a:pt x="501536" y="896388"/>
                  </a:lnTo>
                  <a:lnTo>
                    <a:pt x="547560" y="862557"/>
                  </a:lnTo>
                  <a:close/>
                  <a:moveTo>
                    <a:pt x="547560" y="862557"/>
                  </a:moveTo>
                  <a:lnTo>
                    <a:pt x="501536" y="896388"/>
                  </a:lnTo>
                  <a:lnTo>
                    <a:pt x="525071" y="916496"/>
                  </a:lnTo>
                  <a:close/>
                  <a:moveTo>
                    <a:pt x="547560" y="862557"/>
                  </a:moveTo>
                  <a:lnTo>
                    <a:pt x="525071" y="916496"/>
                  </a:lnTo>
                  <a:lnTo>
                    <a:pt x="540290" y="899312"/>
                  </a:lnTo>
                  <a:close/>
                  <a:moveTo>
                    <a:pt x="487811" y="879741"/>
                  </a:moveTo>
                  <a:lnTo>
                    <a:pt x="501536" y="896388"/>
                  </a:lnTo>
                  <a:lnTo>
                    <a:pt x="506203" y="872326"/>
                  </a:lnTo>
                  <a:close/>
                  <a:moveTo>
                    <a:pt x="455217" y="842986"/>
                  </a:moveTo>
                  <a:lnTo>
                    <a:pt x="506203" y="872326"/>
                  </a:lnTo>
                  <a:lnTo>
                    <a:pt x="478160" y="837359"/>
                  </a:lnTo>
                  <a:close/>
                  <a:moveTo>
                    <a:pt x="487811" y="879741"/>
                  </a:moveTo>
                  <a:lnTo>
                    <a:pt x="506203" y="872326"/>
                  </a:lnTo>
                  <a:lnTo>
                    <a:pt x="455217" y="842986"/>
                  </a:lnTo>
                  <a:close/>
                  <a:moveTo>
                    <a:pt x="537621" y="829125"/>
                  </a:moveTo>
                  <a:lnTo>
                    <a:pt x="509191" y="828801"/>
                  </a:lnTo>
                  <a:lnTo>
                    <a:pt x="506203" y="872326"/>
                  </a:lnTo>
                  <a:close/>
                  <a:moveTo>
                    <a:pt x="547560" y="862557"/>
                  </a:moveTo>
                  <a:lnTo>
                    <a:pt x="550244" y="857716"/>
                  </a:lnTo>
                  <a:lnTo>
                    <a:pt x="537621" y="829125"/>
                  </a:lnTo>
                  <a:close/>
                  <a:moveTo>
                    <a:pt x="506203" y="872326"/>
                  </a:moveTo>
                  <a:lnTo>
                    <a:pt x="547560" y="862557"/>
                  </a:lnTo>
                  <a:lnTo>
                    <a:pt x="537621" y="829125"/>
                  </a:lnTo>
                  <a:close/>
                  <a:moveTo>
                    <a:pt x="550244" y="857716"/>
                  </a:moveTo>
                  <a:lnTo>
                    <a:pt x="553710" y="862557"/>
                  </a:lnTo>
                  <a:lnTo>
                    <a:pt x="537621" y="829125"/>
                  </a:lnTo>
                  <a:close/>
                  <a:moveTo>
                    <a:pt x="589736" y="880794"/>
                  </a:moveTo>
                  <a:lnTo>
                    <a:pt x="573701" y="871628"/>
                  </a:lnTo>
                  <a:lnTo>
                    <a:pt x="553710" y="862557"/>
                  </a:lnTo>
                  <a:close/>
                  <a:moveTo>
                    <a:pt x="335240" y="568517"/>
                  </a:moveTo>
                  <a:lnTo>
                    <a:pt x="295251" y="585701"/>
                  </a:lnTo>
                  <a:lnTo>
                    <a:pt x="343751" y="605273"/>
                  </a:lnTo>
                  <a:close/>
                  <a:moveTo>
                    <a:pt x="179962" y="441534"/>
                  </a:moveTo>
                  <a:lnTo>
                    <a:pt x="151065" y="434464"/>
                  </a:lnTo>
                  <a:lnTo>
                    <a:pt x="174666" y="450102"/>
                  </a:lnTo>
                  <a:close/>
                  <a:moveTo>
                    <a:pt x="179962" y="441534"/>
                  </a:moveTo>
                  <a:lnTo>
                    <a:pt x="174666" y="450102"/>
                  </a:lnTo>
                  <a:lnTo>
                    <a:pt x="206505" y="444569"/>
                  </a:lnTo>
                  <a:close/>
                  <a:moveTo>
                    <a:pt x="141163" y="397768"/>
                  </a:moveTo>
                  <a:lnTo>
                    <a:pt x="151065" y="434464"/>
                  </a:lnTo>
                  <a:lnTo>
                    <a:pt x="176572" y="438681"/>
                  </a:lnTo>
                  <a:close/>
                  <a:moveTo>
                    <a:pt x="343751" y="605273"/>
                  </a:moveTo>
                  <a:lnTo>
                    <a:pt x="343716" y="609931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2561" y="1360706"/>
                  </a:lnTo>
                  <a:lnTo>
                    <a:pt x="1043257" y="1359038"/>
                  </a:lnTo>
                  <a:close/>
                  <a:moveTo>
                    <a:pt x="1010263" y="1377127"/>
                  </a:moveTo>
                  <a:lnTo>
                    <a:pt x="1042561" y="1360706"/>
                  </a:lnTo>
                  <a:lnTo>
                    <a:pt x="1009603" y="1323189"/>
                  </a:lnTo>
                  <a:close/>
                  <a:moveTo>
                    <a:pt x="1009603" y="1323189"/>
                  </a:moveTo>
                  <a:lnTo>
                    <a:pt x="997613" y="1312959"/>
                  </a:lnTo>
                  <a:lnTo>
                    <a:pt x="973336" y="1318398"/>
                  </a:lnTo>
                  <a:close/>
                  <a:moveTo>
                    <a:pt x="974033" y="1286434"/>
                  </a:moveTo>
                  <a:lnTo>
                    <a:pt x="973336" y="1318398"/>
                  </a:lnTo>
                  <a:lnTo>
                    <a:pt x="997613" y="1312959"/>
                  </a:lnTo>
                  <a:close/>
                  <a:moveTo>
                    <a:pt x="778028" y="1065904"/>
                  </a:moveTo>
                  <a:lnTo>
                    <a:pt x="748674" y="1034379"/>
                  </a:lnTo>
                  <a:lnTo>
                    <a:pt x="760729" y="1050172"/>
                  </a:lnTo>
                  <a:close/>
                  <a:moveTo>
                    <a:pt x="664097" y="1034242"/>
                  </a:moveTo>
                  <a:lnTo>
                    <a:pt x="676419" y="1009577"/>
                  </a:lnTo>
                  <a:lnTo>
                    <a:pt x="676980" y="993741"/>
                  </a:lnTo>
                  <a:close/>
                  <a:moveTo>
                    <a:pt x="739815" y="996834"/>
                  </a:moveTo>
                  <a:lnTo>
                    <a:pt x="705221" y="1009577"/>
                  </a:lnTo>
                  <a:lnTo>
                    <a:pt x="699371" y="1041546"/>
                  </a:lnTo>
                  <a:close/>
                  <a:moveTo>
                    <a:pt x="748674" y="1034379"/>
                  </a:moveTo>
                  <a:lnTo>
                    <a:pt x="739815" y="996834"/>
                  </a:lnTo>
                  <a:lnTo>
                    <a:pt x="702002" y="1045233"/>
                  </a:lnTo>
                  <a:close/>
                  <a:moveTo>
                    <a:pt x="739815" y="996834"/>
                  </a:moveTo>
                  <a:lnTo>
                    <a:pt x="748674" y="1034379"/>
                  </a:lnTo>
                  <a:lnTo>
                    <a:pt x="777736" y="993093"/>
                  </a:lnTo>
                  <a:close/>
                  <a:moveTo>
                    <a:pt x="685316" y="989001"/>
                  </a:moveTo>
                  <a:lnTo>
                    <a:pt x="684307" y="992394"/>
                  </a:lnTo>
                  <a:lnTo>
                    <a:pt x="677852" y="989458"/>
                  </a:lnTo>
                  <a:close/>
                  <a:moveTo>
                    <a:pt x="676980" y="993741"/>
                  </a:moveTo>
                  <a:lnTo>
                    <a:pt x="676419" y="1009577"/>
                  </a:lnTo>
                  <a:lnTo>
                    <a:pt x="685316" y="989001"/>
                  </a:lnTo>
                  <a:close/>
                  <a:moveTo>
                    <a:pt x="685316" y="989001"/>
                  </a:moveTo>
                  <a:lnTo>
                    <a:pt x="705221" y="1009577"/>
                  </a:lnTo>
                  <a:lnTo>
                    <a:pt x="744484" y="989434"/>
                  </a:lnTo>
                  <a:close/>
                  <a:moveTo>
                    <a:pt x="578518" y="867218"/>
                  </a:moveTo>
                  <a:lnTo>
                    <a:pt x="553039" y="861337"/>
                  </a:lnTo>
                  <a:lnTo>
                    <a:pt x="547560" y="862557"/>
                  </a:lnTo>
                  <a:close/>
                  <a:moveTo>
                    <a:pt x="553710" y="862557"/>
                  </a:moveTo>
                  <a:lnTo>
                    <a:pt x="553039" y="861337"/>
                  </a:lnTo>
                  <a:lnTo>
                    <a:pt x="589736" y="880794"/>
                  </a:lnTo>
                  <a:close/>
                  <a:moveTo>
                    <a:pt x="553039" y="861337"/>
                  </a:moveTo>
                  <a:lnTo>
                    <a:pt x="550244" y="857716"/>
                  </a:lnTo>
                  <a:lnTo>
                    <a:pt x="547560" y="862557"/>
                  </a:lnTo>
                  <a:close/>
                  <a:moveTo>
                    <a:pt x="553039" y="861337"/>
                  </a:moveTo>
                  <a:lnTo>
                    <a:pt x="553710" y="862557"/>
                  </a:lnTo>
                  <a:lnTo>
                    <a:pt x="550244" y="857716"/>
                  </a:lnTo>
                  <a:close/>
                  <a:moveTo>
                    <a:pt x="350262" y="608323"/>
                  </a:moveTo>
                  <a:lnTo>
                    <a:pt x="351382" y="603699"/>
                  </a:lnTo>
                  <a:lnTo>
                    <a:pt x="343751" y="605273"/>
                  </a:lnTo>
                  <a:close/>
                  <a:moveTo>
                    <a:pt x="403222" y="588642"/>
                  </a:moveTo>
                  <a:lnTo>
                    <a:pt x="350262" y="608323"/>
                  </a:lnTo>
                  <a:lnTo>
                    <a:pt x="386596" y="619591"/>
                  </a:lnTo>
                  <a:close/>
                  <a:moveTo>
                    <a:pt x="403222" y="588642"/>
                  </a:moveTo>
                  <a:lnTo>
                    <a:pt x="351382" y="603699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3257" y="1359038"/>
                  </a:lnTo>
                  <a:lnTo>
                    <a:pt x="1047336" y="1312077"/>
                  </a:lnTo>
                  <a:close/>
                  <a:moveTo>
                    <a:pt x="1009603" y="1323189"/>
                  </a:moveTo>
                  <a:lnTo>
                    <a:pt x="1047336" y="1312077"/>
                  </a:lnTo>
                  <a:lnTo>
                    <a:pt x="997613" y="1312959"/>
                  </a:lnTo>
                  <a:close/>
                  <a:moveTo>
                    <a:pt x="995711" y="1269250"/>
                  </a:moveTo>
                  <a:lnTo>
                    <a:pt x="997613" y="1312959"/>
                  </a:lnTo>
                  <a:lnTo>
                    <a:pt x="1018281" y="1294024"/>
                  </a:lnTo>
                  <a:close/>
                  <a:moveTo>
                    <a:pt x="995711" y="1269250"/>
                  </a:moveTo>
                  <a:lnTo>
                    <a:pt x="974033" y="1286434"/>
                  </a:lnTo>
                  <a:lnTo>
                    <a:pt x="997613" y="1312959"/>
                  </a:lnTo>
                  <a:close/>
                  <a:moveTo>
                    <a:pt x="693830" y="924622"/>
                  </a:moveTo>
                  <a:lnTo>
                    <a:pt x="719305" y="901700"/>
                  </a:lnTo>
                  <a:lnTo>
                    <a:pt x="751198" y="918327"/>
                  </a:lnTo>
                  <a:close/>
                  <a:moveTo>
                    <a:pt x="693830" y="924622"/>
                  </a:moveTo>
                  <a:lnTo>
                    <a:pt x="751198" y="918327"/>
                  </a:lnTo>
                  <a:lnTo>
                    <a:pt x="726436" y="921954"/>
                  </a:lnTo>
                  <a:close/>
                  <a:moveTo>
                    <a:pt x="782436" y="910545"/>
                  </a:moveTo>
                  <a:lnTo>
                    <a:pt x="726436" y="921954"/>
                  </a:lnTo>
                  <a:lnTo>
                    <a:pt x="751198" y="918327"/>
                  </a:lnTo>
                  <a:close/>
                  <a:moveTo>
                    <a:pt x="825125" y="945575"/>
                  </a:moveTo>
                  <a:lnTo>
                    <a:pt x="800336" y="929972"/>
                  </a:lnTo>
                  <a:lnTo>
                    <a:pt x="814370" y="933731"/>
                  </a:lnTo>
                  <a:close/>
                  <a:moveTo>
                    <a:pt x="719305" y="901700"/>
                  </a:moveTo>
                  <a:lnTo>
                    <a:pt x="776129" y="922564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782436" y="910545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800336" y="929972"/>
                  </a:lnTo>
                  <a:lnTo>
                    <a:pt x="782436" y="910545"/>
                  </a:lnTo>
                  <a:close/>
                  <a:moveTo>
                    <a:pt x="800336" y="929972"/>
                  </a:moveTo>
                  <a:lnTo>
                    <a:pt x="811261" y="938455"/>
                  </a:lnTo>
                  <a:lnTo>
                    <a:pt x="782436" y="910545"/>
                  </a:lnTo>
                  <a:close/>
                  <a:moveTo>
                    <a:pt x="723135" y="864945"/>
                  </a:moveTo>
                  <a:lnTo>
                    <a:pt x="741318" y="881387"/>
                  </a:lnTo>
                  <a:lnTo>
                    <a:pt x="734920" y="847762"/>
                  </a:lnTo>
                  <a:close/>
                  <a:moveTo>
                    <a:pt x="359384" y="423886"/>
                  </a:moveTo>
                  <a:lnTo>
                    <a:pt x="368830" y="460641"/>
                  </a:lnTo>
                  <a:lnTo>
                    <a:pt x="366090" y="412753"/>
                  </a:lnTo>
                  <a:close/>
                  <a:moveTo>
                    <a:pt x="348802" y="410446"/>
                  </a:moveTo>
                  <a:lnTo>
                    <a:pt x="359384" y="423886"/>
                  </a:lnTo>
                  <a:lnTo>
                    <a:pt x="366090" y="412753"/>
                  </a:lnTo>
                  <a:close/>
                  <a:moveTo>
                    <a:pt x="874384" y="941607"/>
                  </a:moveTo>
                  <a:lnTo>
                    <a:pt x="886000" y="952392"/>
                  </a:lnTo>
                  <a:lnTo>
                    <a:pt x="847571" y="933289"/>
                  </a:lnTo>
                  <a:close/>
                  <a:moveTo>
                    <a:pt x="776343" y="788148"/>
                  </a:moveTo>
                  <a:lnTo>
                    <a:pt x="801235" y="788416"/>
                  </a:lnTo>
                  <a:lnTo>
                    <a:pt x="763163" y="770648"/>
                  </a:lnTo>
                  <a:close/>
                  <a:moveTo>
                    <a:pt x="776343" y="788148"/>
                  </a:moveTo>
                  <a:lnTo>
                    <a:pt x="806096" y="791048"/>
                  </a:lnTo>
                  <a:lnTo>
                    <a:pt x="801235" y="788416"/>
                  </a:lnTo>
                  <a:close/>
                  <a:moveTo>
                    <a:pt x="536561" y="382516"/>
                  </a:moveTo>
                  <a:lnTo>
                    <a:pt x="587051" y="409091"/>
                  </a:lnTo>
                  <a:lnTo>
                    <a:pt x="551384" y="380939"/>
                  </a:lnTo>
                  <a:close/>
                  <a:moveTo>
                    <a:pt x="536561" y="382516"/>
                  </a:moveTo>
                  <a:lnTo>
                    <a:pt x="583722" y="416010"/>
                  </a:lnTo>
                  <a:lnTo>
                    <a:pt x="587051" y="409091"/>
                  </a:lnTo>
                  <a:close/>
                  <a:moveTo>
                    <a:pt x="681304" y="521325"/>
                  </a:moveTo>
                  <a:lnTo>
                    <a:pt x="719126" y="538927"/>
                  </a:lnTo>
                  <a:lnTo>
                    <a:pt x="689146" y="522277"/>
                  </a:lnTo>
                  <a:close/>
                  <a:moveTo>
                    <a:pt x="708979" y="413102"/>
                  </a:moveTo>
                  <a:lnTo>
                    <a:pt x="677975" y="374724"/>
                  </a:lnTo>
                  <a:lnTo>
                    <a:pt x="666877" y="375495"/>
                  </a:lnTo>
                  <a:close/>
                  <a:moveTo>
                    <a:pt x="561281" y="183431"/>
                  </a:moveTo>
                  <a:lnTo>
                    <a:pt x="599149" y="173766"/>
                  </a:lnTo>
                  <a:lnTo>
                    <a:pt x="565672" y="145733"/>
                  </a:lnTo>
                  <a:close/>
                  <a:moveTo>
                    <a:pt x="568764" y="132600"/>
                  </a:moveTo>
                  <a:lnTo>
                    <a:pt x="565672" y="145733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605466" y="73734"/>
                  </a:lnTo>
                  <a:lnTo>
                    <a:pt x="589831" y="53066"/>
                  </a:lnTo>
                  <a:close/>
                  <a:moveTo>
                    <a:pt x="570213" y="86675"/>
                  </a:moveTo>
                  <a:lnTo>
                    <a:pt x="597418" y="83072"/>
                  </a:lnTo>
                  <a:lnTo>
                    <a:pt x="589831" y="53066"/>
                  </a:lnTo>
                  <a:close/>
                  <a:moveTo>
                    <a:pt x="553254" y="3097"/>
                  </a:moveTo>
                  <a:lnTo>
                    <a:pt x="496889" y="13141"/>
                  </a:lnTo>
                  <a:lnTo>
                    <a:pt x="519106" y="0"/>
                  </a:lnTo>
                  <a:close/>
                  <a:moveTo>
                    <a:pt x="725973" y="220298"/>
                  </a:moveTo>
                  <a:lnTo>
                    <a:pt x="746767" y="228306"/>
                  </a:lnTo>
                  <a:lnTo>
                    <a:pt x="709828" y="214772"/>
                  </a:lnTo>
                  <a:close/>
                  <a:moveTo>
                    <a:pt x="725973" y="220298"/>
                  </a:moveTo>
                  <a:lnTo>
                    <a:pt x="752038" y="226196"/>
                  </a:lnTo>
                  <a:lnTo>
                    <a:pt x="746767" y="228306"/>
                  </a:lnTo>
                  <a:close/>
                  <a:moveTo>
                    <a:pt x="529399" y="3274"/>
                  </a:moveTo>
                  <a:lnTo>
                    <a:pt x="558515" y="6691"/>
                  </a:lnTo>
                  <a:lnTo>
                    <a:pt x="553254" y="309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1" name="Input_density__102">
              <a:extLst>
                <a:ext uri="{FF2B5EF4-FFF2-40B4-BE49-F238E27FC236}">
                  <a16:creationId xmlns:a16="http://schemas.microsoft.com/office/drawing/2014/main" id="{ACF4EFEC-BAF7-7B41-D870-5CCB8558A197}"/>
                </a:ext>
              </a:extLst>
            </p:cNvPr>
            <p:cNvSpPr>
              <a:spLocks noGrp="1"/>
            </p:cNvSpPr>
            <p:nvPr/>
          </p:nvSpPr>
          <p:spPr>
            <a:xfrm>
              <a:off x="868312" y="1494074"/>
              <a:ext cx="1070954" cy="1685690"/>
            </a:xfrm>
            <a:custGeom>
              <a:avLst/>
              <a:gdLst/>
              <a:ahLst/>
              <a:cxnLst/>
              <a:rect l="0" t="0" r="0" b="0"/>
              <a:pathLst>
                <a:path w="1070954" h="1685690">
                  <a:moveTo>
                    <a:pt x="161948" y="1558796"/>
                  </a:moveTo>
                  <a:lnTo>
                    <a:pt x="172068" y="1580231"/>
                  </a:lnTo>
                  <a:lnTo>
                    <a:pt x="139861" y="1572422"/>
                  </a:lnTo>
                  <a:close/>
                  <a:moveTo>
                    <a:pt x="292523" y="1673261"/>
                  </a:moveTo>
                  <a:lnTo>
                    <a:pt x="336362" y="1685690"/>
                  </a:lnTo>
                  <a:lnTo>
                    <a:pt x="345812" y="1651720"/>
                  </a:lnTo>
                  <a:close/>
                  <a:moveTo>
                    <a:pt x="292523" y="1673261"/>
                  </a:moveTo>
                  <a:lnTo>
                    <a:pt x="345812" y="1651720"/>
                  </a:lnTo>
                  <a:lnTo>
                    <a:pt x="312990" y="1653578"/>
                  </a:lnTo>
                  <a:close/>
                  <a:moveTo>
                    <a:pt x="350348" y="1629573"/>
                  </a:moveTo>
                  <a:lnTo>
                    <a:pt x="320018" y="1627143"/>
                  </a:lnTo>
                  <a:lnTo>
                    <a:pt x="312990" y="1653578"/>
                  </a:lnTo>
                  <a:close/>
                  <a:moveTo>
                    <a:pt x="320018" y="1627143"/>
                  </a:moveTo>
                  <a:lnTo>
                    <a:pt x="350348" y="1629573"/>
                  </a:lnTo>
                  <a:lnTo>
                    <a:pt x="302587" y="1596567"/>
                  </a:lnTo>
                  <a:close/>
                  <a:moveTo>
                    <a:pt x="67645" y="1033683"/>
                  </a:moveTo>
                  <a:lnTo>
                    <a:pt x="89403" y="1035069"/>
                  </a:lnTo>
                  <a:lnTo>
                    <a:pt x="96409" y="1053502"/>
                  </a:lnTo>
                  <a:close/>
                  <a:moveTo>
                    <a:pt x="14598" y="996928"/>
                  </a:moveTo>
                  <a:lnTo>
                    <a:pt x="14619" y="996944"/>
                  </a:lnTo>
                  <a:lnTo>
                    <a:pt x="14658" y="996998"/>
                  </a:lnTo>
                  <a:close/>
                  <a:moveTo>
                    <a:pt x="14596" y="996767"/>
                  </a:moveTo>
                  <a:lnTo>
                    <a:pt x="14619" y="996944"/>
                  </a:lnTo>
                  <a:lnTo>
                    <a:pt x="14598" y="996928"/>
                  </a:lnTo>
                  <a:close/>
                  <a:moveTo>
                    <a:pt x="57489" y="1032559"/>
                  </a:moveTo>
                  <a:lnTo>
                    <a:pt x="14658" y="996998"/>
                  </a:lnTo>
                  <a:lnTo>
                    <a:pt x="14619" y="996944"/>
                  </a:lnTo>
                  <a:close/>
                  <a:moveTo>
                    <a:pt x="14619" y="996944"/>
                  </a:moveTo>
                  <a:lnTo>
                    <a:pt x="14596" y="996767"/>
                  </a:lnTo>
                  <a:lnTo>
                    <a:pt x="23962" y="971689"/>
                  </a:lnTo>
                  <a:close/>
                  <a:moveTo>
                    <a:pt x="96409" y="1053502"/>
                  </a:moveTo>
                  <a:lnTo>
                    <a:pt x="93938" y="1031382"/>
                  </a:lnTo>
                  <a:lnTo>
                    <a:pt x="67645" y="1033683"/>
                  </a:lnTo>
                  <a:close/>
                  <a:moveTo>
                    <a:pt x="67645" y="1033683"/>
                  </a:moveTo>
                  <a:lnTo>
                    <a:pt x="93938" y="1031382"/>
                  </a:lnTo>
                  <a:lnTo>
                    <a:pt x="105971" y="993042"/>
                  </a:lnTo>
                  <a:close/>
                  <a:moveTo>
                    <a:pt x="14598" y="996928"/>
                  </a:moveTo>
                  <a:lnTo>
                    <a:pt x="20325" y="947558"/>
                  </a:lnTo>
                  <a:lnTo>
                    <a:pt x="14596" y="996767"/>
                  </a:lnTo>
                  <a:close/>
                  <a:moveTo>
                    <a:pt x="22971" y="906234"/>
                  </a:moveTo>
                  <a:lnTo>
                    <a:pt x="0" y="874588"/>
                  </a:lnTo>
                  <a:lnTo>
                    <a:pt x="5786" y="886663"/>
                  </a:lnTo>
                  <a:close/>
                  <a:moveTo>
                    <a:pt x="22971" y="906234"/>
                  </a:moveTo>
                  <a:lnTo>
                    <a:pt x="5786" y="886663"/>
                  </a:lnTo>
                  <a:lnTo>
                    <a:pt x="15281" y="923418"/>
                  </a:lnTo>
                  <a:close/>
                  <a:moveTo>
                    <a:pt x="358302" y="1309877"/>
                  </a:moveTo>
                  <a:lnTo>
                    <a:pt x="401767" y="1301629"/>
                  </a:lnTo>
                  <a:lnTo>
                    <a:pt x="394122" y="1263097"/>
                  </a:lnTo>
                  <a:close/>
                  <a:moveTo>
                    <a:pt x="358302" y="1309877"/>
                  </a:moveTo>
                  <a:lnTo>
                    <a:pt x="394122" y="1263097"/>
                  </a:lnTo>
                  <a:lnTo>
                    <a:pt x="367680" y="1257506"/>
                  </a:lnTo>
                  <a:close/>
                  <a:moveTo>
                    <a:pt x="394122" y="1263097"/>
                  </a:moveTo>
                  <a:lnTo>
                    <a:pt x="401767" y="1301629"/>
                  </a:lnTo>
                  <a:lnTo>
                    <a:pt x="405842" y="1310539"/>
                  </a:lnTo>
                  <a:close/>
                  <a:moveTo>
                    <a:pt x="394122" y="1263097"/>
                  </a:moveTo>
                  <a:lnTo>
                    <a:pt x="373905" y="1234786"/>
                  </a:lnTo>
                  <a:lnTo>
                    <a:pt x="367680" y="1257506"/>
                  </a:lnTo>
                  <a:close/>
                  <a:moveTo>
                    <a:pt x="100582" y="936487"/>
                  </a:moveTo>
                  <a:lnTo>
                    <a:pt x="99381" y="925806"/>
                  </a:lnTo>
                  <a:lnTo>
                    <a:pt x="114452" y="962561"/>
                  </a:lnTo>
                  <a:close/>
                  <a:moveTo>
                    <a:pt x="68335" y="890868"/>
                  </a:moveTo>
                  <a:lnTo>
                    <a:pt x="22971" y="906234"/>
                  </a:lnTo>
                  <a:lnTo>
                    <a:pt x="21102" y="924884"/>
                  </a:lnTo>
                  <a:close/>
                  <a:moveTo>
                    <a:pt x="68335" y="890868"/>
                  </a:moveTo>
                  <a:lnTo>
                    <a:pt x="100582" y="936487"/>
                  </a:lnTo>
                  <a:lnTo>
                    <a:pt x="99202" y="892861"/>
                  </a:lnTo>
                  <a:close/>
                  <a:moveTo>
                    <a:pt x="13990" y="898293"/>
                  </a:moveTo>
                  <a:lnTo>
                    <a:pt x="22971" y="906234"/>
                  </a:lnTo>
                  <a:lnTo>
                    <a:pt x="70327" y="888142"/>
                  </a:lnTo>
                  <a:close/>
                  <a:moveTo>
                    <a:pt x="633741" y="1295744"/>
                  </a:moveTo>
                  <a:lnTo>
                    <a:pt x="689649" y="1315316"/>
                  </a:lnTo>
                  <a:lnTo>
                    <a:pt x="677271" y="1278561"/>
                  </a:lnTo>
                  <a:close/>
                  <a:moveTo>
                    <a:pt x="555053" y="1222234"/>
                  </a:moveTo>
                  <a:lnTo>
                    <a:pt x="584870" y="1249176"/>
                  </a:lnTo>
                  <a:lnTo>
                    <a:pt x="561121" y="1208595"/>
                  </a:lnTo>
                  <a:close/>
                  <a:moveTo>
                    <a:pt x="561121" y="1208595"/>
                  </a:moveTo>
                  <a:lnTo>
                    <a:pt x="584870" y="1249176"/>
                  </a:lnTo>
                  <a:lnTo>
                    <a:pt x="594017" y="1253686"/>
                  </a:lnTo>
                  <a:close/>
                  <a:moveTo>
                    <a:pt x="305733" y="837501"/>
                  </a:moveTo>
                  <a:lnTo>
                    <a:pt x="307696" y="891439"/>
                  </a:lnTo>
                  <a:lnTo>
                    <a:pt x="311016" y="874256"/>
                  </a:lnTo>
                  <a:close/>
                  <a:moveTo>
                    <a:pt x="805864" y="1384714"/>
                  </a:moveTo>
                  <a:lnTo>
                    <a:pt x="792412" y="1379736"/>
                  </a:lnTo>
                  <a:lnTo>
                    <a:pt x="817165" y="1398601"/>
                  </a:lnTo>
                  <a:close/>
                  <a:moveTo>
                    <a:pt x="845407" y="1407984"/>
                  </a:moveTo>
                  <a:lnTo>
                    <a:pt x="805864" y="1384714"/>
                  </a:lnTo>
                  <a:lnTo>
                    <a:pt x="817165" y="1398601"/>
                  </a:lnTo>
                  <a:close/>
                  <a:moveTo>
                    <a:pt x="443871" y="936510"/>
                  </a:moveTo>
                  <a:lnTo>
                    <a:pt x="428208" y="930582"/>
                  </a:lnTo>
                  <a:lnTo>
                    <a:pt x="455361" y="967337"/>
                  </a:lnTo>
                  <a:close/>
                  <a:moveTo>
                    <a:pt x="311016" y="874256"/>
                  </a:moveTo>
                  <a:lnTo>
                    <a:pt x="310722" y="874000"/>
                  </a:lnTo>
                  <a:lnTo>
                    <a:pt x="307927" y="831525"/>
                  </a:lnTo>
                  <a:close/>
                  <a:moveTo>
                    <a:pt x="242781" y="763991"/>
                  </a:moveTo>
                  <a:lnTo>
                    <a:pt x="225366" y="754975"/>
                  </a:lnTo>
                  <a:lnTo>
                    <a:pt x="224698" y="800746"/>
                  </a:lnTo>
                  <a:close/>
                  <a:moveTo>
                    <a:pt x="219136" y="715292"/>
                  </a:moveTo>
                  <a:lnTo>
                    <a:pt x="225366" y="754975"/>
                  </a:lnTo>
                  <a:lnTo>
                    <a:pt x="247008" y="761796"/>
                  </a:lnTo>
                  <a:close/>
                  <a:moveTo>
                    <a:pt x="252536" y="746807"/>
                  </a:moveTo>
                  <a:lnTo>
                    <a:pt x="235303" y="710052"/>
                  </a:lnTo>
                  <a:lnTo>
                    <a:pt x="247008" y="761796"/>
                  </a:lnTo>
                  <a:close/>
                  <a:moveTo>
                    <a:pt x="790308" y="1371642"/>
                  </a:moveTo>
                  <a:lnTo>
                    <a:pt x="792412" y="1379736"/>
                  </a:lnTo>
                  <a:lnTo>
                    <a:pt x="805864" y="1384714"/>
                  </a:lnTo>
                  <a:close/>
                  <a:moveTo>
                    <a:pt x="792412" y="1379736"/>
                  </a:moveTo>
                  <a:lnTo>
                    <a:pt x="790308" y="1371642"/>
                  </a:lnTo>
                  <a:lnTo>
                    <a:pt x="751082" y="1341501"/>
                  </a:lnTo>
                  <a:close/>
                  <a:moveTo>
                    <a:pt x="87357" y="455021"/>
                  </a:moveTo>
                  <a:lnTo>
                    <a:pt x="121547" y="489522"/>
                  </a:lnTo>
                  <a:lnTo>
                    <a:pt x="93004" y="463518"/>
                  </a:lnTo>
                  <a:close/>
                  <a:moveTo>
                    <a:pt x="79858" y="452768"/>
                  </a:moveTo>
                  <a:lnTo>
                    <a:pt x="87357" y="455021"/>
                  </a:lnTo>
                  <a:lnTo>
                    <a:pt x="93004" y="463518"/>
                  </a:lnTo>
                  <a:close/>
                  <a:moveTo>
                    <a:pt x="84780" y="432772"/>
                  </a:moveTo>
                  <a:lnTo>
                    <a:pt x="87357" y="455021"/>
                  </a:lnTo>
                  <a:lnTo>
                    <a:pt x="79858" y="452768"/>
                  </a:lnTo>
                  <a:close/>
                  <a:moveTo>
                    <a:pt x="879996" y="1362708"/>
                  </a:moveTo>
                  <a:lnTo>
                    <a:pt x="854219" y="1356576"/>
                  </a:lnTo>
                  <a:lnTo>
                    <a:pt x="891815" y="1397847"/>
                  </a:lnTo>
                  <a:close/>
                  <a:moveTo>
                    <a:pt x="805864" y="1384714"/>
                  </a:moveTo>
                  <a:lnTo>
                    <a:pt x="817542" y="1359305"/>
                  </a:lnTo>
                  <a:lnTo>
                    <a:pt x="790308" y="1371642"/>
                  </a:lnTo>
                  <a:close/>
                  <a:moveTo>
                    <a:pt x="854219" y="1356576"/>
                  </a:moveTo>
                  <a:lnTo>
                    <a:pt x="805864" y="1384714"/>
                  </a:lnTo>
                  <a:lnTo>
                    <a:pt x="845407" y="1407984"/>
                  </a:lnTo>
                  <a:close/>
                  <a:moveTo>
                    <a:pt x="854219" y="1356576"/>
                  </a:moveTo>
                  <a:lnTo>
                    <a:pt x="817542" y="1359305"/>
                  </a:lnTo>
                  <a:lnTo>
                    <a:pt x="805864" y="1384714"/>
                  </a:lnTo>
                  <a:close/>
                  <a:moveTo>
                    <a:pt x="602562" y="1067751"/>
                  </a:moveTo>
                  <a:lnTo>
                    <a:pt x="619033" y="1114357"/>
                  </a:lnTo>
                  <a:lnTo>
                    <a:pt x="650767" y="1082356"/>
                  </a:lnTo>
                  <a:close/>
                  <a:moveTo>
                    <a:pt x="453922" y="839889"/>
                  </a:moveTo>
                  <a:lnTo>
                    <a:pt x="448273" y="857072"/>
                  </a:lnTo>
                  <a:lnTo>
                    <a:pt x="486516" y="876644"/>
                  </a:lnTo>
                  <a:close/>
                  <a:moveTo>
                    <a:pt x="453922" y="839889"/>
                  </a:moveTo>
                  <a:lnTo>
                    <a:pt x="451567" y="835886"/>
                  </a:lnTo>
                  <a:lnTo>
                    <a:pt x="434141" y="810180"/>
                  </a:lnTo>
                  <a:close/>
                  <a:moveTo>
                    <a:pt x="270397" y="700707"/>
                  </a:moveTo>
                  <a:lnTo>
                    <a:pt x="291996" y="709213"/>
                  </a:lnTo>
                  <a:lnTo>
                    <a:pt x="250089" y="677106"/>
                  </a:lnTo>
                  <a:close/>
                  <a:moveTo>
                    <a:pt x="292904" y="709497"/>
                  </a:moveTo>
                  <a:lnTo>
                    <a:pt x="270397" y="700707"/>
                  </a:lnTo>
                  <a:lnTo>
                    <a:pt x="317185" y="707183"/>
                  </a:lnTo>
                  <a:close/>
                  <a:moveTo>
                    <a:pt x="125366" y="472339"/>
                  </a:moveTo>
                  <a:lnTo>
                    <a:pt x="121547" y="489522"/>
                  </a:lnTo>
                  <a:lnTo>
                    <a:pt x="146983" y="509094"/>
                  </a:lnTo>
                  <a:close/>
                  <a:moveTo>
                    <a:pt x="93004" y="463518"/>
                  </a:moveTo>
                  <a:lnTo>
                    <a:pt x="110865" y="435909"/>
                  </a:lnTo>
                  <a:lnTo>
                    <a:pt x="79858" y="452768"/>
                  </a:lnTo>
                  <a:close/>
                  <a:moveTo>
                    <a:pt x="775879" y="1169441"/>
                  </a:moveTo>
                  <a:lnTo>
                    <a:pt x="775960" y="1176701"/>
                  </a:lnTo>
                  <a:lnTo>
                    <a:pt x="754866" y="1159436"/>
                  </a:lnTo>
                  <a:close/>
                  <a:moveTo>
                    <a:pt x="754866" y="1159436"/>
                  </a:moveTo>
                  <a:lnTo>
                    <a:pt x="775960" y="1176701"/>
                  </a:lnTo>
                  <a:lnTo>
                    <a:pt x="783486" y="1190256"/>
                  </a:lnTo>
                  <a:close/>
                  <a:moveTo>
                    <a:pt x="783486" y="1190256"/>
                  </a:moveTo>
                  <a:lnTo>
                    <a:pt x="775960" y="1176701"/>
                  </a:lnTo>
                  <a:lnTo>
                    <a:pt x="775030" y="1207439"/>
                  </a:lnTo>
                  <a:close/>
                  <a:moveTo>
                    <a:pt x="711853" y="1079991"/>
                  </a:moveTo>
                  <a:lnTo>
                    <a:pt x="694819" y="1097174"/>
                  </a:lnTo>
                  <a:lnTo>
                    <a:pt x="721447" y="1116746"/>
                  </a:lnTo>
                  <a:close/>
                  <a:moveTo>
                    <a:pt x="523776" y="913399"/>
                  </a:moveTo>
                  <a:lnTo>
                    <a:pt x="541563" y="923212"/>
                  </a:lnTo>
                  <a:lnTo>
                    <a:pt x="538995" y="896216"/>
                  </a:lnTo>
                  <a:close/>
                  <a:moveTo>
                    <a:pt x="476865" y="834263"/>
                  </a:moveTo>
                  <a:lnTo>
                    <a:pt x="504908" y="869230"/>
                  </a:lnTo>
                  <a:lnTo>
                    <a:pt x="507896" y="825704"/>
                  </a:lnTo>
                  <a:close/>
                  <a:moveTo>
                    <a:pt x="456184" y="837006"/>
                  </a:moveTo>
                  <a:lnTo>
                    <a:pt x="453922" y="839889"/>
                  </a:lnTo>
                  <a:lnTo>
                    <a:pt x="476865" y="834263"/>
                  </a:lnTo>
                  <a:close/>
                  <a:moveTo>
                    <a:pt x="510105" y="822706"/>
                  </a:moveTo>
                  <a:lnTo>
                    <a:pt x="507896" y="825704"/>
                  </a:lnTo>
                  <a:lnTo>
                    <a:pt x="536326" y="826029"/>
                  </a:lnTo>
                  <a:close/>
                  <a:moveTo>
                    <a:pt x="552415" y="859461"/>
                  </a:moveTo>
                  <a:lnTo>
                    <a:pt x="572406" y="868532"/>
                  </a:lnTo>
                  <a:lnTo>
                    <a:pt x="536326" y="826029"/>
                  </a:lnTo>
                  <a:close/>
                  <a:moveTo>
                    <a:pt x="451567" y="835886"/>
                  </a:moveTo>
                  <a:lnTo>
                    <a:pt x="453922" y="839889"/>
                  </a:lnTo>
                  <a:lnTo>
                    <a:pt x="456184" y="837006"/>
                  </a:lnTo>
                  <a:close/>
                  <a:moveTo>
                    <a:pt x="510105" y="822706"/>
                  </a:moveTo>
                  <a:lnTo>
                    <a:pt x="536326" y="826029"/>
                  </a:lnTo>
                  <a:lnTo>
                    <a:pt x="535542" y="804492"/>
                  </a:lnTo>
                  <a:close/>
                  <a:moveTo>
                    <a:pt x="427652" y="803134"/>
                  </a:moveTo>
                  <a:lnTo>
                    <a:pt x="456184" y="837006"/>
                  </a:lnTo>
                  <a:lnTo>
                    <a:pt x="423299" y="791906"/>
                  </a:lnTo>
                  <a:close/>
                  <a:moveTo>
                    <a:pt x="451567" y="835886"/>
                  </a:moveTo>
                  <a:lnTo>
                    <a:pt x="456184" y="837006"/>
                  </a:lnTo>
                  <a:lnTo>
                    <a:pt x="427652" y="803134"/>
                  </a:lnTo>
                  <a:close/>
                  <a:moveTo>
                    <a:pt x="342456" y="602176"/>
                  </a:moveTo>
                  <a:lnTo>
                    <a:pt x="324610" y="610366"/>
                  </a:lnTo>
                  <a:lnTo>
                    <a:pt x="342421" y="606835"/>
                  </a:lnTo>
                  <a:close/>
                  <a:moveTo>
                    <a:pt x="111479" y="435584"/>
                  </a:moveTo>
                  <a:lnTo>
                    <a:pt x="173371" y="447006"/>
                  </a:lnTo>
                  <a:lnTo>
                    <a:pt x="149770" y="431368"/>
                  </a:lnTo>
                  <a:close/>
                  <a:moveTo>
                    <a:pt x="385301" y="616494"/>
                  </a:moveTo>
                  <a:lnTo>
                    <a:pt x="348967" y="605227"/>
                  </a:lnTo>
                  <a:lnTo>
                    <a:pt x="342421" y="606835"/>
                  </a:lnTo>
                  <a:close/>
                  <a:moveTo>
                    <a:pt x="1041267" y="1357610"/>
                  </a:moveTo>
                  <a:lnTo>
                    <a:pt x="1069800" y="1361500"/>
                  </a:lnTo>
                  <a:lnTo>
                    <a:pt x="1041962" y="1355942"/>
                  </a:lnTo>
                  <a:close/>
                  <a:moveTo>
                    <a:pt x="943230" y="1248894"/>
                  </a:moveTo>
                  <a:lnTo>
                    <a:pt x="964991" y="1288944"/>
                  </a:lnTo>
                  <a:lnTo>
                    <a:pt x="972738" y="1283337"/>
                  </a:lnTo>
                  <a:close/>
                  <a:moveTo>
                    <a:pt x="972738" y="1283337"/>
                  </a:moveTo>
                  <a:lnTo>
                    <a:pt x="947408" y="1251573"/>
                  </a:lnTo>
                  <a:lnTo>
                    <a:pt x="943230" y="1248894"/>
                  </a:lnTo>
                  <a:close/>
                  <a:moveTo>
                    <a:pt x="756308" y="1043236"/>
                  </a:moveTo>
                  <a:lnTo>
                    <a:pt x="747379" y="1031282"/>
                  </a:lnTo>
                  <a:lnTo>
                    <a:pt x="776733" y="1062807"/>
                  </a:lnTo>
                  <a:close/>
                  <a:moveTo>
                    <a:pt x="703926" y="1006481"/>
                  </a:moveTo>
                  <a:lnTo>
                    <a:pt x="738520" y="993737"/>
                  </a:lnTo>
                  <a:lnTo>
                    <a:pt x="743189" y="986338"/>
                  </a:lnTo>
                  <a:close/>
                  <a:moveTo>
                    <a:pt x="507896" y="825704"/>
                  </a:moveTo>
                  <a:lnTo>
                    <a:pt x="510105" y="822706"/>
                  </a:lnTo>
                  <a:lnTo>
                    <a:pt x="507703" y="822211"/>
                  </a:lnTo>
                  <a:close/>
                  <a:moveTo>
                    <a:pt x="507703" y="822211"/>
                  </a:moveTo>
                  <a:lnTo>
                    <a:pt x="476865" y="834263"/>
                  </a:lnTo>
                  <a:lnTo>
                    <a:pt x="507896" y="825704"/>
                  </a:lnTo>
                  <a:close/>
                  <a:moveTo>
                    <a:pt x="996318" y="1309862"/>
                  </a:moveTo>
                  <a:lnTo>
                    <a:pt x="1046041" y="1308981"/>
                  </a:lnTo>
                  <a:lnTo>
                    <a:pt x="1044361" y="1268701"/>
                  </a:lnTo>
                  <a:close/>
                  <a:moveTo>
                    <a:pt x="996318" y="1309862"/>
                  </a:moveTo>
                  <a:lnTo>
                    <a:pt x="1044361" y="1268701"/>
                  </a:lnTo>
                  <a:lnTo>
                    <a:pt x="1016986" y="1290928"/>
                  </a:lnTo>
                  <a:close/>
                  <a:moveTo>
                    <a:pt x="1070954" y="1315816"/>
                  </a:moveTo>
                  <a:lnTo>
                    <a:pt x="1046041" y="1308981"/>
                  </a:lnTo>
                  <a:lnTo>
                    <a:pt x="1041962" y="1355942"/>
                  </a:lnTo>
                  <a:close/>
                  <a:moveTo>
                    <a:pt x="972738" y="1283337"/>
                  </a:moveTo>
                  <a:lnTo>
                    <a:pt x="994416" y="1266154"/>
                  </a:lnTo>
                  <a:lnTo>
                    <a:pt x="947408" y="1251573"/>
                  </a:lnTo>
                  <a:close/>
                  <a:moveTo>
                    <a:pt x="806437" y="1002025"/>
                  </a:moveTo>
                  <a:lnTo>
                    <a:pt x="778715" y="988147"/>
                  </a:lnTo>
                  <a:lnTo>
                    <a:pt x="810294" y="1008869"/>
                  </a:lnTo>
                  <a:close/>
                  <a:moveTo>
                    <a:pt x="810294" y="1008869"/>
                  </a:moveTo>
                  <a:lnTo>
                    <a:pt x="778715" y="988147"/>
                  </a:lnTo>
                  <a:lnTo>
                    <a:pt x="778044" y="989297"/>
                  </a:lnTo>
                  <a:close/>
                  <a:moveTo>
                    <a:pt x="810294" y="1008869"/>
                  </a:moveTo>
                  <a:lnTo>
                    <a:pt x="778044" y="989297"/>
                  </a:lnTo>
                  <a:lnTo>
                    <a:pt x="798824" y="1026052"/>
                  </a:lnTo>
                  <a:close/>
                  <a:moveTo>
                    <a:pt x="578603" y="729252"/>
                  </a:moveTo>
                  <a:lnTo>
                    <a:pt x="542256" y="731713"/>
                  </a:lnTo>
                  <a:lnTo>
                    <a:pt x="542117" y="732866"/>
                  </a:lnTo>
                  <a:close/>
                  <a:moveTo>
                    <a:pt x="1044726" y="1265303"/>
                  </a:moveTo>
                  <a:lnTo>
                    <a:pt x="1020869" y="1257610"/>
                  </a:lnTo>
                  <a:lnTo>
                    <a:pt x="1016986" y="1290928"/>
                  </a:lnTo>
                  <a:close/>
                  <a:moveTo>
                    <a:pt x="1020869" y="1257610"/>
                  </a:moveTo>
                  <a:lnTo>
                    <a:pt x="1044726" y="1265303"/>
                  </a:lnTo>
                  <a:lnTo>
                    <a:pt x="1041205" y="1223418"/>
                  </a:lnTo>
                  <a:close/>
                  <a:moveTo>
                    <a:pt x="1020869" y="1257610"/>
                  </a:moveTo>
                  <a:lnTo>
                    <a:pt x="1041205" y="1223418"/>
                  </a:lnTo>
                  <a:lnTo>
                    <a:pt x="1012726" y="1219483"/>
                  </a:lnTo>
                  <a:close/>
                  <a:moveTo>
                    <a:pt x="890773" y="1040717"/>
                  </a:moveTo>
                  <a:lnTo>
                    <a:pt x="878275" y="1045624"/>
                  </a:lnTo>
                  <a:lnTo>
                    <a:pt x="886929" y="1053820"/>
                  </a:lnTo>
                  <a:close/>
                  <a:moveTo>
                    <a:pt x="890773" y="1040717"/>
                  </a:moveTo>
                  <a:lnTo>
                    <a:pt x="886929" y="1053820"/>
                  </a:lnTo>
                  <a:lnTo>
                    <a:pt x="907111" y="1045624"/>
                  </a:lnTo>
                  <a:close/>
                  <a:moveTo>
                    <a:pt x="772824" y="965848"/>
                  </a:moveTo>
                  <a:lnTo>
                    <a:pt x="813075" y="930635"/>
                  </a:lnTo>
                  <a:lnTo>
                    <a:pt x="799041" y="926876"/>
                  </a:lnTo>
                  <a:close/>
                  <a:moveTo>
                    <a:pt x="733625" y="844666"/>
                  </a:moveTo>
                  <a:lnTo>
                    <a:pt x="740023" y="878291"/>
                  </a:lnTo>
                  <a:lnTo>
                    <a:pt x="760559" y="858862"/>
                  </a:lnTo>
                  <a:close/>
                  <a:moveTo>
                    <a:pt x="740023" y="878291"/>
                  </a:moveTo>
                  <a:lnTo>
                    <a:pt x="776204" y="888988"/>
                  </a:lnTo>
                  <a:lnTo>
                    <a:pt x="795632" y="865421"/>
                  </a:lnTo>
                  <a:close/>
                  <a:moveTo>
                    <a:pt x="873089" y="938511"/>
                  </a:moveTo>
                  <a:lnTo>
                    <a:pt x="889772" y="952036"/>
                  </a:lnTo>
                  <a:lnTo>
                    <a:pt x="884705" y="949296"/>
                  </a:lnTo>
                  <a:close/>
                  <a:moveTo>
                    <a:pt x="889772" y="952036"/>
                  </a:moveTo>
                  <a:lnTo>
                    <a:pt x="873089" y="938511"/>
                  </a:lnTo>
                  <a:lnTo>
                    <a:pt x="916310" y="971254"/>
                  </a:lnTo>
                  <a:close/>
                  <a:moveTo>
                    <a:pt x="889772" y="952036"/>
                  </a:moveTo>
                  <a:lnTo>
                    <a:pt x="895309" y="954931"/>
                  </a:lnTo>
                  <a:lnTo>
                    <a:pt x="884705" y="949296"/>
                  </a:lnTo>
                  <a:close/>
                  <a:moveTo>
                    <a:pt x="687851" y="519180"/>
                  </a:moveTo>
                  <a:lnTo>
                    <a:pt x="713454" y="553014"/>
                  </a:lnTo>
                  <a:lnTo>
                    <a:pt x="686349" y="516845"/>
                  </a:lnTo>
                  <a:close/>
                  <a:moveTo>
                    <a:pt x="578994" y="442749"/>
                  </a:moveTo>
                  <a:lnTo>
                    <a:pt x="585756" y="405994"/>
                  </a:lnTo>
                  <a:lnTo>
                    <a:pt x="582427" y="412914"/>
                  </a:lnTo>
                  <a:close/>
                  <a:moveTo>
                    <a:pt x="532334" y="369239"/>
                  </a:moveTo>
                  <a:lnTo>
                    <a:pt x="535266" y="379420"/>
                  </a:lnTo>
                  <a:lnTo>
                    <a:pt x="550089" y="377842"/>
                  </a:lnTo>
                  <a:close/>
                  <a:moveTo>
                    <a:pt x="532334" y="369239"/>
                  </a:moveTo>
                  <a:lnTo>
                    <a:pt x="530483" y="338561"/>
                  </a:lnTo>
                  <a:lnTo>
                    <a:pt x="535266" y="379420"/>
                  </a:lnTo>
                  <a:close/>
                  <a:moveTo>
                    <a:pt x="687851" y="519180"/>
                  </a:moveTo>
                  <a:lnTo>
                    <a:pt x="717831" y="535831"/>
                  </a:lnTo>
                  <a:lnTo>
                    <a:pt x="717687" y="536114"/>
                  </a:lnTo>
                  <a:close/>
                  <a:moveTo>
                    <a:pt x="585756" y="405994"/>
                  </a:moveTo>
                  <a:lnTo>
                    <a:pt x="580159" y="388811"/>
                  </a:lnTo>
                  <a:lnTo>
                    <a:pt x="550089" y="377842"/>
                  </a:lnTo>
                  <a:close/>
                  <a:moveTo>
                    <a:pt x="705192" y="391602"/>
                  </a:moveTo>
                  <a:lnTo>
                    <a:pt x="676680" y="371627"/>
                  </a:lnTo>
                  <a:lnTo>
                    <a:pt x="707684" y="410006"/>
                  </a:lnTo>
                  <a:close/>
                  <a:moveTo>
                    <a:pt x="676680" y="371627"/>
                  </a:moveTo>
                  <a:lnTo>
                    <a:pt x="705192" y="391602"/>
                  </a:lnTo>
                  <a:lnTo>
                    <a:pt x="702960" y="369099"/>
                  </a:lnTo>
                  <a:close/>
                  <a:moveTo>
                    <a:pt x="715344" y="333348"/>
                  </a:moveTo>
                  <a:lnTo>
                    <a:pt x="676680" y="371627"/>
                  </a:lnTo>
                  <a:lnTo>
                    <a:pt x="702960" y="369099"/>
                  </a:lnTo>
                  <a:close/>
                  <a:moveTo>
                    <a:pt x="559986" y="180335"/>
                  </a:moveTo>
                  <a:lnTo>
                    <a:pt x="554412" y="224607"/>
                  </a:lnTo>
                  <a:lnTo>
                    <a:pt x="566178" y="220047"/>
                  </a:lnTo>
                  <a:close/>
                  <a:moveTo>
                    <a:pt x="578586" y="43220"/>
                  </a:moveTo>
                  <a:lnTo>
                    <a:pt x="568717" y="62657"/>
                  </a:lnTo>
                  <a:lnTo>
                    <a:pt x="588537" y="49970"/>
                  </a:lnTo>
                  <a:close/>
                  <a:moveTo>
                    <a:pt x="588537" y="49970"/>
                  </a:moveTo>
                  <a:lnTo>
                    <a:pt x="568717" y="62657"/>
                  </a:lnTo>
                  <a:lnTo>
                    <a:pt x="568918" y="83579"/>
                  </a:lnTo>
                  <a:close/>
                  <a:moveTo>
                    <a:pt x="557220" y="3594"/>
                  </a:moveTo>
                  <a:lnTo>
                    <a:pt x="578586" y="43220"/>
                  </a:lnTo>
                  <a:lnTo>
                    <a:pt x="558858" y="6466"/>
                  </a:lnTo>
                  <a:close/>
                  <a:moveTo>
                    <a:pt x="557220" y="3594"/>
                  </a:moveTo>
                  <a:lnTo>
                    <a:pt x="577309" y="32010"/>
                  </a:lnTo>
                  <a:lnTo>
                    <a:pt x="578586" y="43220"/>
                  </a:lnTo>
                  <a:close/>
                  <a:moveTo>
                    <a:pt x="557220" y="3594"/>
                  </a:moveTo>
                  <a:lnTo>
                    <a:pt x="558858" y="6466"/>
                  </a:lnTo>
                  <a:lnTo>
                    <a:pt x="551959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2" name="Input_density__103">
              <a:extLst>
                <a:ext uri="{FF2B5EF4-FFF2-40B4-BE49-F238E27FC236}">
                  <a16:creationId xmlns:a16="http://schemas.microsoft.com/office/drawing/2014/main" id="{04C6C63A-D4DC-D8C4-ED60-10E5413B7FB2}"/>
                </a:ext>
              </a:extLst>
            </p:cNvPr>
            <p:cNvSpPr>
              <a:spLocks noGrp="1"/>
            </p:cNvSpPr>
            <p:nvPr/>
          </p:nvSpPr>
          <p:spPr>
            <a:xfrm>
              <a:off x="907147" y="1490977"/>
              <a:ext cx="720599" cy="1542250"/>
            </a:xfrm>
            <a:custGeom>
              <a:avLst/>
              <a:gdLst/>
              <a:ahLst/>
              <a:cxnLst/>
              <a:rect l="0" t="0" r="0" b="0"/>
              <a:pathLst>
                <a:path w="720599" h="1542250">
                  <a:moveTo>
                    <a:pt x="50177" y="1490246"/>
                  </a:moveTo>
                  <a:lnTo>
                    <a:pt x="93941" y="1509818"/>
                  </a:lnTo>
                  <a:lnTo>
                    <a:pt x="68336" y="1473062"/>
                  </a:lnTo>
                  <a:close/>
                  <a:moveTo>
                    <a:pt x="125144" y="1492634"/>
                  </a:moveTo>
                  <a:lnTo>
                    <a:pt x="93941" y="1509818"/>
                  </a:lnTo>
                  <a:lnTo>
                    <a:pt x="117859" y="1542250"/>
                  </a:lnTo>
                  <a:close/>
                  <a:moveTo>
                    <a:pt x="201134" y="1384757"/>
                  </a:moveTo>
                  <a:lnTo>
                    <a:pt x="215313" y="1368838"/>
                  </a:lnTo>
                  <a:lnTo>
                    <a:pt x="173305" y="1395283"/>
                  </a:lnTo>
                  <a:close/>
                  <a:moveTo>
                    <a:pt x="173305" y="1395283"/>
                  </a:moveTo>
                  <a:lnTo>
                    <a:pt x="215313" y="1368838"/>
                  </a:lnTo>
                  <a:lnTo>
                    <a:pt x="197159" y="1358231"/>
                  </a:lnTo>
                  <a:close/>
                  <a:moveTo>
                    <a:pt x="190239" y="1274363"/>
                  </a:moveTo>
                  <a:lnTo>
                    <a:pt x="186765" y="1290469"/>
                  </a:lnTo>
                  <a:lnTo>
                    <a:pt x="190930" y="1257309"/>
                  </a:lnTo>
                  <a:close/>
                  <a:moveTo>
                    <a:pt x="185940" y="1295517"/>
                  </a:moveTo>
                  <a:lnTo>
                    <a:pt x="186765" y="1290469"/>
                  </a:lnTo>
                  <a:lnTo>
                    <a:pt x="190239" y="1274363"/>
                  </a:lnTo>
                  <a:close/>
                  <a:moveTo>
                    <a:pt x="206909" y="1241209"/>
                  </a:moveTo>
                  <a:lnTo>
                    <a:pt x="190239" y="1274363"/>
                  </a:lnTo>
                  <a:lnTo>
                    <a:pt x="190930" y="1257309"/>
                  </a:lnTo>
                  <a:close/>
                  <a:moveTo>
                    <a:pt x="260629" y="1221273"/>
                  </a:moveTo>
                  <a:lnTo>
                    <a:pt x="238956" y="1236449"/>
                  </a:lnTo>
                  <a:lnTo>
                    <a:pt x="206909" y="1241209"/>
                  </a:lnTo>
                  <a:close/>
                  <a:moveTo>
                    <a:pt x="260629" y="1221273"/>
                  </a:moveTo>
                  <a:lnTo>
                    <a:pt x="206909" y="1241209"/>
                  </a:lnTo>
                  <a:lnTo>
                    <a:pt x="231353" y="1236391"/>
                  </a:lnTo>
                  <a:close/>
                  <a:moveTo>
                    <a:pt x="62977" y="1076800"/>
                  </a:moveTo>
                  <a:lnTo>
                    <a:pt x="86744" y="1069451"/>
                  </a:lnTo>
                  <a:lnTo>
                    <a:pt x="68345" y="1073534"/>
                  </a:lnTo>
                  <a:close/>
                  <a:moveTo>
                    <a:pt x="86744" y="1069451"/>
                  </a:moveTo>
                  <a:lnTo>
                    <a:pt x="95814" y="1056351"/>
                  </a:lnTo>
                  <a:lnTo>
                    <a:pt x="68345" y="1073534"/>
                  </a:lnTo>
                  <a:close/>
                  <a:moveTo>
                    <a:pt x="55103" y="1034479"/>
                  </a:moveTo>
                  <a:lnTo>
                    <a:pt x="57574" y="1056598"/>
                  </a:lnTo>
                  <a:lnTo>
                    <a:pt x="84701" y="1019596"/>
                  </a:lnTo>
                  <a:close/>
                  <a:moveTo>
                    <a:pt x="84701" y="1019596"/>
                  </a:moveTo>
                  <a:lnTo>
                    <a:pt x="57574" y="1056598"/>
                  </a:lnTo>
                  <a:lnTo>
                    <a:pt x="68345" y="1073534"/>
                  </a:lnTo>
                  <a:close/>
                  <a:moveTo>
                    <a:pt x="84701" y="1019596"/>
                  </a:moveTo>
                  <a:lnTo>
                    <a:pt x="68345" y="1073534"/>
                  </a:lnTo>
                  <a:lnTo>
                    <a:pt x="95814" y="1056351"/>
                  </a:lnTo>
                  <a:close/>
                  <a:moveTo>
                    <a:pt x="234415" y="1238449"/>
                  </a:moveTo>
                  <a:lnTo>
                    <a:pt x="277894" y="1230189"/>
                  </a:lnTo>
                  <a:lnTo>
                    <a:pt x="260629" y="1221273"/>
                  </a:lnTo>
                  <a:close/>
                  <a:moveTo>
                    <a:pt x="107987" y="965657"/>
                  </a:moveTo>
                  <a:lnTo>
                    <a:pt x="67136" y="996138"/>
                  </a:lnTo>
                  <a:lnTo>
                    <a:pt x="84701" y="1019596"/>
                  </a:lnTo>
                  <a:close/>
                  <a:moveTo>
                    <a:pt x="107987" y="965657"/>
                  </a:moveTo>
                  <a:lnTo>
                    <a:pt x="114136" y="951079"/>
                  </a:lnTo>
                  <a:lnTo>
                    <a:pt x="72715" y="975414"/>
                  </a:lnTo>
                  <a:close/>
                  <a:moveTo>
                    <a:pt x="72715" y="975414"/>
                  </a:moveTo>
                  <a:lnTo>
                    <a:pt x="114136" y="951079"/>
                  </a:lnTo>
                  <a:lnTo>
                    <a:pt x="99605" y="935893"/>
                  </a:lnTo>
                  <a:close/>
                  <a:moveTo>
                    <a:pt x="272727" y="1074087"/>
                  </a:moveTo>
                  <a:lnTo>
                    <a:pt x="244337" y="1075922"/>
                  </a:lnTo>
                  <a:lnTo>
                    <a:pt x="219503" y="1095877"/>
                  </a:lnTo>
                  <a:close/>
                  <a:moveTo>
                    <a:pt x="139623" y="948474"/>
                  </a:moveTo>
                  <a:lnTo>
                    <a:pt x="122611" y="917190"/>
                  </a:lnTo>
                  <a:lnTo>
                    <a:pt x="116406" y="928903"/>
                  </a:lnTo>
                  <a:close/>
                  <a:moveTo>
                    <a:pt x="110685" y="892147"/>
                  </a:moveTo>
                  <a:lnTo>
                    <a:pt x="116406" y="928903"/>
                  </a:lnTo>
                  <a:lnTo>
                    <a:pt x="114489" y="879046"/>
                  </a:lnTo>
                  <a:close/>
                  <a:moveTo>
                    <a:pt x="116406" y="928903"/>
                  </a:moveTo>
                  <a:lnTo>
                    <a:pt x="122611" y="917190"/>
                  </a:lnTo>
                  <a:lnTo>
                    <a:pt x="114489" y="879046"/>
                  </a:lnTo>
                  <a:close/>
                  <a:moveTo>
                    <a:pt x="272727" y="1074087"/>
                  </a:moveTo>
                  <a:lnTo>
                    <a:pt x="293247" y="1083466"/>
                  </a:lnTo>
                  <a:lnTo>
                    <a:pt x="283607" y="1058739"/>
                  </a:lnTo>
                  <a:close/>
                  <a:moveTo>
                    <a:pt x="283607" y="1058739"/>
                  </a:moveTo>
                  <a:lnTo>
                    <a:pt x="320142" y="1078311"/>
                  </a:lnTo>
                  <a:lnTo>
                    <a:pt x="317758" y="1041555"/>
                  </a:lnTo>
                  <a:close/>
                  <a:moveTo>
                    <a:pt x="302066" y="1004801"/>
                  </a:moveTo>
                  <a:lnTo>
                    <a:pt x="292267" y="1021857"/>
                  </a:lnTo>
                  <a:lnTo>
                    <a:pt x="283607" y="1058739"/>
                  </a:lnTo>
                  <a:close/>
                  <a:moveTo>
                    <a:pt x="317758" y="1041555"/>
                  </a:moveTo>
                  <a:lnTo>
                    <a:pt x="302066" y="1004801"/>
                  </a:lnTo>
                  <a:lnTo>
                    <a:pt x="283607" y="1058739"/>
                  </a:lnTo>
                  <a:close/>
                  <a:moveTo>
                    <a:pt x="292553" y="1021984"/>
                  </a:moveTo>
                  <a:lnTo>
                    <a:pt x="307848" y="984616"/>
                  </a:lnTo>
                  <a:lnTo>
                    <a:pt x="315500" y="968046"/>
                  </a:lnTo>
                  <a:close/>
                  <a:moveTo>
                    <a:pt x="307848" y="984616"/>
                  </a:moveTo>
                  <a:lnTo>
                    <a:pt x="292267" y="1021857"/>
                  </a:lnTo>
                  <a:lnTo>
                    <a:pt x="302066" y="1004801"/>
                  </a:lnTo>
                  <a:close/>
                  <a:moveTo>
                    <a:pt x="307848" y="984616"/>
                  </a:moveTo>
                  <a:lnTo>
                    <a:pt x="324829" y="951896"/>
                  </a:lnTo>
                  <a:lnTo>
                    <a:pt x="315500" y="968046"/>
                  </a:lnTo>
                  <a:close/>
                  <a:moveTo>
                    <a:pt x="324829" y="951896"/>
                  </a:moveTo>
                  <a:lnTo>
                    <a:pt x="325493" y="950862"/>
                  </a:lnTo>
                  <a:lnTo>
                    <a:pt x="315500" y="968046"/>
                  </a:lnTo>
                  <a:close/>
                  <a:moveTo>
                    <a:pt x="107874" y="735251"/>
                  </a:moveTo>
                  <a:lnTo>
                    <a:pt x="85021" y="747516"/>
                  </a:lnTo>
                  <a:lnTo>
                    <a:pt x="128540" y="733381"/>
                  </a:lnTo>
                  <a:close/>
                  <a:moveTo>
                    <a:pt x="521489" y="1092663"/>
                  </a:moveTo>
                  <a:lnTo>
                    <a:pt x="534151" y="1080699"/>
                  </a:lnTo>
                  <a:lnTo>
                    <a:pt x="520459" y="1097882"/>
                  </a:lnTo>
                  <a:close/>
                  <a:moveTo>
                    <a:pt x="269091" y="834622"/>
                  </a:moveTo>
                  <a:lnTo>
                    <a:pt x="286904" y="810103"/>
                  </a:lnTo>
                  <a:lnTo>
                    <a:pt x="266897" y="840597"/>
                  </a:lnTo>
                  <a:close/>
                  <a:moveTo>
                    <a:pt x="206060" y="679788"/>
                  </a:moveTo>
                  <a:lnTo>
                    <a:pt x="181790" y="694619"/>
                  </a:lnTo>
                  <a:lnTo>
                    <a:pt x="180301" y="718389"/>
                  </a:lnTo>
                  <a:close/>
                  <a:moveTo>
                    <a:pt x="180301" y="718389"/>
                  </a:moveTo>
                  <a:lnTo>
                    <a:pt x="196468" y="713149"/>
                  </a:lnTo>
                  <a:lnTo>
                    <a:pt x="206060" y="679788"/>
                  </a:lnTo>
                  <a:close/>
                  <a:moveTo>
                    <a:pt x="173414" y="663303"/>
                  </a:moveTo>
                  <a:lnTo>
                    <a:pt x="152145" y="679989"/>
                  </a:lnTo>
                  <a:lnTo>
                    <a:pt x="140608" y="693577"/>
                  </a:lnTo>
                  <a:close/>
                  <a:moveTo>
                    <a:pt x="542818" y="1076198"/>
                  </a:moveTo>
                  <a:lnTo>
                    <a:pt x="534151" y="1080699"/>
                  </a:lnTo>
                  <a:lnTo>
                    <a:pt x="521489" y="1092663"/>
                  </a:lnTo>
                  <a:close/>
                  <a:moveTo>
                    <a:pt x="563726" y="1070848"/>
                  </a:moveTo>
                  <a:lnTo>
                    <a:pt x="611932" y="1085452"/>
                  </a:lnTo>
                  <a:lnTo>
                    <a:pt x="583818" y="1063516"/>
                  </a:lnTo>
                  <a:close/>
                  <a:moveTo>
                    <a:pt x="231561" y="703803"/>
                  </a:moveTo>
                  <a:lnTo>
                    <a:pt x="211254" y="680203"/>
                  </a:lnTo>
                  <a:lnTo>
                    <a:pt x="196468" y="713149"/>
                  </a:lnTo>
                  <a:close/>
                  <a:moveTo>
                    <a:pt x="673018" y="1083087"/>
                  </a:moveTo>
                  <a:lnTo>
                    <a:pt x="664446" y="1061009"/>
                  </a:lnTo>
                  <a:lnTo>
                    <a:pt x="647369" y="1093370"/>
                  </a:lnTo>
                  <a:close/>
                  <a:moveTo>
                    <a:pt x="599344" y="1009577"/>
                  </a:moveTo>
                  <a:lnTo>
                    <a:pt x="583818" y="1063516"/>
                  </a:lnTo>
                  <a:lnTo>
                    <a:pt x="623967" y="1034242"/>
                  </a:lnTo>
                  <a:close/>
                  <a:moveTo>
                    <a:pt x="623967" y="1034242"/>
                  </a:moveTo>
                  <a:lnTo>
                    <a:pt x="583818" y="1063516"/>
                  </a:lnTo>
                  <a:lnTo>
                    <a:pt x="623718" y="1049164"/>
                  </a:lnTo>
                  <a:close/>
                  <a:moveTo>
                    <a:pt x="664446" y="1061009"/>
                  </a:moveTo>
                  <a:lnTo>
                    <a:pt x="654235" y="1046332"/>
                  </a:lnTo>
                  <a:lnTo>
                    <a:pt x="611932" y="1085452"/>
                  </a:lnTo>
                  <a:close/>
                  <a:moveTo>
                    <a:pt x="654235" y="1046332"/>
                  </a:moveTo>
                  <a:lnTo>
                    <a:pt x="659240" y="1041546"/>
                  </a:lnTo>
                  <a:lnTo>
                    <a:pt x="646079" y="1013326"/>
                  </a:lnTo>
                  <a:close/>
                  <a:moveTo>
                    <a:pt x="623718" y="1049164"/>
                  </a:moveTo>
                  <a:lnTo>
                    <a:pt x="654235" y="1046332"/>
                  </a:lnTo>
                  <a:lnTo>
                    <a:pt x="646079" y="1013326"/>
                  </a:lnTo>
                  <a:close/>
                  <a:moveTo>
                    <a:pt x="575128" y="990006"/>
                  </a:moveTo>
                  <a:lnTo>
                    <a:pt x="599344" y="1009577"/>
                  </a:lnTo>
                  <a:lnTo>
                    <a:pt x="601839" y="972822"/>
                  </a:lnTo>
                  <a:close/>
                  <a:moveTo>
                    <a:pt x="646079" y="1013326"/>
                  </a:moveTo>
                  <a:lnTo>
                    <a:pt x="659240" y="1041546"/>
                  </a:lnTo>
                  <a:lnTo>
                    <a:pt x="665091" y="1009577"/>
                  </a:lnTo>
                  <a:close/>
                  <a:moveTo>
                    <a:pt x="605931" y="966806"/>
                  </a:moveTo>
                  <a:lnTo>
                    <a:pt x="575128" y="990006"/>
                  </a:lnTo>
                  <a:lnTo>
                    <a:pt x="601839" y="972822"/>
                  </a:lnTo>
                  <a:close/>
                  <a:moveTo>
                    <a:pt x="23518" y="284181"/>
                  </a:moveTo>
                  <a:lnTo>
                    <a:pt x="4480" y="328416"/>
                  </a:lnTo>
                  <a:lnTo>
                    <a:pt x="0" y="311232"/>
                  </a:lnTo>
                  <a:close/>
                  <a:moveTo>
                    <a:pt x="23518" y="284181"/>
                  </a:moveTo>
                  <a:lnTo>
                    <a:pt x="7973" y="322268"/>
                  </a:lnTo>
                  <a:lnTo>
                    <a:pt x="4480" y="328416"/>
                  </a:lnTo>
                  <a:close/>
                  <a:moveTo>
                    <a:pt x="23518" y="284181"/>
                  </a:moveTo>
                  <a:lnTo>
                    <a:pt x="30676" y="274477"/>
                  </a:lnTo>
                  <a:lnTo>
                    <a:pt x="29289" y="291661"/>
                  </a:lnTo>
                  <a:close/>
                  <a:moveTo>
                    <a:pt x="673018" y="1083087"/>
                  </a:moveTo>
                  <a:lnTo>
                    <a:pt x="720599" y="1050172"/>
                  </a:lnTo>
                  <a:lnTo>
                    <a:pt x="661872" y="1045233"/>
                  </a:lnTo>
                  <a:close/>
                  <a:moveTo>
                    <a:pt x="661872" y="1045233"/>
                  </a:moveTo>
                  <a:lnTo>
                    <a:pt x="720599" y="1050172"/>
                  </a:lnTo>
                  <a:lnTo>
                    <a:pt x="708543" y="1034379"/>
                  </a:lnTo>
                  <a:close/>
                  <a:moveTo>
                    <a:pt x="661872" y="1045233"/>
                  </a:moveTo>
                  <a:lnTo>
                    <a:pt x="699684" y="996834"/>
                  </a:lnTo>
                  <a:lnTo>
                    <a:pt x="659240" y="1041546"/>
                  </a:lnTo>
                  <a:close/>
                  <a:moveTo>
                    <a:pt x="637721" y="989458"/>
                  </a:moveTo>
                  <a:lnTo>
                    <a:pt x="636850" y="993741"/>
                  </a:lnTo>
                  <a:lnTo>
                    <a:pt x="645186" y="989001"/>
                  </a:lnTo>
                  <a:close/>
                  <a:moveTo>
                    <a:pt x="653699" y="924622"/>
                  </a:moveTo>
                  <a:lnTo>
                    <a:pt x="605931" y="966806"/>
                  </a:lnTo>
                  <a:lnTo>
                    <a:pt x="624453" y="939850"/>
                  </a:lnTo>
                  <a:close/>
                  <a:moveTo>
                    <a:pt x="303621" y="605273"/>
                  </a:moveTo>
                  <a:lnTo>
                    <a:pt x="311251" y="603699"/>
                  </a:lnTo>
                  <a:lnTo>
                    <a:pt x="295109" y="568517"/>
                  </a:lnTo>
                  <a:close/>
                  <a:moveTo>
                    <a:pt x="311251" y="603699"/>
                  </a:moveTo>
                  <a:lnTo>
                    <a:pt x="363092" y="588642"/>
                  </a:lnTo>
                  <a:lnTo>
                    <a:pt x="345560" y="558148"/>
                  </a:lnTo>
                  <a:close/>
                  <a:moveTo>
                    <a:pt x="311251" y="603699"/>
                  </a:moveTo>
                  <a:lnTo>
                    <a:pt x="345560" y="558148"/>
                  </a:lnTo>
                  <a:lnTo>
                    <a:pt x="303518" y="565239"/>
                  </a:lnTo>
                  <a:close/>
                  <a:moveTo>
                    <a:pt x="50285" y="259680"/>
                  </a:moveTo>
                  <a:lnTo>
                    <a:pt x="30676" y="274477"/>
                  </a:lnTo>
                  <a:lnTo>
                    <a:pt x="69047" y="262442"/>
                  </a:lnTo>
                  <a:close/>
                  <a:moveTo>
                    <a:pt x="624453" y="939850"/>
                  </a:moveTo>
                  <a:lnTo>
                    <a:pt x="643249" y="943791"/>
                  </a:lnTo>
                  <a:lnTo>
                    <a:pt x="653699" y="924622"/>
                  </a:lnTo>
                  <a:close/>
                  <a:moveTo>
                    <a:pt x="653699" y="924622"/>
                  </a:moveTo>
                  <a:lnTo>
                    <a:pt x="643249" y="943791"/>
                  </a:lnTo>
                  <a:lnTo>
                    <a:pt x="671427" y="901700"/>
                  </a:lnTo>
                  <a:close/>
                  <a:moveTo>
                    <a:pt x="671755" y="895921"/>
                  </a:moveTo>
                  <a:lnTo>
                    <a:pt x="669130" y="905092"/>
                  </a:lnTo>
                  <a:lnTo>
                    <a:pt x="671427" y="901700"/>
                  </a:lnTo>
                  <a:close/>
                  <a:moveTo>
                    <a:pt x="701188" y="881387"/>
                  </a:moveTo>
                  <a:lnTo>
                    <a:pt x="683005" y="864945"/>
                  </a:lnTo>
                  <a:lnTo>
                    <a:pt x="682051" y="906047"/>
                  </a:lnTo>
                  <a:close/>
                  <a:moveTo>
                    <a:pt x="671755" y="895921"/>
                  </a:moveTo>
                  <a:lnTo>
                    <a:pt x="679175" y="901700"/>
                  </a:lnTo>
                  <a:lnTo>
                    <a:pt x="669130" y="905092"/>
                  </a:lnTo>
                  <a:close/>
                  <a:moveTo>
                    <a:pt x="159011" y="224619"/>
                  </a:moveTo>
                  <a:lnTo>
                    <a:pt x="135679" y="233595"/>
                  </a:lnTo>
                  <a:lnTo>
                    <a:pt x="104502" y="241604"/>
                  </a:lnTo>
                  <a:close/>
                  <a:moveTo>
                    <a:pt x="159011" y="224619"/>
                  </a:moveTo>
                  <a:lnTo>
                    <a:pt x="104502" y="241604"/>
                  </a:lnTo>
                  <a:lnTo>
                    <a:pt x="128177" y="233912"/>
                  </a:lnTo>
                  <a:close/>
                  <a:moveTo>
                    <a:pt x="325959" y="412753"/>
                  </a:moveTo>
                  <a:lnTo>
                    <a:pt x="328734" y="406702"/>
                  </a:lnTo>
                  <a:lnTo>
                    <a:pt x="308671" y="410446"/>
                  </a:lnTo>
                  <a:close/>
                  <a:moveTo>
                    <a:pt x="497794" y="605144"/>
                  </a:moveTo>
                  <a:lnTo>
                    <a:pt x="490574" y="620614"/>
                  </a:lnTo>
                  <a:lnTo>
                    <a:pt x="497450" y="590477"/>
                  </a:lnTo>
                  <a:close/>
                  <a:moveTo>
                    <a:pt x="507501" y="559322"/>
                  </a:moveTo>
                  <a:lnTo>
                    <a:pt x="497794" y="605144"/>
                  </a:lnTo>
                  <a:lnTo>
                    <a:pt x="497450" y="590477"/>
                  </a:lnTo>
                  <a:close/>
                  <a:moveTo>
                    <a:pt x="542680" y="550992"/>
                  </a:moveTo>
                  <a:lnTo>
                    <a:pt x="527279" y="553722"/>
                  </a:lnTo>
                  <a:lnTo>
                    <a:pt x="566702" y="559883"/>
                  </a:lnTo>
                  <a:close/>
                  <a:moveTo>
                    <a:pt x="527279" y="553722"/>
                  </a:moveTo>
                  <a:lnTo>
                    <a:pt x="507501" y="559322"/>
                  </a:lnTo>
                  <a:lnTo>
                    <a:pt x="566702" y="559883"/>
                  </a:lnTo>
                  <a:close/>
                  <a:moveTo>
                    <a:pt x="542680" y="550992"/>
                  </a:moveTo>
                  <a:lnTo>
                    <a:pt x="566702" y="559883"/>
                  </a:lnTo>
                  <a:lnTo>
                    <a:pt x="586380" y="536539"/>
                  </a:lnTo>
                  <a:close/>
                  <a:moveTo>
                    <a:pt x="647513" y="519941"/>
                  </a:moveTo>
                  <a:lnTo>
                    <a:pt x="602742" y="529252"/>
                  </a:lnTo>
                  <a:lnTo>
                    <a:pt x="649015" y="522277"/>
                  </a:lnTo>
                  <a:close/>
                  <a:moveTo>
                    <a:pt x="602742" y="529252"/>
                  </a:moveTo>
                  <a:lnTo>
                    <a:pt x="616415" y="524966"/>
                  </a:lnTo>
                  <a:lnTo>
                    <a:pt x="649015" y="522277"/>
                  </a:lnTo>
                  <a:close/>
                  <a:moveTo>
                    <a:pt x="616415" y="524966"/>
                  </a:moveTo>
                  <a:lnTo>
                    <a:pt x="641173" y="521325"/>
                  </a:lnTo>
                  <a:lnTo>
                    <a:pt x="649015" y="522277"/>
                  </a:lnTo>
                  <a:close/>
                  <a:moveTo>
                    <a:pt x="420519" y="98432"/>
                  </a:moveTo>
                  <a:lnTo>
                    <a:pt x="439220" y="72144"/>
                  </a:lnTo>
                  <a:lnTo>
                    <a:pt x="422853" y="80684"/>
                  </a:lnTo>
                  <a:close/>
                  <a:moveTo>
                    <a:pt x="437979" y="63501"/>
                  </a:moveTo>
                  <a:lnTo>
                    <a:pt x="446759" y="26746"/>
                  </a:lnTo>
                  <a:lnTo>
                    <a:pt x="422853" y="80684"/>
                  </a:lnTo>
                  <a:close/>
                  <a:moveTo>
                    <a:pt x="478976" y="0"/>
                  </a:moveTo>
                  <a:lnTo>
                    <a:pt x="456758" y="13141"/>
                  </a:lnTo>
                  <a:lnTo>
                    <a:pt x="446759" y="26746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3" name="Input_density__104">
              <a:extLst>
                <a:ext uri="{FF2B5EF4-FFF2-40B4-BE49-F238E27FC236}">
                  <a16:creationId xmlns:a16="http://schemas.microsoft.com/office/drawing/2014/main" id="{A71CAC46-6969-E5F1-5D98-0659665C4341}"/>
                </a:ext>
              </a:extLst>
            </p:cNvPr>
            <p:cNvSpPr>
              <a:spLocks noGrp="1"/>
            </p:cNvSpPr>
            <p:nvPr/>
          </p:nvSpPr>
          <p:spPr>
            <a:xfrm>
              <a:off x="891283" y="1664743"/>
              <a:ext cx="1033665" cy="1519827"/>
            </a:xfrm>
            <a:custGeom>
              <a:avLst/>
              <a:gdLst/>
              <a:ahLst/>
              <a:cxnLst/>
              <a:rect l="0" t="0" r="0" b="0"/>
              <a:pathLst>
                <a:path w="1033665" h="1519827">
                  <a:moveTo>
                    <a:pt x="137976" y="1356016"/>
                  </a:moveTo>
                  <a:lnTo>
                    <a:pt x="154805" y="1372807"/>
                  </a:lnTo>
                  <a:lnTo>
                    <a:pt x="133724" y="1368485"/>
                  </a:lnTo>
                  <a:close/>
                  <a:moveTo>
                    <a:pt x="299758" y="1519827"/>
                  </a:moveTo>
                  <a:lnTo>
                    <a:pt x="313391" y="1515021"/>
                  </a:lnTo>
                  <a:lnTo>
                    <a:pt x="269552" y="1502592"/>
                  </a:lnTo>
                  <a:close/>
                  <a:moveTo>
                    <a:pt x="233927" y="1493974"/>
                  </a:moveTo>
                  <a:lnTo>
                    <a:pt x="269552" y="1502592"/>
                  </a:lnTo>
                  <a:lnTo>
                    <a:pt x="290019" y="1482909"/>
                  </a:lnTo>
                  <a:close/>
                  <a:moveTo>
                    <a:pt x="154805" y="1372807"/>
                  </a:moveTo>
                  <a:lnTo>
                    <a:pt x="181054" y="1362356"/>
                  </a:lnTo>
                  <a:lnTo>
                    <a:pt x="133724" y="1368485"/>
                  </a:lnTo>
                  <a:close/>
                  <a:moveTo>
                    <a:pt x="133724" y="1368485"/>
                  </a:moveTo>
                  <a:lnTo>
                    <a:pt x="181054" y="1362356"/>
                  </a:lnTo>
                  <a:lnTo>
                    <a:pt x="189097" y="1354731"/>
                  </a:lnTo>
                  <a:close/>
                  <a:moveTo>
                    <a:pt x="219380" y="1343377"/>
                  </a:moveTo>
                  <a:lnTo>
                    <a:pt x="209166" y="1333556"/>
                  </a:lnTo>
                  <a:lnTo>
                    <a:pt x="189097" y="1354731"/>
                  </a:lnTo>
                  <a:close/>
                  <a:moveTo>
                    <a:pt x="222926" y="1131667"/>
                  </a:moveTo>
                  <a:lnTo>
                    <a:pt x="253046" y="1152255"/>
                  </a:lnTo>
                  <a:lnTo>
                    <a:pt x="278370" y="1158429"/>
                  </a:lnTo>
                  <a:close/>
                  <a:moveTo>
                    <a:pt x="66432" y="864400"/>
                  </a:moveTo>
                  <a:lnTo>
                    <a:pt x="44674" y="863013"/>
                  </a:lnTo>
                  <a:lnTo>
                    <a:pt x="12644" y="836294"/>
                  </a:lnTo>
                  <a:close/>
                  <a:moveTo>
                    <a:pt x="72725" y="845830"/>
                  </a:moveTo>
                  <a:lnTo>
                    <a:pt x="36091" y="861979"/>
                  </a:lnTo>
                  <a:lnTo>
                    <a:pt x="83000" y="822373"/>
                  </a:lnTo>
                  <a:close/>
                  <a:moveTo>
                    <a:pt x="34518" y="861890"/>
                  </a:moveTo>
                  <a:lnTo>
                    <a:pt x="44674" y="863013"/>
                  </a:lnTo>
                  <a:lnTo>
                    <a:pt x="83000" y="822373"/>
                  </a:lnTo>
                  <a:close/>
                  <a:moveTo>
                    <a:pt x="378796" y="1130960"/>
                  </a:moveTo>
                  <a:lnTo>
                    <a:pt x="335367" y="1143050"/>
                  </a:lnTo>
                  <a:lnTo>
                    <a:pt x="372778" y="1158347"/>
                  </a:lnTo>
                  <a:close/>
                  <a:moveTo>
                    <a:pt x="378796" y="1130960"/>
                  </a:moveTo>
                  <a:lnTo>
                    <a:pt x="335331" y="1139208"/>
                  </a:lnTo>
                  <a:lnTo>
                    <a:pt x="335367" y="1143050"/>
                  </a:lnTo>
                  <a:close/>
                  <a:moveTo>
                    <a:pt x="378796" y="1130960"/>
                  </a:moveTo>
                  <a:lnTo>
                    <a:pt x="372778" y="1158347"/>
                  </a:lnTo>
                  <a:lnTo>
                    <a:pt x="382871" y="1139870"/>
                  </a:lnTo>
                  <a:close/>
                  <a:moveTo>
                    <a:pt x="88579" y="801648"/>
                  </a:moveTo>
                  <a:lnTo>
                    <a:pt x="77611" y="765818"/>
                  </a:lnTo>
                  <a:lnTo>
                    <a:pt x="91481" y="791892"/>
                  </a:lnTo>
                  <a:close/>
                  <a:moveTo>
                    <a:pt x="45364" y="720199"/>
                  </a:moveTo>
                  <a:lnTo>
                    <a:pt x="76410" y="755137"/>
                  </a:lnTo>
                  <a:lnTo>
                    <a:pt x="77611" y="765818"/>
                  </a:lnTo>
                  <a:close/>
                  <a:moveTo>
                    <a:pt x="0" y="735565"/>
                  </a:moveTo>
                  <a:lnTo>
                    <a:pt x="45364" y="720199"/>
                  </a:lnTo>
                  <a:lnTo>
                    <a:pt x="47356" y="717473"/>
                  </a:lnTo>
                  <a:close/>
                  <a:moveTo>
                    <a:pt x="45364" y="720199"/>
                  </a:moveTo>
                  <a:lnTo>
                    <a:pt x="76232" y="722192"/>
                  </a:lnTo>
                  <a:lnTo>
                    <a:pt x="47356" y="717473"/>
                  </a:lnTo>
                  <a:close/>
                  <a:moveTo>
                    <a:pt x="76232" y="722192"/>
                  </a:moveTo>
                  <a:lnTo>
                    <a:pt x="78173" y="708118"/>
                  </a:lnTo>
                  <a:lnTo>
                    <a:pt x="47356" y="717473"/>
                  </a:lnTo>
                  <a:close/>
                  <a:moveTo>
                    <a:pt x="78173" y="708118"/>
                  </a:moveTo>
                  <a:lnTo>
                    <a:pt x="76232" y="722192"/>
                  </a:lnTo>
                  <a:lnTo>
                    <a:pt x="91089" y="681627"/>
                  </a:lnTo>
                  <a:close/>
                  <a:moveTo>
                    <a:pt x="350945" y="912670"/>
                  </a:moveTo>
                  <a:lnTo>
                    <a:pt x="366128" y="917523"/>
                  </a:lnTo>
                  <a:lnTo>
                    <a:pt x="358969" y="904545"/>
                  </a:lnTo>
                  <a:close/>
                  <a:moveTo>
                    <a:pt x="666678" y="1144647"/>
                  </a:moveTo>
                  <a:lnTo>
                    <a:pt x="652418" y="1167793"/>
                  </a:lnTo>
                  <a:lnTo>
                    <a:pt x="673170" y="1149172"/>
                  </a:lnTo>
                  <a:close/>
                  <a:moveTo>
                    <a:pt x="654300" y="1107892"/>
                  </a:moveTo>
                  <a:lnTo>
                    <a:pt x="625001" y="1093649"/>
                  </a:lnTo>
                  <a:lnTo>
                    <a:pt x="606095" y="1119174"/>
                  </a:lnTo>
                  <a:close/>
                  <a:moveTo>
                    <a:pt x="606095" y="1119174"/>
                  </a:moveTo>
                  <a:lnTo>
                    <a:pt x="571046" y="1083017"/>
                  </a:lnTo>
                  <a:lnTo>
                    <a:pt x="573173" y="1088320"/>
                  </a:lnTo>
                  <a:close/>
                  <a:moveTo>
                    <a:pt x="561899" y="1078507"/>
                  </a:moveTo>
                  <a:lnTo>
                    <a:pt x="573173" y="1088320"/>
                  </a:lnTo>
                  <a:lnTo>
                    <a:pt x="571046" y="1083017"/>
                  </a:lnTo>
                  <a:close/>
                  <a:moveTo>
                    <a:pt x="370114" y="867790"/>
                  </a:moveTo>
                  <a:lnTo>
                    <a:pt x="353918" y="900361"/>
                  </a:lnTo>
                  <a:lnTo>
                    <a:pt x="358969" y="904545"/>
                  </a:lnTo>
                  <a:close/>
                  <a:moveTo>
                    <a:pt x="206770" y="670243"/>
                  </a:moveTo>
                  <a:lnTo>
                    <a:pt x="226412" y="696212"/>
                  </a:lnTo>
                  <a:lnTo>
                    <a:pt x="210447" y="684015"/>
                  </a:lnTo>
                  <a:close/>
                  <a:moveTo>
                    <a:pt x="288045" y="703587"/>
                  </a:moveTo>
                  <a:lnTo>
                    <a:pt x="302777" y="732577"/>
                  </a:lnTo>
                  <a:lnTo>
                    <a:pt x="327788" y="729878"/>
                  </a:lnTo>
                  <a:close/>
                  <a:moveTo>
                    <a:pt x="212205" y="647260"/>
                  </a:moveTo>
                  <a:lnTo>
                    <a:pt x="201727" y="630077"/>
                  </a:lnTo>
                  <a:lnTo>
                    <a:pt x="210447" y="684015"/>
                  </a:lnTo>
                  <a:close/>
                  <a:moveTo>
                    <a:pt x="212205" y="647260"/>
                  </a:moveTo>
                  <a:lnTo>
                    <a:pt x="219810" y="593322"/>
                  </a:lnTo>
                  <a:lnTo>
                    <a:pt x="201727" y="630077"/>
                  </a:lnTo>
                  <a:close/>
                  <a:moveTo>
                    <a:pt x="654300" y="1107892"/>
                  </a:moveTo>
                  <a:lnTo>
                    <a:pt x="666678" y="1144647"/>
                  </a:lnTo>
                  <a:lnTo>
                    <a:pt x="636795" y="1101400"/>
                  </a:lnTo>
                  <a:close/>
                  <a:moveTo>
                    <a:pt x="420900" y="765841"/>
                  </a:moveTo>
                  <a:lnTo>
                    <a:pt x="434411" y="799605"/>
                  </a:lnTo>
                  <a:lnTo>
                    <a:pt x="447284" y="813852"/>
                  </a:lnTo>
                  <a:close/>
                  <a:moveTo>
                    <a:pt x="434411" y="799605"/>
                  </a:moveTo>
                  <a:lnTo>
                    <a:pt x="420900" y="765841"/>
                  </a:lnTo>
                  <a:lnTo>
                    <a:pt x="432390" y="796668"/>
                  </a:lnTo>
                  <a:close/>
                  <a:moveTo>
                    <a:pt x="327788" y="729878"/>
                  </a:moveTo>
                  <a:lnTo>
                    <a:pt x="287751" y="703331"/>
                  </a:lnTo>
                  <a:lnTo>
                    <a:pt x="288045" y="703587"/>
                  </a:lnTo>
                  <a:close/>
                  <a:moveTo>
                    <a:pt x="728111" y="1170832"/>
                  </a:moveTo>
                  <a:lnTo>
                    <a:pt x="767337" y="1200973"/>
                  </a:lnTo>
                  <a:lnTo>
                    <a:pt x="739808" y="1177535"/>
                  </a:lnTo>
                  <a:close/>
                  <a:moveTo>
                    <a:pt x="806434" y="1147035"/>
                  </a:moveTo>
                  <a:lnTo>
                    <a:pt x="796296" y="1167949"/>
                  </a:lnTo>
                  <a:lnTo>
                    <a:pt x="815557" y="1153916"/>
                  </a:lnTo>
                  <a:close/>
                  <a:moveTo>
                    <a:pt x="815557" y="1153916"/>
                  </a:moveTo>
                  <a:lnTo>
                    <a:pt x="796296" y="1167949"/>
                  </a:lnTo>
                  <a:lnTo>
                    <a:pt x="794571" y="1188636"/>
                  </a:lnTo>
                  <a:close/>
                  <a:moveTo>
                    <a:pt x="815557" y="1153916"/>
                  </a:moveTo>
                  <a:lnTo>
                    <a:pt x="794571" y="1188636"/>
                  </a:lnTo>
                  <a:lnTo>
                    <a:pt x="831248" y="1185907"/>
                  </a:lnTo>
                  <a:close/>
                  <a:moveTo>
                    <a:pt x="831248" y="1185907"/>
                  </a:moveTo>
                  <a:lnTo>
                    <a:pt x="857025" y="1192039"/>
                  </a:lnTo>
                  <a:lnTo>
                    <a:pt x="815557" y="1153916"/>
                  </a:lnTo>
                  <a:close/>
                  <a:moveTo>
                    <a:pt x="586607" y="936125"/>
                  </a:moveTo>
                  <a:lnTo>
                    <a:pt x="596062" y="943688"/>
                  </a:lnTo>
                  <a:lnTo>
                    <a:pt x="579591" y="897082"/>
                  </a:lnTo>
                  <a:close/>
                  <a:moveTo>
                    <a:pt x="627796" y="911686"/>
                  </a:moveTo>
                  <a:lnTo>
                    <a:pt x="608591" y="936090"/>
                  </a:lnTo>
                  <a:lnTo>
                    <a:pt x="663233" y="919604"/>
                  </a:lnTo>
                  <a:close/>
                  <a:moveTo>
                    <a:pt x="87894" y="265240"/>
                  </a:moveTo>
                  <a:lnTo>
                    <a:pt x="70033" y="292849"/>
                  </a:lnTo>
                  <a:lnTo>
                    <a:pt x="88508" y="264915"/>
                  </a:lnTo>
                  <a:close/>
                  <a:moveTo>
                    <a:pt x="88508" y="264915"/>
                  </a:moveTo>
                  <a:lnTo>
                    <a:pt x="70033" y="292849"/>
                  </a:lnTo>
                  <a:lnTo>
                    <a:pt x="98577" y="318853"/>
                  </a:lnTo>
                  <a:close/>
                  <a:moveTo>
                    <a:pt x="88508" y="264915"/>
                  </a:moveTo>
                  <a:lnTo>
                    <a:pt x="98577" y="318853"/>
                  </a:lnTo>
                  <a:lnTo>
                    <a:pt x="102395" y="301670"/>
                  </a:lnTo>
                  <a:close/>
                  <a:moveTo>
                    <a:pt x="61809" y="262103"/>
                  </a:moveTo>
                  <a:lnTo>
                    <a:pt x="56888" y="282098"/>
                  </a:lnTo>
                  <a:lnTo>
                    <a:pt x="87894" y="265240"/>
                  </a:lnTo>
                  <a:close/>
                  <a:moveTo>
                    <a:pt x="88508" y="264915"/>
                  </a:moveTo>
                  <a:lnTo>
                    <a:pt x="60063" y="243119"/>
                  </a:lnTo>
                  <a:lnTo>
                    <a:pt x="62141" y="245343"/>
                  </a:lnTo>
                  <a:close/>
                  <a:moveTo>
                    <a:pt x="61809" y="262103"/>
                  </a:moveTo>
                  <a:lnTo>
                    <a:pt x="87894" y="265240"/>
                  </a:lnTo>
                  <a:lnTo>
                    <a:pt x="88508" y="264915"/>
                  </a:lnTo>
                  <a:close/>
                  <a:moveTo>
                    <a:pt x="62141" y="245343"/>
                  </a:moveTo>
                  <a:lnTo>
                    <a:pt x="61809" y="262103"/>
                  </a:lnTo>
                  <a:lnTo>
                    <a:pt x="88508" y="264915"/>
                  </a:lnTo>
                  <a:close/>
                  <a:moveTo>
                    <a:pt x="796081" y="1142662"/>
                  </a:moveTo>
                  <a:lnTo>
                    <a:pt x="806434" y="1147035"/>
                  </a:lnTo>
                  <a:lnTo>
                    <a:pt x="786358" y="1130793"/>
                  </a:lnTo>
                  <a:close/>
                  <a:moveTo>
                    <a:pt x="671848" y="926505"/>
                  </a:moveTo>
                  <a:lnTo>
                    <a:pt x="705271" y="952197"/>
                  </a:lnTo>
                  <a:lnTo>
                    <a:pt x="698476" y="946077"/>
                  </a:lnTo>
                  <a:close/>
                  <a:moveTo>
                    <a:pt x="512539" y="763177"/>
                  </a:moveTo>
                  <a:lnTo>
                    <a:pt x="518592" y="752543"/>
                  </a:lnTo>
                  <a:lnTo>
                    <a:pt x="536899" y="770460"/>
                  </a:lnTo>
                  <a:close/>
                  <a:moveTo>
                    <a:pt x="116897" y="224002"/>
                  </a:moveTo>
                  <a:lnTo>
                    <a:pt x="88508" y="264915"/>
                  </a:lnTo>
                  <a:lnTo>
                    <a:pt x="126800" y="260699"/>
                  </a:lnTo>
                  <a:close/>
                  <a:moveTo>
                    <a:pt x="124986" y="228160"/>
                  </a:moveTo>
                  <a:lnTo>
                    <a:pt x="125878" y="184654"/>
                  </a:lnTo>
                  <a:lnTo>
                    <a:pt x="116897" y="224002"/>
                  </a:lnTo>
                  <a:close/>
                  <a:moveTo>
                    <a:pt x="739888" y="909322"/>
                  </a:moveTo>
                  <a:lnTo>
                    <a:pt x="733337" y="872567"/>
                  </a:lnTo>
                  <a:lnTo>
                    <a:pt x="753762" y="892138"/>
                  </a:lnTo>
                  <a:close/>
                  <a:moveTo>
                    <a:pt x="680237" y="824688"/>
                  </a:moveTo>
                  <a:lnTo>
                    <a:pt x="660042" y="818628"/>
                  </a:lnTo>
                  <a:lnTo>
                    <a:pt x="661051" y="815235"/>
                  </a:lnTo>
                  <a:close/>
                  <a:moveTo>
                    <a:pt x="720218" y="815669"/>
                  </a:moveTo>
                  <a:lnTo>
                    <a:pt x="680237" y="824688"/>
                  </a:lnTo>
                  <a:lnTo>
                    <a:pt x="661051" y="815235"/>
                  </a:lnTo>
                  <a:close/>
                  <a:moveTo>
                    <a:pt x="715549" y="823068"/>
                  </a:moveTo>
                  <a:lnTo>
                    <a:pt x="753470" y="819327"/>
                  </a:lnTo>
                  <a:lnTo>
                    <a:pt x="720218" y="815669"/>
                  </a:lnTo>
                  <a:close/>
                  <a:moveTo>
                    <a:pt x="629629" y="726121"/>
                  </a:moveTo>
                  <a:lnTo>
                    <a:pt x="645984" y="718293"/>
                  </a:lnTo>
                  <a:lnTo>
                    <a:pt x="640092" y="708363"/>
                  </a:lnTo>
                  <a:close/>
                  <a:moveTo>
                    <a:pt x="513980" y="610105"/>
                  </a:moveTo>
                  <a:lnTo>
                    <a:pt x="487134" y="652037"/>
                  </a:lnTo>
                  <a:lnTo>
                    <a:pt x="512571" y="633823"/>
                  </a:lnTo>
                  <a:close/>
                  <a:moveTo>
                    <a:pt x="484732" y="651542"/>
                  </a:moveTo>
                  <a:lnTo>
                    <a:pt x="487134" y="652037"/>
                  </a:lnTo>
                  <a:lnTo>
                    <a:pt x="513980" y="610105"/>
                  </a:lnTo>
                  <a:close/>
                  <a:moveTo>
                    <a:pt x="492615" y="600385"/>
                  </a:moveTo>
                  <a:lnTo>
                    <a:pt x="484732" y="651542"/>
                  </a:lnTo>
                  <a:lnTo>
                    <a:pt x="513980" y="610105"/>
                  </a:lnTo>
                  <a:close/>
                  <a:moveTo>
                    <a:pt x="513980" y="610105"/>
                  </a:moveTo>
                  <a:lnTo>
                    <a:pt x="519146" y="562197"/>
                  </a:lnTo>
                  <a:lnTo>
                    <a:pt x="492141" y="585805"/>
                  </a:lnTo>
                  <a:close/>
                  <a:moveTo>
                    <a:pt x="405461" y="420417"/>
                  </a:moveTo>
                  <a:lnTo>
                    <a:pt x="378956" y="414876"/>
                  </a:lnTo>
                  <a:lnTo>
                    <a:pt x="362330" y="445825"/>
                  </a:lnTo>
                  <a:close/>
                  <a:moveTo>
                    <a:pt x="243027" y="354626"/>
                  </a:moveTo>
                  <a:lnTo>
                    <a:pt x="253910" y="394752"/>
                  </a:lnTo>
                  <a:lnTo>
                    <a:pt x="260050" y="357997"/>
                  </a:lnTo>
                  <a:close/>
                  <a:moveTo>
                    <a:pt x="243027" y="354626"/>
                  </a:moveTo>
                  <a:lnTo>
                    <a:pt x="260050" y="357997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43027" y="354626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74215" y="311611"/>
                  </a:lnTo>
                  <a:lnTo>
                    <a:pt x="248032" y="296005"/>
                  </a:lnTo>
                  <a:close/>
                  <a:moveTo>
                    <a:pt x="274215" y="311611"/>
                  </a:moveTo>
                  <a:lnTo>
                    <a:pt x="281940" y="298206"/>
                  </a:lnTo>
                  <a:lnTo>
                    <a:pt x="248032" y="296005"/>
                  </a:lnTo>
                  <a:close/>
                  <a:moveTo>
                    <a:pt x="155933" y="157038"/>
                  </a:moveTo>
                  <a:lnTo>
                    <a:pt x="168006" y="164792"/>
                  </a:lnTo>
                  <a:lnTo>
                    <a:pt x="179704" y="165113"/>
                  </a:lnTo>
                  <a:close/>
                  <a:moveTo>
                    <a:pt x="153937" y="164984"/>
                  </a:moveTo>
                  <a:lnTo>
                    <a:pt x="155933" y="157038"/>
                  </a:lnTo>
                  <a:lnTo>
                    <a:pt x="141667" y="147477"/>
                  </a:lnTo>
                  <a:close/>
                  <a:moveTo>
                    <a:pt x="141667" y="147477"/>
                  </a:moveTo>
                  <a:lnTo>
                    <a:pt x="137132" y="162805"/>
                  </a:lnTo>
                  <a:lnTo>
                    <a:pt x="153937" y="164984"/>
                  </a:lnTo>
                  <a:close/>
                  <a:moveTo>
                    <a:pt x="1033665" y="1112040"/>
                  </a:moveTo>
                  <a:lnTo>
                    <a:pt x="1021390" y="1098032"/>
                  </a:lnTo>
                  <a:lnTo>
                    <a:pt x="1023070" y="1138312"/>
                  </a:lnTo>
                  <a:close/>
                  <a:moveTo>
                    <a:pt x="918693" y="1058730"/>
                  </a:moveTo>
                  <a:lnTo>
                    <a:pt x="918932" y="1075913"/>
                  </a:lnTo>
                  <a:lnTo>
                    <a:pt x="924438" y="1080903"/>
                  </a:lnTo>
                  <a:close/>
                  <a:moveTo>
                    <a:pt x="855304" y="874955"/>
                  </a:moveTo>
                  <a:lnTo>
                    <a:pt x="824594" y="860550"/>
                  </a:lnTo>
                  <a:lnTo>
                    <a:pt x="799990" y="864768"/>
                  </a:lnTo>
                  <a:close/>
                  <a:moveTo>
                    <a:pt x="787323" y="838200"/>
                  </a:moveTo>
                  <a:lnTo>
                    <a:pt x="799990" y="864768"/>
                  </a:lnTo>
                  <a:lnTo>
                    <a:pt x="824594" y="860550"/>
                  </a:lnTo>
                  <a:close/>
                  <a:moveTo>
                    <a:pt x="787323" y="838200"/>
                  </a:moveTo>
                  <a:lnTo>
                    <a:pt x="775853" y="855383"/>
                  </a:lnTo>
                  <a:lnTo>
                    <a:pt x="799990" y="864768"/>
                  </a:lnTo>
                  <a:close/>
                  <a:moveTo>
                    <a:pt x="754049" y="817580"/>
                  </a:moveTo>
                  <a:lnTo>
                    <a:pt x="755745" y="817478"/>
                  </a:lnTo>
                  <a:lnTo>
                    <a:pt x="738707" y="804241"/>
                  </a:lnTo>
                  <a:close/>
                  <a:moveTo>
                    <a:pt x="289767" y="231261"/>
                  </a:moveTo>
                  <a:lnTo>
                    <a:pt x="302037" y="248769"/>
                  </a:lnTo>
                  <a:lnTo>
                    <a:pt x="324536" y="236681"/>
                  </a:lnTo>
                  <a:close/>
                  <a:moveTo>
                    <a:pt x="189744" y="139855"/>
                  </a:moveTo>
                  <a:lnTo>
                    <a:pt x="155933" y="157038"/>
                  </a:lnTo>
                  <a:lnTo>
                    <a:pt x="179704" y="165113"/>
                  </a:lnTo>
                  <a:close/>
                  <a:moveTo>
                    <a:pt x="179704" y="165113"/>
                  </a:moveTo>
                  <a:lnTo>
                    <a:pt x="215112" y="172924"/>
                  </a:lnTo>
                  <a:lnTo>
                    <a:pt x="240424" y="171353"/>
                  </a:lnTo>
                  <a:close/>
                  <a:moveTo>
                    <a:pt x="199988" y="144746"/>
                  </a:moveTo>
                  <a:lnTo>
                    <a:pt x="179704" y="165113"/>
                  </a:lnTo>
                  <a:lnTo>
                    <a:pt x="240424" y="171353"/>
                  </a:lnTo>
                  <a:close/>
                  <a:moveTo>
                    <a:pt x="783466" y="831356"/>
                  </a:moveTo>
                  <a:lnTo>
                    <a:pt x="738707" y="804241"/>
                  </a:lnTo>
                  <a:lnTo>
                    <a:pt x="755745" y="817478"/>
                  </a:lnTo>
                  <a:close/>
                  <a:moveTo>
                    <a:pt x="1021755" y="1094634"/>
                  </a:moveTo>
                  <a:lnTo>
                    <a:pt x="994015" y="1120259"/>
                  </a:lnTo>
                  <a:lnTo>
                    <a:pt x="1021390" y="1098032"/>
                  </a:lnTo>
                  <a:close/>
                  <a:moveTo>
                    <a:pt x="1021755" y="1094634"/>
                  </a:moveTo>
                  <a:lnTo>
                    <a:pt x="1021390" y="1098032"/>
                  </a:lnTo>
                  <a:lnTo>
                    <a:pt x="1022224" y="1095485"/>
                  </a:lnTo>
                  <a:close/>
                  <a:moveTo>
                    <a:pt x="1018234" y="1052749"/>
                  </a:moveTo>
                  <a:lnTo>
                    <a:pt x="1022224" y="1095485"/>
                  </a:lnTo>
                  <a:lnTo>
                    <a:pt x="1025678" y="1058730"/>
                  </a:lnTo>
                  <a:close/>
                  <a:moveTo>
                    <a:pt x="1018234" y="1052749"/>
                  </a:moveTo>
                  <a:lnTo>
                    <a:pt x="1021755" y="1094634"/>
                  </a:lnTo>
                  <a:lnTo>
                    <a:pt x="1022224" y="1095485"/>
                  </a:lnTo>
                  <a:close/>
                  <a:moveTo>
                    <a:pt x="1005988" y="1040448"/>
                  </a:moveTo>
                  <a:lnTo>
                    <a:pt x="989755" y="1048814"/>
                  </a:lnTo>
                  <a:lnTo>
                    <a:pt x="1018234" y="1052749"/>
                  </a:lnTo>
                  <a:close/>
                  <a:moveTo>
                    <a:pt x="855304" y="874955"/>
                  </a:moveTo>
                  <a:lnTo>
                    <a:pt x="867802" y="870048"/>
                  </a:lnTo>
                  <a:lnTo>
                    <a:pt x="874164" y="825102"/>
                  </a:lnTo>
                  <a:close/>
                  <a:moveTo>
                    <a:pt x="824594" y="860550"/>
                  </a:moveTo>
                  <a:lnTo>
                    <a:pt x="855304" y="874955"/>
                  </a:lnTo>
                  <a:lnTo>
                    <a:pt x="874164" y="825102"/>
                  </a:lnTo>
                  <a:close/>
                  <a:moveTo>
                    <a:pt x="867802" y="870048"/>
                  </a:moveTo>
                  <a:lnTo>
                    <a:pt x="893147" y="867705"/>
                  </a:lnTo>
                  <a:lnTo>
                    <a:pt x="874164" y="825102"/>
                  </a:lnTo>
                  <a:close/>
                  <a:moveTo>
                    <a:pt x="787323" y="838200"/>
                  </a:moveTo>
                  <a:lnTo>
                    <a:pt x="824594" y="860550"/>
                  </a:lnTo>
                  <a:lnTo>
                    <a:pt x="786352" y="837342"/>
                  </a:lnTo>
                  <a:close/>
                  <a:moveTo>
                    <a:pt x="783466" y="831356"/>
                  </a:moveTo>
                  <a:lnTo>
                    <a:pt x="787323" y="838200"/>
                  </a:lnTo>
                  <a:lnTo>
                    <a:pt x="786352" y="837342"/>
                  </a:lnTo>
                  <a:close/>
                  <a:moveTo>
                    <a:pt x="698869" y="691180"/>
                  </a:moveTo>
                  <a:lnTo>
                    <a:pt x="710654" y="673996"/>
                  </a:lnTo>
                  <a:lnTo>
                    <a:pt x="674929" y="674708"/>
                  </a:lnTo>
                  <a:close/>
                  <a:moveTo>
                    <a:pt x="710654" y="673996"/>
                  </a:moveTo>
                  <a:lnTo>
                    <a:pt x="697578" y="663181"/>
                  </a:lnTo>
                  <a:lnTo>
                    <a:pt x="674929" y="674708"/>
                  </a:lnTo>
                  <a:close/>
                  <a:moveTo>
                    <a:pt x="737588" y="688193"/>
                  </a:moveTo>
                  <a:lnTo>
                    <a:pt x="717052" y="707622"/>
                  </a:lnTo>
                  <a:lnTo>
                    <a:pt x="772662" y="694752"/>
                  </a:lnTo>
                  <a:close/>
                  <a:moveTo>
                    <a:pt x="324536" y="236681"/>
                  </a:moveTo>
                  <a:lnTo>
                    <a:pt x="311004" y="214454"/>
                  </a:lnTo>
                  <a:lnTo>
                    <a:pt x="289767" y="231261"/>
                  </a:lnTo>
                  <a:close/>
                  <a:moveTo>
                    <a:pt x="872338" y="784262"/>
                  </a:moveTo>
                  <a:lnTo>
                    <a:pt x="866802" y="781367"/>
                  </a:lnTo>
                  <a:lnTo>
                    <a:pt x="899925" y="803833"/>
                  </a:lnTo>
                  <a:close/>
                  <a:moveTo>
                    <a:pt x="877049" y="821017"/>
                  </a:moveTo>
                  <a:lnTo>
                    <a:pt x="872338" y="784262"/>
                  </a:lnTo>
                  <a:lnTo>
                    <a:pt x="899925" y="803833"/>
                  </a:lnTo>
                  <a:close/>
                  <a:moveTo>
                    <a:pt x="650947" y="490222"/>
                  </a:moveTo>
                  <a:lnTo>
                    <a:pt x="651415" y="490584"/>
                  </a:lnTo>
                  <a:lnTo>
                    <a:pt x="633430" y="477676"/>
                  </a:lnTo>
                  <a:close/>
                  <a:moveTo>
                    <a:pt x="353275" y="184931"/>
                  </a:moveTo>
                  <a:lnTo>
                    <a:pt x="374612" y="203121"/>
                  </a:lnTo>
                  <a:lnTo>
                    <a:pt x="364018" y="196182"/>
                  </a:lnTo>
                  <a:close/>
                  <a:moveTo>
                    <a:pt x="387509" y="139440"/>
                  </a:moveTo>
                  <a:lnTo>
                    <a:pt x="389335" y="142243"/>
                  </a:lnTo>
                  <a:lnTo>
                    <a:pt x="397137" y="94922"/>
                  </a:lnTo>
                  <a:close/>
                  <a:moveTo>
                    <a:pt x="694716" y="365445"/>
                  </a:moveTo>
                  <a:lnTo>
                    <a:pt x="690483" y="382345"/>
                  </a:lnTo>
                  <a:lnTo>
                    <a:pt x="664880" y="348511"/>
                  </a:lnTo>
                  <a:close/>
                  <a:moveTo>
                    <a:pt x="679989" y="198430"/>
                  </a:moveTo>
                  <a:lnTo>
                    <a:pt x="682222" y="220933"/>
                  </a:lnTo>
                  <a:lnTo>
                    <a:pt x="686733" y="200958"/>
                  </a:lnTo>
                  <a:close/>
                  <a:moveTo>
                    <a:pt x="679989" y="198430"/>
                  </a:moveTo>
                  <a:lnTo>
                    <a:pt x="686733" y="200958"/>
                  </a:lnTo>
                  <a:lnTo>
                    <a:pt x="692373" y="162679"/>
                  </a:lnTo>
                  <a:close/>
                  <a:moveTo>
                    <a:pt x="574884" y="0"/>
                  </a:moveTo>
                  <a:lnTo>
                    <a:pt x="537015" y="9665"/>
                  </a:lnTo>
                  <a:lnTo>
                    <a:pt x="570019" y="5057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4" name="Input_density__105">
              <a:extLst>
                <a:ext uri="{FF2B5EF4-FFF2-40B4-BE49-F238E27FC236}">
                  <a16:creationId xmlns:a16="http://schemas.microsoft.com/office/drawing/2014/main" id="{F90F3724-5572-F300-28ED-22A2603EA02B}"/>
                </a:ext>
              </a:extLst>
            </p:cNvPr>
            <p:cNvSpPr>
              <a:spLocks noGrp="1"/>
            </p:cNvSpPr>
            <p:nvPr/>
          </p:nvSpPr>
          <p:spPr>
            <a:xfrm>
              <a:off x="1103488" y="1709301"/>
              <a:ext cx="631979" cy="1126273"/>
            </a:xfrm>
            <a:custGeom>
              <a:avLst/>
              <a:gdLst/>
              <a:ahLst/>
              <a:cxnLst/>
              <a:rect l="0" t="0" r="0" b="0"/>
              <a:pathLst>
                <a:path w="631979" h="1126273">
                  <a:moveTo>
                    <a:pt x="157909" y="823231"/>
                  </a:moveTo>
                  <a:lnTo>
                    <a:pt x="155530" y="826911"/>
                  </a:lnTo>
                  <a:lnTo>
                    <a:pt x="159959" y="822870"/>
                  </a:lnTo>
                  <a:close/>
                  <a:moveTo>
                    <a:pt x="491300" y="1101531"/>
                  </a:moveTo>
                  <a:lnTo>
                    <a:pt x="477516" y="1100088"/>
                  </a:lnTo>
                  <a:lnTo>
                    <a:pt x="460965" y="1104614"/>
                  </a:lnTo>
                  <a:close/>
                  <a:moveTo>
                    <a:pt x="157909" y="823231"/>
                  </a:moveTo>
                  <a:lnTo>
                    <a:pt x="160964" y="822493"/>
                  </a:lnTo>
                  <a:lnTo>
                    <a:pt x="183309" y="813963"/>
                  </a:lnTo>
                  <a:close/>
                  <a:moveTo>
                    <a:pt x="160964" y="822493"/>
                  </a:moveTo>
                  <a:lnTo>
                    <a:pt x="157909" y="823231"/>
                  </a:lnTo>
                  <a:lnTo>
                    <a:pt x="159959" y="822870"/>
                  </a:lnTo>
                  <a:close/>
                  <a:moveTo>
                    <a:pt x="197587" y="806048"/>
                  </a:moveTo>
                  <a:lnTo>
                    <a:pt x="160964" y="822493"/>
                  </a:lnTo>
                  <a:lnTo>
                    <a:pt x="212653" y="799100"/>
                  </a:lnTo>
                  <a:close/>
                  <a:moveTo>
                    <a:pt x="212653" y="799100"/>
                  </a:moveTo>
                  <a:lnTo>
                    <a:pt x="160964" y="822493"/>
                  </a:lnTo>
                  <a:lnTo>
                    <a:pt x="159959" y="822870"/>
                  </a:lnTo>
                  <a:close/>
                  <a:moveTo>
                    <a:pt x="212653" y="799100"/>
                  </a:moveTo>
                  <a:lnTo>
                    <a:pt x="159959" y="822870"/>
                  </a:lnTo>
                  <a:lnTo>
                    <a:pt x="191991" y="818056"/>
                  </a:lnTo>
                  <a:close/>
                  <a:moveTo>
                    <a:pt x="34949" y="664688"/>
                  </a:moveTo>
                  <a:lnTo>
                    <a:pt x="24798" y="691251"/>
                  </a:lnTo>
                  <a:lnTo>
                    <a:pt x="38224" y="676212"/>
                  </a:lnTo>
                  <a:close/>
                  <a:moveTo>
                    <a:pt x="0" y="602701"/>
                  </a:moveTo>
                  <a:lnTo>
                    <a:pt x="9047" y="551505"/>
                  </a:lnTo>
                  <a:lnTo>
                    <a:pt x="7605" y="548763"/>
                  </a:lnTo>
                  <a:close/>
                  <a:moveTo>
                    <a:pt x="7605" y="548763"/>
                  </a:moveTo>
                  <a:lnTo>
                    <a:pt x="9047" y="551505"/>
                  </a:lnTo>
                  <a:lnTo>
                    <a:pt x="11832" y="546568"/>
                  </a:lnTo>
                  <a:close/>
                  <a:moveTo>
                    <a:pt x="197587" y="806048"/>
                  </a:moveTo>
                  <a:lnTo>
                    <a:pt x="183309" y="813963"/>
                  </a:lnTo>
                  <a:lnTo>
                    <a:pt x="160964" y="822493"/>
                  </a:lnTo>
                  <a:close/>
                  <a:moveTo>
                    <a:pt x="515906" y="1126273"/>
                  </a:moveTo>
                  <a:lnTo>
                    <a:pt x="477516" y="1100088"/>
                  </a:lnTo>
                  <a:lnTo>
                    <a:pt x="495371" y="1098221"/>
                  </a:lnTo>
                  <a:close/>
                  <a:moveTo>
                    <a:pt x="197587" y="806048"/>
                  </a:moveTo>
                  <a:lnTo>
                    <a:pt x="212653" y="799100"/>
                  </a:lnTo>
                  <a:lnTo>
                    <a:pt x="193385" y="796135"/>
                  </a:lnTo>
                  <a:close/>
                  <a:moveTo>
                    <a:pt x="45508" y="355484"/>
                  </a:moveTo>
                  <a:lnTo>
                    <a:pt x="34129" y="367376"/>
                  </a:lnTo>
                  <a:lnTo>
                    <a:pt x="6976" y="374200"/>
                  </a:lnTo>
                  <a:close/>
                  <a:moveTo>
                    <a:pt x="365053" y="706544"/>
                  </a:moveTo>
                  <a:lnTo>
                    <a:pt x="306387" y="707984"/>
                  </a:lnTo>
                  <a:lnTo>
                    <a:pt x="342742" y="719334"/>
                  </a:lnTo>
                  <a:close/>
                  <a:moveTo>
                    <a:pt x="596549" y="1011783"/>
                  </a:moveTo>
                  <a:lnTo>
                    <a:pt x="611458" y="1004929"/>
                  </a:lnTo>
                  <a:lnTo>
                    <a:pt x="631979" y="985446"/>
                  </a:lnTo>
                  <a:close/>
                  <a:moveTo>
                    <a:pt x="493592" y="774070"/>
                  </a:moveTo>
                  <a:lnTo>
                    <a:pt x="468031" y="780129"/>
                  </a:lnTo>
                  <a:lnTo>
                    <a:pt x="508013" y="771110"/>
                  </a:lnTo>
                  <a:close/>
                  <a:moveTo>
                    <a:pt x="384871" y="684432"/>
                  </a:moveTo>
                  <a:lnTo>
                    <a:pt x="365053" y="706544"/>
                  </a:lnTo>
                  <a:lnTo>
                    <a:pt x="417423" y="681562"/>
                  </a:lnTo>
                  <a:close/>
                  <a:moveTo>
                    <a:pt x="526502" y="759682"/>
                  </a:moveTo>
                  <a:lnTo>
                    <a:pt x="493592" y="774070"/>
                  </a:lnTo>
                  <a:lnTo>
                    <a:pt x="508013" y="771110"/>
                  </a:lnTo>
                  <a:close/>
                  <a:moveTo>
                    <a:pt x="307080" y="516486"/>
                  </a:moveTo>
                  <a:lnTo>
                    <a:pt x="312147" y="467619"/>
                  </a:lnTo>
                  <a:lnTo>
                    <a:pt x="302193" y="499601"/>
                  </a:lnTo>
                  <a:close/>
                  <a:moveTo>
                    <a:pt x="169795" y="114868"/>
                  </a:moveTo>
                  <a:lnTo>
                    <a:pt x="177130" y="97685"/>
                  </a:lnTo>
                  <a:lnTo>
                    <a:pt x="172893" y="101562"/>
                  </a:lnTo>
                  <a:close/>
                  <a:moveTo>
                    <a:pt x="202798" y="60930"/>
                  </a:moveTo>
                  <a:lnTo>
                    <a:pt x="222516" y="43746"/>
                  </a:lnTo>
                  <a:lnTo>
                    <a:pt x="217728" y="48407"/>
                  </a:lnTo>
                  <a:close/>
                  <a:moveTo>
                    <a:pt x="427582" y="238505"/>
                  </a:moveTo>
                  <a:lnTo>
                    <a:pt x="406194" y="254746"/>
                  </a:lnTo>
                  <a:lnTo>
                    <a:pt x="460099" y="235504"/>
                  </a:lnTo>
                  <a:close/>
                  <a:moveTo>
                    <a:pt x="233870" y="12553"/>
                  </a:moveTo>
                  <a:lnTo>
                    <a:pt x="220399" y="40561"/>
                  </a:lnTo>
                  <a:lnTo>
                    <a:pt x="263832" y="0"/>
                  </a:lnTo>
                  <a:close/>
                  <a:moveTo>
                    <a:pt x="472508" y="194778"/>
                  </a:moveTo>
                  <a:lnTo>
                    <a:pt x="460099" y="235504"/>
                  </a:lnTo>
                  <a:lnTo>
                    <a:pt x="475251" y="2103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5" name="Input_density__106">
              <a:extLst>
                <a:ext uri="{FF2B5EF4-FFF2-40B4-BE49-F238E27FC236}">
                  <a16:creationId xmlns:a16="http://schemas.microsoft.com/office/drawing/2014/main" id="{A2FB4DB8-5163-CCD3-13C6-ADCDCBCADFFA}"/>
                </a:ext>
              </a:extLst>
            </p:cNvPr>
            <p:cNvSpPr>
              <a:spLocks noGrp="1"/>
            </p:cNvSpPr>
            <p:nvPr/>
          </p:nvSpPr>
          <p:spPr>
            <a:xfrm>
              <a:off x="882302" y="1497668"/>
              <a:ext cx="1006879" cy="1649984"/>
            </a:xfrm>
            <a:custGeom>
              <a:avLst/>
              <a:gdLst/>
              <a:ahLst/>
              <a:cxnLst/>
              <a:rect l="0" t="0" r="0" b="0"/>
              <a:pathLst>
                <a:path w="1006879" h="1649984">
                  <a:moveTo>
                    <a:pt x="149145" y="1613391"/>
                  </a:moveTo>
                  <a:lnTo>
                    <a:pt x="143845" y="1636032"/>
                  </a:lnTo>
                  <a:lnTo>
                    <a:pt x="167598" y="1628630"/>
                  </a:lnTo>
                  <a:close/>
                  <a:moveTo>
                    <a:pt x="215805" y="1632963"/>
                  </a:moveTo>
                  <a:lnTo>
                    <a:pt x="213006" y="1644997"/>
                  </a:lnTo>
                  <a:lnTo>
                    <a:pt x="230046" y="1641327"/>
                  </a:lnTo>
                  <a:close/>
                  <a:moveTo>
                    <a:pt x="276690" y="1620311"/>
                  </a:moveTo>
                  <a:lnTo>
                    <a:pt x="230046" y="1641327"/>
                  </a:lnTo>
                  <a:lnTo>
                    <a:pt x="265405" y="1648955"/>
                  </a:lnTo>
                  <a:close/>
                  <a:moveTo>
                    <a:pt x="306028" y="1623549"/>
                  </a:moveTo>
                  <a:lnTo>
                    <a:pt x="265405" y="1648955"/>
                  </a:lnTo>
                  <a:lnTo>
                    <a:pt x="299000" y="1649984"/>
                  </a:lnTo>
                  <a:close/>
                  <a:moveTo>
                    <a:pt x="306028" y="1623549"/>
                  </a:moveTo>
                  <a:lnTo>
                    <a:pt x="276690" y="1620311"/>
                  </a:lnTo>
                  <a:lnTo>
                    <a:pt x="265405" y="1648955"/>
                  </a:lnTo>
                  <a:close/>
                  <a:moveTo>
                    <a:pt x="276690" y="1620311"/>
                  </a:moveTo>
                  <a:lnTo>
                    <a:pt x="306028" y="1623549"/>
                  </a:lnTo>
                  <a:lnTo>
                    <a:pt x="288597" y="1592972"/>
                  </a:lnTo>
                  <a:close/>
                  <a:moveTo>
                    <a:pt x="276690" y="1620311"/>
                  </a:moveTo>
                  <a:lnTo>
                    <a:pt x="288597" y="1592972"/>
                  </a:lnTo>
                  <a:lnTo>
                    <a:pt x="262115" y="1587413"/>
                  </a:lnTo>
                  <a:close/>
                  <a:moveTo>
                    <a:pt x="228361" y="1510452"/>
                  </a:moveTo>
                  <a:lnTo>
                    <a:pt x="222971" y="1505515"/>
                  </a:lnTo>
                  <a:lnTo>
                    <a:pt x="218147" y="1500631"/>
                  </a:lnTo>
                  <a:close/>
                  <a:moveTo>
                    <a:pt x="249655" y="1488331"/>
                  </a:moveTo>
                  <a:lnTo>
                    <a:pt x="222971" y="1505515"/>
                  </a:lnTo>
                  <a:lnTo>
                    <a:pt x="257616" y="1523624"/>
                  </a:lnTo>
                  <a:close/>
                  <a:moveTo>
                    <a:pt x="18803" y="1012905"/>
                  </a:moveTo>
                  <a:lnTo>
                    <a:pt x="668" y="993403"/>
                  </a:lnTo>
                  <a:lnTo>
                    <a:pt x="27524" y="1016231"/>
                  </a:lnTo>
                  <a:close/>
                  <a:moveTo>
                    <a:pt x="608" y="993333"/>
                  </a:moveTo>
                  <a:lnTo>
                    <a:pt x="668" y="993403"/>
                  </a:lnTo>
                  <a:lnTo>
                    <a:pt x="18803" y="1012905"/>
                  </a:lnTo>
                  <a:close/>
                  <a:moveTo>
                    <a:pt x="3195" y="976150"/>
                  </a:moveTo>
                  <a:lnTo>
                    <a:pt x="608" y="993333"/>
                  </a:lnTo>
                  <a:lnTo>
                    <a:pt x="18803" y="1012905"/>
                  </a:lnTo>
                  <a:close/>
                  <a:moveTo>
                    <a:pt x="320084" y="1298892"/>
                  </a:moveTo>
                  <a:lnTo>
                    <a:pt x="333988" y="1332335"/>
                  </a:lnTo>
                  <a:lnTo>
                    <a:pt x="344312" y="1306282"/>
                  </a:lnTo>
                  <a:close/>
                  <a:moveTo>
                    <a:pt x="320084" y="1298892"/>
                  </a:moveTo>
                  <a:lnTo>
                    <a:pt x="344312" y="1306282"/>
                  </a:lnTo>
                  <a:lnTo>
                    <a:pt x="353690" y="1253911"/>
                  </a:lnTo>
                  <a:close/>
                  <a:moveTo>
                    <a:pt x="5293" y="900063"/>
                  </a:moveTo>
                  <a:lnTo>
                    <a:pt x="54097" y="885456"/>
                  </a:lnTo>
                  <a:lnTo>
                    <a:pt x="7112" y="921290"/>
                  </a:lnTo>
                  <a:close/>
                  <a:moveTo>
                    <a:pt x="56337" y="884548"/>
                  </a:moveTo>
                  <a:lnTo>
                    <a:pt x="5293" y="900063"/>
                  </a:lnTo>
                  <a:lnTo>
                    <a:pt x="0" y="894698"/>
                  </a:lnTo>
                  <a:close/>
                  <a:moveTo>
                    <a:pt x="87905" y="949484"/>
                  </a:moveTo>
                  <a:lnTo>
                    <a:pt x="82956" y="984071"/>
                  </a:lnTo>
                  <a:lnTo>
                    <a:pt x="100462" y="958966"/>
                  </a:lnTo>
                  <a:close/>
                  <a:moveTo>
                    <a:pt x="318093" y="1076775"/>
                  </a:moveTo>
                  <a:lnTo>
                    <a:pt x="332361" y="1125558"/>
                  </a:lnTo>
                  <a:lnTo>
                    <a:pt x="359926" y="1079745"/>
                  </a:lnTo>
                  <a:close/>
                  <a:moveTo>
                    <a:pt x="164468" y="941783"/>
                  </a:moveTo>
                  <a:lnTo>
                    <a:pt x="174503" y="978538"/>
                  </a:lnTo>
                  <a:lnTo>
                    <a:pt x="222830" y="940892"/>
                  </a:lnTo>
                  <a:close/>
                  <a:moveTo>
                    <a:pt x="164349" y="941513"/>
                  </a:moveTo>
                  <a:lnTo>
                    <a:pt x="164468" y="941783"/>
                  </a:lnTo>
                  <a:lnTo>
                    <a:pt x="222830" y="940892"/>
                  </a:lnTo>
                  <a:close/>
                  <a:moveTo>
                    <a:pt x="173987" y="978424"/>
                  </a:moveTo>
                  <a:lnTo>
                    <a:pt x="164349" y="941513"/>
                  </a:lnTo>
                  <a:lnTo>
                    <a:pt x="222830" y="940892"/>
                  </a:lnTo>
                  <a:close/>
                  <a:moveTo>
                    <a:pt x="142923" y="887845"/>
                  </a:moveTo>
                  <a:lnTo>
                    <a:pt x="124598" y="857246"/>
                  </a:lnTo>
                  <a:lnTo>
                    <a:pt x="140771" y="868273"/>
                  </a:lnTo>
                  <a:close/>
                  <a:moveTo>
                    <a:pt x="140548" y="854038"/>
                  </a:moveTo>
                  <a:lnTo>
                    <a:pt x="140771" y="868273"/>
                  </a:lnTo>
                  <a:lnTo>
                    <a:pt x="124598" y="857246"/>
                  </a:lnTo>
                  <a:close/>
                  <a:moveTo>
                    <a:pt x="344987" y="1071620"/>
                  </a:moveTo>
                  <a:lnTo>
                    <a:pt x="359926" y="1079745"/>
                  </a:lnTo>
                  <a:lnTo>
                    <a:pt x="362899" y="1067436"/>
                  </a:lnTo>
                  <a:close/>
                  <a:moveTo>
                    <a:pt x="344987" y="1071620"/>
                  </a:moveTo>
                  <a:lnTo>
                    <a:pt x="362899" y="1067436"/>
                  </a:lnTo>
                  <a:lnTo>
                    <a:pt x="351555" y="1017681"/>
                  </a:lnTo>
                  <a:close/>
                  <a:moveTo>
                    <a:pt x="342603" y="1034864"/>
                  </a:moveTo>
                  <a:lnTo>
                    <a:pt x="344987" y="1071620"/>
                  </a:lnTo>
                  <a:lnTo>
                    <a:pt x="351555" y="1017681"/>
                  </a:lnTo>
                  <a:close/>
                  <a:moveTo>
                    <a:pt x="362899" y="1067436"/>
                  </a:moveTo>
                  <a:lnTo>
                    <a:pt x="359926" y="1079745"/>
                  </a:lnTo>
                  <a:lnTo>
                    <a:pt x="367950" y="1071620"/>
                  </a:lnTo>
                  <a:close/>
                  <a:moveTo>
                    <a:pt x="221793" y="877153"/>
                  </a:moveTo>
                  <a:lnTo>
                    <a:pt x="256135" y="876322"/>
                  </a:lnTo>
                  <a:lnTo>
                    <a:pt x="215751" y="837318"/>
                  </a:lnTo>
                  <a:close/>
                  <a:moveTo>
                    <a:pt x="178751" y="840310"/>
                  </a:moveTo>
                  <a:lnTo>
                    <a:pt x="217278" y="870661"/>
                  </a:lnTo>
                  <a:lnTo>
                    <a:pt x="221793" y="877153"/>
                  </a:lnTo>
                  <a:close/>
                  <a:moveTo>
                    <a:pt x="178751" y="840310"/>
                  </a:moveTo>
                  <a:lnTo>
                    <a:pt x="169999" y="802678"/>
                  </a:lnTo>
                  <a:lnTo>
                    <a:pt x="169709" y="833906"/>
                  </a:lnTo>
                  <a:close/>
                  <a:moveTo>
                    <a:pt x="219428" y="851090"/>
                  </a:moveTo>
                  <a:lnTo>
                    <a:pt x="210866" y="799952"/>
                  </a:lnTo>
                  <a:lnTo>
                    <a:pt x="215751" y="837318"/>
                  </a:lnTo>
                  <a:close/>
                  <a:moveTo>
                    <a:pt x="210708" y="797151"/>
                  </a:moveTo>
                  <a:lnTo>
                    <a:pt x="210866" y="799952"/>
                  </a:lnTo>
                  <a:lnTo>
                    <a:pt x="219428" y="851090"/>
                  </a:lnTo>
                  <a:close/>
                  <a:moveTo>
                    <a:pt x="169999" y="802678"/>
                  </a:moveTo>
                  <a:lnTo>
                    <a:pt x="209396" y="797151"/>
                  </a:lnTo>
                  <a:lnTo>
                    <a:pt x="172971" y="782846"/>
                  </a:lnTo>
                  <a:close/>
                  <a:moveTo>
                    <a:pt x="602794" y="1268696"/>
                  </a:moveTo>
                  <a:lnTo>
                    <a:pt x="596450" y="1257783"/>
                  </a:lnTo>
                  <a:lnTo>
                    <a:pt x="590436" y="1250861"/>
                  </a:lnTo>
                  <a:close/>
                  <a:moveTo>
                    <a:pt x="520913" y="1154480"/>
                  </a:moveTo>
                  <a:lnTo>
                    <a:pt x="542127" y="1166448"/>
                  </a:lnTo>
                  <a:lnTo>
                    <a:pt x="549503" y="1184273"/>
                  </a:lnTo>
                  <a:close/>
                  <a:moveTo>
                    <a:pt x="285506" y="853478"/>
                  </a:moveTo>
                  <a:lnTo>
                    <a:pt x="296732" y="870406"/>
                  </a:lnTo>
                  <a:lnTo>
                    <a:pt x="326602" y="887310"/>
                  </a:lnTo>
                  <a:close/>
                  <a:moveTo>
                    <a:pt x="776318" y="1368048"/>
                  </a:moveTo>
                  <a:lnTo>
                    <a:pt x="803552" y="1355711"/>
                  </a:lnTo>
                  <a:lnTo>
                    <a:pt x="805277" y="1335024"/>
                  </a:lnTo>
                  <a:close/>
                  <a:moveTo>
                    <a:pt x="410076" y="921929"/>
                  </a:moveTo>
                  <a:lnTo>
                    <a:pt x="441371" y="963743"/>
                  </a:lnTo>
                  <a:lnTo>
                    <a:pt x="414218" y="926988"/>
                  </a:lnTo>
                  <a:close/>
                  <a:moveTo>
                    <a:pt x="386547" y="913969"/>
                  </a:moveTo>
                  <a:lnTo>
                    <a:pt x="431264" y="949450"/>
                  </a:lnTo>
                  <a:lnTo>
                    <a:pt x="410076" y="921929"/>
                  </a:lnTo>
                  <a:close/>
                  <a:moveTo>
                    <a:pt x="732469" y="1225083"/>
                  </a:moveTo>
                  <a:lnTo>
                    <a:pt x="770706" y="1265832"/>
                  </a:lnTo>
                  <a:lnTo>
                    <a:pt x="743388" y="1240600"/>
                  </a:lnTo>
                  <a:close/>
                  <a:moveTo>
                    <a:pt x="409309" y="788311"/>
                  </a:moveTo>
                  <a:lnTo>
                    <a:pt x="442194" y="833412"/>
                  </a:lnTo>
                  <a:lnTo>
                    <a:pt x="449075" y="819111"/>
                  </a:lnTo>
                  <a:close/>
                  <a:moveTo>
                    <a:pt x="111376" y="468745"/>
                  </a:moveTo>
                  <a:lnTo>
                    <a:pt x="132196" y="451561"/>
                  </a:lnTo>
                  <a:lnTo>
                    <a:pt x="97489" y="431990"/>
                  </a:lnTo>
                  <a:close/>
                  <a:moveTo>
                    <a:pt x="521132" y="929376"/>
                  </a:moveTo>
                  <a:lnTo>
                    <a:pt x="521520" y="930251"/>
                  </a:lnTo>
                  <a:lnTo>
                    <a:pt x="523581" y="933060"/>
                  </a:lnTo>
                  <a:close/>
                  <a:moveTo>
                    <a:pt x="449075" y="819111"/>
                  </a:moveTo>
                  <a:lnTo>
                    <a:pt x="442194" y="833412"/>
                  </a:lnTo>
                  <a:lnTo>
                    <a:pt x="462876" y="830668"/>
                  </a:lnTo>
                  <a:close/>
                  <a:moveTo>
                    <a:pt x="829071" y="1231571"/>
                  </a:moveTo>
                  <a:lnTo>
                    <a:pt x="809890" y="1206233"/>
                  </a:lnTo>
                  <a:lnTo>
                    <a:pt x="770467" y="1233243"/>
                  </a:lnTo>
                  <a:close/>
                  <a:moveTo>
                    <a:pt x="809890" y="1206233"/>
                  </a:moveTo>
                  <a:lnTo>
                    <a:pt x="774764" y="1173039"/>
                  </a:lnTo>
                  <a:lnTo>
                    <a:pt x="769496" y="1186661"/>
                  </a:lnTo>
                  <a:close/>
                  <a:moveTo>
                    <a:pt x="753225" y="1168778"/>
                  </a:moveTo>
                  <a:lnTo>
                    <a:pt x="769496" y="1186661"/>
                  </a:lnTo>
                  <a:lnTo>
                    <a:pt x="774764" y="1173039"/>
                  </a:lnTo>
                  <a:close/>
                  <a:moveTo>
                    <a:pt x="232661" y="555088"/>
                  </a:moveTo>
                  <a:lnTo>
                    <a:pt x="263770" y="556885"/>
                  </a:lnTo>
                  <a:lnTo>
                    <a:pt x="252008" y="521700"/>
                  </a:lnTo>
                  <a:close/>
                  <a:moveTo>
                    <a:pt x="254789" y="474692"/>
                  </a:moveTo>
                  <a:lnTo>
                    <a:pt x="227644" y="477853"/>
                  </a:lnTo>
                  <a:lnTo>
                    <a:pt x="224519" y="516959"/>
                  </a:lnTo>
                  <a:close/>
                  <a:moveTo>
                    <a:pt x="254789" y="474692"/>
                  </a:moveTo>
                  <a:lnTo>
                    <a:pt x="224519" y="516959"/>
                  </a:lnTo>
                  <a:lnTo>
                    <a:pt x="252008" y="521700"/>
                  </a:lnTo>
                  <a:close/>
                  <a:moveTo>
                    <a:pt x="114361" y="328605"/>
                  </a:moveTo>
                  <a:lnTo>
                    <a:pt x="76093" y="287880"/>
                  </a:lnTo>
                  <a:lnTo>
                    <a:pt x="80831" y="328776"/>
                  </a:lnTo>
                  <a:close/>
                  <a:moveTo>
                    <a:pt x="114361" y="328605"/>
                  </a:moveTo>
                  <a:lnTo>
                    <a:pt x="146113" y="329879"/>
                  </a:lnTo>
                  <a:lnTo>
                    <a:pt x="113821" y="301438"/>
                  </a:lnTo>
                  <a:close/>
                  <a:moveTo>
                    <a:pt x="146113" y="329879"/>
                  </a:moveTo>
                  <a:lnTo>
                    <a:pt x="150648" y="314552"/>
                  </a:lnTo>
                  <a:lnTo>
                    <a:pt x="113821" y="301438"/>
                  </a:lnTo>
                  <a:close/>
                  <a:moveTo>
                    <a:pt x="980427" y="1262559"/>
                  </a:moveTo>
                  <a:lnTo>
                    <a:pt x="959867" y="1250657"/>
                  </a:lnTo>
                  <a:lnTo>
                    <a:pt x="933419" y="1247978"/>
                  </a:lnTo>
                  <a:close/>
                  <a:moveTo>
                    <a:pt x="241002" y="431587"/>
                  </a:moveTo>
                  <a:lnTo>
                    <a:pt x="239350" y="471133"/>
                  </a:lnTo>
                  <a:lnTo>
                    <a:pt x="257013" y="463080"/>
                  </a:lnTo>
                  <a:close/>
                  <a:moveTo>
                    <a:pt x="164914" y="324113"/>
                  </a:moveTo>
                  <a:lnTo>
                    <a:pt x="198725" y="306930"/>
                  </a:lnTo>
                  <a:lnTo>
                    <a:pt x="150648" y="314552"/>
                  </a:lnTo>
                  <a:close/>
                  <a:moveTo>
                    <a:pt x="198725" y="306930"/>
                  </a:moveTo>
                  <a:lnTo>
                    <a:pt x="169279" y="288000"/>
                  </a:lnTo>
                  <a:lnTo>
                    <a:pt x="150648" y="314552"/>
                  </a:lnTo>
                  <a:close/>
                  <a:moveTo>
                    <a:pt x="998736" y="1215889"/>
                  </a:moveTo>
                  <a:lnTo>
                    <a:pt x="980427" y="1262559"/>
                  </a:lnTo>
                  <a:lnTo>
                    <a:pt x="1006879" y="1254016"/>
                  </a:lnTo>
                  <a:close/>
                  <a:moveTo>
                    <a:pt x="869801" y="1149951"/>
                  </a:moveTo>
                  <a:lnTo>
                    <a:pt x="866875" y="1135111"/>
                  </a:lnTo>
                  <a:lnTo>
                    <a:pt x="857849" y="1118381"/>
                  </a:lnTo>
                  <a:close/>
                  <a:moveTo>
                    <a:pt x="836580" y="1149872"/>
                  </a:moveTo>
                  <a:lnTo>
                    <a:pt x="846040" y="1152294"/>
                  </a:lnTo>
                  <a:lnTo>
                    <a:pt x="857849" y="1118381"/>
                  </a:lnTo>
                  <a:close/>
                  <a:moveTo>
                    <a:pt x="795333" y="1004416"/>
                  </a:moveTo>
                  <a:lnTo>
                    <a:pt x="820357" y="1028819"/>
                  </a:lnTo>
                  <a:lnTo>
                    <a:pt x="771602" y="996621"/>
                  </a:lnTo>
                  <a:close/>
                  <a:moveTo>
                    <a:pt x="792447" y="998430"/>
                  </a:moveTo>
                  <a:lnTo>
                    <a:pt x="795333" y="1004416"/>
                  </a:lnTo>
                  <a:lnTo>
                    <a:pt x="773792" y="951336"/>
                  </a:lnTo>
                  <a:close/>
                  <a:moveTo>
                    <a:pt x="773792" y="951336"/>
                  </a:moveTo>
                  <a:lnTo>
                    <a:pt x="799085" y="927040"/>
                  </a:lnTo>
                  <a:lnTo>
                    <a:pt x="758834" y="962254"/>
                  </a:lnTo>
                  <a:close/>
                  <a:moveTo>
                    <a:pt x="760844" y="915873"/>
                  </a:moveTo>
                  <a:lnTo>
                    <a:pt x="760823" y="914581"/>
                  </a:lnTo>
                  <a:lnTo>
                    <a:pt x="770832" y="951336"/>
                  </a:lnTo>
                  <a:close/>
                  <a:moveTo>
                    <a:pt x="760823" y="914581"/>
                  </a:moveTo>
                  <a:lnTo>
                    <a:pt x="760844" y="915873"/>
                  </a:lnTo>
                  <a:lnTo>
                    <a:pt x="699840" y="893632"/>
                  </a:lnTo>
                  <a:close/>
                  <a:moveTo>
                    <a:pt x="198725" y="306930"/>
                  </a:moveTo>
                  <a:lnTo>
                    <a:pt x="215346" y="289746"/>
                  </a:lnTo>
                  <a:lnTo>
                    <a:pt x="169279" y="288000"/>
                  </a:lnTo>
                  <a:close/>
                  <a:moveTo>
                    <a:pt x="249405" y="338428"/>
                  </a:moveTo>
                  <a:lnTo>
                    <a:pt x="232978" y="305380"/>
                  </a:lnTo>
                  <a:lnTo>
                    <a:pt x="208969" y="311820"/>
                  </a:lnTo>
                  <a:close/>
                  <a:moveTo>
                    <a:pt x="732238" y="823888"/>
                  </a:moveTo>
                  <a:lnTo>
                    <a:pt x="719635" y="841071"/>
                  </a:lnTo>
                  <a:lnTo>
                    <a:pt x="759821" y="860643"/>
                  </a:lnTo>
                  <a:close/>
                  <a:moveTo>
                    <a:pt x="736203" y="750378"/>
                  </a:moveTo>
                  <a:lnTo>
                    <a:pt x="719193" y="781284"/>
                  </a:lnTo>
                  <a:lnTo>
                    <a:pt x="740289" y="753595"/>
                  </a:lnTo>
                  <a:close/>
                  <a:moveTo>
                    <a:pt x="319985" y="381529"/>
                  </a:moveTo>
                  <a:lnTo>
                    <a:pt x="353579" y="400011"/>
                  </a:lnTo>
                  <a:lnTo>
                    <a:pt x="339256" y="357371"/>
                  </a:lnTo>
                  <a:close/>
                  <a:moveTo>
                    <a:pt x="339256" y="357371"/>
                  </a:moveTo>
                  <a:lnTo>
                    <a:pt x="353579" y="400011"/>
                  </a:lnTo>
                  <a:lnTo>
                    <a:pt x="362256" y="352005"/>
                  </a:lnTo>
                  <a:close/>
                  <a:moveTo>
                    <a:pt x="411589" y="383734"/>
                  </a:moveTo>
                  <a:lnTo>
                    <a:pt x="383593" y="370196"/>
                  </a:lnTo>
                  <a:lnTo>
                    <a:pt x="362256" y="352005"/>
                  </a:lnTo>
                  <a:close/>
                  <a:moveTo>
                    <a:pt x="899443" y="991612"/>
                  </a:moveTo>
                  <a:lnTo>
                    <a:pt x="919297" y="1002559"/>
                  </a:lnTo>
                  <a:lnTo>
                    <a:pt x="905178" y="969291"/>
                  </a:lnTo>
                  <a:close/>
                  <a:moveTo>
                    <a:pt x="878647" y="963772"/>
                  </a:moveTo>
                  <a:lnTo>
                    <a:pt x="905178" y="969291"/>
                  </a:lnTo>
                  <a:lnTo>
                    <a:pt x="902320" y="967660"/>
                  </a:lnTo>
                  <a:close/>
                  <a:moveTo>
                    <a:pt x="719193" y="781284"/>
                  </a:moveTo>
                  <a:lnTo>
                    <a:pt x="736203" y="750378"/>
                  </a:lnTo>
                  <a:lnTo>
                    <a:pt x="721343" y="741910"/>
                  </a:lnTo>
                  <a:close/>
                  <a:moveTo>
                    <a:pt x="784308" y="611537"/>
                  </a:moveTo>
                  <a:lnTo>
                    <a:pt x="808386" y="625318"/>
                  </a:lnTo>
                  <a:lnTo>
                    <a:pt x="767449" y="597274"/>
                  </a:lnTo>
                  <a:close/>
                  <a:moveTo>
                    <a:pt x="808386" y="625318"/>
                  </a:moveTo>
                  <a:lnTo>
                    <a:pt x="817056" y="628779"/>
                  </a:lnTo>
                  <a:lnTo>
                    <a:pt x="767449" y="597274"/>
                  </a:lnTo>
                  <a:close/>
                  <a:moveTo>
                    <a:pt x="767449" y="597274"/>
                  </a:moveTo>
                  <a:lnTo>
                    <a:pt x="817056" y="628779"/>
                  </a:lnTo>
                  <a:lnTo>
                    <a:pt x="787726" y="605746"/>
                  </a:lnTo>
                  <a:close/>
                  <a:moveTo>
                    <a:pt x="827957" y="650157"/>
                  </a:moveTo>
                  <a:lnTo>
                    <a:pt x="817056" y="628779"/>
                  </a:lnTo>
                  <a:lnTo>
                    <a:pt x="808386" y="625318"/>
                  </a:lnTo>
                  <a:close/>
                  <a:moveTo>
                    <a:pt x="741364" y="591392"/>
                  </a:moveTo>
                  <a:lnTo>
                    <a:pt x="767449" y="597274"/>
                  </a:lnTo>
                  <a:lnTo>
                    <a:pt x="717003" y="566450"/>
                  </a:lnTo>
                  <a:close/>
                  <a:moveTo>
                    <a:pt x="683628" y="521748"/>
                  </a:moveTo>
                  <a:lnTo>
                    <a:pt x="717003" y="566450"/>
                  </a:lnTo>
                  <a:lnTo>
                    <a:pt x="703842" y="532236"/>
                  </a:lnTo>
                  <a:close/>
                  <a:moveTo>
                    <a:pt x="655997" y="380954"/>
                  </a:moveTo>
                  <a:lnTo>
                    <a:pt x="678706" y="404788"/>
                  </a:lnTo>
                  <a:lnTo>
                    <a:pt x="693694" y="406411"/>
                  </a:lnTo>
                  <a:close/>
                  <a:moveTo>
                    <a:pt x="615228" y="353102"/>
                  </a:moveTo>
                  <a:lnTo>
                    <a:pt x="566169" y="385216"/>
                  </a:lnTo>
                  <a:lnTo>
                    <a:pt x="616113" y="370559"/>
                  </a:lnTo>
                  <a:close/>
                  <a:moveTo>
                    <a:pt x="591900" y="331278"/>
                  </a:moveTo>
                  <a:lnTo>
                    <a:pt x="566169" y="385216"/>
                  </a:lnTo>
                  <a:lnTo>
                    <a:pt x="615228" y="353102"/>
                  </a:lnTo>
                  <a:close/>
                  <a:moveTo>
                    <a:pt x="563753" y="341292"/>
                  </a:moveTo>
                  <a:lnTo>
                    <a:pt x="591900" y="331278"/>
                  </a:lnTo>
                  <a:lnTo>
                    <a:pt x="574973" y="327173"/>
                  </a:lnTo>
                  <a:close/>
                  <a:moveTo>
                    <a:pt x="563116" y="331278"/>
                  </a:moveTo>
                  <a:lnTo>
                    <a:pt x="563753" y="341292"/>
                  </a:lnTo>
                  <a:lnTo>
                    <a:pt x="574973" y="327173"/>
                  </a:lnTo>
                  <a:close/>
                  <a:moveTo>
                    <a:pt x="620205" y="371713"/>
                  </a:moveTo>
                  <a:lnTo>
                    <a:pt x="644841" y="367614"/>
                  </a:lnTo>
                  <a:lnTo>
                    <a:pt x="655997" y="380954"/>
                  </a:lnTo>
                  <a:close/>
                  <a:moveTo>
                    <a:pt x="614745" y="282178"/>
                  </a:moveTo>
                  <a:lnTo>
                    <a:pt x="591900" y="331278"/>
                  </a:lnTo>
                  <a:lnTo>
                    <a:pt x="611700" y="329400"/>
                  </a:lnTo>
                  <a:close/>
                  <a:moveTo>
                    <a:pt x="614745" y="282178"/>
                  </a:moveTo>
                  <a:lnTo>
                    <a:pt x="642522" y="277340"/>
                  </a:lnTo>
                  <a:lnTo>
                    <a:pt x="617457" y="265229"/>
                  </a:lnTo>
                  <a:close/>
                  <a:moveTo>
                    <a:pt x="545996" y="176740"/>
                  </a:moveTo>
                  <a:lnTo>
                    <a:pt x="524105" y="130319"/>
                  </a:lnTo>
                  <a:lnTo>
                    <a:pt x="512375" y="132238"/>
                  </a:lnTo>
                  <a:close/>
                  <a:moveTo>
                    <a:pt x="512375" y="132238"/>
                  </a:moveTo>
                  <a:lnTo>
                    <a:pt x="516054" y="135253"/>
                  </a:lnTo>
                  <a:lnTo>
                    <a:pt x="545996" y="176740"/>
                  </a:lnTo>
                  <a:close/>
                  <a:moveTo>
                    <a:pt x="516054" y="135253"/>
                  </a:moveTo>
                  <a:lnTo>
                    <a:pt x="512375" y="132238"/>
                  </a:lnTo>
                  <a:lnTo>
                    <a:pt x="512146" y="130319"/>
                  </a:lnTo>
                  <a:close/>
                  <a:moveTo>
                    <a:pt x="617457" y="265229"/>
                  </a:moveTo>
                  <a:lnTo>
                    <a:pt x="671402" y="246135"/>
                  </a:lnTo>
                  <a:lnTo>
                    <a:pt x="635605" y="236874"/>
                  </a:lnTo>
                  <a:close/>
                  <a:moveTo>
                    <a:pt x="534684" y="149891"/>
                  </a:moveTo>
                  <a:lnTo>
                    <a:pt x="516054" y="135253"/>
                  </a:lnTo>
                  <a:lnTo>
                    <a:pt x="512146" y="130319"/>
                  </a:lnTo>
                  <a:close/>
                  <a:moveTo>
                    <a:pt x="686509" y="206409"/>
                  </a:moveTo>
                  <a:lnTo>
                    <a:pt x="671402" y="246135"/>
                  </a:lnTo>
                  <a:lnTo>
                    <a:pt x="710688" y="213607"/>
                  </a:lnTo>
                  <a:close/>
                  <a:moveTo>
                    <a:pt x="710688" y="213607"/>
                  </a:moveTo>
                  <a:lnTo>
                    <a:pt x="694543" y="208081"/>
                  </a:lnTo>
                  <a:lnTo>
                    <a:pt x="687014" y="206218"/>
                  </a:lnTo>
                  <a:close/>
                  <a:moveTo>
                    <a:pt x="554727" y="59062"/>
                  </a:moveTo>
                  <a:lnTo>
                    <a:pt x="564596" y="39626"/>
                  </a:lnTo>
                  <a:lnTo>
                    <a:pt x="563319" y="28415"/>
                  </a:lnTo>
                  <a:close/>
                  <a:moveTo>
                    <a:pt x="554727" y="59062"/>
                  </a:moveTo>
                  <a:lnTo>
                    <a:pt x="563319" y="28415"/>
                  </a:lnTo>
                  <a:lnTo>
                    <a:pt x="519860" y="53273"/>
                  </a:lnTo>
                  <a:close/>
                  <a:moveTo>
                    <a:pt x="519860" y="53273"/>
                  </a:moveTo>
                  <a:lnTo>
                    <a:pt x="563319" y="28415"/>
                  </a:lnTo>
                  <a:lnTo>
                    <a:pt x="532897" y="26060"/>
                  </a:lnTo>
                  <a:close/>
                  <a:moveTo>
                    <a:pt x="532897" y="26060"/>
                  </a:moveTo>
                  <a:lnTo>
                    <a:pt x="563319" y="28415"/>
                  </a:lnTo>
                  <a:lnTo>
                    <a:pt x="54323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6" name="Input_density__107">
              <a:extLst>
                <a:ext uri="{FF2B5EF4-FFF2-40B4-BE49-F238E27FC236}">
                  <a16:creationId xmlns:a16="http://schemas.microsoft.com/office/drawing/2014/main" id="{63B38A47-717E-BBF8-4A43-F9A27C50ADE0}"/>
                </a:ext>
              </a:extLst>
            </p:cNvPr>
            <p:cNvSpPr>
              <a:spLocks noGrp="1"/>
            </p:cNvSpPr>
            <p:nvPr/>
          </p:nvSpPr>
          <p:spPr>
            <a:xfrm>
              <a:off x="882970" y="1574049"/>
              <a:ext cx="998068" cy="1584667"/>
            </a:xfrm>
            <a:custGeom>
              <a:avLst/>
              <a:gdLst/>
              <a:ahLst/>
              <a:cxnLst/>
              <a:rect l="0" t="0" r="0" b="0"/>
              <a:pathLst>
                <a:path w="998068" h="1584667">
                  <a:moveTo>
                    <a:pt x="148477" y="1537010"/>
                  </a:moveTo>
                  <a:lnTo>
                    <a:pt x="131346" y="1554194"/>
                  </a:lnTo>
                  <a:lnTo>
                    <a:pt x="143178" y="1559650"/>
                  </a:lnTo>
                  <a:close/>
                  <a:moveTo>
                    <a:pt x="242240" y="1584667"/>
                  </a:moveTo>
                  <a:lnTo>
                    <a:pt x="212339" y="1568616"/>
                  </a:lnTo>
                  <a:lnTo>
                    <a:pt x="215846" y="1573765"/>
                  </a:lnTo>
                  <a:close/>
                  <a:moveTo>
                    <a:pt x="229378" y="1564946"/>
                  </a:moveTo>
                  <a:lnTo>
                    <a:pt x="212339" y="156861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29378" y="156494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42240" y="1584667"/>
                  </a:lnTo>
                  <a:lnTo>
                    <a:pt x="298333" y="1573603"/>
                  </a:lnTo>
                  <a:close/>
                  <a:moveTo>
                    <a:pt x="203016" y="1562590"/>
                  </a:moveTo>
                  <a:lnTo>
                    <a:pt x="212339" y="1568616"/>
                  </a:lnTo>
                  <a:lnTo>
                    <a:pt x="166930" y="1552249"/>
                  </a:lnTo>
                  <a:close/>
                  <a:moveTo>
                    <a:pt x="248987" y="1411950"/>
                  </a:moveTo>
                  <a:lnTo>
                    <a:pt x="256948" y="1447243"/>
                  </a:lnTo>
                  <a:lnTo>
                    <a:pt x="279191" y="1434196"/>
                  </a:lnTo>
                  <a:close/>
                  <a:moveTo>
                    <a:pt x="312580" y="1434455"/>
                  </a:moveTo>
                  <a:lnTo>
                    <a:pt x="297592" y="1406786"/>
                  </a:lnTo>
                  <a:lnTo>
                    <a:pt x="279191" y="1434196"/>
                  </a:lnTo>
                  <a:close/>
                  <a:moveTo>
                    <a:pt x="0" y="917022"/>
                  </a:moveTo>
                  <a:lnTo>
                    <a:pt x="42831" y="952583"/>
                  </a:lnTo>
                  <a:lnTo>
                    <a:pt x="26857" y="939850"/>
                  </a:lnTo>
                  <a:close/>
                  <a:moveTo>
                    <a:pt x="67920" y="950180"/>
                  </a:moveTo>
                  <a:lnTo>
                    <a:pt x="32918" y="943889"/>
                  </a:lnTo>
                  <a:lnTo>
                    <a:pt x="26857" y="939850"/>
                  </a:lnTo>
                  <a:close/>
                  <a:moveTo>
                    <a:pt x="333320" y="1255954"/>
                  </a:moveTo>
                  <a:lnTo>
                    <a:pt x="341150" y="1267318"/>
                  </a:lnTo>
                  <a:lnTo>
                    <a:pt x="343645" y="1229901"/>
                  </a:lnTo>
                  <a:close/>
                  <a:moveTo>
                    <a:pt x="75347" y="927516"/>
                  </a:moveTo>
                  <a:lnTo>
                    <a:pt x="32918" y="943889"/>
                  </a:lnTo>
                  <a:lnTo>
                    <a:pt x="67920" y="950180"/>
                  </a:lnTo>
                  <a:close/>
                  <a:moveTo>
                    <a:pt x="75347" y="927516"/>
                  </a:moveTo>
                  <a:lnTo>
                    <a:pt x="36347" y="932134"/>
                  </a:lnTo>
                  <a:lnTo>
                    <a:pt x="32918" y="943889"/>
                  </a:lnTo>
                  <a:close/>
                  <a:moveTo>
                    <a:pt x="82288" y="907690"/>
                  </a:moveTo>
                  <a:lnTo>
                    <a:pt x="96892" y="892342"/>
                  </a:lnTo>
                  <a:lnTo>
                    <a:pt x="99794" y="882585"/>
                  </a:lnTo>
                  <a:close/>
                  <a:moveTo>
                    <a:pt x="82288" y="907690"/>
                  </a:moveTo>
                  <a:lnTo>
                    <a:pt x="91313" y="913066"/>
                  </a:lnTo>
                  <a:lnTo>
                    <a:pt x="96892" y="892342"/>
                  </a:lnTo>
                  <a:close/>
                  <a:moveTo>
                    <a:pt x="75347" y="927516"/>
                  </a:moveTo>
                  <a:lnTo>
                    <a:pt x="91313" y="913066"/>
                  </a:lnTo>
                  <a:lnTo>
                    <a:pt x="82288" y="907690"/>
                  </a:lnTo>
                  <a:close/>
                  <a:moveTo>
                    <a:pt x="81038" y="936524"/>
                  </a:moveTo>
                  <a:lnTo>
                    <a:pt x="91313" y="913066"/>
                  </a:lnTo>
                  <a:lnTo>
                    <a:pt x="75347" y="927516"/>
                  </a:lnTo>
                  <a:close/>
                  <a:moveTo>
                    <a:pt x="6444" y="844909"/>
                  </a:moveTo>
                  <a:lnTo>
                    <a:pt x="53430" y="809075"/>
                  </a:lnTo>
                  <a:lnTo>
                    <a:pt x="57082" y="813451"/>
                  </a:lnTo>
                  <a:close/>
                  <a:moveTo>
                    <a:pt x="57082" y="813451"/>
                  </a:moveTo>
                  <a:lnTo>
                    <a:pt x="53677" y="810892"/>
                  </a:lnTo>
                  <a:lnTo>
                    <a:pt x="6444" y="844909"/>
                  </a:lnTo>
                  <a:close/>
                  <a:moveTo>
                    <a:pt x="57082" y="813451"/>
                  </a:moveTo>
                  <a:lnTo>
                    <a:pt x="84724" y="845830"/>
                  </a:lnTo>
                  <a:lnTo>
                    <a:pt x="53677" y="810892"/>
                  </a:lnTo>
                  <a:close/>
                  <a:moveTo>
                    <a:pt x="53430" y="809075"/>
                  </a:moveTo>
                  <a:lnTo>
                    <a:pt x="4626" y="823682"/>
                  </a:lnTo>
                  <a:lnTo>
                    <a:pt x="55669" y="808167"/>
                  </a:lnTo>
                  <a:close/>
                  <a:moveTo>
                    <a:pt x="76269" y="837273"/>
                  </a:moveTo>
                  <a:lnTo>
                    <a:pt x="99794" y="882585"/>
                  </a:lnTo>
                  <a:lnTo>
                    <a:pt x="84724" y="845830"/>
                  </a:lnTo>
                  <a:close/>
                  <a:moveTo>
                    <a:pt x="76269" y="837273"/>
                  </a:moveTo>
                  <a:lnTo>
                    <a:pt x="87237" y="873103"/>
                  </a:lnTo>
                  <a:lnTo>
                    <a:pt x="99794" y="882585"/>
                  </a:lnTo>
                  <a:close/>
                  <a:moveTo>
                    <a:pt x="41887" y="793389"/>
                  </a:moveTo>
                  <a:lnTo>
                    <a:pt x="76269" y="837273"/>
                  </a:lnTo>
                  <a:lnTo>
                    <a:pt x="53430" y="809075"/>
                  </a:lnTo>
                  <a:close/>
                  <a:moveTo>
                    <a:pt x="41887" y="793389"/>
                  </a:moveTo>
                  <a:lnTo>
                    <a:pt x="53430" y="809075"/>
                  </a:lnTo>
                  <a:lnTo>
                    <a:pt x="42595" y="787651"/>
                  </a:lnTo>
                  <a:close/>
                  <a:moveTo>
                    <a:pt x="42595" y="787651"/>
                  </a:moveTo>
                  <a:lnTo>
                    <a:pt x="53430" y="809075"/>
                  </a:lnTo>
                  <a:lnTo>
                    <a:pt x="55669" y="808167"/>
                  </a:lnTo>
                  <a:close/>
                  <a:moveTo>
                    <a:pt x="42595" y="787651"/>
                  </a:moveTo>
                  <a:lnTo>
                    <a:pt x="55669" y="808167"/>
                  </a:lnTo>
                  <a:lnTo>
                    <a:pt x="70049" y="765724"/>
                  </a:lnTo>
                  <a:close/>
                  <a:moveTo>
                    <a:pt x="317425" y="1000394"/>
                  </a:moveTo>
                  <a:lnTo>
                    <a:pt x="295757" y="1035668"/>
                  </a:lnTo>
                  <a:lnTo>
                    <a:pt x="321336" y="1041961"/>
                  </a:lnTo>
                  <a:close/>
                  <a:moveTo>
                    <a:pt x="321336" y="1041961"/>
                  </a:moveTo>
                  <a:lnTo>
                    <a:pt x="331693" y="1049177"/>
                  </a:lnTo>
                  <a:lnTo>
                    <a:pt x="317425" y="1000394"/>
                  </a:lnTo>
                  <a:close/>
                  <a:moveTo>
                    <a:pt x="123931" y="780865"/>
                  </a:moveTo>
                  <a:lnTo>
                    <a:pt x="115836" y="774709"/>
                  </a:lnTo>
                  <a:lnTo>
                    <a:pt x="103821" y="767414"/>
                  </a:lnTo>
                  <a:close/>
                  <a:moveTo>
                    <a:pt x="350887" y="941300"/>
                  </a:moveTo>
                  <a:lnTo>
                    <a:pt x="362232" y="991055"/>
                  </a:lnTo>
                  <a:lnTo>
                    <a:pt x="370550" y="949373"/>
                  </a:lnTo>
                  <a:close/>
                  <a:moveTo>
                    <a:pt x="370550" y="949373"/>
                  </a:moveTo>
                  <a:lnTo>
                    <a:pt x="362232" y="991055"/>
                  </a:lnTo>
                  <a:lnTo>
                    <a:pt x="403828" y="949216"/>
                  </a:lnTo>
                  <a:close/>
                  <a:moveTo>
                    <a:pt x="221125" y="800772"/>
                  </a:moveTo>
                  <a:lnTo>
                    <a:pt x="221071" y="845563"/>
                  </a:lnTo>
                  <a:lnTo>
                    <a:pt x="255467" y="799941"/>
                  </a:lnTo>
                  <a:close/>
                  <a:moveTo>
                    <a:pt x="255467" y="799941"/>
                  </a:moveTo>
                  <a:lnTo>
                    <a:pt x="234725" y="786905"/>
                  </a:lnTo>
                  <a:lnTo>
                    <a:pt x="215083" y="760937"/>
                  </a:lnTo>
                  <a:close/>
                  <a:moveTo>
                    <a:pt x="589769" y="1174480"/>
                  </a:moveTo>
                  <a:lnTo>
                    <a:pt x="580836" y="1190169"/>
                  </a:lnTo>
                  <a:lnTo>
                    <a:pt x="602126" y="1192315"/>
                  </a:lnTo>
                  <a:close/>
                  <a:moveTo>
                    <a:pt x="325935" y="810929"/>
                  </a:moveTo>
                  <a:lnTo>
                    <a:pt x="296064" y="794025"/>
                  </a:lnTo>
                  <a:lnTo>
                    <a:pt x="336101" y="820572"/>
                  </a:lnTo>
                  <a:close/>
                  <a:moveTo>
                    <a:pt x="237879" y="666832"/>
                  </a:moveTo>
                  <a:lnTo>
                    <a:pt x="236418" y="681186"/>
                  </a:lnTo>
                  <a:lnTo>
                    <a:pt x="257907" y="681163"/>
                  </a:lnTo>
                  <a:close/>
                  <a:moveTo>
                    <a:pt x="748121" y="1268228"/>
                  </a:moveTo>
                  <a:lnTo>
                    <a:pt x="775651" y="1291667"/>
                  </a:lnTo>
                  <a:lnTo>
                    <a:pt x="804609" y="1258642"/>
                  </a:lnTo>
                  <a:close/>
                  <a:moveTo>
                    <a:pt x="409409" y="845548"/>
                  </a:moveTo>
                  <a:lnTo>
                    <a:pt x="430597" y="873069"/>
                  </a:lnTo>
                  <a:lnTo>
                    <a:pt x="440703" y="887362"/>
                  </a:lnTo>
                  <a:close/>
                  <a:moveTo>
                    <a:pt x="804609" y="1258642"/>
                  </a:moveTo>
                  <a:lnTo>
                    <a:pt x="804394" y="1233356"/>
                  </a:lnTo>
                  <a:lnTo>
                    <a:pt x="790192" y="1274483"/>
                  </a:lnTo>
                  <a:close/>
                  <a:moveTo>
                    <a:pt x="804394" y="1233356"/>
                  </a:moveTo>
                  <a:lnTo>
                    <a:pt x="804609" y="1258642"/>
                  </a:lnTo>
                  <a:lnTo>
                    <a:pt x="814747" y="1237728"/>
                  </a:lnTo>
                  <a:close/>
                  <a:moveTo>
                    <a:pt x="789067" y="1220545"/>
                  </a:moveTo>
                  <a:lnTo>
                    <a:pt x="804394" y="1233356"/>
                  </a:lnTo>
                  <a:lnTo>
                    <a:pt x="770038" y="1189451"/>
                  </a:lnTo>
                  <a:close/>
                  <a:moveTo>
                    <a:pt x="770038" y="1189451"/>
                  </a:moveTo>
                  <a:lnTo>
                    <a:pt x="804394" y="1233356"/>
                  </a:lnTo>
                  <a:lnTo>
                    <a:pt x="779688" y="1200973"/>
                  </a:lnTo>
                  <a:close/>
                  <a:moveTo>
                    <a:pt x="769799" y="1156862"/>
                  </a:moveTo>
                  <a:lnTo>
                    <a:pt x="759031" y="1153653"/>
                  </a:lnTo>
                  <a:lnTo>
                    <a:pt x="807660" y="1173840"/>
                  </a:lnTo>
                  <a:close/>
                  <a:moveTo>
                    <a:pt x="373212" y="723158"/>
                  </a:moveTo>
                  <a:lnTo>
                    <a:pt x="419228" y="718171"/>
                  </a:lnTo>
                  <a:lnTo>
                    <a:pt x="410602" y="742730"/>
                  </a:lnTo>
                  <a:close/>
                  <a:moveTo>
                    <a:pt x="373212" y="723158"/>
                  </a:moveTo>
                  <a:lnTo>
                    <a:pt x="410602" y="742730"/>
                  </a:lnTo>
                  <a:lnTo>
                    <a:pt x="396482" y="759914"/>
                  </a:lnTo>
                  <a:close/>
                  <a:moveTo>
                    <a:pt x="408642" y="711930"/>
                  </a:moveTo>
                  <a:lnTo>
                    <a:pt x="448407" y="742730"/>
                  </a:lnTo>
                  <a:lnTo>
                    <a:pt x="419228" y="718171"/>
                  </a:lnTo>
                  <a:close/>
                  <a:moveTo>
                    <a:pt x="807660" y="1173840"/>
                  </a:moveTo>
                  <a:lnTo>
                    <a:pt x="828404" y="1155190"/>
                  </a:lnTo>
                  <a:lnTo>
                    <a:pt x="769799" y="1156862"/>
                  </a:lnTo>
                  <a:close/>
                  <a:moveTo>
                    <a:pt x="716480" y="1071663"/>
                  </a:moveTo>
                  <a:lnTo>
                    <a:pt x="774096" y="1096658"/>
                  </a:lnTo>
                  <a:lnTo>
                    <a:pt x="765932" y="1093097"/>
                  </a:lnTo>
                  <a:close/>
                  <a:moveTo>
                    <a:pt x="752557" y="1092396"/>
                  </a:moveTo>
                  <a:lnTo>
                    <a:pt x="774096" y="1096658"/>
                  </a:lnTo>
                  <a:lnTo>
                    <a:pt x="721008" y="1073525"/>
                  </a:lnTo>
                  <a:close/>
                  <a:moveTo>
                    <a:pt x="448407" y="742730"/>
                  </a:moveTo>
                  <a:lnTo>
                    <a:pt x="462208" y="754287"/>
                  </a:lnTo>
                  <a:lnTo>
                    <a:pt x="464267" y="738543"/>
                  </a:lnTo>
                  <a:close/>
                  <a:moveTo>
                    <a:pt x="448407" y="742730"/>
                  </a:moveTo>
                  <a:lnTo>
                    <a:pt x="464267" y="738543"/>
                  </a:lnTo>
                  <a:lnTo>
                    <a:pt x="419228" y="718171"/>
                  </a:lnTo>
                  <a:close/>
                  <a:moveTo>
                    <a:pt x="493045" y="742235"/>
                  </a:moveTo>
                  <a:lnTo>
                    <a:pt x="464267" y="738543"/>
                  </a:lnTo>
                  <a:lnTo>
                    <a:pt x="462208" y="754287"/>
                  </a:lnTo>
                  <a:close/>
                  <a:moveTo>
                    <a:pt x="500929" y="691079"/>
                  </a:moveTo>
                  <a:lnTo>
                    <a:pt x="464267" y="738543"/>
                  </a:lnTo>
                  <a:lnTo>
                    <a:pt x="493045" y="742235"/>
                  </a:lnTo>
                  <a:close/>
                  <a:moveTo>
                    <a:pt x="238683" y="394752"/>
                  </a:moveTo>
                  <a:lnTo>
                    <a:pt x="226977" y="401472"/>
                  </a:lnTo>
                  <a:lnTo>
                    <a:pt x="254122" y="398310"/>
                  </a:lnTo>
                  <a:close/>
                  <a:moveTo>
                    <a:pt x="238683" y="394752"/>
                  </a:moveTo>
                  <a:lnTo>
                    <a:pt x="254122" y="398310"/>
                  </a:lnTo>
                  <a:lnTo>
                    <a:pt x="256345" y="386699"/>
                  </a:lnTo>
                  <a:close/>
                  <a:moveTo>
                    <a:pt x="113693" y="252224"/>
                  </a:moveTo>
                  <a:lnTo>
                    <a:pt x="115396" y="295586"/>
                  </a:lnTo>
                  <a:lnTo>
                    <a:pt x="145445" y="253498"/>
                  </a:lnTo>
                  <a:close/>
                  <a:moveTo>
                    <a:pt x="80163" y="252395"/>
                  </a:moveTo>
                  <a:lnTo>
                    <a:pt x="115396" y="295586"/>
                  </a:lnTo>
                  <a:lnTo>
                    <a:pt x="113693" y="252224"/>
                  </a:lnTo>
                  <a:close/>
                  <a:moveTo>
                    <a:pt x="927007" y="1149423"/>
                  </a:moveTo>
                  <a:lnTo>
                    <a:pt x="932751" y="1171597"/>
                  </a:lnTo>
                  <a:lnTo>
                    <a:pt x="959199" y="1174276"/>
                  </a:lnTo>
                  <a:close/>
                  <a:moveTo>
                    <a:pt x="852498" y="1120698"/>
                  </a:moveTo>
                  <a:lnTo>
                    <a:pt x="863989" y="1077752"/>
                  </a:lnTo>
                  <a:lnTo>
                    <a:pt x="839533" y="1129852"/>
                  </a:lnTo>
                  <a:close/>
                  <a:moveTo>
                    <a:pt x="867685" y="1081272"/>
                  </a:moveTo>
                  <a:lnTo>
                    <a:pt x="861725" y="1124341"/>
                  </a:lnTo>
                  <a:lnTo>
                    <a:pt x="839533" y="1129852"/>
                  </a:lnTo>
                  <a:close/>
                  <a:moveTo>
                    <a:pt x="861725" y="1124341"/>
                  </a:moveTo>
                  <a:lnTo>
                    <a:pt x="867685" y="1081272"/>
                  </a:lnTo>
                  <a:lnTo>
                    <a:pt x="884561" y="1129852"/>
                  </a:lnTo>
                  <a:close/>
                  <a:moveTo>
                    <a:pt x="863989" y="1077752"/>
                  </a:moveTo>
                  <a:lnTo>
                    <a:pt x="852498" y="1120698"/>
                  </a:lnTo>
                  <a:lnTo>
                    <a:pt x="884561" y="1129852"/>
                  </a:lnTo>
                  <a:close/>
                  <a:moveTo>
                    <a:pt x="697961" y="916639"/>
                  </a:moveTo>
                  <a:lnTo>
                    <a:pt x="664244" y="908054"/>
                  </a:lnTo>
                  <a:lnTo>
                    <a:pt x="668355" y="909322"/>
                  </a:lnTo>
                  <a:close/>
                  <a:moveTo>
                    <a:pt x="687649" y="906452"/>
                  </a:moveTo>
                  <a:lnTo>
                    <a:pt x="664244" y="908054"/>
                  </a:lnTo>
                  <a:lnTo>
                    <a:pt x="697961" y="916639"/>
                  </a:lnTo>
                  <a:close/>
                  <a:moveTo>
                    <a:pt x="228243" y="392261"/>
                  </a:moveTo>
                  <a:lnTo>
                    <a:pt x="226977" y="401472"/>
                  </a:lnTo>
                  <a:lnTo>
                    <a:pt x="238683" y="394752"/>
                  </a:lnTo>
                  <a:close/>
                  <a:moveTo>
                    <a:pt x="228243" y="392261"/>
                  </a:moveTo>
                  <a:lnTo>
                    <a:pt x="238683" y="394752"/>
                  </a:lnTo>
                  <a:lnTo>
                    <a:pt x="240334" y="355206"/>
                  </a:lnTo>
                  <a:close/>
                  <a:moveTo>
                    <a:pt x="240334" y="355206"/>
                  </a:moveTo>
                  <a:lnTo>
                    <a:pt x="256345" y="386699"/>
                  </a:lnTo>
                  <a:lnTo>
                    <a:pt x="273767" y="355629"/>
                  </a:lnTo>
                  <a:close/>
                  <a:moveTo>
                    <a:pt x="273767" y="355629"/>
                  </a:moveTo>
                  <a:lnTo>
                    <a:pt x="295367" y="347120"/>
                  </a:lnTo>
                  <a:lnTo>
                    <a:pt x="288706" y="340813"/>
                  </a:lnTo>
                  <a:close/>
                  <a:moveTo>
                    <a:pt x="256345" y="386699"/>
                  </a:moveTo>
                  <a:lnTo>
                    <a:pt x="290254" y="388900"/>
                  </a:lnTo>
                  <a:lnTo>
                    <a:pt x="273767" y="355629"/>
                  </a:lnTo>
                  <a:close/>
                  <a:moveTo>
                    <a:pt x="288706" y="340813"/>
                  </a:moveTo>
                  <a:lnTo>
                    <a:pt x="295367" y="347120"/>
                  </a:lnTo>
                  <a:lnTo>
                    <a:pt x="298080" y="321954"/>
                  </a:lnTo>
                  <a:close/>
                  <a:moveTo>
                    <a:pt x="198057" y="230548"/>
                  </a:moveTo>
                  <a:lnTo>
                    <a:pt x="188017" y="255807"/>
                  </a:lnTo>
                  <a:lnTo>
                    <a:pt x="208301" y="235439"/>
                  </a:lnTo>
                  <a:close/>
                  <a:moveTo>
                    <a:pt x="959199" y="1174276"/>
                  </a:moveTo>
                  <a:lnTo>
                    <a:pt x="979759" y="1186178"/>
                  </a:lnTo>
                  <a:lnTo>
                    <a:pt x="980078" y="1156132"/>
                  </a:lnTo>
                  <a:close/>
                  <a:moveTo>
                    <a:pt x="980078" y="1156132"/>
                  </a:moveTo>
                  <a:lnTo>
                    <a:pt x="979759" y="1186178"/>
                  </a:lnTo>
                  <a:lnTo>
                    <a:pt x="998068" y="1139508"/>
                  </a:lnTo>
                  <a:close/>
                  <a:moveTo>
                    <a:pt x="959199" y="1174276"/>
                  </a:moveTo>
                  <a:lnTo>
                    <a:pt x="935991" y="1135799"/>
                  </a:lnTo>
                  <a:lnTo>
                    <a:pt x="927007" y="1149423"/>
                  </a:lnTo>
                  <a:close/>
                  <a:moveTo>
                    <a:pt x="752012" y="897944"/>
                  </a:moveTo>
                  <a:lnTo>
                    <a:pt x="791779" y="922049"/>
                  </a:lnTo>
                  <a:lnTo>
                    <a:pt x="773124" y="874955"/>
                  </a:lnTo>
                  <a:close/>
                  <a:moveTo>
                    <a:pt x="758166" y="885873"/>
                  </a:moveTo>
                  <a:lnTo>
                    <a:pt x="784383" y="846900"/>
                  </a:lnTo>
                  <a:lnTo>
                    <a:pt x="760176" y="839492"/>
                  </a:lnTo>
                  <a:close/>
                  <a:moveTo>
                    <a:pt x="758166" y="885873"/>
                  </a:moveTo>
                  <a:lnTo>
                    <a:pt x="760176" y="839492"/>
                  </a:lnTo>
                  <a:lnTo>
                    <a:pt x="770164" y="874955"/>
                  </a:lnTo>
                  <a:close/>
                  <a:moveTo>
                    <a:pt x="620950" y="781651"/>
                  </a:moveTo>
                  <a:lnTo>
                    <a:pt x="652884" y="776472"/>
                  </a:lnTo>
                  <a:lnTo>
                    <a:pt x="672109" y="752142"/>
                  </a:lnTo>
                  <a:close/>
                  <a:moveTo>
                    <a:pt x="637831" y="748560"/>
                  </a:moveTo>
                  <a:lnTo>
                    <a:pt x="620950" y="781651"/>
                  </a:lnTo>
                  <a:lnTo>
                    <a:pt x="672109" y="752142"/>
                  </a:lnTo>
                  <a:close/>
                  <a:moveTo>
                    <a:pt x="672109" y="752142"/>
                  </a:moveTo>
                  <a:lnTo>
                    <a:pt x="652884" y="776472"/>
                  </a:lnTo>
                  <a:lnTo>
                    <a:pt x="705892" y="753875"/>
                  </a:lnTo>
                  <a:close/>
                  <a:moveTo>
                    <a:pt x="285890" y="304745"/>
                  </a:moveTo>
                  <a:lnTo>
                    <a:pt x="298080" y="321954"/>
                  </a:lnTo>
                  <a:lnTo>
                    <a:pt x="319317" y="305148"/>
                  </a:lnTo>
                  <a:close/>
                  <a:moveTo>
                    <a:pt x="208301" y="235439"/>
                  </a:moveTo>
                  <a:lnTo>
                    <a:pt x="214678" y="213365"/>
                  </a:lnTo>
                  <a:lnTo>
                    <a:pt x="198057" y="230548"/>
                  </a:lnTo>
                  <a:close/>
                  <a:moveTo>
                    <a:pt x="232311" y="228999"/>
                  </a:moveTo>
                  <a:lnTo>
                    <a:pt x="214678" y="213365"/>
                  </a:lnTo>
                  <a:lnTo>
                    <a:pt x="208301" y="235439"/>
                  </a:lnTo>
                  <a:close/>
                  <a:moveTo>
                    <a:pt x="718968" y="764690"/>
                  </a:moveTo>
                  <a:lnTo>
                    <a:pt x="745901" y="778887"/>
                  </a:lnTo>
                  <a:lnTo>
                    <a:pt x="759154" y="784262"/>
                  </a:lnTo>
                  <a:close/>
                  <a:moveTo>
                    <a:pt x="440917" y="175814"/>
                  </a:moveTo>
                  <a:lnTo>
                    <a:pt x="409703" y="174102"/>
                  </a:lnTo>
                  <a:lnTo>
                    <a:pt x="405450" y="185616"/>
                  </a:lnTo>
                  <a:close/>
                  <a:moveTo>
                    <a:pt x="833826" y="585692"/>
                  </a:moveTo>
                  <a:lnTo>
                    <a:pt x="816388" y="552398"/>
                  </a:lnTo>
                  <a:lnTo>
                    <a:pt x="827290" y="573776"/>
                  </a:lnTo>
                  <a:close/>
                  <a:moveTo>
                    <a:pt x="822186" y="566120"/>
                  </a:moveTo>
                  <a:lnTo>
                    <a:pt x="816388" y="552398"/>
                  </a:lnTo>
                  <a:lnTo>
                    <a:pt x="833826" y="585692"/>
                  </a:lnTo>
                  <a:close/>
                  <a:moveTo>
                    <a:pt x="662935" y="333012"/>
                  </a:moveTo>
                  <a:lnTo>
                    <a:pt x="693026" y="330030"/>
                  </a:lnTo>
                  <a:lnTo>
                    <a:pt x="678038" y="328407"/>
                  </a:lnTo>
                  <a:close/>
                  <a:moveTo>
                    <a:pt x="563303" y="308835"/>
                  </a:moveTo>
                  <a:lnTo>
                    <a:pt x="563086" y="264910"/>
                  </a:lnTo>
                  <a:lnTo>
                    <a:pt x="562448" y="254897"/>
                  </a:lnTo>
                  <a:close/>
                  <a:moveTo>
                    <a:pt x="562448" y="254897"/>
                  </a:moveTo>
                  <a:lnTo>
                    <a:pt x="577628" y="263216"/>
                  </a:lnTo>
                  <a:lnTo>
                    <a:pt x="563303" y="308835"/>
                  </a:lnTo>
                  <a:close/>
                  <a:moveTo>
                    <a:pt x="591233" y="254897"/>
                  </a:moveTo>
                  <a:lnTo>
                    <a:pt x="563086" y="264910"/>
                  </a:lnTo>
                  <a:lnTo>
                    <a:pt x="562011" y="301033"/>
                  </a:lnTo>
                  <a:close/>
                  <a:moveTo>
                    <a:pt x="668642" y="322766"/>
                  </a:moveTo>
                  <a:lnTo>
                    <a:pt x="662935" y="333012"/>
                  </a:lnTo>
                  <a:lnTo>
                    <a:pt x="678038" y="328407"/>
                  </a:lnTo>
                  <a:close/>
                  <a:moveTo>
                    <a:pt x="668642" y="322766"/>
                  </a:moveTo>
                  <a:lnTo>
                    <a:pt x="678038" y="328407"/>
                  </a:lnTo>
                  <a:lnTo>
                    <a:pt x="655329" y="304573"/>
                  </a:lnTo>
                  <a:close/>
                  <a:moveTo>
                    <a:pt x="574305" y="250792"/>
                  </a:moveTo>
                  <a:lnTo>
                    <a:pt x="591233" y="254897"/>
                  </a:lnTo>
                  <a:lnTo>
                    <a:pt x="589241" y="210427"/>
                  </a:lnTo>
                  <a:close/>
                  <a:moveTo>
                    <a:pt x="589241" y="210427"/>
                  </a:moveTo>
                  <a:lnTo>
                    <a:pt x="591233" y="254897"/>
                  </a:lnTo>
                  <a:lnTo>
                    <a:pt x="614077" y="205797"/>
                  </a:lnTo>
                  <a:close/>
                  <a:moveTo>
                    <a:pt x="599438" y="200958"/>
                  </a:moveTo>
                  <a:lnTo>
                    <a:pt x="614077" y="205797"/>
                  </a:lnTo>
                  <a:lnTo>
                    <a:pt x="616789" y="188847"/>
                  </a:lnTo>
                  <a:close/>
                  <a:moveTo>
                    <a:pt x="515386" y="58872"/>
                  </a:moveTo>
                  <a:lnTo>
                    <a:pt x="538554" y="90693"/>
                  </a:lnTo>
                  <a:lnTo>
                    <a:pt x="545328" y="100359"/>
                  </a:lnTo>
                  <a:close/>
                  <a:moveTo>
                    <a:pt x="726804" y="220530"/>
                  </a:moveTo>
                  <a:lnTo>
                    <a:pt x="722064" y="261675"/>
                  </a:lnTo>
                  <a:lnTo>
                    <a:pt x="721885" y="236424"/>
                  </a:lnTo>
                  <a:close/>
                  <a:moveTo>
                    <a:pt x="700686" y="253372"/>
                  </a:moveTo>
                  <a:lnTo>
                    <a:pt x="735417" y="258647"/>
                  </a:lnTo>
                  <a:lnTo>
                    <a:pt x="726804" y="220530"/>
                  </a:lnTo>
                  <a:close/>
                  <a:moveTo>
                    <a:pt x="599438" y="200958"/>
                  </a:moveTo>
                  <a:lnTo>
                    <a:pt x="616789" y="188847"/>
                  </a:lnTo>
                  <a:lnTo>
                    <a:pt x="634937" y="160493"/>
                  </a:lnTo>
                  <a:close/>
                  <a:moveTo>
                    <a:pt x="538554" y="90693"/>
                  </a:moveTo>
                  <a:lnTo>
                    <a:pt x="515386" y="58872"/>
                  </a:lnTo>
                  <a:lnTo>
                    <a:pt x="537773" y="79412"/>
                  </a:lnTo>
                  <a:close/>
                  <a:moveTo>
                    <a:pt x="511478" y="53938"/>
                  </a:moveTo>
                  <a:lnTo>
                    <a:pt x="507832" y="14260"/>
                  </a:lnTo>
                  <a:lnTo>
                    <a:pt x="5047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7" name="Input_density__108">
              <a:extLst>
                <a:ext uri="{FF2B5EF4-FFF2-40B4-BE49-F238E27FC236}">
                  <a16:creationId xmlns:a16="http://schemas.microsoft.com/office/drawing/2014/main" id="{73934BDB-D653-38E6-E614-54BD7FF930E4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4251"/>
              <a:ext cx="1022164" cy="1648414"/>
            </a:xfrm>
            <a:custGeom>
              <a:avLst/>
              <a:gdLst/>
              <a:ahLst/>
              <a:cxnLst/>
              <a:rect l="0" t="0" r="0" b="0"/>
              <a:pathLst>
                <a:path w="1022164" h="1648414">
                  <a:moveTo>
                    <a:pt x="130409" y="1597237"/>
                  </a:moveTo>
                  <a:lnTo>
                    <a:pt x="147299" y="1633992"/>
                  </a:lnTo>
                  <a:lnTo>
                    <a:pt x="164430" y="1616809"/>
                  </a:lnTo>
                  <a:close/>
                  <a:moveTo>
                    <a:pt x="209416" y="1599625"/>
                  </a:moveTo>
                  <a:lnTo>
                    <a:pt x="228291" y="1648414"/>
                  </a:lnTo>
                  <a:lnTo>
                    <a:pt x="231090" y="1636380"/>
                  </a:lnTo>
                  <a:close/>
                  <a:moveTo>
                    <a:pt x="182883" y="1632048"/>
                  </a:moveTo>
                  <a:lnTo>
                    <a:pt x="228291" y="1648414"/>
                  </a:lnTo>
                  <a:lnTo>
                    <a:pt x="209416" y="1599625"/>
                  </a:lnTo>
                  <a:close/>
                  <a:moveTo>
                    <a:pt x="191409" y="1606563"/>
                  </a:moveTo>
                  <a:lnTo>
                    <a:pt x="209416" y="1599625"/>
                  </a:lnTo>
                  <a:lnTo>
                    <a:pt x="208046" y="1601551"/>
                  </a:lnTo>
                  <a:close/>
                  <a:moveTo>
                    <a:pt x="174162" y="1575838"/>
                  </a:moveTo>
                  <a:lnTo>
                    <a:pt x="191409" y="1606563"/>
                  </a:lnTo>
                  <a:lnTo>
                    <a:pt x="208046" y="1601551"/>
                  </a:lnTo>
                  <a:close/>
                  <a:moveTo>
                    <a:pt x="251860" y="1629253"/>
                  </a:moveTo>
                  <a:lnTo>
                    <a:pt x="291975" y="1623729"/>
                  </a:lnTo>
                  <a:lnTo>
                    <a:pt x="277400" y="1590831"/>
                  </a:lnTo>
                  <a:close/>
                  <a:moveTo>
                    <a:pt x="251860" y="1629253"/>
                  </a:moveTo>
                  <a:lnTo>
                    <a:pt x="277400" y="1590831"/>
                  </a:lnTo>
                  <a:lnTo>
                    <a:pt x="250428" y="1585670"/>
                  </a:lnTo>
                  <a:close/>
                  <a:moveTo>
                    <a:pt x="250428" y="1585670"/>
                  </a:moveTo>
                  <a:lnTo>
                    <a:pt x="277400" y="1590831"/>
                  </a:lnTo>
                  <a:lnTo>
                    <a:pt x="225897" y="1560866"/>
                  </a:lnTo>
                  <a:close/>
                  <a:moveTo>
                    <a:pt x="213363" y="1525223"/>
                  </a:moveTo>
                  <a:lnTo>
                    <a:pt x="233432" y="1504049"/>
                  </a:lnTo>
                  <a:lnTo>
                    <a:pt x="175286" y="1507435"/>
                  </a:lnTo>
                  <a:close/>
                  <a:moveTo>
                    <a:pt x="241125" y="1327546"/>
                  </a:moveTo>
                  <a:lnTo>
                    <a:pt x="260760" y="1335877"/>
                  </a:lnTo>
                  <a:lnTo>
                    <a:pt x="241264" y="1381484"/>
                  </a:lnTo>
                  <a:close/>
                  <a:moveTo>
                    <a:pt x="260760" y="1335877"/>
                  </a:moveTo>
                  <a:lnTo>
                    <a:pt x="241125" y="1327546"/>
                  </a:lnTo>
                  <a:lnTo>
                    <a:pt x="226071" y="1292243"/>
                  </a:lnTo>
                  <a:close/>
                  <a:moveTo>
                    <a:pt x="304627" y="1300213"/>
                  </a:moveTo>
                  <a:lnTo>
                    <a:pt x="335369" y="1302309"/>
                  </a:lnTo>
                  <a:lnTo>
                    <a:pt x="334673" y="1258128"/>
                  </a:lnTo>
                  <a:close/>
                  <a:moveTo>
                    <a:pt x="335369" y="1302309"/>
                  </a:moveTo>
                  <a:lnTo>
                    <a:pt x="368975" y="1257329"/>
                  </a:lnTo>
                  <a:lnTo>
                    <a:pt x="334673" y="1258128"/>
                  </a:lnTo>
                  <a:close/>
                  <a:moveTo>
                    <a:pt x="21398" y="888874"/>
                  </a:moveTo>
                  <a:lnTo>
                    <a:pt x="20578" y="903481"/>
                  </a:lnTo>
                  <a:lnTo>
                    <a:pt x="23596" y="942812"/>
                  </a:lnTo>
                  <a:close/>
                  <a:moveTo>
                    <a:pt x="21398" y="888874"/>
                  </a:moveTo>
                  <a:lnTo>
                    <a:pt x="15285" y="898116"/>
                  </a:lnTo>
                  <a:lnTo>
                    <a:pt x="20578" y="903481"/>
                  </a:lnTo>
                  <a:close/>
                  <a:moveTo>
                    <a:pt x="0" y="869302"/>
                  </a:moveTo>
                  <a:lnTo>
                    <a:pt x="15285" y="898116"/>
                  </a:lnTo>
                  <a:lnTo>
                    <a:pt x="21398" y="888874"/>
                  </a:lnTo>
                  <a:close/>
                  <a:moveTo>
                    <a:pt x="162741" y="913917"/>
                  </a:moveTo>
                  <a:lnTo>
                    <a:pt x="178368" y="941709"/>
                  </a:lnTo>
                  <a:lnTo>
                    <a:pt x="165666" y="908446"/>
                  </a:lnTo>
                  <a:close/>
                  <a:moveTo>
                    <a:pt x="178368" y="941709"/>
                  </a:moveTo>
                  <a:lnTo>
                    <a:pt x="162741" y="913917"/>
                  </a:lnTo>
                  <a:lnTo>
                    <a:pt x="179753" y="945200"/>
                  </a:lnTo>
                  <a:close/>
                  <a:moveTo>
                    <a:pt x="487934" y="1295567"/>
                  </a:moveTo>
                  <a:lnTo>
                    <a:pt x="447657" y="1312750"/>
                  </a:lnTo>
                  <a:lnTo>
                    <a:pt x="486824" y="1347520"/>
                  </a:lnTo>
                  <a:close/>
                  <a:moveTo>
                    <a:pt x="333378" y="1080192"/>
                  </a:moveTo>
                  <a:lnTo>
                    <a:pt x="375211" y="1083162"/>
                  </a:lnTo>
                  <a:lnTo>
                    <a:pt x="360272" y="1075037"/>
                  </a:lnTo>
                  <a:close/>
                  <a:moveTo>
                    <a:pt x="312857" y="1070813"/>
                  </a:moveTo>
                  <a:lnTo>
                    <a:pt x="328219" y="1075037"/>
                  </a:lnTo>
                  <a:lnTo>
                    <a:pt x="333378" y="1080192"/>
                  </a:lnTo>
                  <a:close/>
                  <a:moveTo>
                    <a:pt x="178368" y="941709"/>
                  </a:moveTo>
                  <a:lnTo>
                    <a:pt x="179753" y="945200"/>
                  </a:lnTo>
                  <a:lnTo>
                    <a:pt x="179633" y="944930"/>
                  </a:lnTo>
                  <a:close/>
                  <a:moveTo>
                    <a:pt x="176304" y="928017"/>
                  </a:moveTo>
                  <a:lnTo>
                    <a:pt x="178368" y="941709"/>
                  </a:lnTo>
                  <a:lnTo>
                    <a:pt x="179633" y="944930"/>
                  </a:lnTo>
                  <a:close/>
                  <a:moveTo>
                    <a:pt x="165666" y="908446"/>
                  </a:moveTo>
                  <a:lnTo>
                    <a:pt x="178368" y="941709"/>
                  </a:lnTo>
                  <a:lnTo>
                    <a:pt x="176304" y="928017"/>
                  </a:lnTo>
                  <a:close/>
                  <a:moveTo>
                    <a:pt x="158208" y="891262"/>
                  </a:moveTo>
                  <a:lnTo>
                    <a:pt x="156056" y="871690"/>
                  </a:lnTo>
                  <a:lnTo>
                    <a:pt x="165666" y="908446"/>
                  </a:lnTo>
                  <a:close/>
                  <a:moveTo>
                    <a:pt x="495056" y="1253751"/>
                  </a:moveTo>
                  <a:lnTo>
                    <a:pt x="520285" y="1251839"/>
                  </a:lnTo>
                  <a:lnTo>
                    <a:pt x="481191" y="1230251"/>
                  </a:lnTo>
                  <a:close/>
                  <a:moveTo>
                    <a:pt x="553994" y="1241629"/>
                  </a:moveTo>
                  <a:lnTo>
                    <a:pt x="533484" y="1294344"/>
                  </a:lnTo>
                  <a:lnTo>
                    <a:pt x="548322" y="1260457"/>
                  </a:lnTo>
                  <a:close/>
                  <a:moveTo>
                    <a:pt x="564943" y="1251110"/>
                  </a:moveTo>
                  <a:lnTo>
                    <a:pt x="553994" y="1241629"/>
                  </a:lnTo>
                  <a:lnTo>
                    <a:pt x="562416" y="1208418"/>
                  </a:lnTo>
                  <a:close/>
                  <a:moveTo>
                    <a:pt x="366840" y="1021099"/>
                  </a:moveTo>
                  <a:lnTo>
                    <a:pt x="342196" y="1001527"/>
                  </a:lnTo>
                  <a:lnTo>
                    <a:pt x="357888" y="1038282"/>
                  </a:lnTo>
                  <a:close/>
                  <a:moveTo>
                    <a:pt x="194035" y="843728"/>
                  </a:moveTo>
                  <a:lnTo>
                    <a:pt x="237077" y="880571"/>
                  </a:lnTo>
                  <a:lnTo>
                    <a:pt x="231036" y="840735"/>
                  </a:lnTo>
                  <a:close/>
                  <a:moveTo>
                    <a:pt x="226150" y="803369"/>
                  </a:moveTo>
                  <a:lnTo>
                    <a:pt x="224680" y="800569"/>
                  </a:lnTo>
                  <a:lnTo>
                    <a:pt x="231036" y="840735"/>
                  </a:lnTo>
                  <a:close/>
                  <a:moveTo>
                    <a:pt x="231036" y="840735"/>
                  </a:moveTo>
                  <a:lnTo>
                    <a:pt x="224680" y="800569"/>
                  </a:lnTo>
                  <a:lnTo>
                    <a:pt x="185283" y="806096"/>
                  </a:lnTo>
                  <a:close/>
                  <a:moveTo>
                    <a:pt x="231036" y="840735"/>
                  </a:moveTo>
                  <a:lnTo>
                    <a:pt x="185283" y="806096"/>
                  </a:lnTo>
                  <a:lnTo>
                    <a:pt x="194035" y="843728"/>
                  </a:lnTo>
                  <a:close/>
                  <a:moveTo>
                    <a:pt x="188256" y="786263"/>
                  </a:moveTo>
                  <a:lnTo>
                    <a:pt x="156768" y="763814"/>
                  </a:lnTo>
                  <a:lnTo>
                    <a:pt x="185283" y="806096"/>
                  </a:lnTo>
                  <a:close/>
                  <a:moveTo>
                    <a:pt x="150904" y="771188"/>
                  </a:moveTo>
                  <a:lnTo>
                    <a:pt x="180682" y="800569"/>
                  </a:lnTo>
                  <a:lnTo>
                    <a:pt x="185283" y="806096"/>
                  </a:lnTo>
                  <a:close/>
                  <a:moveTo>
                    <a:pt x="564787" y="1187690"/>
                  </a:moveTo>
                  <a:lnTo>
                    <a:pt x="557412" y="1169865"/>
                  </a:lnTo>
                  <a:lnTo>
                    <a:pt x="558706" y="1204874"/>
                  </a:lnTo>
                  <a:close/>
                  <a:moveTo>
                    <a:pt x="524942" y="1122301"/>
                  </a:moveTo>
                  <a:lnTo>
                    <a:pt x="557033" y="1168047"/>
                  </a:lnTo>
                  <a:lnTo>
                    <a:pt x="536198" y="1157897"/>
                  </a:lnTo>
                  <a:close/>
                  <a:moveTo>
                    <a:pt x="224680" y="800569"/>
                  </a:moveTo>
                  <a:lnTo>
                    <a:pt x="226150" y="803369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188256" y="786263"/>
                  </a:lnTo>
                  <a:lnTo>
                    <a:pt x="224680" y="800569"/>
                  </a:lnTo>
                  <a:close/>
                  <a:moveTo>
                    <a:pt x="190837" y="756834"/>
                  </a:moveTo>
                  <a:lnTo>
                    <a:pt x="188256" y="786263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226150" y="803369"/>
                  </a:lnTo>
                  <a:lnTo>
                    <a:pt x="225993" y="800569"/>
                  </a:lnTo>
                  <a:close/>
                  <a:moveTo>
                    <a:pt x="225993" y="800569"/>
                  </a:moveTo>
                  <a:lnTo>
                    <a:pt x="226660" y="754798"/>
                  </a:lnTo>
                  <a:lnTo>
                    <a:pt x="225715" y="800314"/>
                  </a:lnTo>
                  <a:close/>
                  <a:moveTo>
                    <a:pt x="537940" y="1150935"/>
                  </a:moveTo>
                  <a:lnTo>
                    <a:pt x="524942" y="1122301"/>
                  </a:lnTo>
                  <a:lnTo>
                    <a:pt x="536198" y="1157897"/>
                  </a:lnTo>
                  <a:close/>
                  <a:moveTo>
                    <a:pt x="300791" y="856895"/>
                  </a:moveTo>
                  <a:lnTo>
                    <a:pt x="309222" y="831348"/>
                  </a:lnTo>
                  <a:lnTo>
                    <a:pt x="312016" y="873823"/>
                  </a:lnTo>
                  <a:close/>
                  <a:moveTo>
                    <a:pt x="416843" y="921824"/>
                  </a:moveTo>
                  <a:lnTo>
                    <a:pt x="401832" y="917387"/>
                  </a:lnTo>
                  <a:lnTo>
                    <a:pt x="425361" y="925346"/>
                  </a:lnTo>
                  <a:close/>
                  <a:moveTo>
                    <a:pt x="425361" y="925346"/>
                  </a:moveTo>
                  <a:lnTo>
                    <a:pt x="429503" y="930405"/>
                  </a:lnTo>
                  <a:lnTo>
                    <a:pt x="416843" y="921824"/>
                  </a:lnTo>
                  <a:close/>
                  <a:moveTo>
                    <a:pt x="253831" y="746630"/>
                  </a:moveTo>
                  <a:lnTo>
                    <a:pt x="273860" y="760961"/>
                  </a:lnTo>
                  <a:lnTo>
                    <a:pt x="276151" y="729447"/>
                  </a:lnTo>
                  <a:close/>
                  <a:moveTo>
                    <a:pt x="774983" y="1233451"/>
                  </a:moveTo>
                  <a:lnTo>
                    <a:pt x="785752" y="1236661"/>
                  </a:lnTo>
                  <a:lnTo>
                    <a:pt x="770068" y="1226834"/>
                  </a:lnTo>
                  <a:close/>
                  <a:moveTo>
                    <a:pt x="774983" y="1233451"/>
                  </a:moveTo>
                  <a:lnTo>
                    <a:pt x="770068" y="1226834"/>
                  </a:lnTo>
                  <a:lnTo>
                    <a:pt x="781384" y="1220329"/>
                  </a:lnTo>
                  <a:close/>
                  <a:moveTo>
                    <a:pt x="784781" y="1190079"/>
                  </a:moveTo>
                  <a:lnTo>
                    <a:pt x="774983" y="1233451"/>
                  </a:lnTo>
                  <a:lnTo>
                    <a:pt x="781384" y="1220329"/>
                  </a:lnTo>
                  <a:close/>
                  <a:moveTo>
                    <a:pt x="540290" y="896039"/>
                  </a:moveTo>
                  <a:lnTo>
                    <a:pt x="542858" y="923035"/>
                  </a:lnTo>
                  <a:lnTo>
                    <a:pt x="536804" y="933669"/>
                  </a:lnTo>
                  <a:close/>
                  <a:moveTo>
                    <a:pt x="540290" y="896039"/>
                  </a:moveTo>
                  <a:lnTo>
                    <a:pt x="536804" y="933669"/>
                  </a:lnTo>
                  <a:lnTo>
                    <a:pt x="536463" y="927491"/>
                  </a:lnTo>
                  <a:close/>
                  <a:moveTo>
                    <a:pt x="287395" y="715360"/>
                  </a:moveTo>
                  <a:lnTo>
                    <a:pt x="307504" y="694338"/>
                  </a:lnTo>
                  <a:lnTo>
                    <a:pt x="318480" y="707006"/>
                  </a:lnTo>
                  <a:close/>
                  <a:moveTo>
                    <a:pt x="186105" y="528489"/>
                  </a:moveTo>
                  <a:lnTo>
                    <a:pt x="153108" y="491936"/>
                  </a:lnTo>
                  <a:lnTo>
                    <a:pt x="148278" y="508917"/>
                  </a:lnTo>
                  <a:close/>
                  <a:moveTo>
                    <a:pt x="186105" y="528489"/>
                  </a:moveTo>
                  <a:lnTo>
                    <a:pt x="148278" y="508917"/>
                  </a:lnTo>
                  <a:lnTo>
                    <a:pt x="151862" y="545672"/>
                  </a:lnTo>
                  <a:close/>
                  <a:moveTo>
                    <a:pt x="153108" y="491936"/>
                  </a:moveTo>
                  <a:lnTo>
                    <a:pt x="152392" y="488125"/>
                  </a:lnTo>
                  <a:lnTo>
                    <a:pt x="148278" y="508917"/>
                  </a:lnTo>
                  <a:close/>
                  <a:moveTo>
                    <a:pt x="536463" y="927491"/>
                  </a:moveTo>
                  <a:lnTo>
                    <a:pt x="536804" y="933669"/>
                  </a:lnTo>
                  <a:lnTo>
                    <a:pt x="536417" y="932794"/>
                  </a:lnTo>
                  <a:close/>
                  <a:moveTo>
                    <a:pt x="784781" y="1190079"/>
                  </a:moveTo>
                  <a:lnTo>
                    <a:pt x="781384" y="1220329"/>
                  </a:lnTo>
                  <a:lnTo>
                    <a:pt x="825175" y="1209650"/>
                  </a:lnTo>
                  <a:close/>
                  <a:moveTo>
                    <a:pt x="647548" y="952365"/>
                  </a:moveTo>
                  <a:lnTo>
                    <a:pt x="676980" y="990467"/>
                  </a:lnTo>
                  <a:lnTo>
                    <a:pt x="677852" y="986184"/>
                  </a:lnTo>
                  <a:close/>
                  <a:moveTo>
                    <a:pt x="639475" y="1006304"/>
                  </a:moveTo>
                  <a:lnTo>
                    <a:pt x="676980" y="990467"/>
                  </a:lnTo>
                  <a:lnTo>
                    <a:pt x="647548" y="952365"/>
                  </a:lnTo>
                  <a:close/>
                  <a:moveTo>
                    <a:pt x="641969" y="969549"/>
                  </a:moveTo>
                  <a:lnTo>
                    <a:pt x="639475" y="1006304"/>
                  </a:lnTo>
                  <a:lnTo>
                    <a:pt x="647548" y="952365"/>
                  </a:lnTo>
                  <a:close/>
                  <a:moveTo>
                    <a:pt x="664583" y="936577"/>
                  </a:moveTo>
                  <a:lnTo>
                    <a:pt x="641969" y="969549"/>
                  </a:lnTo>
                  <a:lnTo>
                    <a:pt x="647548" y="952365"/>
                  </a:lnTo>
                  <a:close/>
                  <a:moveTo>
                    <a:pt x="540290" y="896039"/>
                  </a:moveTo>
                  <a:lnTo>
                    <a:pt x="548343" y="879541"/>
                  </a:lnTo>
                  <a:lnTo>
                    <a:pt x="547560" y="859284"/>
                  </a:lnTo>
                  <a:close/>
                  <a:moveTo>
                    <a:pt x="393928" y="768308"/>
                  </a:moveTo>
                  <a:lnTo>
                    <a:pt x="411060" y="775643"/>
                  </a:lnTo>
                  <a:lnTo>
                    <a:pt x="424198" y="756907"/>
                  </a:lnTo>
                  <a:close/>
                  <a:moveTo>
                    <a:pt x="247946" y="558505"/>
                  </a:moveTo>
                  <a:lnTo>
                    <a:pt x="267293" y="525118"/>
                  </a:lnTo>
                  <a:lnTo>
                    <a:pt x="239804" y="520377"/>
                  </a:lnTo>
                  <a:close/>
                  <a:moveTo>
                    <a:pt x="129106" y="304855"/>
                  </a:moveTo>
                  <a:lnTo>
                    <a:pt x="94341" y="290776"/>
                  </a:lnTo>
                  <a:lnTo>
                    <a:pt x="129646" y="332022"/>
                  </a:lnTo>
                  <a:close/>
                  <a:moveTo>
                    <a:pt x="855486" y="1209650"/>
                  </a:moveTo>
                  <a:lnTo>
                    <a:pt x="879942" y="1157551"/>
                  </a:lnTo>
                  <a:lnTo>
                    <a:pt x="861325" y="1155712"/>
                  </a:lnTo>
                  <a:close/>
                  <a:moveTo>
                    <a:pt x="861325" y="1155712"/>
                  </a:moveTo>
                  <a:lnTo>
                    <a:pt x="883637" y="1161070"/>
                  </a:lnTo>
                  <a:lnTo>
                    <a:pt x="855486" y="1209650"/>
                  </a:lnTo>
                  <a:close/>
                  <a:moveTo>
                    <a:pt x="900514" y="1209650"/>
                  </a:moveTo>
                  <a:lnTo>
                    <a:pt x="883637" y="1161070"/>
                  </a:lnTo>
                  <a:lnTo>
                    <a:pt x="887308" y="1155712"/>
                  </a:lnTo>
                  <a:close/>
                  <a:moveTo>
                    <a:pt x="887308" y="1155712"/>
                  </a:moveTo>
                  <a:lnTo>
                    <a:pt x="879942" y="1157551"/>
                  </a:lnTo>
                  <a:lnTo>
                    <a:pt x="900514" y="1209650"/>
                  </a:lnTo>
                  <a:close/>
                  <a:moveTo>
                    <a:pt x="861325" y="1155712"/>
                  </a:moveTo>
                  <a:lnTo>
                    <a:pt x="879942" y="1157551"/>
                  </a:lnTo>
                  <a:lnTo>
                    <a:pt x="873134" y="1121799"/>
                  </a:lnTo>
                  <a:close/>
                  <a:moveTo>
                    <a:pt x="680196" y="987853"/>
                  </a:moveTo>
                  <a:lnTo>
                    <a:pt x="692817" y="945930"/>
                  </a:lnTo>
                  <a:lnTo>
                    <a:pt x="684307" y="989120"/>
                  </a:lnTo>
                  <a:close/>
                  <a:moveTo>
                    <a:pt x="684307" y="989120"/>
                  </a:moveTo>
                  <a:lnTo>
                    <a:pt x="692817" y="945930"/>
                  </a:lnTo>
                  <a:lnTo>
                    <a:pt x="694684" y="935182"/>
                  </a:lnTo>
                  <a:close/>
                  <a:moveTo>
                    <a:pt x="683379" y="940518"/>
                  </a:moveTo>
                  <a:lnTo>
                    <a:pt x="677852" y="986184"/>
                  </a:lnTo>
                  <a:lnTo>
                    <a:pt x="684307" y="989120"/>
                  </a:lnTo>
                  <a:close/>
                  <a:moveTo>
                    <a:pt x="647548" y="952365"/>
                  </a:moveTo>
                  <a:lnTo>
                    <a:pt x="677852" y="986184"/>
                  </a:lnTo>
                  <a:lnTo>
                    <a:pt x="683379" y="940518"/>
                  </a:lnTo>
                  <a:close/>
                  <a:moveTo>
                    <a:pt x="692817" y="945930"/>
                  </a:moveTo>
                  <a:lnTo>
                    <a:pt x="680196" y="987853"/>
                  </a:lnTo>
                  <a:lnTo>
                    <a:pt x="686363" y="971937"/>
                  </a:lnTo>
                  <a:close/>
                  <a:moveTo>
                    <a:pt x="664583" y="936577"/>
                  </a:moveTo>
                  <a:lnTo>
                    <a:pt x="647548" y="952365"/>
                  </a:lnTo>
                  <a:lnTo>
                    <a:pt x="683379" y="940518"/>
                  </a:lnTo>
                  <a:close/>
                  <a:moveTo>
                    <a:pt x="184563" y="291417"/>
                  </a:moveTo>
                  <a:lnTo>
                    <a:pt x="160786" y="273592"/>
                  </a:lnTo>
                  <a:lnTo>
                    <a:pt x="129106" y="304855"/>
                  </a:lnTo>
                  <a:close/>
                  <a:moveTo>
                    <a:pt x="165933" y="317969"/>
                  </a:moveTo>
                  <a:lnTo>
                    <a:pt x="184563" y="291417"/>
                  </a:lnTo>
                  <a:lnTo>
                    <a:pt x="129106" y="304855"/>
                  </a:lnTo>
                  <a:close/>
                  <a:moveTo>
                    <a:pt x="995711" y="1265977"/>
                  </a:moveTo>
                  <a:lnTo>
                    <a:pt x="1018281" y="1290751"/>
                  </a:lnTo>
                  <a:lnTo>
                    <a:pt x="1022164" y="1257433"/>
                  </a:lnTo>
                  <a:close/>
                  <a:moveTo>
                    <a:pt x="786887" y="1000038"/>
                  </a:moveTo>
                  <a:lnTo>
                    <a:pt x="835642" y="1032237"/>
                  </a:lnTo>
                  <a:lnTo>
                    <a:pt x="800480" y="1003103"/>
                  </a:lnTo>
                  <a:close/>
                  <a:moveTo>
                    <a:pt x="810618" y="1007834"/>
                  </a:moveTo>
                  <a:lnTo>
                    <a:pt x="786887" y="1000038"/>
                  </a:lnTo>
                  <a:lnTo>
                    <a:pt x="789077" y="954754"/>
                  </a:lnTo>
                  <a:close/>
                  <a:moveTo>
                    <a:pt x="740062" y="901786"/>
                  </a:moveTo>
                  <a:lnTo>
                    <a:pt x="776108" y="917999"/>
                  </a:lnTo>
                  <a:lnTo>
                    <a:pt x="715125" y="897050"/>
                  </a:lnTo>
                  <a:close/>
                  <a:moveTo>
                    <a:pt x="715125" y="897050"/>
                  </a:moveTo>
                  <a:lnTo>
                    <a:pt x="776129" y="919290"/>
                  </a:lnTo>
                  <a:lnTo>
                    <a:pt x="719305" y="898427"/>
                  </a:lnTo>
                  <a:close/>
                  <a:moveTo>
                    <a:pt x="348802" y="407173"/>
                  </a:moveTo>
                  <a:lnTo>
                    <a:pt x="368864" y="403429"/>
                  </a:lnTo>
                  <a:lnTo>
                    <a:pt x="335270" y="384946"/>
                  </a:lnTo>
                  <a:close/>
                  <a:moveTo>
                    <a:pt x="184563" y="291417"/>
                  </a:moveTo>
                  <a:lnTo>
                    <a:pt x="161134" y="261676"/>
                  </a:lnTo>
                  <a:lnTo>
                    <a:pt x="160786" y="273592"/>
                  </a:lnTo>
                  <a:close/>
                  <a:moveTo>
                    <a:pt x="361295" y="440184"/>
                  </a:moveTo>
                  <a:lnTo>
                    <a:pt x="366090" y="409480"/>
                  </a:lnTo>
                  <a:lnTo>
                    <a:pt x="363767" y="456115"/>
                  </a:lnTo>
                  <a:close/>
                  <a:moveTo>
                    <a:pt x="874384" y="938334"/>
                  </a:moveTo>
                  <a:lnTo>
                    <a:pt x="876184" y="940785"/>
                  </a:lnTo>
                  <a:lnTo>
                    <a:pt x="917605" y="971077"/>
                  </a:lnTo>
                  <a:close/>
                  <a:moveTo>
                    <a:pt x="744653" y="790550"/>
                  </a:moveTo>
                  <a:lnTo>
                    <a:pt x="721844" y="833674"/>
                  </a:lnTo>
                  <a:lnTo>
                    <a:pt x="734920" y="844489"/>
                  </a:lnTo>
                  <a:close/>
                  <a:moveTo>
                    <a:pt x="731855" y="793955"/>
                  </a:moveTo>
                  <a:lnTo>
                    <a:pt x="688061" y="831941"/>
                  </a:lnTo>
                  <a:lnTo>
                    <a:pt x="721844" y="833674"/>
                  </a:lnTo>
                  <a:close/>
                  <a:moveTo>
                    <a:pt x="731855" y="793955"/>
                  </a:moveTo>
                  <a:lnTo>
                    <a:pt x="692309" y="799017"/>
                  </a:lnTo>
                  <a:lnTo>
                    <a:pt x="688061" y="831941"/>
                  </a:lnTo>
                  <a:close/>
                  <a:moveTo>
                    <a:pt x="692309" y="799017"/>
                  </a:moveTo>
                  <a:lnTo>
                    <a:pt x="731855" y="793955"/>
                  </a:lnTo>
                  <a:lnTo>
                    <a:pt x="698456" y="774598"/>
                  </a:lnTo>
                  <a:close/>
                  <a:moveTo>
                    <a:pt x="755573" y="757013"/>
                  </a:moveTo>
                  <a:lnTo>
                    <a:pt x="734478" y="784701"/>
                  </a:lnTo>
                  <a:lnTo>
                    <a:pt x="731855" y="793955"/>
                  </a:lnTo>
                  <a:close/>
                  <a:moveTo>
                    <a:pt x="744653" y="790550"/>
                  </a:moveTo>
                  <a:lnTo>
                    <a:pt x="763163" y="767375"/>
                  </a:lnTo>
                  <a:lnTo>
                    <a:pt x="755573" y="757013"/>
                  </a:lnTo>
                  <a:close/>
                  <a:moveTo>
                    <a:pt x="731855" y="793955"/>
                  </a:moveTo>
                  <a:lnTo>
                    <a:pt x="744653" y="790550"/>
                  </a:lnTo>
                  <a:lnTo>
                    <a:pt x="755573" y="757013"/>
                  </a:lnTo>
                  <a:close/>
                  <a:moveTo>
                    <a:pt x="377541" y="355423"/>
                  </a:moveTo>
                  <a:lnTo>
                    <a:pt x="368864" y="403429"/>
                  </a:lnTo>
                  <a:lnTo>
                    <a:pt x="381338" y="397083"/>
                  </a:lnTo>
                  <a:close/>
                  <a:moveTo>
                    <a:pt x="381338" y="397083"/>
                  </a:moveTo>
                  <a:lnTo>
                    <a:pt x="426873" y="387152"/>
                  </a:lnTo>
                  <a:lnTo>
                    <a:pt x="377541" y="355423"/>
                  </a:lnTo>
                  <a:close/>
                  <a:moveTo>
                    <a:pt x="426873" y="387152"/>
                  </a:moveTo>
                  <a:lnTo>
                    <a:pt x="428404" y="387800"/>
                  </a:lnTo>
                  <a:lnTo>
                    <a:pt x="464062" y="396543"/>
                  </a:lnTo>
                  <a:close/>
                  <a:moveTo>
                    <a:pt x="219972" y="203021"/>
                  </a:moveTo>
                  <a:lnTo>
                    <a:pt x="243310" y="202470"/>
                  </a:lnTo>
                  <a:lnTo>
                    <a:pt x="245288" y="202689"/>
                  </a:lnTo>
                  <a:close/>
                  <a:moveTo>
                    <a:pt x="211369" y="199221"/>
                  </a:moveTo>
                  <a:lnTo>
                    <a:pt x="243310" y="202470"/>
                  </a:lnTo>
                  <a:lnTo>
                    <a:pt x="219972" y="203021"/>
                  </a:lnTo>
                  <a:close/>
                  <a:moveTo>
                    <a:pt x="893932" y="967189"/>
                  </a:moveTo>
                  <a:lnTo>
                    <a:pt x="917605" y="971077"/>
                  </a:lnTo>
                  <a:lnTo>
                    <a:pt x="876184" y="940785"/>
                  </a:lnTo>
                  <a:close/>
                  <a:moveTo>
                    <a:pt x="806096" y="787775"/>
                  </a:moveTo>
                  <a:lnTo>
                    <a:pt x="776343" y="784875"/>
                  </a:lnTo>
                  <a:lnTo>
                    <a:pt x="828476" y="790783"/>
                  </a:lnTo>
                  <a:close/>
                  <a:moveTo>
                    <a:pt x="736628" y="745327"/>
                  </a:moveTo>
                  <a:lnTo>
                    <a:pt x="698456" y="774598"/>
                  </a:lnTo>
                  <a:lnTo>
                    <a:pt x="734478" y="784701"/>
                  </a:lnTo>
                  <a:close/>
                  <a:moveTo>
                    <a:pt x="698913" y="525165"/>
                  </a:moveTo>
                  <a:lnTo>
                    <a:pt x="719126" y="535654"/>
                  </a:lnTo>
                  <a:lnTo>
                    <a:pt x="681304" y="518051"/>
                  </a:lnTo>
                  <a:close/>
                  <a:moveTo>
                    <a:pt x="666877" y="372222"/>
                  </a:moveTo>
                  <a:lnTo>
                    <a:pt x="671282" y="384372"/>
                  </a:lnTo>
                  <a:lnTo>
                    <a:pt x="708979" y="409829"/>
                  </a:lnTo>
                  <a:close/>
                  <a:moveTo>
                    <a:pt x="631398" y="373977"/>
                  </a:moveTo>
                  <a:lnTo>
                    <a:pt x="666877" y="372222"/>
                  </a:lnTo>
                  <a:lnTo>
                    <a:pt x="630512" y="356520"/>
                  </a:lnTo>
                  <a:close/>
                  <a:moveTo>
                    <a:pt x="666877" y="372222"/>
                  </a:moveTo>
                  <a:lnTo>
                    <a:pt x="631398" y="373977"/>
                  </a:lnTo>
                  <a:lnTo>
                    <a:pt x="671282" y="384372"/>
                  </a:lnTo>
                  <a:close/>
                  <a:moveTo>
                    <a:pt x="631398" y="373977"/>
                  </a:moveTo>
                  <a:lnTo>
                    <a:pt x="635490" y="375130"/>
                  </a:lnTo>
                  <a:lnTo>
                    <a:pt x="671282" y="384372"/>
                  </a:lnTo>
                  <a:close/>
                  <a:moveTo>
                    <a:pt x="607185" y="334695"/>
                  </a:moveTo>
                  <a:lnTo>
                    <a:pt x="630512" y="356520"/>
                  </a:lnTo>
                  <a:lnTo>
                    <a:pt x="626985" y="332818"/>
                  </a:lnTo>
                  <a:close/>
                  <a:moveTo>
                    <a:pt x="695478" y="317512"/>
                  </a:moveTo>
                  <a:lnTo>
                    <a:pt x="677975" y="371450"/>
                  </a:lnTo>
                  <a:lnTo>
                    <a:pt x="716639" y="333171"/>
                  </a:lnTo>
                  <a:close/>
                  <a:moveTo>
                    <a:pt x="665684" y="328444"/>
                  </a:moveTo>
                  <a:lnTo>
                    <a:pt x="626985" y="332818"/>
                  </a:lnTo>
                  <a:lnTo>
                    <a:pt x="630512" y="356520"/>
                  </a:lnTo>
                  <a:close/>
                  <a:moveTo>
                    <a:pt x="665684" y="328444"/>
                  </a:moveTo>
                  <a:lnTo>
                    <a:pt x="657807" y="280757"/>
                  </a:lnTo>
                  <a:lnTo>
                    <a:pt x="630029" y="285595"/>
                  </a:lnTo>
                  <a:close/>
                  <a:moveTo>
                    <a:pt x="665684" y="328444"/>
                  </a:moveTo>
                  <a:lnTo>
                    <a:pt x="630029" y="285595"/>
                  </a:lnTo>
                  <a:lnTo>
                    <a:pt x="626985" y="332818"/>
                  </a:lnTo>
                  <a:close/>
                  <a:moveTo>
                    <a:pt x="565672" y="142459"/>
                  </a:moveTo>
                  <a:lnTo>
                    <a:pt x="539390" y="133737"/>
                  </a:lnTo>
                  <a:lnTo>
                    <a:pt x="561281" y="180158"/>
                  </a:lnTo>
                  <a:close/>
                  <a:moveTo>
                    <a:pt x="527660" y="135655"/>
                  </a:moveTo>
                  <a:lnTo>
                    <a:pt x="539390" y="133737"/>
                  </a:lnTo>
                  <a:lnTo>
                    <a:pt x="526064" y="118947"/>
                  </a:lnTo>
                  <a:close/>
                  <a:moveTo>
                    <a:pt x="527430" y="133737"/>
                  </a:moveTo>
                  <a:lnTo>
                    <a:pt x="527660" y="135655"/>
                  </a:lnTo>
                  <a:lnTo>
                    <a:pt x="526064" y="118947"/>
                  </a:lnTo>
                  <a:close/>
                  <a:moveTo>
                    <a:pt x="716639" y="333171"/>
                  </a:moveTo>
                  <a:lnTo>
                    <a:pt x="728081" y="304805"/>
                  </a:lnTo>
                  <a:lnTo>
                    <a:pt x="695478" y="317512"/>
                  </a:lnTo>
                  <a:close/>
                  <a:moveTo>
                    <a:pt x="742756" y="300329"/>
                  </a:moveTo>
                  <a:lnTo>
                    <a:pt x="728081" y="304805"/>
                  </a:lnTo>
                  <a:lnTo>
                    <a:pt x="716639" y="333171"/>
                  </a:lnTo>
                  <a:close/>
                  <a:moveTo>
                    <a:pt x="728081" y="304805"/>
                  </a:moveTo>
                  <a:lnTo>
                    <a:pt x="742756" y="300329"/>
                  </a:lnTo>
                  <a:lnTo>
                    <a:pt x="732253" y="295343"/>
                  </a:lnTo>
                  <a:close/>
                  <a:moveTo>
                    <a:pt x="657807" y="280757"/>
                  </a:moveTo>
                  <a:lnTo>
                    <a:pt x="678689" y="273125"/>
                  </a:lnTo>
                  <a:lnTo>
                    <a:pt x="632742" y="268646"/>
                  </a:lnTo>
                  <a:close/>
                  <a:moveTo>
                    <a:pt x="632742" y="268646"/>
                  </a:moveTo>
                  <a:lnTo>
                    <a:pt x="678689" y="273125"/>
                  </a:lnTo>
                  <a:lnTo>
                    <a:pt x="686687" y="249552"/>
                  </a:lnTo>
                  <a:close/>
                  <a:moveTo>
                    <a:pt x="604536" y="190064"/>
                  </a:moveTo>
                  <a:lnTo>
                    <a:pt x="599149" y="170492"/>
                  </a:lnTo>
                  <a:lnTo>
                    <a:pt x="597326" y="207247"/>
                  </a:lnTo>
                  <a:close/>
                  <a:moveTo>
                    <a:pt x="539390" y="133737"/>
                  </a:moveTo>
                  <a:lnTo>
                    <a:pt x="565672" y="142459"/>
                  </a:lnTo>
                  <a:lnTo>
                    <a:pt x="568764" y="129326"/>
                  </a:lnTo>
                  <a:close/>
                  <a:moveTo>
                    <a:pt x="526064" y="118947"/>
                  </a:moveTo>
                  <a:lnTo>
                    <a:pt x="523784" y="94059"/>
                  </a:lnTo>
                  <a:lnTo>
                    <a:pt x="527430" y="133737"/>
                  </a:lnTo>
                  <a:close/>
                  <a:moveTo>
                    <a:pt x="568764" y="129326"/>
                  </a:moveTo>
                  <a:lnTo>
                    <a:pt x="526064" y="118947"/>
                  </a:lnTo>
                  <a:lnTo>
                    <a:pt x="539390" y="133737"/>
                  </a:lnTo>
                  <a:close/>
                  <a:moveTo>
                    <a:pt x="523784" y="94059"/>
                  </a:moveTo>
                  <a:lnTo>
                    <a:pt x="526064" y="118947"/>
                  </a:lnTo>
                  <a:lnTo>
                    <a:pt x="568764" y="129326"/>
                  </a:lnTo>
                  <a:close/>
                  <a:moveTo>
                    <a:pt x="570213" y="83402"/>
                  </a:moveTo>
                  <a:lnTo>
                    <a:pt x="523784" y="94059"/>
                  </a:lnTo>
                  <a:lnTo>
                    <a:pt x="568764" y="129326"/>
                  </a:lnTo>
                  <a:close/>
                  <a:moveTo>
                    <a:pt x="479350" y="68871"/>
                  </a:moveTo>
                  <a:lnTo>
                    <a:pt x="501096" y="53968"/>
                  </a:lnTo>
                  <a:lnTo>
                    <a:pt x="523784" y="94059"/>
                  </a:lnTo>
                  <a:close/>
                  <a:moveTo>
                    <a:pt x="523784" y="94059"/>
                  </a:moveTo>
                  <a:lnTo>
                    <a:pt x="535144" y="56691"/>
                  </a:lnTo>
                  <a:lnTo>
                    <a:pt x="508384" y="43044"/>
                  </a:lnTo>
                  <a:close/>
                  <a:moveTo>
                    <a:pt x="523784" y="94059"/>
                  </a:moveTo>
                  <a:lnTo>
                    <a:pt x="570213" y="83402"/>
                  </a:lnTo>
                  <a:lnTo>
                    <a:pt x="535144" y="56691"/>
                  </a:lnTo>
                  <a:close/>
                  <a:moveTo>
                    <a:pt x="570213" y="83402"/>
                  </a:moveTo>
                  <a:lnTo>
                    <a:pt x="570012" y="62480"/>
                  </a:lnTo>
                  <a:lnTo>
                    <a:pt x="535144" y="56691"/>
                  </a:lnTo>
                  <a:close/>
                  <a:moveTo>
                    <a:pt x="742756" y="300329"/>
                  </a:moveTo>
                  <a:lnTo>
                    <a:pt x="737838" y="316223"/>
                  </a:lnTo>
                  <a:lnTo>
                    <a:pt x="741430" y="293953"/>
                  </a:lnTo>
                  <a:close/>
                  <a:moveTo>
                    <a:pt x="686687" y="249552"/>
                  </a:moveTo>
                  <a:lnTo>
                    <a:pt x="698223" y="263574"/>
                  </a:lnTo>
                  <a:lnTo>
                    <a:pt x="725973" y="217024"/>
                  </a:lnTo>
                  <a:close/>
                  <a:moveTo>
                    <a:pt x="611004" y="99370"/>
                  </a:moveTo>
                  <a:lnTo>
                    <a:pt x="594288" y="63829"/>
                  </a:lnTo>
                  <a:lnTo>
                    <a:pt x="597418" y="79799"/>
                  </a:lnTo>
                  <a:close/>
                  <a:moveTo>
                    <a:pt x="508384" y="43044"/>
                  </a:moveTo>
                  <a:lnTo>
                    <a:pt x="535144" y="56691"/>
                  </a:lnTo>
                  <a:lnTo>
                    <a:pt x="548181" y="29477"/>
                  </a:lnTo>
                  <a:close/>
                  <a:moveTo>
                    <a:pt x="605466" y="70460"/>
                  </a:moveTo>
                  <a:lnTo>
                    <a:pt x="597418" y="79799"/>
                  </a:lnTo>
                  <a:lnTo>
                    <a:pt x="594288" y="63829"/>
                  </a:lnTo>
                  <a:close/>
                  <a:moveTo>
                    <a:pt x="548181" y="29477"/>
                  </a:moveTo>
                  <a:lnTo>
                    <a:pt x="558515" y="3418"/>
                  </a:lnTo>
                  <a:lnTo>
                    <a:pt x="529399" y="0"/>
                  </a:lnTo>
                  <a:close/>
                  <a:moveTo>
                    <a:pt x="769522" y="213899"/>
                  </a:moveTo>
                  <a:lnTo>
                    <a:pt x="759320" y="192452"/>
                  </a:lnTo>
                  <a:lnTo>
                    <a:pt x="775166" y="2041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8" name="Input_density__109">
              <a:extLst>
                <a:ext uri="{FF2B5EF4-FFF2-40B4-BE49-F238E27FC236}">
                  <a16:creationId xmlns:a16="http://schemas.microsoft.com/office/drawing/2014/main" id="{BEB2E13E-B6E2-3D0D-F9ED-28E4B45F9708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490977"/>
              <a:ext cx="868829" cy="1620082"/>
            </a:xfrm>
            <a:custGeom>
              <a:avLst/>
              <a:gdLst/>
              <a:ahLst/>
              <a:cxnLst/>
              <a:rect l="0" t="0" r="0" b="0"/>
              <a:pathLst>
                <a:path w="868829" h="1620082">
                  <a:moveTo>
                    <a:pt x="111930" y="1600511"/>
                  </a:moveTo>
                  <a:lnTo>
                    <a:pt x="145951" y="1620082"/>
                  </a:lnTo>
                  <a:lnTo>
                    <a:pt x="147130" y="1583327"/>
                  </a:lnTo>
                  <a:close/>
                  <a:moveTo>
                    <a:pt x="147130" y="1583327"/>
                  </a:moveTo>
                  <a:lnTo>
                    <a:pt x="172930" y="1609837"/>
                  </a:lnTo>
                  <a:lnTo>
                    <a:pt x="155683" y="1579111"/>
                  </a:lnTo>
                  <a:close/>
                  <a:moveTo>
                    <a:pt x="147130" y="1583327"/>
                  </a:moveTo>
                  <a:lnTo>
                    <a:pt x="145951" y="1620082"/>
                  </a:lnTo>
                  <a:lnTo>
                    <a:pt x="172930" y="1609837"/>
                  </a:lnTo>
                  <a:close/>
                  <a:moveTo>
                    <a:pt x="144764" y="1561892"/>
                  </a:moveTo>
                  <a:lnTo>
                    <a:pt x="147130" y="1583327"/>
                  </a:lnTo>
                  <a:lnTo>
                    <a:pt x="155683" y="1579111"/>
                  </a:lnTo>
                  <a:close/>
                  <a:moveTo>
                    <a:pt x="146795" y="1492634"/>
                  </a:moveTo>
                  <a:lnTo>
                    <a:pt x="156807" y="1510708"/>
                  </a:lnTo>
                  <a:lnTo>
                    <a:pt x="156698" y="1488793"/>
                  </a:lnTo>
                  <a:close/>
                  <a:moveTo>
                    <a:pt x="131723" y="1455879"/>
                  </a:moveTo>
                  <a:lnTo>
                    <a:pt x="156698" y="1488793"/>
                  </a:lnTo>
                  <a:lnTo>
                    <a:pt x="148834" y="1450438"/>
                  </a:lnTo>
                  <a:close/>
                  <a:moveTo>
                    <a:pt x="131723" y="1455879"/>
                  </a:moveTo>
                  <a:lnTo>
                    <a:pt x="146795" y="1492634"/>
                  </a:lnTo>
                  <a:lnTo>
                    <a:pt x="156698" y="1488793"/>
                  </a:lnTo>
                  <a:close/>
                  <a:moveTo>
                    <a:pt x="156807" y="1510708"/>
                  </a:moveTo>
                  <a:lnTo>
                    <a:pt x="197855" y="1475451"/>
                  </a:lnTo>
                  <a:lnTo>
                    <a:pt x="156698" y="1488793"/>
                  </a:lnTo>
                  <a:close/>
                  <a:moveTo>
                    <a:pt x="214953" y="1507322"/>
                  </a:moveTo>
                  <a:lnTo>
                    <a:pt x="197855" y="1475451"/>
                  </a:lnTo>
                  <a:lnTo>
                    <a:pt x="156807" y="1510708"/>
                  </a:lnTo>
                  <a:close/>
                  <a:moveTo>
                    <a:pt x="197855" y="1475451"/>
                  </a:moveTo>
                  <a:lnTo>
                    <a:pt x="197301" y="1441325"/>
                  </a:lnTo>
                  <a:lnTo>
                    <a:pt x="156698" y="1488793"/>
                  </a:lnTo>
                  <a:close/>
                  <a:moveTo>
                    <a:pt x="156698" y="1488793"/>
                  </a:moveTo>
                  <a:lnTo>
                    <a:pt x="197301" y="1441325"/>
                  </a:lnTo>
                  <a:lnTo>
                    <a:pt x="196320" y="1438922"/>
                  </a:lnTo>
                  <a:close/>
                  <a:moveTo>
                    <a:pt x="156698" y="1488793"/>
                  </a:moveTo>
                  <a:lnTo>
                    <a:pt x="196320" y="1438922"/>
                  </a:lnTo>
                  <a:lnTo>
                    <a:pt x="148834" y="1450438"/>
                  </a:lnTo>
                  <a:close/>
                  <a:moveTo>
                    <a:pt x="226437" y="1458267"/>
                  </a:moveTo>
                  <a:lnTo>
                    <a:pt x="214953" y="1507322"/>
                  </a:lnTo>
                  <a:lnTo>
                    <a:pt x="228785" y="1462832"/>
                  </a:lnTo>
                  <a:close/>
                  <a:moveTo>
                    <a:pt x="226437" y="1458267"/>
                  </a:moveTo>
                  <a:lnTo>
                    <a:pt x="197855" y="1475451"/>
                  </a:lnTo>
                  <a:lnTo>
                    <a:pt x="214953" y="1507322"/>
                  </a:lnTo>
                  <a:close/>
                  <a:moveTo>
                    <a:pt x="225495" y="1450531"/>
                  </a:moveTo>
                  <a:lnTo>
                    <a:pt x="197855" y="1475451"/>
                  </a:lnTo>
                  <a:lnTo>
                    <a:pt x="226437" y="1458267"/>
                  </a:lnTo>
                  <a:close/>
                  <a:moveTo>
                    <a:pt x="225495" y="1450531"/>
                  </a:moveTo>
                  <a:lnTo>
                    <a:pt x="197301" y="1441325"/>
                  </a:lnTo>
                  <a:lnTo>
                    <a:pt x="197855" y="1475451"/>
                  </a:lnTo>
                  <a:close/>
                  <a:moveTo>
                    <a:pt x="197301" y="1441325"/>
                  </a:moveTo>
                  <a:lnTo>
                    <a:pt x="225495" y="1450531"/>
                  </a:lnTo>
                  <a:lnTo>
                    <a:pt x="196931" y="1438696"/>
                  </a:lnTo>
                  <a:close/>
                  <a:moveTo>
                    <a:pt x="225495" y="1450531"/>
                  </a:moveTo>
                  <a:lnTo>
                    <a:pt x="219332" y="1421512"/>
                  </a:lnTo>
                  <a:lnTo>
                    <a:pt x="196931" y="1438696"/>
                  </a:lnTo>
                  <a:close/>
                  <a:moveTo>
                    <a:pt x="222785" y="1384757"/>
                  </a:moveTo>
                  <a:lnTo>
                    <a:pt x="196931" y="1438696"/>
                  </a:lnTo>
                  <a:lnTo>
                    <a:pt x="219332" y="1421512"/>
                  </a:lnTo>
                  <a:close/>
                  <a:moveTo>
                    <a:pt x="225495" y="1450531"/>
                  </a:moveTo>
                  <a:lnTo>
                    <a:pt x="226437" y="1458267"/>
                  </a:lnTo>
                  <a:lnTo>
                    <a:pt x="228973" y="1457122"/>
                  </a:lnTo>
                  <a:close/>
                  <a:moveTo>
                    <a:pt x="225495" y="1450531"/>
                  </a:moveTo>
                  <a:lnTo>
                    <a:pt x="228973" y="1457122"/>
                  </a:lnTo>
                  <a:lnTo>
                    <a:pt x="219332" y="1421512"/>
                  </a:lnTo>
                  <a:close/>
                  <a:moveTo>
                    <a:pt x="222785" y="1384757"/>
                  </a:moveTo>
                  <a:lnTo>
                    <a:pt x="219332" y="1421512"/>
                  </a:lnTo>
                  <a:lnTo>
                    <a:pt x="247891" y="1404329"/>
                  </a:lnTo>
                  <a:close/>
                  <a:moveTo>
                    <a:pt x="222785" y="1384757"/>
                  </a:moveTo>
                  <a:lnTo>
                    <a:pt x="247891" y="1404329"/>
                  </a:lnTo>
                  <a:lnTo>
                    <a:pt x="240646" y="1367574"/>
                  </a:lnTo>
                  <a:close/>
                  <a:moveTo>
                    <a:pt x="240646" y="1367574"/>
                  </a:moveTo>
                  <a:lnTo>
                    <a:pt x="222646" y="1330819"/>
                  </a:lnTo>
                  <a:lnTo>
                    <a:pt x="222785" y="1384757"/>
                  </a:lnTo>
                  <a:close/>
                  <a:moveTo>
                    <a:pt x="220650" y="1284900"/>
                  </a:moveTo>
                  <a:lnTo>
                    <a:pt x="214537" y="1313351"/>
                  </a:lnTo>
                  <a:lnTo>
                    <a:pt x="232231" y="1276881"/>
                  </a:lnTo>
                  <a:close/>
                  <a:moveTo>
                    <a:pt x="232231" y="1276881"/>
                  </a:moveTo>
                  <a:lnTo>
                    <a:pt x="214537" y="1313351"/>
                  </a:lnTo>
                  <a:lnTo>
                    <a:pt x="222646" y="1330819"/>
                  </a:lnTo>
                  <a:close/>
                  <a:moveTo>
                    <a:pt x="208416" y="1290469"/>
                  </a:moveTo>
                  <a:lnTo>
                    <a:pt x="220650" y="1284900"/>
                  </a:lnTo>
                  <a:lnTo>
                    <a:pt x="212581" y="1257309"/>
                  </a:lnTo>
                  <a:close/>
                  <a:moveTo>
                    <a:pt x="212581" y="1257309"/>
                  </a:moveTo>
                  <a:lnTo>
                    <a:pt x="220650" y="1284900"/>
                  </a:lnTo>
                  <a:lnTo>
                    <a:pt x="232231" y="1276881"/>
                  </a:lnTo>
                  <a:close/>
                  <a:moveTo>
                    <a:pt x="212581" y="1257309"/>
                  </a:moveTo>
                  <a:lnTo>
                    <a:pt x="232231" y="1276881"/>
                  </a:lnTo>
                  <a:lnTo>
                    <a:pt x="249802" y="1240126"/>
                  </a:lnTo>
                  <a:close/>
                  <a:moveTo>
                    <a:pt x="253004" y="1236391"/>
                  </a:moveTo>
                  <a:lnTo>
                    <a:pt x="212581" y="1257309"/>
                  </a:lnTo>
                  <a:lnTo>
                    <a:pt x="249802" y="1240126"/>
                  </a:lnTo>
                  <a:close/>
                  <a:moveTo>
                    <a:pt x="286148" y="1303486"/>
                  </a:moveTo>
                  <a:lnTo>
                    <a:pt x="316193" y="1261401"/>
                  </a:lnTo>
                  <a:lnTo>
                    <a:pt x="276227" y="1266805"/>
                  </a:lnTo>
                  <a:close/>
                  <a:moveTo>
                    <a:pt x="249802" y="1240126"/>
                  </a:moveTo>
                  <a:lnTo>
                    <a:pt x="276227" y="1266805"/>
                  </a:lnTo>
                  <a:lnTo>
                    <a:pt x="256066" y="1238449"/>
                  </a:lnTo>
                  <a:close/>
                  <a:moveTo>
                    <a:pt x="249802" y="1240126"/>
                  </a:moveTo>
                  <a:lnTo>
                    <a:pt x="232231" y="1276881"/>
                  </a:lnTo>
                  <a:lnTo>
                    <a:pt x="276227" y="1266805"/>
                  </a:lnTo>
                  <a:close/>
                  <a:moveTo>
                    <a:pt x="276227" y="1266805"/>
                  </a:moveTo>
                  <a:lnTo>
                    <a:pt x="299545" y="1230189"/>
                  </a:lnTo>
                  <a:lnTo>
                    <a:pt x="256066" y="1238449"/>
                  </a:lnTo>
                  <a:close/>
                  <a:moveTo>
                    <a:pt x="253004" y="1236391"/>
                  </a:moveTo>
                  <a:lnTo>
                    <a:pt x="249802" y="1240126"/>
                  </a:lnTo>
                  <a:lnTo>
                    <a:pt x="256066" y="1238449"/>
                  </a:lnTo>
                  <a:close/>
                  <a:moveTo>
                    <a:pt x="132611" y="1063779"/>
                  </a:moveTo>
                  <a:lnTo>
                    <a:pt x="108396" y="1069451"/>
                  </a:lnTo>
                  <a:lnTo>
                    <a:pt x="81124" y="1092063"/>
                  </a:lnTo>
                  <a:close/>
                  <a:moveTo>
                    <a:pt x="108396" y="1069451"/>
                  </a:moveTo>
                  <a:lnTo>
                    <a:pt x="132611" y="1063779"/>
                  </a:lnTo>
                  <a:lnTo>
                    <a:pt x="117465" y="1056351"/>
                  </a:lnTo>
                  <a:close/>
                  <a:moveTo>
                    <a:pt x="132611" y="1063779"/>
                  </a:moveTo>
                  <a:lnTo>
                    <a:pt x="142388" y="1039167"/>
                  </a:lnTo>
                  <a:lnTo>
                    <a:pt x="117465" y="1056351"/>
                  </a:lnTo>
                  <a:close/>
                  <a:moveTo>
                    <a:pt x="106353" y="1019596"/>
                  </a:moveTo>
                  <a:lnTo>
                    <a:pt x="117465" y="1056351"/>
                  </a:lnTo>
                  <a:lnTo>
                    <a:pt x="142388" y="1039167"/>
                  </a:lnTo>
                  <a:close/>
                  <a:moveTo>
                    <a:pt x="106353" y="1019596"/>
                  </a:moveTo>
                  <a:lnTo>
                    <a:pt x="142388" y="1039167"/>
                  </a:lnTo>
                  <a:lnTo>
                    <a:pt x="136488" y="1002412"/>
                  </a:lnTo>
                  <a:close/>
                  <a:moveTo>
                    <a:pt x="168826" y="1021984"/>
                  </a:moveTo>
                  <a:lnTo>
                    <a:pt x="170810" y="985815"/>
                  </a:lnTo>
                  <a:lnTo>
                    <a:pt x="136488" y="1002412"/>
                  </a:lnTo>
                  <a:close/>
                  <a:moveTo>
                    <a:pt x="142388" y="1039167"/>
                  </a:moveTo>
                  <a:lnTo>
                    <a:pt x="168826" y="1021984"/>
                  </a:lnTo>
                  <a:lnTo>
                    <a:pt x="136488" y="1002412"/>
                  </a:lnTo>
                  <a:close/>
                  <a:moveTo>
                    <a:pt x="129638" y="965657"/>
                  </a:moveTo>
                  <a:lnTo>
                    <a:pt x="136488" y="1002412"/>
                  </a:lnTo>
                  <a:lnTo>
                    <a:pt x="170258" y="985550"/>
                  </a:lnTo>
                  <a:close/>
                  <a:moveTo>
                    <a:pt x="39116" y="770955"/>
                  </a:moveTo>
                  <a:lnTo>
                    <a:pt x="13050" y="769706"/>
                  </a:lnTo>
                  <a:lnTo>
                    <a:pt x="0" y="801454"/>
                  </a:lnTo>
                  <a:close/>
                  <a:moveTo>
                    <a:pt x="67416" y="752189"/>
                  </a:moveTo>
                  <a:lnTo>
                    <a:pt x="13050" y="769706"/>
                  </a:lnTo>
                  <a:lnTo>
                    <a:pt x="39116" y="770955"/>
                  </a:lnTo>
                  <a:close/>
                  <a:moveTo>
                    <a:pt x="462712" y="1233525"/>
                  </a:moveTo>
                  <a:lnTo>
                    <a:pt x="461442" y="1262086"/>
                  </a:lnTo>
                  <a:lnTo>
                    <a:pt x="476577" y="1257024"/>
                  </a:lnTo>
                  <a:close/>
                  <a:moveTo>
                    <a:pt x="91942" y="771308"/>
                  </a:moveTo>
                  <a:lnTo>
                    <a:pt x="128081" y="769016"/>
                  </a:lnTo>
                  <a:lnTo>
                    <a:pt x="100087" y="749764"/>
                  </a:lnTo>
                  <a:close/>
                  <a:moveTo>
                    <a:pt x="150192" y="733381"/>
                  </a:moveTo>
                  <a:lnTo>
                    <a:pt x="106673" y="747516"/>
                  </a:lnTo>
                  <a:lnTo>
                    <a:pt x="155029" y="734396"/>
                  </a:lnTo>
                  <a:close/>
                  <a:moveTo>
                    <a:pt x="155029" y="734396"/>
                  </a:moveTo>
                  <a:lnTo>
                    <a:pt x="100087" y="749764"/>
                  </a:lnTo>
                  <a:lnTo>
                    <a:pt x="138289" y="767087"/>
                  </a:lnTo>
                  <a:close/>
                  <a:moveTo>
                    <a:pt x="138289" y="767087"/>
                  </a:moveTo>
                  <a:lnTo>
                    <a:pt x="100087" y="749764"/>
                  </a:lnTo>
                  <a:lnTo>
                    <a:pt x="128081" y="769016"/>
                  </a:lnTo>
                  <a:close/>
                  <a:moveTo>
                    <a:pt x="150192" y="733381"/>
                  </a:moveTo>
                  <a:lnTo>
                    <a:pt x="155029" y="734396"/>
                  </a:lnTo>
                  <a:lnTo>
                    <a:pt x="156931" y="730332"/>
                  </a:lnTo>
                  <a:close/>
                  <a:moveTo>
                    <a:pt x="155029" y="734396"/>
                  </a:moveTo>
                  <a:lnTo>
                    <a:pt x="138289" y="767087"/>
                  </a:lnTo>
                  <a:lnTo>
                    <a:pt x="172358" y="760108"/>
                  </a:lnTo>
                  <a:close/>
                  <a:moveTo>
                    <a:pt x="172358" y="760108"/>
                  </a:moveTo>
                  <a:lnTo>
                    <a:pt x="156931" y="730332"/>
                  </a:lnTo>
                  <a:lnTo>
                    <a:pt x="155029" y="734396"/>
                  </a:lnTo>
                  <a:close/>
                  <a:moveTo>
                    <a:pt x="201952" y="718389"/>
                  </a:moveTo>
                  <a:lnTo>
                    <a:pt x="156931" y="730332"/>
                  </a:lnTo>
                  <a:lnTo>
                    <a:pt x="172358" y="760108"/>
                  </a:lnTo>
                  <a:close/>
                  <a:moveTo>
                    <a:pt x="185025" y="676394"/>
                  </a:moveTo>
                  <a:lnTo>
                    <a:pt x="201952" y="718389"/>
                  </a:lnTo>
                  <a:lnTo>
                    <a:pt x="203441" y="694619"/>
                  </a:lnTo>
                  <a:close/>
                  <a:moveTo>
                    <a:pt x="156931" y="730332"/>
                  </a:moveTo>
                  <a:lnTo>
                    <a:pt x="201952" y="718389"/>
                  </a:lnTo>
                  <a:lnTo>
                    <a:pt x="185025" y="676394"/>
                  </a:lnTo>
                  <a:close/>
                  <a:moveTo>
                    <a:pt x="218119" y="713149"/>
                  </a:moveTo>
                  <a:lnTo>
                    <a:pt x="268916" y="718634"/>
                  </a:lnTo>
                  <a:lnTo>
                    <a:pt x="253213" y="703803"/>
                  </a:lnTo>
                  <a:close/>
                  <a:moveTo>
                    <a:pt x="751589" y="1230107"/>
                  </a:moveTo>
                  <a:lnTo>
                    <a:pt x="767273" y="1239934"/>
                  </a:lnTo>
                  <a:lnTo>
                    <a:pt x="768167" y="1227243"/>
                  </a:lnTo>
                  <a:close/>
                  <a:moveTo>
                    <a:pt x="751589" y="1230107"/>
                  </a:moveTo>
                  <a:lnTo>
                    <a:pt x="768167" y="1227243"/>
                  </a:lnTo>
                  <a:lnTo>
                    <a:pt x="762904" y="1223603"/>
                  </a:lnTo>
                  <a:close/>
                  <a:moveTo>
                    <a:pt x="101648" y="274558"/>
                  </a:moveTo>
                  <a:lnTo>
                    <a:pt x="45170" y="284181"/>
                  </a:lnTo>
                  <a:lnTo>
                    <a:pt x="75862" y="294049"/>
                  </a:lnTo>
                  <a:close/>
                  <a:moveTo>
                    <a:pt x="423510" y="730487"/>
                  </a:moveTo>
                  <a:lnTo>
                    <a:pt x="410219" y="746919"/>
                  </a:lnTo>
                  <a:lnTo>
                    <a:pt x="420513" y="735109"/>
                  </a:lnTo>
                  <a:close/>
                  <a:moveTo>
                    <a:pt x="423510" y="730487"/>
                  </a:moveTo>
                  <a:lnTo>
                    <a:pt x="429585" y="731174"/>
                  </a:lnTo>
                  <a:lnTo>
                    <a:pt x="450930" y="708432"/>
                  </a:lnTo>
                  <a:close/>
                  <a:moveTo>
                    <a:pt x="450930" y="708432"/>
                  </a:moveTo>
                  <a:lnTo>
                    <a:pt x="429585" y="731174"/>
                  </a:lnTo>
                  <a:lnTo>
                    <a:pt x="456260" y="681171"/>
                  </a:lnTo>
                  <a:close/>
                  <a:moveTo>
                    <a:pt x="101648" y="274558"/>
                  </a:moveTo>
                  <a:lnTo>
                    <a:pt x="116971" y="285830"/>
                  </a:lnTo>
                  <a:lnTo>
                    <a:pt x="110850" y="257294"/>
                  </a:lnTo>
                  <a:close/>
                  <a:moveTo>
                    <a:pt x="868829" y="1158985"/>
                  </a:moveTo>
                  <a:lnTo>
                    <a:pt x="865158" y="1164344"/>
                  </a:lnTo>
                  <a:lnTo>
                    <a:pt x="866607" y="1156642"/>
                  </a:lnTo>
                  <a:close/>
                  <a:moveTo>
                    <a:pt x="342816" y="443457"/>
                  </a:moveTo>
                  <a:lnTo>
                    <a:pt x="350385" y="406702"/>
                  </a:lnTo>
                  <a:lnTo>
                    <a:pt x="347610" y="412753"/>
                  </a:lnTo>
                  <a:close/>
                  <a:moveTo>
                    <a:pt x="575488" y="636354"/>
                  </a:moveTo>
                  <a:lnTo>
                    <a:pt x="557470" y="610049"/>
                  </a:lnTo>
                  <a:lnTo>
                    <a:pt x="576597" y="648174"/>
                  </a:lnTo>
                  <a:close/>
                  <a:moveTo>
                    <a:pt x="576597" y="648174"/>
                  </a:moveTo>
                  <a:lnTo>
                    <a:pt x="557470" y="610049"/>
                  </a:lnTo>
                  <a:lnTo>
                    <a:pt x="519443" y="622804"/>
                  </a:lnTo>
                  <a:close/>
                  <a:moveTo>
                    <a:pt x="512226" y="620614"/>
                  </a:moveTo>
                  <a:lnTo>
                    <a:pt x="508947" y="627232"/>
                  </a:lnTo>
                  <a:lnTo>
                    <a:pt x="519443" y="622804"/>
                  </a:lnTo>
                  <a:close/>
                  <a:moveTo>
                    <a:pt x="557273" y="574390"/>
                  </a:moveTo>
                  <a:lnTo>
                    <a:pt x="519102" y="590477"/>
                  </a:lnTo>
                  <a:lnTo>
                    <a:pt x="560709" y="581099"/>
                  </a:lnTo>
                  <a:close/>
                  <a:moveTo>
                    <a:pt x="519102" y="590477"/>
                  </a:moveTo>
                  <a:lnTo>
                    <a:pt x="512226" y="620614"/>
                  </a:lnTo>
                  <a:lnTo>
                    <a:pt x="560709" y="581099"/>
                  </a:lnTo>
                  <a:close/>
                  <a:moveTo>
                    <a:pt x="560709" y="581099"/>
                  </a:moveTo>
                  <a:lnTo>
                    <a:pt x="512226" y="620614"/>
                  </a:lnTo>
                  <a:lnTo>
                    <a:pt x="557470" y="610049"/>
                  </a:lnTo>
                  <a:close/>
                  <a:moveTo>
                    <a:pt x="557470" y="610049"/>
                  </a:moveTo>
                  <a:lnTo>
                    <a:pt x="512226" y="620614"/>
                  </a:lnTo>
                  <a:lnTo>
                    <a:pt x="519443" y="622804"/>
                  </a:lnTo>
                  <a:close/>
                  <a:moveTo>
                    <a:pt x="564633" y="573294"/>
                  </a:moveTo>
                  <a:lnTo>
                    <a:pt x="529152" y="559322"/>
                  </a:lnTo>
                  <a:lnTo>
                    <a:pt x="557273" y="574390"/>
                  </a:lnTo>
                  <a:close/>
                  <a:moveTo>
                    <a:pt x="557273" y="574390"/>
                  </a:moveTo>
                  <a:lnTo>
                    <a:pt x="560709" y="581099"/>
                  </a:lnTo>
                  <a:lnTo>
                    <a:pt x="564633" y="573294"/>
                  </a:lnTo>
                  <a:close/>
                  <a:moveTo>
                    <a:pt x="350385" y="406702"/>
                  </a:moveTo>
                  <a:lnTo>
                    <a:pt x="379090" y="400362"/>
                  </a:lnTo>
                  <a:lnTo>
                    <a:pt x="362859" y="400356"/>
                  </a:lnTo>
                  <a:close/>
                  <a:moveTo>
                    <a:pt x="362859" y="400356"/>
                  </a:moveTo>
                  <a:lnTo>
                    <a:pt x="379090" y="400362"/>
                  </a:lnTo>
                  <a:lnTo>
                    <a:pt x="409925" y="391073"/>
                  </a:lnTo>
                  <a:close/>
                  <a:moveTo>
                    <a:pt x="560709" y="581099"/>
                  </a:moveTo>
                  <a:lnTo>
                    <a:pt x="557470" y="610049"/>
                  </a:lnTo>
                  <a:lnTo>
                    <a:pt x="583337" y="597947"/>
                  </a:lnTo>
                  <a:close/>
                  <a:moveTo>
                    <a:pt x="560709" y="581099"/>
                  </a:moveTo>
                  <a:lnTo>
                    <a:pt x="583337" y="597947"/>
                  </a:lnTo>
                  <a:lnTo>
                    <a:pt x="564633" y="573294"/>
                  </a:lnTo>
                  <a:close/>
                  <a:moveTo>
                    <a:pt x="564633" y="573294"/>
                  </a:moveTo>
                  <a:lnTo>
                    <a:pt x="592797" y="592865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64633" y="573294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88354" y="559883"/>
                  </a:lnTo>
                  <a:lnTo>
                    <a:pt x="564633" y="573294"/>
                  </a:lnTo>
                  <a:close/>
                  <a:moveTo>
                    <a:pt x="610832" y="547717"/>
                  </a:moveTo>
                  <a:lnTo>
                    <a:pt x="596327" y="556111"/>
                  </a:lnTo>
                  <a:lnTo>
                    <a:pt x="620211" y="550311"/>
                  </a:lnTo>
                  <a:close/>
                  <a:moveTo>
                    <a:pt x="662825" y="521325"/>
                  </a:moveTo>
                  <a:lnTo>
                    <a:pt x="620211" y="550311"/>
                  </a:lnTo>
                  <a:lnTo>
                    <a:pt x="645205" y="538927"/>
                  </a:lnTo>
                  <a:close/>
                  <a:moveTo>
                    <a:pt x="610832" y="547717"/>
                  </a:moveTo>
                  <a:lnTo>
                    <a:pt x="620211" y="550311"/>
                  </a:lnTo>
                  <a:lnTo>
                    <a:pt x="662825" y="521325"/>
                  </a:lnTo>
                  <a:close/>
                  <a:moveTo>
                    <a:pt x="638067" y="524966"/>
                  </a:moveTo>
                  <a:lnTo>
                    <a:pt x="610832" y="547717"/>
                  </a:lnTo>
                  <a:lnTo>
                    <a:pt x="662825" y="521325"/>
                  </a:lnTo>
                  <a:close/>
                  <a:moveTo>
                    <a:pt x="579351" y="119827"/>
                  </a:moveTo>
                  <a:lnTo>
                    <a:pt x="578939" y="83072"/>
                  </a:lnTo>
                  <a:lnTo>
                    <a:pt x="550285" y="132600"/>
                  </a:lnTo>
                  <a:close/>
                  <a:moveTo>
                    <a:pt x="468411" y="26746"/>
                  </a:moveTo>
                  <a:lnTo>
                    <a:pt x="459630" y="63501"/>
                  </a:lnTo>
                  <a:lnTo>
                    <a:pt x="489905" y="46317"/>
                  </a:lnTo>
                  <a:close/>
                  <a:moveTo>
                    <a:pt x="468411" y="26746"/>
                  </a:moveTo>
                  <a:lnTo>
                    <a:pt x="489905" y="46317"/>
                  </a:lnTo>
                  <a:lnTo>
                    <a:pt x="492646" y="9562"/>
                  </a:lnTo>
                  <a:close/>
                  <a:moveTo>
                    <a:pt x="500627" y="0"/>
                  </a:moveTo>
                  <a:lnTo>
                    <a:pt x="468411" y="26746"/>
                  </a:lnTo>
                  <a:lnTo>
                    <a:pt x="492646" y="9562"/>
                  </a:lnTo>
                  <a:close/>
                  <a:moveTo>
                    <a:pt x="707494" y="220298"/>
                  </a:moveTo>
                  <a:lnTo>
                    <a:pt x="724007" y="249664"/>
                  </a:lnTo>
                  <a:lnTo>
                    <a:pt x="724428" y="242242"/>
                  </a:lnTo>
                  <a:close/>
                  <a:moveTo>
                    <a:pt x="575041" y="153644"/>
                  </a:moveTo>
                  <a:lnTo>
                    <a:pt x="580149" y="153068"/>
                  </a:lnTo>
                  <a:lnTo>
                    <a:pt x="579351" y="119827"/>
                  </a:lnTo>
                  <a:close/>
                  <a:moveTo>
                    <a:pt x="500627" y="0"/>
                  </a:moveTo>
                  <a:lnTo>
                    <a:pt x="492646" y="9562"/>
                  </a:lnTo>
                  <a:lnTo>
                    <a:pt x="510920" y="327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9" name="Input_density__110">
              <a:extLst>
                <a:ext uri="{FF2B5EF4-FFF2-40B4-BE49-F238E27FC236}">
                  <a16:creationId xmlns:a16="http://schemas.microsoft.com/office/drawing/2014/main" id="{352F5F57-D952-AECC-DE14-FF774FAEEEBE}"/>
                </a:ext>
              </a:extLst>
            </p:cNvPr>
            <p:cNvSpPr>
              <a:spLocks noGrp="1"/>
            </p:cNvSpPr>
            <p:nvPr/>
          </p:nvSpPr>
          <p:spPr>
            <a:xfrm>
              <a:off x="909826" y="1684314"/>
              <a:ext cx="972650" cy="1452325"/>
            </a:xfrm>
            <a:custGeom>
              <a:avLst/>
              <a:gdLst/>
              <a:ahLst/>
              <a:cxnLst/>
              <a:rect l="0" t="0" r="0" b="0"/>
              <a:pathLst>
                <a:path w="972650" h="1452325">
                  <a:moveTo>
                    <a:pt x="140074" y="1441984"/>
                  </a:moveTo>
                  <a:lnTo>
                    <a:pt x="116321" y="1449386"/>
                  </a:lnTo>
                  <a:lnTo>
                    <a:pt x="176159" y="1452325"/>
                  </a:lnTo>
                  <a:close/>
                  <a:moveTo>
                    <a:pt x="214585" y="1327537"/>
                  </a:moveTo>
                  <a:lnTo>
                    <a:pt x="230091" y="1336978"/>
                  </a:lnTo>
                  <a:lnTo>
                    <a:pt x="195446" y="1318869"/>
                  </a:lnTo>
                  <a:close/>
                  <a:moveTo>
                    <a:pt x="308034" y="1323401"/>
                  </a:moveTo>
                  <a:lnTo>
                    <a:pt x="307936" y="1321257"/>
                  </a:lnTo>
                  <a:lnTo>
                    <a:pt x="285723" y="1324190"/>
                  </a:lnTo>
                  <a:close/>
                  <a:moveTo>
                    <a:pt x="17548" y="842407"/>
                  </a:moveTo>
                  <a:lnTo>
                    <a:pt x="54181" y="826259"/>
                  </a:lnTo>
                  <a:lnTo>
                    <a:pt x="41063" y="839915"/>
                  </a:lnTo>
                  <a:close/>
                  <a:moveTo>
                    <a:pt x="15974" y="842318"/>
                  </a:moveTo>
                  <a:lnTo>
                    <a:pt x="17548" y="842407"/>
                  </a:lnTo>
                  <a:lnTo>
                    <a:pt x="0" y="829585"/>
                  </a:lnTo>
                  <a:close/>
                  <a:moveTo>
                    <a:pt x="41063" y="839915"/>
                  </a:moveTo>
                  <a:lnTo>
                    <a:pt x="0" y="829585"/>
                  </a:lnTo>
                  <a:lnTo>
                    <a:pt x="17548" y="842407"/>
                  </a:lnTo>
                  <a:close/>
                  <a:moveTo>
                    <a:pt x="48490" y="817251"/>
                  </a:moveTo>
                  <a:lnTo>
                    <a:pt x="41063" y="839915"/>
                  </a:lnTo>
                  <a:lnTo>
                    <a:pt x="54181" y="826259"/>
                  </a:lnTo>
                  <a:close/>
                  <a:moveTo>
                    <a:pt x="49412" y="727008"/>
                  </a:moveTo>
                  <a:lnTo>
                    <a:pt x="57867" y="735565"/>
                  </a:lnTo>
                  <a:lnTo>
                    <a:pt x="30226" y="703186"/>
                  </a:lnTo>
                  <a:close/>
                  <a:moveTo>
                    <a:pt x="26573" y="698810"/>
                  </a:moveTo>
                  <a:lnTo>
                    <a:pt x="49412" y="727008"/>
                  </a:lnTo>
                  <a:lnTo>
                    <a:pt x="30226" y="703186"/>
                  </a:lnTo>
                  <a:close/>
                  <a:moveTo>
                    <a:pt x="43193" y="655459"/>
                  </a:moveTo>
                  <a:lnTo>
                    <a:pt x="28813" y="697902"/>
                  </a:lnTo>
                  <a:lnTo>
                    <a:pt x="76964" y="657149"/>
                  </a:lnTo>
                  <a:close/>
                  <a:moveTo>
                    <a:pt x="455865" y="1122687"/>
                  </a:moveTo>
                  <a:lnTo>
                    <a:pt x="464588" y="1138166"/>
                  </a:lnTo>
                  <a:lnTo>
                    <a:pt x="444015" y="1157457"/>
                  </a:lnTo>
                  <a:close/>
                  <a:moveTo>
                    <a:pt x="332402" y="893099"/>
                  </a:moveTo>
                  <a:lnTo>
                    <a:pt x="304836" y="938912"/>
                  </a:lnTo>
                  <a:lnTo>
                    <a:pt x="316825" y="931068"/>
                  </a:lnTo>
                  <a:close/>
                  <a:moveTo>
                    <a:pt x="76964" y="657149"/>
                  </a:moveTo>
                  <a:lnTo>
                    <a:pt x="97821" y="644872"/>
                  </a:lnTo>
                  <a:lnTo>
                    <a:pt x="97074" y="670600"/>
                  </a:lnTo>
                  <a:close/>
                  <a:moveTo>
                    <a:pt x="76964" y="657149"/>
                  </a:moveTo>
                  <a:lnTo>
                    <a:pt x="88979" y="664444"/>
                  </a:lnTo>
                  <a:lnTo>
                    <a:pt x="66611" y="646810"/>
                  </a:lnTo>
                  <a:close/>
                  <a:moveTo>
                    <a:pt x="76964" y="657149"/>
                  </a:moveTo>
                  <a:lnTo>
                    <a:pt x="66611" y="646810"/>
                  </a:lnTo>
                  <a:lnTo>
                    <a:pt x="43193" y="655459"/>
                  </a:lnTo>
                  <a:close/>
                  <a:moveTo>
                    <a:pt x="228610" y="689676"/>
                  </a:moveTo>
                  <a:lnTo>
                    <a:pt x="193813" y="737953"/>
                  </a:lnTo>
                  <a:lnTo>
                    <a:pt x="218459" y="716238"/>
                  </a:lnTo>
                  <a:close/>
                  <a:moveTo>
                    <a:pt x="194214" y="735298"/>
                  </a:moveTo>
                  <a:lnTo>
                    <a:pt x="193813" y="737953"/>
                  </a:lnTo>
                  <a:lnTo>
                    <a:pt x="228610" y="689676"/>
                  </a:lnTo>
                  <a:close/>
                  <a:moveTo>
                    <a:pt x="194214" y="735298"/>
                  </a:moveTo>
                  <a:lnTo>
                    <a:pt x="194268" y="690507"/>
                  </a:lnTo>
                  <a:lnTo>
                    <a:pt x="197970" y="720770"/>
                  </a:lnTo>
                  <a:close/>
                  <a:moveTo>
                    <a:pt x="582062" y="1084162"/>
                  </a:moveTo>
                  <a:lnTo>
                    <a:pt x="568926" y="1071137"/>
                  </a:lnTo>
                  <a:lnTo>
                    <a:pt x="575270" y="1082050"/>
                  </a:lnTo>
                  <a:close/>
                  <a:moveTo>
                    <a:pt x="343694" y="839108"/>
                  </a:moveTo>
                  <a:lnTo>
                    <a:pt x="310942" y="828818"/>
                  </a:lnTo>
                  <a:lnTo>
                    <a:pt x="324031" y="831035"/>
                  </a:lnTo>
                  <a:close/>
                  <a:moveTo>
                    <a:pt x="394609" y="808687"/>
                  </a:moveTo>
                  <a:lnTo>
                    <a:pt x="415867" y="780033"/>
                  </a:lnTo>
                  <a:lnTo>
                    <a:pt x="413846" y="777097"/>
                  </a:lnTo>
                  <a:close/>
                  <a:moveTo>
                    <a:pt x="763335" y="1164218"/>
                  </a:moveTo>
                  <a:lnTo>
                    <a:pt x="745519" y="1166780"/>
                  </a:lnTo>
                  <a:lnTo>
                    <a:pt x="777752" y="1148378"/>
                  </a:lnTo>
                  <a:close/>
                  <a:moveTo>
                    <a:pt x="777752" y="1148378"/>
                  </a:moveTo>
                  <a:lnTo>
                    <a:pt x="745519" y="1166780"/>
                  </a:lnTo>
                  <a:lnTo>
                    <a:pt x="721265" y="1157963"/>
                  </a:lnTo>
                  <a:close/>
                  <a:moveTo>
                    <a:pt x="394609" y="808687"/>
                  </a:moveTo>
                  <a:lnTo>
                    <a:pt x="403740" y="762804"/>
                  </a:lnTo>
                  <a:lnTo>
                    <a:pt x="389839" y="813852"/>
                  </a:lnTo>
                  <a:close/>
                  <a:moveTo>
                    <a:pt x="403740" y="762804"/>
                  </a:moveTo>
                  <a:lnTo>
                    <a:pt x="394609" y="808687"/>
                  </a:lnTo>
                  <a:lnTo>
                    <a:pt x="413846" y="777097"/>
                  </a:lnTo>
                  <a:close/>
                  <a:moveTo>
                    <a:pt x="333964" y="702949"/>
                  </a:moveTo>
                  <a:lnTo>
                    <a:pt x="362990" y="718837"/>
                  </a:lnTo>
                  <a:lnTo>
                    <a:pt x="305539" y="698969"/>
                  </a:lnTo>
                  <a:close/>
                  <a:moveTo>
                    <a:pt x="20991" y="257896"/>
                  </a:moveTo>
                  <a:lnTo>
                    <a:pt x="69645" y="245344"/>
                  </a:lnTo>
                  <a:lnTo>
                    <a:pt x="42840" y="269309"/>
                  </a:lnTo>
                  <a:close/>
                  <a:moveTo>
                    <a:pt x="763335" y="1164218"/>
                  </a:moveTo>
                  <a:lnTo>
                    <a:pt x="777537" y="1123091"/>
                  </a:lnTo>
                  <a:lnTo>
                    <a:pt x="762211" y="1110280"/>
                  </a:lnTo>
                  <a:close/>
                  <a:moveTo>
                    <a:pt x="661693" y="805116"/>
                  </a:moveTo>
                  <a:lnTo>
                    <a:pt x="671104" y="806374"/>
                  </a:lnTo>
                  <a:lnTo>
                    <a:pt x="641498" y="799057"/>
                  </a:lnTo>
                  <a:close/>
                  <a:moveTo>
                    <a:pt x="392372" y="607906"/>
                  </a:moveTo>
                  <a:lnTo>
                    <a:pt x="437410" y="628278"/>
                  </a:lnTo>
                  <a:lnTo>
                    <a:pt x="448657" y="597565"/>
                  </a:lnTo>
                  <a:close/>
                  <a:moveTo>
                    <a:pt x="470100" y="578527"/>
                  </a:moveTo>
                  <a:lnTo>
                    <a:pt x="448657" y="597565"/>
                  </a:lnTo>
                  <a:lnTo>
                    <a:pt x="474072" y="580814"/>
                  </a:lnTo>
                  <a:close/>
                  <a:moveTo>
                    <a:pt x="474072" y="580814"/>
                  </a:moveTo>
                  <a:lnTo>
                    <a:pt x="448657" y="597565"/>
                  </a:lnTo>
                  <a:lnTo>
                    <a:pt x="437410" y="628278"/>
                  </a:lnTo>
                  <a:close/>
                  <a:moveTo>
                    <a:pt x="470100" y="578527"/>
                  </a:moveTo>
                  <a:lnTo>
                    <a:pt x="474072" y="580814"/>
                  </a:lnTo>
                  <a:lnTo>
                    <a:pt x="473597" y="566234"/>
                  </a:lnTo>
                  <a:close/>
                  <a:moveTo>
                    <a:pt x="224483" y="335054"/>
                  </a:moveTo>
                  <a:lnTo>
                    <a:pt x="236245" y="370239"/>
                  </a:lnTo>
                  <a:lnTo>
                    <a:pt x="235366" y="375180"/>
                  </a:lnTo>
                  <a:close/>
                  <a:moveTo>
                    <a:pt x="88539" y="185321"/>
                  </a:moveTo>
                  <a:lnTo>
                    <a:pt x="86301" y="211015"/>
                  </a:lnTo>
                  <a:lnTo>
                    <a:pt x="93080" y="191405"/>
                  </a:lnTo>
                  <a:close/>
                  <a:moveTo>
                    <a:pt x="88539" y="185321"/>
                  </a:moveTo>
                  <a:lnTo>
                    <a:pt x="93080" y="191405"/>
                  </a:lnTo>
                  <a:lnTo>
                    <a:pt x="118588" y="143233"/>
                  </a:lnTo>
                  <a:close/>
                  <a:moveTo>
                    <a:pt x="889292" y="1027627"/>
                  </a:moveTo>
                  <a:lnTo>
                    <a:pt x="857704" y="1019587"/>
                  </a:lnTo>
                  <a:lnTo>
                    <a:pt x="861849" y="1021232"/>
                  </a:lnTo>
                  <a:close/>
                  <a:moveTo>
                    <a:pt x="621894" y="676143"/>
                  </a:moveTo>
                  <a:lnTo>
                    <a:pt x="593983" y="671746"/>
                  </a:lnTo>
                  <a:lnTo>
                    <a:pt x="578533" y="709419"/>
                  </a:lnTo>
                  <a:close/>
                  <a:moveTo>
                    <a:pt x="593983" y="671746"/>
                  </a:moveTo>
                  <a:lnTo>
                    <a:pt x="621894" y="676143"/>
                  </a:lnTo>
                  <a:lnTo>
                    <a:pt x="574695" y="652037"/>
                  </a:lnTo>
                  <a:close/>
                  <a:moveTo>
                    <a:pt x="626027" y="666207"/>
                  </a:moveTo>
                  <a:lnTo>
                    <a:pt x="594093" y="671386"/>
                  </a:lnTo>
                  <a:lnTo>
                    <a:pt x="574695" y="652037"/>
                  </a:lnTo>
                  <a:close/>
                  <a:moveTo>
                    <a:pt x="263397" y="278635"/>
                  </a:moveTo>
                  <a:lnTo>
                    <a:pt x="268510" y="236855"/>
                  </a:lnTo>
                  <a:lnTo>
                    <a:pt x="246910" y="245364"/>
                  </a:lnTo>
                  <a:close/>
                  <a:moveTo>
                    <a:pt x="971211" y="1029243"/>
                  </a:moveTo>
                  <a:lnTo>
                    <a:pt x="965041" y="1021975"/>
                  </a:lnTo>
                  <a:lnTo>
                    <a:pt x="953222" y="1045867"/>
                  </a:lnTo>
                  <a:close/>
                  <a:moveTo>
                    <a:pt x="889292" y="1027627"/>
                  </a:moveTo>
                  <a:lnTo>
                    <a:pt x="900150" y="1039158"/>
                  </a:lnTo>
                  <a:lnTo>
                    <a:pt x="909134" y="1025534"/>
                  </a:lnTo>
                  <a:close/>
                  <a:moveTo>
                    <a:pt x="698679" y="813266"/>
                  </a:moveTo>
                  <a:lnTo>
                    <a:pt x="725156" y="787679"/>
                  </a:lnTo>
                  <a:lnTo>
                    <a:pt x="743307" y="764690"/>
                  </a:lnTo>
                  <a:close/>
                  <a:moveTo>
                    <a:pt x="594037" y="671608"/>
                  </a:moveTo>
                  <a:lnTo>
                    <a:pt x="594093" y="671386"/>
                  </a:lnTo>
                  <a:lnTo>
                    <a:pt x="610974" y="638295"/>
                  </a:lnTo>
                  <a:close/>
                  <a:moveTo>
                    <a:pt x="255202" y="220586"/>
                  </a:moveTo>
                  <a:lnTo>
                    <a:pt x="246910" y="245364"/>
                  </a:lnTo>
                  <a:lnTo>
                    <a:pt x="261849" y="230548"/>
                  </a:lnTo>
                  <a:close/>
                  <a:moveTo>
                    <a:pt x="255202" y="220586"/>
                  </a:moveTo>
                  <a:lnTo>
                    <a:pt x="261849" y="230548"/>
                  </a:lnTo>
                  <a:lnTo>
                    <a:pt x="259033" y="194480"/>
                  </a:lnTo>
                  <a:close/>
                  <a:moveTo>
                    <a:pt x="259033" y="194480"/>
                  </a:moveTo>
                  <a:lnTo>
                    <a:pt x="261849" y="230548"/>
                  </a:lnTo>
                  <a:lnTo>
                    <a:pt x="271223" y="211689"/>
                  </a:lnTo>
                  <a:close/>
                  <a:moveTo>
                    <a:pt x="965041" y="1021975"/>
                  </a:moveTo>
                  <a:lnTo>
                    <a:pt x="972650" y="993929"/>
                  </a:lnTo>
                  <a:lnTo>
                    <a:pt x="962482" y="1009251"/>
                  </a:lnTo>
                  <a:close/>
                  <a:moveTo>
                    <a:pt x="334732" y="165359"/>
                  </a:moveTo>
                  <a:lnTo>
                    <a:pt x="327158" y="159427"/>
                  </a:lnTo>
                  <a:lnTo>
                    <a:pt x="311731" y="170725"/>
                  </a:lnTo>
                  <a:close/>
                  <a:moveTo>
                    <a:pt x="334732" y="165359"/>
                  </a:moveTo>
                  <a:lnTo>
                    <a:pt x="345474" y="176610"/>
                  </a:lnTo>
                  <a:lnTo>
                    <a:pt x="337157" y="141212"/>
                  </a:lnTo>
                  <a:close/>
                  <a:moveTo>
                    <a:pt x="327158" y="159427"/>
                  </a:moveTo>
                  <a:lnTo>
                    <a:pt x="334732" y="165359"/>
                  </a:lnTo>
                  <a:lnTo>
                    <a:pt x="337157" y="141212"/>
                  </a:lnTo>
                  <a:close/>
                  <a:moveTo>
                    <a:pt x="700160" y="530176"/>
                  </a:moveTo>
                  <a:lnTo>
                    <a:pt x="693818" y="555264"/>
                  </a:lnTo>
                  <a:lnTo>
                    <a:pt x="730687" y="519737"/>
                  </a:lnTo>
                  <a:close/>
                  <a:moveTo>
                    <a:pt x="325978" y="127785"/>
                  </a:moveTo>
                  <a:lnTo>
                    <a:pt x="337157" y="141212"/>
                  </a:lnTo>
                  <a:lnTo>
                    <a:pt x="342597" y="114218"/>
                  </a:lnTo>
                  <a:close/>
                  <a:moveTo>
                    <a:pt x="327158" y="159427"/>
                  </a:moveTo>
                  <a:lnTo>
                    <a:pt x="337157" y="141212"/>
                  </a:lnTo>
                  <a:lnTo>
                    <a:pt x="319942" y="150295"/>
                  </a:lnTo>
                  <a:close/>
                  <a:moveTo>
                    <a:pt x="368965" y="119869"/>
                  </a:moveTo>
                  <a:lnTo>
                    <a:pt x="337157" y="141212"/>
                  </a:lnTo>
                  <a:lnTo>
                    <a:pt x="366555" y="126549"/>
                  </a:lnTo>
                  <a:close/>
                  <a:moveTo>
                    <a:pt x="368965" y="119869"/>
                  </a:moveTo>
                  <a:lnTo>
                    <a:pt x="342597" y="114218"/>
                  </a:lnTo>
                  <a:lnTo>
                    <a:pt x="337157" y="141212"/>
                  </a:lnTo>
                  <a:close/>
                  <a:moveTo>
                    <a:pt x="342597" y="114218"/>
                  </a:moveTo>
                  <a:lnTo>
                    <a:pt x="368965" y="119869"/>
                  </a:lnTo>
                  <a:lnTo>
                    <a:pt x="347024" y="81895"/>
                  </a:lnTo>
                  <a:close/>
                  <a:moveTo>
                    <a:pt x="368965" y="119869"/>
                  </a:moveTo>
                  <a:lnTo>
                    <a:pt x="378593" y="75351"/>
                  </a:lnTo>
                  <a:lnTo>
                    <a:pt x="347024" y="81895"/>
                  </a:lnTo>
                  <a:close/>
                  <a:moveTo>
                    <a:pt x="340542" y="105489"/>
                  </a:moveTo>
                  <a:lnTo>
                    <a:pt x="342597" y="114218"/>
                  </a:lnTo>
                  <a:lnTo>
                    <a:pt x="347024" y="81895"/>
                  </a:lnTo>
                  <a:close/>
                  <a:moveTo>
                    <a:pt x="730687" y="519737"/>
                  </a:moveTo>
                  <a:lnTo>
                    <a:pt x="755840" y="531930"/>
                  </a:lnTo>
                  <a:lnTo>
                    <a:pt x="700160" y="530176"/>
                  </a:lnTo>
                  <a:close/>
                  <a:moveTo>
                    <a:pt x="621244" y="263492"/>
                  </a:moveTo>
                  <a:lnTo>
                    <a:pt x="585492" y="275925"/>
                  </a:lnTo>
                  <a:lnTo>
                    <a:pt x="565520" y="275934"/>
                  </a:lnTo>
                  <a:close/>
                  <a:moveTo>
                    <a:pt x="378593" y="75351"/>
                  </a:moveTo>
                  <a:lnTo>
                    <a:pt x="382847" y="63837"/>
                  </a:lnTo>
                  <a:lnTo>
                    <a:pt x="366358" y="57974"/>
                  </a:lnTo>
                  <a:close/>
                  <a:moveTo>
                    <a:pt x="347024" y="81895"/>
                  </a:moveTo>
                  <a:lnTo>
                    <a:pt x="378593" y="75351"/>
                  </a:lnTo>
                  <a:lnTo>
                    <a:pt x="366358" y="57974"/>
                  </a:lnTo>
                  <a:close/>
                  <a:moveTo>
                    <a:pt x="382847" y="63837"/>
                  </a:moveTo>
                  <a:lnTo>
                    <a:pt x="414061" y="65549"/>
                  </a:lnTo>
                  <a:lnTo>
                    <a:pt x="394193" y="37466"/>
                  </a:lnTo>
                  <a:close/>
                  <a:moveTo>
                    <a:pt x="375388" y="51550"/>
                  </a:moveTo>
                  <a:lnTo>
                    <a:pt x="382847" y="63837"/>
                  </a:lnTo>
                  <a:lnTo>
                    <a:pt x="394193" y="37466"/>
                  </a:lnTo>
                  <a:close/>
                  <a:moveTo>
                    <a:pt x="596237" y="272080"/>
                  </a:moveTo>
                  <a:lnTo>
                    <a:pt x="621244" y="263492"/>
                  </a:lnTo>
                  <a:lnTo>
                    <a:pt x="636078" y="222747"/>
                  </a:lnTo>
                  <a:close/>
                  <a:moveTo>
                    <a:pt x="636078" y="222747"/>
                  </a:moveTo>
                  <a:lnTo>
                    <a:pt x="641785" y="212501"/>
                  </a:lnTo>
                  <a:lnTo>
                    <a:pt x="616464" y="254897"/>
                  </a:lnTo>
                  <a:close/>
                  <a:moveTo>
                    <a:pt x="628472" y="194308"/>
                  </a:moveTo>
                  <a:lnTo>
                    <a:pt x="647879" y="200958"/>
                  </a:lnTo>
                  <a:lnTo>
                    <a:pt x="641785" y="212501"/>
                  </a:lnTo>
                  <a:close/>
                  <a:moveTo>
                    <a:pt x="708560" y="148382"/>
                  </a:moveTo>
                  <a:lnTo>
                    <a:pt x="731972" y="148610"/>
                  </a:lnTo>
                  <a:lnTo>
                    <a:pt x="699947" y="110265"/>
                  </a:lnTo>
                  <a:close/>
                  <a:moveTo>
                    <a:pt x="659489" y="19572"/>
                  </a:moveTo>
                  <a:lnTo>
                    <a:pt x="667019" y="21435"/>
                  </a:lnTo>
                  <a:lnTo>
                    <a:pt x="65051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20" name="Input_density__111">
              <a:extLst>
                <a:ext uri="{FF2B5EF4-FFF2-40B4-BE49-F238E27FC236}">
                  <a16:creationId xmlns:a16="http://schemas.microsoft.com/office/drawing/2014/main" id="{8B1A874D-6F25-7F07-1262-2D8029BA607F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876184" cy="1635321"/>
            </a:xfrm>
            <a:custGeom>
              <a:avLst/>
              <a:gdLst/>
              <a:ahLst/>
              <a:cxnLst/>
              <a:rect l="0" t="0" r="0" b="0"/>
              <a:pathLst>
                <a:path w="876184" h="1635321">
                  <a:moveTo>
                    <a:pt x="164430" y="1620082"/>
                  </a:moveTo>
                  <a:lnTo>
                    <a:pt x="182883" y="1635321"/>
                  </a:lnTo>
                  <a:lnTo>
                    <a:pt x="191409" y="1609837"/>
                  </a:lnTo>
                  <a:close/>
                  <a:moveTo>
                    <a:pt x="209416" y="1602899"/>
                  </a:moveTo>
                  <a:lnTo>
                    <a:pt x="191409" y="1609837"/>
                  </a:lnTo>
                  <a:lnTo>
                    <a:pt x="182883" y="1635321"/>
                  </a:lnTo>
                  <a:close/>
                  <a:moveTo>
                    <a:pt x="165274" y="1492634"/>
                  </a:moveTo>
                  <a:lnTo>
                    <a:pt x="157990" y="1542250"/>
                  </a:lnTo>
                  <a:lnTo>
                    <a:pt x="175286" y="1510708"/>
                  </a:lnTo>
                  <a:close/>
                  <a:moveTo>
                    <a:pt x="220093" y="1566144"/>
                  </a:moveTo>
                  <a:lnTo>
                    <a:pt x="209416" y="1602899"/>
                  </a:lnTo>
                  <a:lnTo>
                    <a:pt x="250428" y="1588944"/>
                  </a:lnTo>
                  <a:close/>
                  <a:moveTo>
                    <a:pt x="238255" y="1512206"/>
                  </a:moveTo>
                  <a:lnTo>
                    <a:pt x="264940" y="1495022"/>
                  </a:lnTo>
                  <a:lnTo>
                    <a:pt x="233432" y="1507322"/>
                  </a:lnTo>
                  <a:close/>
                  <a:moveTo>
                    <a:pt x="264940" y="1495022"/>
                  </a:moveTo>
                  <a:lnTo>
                    <a:pt x="247264" y="1462832"/>
                  </a:lnTo>
                  <a:lnTo>
                    <a:pt x="233432" y="1507322"/>
                  </a:lnTo>
                  <a:close/>
                  <a:moveTo>
                    <a:pt x="226071" y="1295517"/>
                  </a:moveTo>
                  <a:lnTo>
                    <a:pt x="241125" y="1330819"/>
                  </a:lnTo>
                  <a:lnTo>
                    <a:pt x="233016" y="1313351"/>
                  </a:lnTo>
                  <a:close/>
                  <a:moveTo>
                    <a:pt x="226655" y="1294064"/>
                  </a:moveTo>
                  <a:lnTo>
                    <a:pt x="226071" y="1295517"/>
                  </a:lnTo>
                  <a:lnTo>
                    <a:pt x="233016" y="1313351"/>
                  </a:lnTo>
                  <a:close/>
                  <a:moveTo>
                    <a:pt x="226895" y="1290469"/>
                  </a:moveTo>
                  <a:lnTo>
                    <a:pt x="226071" y="1295517"/>
                  </a:lnTo>
                  <a:lnTo>
                    <a:pt x="226655" y="1294064"/>
                  </a:lnTo>
                  <a:close/>
                  <a:moveTo>
                    <a:pt x="241125" y="1330819"/>
                  </a:moveTo>
                  <a:lnTo>
                    <a:pt x="259125" y="1367574"/>
                  </a:lnTo>
                  <a:lnTo>
                    <a:pt x="289208" y="1350391"/>
                  </a:lnTo>
                  <a:close/>
                  <a:moveTo>
                    <a:pt x="226655" y="1294064"/>
                  </a:moveTo>
                  <a:lnTo>
                    <a:pt x="233016" y="1313351"/>
                  </a:lnTo>
                  <a:lnTo>
                    <a:pt x="239129" y="1284900"/>
                  </a:lnTo>
                  <a:close/>
                  <a:moveTo>
                    <a:pt x="226895" y="1290469"/>
                  </a:moveTo>
                  <a:lnTo>
                    <a:pt x="226655" y="1294064"/>
                  </a:lnTo>
                  <a:lnTo>
                    <a:pt x="239129" y="1284900"/>
                  </a:lnTo>
                  <a:close/>
                  <a:moveTo>
                    <a:pt x="126875" y="1069451"/>
                  </a:moveTo>
                  <a:lnTo>
                    <a:pt x="103108" y="1076800"/>
                  </a:lnTo>
                  <a:lnTo>
                    <a:pt x="99603" y="1092063"/>
                  </a:lnTo>
                  <a:close/>
                  <a:moveTo>
                    <a:pt x="294706" y="1266805"/>
                  </a:moveTo>
                  <a:lnTo>
                    <a:pt x="334673" y="1261401"/>
                  </a:lnTo>
                  <a:lnTo>
                    <a:pt x="318024" y="1230189"/>
                  </a:lnTo>
                  <a:close/>
                  <a:moveTo>
                    <a:pt x="334673" y="1261401"/>
                  </a:moveTo>
                  <a:lnTo>
                    <a:pt x="368975" y="1260602"/>
                  </a:lnTo>
                  <a:lnTo>
                    <a:pt x="318024" y="1230189"/>
                  </a:lnTo>
                  <a:close/>
                  <a:moveTo>
                    <a:pt x="15074" y="855393"/>
                  </a:moveTo>
                  <a:lnTo>
                    <a:pt x="0" y="872576"/>
                  </a:lnTo>
                  <a:lnTo>
                    <a:pt x="21398" y="892147"/>
                  </a:lnTo>
                  <a:close/>
                  <a:moveTo>
                    <a:pt x="15074" y="855393"/>
                  </a:moveTo>
                  <a:lnTo>
                    <a:pt x="12148" y="818638"/>
                  </a:lnTo>
                  <a:lnTo>
                    <a:pt x="0" y="872576"/>
                  </a:lnTo>
                  <a:close/>
                  <a:moveTo>
                    <a:pt x="154967" y="1002412"/>
                  </a:moveTo>
                  <a:lnTo>
                    <a:pt x="189289" y="985815"/>
                  </a:lnTo>
                  <a:lnTo>
                    <a:pt x="188737" y="985550"/>
                  </a:lnTo>
                  <a:close/>
                  <a:moveTo>
                    <a:pt x="148117" y="965657"/>
                  </a:moveTo>
                  <a:lnTo>
                    <a:pt x="188737" y="985550"/>
                  </a:lnTo>
                  <a:lnTo>
                    <a:pt x="177834" y="949667"/>
                  </a:lnTo>
                  <a:close/>
                  <a:moveTo>
                    <a:pt x="189788" y="985229"/>
                  </a:moveTo>
                  <a:lnTo>
                    <a:pt x="179753" y="948474"/>
                  </a:lnTo>
                  <a:lnTo>
                    <a:pt x="188737" y="985550"/>
                  </a:lnTo>
                  <a:close/>
                  <a:moveTo>
                    <a:pt x="179753" y="948474"/>
                  </a:moveTo>
                  <a:lnTo>
                    <a:pt x="177834" y="949667"/>
                  </a:lnTo>
                  <a:lnTo>
                    <a:pt x="188737" y="985550"/>
                  </a:lnTo>
                  <a:close/>
                  <a:moveTo>
                    <a:pt x="188737" y="985550"/>
                  </a:moveTo>
                  <a:lnTo>
                    <a:pt x="189289" y="985815"/>
                  </a:lnTo>
                  <a:lnTo>
                    <a:pt x="189788" y="985229"/>
                  </a:lnTo>
                  <a:close/>
                  <a:moveTo>
                    <a:pt x="154266" y="951079"/>
                  </a:moveTo>
                  <a:lnTo>
                    <a:pt x="177834" y="949667"/>
                  </a:lnTo>
                  <a:lnTo>
                    <a:pt x="179753" y="948474"/>
                  </a:lnTo>
                  <a:close/>
                  <a:moveTo>
                    <a:pt x="15074" y="855393"/>
                  </a:moveTo>
                  <a:lnTo>
                    <a:pt x="21398" y="892147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15074" y="855393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37413" y="838209"/>
                  </a:lnTo>
                  <a:lnTo>
                    <a:pt x="18479" y="801454"/>
                  </a:lnTo>
                  <a:close/>
                  <a:moveTo>
                    <a:pt x="31529" y="769706"/>
                  </a:moveTo>
                  <a:lnTo>
                    <a:pt x="12148" y="818638"/>
                  </a:lnTo>
                  <a:lnTo>
                    <a:pt x="18479" y="801454"/>
                  </a:lnTo>
                  <a:close/>
                  <a:moveTo>
                    <a:pt x="456028" y="1279269"/>
                  </a:moveTo>
                  <a:lnTo>
                    <a:pt x="447657" y="1316024"/>
                  </a:lnTo>
                  <a:lnTo>
                    <a:pt x="487934" y="1298840"/>
                  </a:lnTo>
                  <a:close/>
                  <a:moveTo>
                    <a:pt x="456028" y="1279269"/>
                  </a:moveTo>
                  <a:lnTo>
                    <a:pt x="487934" y="1298840"/>
                  </a:lnTo>
                  <a:lnTo>
                    <a:pt x="479921" y="1262086"/>
                  </a:lnTo>
                  <a:close/>
                  <a:moveTo>
                    <a:pt x="481191" y="1233525"/>
                  </a:moveTo>
                  <a:lnTo>
                    <a:pt x="456028" y="1279269"/>
                  </a:lnTo>
                  <a:lnTo>
                    <a:pt x="479921" y="1262086"/>
                  </a:lnTo>
                  <a:close/>
                  <a:moveTo>
                    <a:pt x="323738" y="1058739"/>
                  </a:moveTo>
                  <a:lnTo>
                    <a:pt x="333378" y="1083466"/>
                  </a:lnTo>
                  <a:lnTo>
                    <a:pt x="360272" y="1078311"/>
                  </a:lnTo>
                  <a:close/>
                  <a:moveTo>
                    <a:pt x="187305" y="1021984"/>
                  </a:moveTo>
                  <a:lnTo>
                    <a:pt x="189272" y="985115"/>
                  </a:lnTo>
                  <a:lnTo>
                    <a:pt x="189289" y="985815"/>
                  </a:lnTo>
                  <a:close/>
                  <a:moveTo>
                    <a:pt x="75715" y="754776"/>
                  </a:moveTo>
                  <a:lnTo>
                    <a:pt x="44213" y="764699"/>
                  </a:lnTo>
                  <a:lnTo>
                    <a:pt x="85895" y="752189"/>
                  </a:lnTo>
                  <a:close/>
                  <a:moveTo>
                    <a:pt x="85895" y="752189"/>
                  </a:moveTo>
                  <a:lnTo>
                    <a:pt x="44213" y="764699"/>
                  </a:lnTo>
                  <a:lnTo>
                    <a:pt x="31529" y="769706"/>
                  </a:lnTo>
                  <a:close/>
                  <a:moveTo>
                    <a:pt x="562416" y="1211691"/>
                  </a:moveTo>
                  <a:lnTo>
                    <a:pt x="553994" y="1244902"/>
                  </a:lnTo>
                  <a:lnTo>
                    <a:pt x="558706" y="1208147"/>
                  </a:lnTo>
                  <a:close/>
                  <a:moveTo>
                    <a:pt x="185283" y="809369"/>
                  </a:moveTo>
                  <a:lnTo>
                    <a:pt x="156768" y="767087"/>
                  </a:lnTo>
                  <a:lnTo>
                    <a:pt x="146560" y="769016"/>
                  </a:lnTo>
                  <a:close/>
                  <a:moveTo>
                    <a:pt x="146560" y="769016"/>
                  </a:moveTo>
                  <a:lnTo>
                    <a:pt x="150904" y="774462"/>
                  </a:lnTo>
                  <a:lnTo>
                    <a:pt x="185283" y="809369"/>
                  </a:lnTo>
                  <a:close/>
                  <a:moveTo>
                    <a:pt x="110421" y="771308"/>
                  </a:moveTo>
                  <a:lnTo>
                    <a:pt x="118566" y="749764"/>
                  </a:lnTo>
                  <a:lnTo>
                    <a:pt x="85895" y="752189"/>
                  </a:lnTo>
                  <a:close/>
                  <a:moveTo>
                    <a:pt x="125152" y="747516"/>
                  </a:moveTo>
                  <a:lnTo>
                    <a:pt x="118566" y="749764"/>
                  </a:lnTo>
                  <a:lnTo>
                    <a:pt x="173508" y="734396"/>
                  </a:lnTo>
                  <a:close/>
                  <a:moveTo>
                    <a:pt x="558706" y="1208147"/>
                  </a:moveTo>
                  <a:lnTo>
                    <a:pt x="553994" y="1244902"/>
                  </a:lnTo>
                  <a:lnTo>
                    <a:pt x="586071" y="1227719"/>
                  </a:lnTo>
                  <a:close/>
                  <a:moveTo>
                    <a:pt x="558706" y="1208147"/>
                  </a:moveTo>
                  <a:lnTo>
                    <a:pt x="586071" y="1227719"/>
                  </a:lnTo>
                  <a:lnTo>
                    <a:pt x="564787" y="1190964"/>
                  </a:lnTo>
                  <a:close/>
                  <a:moveTo>
                    <a:pt x="156768" y="767087"/>
                  </a:moveTo>
                  <a:lnTo>
                    <a:pt x="188256" y="789537"/>
                  </a:lnTo>
                  <a:lnTo>
                    <a:pt x="190837" y="760108"/>
                  </a:lnTo>
                  <a:close/>
                  <a:moveTo>
                    <a:pt x="226660" y="758072"/>
                  </a:moveTo>
                  <a:lnTo>
                    <a:pt x="190837" y="760108"/>
                  </a:lnTo>
                  <a:lnTo>
                    <a:pt x="225715" y="803587"/>
                  </a:lnTo>
                  <a:close/>
                  <a:moveTo>
                    <a:pt x="226660" y="758072"/>
                  </a:moveTo>
                  <a:lnTo>
                    <a:pt x="220431" y="718389"/>
                  </a:lnTo>
                  <a:lnTo>
                    <a:pt x="190837" y="760108"/>
                  </a:lnTo>
                  <a:close/>
                  <a:moveTo>
                    <a:pt x="537940" y="1154209"/>
                  </a:moveTo>
                  <a:lnTo>
                    <a:pt x="526190" y="1117454"/>
                  </a:lnTo>
                  <a:lnTo>
                    <a:pt x="524942" y="1125574"/>
                  </a:lnTo>
                  <a:close/>
                  <a:moveTo>
                    <a:pt x="531954" y="1106324"/>
                  </a:moveTo>
                  <a:lnTo>
                    <a:pt x="524942" y="1125574"/>
                  </a:lnTo>
                  <a:lnTo>
                    <a:pt x="526190" y="1117454"/>
                  </a:lnTo>
                  <a:close/>
                  <a:moveTo>
                    <a:pt x="300791" y="860169"/>
                  </a:moveTo>
                  <a:lnTo>
                    <a:pt x="313241" y="823414"/>
                  </a:lnTo>
                  <a:lnTo>
                    <a:pt x="309222" y="834622"/>
                  </a:lnTo>
                  <a:close/>
                  <a:moveTo>
                    <a:pt x="316330" y="798450"/>
                  </a:moveTo>
                  <a:lnTo>
                    <a:pt x="309222" y="834622"/>
                  </a:lnTo>
                  <a:lnTo>
                    <a:pt x="313241" y="823414"/>
                  </a:lnTo>
                  <a:close/>
                  <a:moveTo>
                    <a:pt x="553074" y="1089082"/>
                  </a:moveTo>
                  <a:lnTo>
                    <a:pt x="531954" y="1106324"/>
                  </a:lnTo>
                  <a:lnTo>
                    <a:pt x="526190" y="1117454"/>
                  </a:lnTo>
                  <a:close/>
                  <a:moveTo>
                    <a:pt x="582948" y="1076198"/>
                  </a:moveTo>
                  <a:lnTo>
                    <a:pt x="531954" y="1106324"/>
                  </a:lnTo>
                  <a:lnTo>
                    <a:pt x="553074" y="1089082"/>
                  </a:lnTo>
                  <a:close/>
                  <a:moveTo>
                    <a:pt x="300791" y="860169"/>
                  </a:moveTo>
                  <a:lnTo>
                    <a:pt x="342831" y="806231"/>
                  </a:lnTo>
                  <a:lnTo>
                    <a:pt x="313241" y="823414"/>
                  </a:lnTo>
                  <a:close/>
                  <a:moveTo>
                    <a:pt x="342831" y="806231"/>
                  </a:moveTo>
                  <a:lnTo>
                    <a:pt x="316330" y="798450"/>
                  </a:lnTo>
                  <a:lnTo>
                    <a:pt x="313241" y="823414"/>
                  </a:lnTo>
                  <a:close/>
                  <a:moveTo>
                    <a:pt x="276151" y="732721"/>
                  </a:moveTo>
                  <a:lnTo>
                    <a:pt x="287395" y="718634"/>
                  </a:lnTo>
                  <a:lnTo>
                    <a:pt x="236598" y="713149"/>
                  </a:lnTo>
                  <a:close/>
                  <a:moveTo>
                    <a:pt x="253831" y="749904"/>
                  </a:moveTo>
                  <a:lnTo>
                    <a:pt x="276151" y="732721"/>
                  </a:lnTo>
                  <a:lnTo>
                    <a:pt x="236598" y="713149"/>
                  </a:lnTo>
                  <a:close/>
                  <a:moveTo>
                    <a:pt x="271692" y="703803"/>
                  </a:moveTo>
                  <a:lnTo>
                    <a:pt x="287395" y="718634"/>
                  </a:lnTo>
                  <a:lnTo>
                    <a:pt x="318480" y="710280"/>
                  </a:lnTo>
                  <a:close/>
                  <a:moveTo>
                    <a:pt x="203504" y="676394"/>
                  </a:moveTo>
                  <a:lnTo>
                    <a:pt x="221920" y="694619"/>
                  </a:lnTo>
                  <a:lnTo>
                    <a:pt x="226762" y="668495"/>
                  </a:lnTo>
                  <a:close/>
                  <a:moveTo>
                    <a:pt x="213544" y="663303"/>
                  </a:moveTo>
                  <a:lnTo>
                    <a:pt x="203504" y="676394"/>
                  </a:lnTo>
                  <a:lnTo>
                    <a:pt x="226762" y="668495"/>
                  </a:lnTo>
                  <a:close/>
                  <a:moveTo>
                    <a:pt x="785752" y="1239934"/>
                  </a:moveTo>
                  <a:lnTo>
                    <a:pt x="825175" y="1212924"/>
                  </a:lnTo>
                  <a:lnTo>
                    <a:pt x="786646" y="1227243"/>
                  </a:lnTo>
                  <a:close/>
                  <a:moveTo>
                    <a:pt x="781384" y="1223603"/>
                  </a:moveTo>
                  <a:lnTo>
                    <a:pt x="786646" y="1227243"/>
                  </a:lnTo>
                  <a:lnTo>
                    <a:pt x="825175" y="1212924"/>
                  </a:lnTo>
                  <a:close/>
                  <a:moveTo>
                    <a:pt x="745911" y="1065904"/>
                  </a:moveTo>
                  <a:lnTo>
                    <a:pt x="760729" y="1050172"/>
                  </a:lnTo>
                  <a:lnTo>
                    <a:pt x="713148" y="1083087"/>
                  </a:lnTo>
                  <a:close/>
                  <a:moveTo>
                    <a:pt x="639475" y="1009577"/>
                  </a:moveTo>
                  <a:lnTo>
                    <a:pt x="664097" y="1034242"/>
                  </a:lnTo>
                  <a:lnTo>
                    <a:pt x="676980" y="993741"/>
                  </a:lnTo>
                  <a:close/>
                  <a:moveTo>
                    <a:pt x="424198" y="760180"/>
                  </a:moveTo>
                  <a:lnTo>
                    <a:pt x="411060" y="778917"/>
                  </a:lnTo>
                  <a:lnTo>
                    <a:pt x="438992" y="735109"/>
                  </a:lnTo>
                  <a:close/>
                  <a:moveTo>
                    <a:pt x="424198" y="760180"/>
                  </a:moveTo>
                  <a:lnTo>
                    <a:pt x="438992" y="735109"/>
                  </a:lnTo>
                  <a:lnTo>
                    <a:pt x="428698" y="746919"/>
                  </a:lnTo>
                  <a:close/>
                  <a:moveTo>
                    <a:pt x="423466" y="752292"/>
                  </a:moveTo>
                  <a:lnTo>
                    <a:pt x="424198" y="760180"/>
                  </a:lnTo>
                  <a:lnTo>
                    <a:pt x="428698" y="746919"/>
                  </a:lnTo>
                  <a:close/>
                  <a:moveTo>
                    <a:pt x="441989" y="730487"/>
                  </a:moveTo>
                  <a:lnTo>
                    <a:pt x="423466" y="752292"/>
                  </a:lnTo>
                  <a:lnTo>
                    <a:pt x="428698" y="746919"/>
                  </a:lnTo>
                  <a:close/>
                  <a:moveTo>
                    <a:pt x="447513" y="722773"/>
                  </a:moveTo>
                  <a:lnTo>
                    <a:pt x="423466" y="752292"/>
                  </a:lnTo>
                  <a:lnTo>
                    <a:pt x="441989" y="730487"/>
                  </a:lnTo>
                  <a:close/>
                  <a:moveTo>
                    <a:pt x="469409" y="708432"/>
                  </a:moveTo>
                  <a:lnTo>
                    <a:pt x="447513" y="722773"/>
                  </a:lnTo>
                  <a:lnTo>
                    <a:pt x="441989" y="730487"/>
                  </a:lnTo>
                  <a:close/>
                  <a:moveTo>
                    <a:pt x="129646" y="335296"/>
                  </a:moveTo>
                  <a:lnTo>
                    <a:pt x="94341" y="294049"/>
                  </a:lnTo>
                  <a:lnTo>
                    <a:pt x="91378" y="294571"/>
                  </a:lnTo>
                  <a:close/>
                  <a:moveTo>
                    <a:pt x="63649" y="284181"/>
                  </a:moveTo>
                  <a:lnTo>
                    <a:pt x="40130" y="311232"/>
                  </a:lnTo>
                  <a:lnTo>
                    <a:pt x="91378" y="294571"/>
                  </a:lnTo>
                  <a:close/>
                  <a:moveTo>
                    <a:pt x="94341" y="294049"/>
                  </a:moveTo>
                  <a:lnTo>
                    <a:pt x="63649" y="284181"/>
                  </a:lnTo>
                  <a:lnTo>
                    <a:pt x="91378" y="294571"/>
                  </a:lnTo>
                  <a:close/>
                  <a:moveTo>
                    <a:pt x="694684" y="938455"/>
                  </a:moveTo>
                  <a:lnTo>
                    <a:pt x="683379" y="943791"/>
                  </a:lnTo>
                  <a:lnTo>
                    <a:pt x="684307" y="992394"/>
                  </a:lnTo>
                  <a:close/>
                  <a:moveTo>
                    <a:pt x="711557" y="901700"/>
                  </a:moveTo>
                  <a:lnTo>
                    <a:pt x="683379" y="943791"/>
                  </a:lnTo>
                  <a:lnTo>
                    <a:pt x="694684" y="938455"/>
                  </a:lnTo>
                  <a:close/>
                  <a:moveTo>
                    <a:pt x="469409" y="708432"/>
                  </a:moveTo>
                  <a:lnTo>
                    <a:pt x="474739" y="681171"/>
                  </a:lnTo>
                  <a:lnTo>
                    <a:pt x="474661" y="691893"/>
                  </a:lnTo>
                  <a:close/>
                  <a:moveTo>
                    <a:pt x="475951" y="698354"/>
                  </a:moveTo>
                  <a:lnTo>
                    <a:pt x="469409" y="708432"/>
                  </a:lnTo>
                  <a:lnTo>
                    <a:pt x="474661" y="691893"/>
                  </a:lnTo>
                  <a:close/>
                  <a:moveTo>
                    <a:pt x="483811" y="666071"/>
                  </a:moveTo>
                  <a:lnTo>
                    <a:pt x="475951" y="698354"/>
                  </a:lnTo>
                  <a:lnTo>
                    <a:pt x="474661" y="691893"/>
                  </a:lnTo>
                  <a:close/>
                  <a:moveTo>
                    <a:pt x="135450" y="285830"/>
                  </a:moveTo>
                  <a:lnTo>
                    <a:pt x="94341" y="294049"/>
                  </a:lnTo>
                  <a:lnTo>
                    <a:pt x="129106" y="308129"/>
                  </a:lnTo>
                  <a:close/>
                  <a:moveTo>
                    <a:pt x="120127" y="274558"/>
                  </a:moveTo>
                  <a:lnTo>
                    <a:pt x="94341" y="294049"/>
                  </a:lnTo>
                  <a:lnTo>
                    <a:pt x="135450" y="285830"/>
                  </a:lnTo>
                  <a:close/>
                  <a:moveTo>
                    <a:pt x="129106" y="308129"/>
                  </a:moveTo>
                  <a:lnTo>
                    <a:pt x="160786" y="276866"/>
                  </a:lnTo>
                  <a:lnTo>
                    <a:pt x="135450" y="285830"/>
                  </a:lnTo>
                  <a:close/>
                  <a:moveTo>
                    <a:pt x="129329" y="257294"/>
                  </a:moveTo>
                  <a:lnTo>
                    <a:pt x="135450" y="285830"/>
                  </a:lnTo>
                  <a:lnTo>
                    <a:pt x="160786" y="276866"/>
                  </a:lnTo>
                  <a:close/>
                  <a:moveTo>
                    <a:pt x="129329" y="257294"/>
                  </a:moveTo>
                  <a:lnTo>
                    <a:pt x="160786" y="276866"/>
                  </a:lnTo>
                  <a:lnTo>
                    <a:pt x="163732" y="240111"/>
                  </a:lnTo>
                  <a:close/>
                  <a:moveTo>
                    <a:pt x="483811" y="666071"/>
                  </a:moveTo>
                  <a:lnTo>
                    <a:pt x="474661" y="691893"/>
                  </a:lnTo>
                  <a:lnTo>
                    <a:pt x="474739" y="681171"/>
                  </a:lnTo>
                  <a:close/>
                  <a:moveTo>
                    <a:pt x="694684" y="938455"/>
                  </a:moveTo>
                  <a:lnTo>
                    <a:pt x="692817" y="949204"/>
                  </a:lnTo>
                  <a:lnTo>
                    <a:pt x="693782" y="935334"/>
                  </a:lnTo>
                  <a:close/>
                  <a:moveTo>
                    <a:pt x="786116" y="958027"/>
                  </a:moveTo>
                  <a:lnTo>
                    <a:pt x="789996" y="967181"/>
                  </a:lnTo>
                  <a:lnTo>
                    <a:pt x="786887" y="1003312"/>
                  </a:lnTo>
                  <a:close/>
                  <a:moveTo>
                    <a:pt x="789077" y="958027"/>
                  </a:moveTo>
                  <a:lnTo>
                    <a:pt x="786887" y="1003312"/>
                  </a:lnTo>
                  <a:lnTo>
                    <a:pt x="789996" y="967181"/>
                  </a:lnTo>
                  <a:close/>
                  <a:moveTo>
                    <a:pt x="694684" y="938455"/>
                  </a:moveTo>
                  <a:lnTo>
                    <a:pt x="693782" y="935334"/>
                  </a:lnTo>
                  <a:lnTo>
                    <a:pt x="711557" y="901700"/>
                  </a:lnTo>
                  <a:close/>
                  <a:moveTo>
                    <a:pt x="711557" y="901700"/>
                  </a:moveTo>
                  <a:lnTo>
                    <a:pt x="693782" y="935334"/>
                  </a:lnTo>
                  <a:lnTo>
                    <a:pt x="740062" y="905060"/>
                  </a:lnTo>
                  <a:close/>
                  <a:moveTo>
                    <a:pt x="740062" y="905060"/>
                  </a:moveTo>
                  <a:lnTo>
                    <a:pt x="715125" y="900323"/>
                  </a:lnTo>
                  <a:lnTo>
                    <a:pt x="711557" y="901700"/>
                  </a:lnTo>
                  <a:close/>
                  <a:moveTo>
                    <a:pt x="483811" y="666071"/>
                  </a:moveTo>
                  <a:lnTo>
                    <a:pt x="506878" y="665701"/>
                  </a:lnTo>
                  <a:lnTo>
                    <a:pt x="512717" y="649570"/>
                  </a:lnTo>
                  <a:close/>
                  <a:moveTo>
                    <a:pt x="512717" y="649570"/>
                  </a:moveTo>
                  <a:lnTo>
                    <a:pt x="506878" y="665701"/>
                  </a:lnTo>
                  <a:lnTo>
                    <a:pt x="527426" y="627232"/>
                  </a:lnTo>
                  <a:close/>
                  <a:moveTo>
                    <a:pt x="354036" y="458382"/>
                  </a:moveTo>
                  <a:lnTo>
                    <a:pt x="334169" y="480311"/>
                  </a:lnTo>
                  <a:lnTo>
                    <a:pt x="327066" y="497396"/>
                  </a:lnTo>
                  <a:close/>
                  <a:moveTo>
                    <a:pt x="160786" y="276866"/>
                  </a:moveTo>
                  <a:lnTo>
                    <a:pt x="171533" y="222927"/>
                  </a:lnTo>
                  <a:lnTo>
                    <a:pt x="163732" y="240111"/>
                  </a:lnTo>
                  <a:close/>
                  <a:moveTo>
                    <a:pt x="186675" y="206378"/>
                  </a:moveTo>
                  <a:lnTo>
                    <a:pt x="163732" y="240111"/>
                  </a:lnTo>
                  <a:lnTo>
                    <a:pt x="171533" y="222927"/>
                  </a:lnTo>
                  <a:close/>
                  <a:moveTo>
                    <a:pt x="186675" y="206378"/>
                  </a:moveTo>
                  <a:lnTo>
                    <a:pt x="168307" y="233912"/>
                  </a:lnTo>
                  <a:lnTo>
                    <a:pt x="163732" y="240111"/>
                  </a:lnTo>
                  <a:close/>
                  <a:moveTo>
                    <a:pt x="530705" y="620614"/>
                  </a:moveTo>
                  <a:lnTo>
                    <a:pt x="521888" y="635839"/>
                  </a:lnTo>
                  <a:lnTo>
                    <a:pt x="527426" y="627232"/>
                  </a:lnTo>
                  <a:close/>
                  <a:moveTo>
                    <a:pt x="838809" y="943441"/>
                  </a:moveTo>
                  <a:lnTo>
                    <a:pt x="789077" y="958027"/>
                  </a:lnTo>
                  <a:lnTo>
                    <a:pt x="844268" y="949309"/>
                  </a:lnTo>
                  <a:close/>
                  <a:moveTo>
                    <a:pt x="789077" y="958027"/>
                  </a:moveTo>
                  <a:lnTo>
                    <a:pt x="789996" y="967181"/>
                  </a:lnTo>
                  <a:lnTo>
                    <a:pt x="844268" y="949309"/>
                  </a:lnTo>
                  <a:close/>
                  <a:moveTo>
                    <a:pt x="814370" y="933731"/>
                  </a:moveTo>
                  <a:lnTo>
                    <a:pt x="789077" y="958027"/>
                  </a:lnTo>
                  <a:lnTo>
                    <a:pt x="838809" y="943441"/>
                  </a:lnTo>
                  <a:close/>
                  <a:moveTo>
                    <a:pt x="838809" y="943441"/>
                  </a:moveTo>
                  <a:lnTo>
                    <a:pt x="847571" y="933289"/>
                  </a:lnTo>
                  <a:lnTo>
                    <a:pt x="814370" y="933731"/>
                  </a:lnTo>
                  <a:close/>
                  <a:moveTo>
                    <a:pt x="838809" y="943441"/>
                  </a:moveTo>
                  <a:lnTo>
                    <a:pt x="874384" y="941607"/>
                  </a:lnTo>
                  <a:lnTo>
                    <a:pt x="847571" y="933289"/>
                  </a:lnTo>
                  <a:close/>
                  <a:moveTo>
                    <a:pt x="874384" y="941607"/>
                  </a:moveTo>
                  <a:lnTo>
                    <a:pt x="838809" y="943441"/>
                  </a:lnTo>
                  <a:lnTo>
                    <a:pt x="876184" y="944059"/>
                  </a:lnTo>
                  <a:close/>
                  <a:moveTo>
                    <a:pt x="838809" y="943441"/>
                  </a:moveTo>
                  <a:lnTo>
                    <a:pt x="844268" y="949309"/>
                  </a:lnTo>
                  <a:lnTo>
                    <a:pt x="876184" y="944059"/>
                  </a:lnTo>
                  <a:close/>
                  <a:moveTo>
                    <a:pt x="731855" y="797228"/>
                  </a:moveTo>
                  <a:lnTo>
                    <a:pt x="721844" y="836947"/>
                  </a:lnTo>
                  <a:lnTo>
                    <a:pt x="744653" y="793824"/>
                  </a:lnTo>
                  <a:close/>
                  <a:moveTo>
                    <a:pt x="744653" y="793824"/>
                  </a:moveTo>
                  <a:lnTo>
                    <a:pt x="734920" y="847762"/>
                  </a:lnTo>
                  <a:lnTo>
                    <a:pt x="747523" y="830579"/>
                  </a:lnTo>
                  <a:close/>
                  <a:moveTo>
                    <a:pt x="731855" y="797228"/>
                  </a:moveTo>
                  <a:lnTo>
                    <a:pt x="734478" y="787975"/>
                  </a:lnTo>
                  <a:lnTo>
                    <a:pt x="698456" y="777872"/>
                  </a:lnTo>
                  <a:close/>
                  <a:moveTo>
                    <a:pt x="426873" y="390425"/>
                  </a:moveTo>
                  <a:lnTo>
                    <a:pt x="381338" y="400356"/>
                  </a:lnTo>
                  <a:lnTo>
                    <a:pt x="428404" y="391073"/>
                  </a:lnTo>
                  <a:close/>
                  <a:moveTo>
                    <a:pt x="245288" y="205963"/>
                  </a:moveTo>
                  <a:lnTo>
                    <a:pt x="245664" y="206142"/>
                  </a:lnTo>
                  <a:lnTo>
                    <a:pt x="279128" y="206683"/>
                  </a:lnTo>
                  <a:close/>
                  <a:moveTo>
                    <a:pt x="245664" y="206142"/>
                  </a:moveTo>
                  <a:lnTo>
                    <a:pt x="245288" y="205963"/>
                  </a:lnTo>
                  <a:lnTo>
                    <a:pt x="243310" y="205744"/>
                  </a:lnTo>
                  <a:close/>
                  <a:moveTo>
                    <a:pt x="744653" y="793824"/>
                  </a:moveTo>
                  <a:lnTo>
                    <a:pt x="795468" y="795222"/>
                  </a:lnTo>
                  <a:lnTo>
                    <a:pt x="776343" y="788148"/>
                  </a:lnTo>
                  <a:close/>
                  <a:moveTo>
                    <a:pt x="776343" y="788148"/>
                  </a:moveTo>
                  <a:lnTo>
                    <a:pt x="763163" y="770648"/>
                  </a:lnTo>
                  <a:lnTo>
                    <a:pt x="744653" y="793824"/>
                  </a:lnTo>
                  <a:close/>
                  <a:moveTo>
                    <a:pt x="776343" y="788148"/>
                  </a:moveTo>
                  <a:lnTo>
                    <a:pt x="795468" y="795222"/>
                  </a:lnTo>
                  <a:lnTo>
                    <a:pt x="828476" y="794057"/>
                  </a:lnTo>
                  <a:close/>
                  <a:moveTo>
                    <a:pt x="450462" y="377337"/>
                  </a:moveTo>
                  <a:lnTo>
                    <a:pt x="428404" y="391073"/>
                  </a:lnTo>
                  <a:lnTo>
                    <a:pt x="397569" y="400362"/>
                  </a:lnTo>
                  <a:close/>
                  <a:moveTo>
                    <a:pt x="300044" y="188676"/>
                  </a:moveTo>
                  <a:lnTo>
                    <a:pt x="279128" y="206683"/>
                  </a:lnTo>
                  <a:lnTo>
                    <a:pt x="245664" y="206142"/>
                  </a:lnTo>
                  <a:close/>
                  <a:moveTo>
                    <a:pt x="681304" y="521325"/>
                  </a:moveTo>
                  <a:lnTo>
                    <a:pt x="663684" y="538927"/>
                  </a:lnTo>
                  <a:lnTo>
                    <a:pt x="698913" y="528439"/>
                  </a:lnTo>
                  <a:close/>
                  <a:moveTo>
                    <a:pt x="666877" y="375495"/>
                  </a:moveTo>
                  <a:lnTo>
                    <a:pt x="666292" y="368990"/>
                  </a:lnTo>
                  <a:lnTo>
                    <a:pt x="630512" y="359793"/>
                  </a:lnTo>
                  <a:close/>
                  <a:moveTo>
                    <a:pt x="666292" y="368990"/>
                  </a:moveTo>
                  <a:lnTo>
                    <a:pt x="666877" y="375495"/>
                  </a:lnTo>
                  <a:lnTo>
                    <a:pt x="677975" y="374724"/>
                  </a:lnTo>
                  <a:close/>
                  <a:moveTo>
                    <a:pt x="665684" y="331717"/>
                  </a:moveTo>
                  <a:lnTo>
                    <a:pt x="666292" y="368990"/>
                  </a:lnTo>
                  <a:lnTo>
                    <a:pt x="695478" y="320785"/>
                  </a:lnTo>
                  <a:close/>
                  <a:moveTo>
                    <a:pt x="666292" y="368990"/>
                  </a:moveTo>
                  <a:lnTo>
                    <a:pt x="677975" y="374724"/>
                  </a:lnTo>
                  <a:lnTo>
                    <a:pt x="695478" y="320785"/>
                  </a:lnTo>
                  <a:close/>
                  <a:moveTo>
                    <a:pt x="665684" y="331717"/>
                  </a:moveTo>
                  <a:lnTo>
                    <a:pt x="630512" y="359793"/>
                  </a:lnTo>
                  <a:lnTo>
                    <a:pt x="666292" y="368990"/>
                  </a:lnTo>
                  <a:close/>
                  <a:moveTo>
                    <a:pt x="672861" y="297344"/>
                  </a:moveTo>
                  <a:lnTo>
                    <a:pt x="657807" y="284031"/>
                  </a:lnTo>
                  <a:lnTo>
                    <a:pt x="665684" y="331717"/>
                  </a:lnTo>
                  <a:close/>
                  <a:moveTo>
                    <a:pt x="665684" y="331717"/>
                  </a:moveTo>
                  <a:lnTo>
                    <a:pt x="695478" y="320785"/>
                  </a:lnTo>
                  <a:lnTo>
                    <a:pt x="672861" y="297344"/>
                  </a:lnTo>
                  <a:close/>
                  <a:moveTo>
                    <a:pt x="479350" y="72144"/>
                  </a:moveTo>
                  <a:lnTo>
                    <a:pt x="478109" y="63501"/>
                  </a:lnTo>
                  <a:lnTo>
                    <a:pt x="462983" y="80684"/>
                  </a:lnTo>
                  <a:close/>
                  <a:moveTo>
                    <a:pt x="678689" y="276399"/>
                  </a:moveTo>
                  <a:lnTo>
                    <a:pt x="672861" y="297344"/>
                  </a:lnTo>
                  <a:lnTo>
                    <a:pt x="698223" y="266847"/>
                  </a:lnTo>
                  <a:close/>
                  <a:moveTo>
                    <a:pt x="672861" y="297344"/>
                  </a:moveTo>
                  <a:lnTo>
                    <a:pt x="695478" y="320785"/>
                  </a:lnTo>
                  <a:lnTo>
                    <a:pt x="698223" y="266847"/>
                  </a:lnTo>
                  <a:close/>
                  <a:moveTo>
                    <a:pt x="698223" y="266847"/>
                  </a:moveTo>
                  <a:lnTo>
                    <a:pt x="695478" y="320785"/>
                  </a:lnTo>
                  <a:lnTo>
                    <a:pt x="732253" y="298616"/>
                  </a:lnTo>
                  <a:close/>
                  <a:moveTo>
                    <a:pt x="732253" y="298616"/>
                  </a:moveTo>
                  <a:lnTo>
                    <a:pt x="695478" y="320785"/>
                  </a:lnTo>
                  <a:lnTo>
                    <a:pt x="728081" y="308079"/>
                  </a:lnTo>
                  <a:close/>
                  <a:moveTo>
                    <a:pt x="657807" y="284031"/>
                  </a:moveTo>
                  <a:lnTo>
                    <a:pt x="672861" y="297344"/>
                  </a:lnTo>
                  <a:lnTo>
                    <a:pt x="678689" y="276399"/>
                  </a:lnTo>
                  <a:close/>
                  <a:moveTo>
                    <a:pt x="678689" y="276399"/>
                  </a:moveTo>
                  <a:lnTo>
                    <a:pt x="698223" y="266847"/>
                  </a:lnTo>
                  <a:lnTo>
                    <a:pt x="686687" y="252826"/>
                  </a:lnTo>
                  <a:close/>
                  <a:moveTo>
                    <a:pt x="604536" y="193337"/>
                  </a:moveTo>
                  <a:lnTo>
                    <a:pt x="592771" y="157830"/>
                  </a:lnTo>
                  <a:lnTo>
                    <a:pt x="599149" y="173766"/>
                  </a:lnTo>
                  <a:close/>
                  <a:moveTo>
                    <a:pt x="592771" y="157830"/>
                  </a:moveTo>
                  <a:lnTo>
                    <a:pt x="593520" y="153644"/>
                  </a:lnTo>
                  <a:lnTo>
                    <a:pt x="599149" y="173766"/>
                  </a:lnTo>
                  <a:close/>
                  <a:moveTo>
                    <a:pt x="599149" y="173766"/>
                  </a:moveTo>
                  <a:lnTo>
                    <a:pt x="593520" y="153644"/>
                  </a:lnTo>
                  <a:lnTo>
                    <a:pt x="597830" y="119827"/>
                  </a:lnTo>
                  <a:close/>
                  <a:moveTo>
                    <a:pt x="597830" y="119827"/>
                  </a:moveTo>
                  <a:lnTo>
                    <a:pt x="568764" y="132600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570213" y="86675"/>
                  </a:lnTo>
                  <a:lnTo>
                    <a:pt x="568764" y="132600"/>
                  </a:lnTo>
                  <a:close/>
                  <a:moveTo>
                    <a:pt x="478109" y="63501"/>
                  </a:moveTo>
                  <a:lnTo>
                    <a:pt x="479350" y="72144"/>
                  </a:lnTo>
                  <a:lnTo>
                    <a:pt x="523784" y="97333"/>
                  </a:lnTo>
                  <a:close/>
                  <a:moveTo>
                    <a:pt x="508384" y="46317"/>
                  </a:moveTo>
                  <a:lnTo>
                    <a:pt x="478109" y="63501"/>
                  </a:lnTo>
                  <a:lnTo>
                    <a:pt x="523784" y="97333"/>
                  </a:lnTo>
                  <a:close/>
                  <a:moveTo>
                    <a:pt x="732253" y="298616"/>
                  </a:moveTo>
                  <a:lnTo>
                    <a:pt x="742756" y="303602"/>
                  </a:lnTo>
                  <a:lnTo>
                    <a:pt x="741430" y="297226"/>
                  </a:lnTo>
                  <a:close/>
                  <a:moveTo>
                    <a:pt x="698223" y="266847"/>
                  </a:moveTo>
                  <a:lnTo>
                    <a:pt x="732253" y="298616"/>
                  </a:lnTo>
                  <a:lnTo>
                    <a:pt x="745727" y="286419"/>
                  </a:lnTo>
                  <a:close/>
                  <a:moveTo>
                    <a:pt x="698223" y="266847"/>
                  </a:moveTo>
                  <a:lnTo>
                    <a:pt x="742486" y="249664"/>
                  </a:lnTo>
                  <a:lnTo>
                    <a:pt x="725973" y="220298"/>
                  </a:lnTo>
                  <a:close/>
                  <a:moveTo>
                    <a:pt x="725973" y="220298"/>
                  </a:moveTo>
                  <a:lnTo>
                    <a:pt x="742907" y="242242"/>
                  </a:lnTo>
                  <a:lnTo>
                    <a:pt x="769522" y="217172"/>
                  </a:lnTo>
                  <a:close/>
                  <a:moveTo>
                    <a:pt x="611004" y="102644"/>
                  </a:moveTo>
                  <a:lnTo>
                    <a:pt x="597418" y="83072"/>
                  </a:lnTo>
                  <a:lnTo>
                    <a:pt x="597830" y="119827"/>
                  </a:lnTo>
                  <a:close/>
                  <a:moveTo>
                    <a:pt x="511125" y="9562"/>
                  </a:moveTo>
                  <a:lnTo>
                    <a:pt x="548181" y="32751"/>
                  </a:lnTo>
                  <a:lnTo>
                    <a:pt x="529399" y="3274"/>
                  </a:lnTo>
                  <a:close/>
                  <a:moveTo>
                    <a:pt x="508384" y="46317"/>
                  </a:moveTo>
                  <a:lnTo>
                    <a:pt x="548181" y="32751"/>
                  </a:lnTo>
                  <a:lnTo>
                    <a:pt x="511125" y="9562"/>
                  </a:lnTo>
                  <a:close/>
                  <a:moveTo>
                    <a:pt x="529399" y="3274"/>
                  </a:moveTo>
                  <a:lnTo>
                    <a:pt x="553254" y="3097"/>
                  </a:lnTo>
                  <a:lnTo>
                    <a:pt x="519106" y="0"/>
                  </a:lnTo>
                  <a:close/>
                  <a:moveTo>
                    <a:pt x="742907" y="242242"/>
                  </a:moveTo>
                  <a:lnTo>
                    <a:pt x="754225" y="242076"/>
                  </a:lnTo>
                  <a:lnTo>
                    <a:pt x="769522" y="2171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21" name="Input_density__112">
              <a:extLst>
                <a:ext uri="{FF2B5EF4-FFF2-40B4-BE49-F238E27FC236}">
                  <a16:creationId xmlns:a16="http://schemas.microsoft.com/office/drawing/2014/main" id="{DE4988CA-5289-6B0E-9A07-502839F5F52B}"/>
                </a:ext>
              </a:extLst>
            </p:cNvPr>
            <p:cNvSpPr>
              <a:spLocks noGrp="1"/>
            </p:cNvSpPr>
            <p:nvPr/>
          </p:nvSpPr>
          <p:spPr>
            <a:xfrm>
              <a:off x="979471" y="1711906"/>
              <a:ext cx="904426" cy="1309386"/>
            </a:xfrm>
            <a:custGeom>
              <a:avLst/>
              <a:gdLst/>
              <a:ahLst/>
              <a:cxnLst/>
              <a:rect l="0" t="0" r="0" b="0"/>
              <a:pathLst>
                <a:path w="904426" h="1309386">
                  <a:moveTo>
                    <a:pt x="182690" y="1296339"/>
                  </a:moveTo>
                  <a:lnTo>
                    <a:pt x="160447" y="1309386"/>
                  </a:lnTo>
                  <a:lnTo>
                    <a:pt x="216079" y="1296599"/>
                  </a:lnTo>
                  <a:close/>
                  <a:moveTo>
                    <a:pt x="238389" y="1295809"/>
                  </a:moveTo>
                  <a:lnTo>
                    <a:pt x="216079" y="1296599"/>
                  </a:lnTo>
                  <a:lnTo>
                    <a:pt x="246381" y="1293665"/>
                  </a:lnTo>
                  <a:close/>
                  <a:moveTo>
                    <a:pt x="224835" y="904105"/>
                  </a:moveTo>
                  <a:lnTo>
                    <a:pt x="189112" y="935521"/>
                  </a:lnTo>
                  <a:lnTo>
                    <a:pt x="219305" y="923830"/>
                  </a:lnTo>
                  <a:close/>
                  <a:moveTo>
                    <a:pt x="224835" y="904105"/>
                  </a:moveTo>
                  <a:lnTo>
                    <a:pt x="219305" y="923830"/>
                  </a:lnTo>
                  <a:lnTo>
                    <a:pt x="235192" y="911320"/>
                  </a:lnTo>
                  <a:close/>
                  <a:moveTo>
                    <a:pt x="124569" y="707707"/>
                  </a:moveTo>
                  <a:lnTo>
                    <a:pt x="125661" y="726654"/>
                  </a:lnTo>
                  <a:lnTo>
                    <a:pt x="124168" y="710362"/>
                  </a:lnTo>
                  <a:close/>
                  <a:moveTo>
                    <a:pt x="483989" y="1060728"/>
                  </a:moveTo>
                  <a:lnTo>
                    <a:pt x="484335" y="1052312"/>
                  </a:lnTo>
                  <a:lnTo>
                    <a:pt x="481430" y="1088572"/>
                  </a:lnTo>
                  <a:close/>
                  <a:moveTo>
                    <a:pt x="484335" y="1052312"/>
                  </a:moveTo>
                  <a:lnTo>
                    <a:pt x="483989" y="1060728"/>
                  </a:lnTo>
                  <a:lnTo>
                    <a:pt x="505625" y="1054458"/>
                  </a:lnTo>
                  <a:close/>
                  <a:moveTo>
                    <a:pt x="298890" y="808186"/>
                  </a:moveTo>
                  <a:lnTo>
                    <a:pt x="317403" y="793530"/>
                  </a:lnTo>
                  <a:lnTo>
                    <a:pt x="320194" y="786260"/>
                  </a:lnTo>
                  <a:close/>
                  <a:moveTo>
                    <a:pt x="307327" y="811359"/>
                  </a:moveTo>
                  <a:lnTo>
                    <a:pt x="317403" y="793530"/>
                  </a:lnTo>
                  <a:lnTo>
                    <a:pt x="298890" y="808186"/>
                  </a:lnTo>
                  <a:close/>
                  <a:moveTo>
                    <a:pt x="274049" y="811516"/>
                  </a:moveTo>
                  <a:lnTo>
                    <a:pt x="307327" y="811359"/>
                  </a:lnTo>
                  <a:lnTo>
                    <a:pt x="298890" y="808186"/>
                  </a:lnTo>
                  <a:close/>
                  <a:moveTo>
                    <a:pt x="317403" y="793530"/>
                  </a:moveTo>
                  <a:lnTo>
                    <a:pt x="307327" y="811359"/>
                  </a:lnTo>
                  <a:lnTo>
                    <a:pt x="321605" y="803443"/>
                  </a:lnTo>
                  <a:close/>
                  <a:moveTo>
                    <a:pt x="317403" y="793530"/>
                  </a:moveTo>
                  <a:lnTo>
                    <a:pt x="336670" y="796495"/>
                  </a:lnTo>
                  <a:lnTo>
                    <a:pt x="324965" y="781096"/>
                  </a:lnTo>
                  <a:close/>
                  <a:moveTo>
                    <a:pt x="320194" y="786260"/>
                  </a:moveTo>
                  <a:lnTo>
                    <a:pt x="317403" y="793530"/>
                  </a:lnTo>
                  <a:lnTo>
                    <a:pt x="324965" y="781096"/>
                  </a:lnTo>
                  <a:close/>
                  <a:moveTo>
                    <a:pt x="8568" y="200569"/>
                  </a:moveTo>
                  <a:lnTo>
                    <a:pt x="0" y="217752"/>
                  </a:lnTo>
                  <a:lnTo>
                    <a:pt x="16656" y="183424"/>
                  </a:lnTo>
                  <a:close/>
                  <a:moveTo>
                    <a:pt x="720566" y="1009178"/>
                  </a:moveTo>
                  <a:lnTo>
                    <a:pt x="731902" y="1017333"/>
                  </a:lnTo>
                  <a:lnTo>
                    <a:pt x="711158" y="1035983"/>
                  </a:lnTo>
                  <a:close/>
                  <a:moveTo>
                    <a:pt x="720566" y="1009178"/>
                  </a:moveTo>
                  <a:lnTo>
                    <a:pt x="743032" y="991995"/>
                  </a:lnTo>
                  <a:lnTo>
                    <a:pt x="731902" y="1017333"/>
                  </a:lnTo>
                  <a:close/>
                  <a:moveTo>
                    <a:pt x="743032" y="991995"/>
                  </a:moveTo>
                  <a:lnTo>
                    <a:pt x="720566" y="1009178"/>
                  </a:lnTo>
                  <a:lnTo>
                    <a:pt x="755996" y="982841"/>
                  </a:lnTo>
                  <a:close/>
                  <a:moveTo>
                    <a:pt x="785873" y="1014444"/>
                  </a:moveTo>
                  <a:lnTo>
                    <a:pt x="788060" y="991995"/>
                  </a:lnTo>
                  <a:lnTo>
                    <a:pt x="819647" y="1000035"/>
                  </a:lnTo>
                  <a:close/>
                  <a:moveTo>
                    <a:pt x="508888" y="681827"/>
                  </a:moveTo>
                  <a:lnTo>
                    <a:pt x="524338" y="644154"/>
                  </a:lnTo>
                  <a:lnTo>
                    <a:pt x="502898" y="697955"/>
                  </a:lnTo>
                  <a:close/>
                  <a:moveTo>
                    <a:pt x="502898" y="697955"/>
                  </a:moveTo>
                  <a:lnTo>
                    <a:pt x="524338" y="644154"/>
                  </a:lnTo>
                  <a:lnTo>
                    <a:pt x="524393" y="644017"/>
                  </a:lnTo>
                  <a:close/>
                  <a:moveTo>
                    <a:pt x="502898" y="697955"/>
                  </a:moveTo>
                  <a:lnTo>
                    <a:pt x="524393" y="644017"/>
                  </a:lnTo>
                  <a:lnTo>
                    <a:pt x="511865" y="680772"/>
                  </a:lnTo>
                  <a:close/>
                  <a:moveTo>
                    <a:pt x="524393" y="644017"/>
                  </a:moveTo>
                  <a:lnTo>
                    <a:pt x="524338" y="644154"/>
                  </a:lnTo>
                  <a:lnTo>
                    <a:pt x="524448" y="643794"/>
                  </a:lnTo>
                  <a:close/>
                  <a:moveTo>
                    <a:pt x="403495" y="571639"/>
                  </a:moveTo>
                  <a:lnTo>
                    <a:pt x="379013" y="569973"/>
                  </a:lnTo>
                  <a:lnTo>
                    <a:pt x="400455" y="550935"/>
                  </a:lnTo>
                  <a:close/>
                  <a:moveTo>
                    <a:pt x="400455" y="550935"/>
                  </a:moveTo>
                  <a:lnTo>
                    <a:pt x="403953" y="538642"/>
                  </a:lnTo>
                  <a:lnTo>
                    <a:pt x="422585" y="512097"/>
                  </a:lnTo>
                  <a:close/>
                  <a:moveTo>
                    <a:pt x="422585" y="512097"/>
                  </a:moveTo>
                  <a:lnTo>
                    <a:pt x="431097" y="513881"/>
                  </a:lnTo>
                  <a:lnTo>
                    <a:pt x="426210" y="496997"/>
                  </a:lnTo>
                  <a:close/>
                  <a:moveTo>
                    <a:pt x="891894" y="953163"/>
                  </a:moveTo>
                  <a:lnTo>
                    <a:pt x="904426" y="954579"/>
                  </a:lnTo>
                  <a:lnTo>
                    <a:pt x="892970" y="940445"/>
                  </a:lnTo>
                  <a:close/>
                  <a:moveTo>
                    <a:pt x="526592" y="244488"/>
                  </a:moveTo>
                  <a:lnTo>
                    <a:pt x="515848" y="248333"/>
                  </a:lnTo>
                  <a:lnTo>
                    <a:pt x="551600" y="235900"/>
                  </a:lnTo>
                  <a:close/>
                  <a:moveTo>
                    <a:pt x="344416" y="37957"/>
                  </a:moveTo>
                  <a:lnTo>
                    <a:pt x="357887" y="9948"/>
                  </a:lnTo>
                  <a:lnTo>
                    <a:pt x="324548" y="9875"/>
                  </a:lnTo>
                  <a:close/>
                  <a:moveTo>
                    <a:pt x="526592" y="244488"/>
                  </a:moveTo>
                  <a:lnTo>
                    <a:pt x="521544" y="248106"/>
                  </a:lnTo>
                  <a:lnTo>
                    <a:pt x="515848" y="248333"/>
                  </a:lnTo>
                  <a:close/>
                  <a:moveTo>
                    <a:pt x="526592" y="244488"/>
                  </a:moveTo>
                  <a:lnTo>
                    <a:pt x="542926" y="231839"/>
                  </a:lnTo>
                  <a:lnTo>
                    <a:pt x="521544" y="248106"/>
                  </a:lnTo>
                  <a:close/>
                  <a:moveTo>
                    <a:pt x="546819" y="227305"/>
                  </a:moveTo>
                  <a:lnTo>
                    <a:pt x="526592" y="244488"/>
                  </a:lnTo>
                  <a:lnTo>
                    <a:pt x="566434" y="195156"/>
                  </a:lnTo>
                  <a:close/>
                  <a:moveTo>
                    <a:pt x="324548" y="9875"/>
                  </a:moveTo>
                  <a:lnTo>
                    <a:pt x="357887" y="9948"/>
                  </a:lnTo>
                  <a:lnTo>
                    <a:pt x="3809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22" name="Input_density__113">
              <a:extLst>
                <a:ext uri="{FF2B5EF4-FFF2-40B4-BE49-F238E27FC236}">
                  <a16:creationId xmlns:a16="http://schemas.microsoft.com/office/drawing/2014/main" id="{973C9601-8CEA-82A2-ADD1-CB429CDC5B9C}"/>
                </a:ext>
              </a:extLst>
            </p:cNvPr>
            <p:cNvSpPr>
              <a:spLocks noGrp="1"/>
            </p:cNvSpPr>
            <p:nvPr/>
          </p:nvSpPr>
          <p:spPr>
            <a:xfrm>
              <a:off x="1182127" y="2623226"/>
              <a:ext cx="32536" cy="12509"/>
            </a:xfrm>
            <a:custGeom>
              <a:avLst/>
              <a:gdLst/>
              <a:ahLst/>
              <a:cxnLst/>
              <a:rect l="0" t="0" r="0" b="0"/>
              <a:pathLst>
                <a:path w="32536" h="12509">
                  <a:moveTo>
                    <a:pt x="32536" y="0"/>
                  </a:moveTo>
                  <a:lnTo>
                    <a:pt x="16649" y="12509"/>
                  </a:lnTo>
                  <a:lnTo>
                    <a:pt x="0" y="10816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23" name="Input_density__114">
              <a:extLst>
                <a:ext uri="{FF2B5EF4-FFF2-40B4-BE49-F238E27FC236}">
                  <a16:creationId xmlns:a16="http://schemas.microsoft.com/office/drawing/2014/main" id="{12B2A437-D156-3D26-E7E5-9F6D3BCA8264}"/>
                </a:ext>
              </a:extLst>
            </p:cNvPr>
            <p:cNvSpPr>
              <a:spLocks noGrp="1"/>
            </p:cNvSpPr>
            <p:nvPr/>
          </p:nvSpPr>
          <p:spPr>
            <a:xfrm>
              <a:off x="888415" y="1674945"/>
              <a:ext cx="940643" cy="1464050"/>
            </a:xfrm>
            <a:custGeom>
              <a:avLst/>
              <a:gdLst/>
              <a:ahLst/>
              <a:cxnLst/>
              <a:rect l="0" t="0" r="0" b="0"/>
              <a:pathLst>
                <a:path w="940643" h="1464050">
                  <a:moveTo>
                    <a:pt x="209692" y="1455686"/>
                  </a:moveTo>
                  <a:lnTo>
                    <a:pt x="223933" y="1464050"/>
                  </a:lnTo>
                  <a:lnTo>
                    <a:pt x="230463" y="1448559"/>
                  </a:lnTo>
                  <a:close/>
                  <a:moveTo>
                    <a:pt x="270578" y="1443034"/>
                  </a:moveTo>
                  <a:lnTo>
                    <a:pt x="230463" y="1448559"/>
                  </a:lnTo>
                  <a:lnTo>
                    <a:pt x="223933" y="1464050"/>
                  </a:lnTo>
                  <a:close/>
                  <a:moveTo>
                    <a:pt x="280468" y="1293871"/>
                  </a:moveTo>
                  <a:lnTo>
                    <a:pt x="273746" y="1333300"/>
                  </a:lnTo>
                  <a:lnTo>
                    <a:pt x="292147" y="1305890"/>
                  </a:lnTo>
                  <a:close/>
                  <a:moveTo>
                    <a:pt x="280468" y="1293871"/>
                  </a:moveTo>
                  <a:lnTo>
                    <a:pt x="243542" y="1311054"/>
                  </a:lnTo>
                  <a:lnTo>
                    <a:pt x="273746" y="1333300"/>
                  </a:lnTo>
                  <a:close/>
                  <a:moveTo>
                    <a:pt x="317511" y="1276688"/>
                  </a:moveTo>
                  <a:lnTo>
                    <a:pt x="292147" y="1305890"/>
                  </a:lnTo>
                  <a:lnTo>
                    <a:pt x="329348" y="1330626"/>
                  </a:lnTo>
                  <a:close/>
                  <a:moveTo>
                    <a:pt x="289902" y="1158841"/>
                  </a:moveTo>
                  <a:lnTo>
                    <a:pt x="327875" y="1155059"/>
                  </a:lnTo>
                  <a:lnTo>
                    <a:pt x="313971" y="1121615"/>
                  </a:lnTo>
                  <a:close/>
                  <a:moveTo>
                    <a:pt x="289902" y="1158841"/>
                  </a:moveTo>
                  <a:lnTo>
                    <a:pt x="313971" y="1121615"/>
                  </a:lnTo>
                  <a:lnTo>
                    <a:pt x="283230" y="1119519"/>
                  </a:lnTo>
                  <a:close/>
                  <a:moveTo>
                    <a:pt x="0" y="708180"/>
                  </a:moveTo>
                  <a:lnTo>
                    <a:pt x="36442" y="692493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67875" y="801147"/>
                  </a:lnTo>
                  <a:lnTo>
                    <a:pt x="165908" y="838016"/>
                  </a:lnTo>
                  <a:close/>
                  <a:moveTo>
                    <a:pt x="179294" y="820833"/>
                  </a:moveTo>
                  <a:lnTo>
                    <a:pt x="160050" y="784078"/>
                  </a:lnTo>
                  <a:lnTo>
                    <a:pt x="165908" y="838016"/>
                  </a:lnTo>
                  <a:close/>
                  <a:moveTo>
                    <a:pt x="136810" y="710568"/>
                  </a:moveTo>
                  <a:lnTo>
                    <a:pt x="144269" y="727751"/>
                  </a:lnTo>
                  <a:lnTo>
                    <a:pt x="154906" y="747323"/>
                  </a:lnTo>
                  <a:close/>
                  <a:moveTo>
                    <a:pt x="37150" y="686756"/>
                  </a:moveTo>
                  <a:lnTo>
                    <a:pt x="36422" y="637058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58236" y="764236"/>
                  </a:lnTo>
                  <a:lnTo>
                    <a:pt x="167875" y="801147"/>
                  </a:lnTo>
                  <a:close/>
                  <a:moveTo>
                    <a:pt x="160050" y="784078"/>
                  </a:moveTo>
                  <a:lnTo>
                    <a:pt x="154906" y="747323"/>
                  </a:lnTo>
                  <a:lnTo>
                    <a:pt x="158236" y="764236"/>
                  </a:lnTo>
                  <a:close/>
                  <a:moveTo>
                    <a:pt x="512087" y="1113650"/>
                  </a:moveTo>
                  <a:lnTo>
                    <a:pt x="500429" y="1097689"/>
                  </a:lnTo>
                  <a:lnTo>
                    <a:pt x="526924" y="1079763"/>
                  </a:lnTo>
                  <a:close/>
                  <a:moveTo>
                    <a:pt x="473659" y="1073056"/>
                  </a:moveTo>
                  <a:lnTo>
                    <a:pt x="496611" y="1099144"/>
                  </a:lnTo>
                  <a:lnTo>
                    <a:pt x="502862" y="1076403"/>
                  </a:lnTo>
                  <a:close/>
                  <a:moveTo>
                    <a:pt x="136810" y="710568"/>
                  </a:moveTo>
                  <a:lnTo>
                    <a:pt x="154906" y="747323"/>
                  </a:lnTo>
                  <a:lnTo>
                    <a:pt x="178205" y="730139"/>
                  </a:lnTo>
                  <a:close/>
                  <a:moveTo>
                    <a:pt x="136810" y="710568"/>
                  </a:moveTo>
                  <a:lnTo>
                    <a:pt x="178205" y="730139"/>
                  </a:lnTo>
                  <a:lnTo>
                    <a:pt x="157213" y="693385"/>
                  </a:lnTo>
                  <a:close/>
                  <a:moveTo>
                    <a:pt x="136810" y="710568"/>
                  </a:moveTo>
                  <a:lnTo>
                    <a:pt x="157213" y="693385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57213" y="693385"/>
                  </a:lnTo>
                  <a:lnTo>
                    <a:pt x="183365" y="667284"/>
                  </a:lnTo>
                  <a:close/>
                  <a:moveTo>
                    <a:pt x="135206" y="708012"/>
                  </a:moveTo>
                  <a:lnTo>
                    <a:pt x="136810" y="710568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63596" y="656629"/>
                  </a:lnTo>
                  <a:lnTo>
                    <a:pt x="156888" y="692869"/>
                  </a:lnTo>
                  <a:close/>
                  <a:moveTo>
                    <a:pt x="156888" y="692869"/>
                  </a:moveTo>
                  <a:lnTo>
                    <a:pt x="135206" y="708012"/>
                  </a:lnTo>
                  <a:lnTo>
                    <a:pt x="172638" y="663034"/>
                  </a:lnTo>
                  <a:close/>
                  <a:moveTo>
                    <a:pt x="183365" y="667284"/>
                  </a:moveTo>
                  <a:lnTo>
                    <a:pt x="211165" y="693385"/>
                  </a:lnTo>
                  <a:lnTo>
                    <a:pt x="172638" y="663034"/>
                  </a:lnTo>
                  <a:close/>
                  <a:moveTo>
                    <a:pt x="575391" y="1089273"/>
                  </a:moveTo>
                  <a:lnTo>
                    <a:pt x="584324" y="1073584"/>
                  </a:lnTo>
                  <a:lnTo>
                    <a:pt x="541586" y="1089668"/>
                  </a:lnTo>
                  <a:close/>
                  <a:moveTo>
                    <a:pt x="543390" y="1006996"/>
                  </a:moveTo>
                  <a:lnTo>
                    <a:pt x="527170" y="984472"/>
                  </a:lnTo>
                  <a:lnTo>
                    <a:pt x="514800" y="977203"/>
                  </a:lnTo>
                  <a:close/>
                  <a:moveTo>
                    <a:pt x="183365" y="667284"/>
                  </a:moveTo>
                  <a:lnTo>
                    <a:pt x="157213" y="693385"/>
                  </a:lnTo>
                  <a:lnTo>
                    <a:pt x="210045" y="670829"/>
                  </a:lnTo>
                  <a:close/>
                  <a:moveTo>
                    <a:pt x="183365" y="667284"/>
                  </a:moveTo>
                  <a:lnTo>
                    <a:pt x="216976" y="676201"/>
                  </a:lnTo>
                  <a:lnTo>
                    <a:pt x="211165" y="693385"/>
                  </a:lnTo>
                  <a:close/>
                  <a:moveTo>
                    <a:pt x="183365" y="667284"/>
                  </a:moveTo>
                  <a:lnTo>
                    <a:pt x="210045" y="670829"/>
                  </a:lnTo>
                  <a:lnTo>
                    <a:pt x="216976" y="676201"/>
                  </a:lnTo>
                  <a:close/>
                  <a:moveTo>
                    <a:pt x="129507" y="590494"/>
                  </a:moveTo>
                  <a:lnTo>
                    <a:pt x="99984" y="604691"/>
                  </a:lnTo>
                  <a:lnTo>
                    <a:pt x="157687" y="599647"/>
                  </a:lnTo>
                  <a:close/>
                  <a:moveTo>
                    <a:pt x="516542" y="970241"/>
                  </a:moveTo>
                  <a:lnTo>
                    <a:pt x="514800" y="977203"/>
                  </a:lnTo>
                  <a:lnTo>
                    <a:pt x="527170" y="984472"/>
                  </a:lnTo>
                  <a:close/>
                  <a:moveTo>
                    <a:pt x="543390" y="1006996"/>
                  </a:moveTo>
                  <a:lnTo>
                    <a:pt x="593476" y="1026568"/>
                  </a:lnTo>
                  <a:lnTo>
                    <a:pt x="554946" y="989813"/>
                  </a:lnTo>
                  <a:close/>
                  <a:moveTo>
                    <a:pt x="543390" y="1006996"/>
                  </a:moveTo>
                  <a:lnTo>
                    <a:pt x="554946" y="989813"/>
                  </a:lnTo>
                  <a:lnTo>
                    <a:pt x="527170" y="984472"/>
                  </a:lnTo>
                  <a:close/>
                  <a:moveTo>
                    <a:pt x="554946" y="989813"/>
                  </a:moveTo>
                  <a:lnTo>
                    <a:pt x="553934" y="988330"/>
                  </a:lnTo>
                  <a:lnTo>
                    <a:pt x="527170" y="984472"/>
                  </a:lnTo>
                  <a:close/>
                  <a:moveTo>
                    <a:pt x="380435" y="736692"/>
                  </a:moveTo>
                  <a:lnTo>
                    <a:pt x="339472" y="749711"/>
                  </a:lnTo>
                  <a:lnTo>
                    <a:pt x="386750" y="736986"/>
                  </a:lnTo>
                  <a:close/>
                  <a:moveTo>
                    <a:pt x="386750" y="736986"/>
                  </a:moveTo>
                  <a:lnTo>
                    <a:pt x="339472" y="749711"/>
                  </a:lnTo>
                  <a:lnTo>
                    <a:pt x="331707" y="751973"/>
                  </a:lnTo>
                  <a:close/>
                  <a:moveTo>
                    <a:pt x="386750" y="736986"/>
                  </a:moveTo>
                  <a:lnTo>
                    <a:pt x="331707" y="751973"/>
                  </a:lnTo>
                  <a:lnTo>
                    <a:pt x="352724" y="734346"/>
                  </a:lnTo>
                  <a:close/>
                  <a:moveTo>
                    <a:pt x="279394" y="676201"/>
                  </a:moveTo>
                  <a:lnTo>
                    <a:pt x="320489" y="710033"/>
                  </a:lnTo>
                  <a:lnTo>
                    <a:pt x="280091" y="674599"/>
                  </a:lnTo>
                  <a:close/>
                  <a:moveTo>
                    <a:pt x="736612" y="1084215"/>
                  </a:moveTo>
                  <a:lnTo>
                    <a:pt x="764593" y="1088555"/>
                  </a:lnTo>
                  <a:lnTo>
                    <a:pt x="726356" y="1047806"/>
                  </a:lnTo>
                  <a:close/>
                  <a:moveTo>
                    <a:pt x="736612" y="1084215"/>
                  </a:moveTo>
                  <a:lnTo>
                    <a:pt x="740181" y="1090163"/>
                  </a:lnTo>
                  <a:lnTo>
                    <a:pt x="780215" y="1115268"/>
                  </a:lnTo>
                  <a:close/>
                  <a:moveTo>
                    <a:pt x="726356" y="1047806"/>
                  </a:moveTo>
                  <a:lnTo>
                    <a:pt x="709585" y="1016694"/>
                  </a:lnTo>
                  <a:lnTo>
                    <a:pt x="704508" y="1046139"/>
                  </a:lnTo>
                  <a:close/>
                  <a:moveTo>
                    <a:pt x="561550" y="892231"/>
                  </a:moveTo>
                  <a:lnTo>
                    <a:pt x="531677" y="905114"/>
                  </a:lnTo>
                  <a:lnTo>
                    <a:pt x="586151" y="888000"/>
                  </a:lnTo>
                  <a:close/>
                  <a:moveTo>
                    <a:pt x="131711" y="311241"/>
                  </a:moveTo>
                  <a:lnTo>
                    <a:pt x="132035" y="311323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1711" y="311241"/>
                  </a:lnTo>
                  <a:lnTo>
                    <a:pt x="131470" y="311039"/>
                  </a:lnTo>
                  <a:close/>
                  <a:moveTo>
                    <a:pt x="686250" y="1046139"/>
                  </a:moveTo>
                  <a:lnTo>
                    <a:pt x="701627" y="1070592"/>
                  </a:lnTo>
                  <a:lnTo>
                    <a:pt x="697089" y="1044511"/>
                  </a:lnTo>
                  <a:close/>
                  <a:moveTo>
                    <a:pt x="697089" y="1044511"/>
                  </a:moveTo>
                  <a:lnTo>
                    <a:pt x="701627" y="1070592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97089" y="1044511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87578" y="955446"/>
                  </a:lnTo>
                  <a:lnTo>
                    <a:pt x="649300" y="966780"/>
                  </a:lnTo>
                  <a:close/>
                  <a:moveTo>
                    <a:pt x="637683" y="956093"/>
                  </a:moveTo>
                  <a:lnTo>
                    <a:pt x="649300" y="966780"/>
                  </a:lnTo>
                  <a:lnTo>
                    <a:pt x="687578" y="955446"/>
                  </a:lnTo>
                  <a:close/>
                  <a:moveTo>
                    <a:pt x="515020" y="752100"/>
                  </a:moveTo>
                  <a:lnTo>
                    <a:pt x="517469" y="755784"/>
                  </a:lnTo>
                  <a:lnTo>
                    <a:pt x="521289" y="771671"/>
                  </a:lnTo>
                  <a:close/>
                  <a:moveTo>
                    <a:pt x="389663" y="594949"/>
                  </a:moveTo>
                  <a:lnTo>
                    <a:pt x="437971" y="611500"/>
                  </a:lnTo>
                  <a:lnTo>
                    <a:pt x="410240" y="587896"/>
                  </a:lnTo>
                  <a:close/>
                  <a:moveTo>
                    <a:pt x="364924" y="587973"/>
                  </a:moveTo>
                  <a:lnTo>
                    <a:pt x="400581" y="630819"/>
                  </a:lnTo>
                  <a:lnTo>
                    <a:pt x="389663" y="594949"/>
                  </a:lnTo>
                  <a:close/>
                  <a:moveTo>
                    <a:pt x="364924" y="587973"/>
                  </a:moveTo>
                  <a:lnTo>
                    <a:pt x="389663" y="594949"/>
                  </a:lnTo>
                  <a:lnTo>
                    <a:pt x="350024" y="555339"/>
                  </a:lnTo>
                  <a:close/>
                  <a:moveTo>
                    <a:pt x="305891" y="519383"/>
                  </a:moveTo>
                  <a:lnTo>
                    <a:pt x="321396" y="531570"/>
                  </a:lnTo>
                  <a:lnTo>
                    <a:pt x="286107" y="513643"/>
                  </a:lnTo>
                  <a:close/>
                  <a:moveTo>
                    <a:pt x="169309" y="370169"/>
                  </a:moveTo>
                  <a:lnTo>
                    <a:pt x="164707" y="347794"/>
                  </a:lnTo>
                  <a:lnTo>
                    <a:pt x="148525" y="372976"/>
                  </a:lnTo>
                  <a:close/>
                  <a:moveTo>
                    <a:pt x="178503" y="345036"/>
                  </a:moveTo>
                  <a:lnTo>
                    <a:pt x="164707" y="347794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178503" y="345036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226548" y="377811"/>
                  </a:lnTo>
                  <a:lnTo>
                    <a:pt x="218407" y="339683"/>
                  </a:lnTo>
                  <a:close/>
                  <a:moveTo>
                    <a:pt x="193588" y="377519"/>
                  </a:moveTo>
                  <a:lnTo>
                    <a:pt x="210498" y="383900"/>
                  </a:lnTo>
                  <a:lnTo>
                    <a:pt x="243612" y="383129"/>
                  </a:lnTo>
                  <a:close/>
                  <a:moveTo>
                    <a:pt x="131470" y="311039"/>
                  </a:moveTo>
                  <a:lnTo>
                    <a:pt x="132035" y="311323"/>
                  </a:lnTo>
                  <a:lnTo>
                    <a:pt x="132270" y="310787"/>
                  </a:lnTo>
                  <a:close/>
                  <a:moveTo>
                    <a:pt x="132270" y="310787"/>
                  </a:moveTo>
                  <a:lnTo>
                    <a:pt x="132035" y="311323"/>
                  </a:lnTo>
                  <a:lnTo>
                    <a:pt x="160951" y="293856"/>
                  </a:lnTo>
                  <a:close/>
                  <a:moveTo>
                    <a:pt x="132035" y="311323"/>
                  </a:moveTo>
                  <a:lnTo>
                    <a:pt x="164707" y="347794"/>
                  </a:lnTo>
                  <a:lnTo>
                    <a:pt x="160951" y="293856"/>
                  </a:lnTo>
                  <a:close/>
                  <a:moveTo>
                    <a:pt x="160951" y="293856"/>
                  </a:moveTo>
                  <a:lnTo>
                    <a:pt x="164707" y="347794"/>
                  </a:lnTo>
                  <a:lnTo>
                    <a:pt x="190503" y="309139"/>
                  </a:lnTo>
                  <a:close/>
                  <a:moveTo>
                    <a:pt x="178503" y="345036"/>
                  </a:moveTo>
                  <a:lnTo>
                    <a:pt x="218407" y="339683"/>
                  </a:lnTo>
                  <a:lnTo>
                    <a:pt x="190503" y="309139"/>
                  </a:lnTo>
                  <a:close/>
                  <a:moveTo>
                    <a:pt x="132270" y="310787"/>
                  </a:moveTo>
                  <a:lnTo>
                    <a:pt x="130994" y="307431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2270" y="310787"/>
                  </a:lnTo>
                  <a:lnTo>
                    <a:pt x="160951" y="293856"/>
                  </a:lnTo>
                  <a:close/>
                  <a:moveTo>
                    <a:pt x="821474" y="1011773"/>
                  </a:moveTo>
                  <a:lnTo>
                    <a:pt x="803777" y="1028956"/>
                  </a:lnTo>
                  <a:lnTo>
                    <a:pt x="825219" y="1048527"/>
                  </a:lnTo>
                  <a:close/>
                  <a:moveTo>
                    <a:pt x="779789" y="986707"/>
                  </a:moveTo>
                  <a:lnTo>
                    <a:pt x="774954" y="999389"/>
                  </a:lnTo>
                  <a:lnTo>
                    <a:pt x="821647" y="975018"/>
                  </a:lnTo>
                  <a:close/>
                  <a:moveTo>
                    <a:pt x="821647" y="975018"/>
                  </a:moveTo>
                  <a:lnTo>
                    <a:pt x="774954" y="999389"/>
                  </a:lnTo>
                  <a:lnTo>
                    <a:pt x="803777" y="1028956"/>
                  </a:lnTo>
                  <a:close/>
                  <a:moveTo>
                    <a:pt x="821647" y="975018"/>
                  </a:moveTo>
                  <a:lnTo>
                    <a:pt x="803777" y="1028956"/>
                  </a:lnTo>
                  <a:lnTo>
                    <a:pt x="821474" y="1011773"/>
                  </a:lnTo>
                  <a:close/>
                  <a:moveTo>
                    <a:pt x="779789" y="986707"/>
                  </a:moveTo>
                  <a:lnTo>
                    <a:pt x="821647" y="975018"/>
                  </a:lnTo>
                  <a:lnTo>
                    <a:pt x="791942" y="966696"/>
                  </a:lnTo>
                  <a:close/>
                  <a:moveTo>
                    <a:pt x="550696" y="717733"/>
                  </a:moveTo>
                  <a:lnTo>
                    <a:pt x="503512" y="690809"/>
                  </a:lnTo>
                  <a:lnTo>
                    <a:pt x="526143" y="698161"/>
                  </a:lnTo>
                  <a:close/>
                  <a:moveTo>
                    <a:pt x="550696" y="717733"/>
                  </a:moveTo>
                  <a:lnTo>
                    <a:pt x="526143" y="698161"/>
                  </a:lnTo>
                  <a:lnTo>
                    <a:pt x="524874" y="734916"/>
                  </a:lnTo>
                  <a:close/>
                  <a:moveTo>
                    <a:pt x="410240" y="587896"/>
                  </a:moveTo>
                  <a:lnTo>
                    <a:pt x="437971" y="611500"/>
                  </a:lnTo>
                  <a:lnTo>
                    <a:pt x="451008" y="572164"/>
                  </a:lnTo>
                  <a:close/>
                  <a:moveTo>
                    <a:pt x="454390" y="570713"/>
                  </a:moveTo>
                  <a:lnTo>
                    <a:pt x="451008" y="572164"/>
                  </a:lnTo>
                  <a:lnTo>
                    <a:pt x="437971" y="611500"/>
                  </a:lnTo>
                  <a:close/>
                  <a:moveTo>
                    <a:pt x="791942" y="966696"/>
                  </a:moveTo>
                  <a:lnTo>
                    <a:pt x="821647" y="975018"/>
                  </a:lnTo>
                  <a:lnTo>
                    <a:pt x="808568" y="921079"/>
                  </a:lnTo>
                  <a:close/>
                  <a:moveTo>
                    <a:pt x="772113" y="858706"/>
                  </a:moveTo>
                  <a:lnTo>
                    <a:pt x="741849" y="864753"/>
                  </a:lnTo>
                  <a:lnTo>
                    <a:pt x="792452" y="872398"/>
                  </a:lnTo>
                  <a:close/>
                  <a:moveTo>
                    <a:pt x="741849" y="864753"/>
                  </a:moveTo>
                  <a:lnTo>
                    <a:pt x="731779" y="866335"/>
                  </a:lnTo>
                  <a:lnTo>
                    <a:pt x="792452" y="872398"/>
                  </a:lnTo>
                  <a:close/>
                  <a:moveTo>
                    <a:pt x="792452" y="872398"/>
                  </a:moveTo>
                  <a:lnTo>
                    <a:pt x="771958" y="864753"/>
                  </a:lnTo>
                  <a:lnTo>
                    <a:pt x="772113" y="858706"/>
                  </a:lnTo>
                  <a:close/>
                  <a:moveTo>
                    <a:pt x="139736" y="80981"/>
                  </a:moveTo>
                  <a:lnTo>
                    <a:pt x="149645" y="88542"/>
                  </a:lnTo>
                  <a:lnTo>
                    <a:pt x="132283" y="75715"/>
                  </a:lnTo>
                  <a:close/>
                  <a:moveTo>
                    <a:pt x="149645" y="88542"/>
                  </a:moveTo>
                  <a:lnTo>
                    <a:pt x="139736" y="80981"/>
                  </a:lnTo>
                  <a:lnTo>
                    <a:pt x="163166" y="110723"/>
                  </a:lnTo>
                  <a:close/>
                  <a:moveTo>
                    <a:pt x="780694" y="806983"/>
                  </a:moveTo>
                  <a:lnTo>
                    <a:pt x="745515" y="821484"/>
                  </a:lnTo>
                  <a:lnTo>
                    <a:pt x="779082" y="822409"/>
                  </a:lnTo>
                  <a:close/>
                  <a:moveTo>
                    <a:pt x="750272" y="759880"/>
                  </a:moveTo>
                  <a:lnTo>
                    <a:pt x="768599" y="783213"/>
                  </a:lnTo>
                  <a:lnTo>
                    <a:pt x="764719" y="774059"/>
                  </a:lnTo>
                  <a:close/>
                  <a:moveTo>
                    <a:pt x="780694" y="806983"/>
                  </a:moveTo>
                  <a:lnTo>
                    <a:pt x="768599" y="783213"/>
                  </a:lnTo>
                  <a:lnTo>
                    <a:pt x="750272" y="759880"/>
                  </a:lnTo>
                  <a:close/>
                  <a:moveTo>
                    <a:pt x="639963" y="579786"/>
                  </a:moveTo>
                  <a:lnTo>
                    <a:pt x="630465" y="573101"/>
                  </a:lnTo>
                  <a:lnTo>
                    <a:pt x="636186" y="619465"/>
                  </a:lnTo>
                  <a:close/>
                  <a:moveTo>
                    <a:pt x="636186" y="619465"/>
                  </a:moveTo>
                  <a:lnTo>
                    <a:pt x="595214" y="580939"/>
                  </a:lnTo>
                  <a:lnTo>
                    <a:pt x="612736" y="611441"/>
                  </a:lnTo>
                  <a:close/>
                  <a:moveTo>
                    <a:pt x="636186" y="619465"/>
                  </a:moveTo>
                  <a:lnTo>
                    <a:pt x="670911" y="618323"/>
                  </a:lnTo>
                  <a:lnTo>
                    <a:pt x="639963" y="579786"/>
                  </a:lnTo>
                  <a:close/>
                  <a:moveTo>
                    <a:pt x="670911" y="618323"/>
                  </a:moveTo>
                  <a:lnTo>
                    <a:pt x="677059" y="593904"/>
                  </a:lnTo>
                  <a:lnTo>
                    <a:pt x="639963" y="579786"/>
                  </a:lnTo>
                  <a:close/>
                  <a:moveTo>
                    <a:pt x="556586" y="585255"/>
                  </a:moveTo>
                  <a:lnTo>
                    <a:pt x="590461" y="540057"/>
                  </a:lnTo>
                  <a:lnTo>
                    <a:pt x="553558" y="542969"/>
                  </a:lnTo>
                  <a:close/>
                  <a:moveTo>
                    <a:pt x="893331" y="814335"/>
                  </a:moveTo>
                  <a:lnTo>
                    <a:pt x="899065" y="792014"/>
                  </a:lnTo>
                  <a:lnTo>
                    <a:pt x="872534" y="786495"/>
                  </a:lnTo>
                  <a:close/>
                  <a:moveTo>
                    <a:pt x="753708" y="683366"/>
                  </a:moveTo>
                  <a:lnTo>
                    <a:pt x="748168" y="638984"/>
                  </a:lnTo>
                  <a:lnTo>
                    <a:pt x="758745" y="629427"/>
                  </a:lnTo>
                  <a:close/>
                  <a:moveTo>
                    <a:pt x="753708" y="683366"/>
                  </a:moveTo>
                  <a:lnTo>
                    <a:pt x="758745" y="629427"/>
                  </a:lnTo>
                  <a:lnTo>
                    <a:pt x="726125" y="646611"/>
                  </a:lnTo>
                  <a:close/>
                  <a:moveTo>
                    <a:pt x="681473" y="564989"/>
                  </a:moveTo>
                  <a:lnTo>
                    <a:pt x="639963" y="579786"/>
                  </a:lnTo>
                  <a:lnTo>
                    <a:pt x="677059" y="593904"/>
                  </a:lnTo>
                  <a:close/>
                  <a:moveTo>
                    <a:pt x="681473" y="564989"/>
                  </a:moveTo>
                  <a:lnTo>
                    <a:pt x="715230" y="564633"/>
                  </a:lnTo>
                  <a:lnTo>
                    <a:pt x="685638" y="529774"/>
                  </a:lnTo>
                  <a:close/>
                  <a:moveTo>
                    <a:pt x="909906" y="845607"/>
                  </a:moveTo>
                  <a:lnTo>
                    <a:pt x="940643" y="847706"/>
                  </a:lnTo>
                  <a:lnTo>
                    <a:pt x="933719" y="834424"/>
                  </a:lnTo>
                  <a:close/>
                  <a:moveTo>
                    <a:pt x="832122" y="607515"/>
                  </a:moveTo>
                  <a:lnTo>
                    <a:pt x="807079" y="610089"/>
                  </a:lnTo>
                  <a:lnTo>
                    <a:pt x="774071" y="611254"/>
                  </a:lnTo>
                  <a:close/>
                  <a:moveTo>
                    <a:pt x="730728" y="507287"/>
                  </a:moveTo>
                  <a:lnTo>
                    <a:pt x="685638" y="529774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34051" y="489997"/>
                  </a:lnTo>
                  <a:lnTo>
                    <a:pt x="698179" y="480452"/>
                  </a:lnTo>
                  <a:close/>
                  <a:moveTo>
                    <a:pt x="753184" y="501979"/>
                  </a:moveTo>
                  <a:lnTo>
                    <a:pt x="730728" y="507287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53184" y="501979"/>
                  </a:lnTo>
                  <a:lnTo>
                    <a:pt x="734051" y="489997"/>
                  </a:lnTo>
                  <a:close/>
                  <a:moveTo>
                    <a:pt x="631660" y="482408"/>
                  </a:moveTo>
                  <a:lnTo>
                    <a:pt x="643731" y="479090"/>
                  </a:lnTo>
                  <a:lnTo>
                    <a:pt x="632103" y="428469"/>
                  </a:lnTo>
                  <a:close/>
                  <a:moveTo>
                    <a:pt x="619251" y="445653"/>
                  </a:moveTo>
                  <a:lnTo>
                    <a:pt x="631660" y="482408"/>
                  </a:lnTo>
                  <a:lnTo>
                    <a:pt x="632103" y="428469"/>
                  </a:lnTo>
                  <a:close/>
                  <a:moveTo>
                    <a:pt x="643731" y="479090"/>
                  </a:moveTo>
                  <a:lnTo>
                    <a:pt x="680845" y="465224"/>
                  </a:lnTo>
                  <a:lnTo>
                    <a:pt x="653201" y="436865"/>
                  </a:lnTo>
                  <a:close/>
                  <a:moveTo>
                    <a:pt x="589878" y="408897"/>
                  </a:moveTo>
                  <a:lnTo>
                    <a:pt x="619251" y="445653"/>
                  </a:lnTo>
                  <a:lnTo>
                    <a:pt x="632103" y="428469"/>
                  </a:lnTo>
                  <a:close/>
                  <a:moveTo>
                    <a:pt x="589878" y="408897"/>
                  </a:moveTo>
                  <a:lnTo>
                    <a:pt x="632103" y="428469"/>
                  </a:lnTo>
                  <a:lnTo>
                    <a:pt x="617174" y="391714"/>
                  </a:lnTo>
                  <a:close/>
                  <a:moveTo>
                    <a:pt x="771336" y="538734"/>
                  </a:moveTo>
                  <a:lnTo>
                    <a:pt x="764570" y="484796"/>
                  </a:lnTo>
                  <a:lnTo>
                    <a:pt x="753184" y="501979"/>
                  </a:lnTo>
                  <a:close/>
                  <a:moveTo>
                    <a:pt x="705644" y="455844"/>
                  </a:moveTo>
                  <a:lnTo>
                    <a:pt x="735251" y="414115"/>
                  </a:lnTo>
                  <a:lnTo>
                    <a:pt x="703803" y="412594"/>
                  </a:lnTo>
                  <a:close/>
                  <a:moveTo>
                    <a:pt x="761336" y="419997"/>
                  </a:moveTo>
                  <a:lnTo>
                    <a:pt x="735251" y="414115"/>
                  </a:lnTo>
                  <a:lnTo>
                    <a:pt x="778195" y="434260"/>
                  </a:lnTo>
                  <a:close/>
                  <a:moveTo>
                    <a:pt x="735251" y="414115"/>
                  </a:moveTo>
                  <a:lnTo>
                    <a:pt x="741888" y="423091"/>
                  </a:lnTo>
                  <a:lnTo>
                    <a:pt x="778195" y="434260"/>
                  </a:lnTo>
                  <a:close/>
                  <a:moveTo>
                    <a:pt x="691900" y="360768"/>
                  </a:moveTo>
                  <a:lnTo>
                    <a:pt x="709318" y="374531"/>
                  </a:lnTo>
                  <a:lnTo>
                    <a:pt x="677515" y="344471"/>
                  </a:lnTo>
                  <a:close/>
                  <a:moveTo>
                    <a:pt x="786401" y="444366"/>
                  </a:moveTo>
                  <a:lnTo>
                    <a:pt x="802273" y="448041"/>
                  </a:lnTo>
                  <a:lnTo>
                    <a:pt x="778195" y="434260"/>
                  </a:lnTo>
                  <a:close/>
                  <a:moveTo>
                    <a:pt x="702072" y="369254"/>
                  </a:moveTo>
                  <a:lnTo>
                    <a:pt x="709318" y="374531"/>
                  </a:lnTo>
                  <a:lnTo>
                    <a:pt x="691900" y="360768"/>
                  </a:lnTo>
                  <a:close/>
                  <a:moveTo>
                    <a:pt x="490332" y="80491"/>
                  </a:moveTo>
                  <a:lnTo>
                    <a:pt x="489400" y="101961"/>
                  </a:lnTo>
                  <a:lnTo>
                    <a:pt x="490264" y="75120"/>
                  </a:lnTo>
                  <a:close/>
                  <a:moveTo>
                    <a:pt x="704094" y="117734"/>
                  </a:moveTo>
                  <a:lnTo>
                    <a:pt x="720032" y="113258"/>
                  </a:lnTo>
                  <a:lnTo>
                    <a:pt x="716440" y="135528"/>
                  </a:lnTo>
                  <a:close/>
                  <a:moveTo>
                    <a:pt x="737923" y="11757"/>
                  </a:moveTo>
                  <a:lnTo>
                    <a:pt x="798821" y="30336"/>
                  </a:lnTo>
                  <a:lnTo>
                    <a:pt x="777795" y="3892"/>
                  </a:lnTo>
                  <a:close/>
                  <a:moveTo>
                    <a:pt x="799456" y="31329"/>
                  </a:moveTo>
                  <a:lnTo>
                    <a:pt x="777795" y="3892"/>
                  </a:lnTo>
                  <a:lnTo>
                    <a:pt x="798821" y="30336"/>
                  </a:lnTo>
                  <a:close/>
                  <a:moveTo>
                    <a:pt x="777795" y="3892"/>
                  </a:moveTo>
                  <a:lnTo>
                    <a:pt x="764975" y="0"/>
                  </a:lnTo>
                  <a:lnTo>
                    <a:pt x="737923" y="11757"/>
                  </a:lnTo>
                  <a:close/>
                  <a:moveTo>
                    <a:pt x="798821" y="30336"/>
                  </a:moveTo>
                  <a:lnTo>
                    <a:pt x="798293" y="31329"/>
                  </a:lnTo>
                  <a:lnTo>
                    <a:pt x="799512" y="30983"/>
                  </a:lnTo>
                  <a:close/>
                  <a:moveTo>
                    <a:pt x="799512" y="30983"/>
                  </a:moveTo>
                  <a:lnTo>
                    <a:pt x="799456" y="31329"/>
                  </a:lnTo>
                  <a:lnTo>
                    <a:pt x="798821" y="3033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24" name="Input_density__115">
              <a:extLst>
                <a:ext uri="{FF2B5EF4-FFF2-40B4-BE49-F238E27FC236}">
                  <a16:creationId xmlns:a16="http://schemas.microsoft.com/office/drawing/2014/main" id="{ECD7E0C7-3CDA-90B4-CA60-E52AB808E315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593621"/>
              <a:ext cx="936638" cy="1537010"/>
            </a:xfrm>
            <a:custGeom>
              <a:avLst/>
              <a:gdLst/>
              <a:ahLst/>
              <a:cxnLst/>
              <a:rect l="0" t="0" r="0" b="0"/>
              <a:pathLst>
                <a:path w="936638" h="1537010">
                  <a:moveTo>
                    <a:pt x="190937" y="1500255"/>
                  </a:moveTo>
                  <a:lnTo>
                    <a:pt x="233381" y="1529883"/>
                  </a:lnTo>
                  <a:lnTo>
                    <a:pt x="231949" y="1486300"/>
                  </a:lnTo>
                  <a:close/>
                  <a:moveTo>
                    <a:pt x="190937" y="1500255"/>
                  </a:moveTo>
                  <a:lnTo>
                    <a:pt x="212611" y="1537010"/>
                  </a:lnTo>
                  <a:lnTo>
                    <a:pt x="233381" y="1529883"/>
                  </a:lnTo>
                  <a:close/>
                  <a:moveTo>
                    <a:pt x="258037" y="1338441"/>
                  </a:moveTo>
                  <a:lnTo>
                    <a:pt x="246460" y="1392379"/>
                  </a:lnTo>
                  <a:lnTo>
                    <a:pt x="283387" y="1375195"/>
                  </a:lnTo>
                  <a:close/>
                  <a:moveTo>
                    <a:pt x="303119" y="1366034"/>
                  </a:moveTo>
                  <a:lnTo>
                    <a:pt x="295065" y="1387215"/>
                  </a:lnTo>
                  <a:lnTo>
                    <a:pt x="320429" y="1358012"/>
                  </a:lnTo>
                  <a:close/>
                  <a:moveTo>
                    <a:pt x="283387" y="1375195"/>
                  </a:moveTo>
                  <a:lnTo>
                    <a:pt x="295065" y="1387215"/>
                  </a:lnTo>
                  <a:lnTo>
                    <a:pt x="303119" y="1366034"/>
                  </a:lnTo>
                  <a:close/>
                  <a:moveTo>
                    <a:pt x="258037" y="1338441"/>
                  </a:moveTo>
                  <a:lnTo>
                    <a:pt x="283387" y="1375195"/>
                  </a:lnTo>
                  <a:lnTo>
                    <a:pt x="303119" y="1366034"/>
                  </a:lnTo>
                  <a:close/>
                  <a:moveTo>
                    <a:pt x="320429" y="1358012"/>
                  </a:moveTo>
                  <a:lnTo>
                    <a:pt x="303947" y="1321257"/>
                  </a:lnTo>
                  <a:lnTo>
                    <a:pt x="303119" y="1366034"/>
                  </a:lnTo>
                  <a:close/>
                  <a:moveTo>
                    <a:pt x="222646" y="1228176"/>
                  </a:moveTo>
                  <a:lnTo>
                    <a:pt x="270729" y="1247747"/>
                  </a:lnTo>
                  <a:lnTo>
                    <a:pt x="247440" y="1210992"/>
                  </a:lnTo>
                  <a:close/>
                  <a:moveTo>
                    <a:pt x="346662" y="1268229"/>
                  </a:moveTo>
                  <a:lnTo>
                    <a:pt x="350496" y="1267319"/>
                  </a:lnTo>
                  <a:lnTo>
                    <a:pt x="372091" y="1233631"/>
                  </a:lnTo>
                  <a:close/>
                  <a:moveTo>
                    <a:pt x="400914" y="1295958"/>
                  </a:moveTo>
                  <a:lnTo>
                    <a:pt x="395284" y="1255788"/>
                  </a:lnTo>
                  <a:lnTo>
                    <a:pt x="358209" y="1303588"/>
                  </a:lnTo>
                  <a:close/>
                  <a:moveTo>
                    <a:pt x="372091" y="1233631"/>
                  </a:moveTo>
                  <a:lnTo>
                    <a:pt x="350496" y="1267319"/>
                  </a:lnTo>
                  <a:lnTo>
                    <a:pt x="395284" y="1255788"/>
                  </a:lnTo>
                  <a:close/>
                  <a:moveTo>
                    <a:pt x="132611" y="961136"/>
                  </a:moveTo>
                  <a:lnTo>
                    <a:pt x="150848" y="961092"/>
                  </a:lnTo>
                  <a:lnTo>
                    <a:pt x="142388" y="936524"/>
                  </a:lnTo>
                  <a:close/>
                  <a:moveTo>
                    <a:pt x="142388" y="936524"/>
                  </a:moveTo>
                  <a:lnTo>
                    <a:pt x="167300" y="956095"/>
                  </a:lnTo>
                  <a:lnTo>
                    <a:pt x="168826" y="919340"/>
                  </a:lnTo>
                  <a:close/>
                  <a:moveTo>
                    <a:pt x="167300" y="956095"/>
                  </a:moveTo>
                  <a:lnTo>
                    <a:pt x="182213" y="902157"/>
                  </a:lnTo>
                  <a:lnTo>
                    <a:pt x="168826" y="919340"/>
                  </a:lnTo>
                  <a:close/>
                  <a:moveTo>
                    <a:pt x="0" y="698811"/>
                  </a:moveTo>
                  <a:lnTo>
                    <a:pt x="18933" y="735565"/>
                  </a:lnTo>
                  <a:lnTo>
                    <a:pt x="39341" y="718382"/>
                  </a:lnTo>
                  <a:close/>
                  <a:moveTo>
                    <a:pt x="603639" y="1198585"/>
                  </a:moveTo>
                  <a:lnTo>
                    <a:pt x="604197" y="1218299"/>
                  </a:lnTo>
                  <a:lnTo>
                    <a:pt x="609231" y="1190206"/>
                  </a:lnTo>
                  <a:close/>
                  <a:moveTo>
                    <a:pt x="603639" y="1198585"/>
                  </a:moveTo>
                  <a:lnTo>
                    <a:pt x="623547" y="1144647"/>
                  </a:lnTo>
                  <a:lnTo>
                    <a:pt x="593256" y="1161830"/>
                  </a:lnTo>
                  <a:close/>
                  <a:moveTo>
                    <a:pt x="593256" y="1161830"/>
                  </a:moveTo>
                  <a:lnTo>
                    <a:pt x="623547" y="1144647"/>
                  </a:lnTo>
                  <a:lnTo>
                    <a:pt x="587242" y="1154909"/>
                  </a:lnTo>
                  <a:close/>
                  <a:moveTo>
                    <a:pt x="623547" y="1144647"/>
                  </a:moveTo>
                  <a:lnTo>
                    <a:pt x="603073" y="1117890"/>
                  </a:lnTo>
                  <a:lnTo>
                    <a:pt x="587242" y="1154909"/>
                  </a:lnTo>
                  <a:close/>
                  <a:moveTo>
                    <a:pt x="596394" y="1107892"/>
                  </a:moveTo>
                  <a:lnTo>
                    <a:pt x="587242" y="1154909"/>
                  </a:lnTo>
                  <a:lnTo>
                    <a:pt x="603073" y="1117890"/>
                  </a:lnTo>
                  <a:close/>
                  <a:moveTo>
                    <a:pt x="596394" y="1107892"/>
                  </a:moveTo>
                  <a:lnTo>
                    <a:pt x="567592" y="1125075"/>
                  </a:lnTo>
                  <a:lnTo>
                    <a:pt x="587242" y="1154909"/>
                  </a:lnTo>
                  <a:close/>
                  <a:moveTo>
                    <a:pt x="546308" y="1088320"/>
                  </a:moveTo>
                  <a:lnTo>
                    <a:pt x="567592" y="1125075"/>
                  </a:lnTo>
                  <a:lnTo>
                    <a:pt x="596394" y="1107892"/>
                  </a:lnTo>
                  <a:close/>
                  <a:moveTo>
                    <a:pt x="533914" y="1034382"/>
                  </a:moveTo>
                  <a:lnTo>
                    <a:pt x="530088" y="1065796"/>
                  </a:lnTo>
                  <a:lnTo>
                    <a:pt x="556852" y="1069654"/>
                  </a:lnTo>
                  <a:close/>
                  <a:moveTo>
                    <a:pt x="533914" y="1034382"/>
                  </a:moveTo>
                  <a:lnTo>
                    <a:pt x="519460" y="1051565"/>
                  </a:lnTo>
                  <a:lnTo>
                    <a:pt x="530088" y="1065796"/>
                  </a:lnTo>
                  <a:close/>
                  <a:moveTo>
                    <a:pt x="507711" y="1014810"/>
                  </a:moveTo>
                  <a:lnTo>
                    <a:pt x="519460" y="1051565"/>
                  </a:lnTo>
                  <a:lnTo>
                    <a:pt x="533914" y="1034382"/>
                  </a:lnTo>
                  <a:close/>
                  <a:moveTo>
                    <a:pt x="283010" y="755924"/>
                  </a:moveTo>
                  <a:lnTo>
                    <a:pt x="297229" y="721849"/>
                  </a:lnTo>
                  <a:lnTo>
                    <a:pt x="282312" y="757525"/>
                  </a:lnTo>
                  <a:close/>
                  <a:moveTo>
                    <a:pt x="282312" y="757525"/>
                  </a:moveTo>
                  <a:lnTo>
                    <a:pt x="297229" y="721849"/>
                  </a:lnTo>
                  <a:lnTo>
                    <a:pt x="324352" y="703587"/>
                  </a:lnTo>
                  <a:close/>
                  <a:moveTo>
                    <a:pt x="297229" y="721849"/>
                  </a:moveTo>
                  <a:lnTo>
                    <a:pt x="283010" y="755924"/>
                  </a:lnTo>
                  <a:lnTo>
                    <a:pt x="286712" y="740342"/>
                  </a:lnTo>
                  <a:close/>
                  <a:moveTo>
                    <a:pt x="707426" y="1127463"/>
                  </a:moveTo>
                  <a:lnTo>
                    <a:pt x="704545" y="1151916"/>
                  </a:lnTo>
                  <a:lnTo>
                    <a:pt x="729275" y="1129130"/>
                  </a:lnTo>
                  <a:close/>
                  <a:moveTo>
                    <a:pt x="729275" y="1129130"/>
                  </a:moveTo>
                  <a:lnTo>
                    <a:pt x="704545" y="1151916"/>
                  </a:lnTo>
                  <a:lnTo>
                    <a:pt x="706337" y="1165437"/>
                  </a:lnTo>
                  <a:close/>
                  <a:moveTo>
                    <a:pt x="729275" y="1129130"/>
                  </a:moveTo>
                  <a:lnTo>
                    <a:pt x="706337" y="1165437"/>
                  </a:lnTo>
                  <a:lnTo>
                    <a:pt x="739530" y="1165540"/>
                  </a:lnTo>
                  <a:close/>
                  <a:moveTo>
                    <a:pt x="739530" y="1165540"/>
                  </a:moveTo>
                  <a:lnTo>
                    <a:pt x="706337" y="1165437"/>
                  </a:lnTo>
                  <a:lnTo>
                    <a:pt x="743099" y="1171487"/>
                  </a:lnTo>
                  <a:close/>
                  <a:moveTo>
                    <a:pt x="596394" y="1107892"/>
                  </a:moveTo>
                  <a:lnTo>
                    <a:pt x="603073" y="1117890"/>
                  </a:lnTo>
                  <a:lnTo>
                    <a:pt x="604593" y="1104482"/>
                  </a:lnTo>
                  <a:close/>
                  <a:moveTo>
                    <a:pt x="589069" y="969324"/>
                  </a:moveTo>
                  <a:lnTo>
                    <a:pt x="551718" y="986139"/>
                  </a:lnTo>
                  <a:lnTo>
                    <a:pt x="568319" y="980444"/>
                  </a:lnTo>
                  <a:close/>
                  <a:moveTo>
                    <a:pt x="534595" y="986438"/>
                  </a:moveTo>
                  <a:lnTo>
                    <a:pt x="551718" y="986139"/>
                  </a:lnTo>
                  <a:lnTo>
                    <a:pt x="589069" y="969324"/>
                  </a:lnTo>
                  <a:close/>
                  <a:moveTo>
                    <a:pt x="268916" y="615990"/>
                  </a:moveTo>
                  <a:lnTo>
                    <a:pt x="257672" y="630077"/>
                  </a:lnTo>
                  <a:lnTo>
                    <a:pt x="258433" y="605165"/>
                  </a:lnTo>
                  <a:close/>
                  <a:moveTo>
                    <a:pt x="126907" y="458770"/>
                  </a:moveTo>
                  <a:lnTo>
                    <a:pt x="108280" y="483057"/>
                  </a:lnTo>
                  <a:lnTo>
                    <a:pt x="151443" y="454300"/>
                  </a:lnTo>
                  <a:close/>
                  <a:moveTo>
                    <a:pt x="126907" y="458770"/>
                  </a:moveTo>
                  <a:lnTo>
                    <a:pt x="151443" y="454300"/>
                  </a:lnTo>
                  <a:lnTo>
                    <a:pt x="133383" y="446302"/>
                  </a:lnTo>
                  <a:close/>
                  <a:moveTo>
                    <a:pt x="151443" y="454300"/>
                  </a:moveTo>
                  <a:lnTo>
                    <a:pt x="167626" y="429119"/>
                  </a:lnTo>
                  <a:lnTo>
                    <a:pt x="133383" y="446302"/>
                  </a:lnTo>
                  <a:close/>
                  <a:moveTo>
                    <a:pt x="134954" y="392647"/>
                  </a:moveTo>
                  <a:lnTo>
                    <a:pt x="134629" y="392566"/>
                  </a:lnTo>
                  <a:lnTo>
                    <a:pt x="167626" y="429119"/>
                  </a:lnTo>
                  <a:close/>
                  <a:moveTo>
                    <a:pt x="527792" y="816240"/>
                  </a:moveTo>
                  <a:lnTo>
                    <a:pt x="517938" y="833424"/>
                  </a:lnTo>
                  <a:lnTo>
                    <a:pt x="524208" y="852995"/>
                  </a:lnTo>
                  <a:close/>
                  <a:moveTo>
                    <a:pt x="196507" y="458843"/>
                  </a:moveTo>
                  <a:lnTo>
                    <a:pt x="221325" y="421007"/>
                  </a:lnTo>
                  <a:lnTo>
                    <a:pt x="181421" y="426360"/>
                  </a:lnTo>
                  <a:close/>
                  <a:moveTo>
                    <a:pt x="229467" y="459135"/>
                  </a:moveTo>
                  <a:lnTo>
                    <a:pt x="196507" y="458843"/>
                  </a:lnTo>
                  <a:lnTo>
                    <a:pt x="246530" y="464453"/>
                  </a:lnTo>
                  <a:close/>
                  <a:moveTo>
                    <a:pt x="193421" y="390463"/>
                  </a:moveTo>
                  <a:lnTo>
                    <a:pt x="167626" y="429119"/>
                  </a:lnTo>
                  <a:lnTo>
                    <a:pt x="181421" y="426360"/>
                  </a:lnTo>
                  <a:close/>
                  <a:moveTo>
                    <a:pt x="277619" y="431507"/>
                  </a:moveTo>
                  <a:lnTo>
                    <a:pt x="280511" y="444726"/>
                  </a:lnTo>
                  <a:lnTo>
                    <a:pt x="270552" y="458060"/>
                  </a:lnTo>
                  <a:close/>
                  <a:moveTo>
                    <a:pt x="270552" y="458060"/>
                  </a:moveTo>
                  <a:lnTo>
                    <a:pt x="277514" y="455722"/>
                  </a:lnTo>
                  <a:lnTo>
                    <a:pt x="246530" y="464453"/>
                  </a:lnTo>
                  <a:close/>
                  <a:moveTo>
                    <a:pt x="824565" y="1056342"/>
                  </a:moveTo>
                  <a:lnTo>
                    <a:pt x="853877" y="1082007"/>
                  </a:lnTo>
                  <a:lnTo>
                    <a:pt x="833386" y="1053919"/>
                  </a:lnTo>
                  <a:close/>
                  <a:moveTo>
                    <a:pt x="865158" y="1061700"/>
                  </a:moveTo>
                  <a:lnTo>
                    <a:pt x="863681" y="1039159"/>
                  </a:lnTo>
                  <a:lnTo>
                    <a:pt x="866607" y="1053999"/>
                  </a:lnTo>
                  <a:close/>
                  <a:moveTo>
                    <a:pt x="865158" y="1061700"/>
                  </a:moveTo>
                  <a:lnTo>
                    <a:pt x="842846" y="1056342"/>
                  </a:lnTo>
                  <a:lnTo>
                    <a:pt x="833386" y="1053919"/>
                  </a:lnTo>
                  <a:close/>
                  <a:moveTo>
                    <a:pt x="811486" y="1002403"/>
                  </a:moveTo>
                  <a:lnTo>
                    <a:pt x="824565" y="1056342"/>
                  </a:lnTo>
                  <a:lnTo>
                    <a:pt x="847208" y="1022954"/>
                  </a:lnTo>
                  <a:close/>
                  <a:moveTo>
                    <a:pt x="847208" y="1022954"/>
                  </a:moveTo>
                  <a:lnTo>
                    <a:pt x="824565" y="1056342"/>
                  </a:lnTo>
                  <a:lnTo>
                    <a:pt x="833386" y="1053919"/>
                  </a:lnTo>
                  <a:close/>
                  <a:moveTo>
                    <a:pt x="795371" y="953722"/>
                  </a:moveTo>
                  <a:lnTo>
                    <a:pt x="734698" y="947659"/>
                  </a:lnTo>
                  <a:lnTo>
                    <a:pt x="789912" y="965648"/>
                  </a:lnTo>
                  <a:close/>
                  <a:moveTo>
                    <a:pt x="789912" y="965648"/>
                  </a:moveTo>
                  <a:lnTo>
                    <a:pt x="734698" y="947659"/>
                  </a:lnTo>
                  <a:lnTo>
                    <a:pt x="761054" y="969052"/>
                  </a:lnTo>
                  <a:close/>
                  <a:moveTo>
                    <a:pt x="670496" y="818629"/>
                  </a:moveTo>
                  <a:lnTo>
                    <a:pt x="675303" y="832690"/>
                  </a:lnTo>
                  <a:lnTo>
                    <a:pt x="662970" y="832427"/>
                  </a:lnTo>
                  <a:close/>
                  <a:moveTo>
                    <a:pt x="675303" y="832690"/>
                  </a:moveTo>
                  <a:lnTo>
                    <a:pt x="674338" y="846560"/>
                  </a:lnTo>
                  <a:lnTo>
                    <a:pt x="662970" y="832427"/>
                  </a:lnTo>
                  <a:close/>
                  <a:moveTo>
                    <a:pt x="721583" y="802416"/>
                  </a:moveTo>
                  <a:lnTo>
                    <a:pt x="675303" y="832690"/>
                  </a:lnTo>
                  <a:lnTo>
                    <a:pt x="687230" y="798554"/>
                  </a:lnTo>
                  <a:close/>
                  <a:moveTo>
                    <a:pt x="292241" y="414574"/>
                  </a:moveTo>
                  <a:lnTo>
                    <a:pt x="317205" y="411702"/>
                  </a:lnTo>
                  <a:lnTo>
                    <a:pt x="308587" y="394752"/>
                  </a:lnTo>
                  <a:close/>
                  <a:moveTo>
                    <a:pt x="317205" y="411702"/>
                  </a:moveTo>
                  <a:lnTo>
                    <a:pt x="319257" y="377569"/>
                  </a:lnTo>
                  <a:lnTo>
                    <a:pt x="308587" y="394752"/>
                  </a:lnTo>
                  <a:close/>
                  <a:moveTo>
                    <a:pt x="146684" y="147880"/>
                  </a:moveTo>
                  <a:lnTo>
                    <a:pt x="142655" y="162306"/>
                  </a:lnTo>
                  <a:lnTo>
                    <a:pt x="135201" y="157039"/>
                  </a:lnTo>
                  <a:close/>
                  <a:moveTo>
                    <a:pt x="142655" y="162306"/>
                  </a:moveTo>
                  <a:lnTo>
                    <a:pt x="146684" y="147880"/>
                  </a:lnTo>
                  <a:lnTo>
                    <a:pt x="142307" y="174222"/>
                  </a:lnTo>
                  <a:close/>
                  <a:moveTo>
                    <a:pt x="142307" y="174222"/>
                  </a:moveTo>
                  <a:lnTo>
                    <a:pt x="146684" y="147880"/>
                  </a:lnTo>
                  <a:lnTo>
                    <a:pt x="153054" y="120284"/>
                  </a:lnTo>
                  <a:close/>
                  <a:moveTo>
                    <a:pt x="687230" y="798554"/>
                  </a:moveTo>
                  <a:lnTo>
                    <a:pt x="675303" y="832690"/>
                  </a:lnTo>
                  <a:lnTo>
                    <a:pt x="670496" y="818629"/>
                  </a:lnTo>
                  <a:close/>
                  <a:moveTo>
                    <a:pt x="795371" y="953722"/>
                  </a:moveTo>
                  <a:lnTo>
                    <a:pt x="802004" y="962850"/>
                  </a:lnTo>
                  <a:lnTo>
                    <a:pt x="809768" y="928894"/>
                  </a:lnTo>
                  <a:close/>
                  <a:moveTo>
                    <a:pt x="809768" y="928894"/>
                  </a:moveTo>
                  <a:lnTo>
                    <a:pt x="802004" y="962850"/>
                  </a:lnTo>
                  <a:lnTo>
                    <a:pt x="846857" y="948465"/>
                  </a:lnTo>
                  <a:close/>
                  <a:moveTo>
                    <a:pt x="809768" y="928894"/>
                  </a:moveTo>
                  <a:lnTo>
                    <a:pt x="846857" y="948465"/>
                  </a:lnTo>
                  <a:lnTo>
                    <a:pt x="832743" y="911710"/>
                  </a:lnTo>
                  <a:close/>
                  <a:moveTo>
                    <a:pt x="815336" y="874955"/>
                  </a:moveTo>
                  <a:lnTo>
                    <a:pt x="782001" y="903733"/>
                  </a:lnTo>
                  <a:lnTo>
                    <a:pt x="809768" y="928894"/>
                  </a:lnTo>
                  <a:close/>
                  <a:moveTo>
                    <a:pt x="815336" y="874955"/>
                  </a:moveTo>
                  <a:lnTo>
                    <a:pt x="809768" y="928894"/>
                  </a:lnTo>
                  <a:lnTo>
                    <a:pt x="832743" y="911710"/>
                  </a:lnTo>
                  <a:close/>
                  <a:moveTo>
                    <a:pt x="639105" y="700789"/>
                  </a:moveTo>
                  <a:lnTo>
                    <a:pt x="633383" y="654425"/>
                  </a:lnTo>
                  <a:lnTo>
                    <a:pt x="598133" y="662263"/>
                  </a:lnTo>
                  <a:close/>
                  <a:moveTo>
                    <a:pt x="559505" y="666579"/>
                  </a:moveTo>
                  <a:lnTo>
                    <a:pt x="598133" y="662263"/>
                  </a:lnTo>
                  <a:lnTo>
                    <a:pt x="593379" y="621381"/>
                  </a:lnTo>
                  <a:close/>
                  <a:moveTo>
                    <a:pt x="633383" y="654425"/>
                  </a:moveTo>
                  <a:lnTo>
                    <a:pt x="610420" y="617670"/>
                  </a:lnTo>
                  <a:lnTo>
                    <a:pt x="598133" y="662263"/>
                  </a:lnTo>
                  <a:close/>
                  <a:moveTo>
                    <a:pt x="610420" y="617670"/>
                  </a:moveTo>
                  <a:lnTo>
                    <a:pt x="593379" y="621381"/>
                  </a:lnTo>
                  <a:lnTo>
                    <a:pt x="598133" y="662263"/>
                  </a:lnTo>
                  <a:close/>
                  <a:moveTo>
                    <a:pt x="594080" y="603223"/>
                  </a:moveTo>
                  <a:lnTo>
                    <a:pt x="569141" y="580915"/>
                  </a:lnTo>
                  <a:lnTo>
                    <a:pt x="593379" y="621381"/>
                  </a:lnTo>
                  <a:close/>
                  <a:moveTo>
                    <a:pt x="593379" y="621381"/>
                  </a:moveTo>
                  <a:lnTo>
                    <a:pt x="569141" y="580915"/>
                  </a:lnTo>
                  <a:lnTo>
                    <a:pt x="546289" y="587829"/>
                  </a:lnTo>
                  <a:close/>
                  <a:moveTo>
                    <a:pt x="593379" y="621381"/>
                  </a:moveTo>
                  <a:lnTo>
                    <a:pt x="546289" y="587829"/>
                  </a:lnTo>
                  <a:lnTo>
                    <a:pt x="556477" y="624293"/>
                  </a:lnTo>
                  <a:close/>
                  <a:moveTo>
                    <a:pt x="594080" y="603223"/>
                  </a:moveTo>
                  <a:lnTo>
                    <a:pt x="593379" y="621381"/>
                  </a:lnTo>
                  <a:lnTo>
                    <a:pt x="610420" y="617670"/>
                  </a:lnTo>
                  <a:close/>
                  <a:moveTo>
                    <a:pt x="359741" y="323630"/>
                  </a:moveTo>
                  <a:lnTo>
                    <a:pt x="379090" y="297718"/>
                  </a:lnTo>
                  <a:lnTo>
                    <a:pt x="350385" y="304059"/>
                  </a:lnTo>
                  <a:close/>
                  <a:moveTo>
                    <a:pt x="342816" y="340814"/>
                  </a:moveTo>
                  <a:lnTo>
                    <a:pt x="359741" y="323630"/>
                  </a:lnTo>
                  <a:lnTo>
                    <a:pt x="350385" y="304059"/>
                  </a:lnTo>
                  <a:close/>
                  <a:moveTo>
                    <a:pt x="166141" y="124419"/>
                  </a:moveTo>
                  <a:lnTo>
                    <a:pt x="146684" y="147880"/>
                  </a:lnTo>
                  <a:lnTo>
                    <a:pt x="135201" y="157039"/>
                  </a:lnTo>
                  <a:close/>
                  <a:moveTo>
                    <a:pt x="146684" y="147880"/>
                  </a:moveTo>
                  <a:lnTo>
                    <a:pt x="166141" y="124419"/>
                  </a:lnTo>
                  <a:lnTo>
                    <a:pt x="153054" y="120284"/>
                  </a:lnTo>
                  <a:close/>
                  <a:moveTo>
                    <a:pt x="166141" y="124419"/>
                  </a:moveTo>
                  <a:lnTo>
                    <a:pt x="187706" y="103100"/>
                  </a:lnTo>
                  <a:lnTo>
                    <a:pt x="153054" y="120284"/>
                  </a:lnTo>
                  <a:close/>
                  <a:moveTo>
                    <a:pt x="192889" y="99851"/>
                  </a:moveTo>
                  <a:lnTo>
                    <a:pt x="153054" y="120284"/>
                  </a:lnTo>
                  <a:lnTo>
                    <a:pt x="187706" y="103100"/>
                  </a:lnTo>
                  <a:close/>
                  <a:moveTo>
                    <a:pt x="192889" y="99851"/>
                  </a:moveTo>
                  <a:lnTo>
                    <a:pt x="168196" y="103734"/>
                  </a:lnTo>
                  <a:lnTo>
                    <a:pt x="153054" y="120284"/>
                  </a:lnTo>
                  <a:close/>
                  <a:moveTo>
                    <a:pt x="851184" y="905209"/>
                  </a:moveTo>
                  <a:lnTo>
                    <a:pt x="896249" y="895659"/>
                  </a:lnTo>
                  <a:lnTo>
                    <a:pt x="875453" y="867819"/>
                  </a:lnTo>
                  <a:close/>
                  <a:moveTo>
                    <a:pt x="851184" y="905209"/>
                  </a:moveTo>
                  <a:lnTo>
                    <a:pt x="875453" y="867819"/>
                  </a:lnTo>
                  <a:lnTo>
                    <a:pt x="842233" y="867738"/>
                  </a:lnTo>
                  <a:close/>
                  <a:moveTo>
                    <a:pt x="896249" y="895659"/>
                  </a:moveTo>
                  <a:lnTo>
                    <a:pt x="900012" y="903387"/>
                  </a:lnTo>
                  <a:lnTo>
                    <a:pt x="936638" y="915749"/>
                  </a:lnTo>
                  <a:close/>
                  <a:moveTo>
                    <a:pt x="842233" y="867738"/>
                  </a:moveTo>
                  <a:lnTo>
                    <a:pt x="857705" y="841415"/>
                  </a:lnTo>
                  <a:lnTo>
                    <a:pt x="825789" y="846666"/>
                  </a:lnTo>
                  <a:close/>
                  <a:moveTo>
                    <a:pt x="842233" y="867738"/>
                  </a:moveTo>
                  <a:lnTo>
                    <a:pt x="875453" y="867819"/>
                  </a:lnTo>
                  <a:lnTo>
                    <a:pt x="857705" y="841415"/>
                  </a:lnTo>
                  <a:close/>
                  <a:moveTo>
                    <a:pt x="633383" y="654425"/>
                  </a:moveTo>
                  <a:lnTo>
                    <a:pt x="642882" y="661110"/>
                  </a:lnTo>
                  <a:lnTo>
                    <a:pt x="643144" y="652758"/>
                  </a:lnTo>
                  <a:close/>
                  <a:moveTo>
                    <a:pt x="610420" y="617670"/>
                  </a:moveTo>
                  <a:lnTo>
                    <a:pt x="643144" y="652758"/>
                  </a:lnTo>
                  <a:lnTo>
                    <a:pt x="638350" y="611908"/>
                  </a:lnTo>
                  <a:close/>
                  <a:moveTo>
                    <a:pt x="610420" y="617670"/>
                  </a:moveTo>
                  <a:lnTo>
                    <a:pt x="633383" y="654425"/>
                  </a:lnTo>
                  <a:lnTo>
                    <a:pt x="643144" y="652758"/>
                  </a:lnTo>
                  <a:close/>
                  <a:moveTo>
                    <a:pt x="684391" y="646313"/>
                  </a:moveTo>
                  <a:lnTo>
                    <a:pt x="643144" y="652758"/>
                  </a:lnTo>
                  <a:lnTo>
                    <a:pt x="642882" y="661110"/>
                  </a:lnTo>
                  <a:close/>
                  <a:moveTo>
                    <a:pt x="688557" y="611098"/>
                  </a:moveTo>
                  <a:lnTo>
                    <a:pt x="677039" y="600487"/>
                  </a:lnTo>
                  <a:lnTo>
                    <a:pt x="684391" y="646313"/>
                  </a:lnTo>
                  <a:close/>
                  <a:moveTo>
                    <a:pt x="684391" y="646313"/>
                  </a:moveTo>
                  <a:lnTo>
                    <a:pt x="677039" y="600487"/>
                  </a:lnTo>
                  <a:lnTo>
                    <a:pt x="638350" y="611908"/>
                  </a:lnTo>
                  <a:close/>
                  <a:moveTo>
                    <a:pt x="684391" y="646313"/>
                  </a:moveTo>
                  <a:lnTo>
                    <a:pt x="638350" y="611908"/>
                  </a:lnTo>
                  <a:lnTo>
                    <a:pt x="643144" y="652758"/>
                  </a:lnTo>
                  <a:close/>
                  <a:moveTo>
                    <a:pt x="596533" y="574069"/>
                  </a:moveTo>
                  <a:lnTo>
                    <a:pt x="594080" y="603223"/>
                  </a:lnTo>
                  <a:lnTo>
                    <a:pt x="634579" y="563732"/>
                  </a:lnTo>
                  <a:close/>
                  <a:moveTo>
                    <a:pt x="594080" y="603223"/>
                  </a:moveTo>
                  <a:lnTo>
                    <a:pt x="610420" y="617670"/>
                  </a:lnTo>
                  <a:lnTo>
                    <a:pt x="634579" y="563732"/>
                  </a:lnTo>
                  <a:close/>
                  <a:moveTo>
                    <a:pt x="634579" y="563732"/>
                  </a:moveTo>
                  <a:lnTo>
                    <a:pt x="610420" y="617670"/>
                  </a:lnTo>
                  <a:lnTo>
                    <a:pt x="644355" y="570411"/>
                  </a:lnTo>
                  <a:close/>
                  <a:moveTo>
                    <a:pt x="644355" y="570411"/>
                  </a:moveTo>
                  <a:lnTo>
                    <a:pt x="610420" y="617670"/>
                  </a:lnTo>
                  <a:lnTo>
                    <a:pt x="638350" y="611908"/>
                  </a:lnTo>
                  <a:close/>
                  <a:moveTo>
                    <a:pt x="638350" y="611908"/>
                  </a:moveTo>
                  <a:lnTo>
                    <a:pt x="677039" y="600487"/>
                  </a:lnTo>
                  <a:lnTo>
                    <a:pt x="644355" y="570411"/>
                  </a:lnTo>
                  <a:close/>
                  <a:moveTo>
                    <a:pt x="581579" y="544160"/>
                  </a:moveTo>
                  <a:lnTo>
                    <a:pt x="634579" y="563732"/>
                  </a:lnTo>
                  <a:lnTo>
                    <a:pt x="622170" y="526977"/>
                  </a:lnTo>
                  <a:close/>
                  <a:moveTo>
                    <a:pt x="198962" y="98870"/>
                  </a:moveTo>
                  <a:lnTo>
                    <a:pt x="187706" y="103100"/>
                  </a:lnTo>
                  <a:lnTo>
                    <a:pt x="216946" y="93585"/>
                  </a:lnTo>
                  <a:close/>
                  <a:moveTo>
                    <a:pt x="224831" y="103100"/>
                  </a:moveTo>
                  <a:lnTo>
                    <a:pt x="198962" y="98870"/>
                  </a:lnTo>
                  <a:lnTo>
                    <a:pt x="227185" y="103499"/>
                  </a:lnTo>
                  <a:close/>
                  <a:moveTo>
                    <a:pt x="227185" y="103499"/>
                  </a:moveTo>
                  <a:lnTo>
                    <a:pt x="198962" y="98870"/>
                  </a:lnTo>
                  <a:lnTo>
                    <a:pt x="216946" y="93585"/>
                  </a:lnTo>
                  <a:close/>
                  <a:moveTo>
                    <a:pt x="227185" y="103499"/>
                  </a:moveTo>
                  <a:lnTo>
                    <a:pt x="216946" y="93585"/>
                  </a:lnTo>
                  <a:lnTo>
                    <a:pt x="254516" y="109477"/>
                  </a:lnTo>
                  <a:close/>
                  <a:moveTo>
                    <a:pt x="281565" y="86032"/>
                  </a:moveTo>
                  <a:lnTo>
                    <a:pt x="227185" y="103499"/>
                  </a:lnTo>
                  <a:lnTo>
                    <a:pt x="254516" y="109477"/>
                  </a:lnTo>
                  <a:close/>
                  <a:moveTo>
                    <a:pt x="192889" y="99851"/>
                  </a:moveTo>
                  <a:lnTo>
                    <a:pt x="187706" y="103100"/>
                  </a:lnTo>
                  <a:lnTo>
                    <a:pt x="198962" y="98870"/>
                  </a:lnTo>
                  <a:close/>
                  <a:moveTo>
                    <a:pt x="198962" y="98870"/>
                  </a:moveTo>
                  <a:lnTo>
                    <a:pt x="224831" y="103100"/>
                  </a:lnTo>
                  <a:lnTo>
                    <a:pt x="192889" y="99851"/>
                  </a:lnTo>
                  <a:close/>
                  <a:moveTo>
                    <a:pt x="912824" y="926931"/>
                  </a:moveTo>
                  <a:lnTo>
                    <a:pt x="936638" y="915749"/>
                  </a:lnTo>
                  <a:lnTo>
                    <a:pt x="900012" y="903387"/>
                  </a:lnTo>
                  <a:close/>
                  <a:moveTo>
                    <a:pt x="677039" y="600487"/>
                  </a:moveTo>
                  <a:lnTo>
                    <a:pt x="688557" y="611098"/>
                  </a:lnTo>
                  <a:lnTo>
                    <a:pt x="691824" y="595523"/>
                  </a:lnTo>
                  <a:close/>
                  <a:moveTo>
                    <a:pt x="646650" y="560414"/>
                  </a:moveTo>
                  <a:lnTo>
                    <a:pt x="644355" y="570411"/>
                  </a:lnTo>
                  <a:lnTo>
                    <a:pt x="683763" y="546548"/>
                  </a:lnTo>
                  <a:close/>
                  <a:moveTo>
                    <a:pt x="644355" y="570411"/>
                  </a:moveTo>
                  <a:lnTo>
                    <a:pt x="677039" y="600487"/>
                  </a:lnTo>
                  <a:lnTo>
                    <a:pt x="683763" y="546548"/>
                  </a:lnTo>
                  <a:close/>
                  <a:moveTo>
                    <a:pt x="683763" y="546548"/>
                  </a:moveTo>
                  <a:lnTo>
                    <a:pt x="677039" y="600487"/>
                  </a:lnTo>
                  <a:lnTo>
                    <a:pt x="701097" y="561777"/>
                  </a:lnTo>
                  <a:close/>
                  <a:moveTo>
                    <a:pt x="701097" y="561777"/>
                  </a:moveTo>
                  <a:lnTo>
                    <a:pt x="677039" y="600487"/>
                  </a:lnTo>
                  <a:lnTo>
                    <a:pt x="691824" y="595523"/>
                  </a:lnTo>
                  <a:close/>
                  <a:moveTo>
                    <a:pt x="733646" y="588611"/>
                  </a:moveTo>
                  <a:lnTo>
                    <a:pt x="691824" y="595523"/>
                  </a:lnTo>
                  <a:lnTo>
                    <a:pt x="688557" y="611098"/>
                  </a:lnTo>
                  <a:close/>
                  <a:moveTo>
                    <a:pt x="691824" y="595523"/>
                  </a:moveTo>
                  <a:lnTo>
                    <a:pt x="733646" y="588611"/>
                  </a:lnTo>
                  <a:lnTo>
                    <a:pt x="701097" y="561777"/>
                  </a:lnTo>
                  <a:close/>
                  <a:moveTo>
                    <a:pt x="634579" y="563732"/>
                  </a:moveTo>
                  <a:lnTo>
                    <a:pt x="644355" y="570411"/>
                  </a:lnTo>
                  <a:lnTo>
                    <a:pt x="646650" y="560414"/>
                  </a:lnTo>
                  <a:close/>
                  <a:moveTo>
                    <a:pt x="306179" y="81855"/>
                  </a:moveTo>
                  <a:lnTo>
                    <a:pt x="281565" y="86032"/>
                  </a:lnTo>
                  <a:lnTo>
                    <a:pt x="254516" y="109477"/>
                  </a:lnTo>
                  <a:close/>
                  <a:moveTo>
                    <a:pt x="327069" y="75985"/>
                  </a:moveTo>
                  <a:lnTo>
                    <a:pt x="282158" y="85917"/>
                  </a:lnTo>
                  <a:lnTo>
                    <a:pt x="337486" y="74328"/>
                  </a:lnTo>
                  <a:close/>
                  <a:moveTo>
                    <a:pt x="337486" y="74328"/>
                  </a:moveTo>
                  <a:lnTo>
                    <a:pt x="282158" y="85917"/>
                  </a:lnTo>
                  <a:lnTo>
                    <a:pt x="281565" y="86032"/>
                  </a:lnTo>
                  <a:close/>
                  <a:moveTo>
                    <a:pt x="337486" y="74328"/>
                  </a:moveTo>
                  <a:lnTo>
                    <a:pt x="281565" y="86032"/>
                  </a:lnTo>
                  <a:lnTo>
                    <a:pt x="306179" y="81855"/>
                  </a:lnTo>
                  <a:close/>
                  <a:moveTo>
                    <a:pt x="756102" y="583303"/>
                  </a:moveTo>
                  <a:lnTo>
                    <a:pt x="767488" y="566120"/>
                  </a:lnTo>
                  <a:lnTo>
                    <a:pt x="736970" y="571322"/>
                  </a:lnTo>
                  <a:close/>
                  <a:moveTo>
                    <a:pt x="767488" y="566120"/>
                  </a:moveTo>
                  <a:lnTo>
                    <a:pt x="758327" y="554965"/>
                  </a:lnTo>
                  <a:lnTo>
                    <a:pt x="736970" y="571322"/>
                  </a:lnTo>
                  <a:close/>
                  <a:moveTo>
                    <a:pt x="736970" y="571322"/>
                  </a:moveTo>
                  <a:lnTo>
                    <a:pt x="758327" y="554965"/>
                  </a:lnTo>
                  <a:lnTo>
                    <a:pt x="701097" y="561777"/>
                  </a:lnTo>
                  <a:close/>
                  <a:moveTo>
                    <a:pt x="708562" y="537168"/>
                  </a:moveTo>
                  <a:lnTo>
                    <a:pt x="744807" y="504415"/>
                  </a:lnTo>
                  <a:lnTo>
                    <a:pt x="738170" y="495439"/>
                  </a:lnTo>
                  <a:close/>
                  <a:moveTo>
                    <a:pt x="680434" y="425795"/>
                  </a:moveTo>
                  <a:lnTo>
                    <a:pt x="645205" y="436284"/>
                  </a:lnTo>
                  <a:lnTo>
                    <a:pt x="694819" y="442092"/>
                  </a:lnTo>
                  <a:close/>
                  <a:moveTo>
                    <a:pt x="694819" y="442092"/>
                  </a:moveTo>
                  <a:lnTo>
                    <a:pt x="645205" y="436284"/>
                  </a:lnTo>
                  <a:lnTo>
                    <a:pt x="637662" y="449180"/>
                  </a:lnTo>
                  <a:close/>
                  <a:moveTo>
                    <a:pt x="694819" y="442092"/>
                  </a:moveTo>
                  <a:lnTo>
                    <a:pt x="637662" y="449180"/>
                  </a:lnTo>
                  <a:lnTo>
                    <a:pt x="662418" y="445529"/>
                  </a:lnTo>
                  <a:close/>
                  <a:moveTo>
                    <a:pt x="446694" y="233486"/>
                  </a:moveTo>
                  <a:lnTo>
                    <a:pt x="467962" y="239354"/>
                  </a:lnTo>
                  <a:lnTo>
                    <a:pt x="459409" y="215754"/>
                  </a:lnTo>
                  <a:close/>
                  <a:moveTo>
                    <a:pt x="459409" y="215754"/>
                  </a:moveTo>
                  <a:lnTo>
                    <a:pt x="477933" y="235325"/>
                  </a:lnTo>
                  <a:lnTo>
                    <a:pt x="489095" y="198570"/>
                  </a:lnTo>
                  <a:close/>
                  <a:moveTo>
                    <a:pt x="492319" y="183285"/>
                  </a:moveTo>
                  <a:lnTo>
                    <a:pt x="459409" y="215754"/>
                  </a:lnTo>
                  <a:lnTo>
                    <a:pt x="489095" y="198570"/>
                  </a:lnTo>
                  <a:close/>
                  <a:moveTo>
                    <a:pt x="373485" y="51550"/>
                  </a:moveTo>
                  <a:lnTo>
                    <a:pt x="370317" y="67915"/>
                  </a:lnTo>
                  <a:lnTo>
                    <a:pt x="366165" y="85346"/>
                  </a:lnTo>
                  <a:close/>
                  <a:moveTo>
                    <a:pt x="366165" y="85346"/>
                  </a:moveTo>
                  <a:lnTo>
                    <a:pt x="370317" y="67915"/>
                  </a:lnTo>
                  <a:lnTo>
                    <a:pt x="369965" y="71185"/>
                  </a:lnTo>
                  <a:close/>
                  <a:moveTo>
                    <a:pt x="366165" y="85346"/>
                  </a:moveTo>
                  <a:lnTo>
                    <a:pt x="369965" y="71185"/>
                  </a:lnTo>
                  <a:lnTo>
                    <a:pt x="337486" y="74328"/>
                  </a:lnTo>
                  <a:close/>
                  <a:moveTo>
                    <a:pt x="385946" y="34729"/>
                  </a:moveTo>
                  <a:lnTo>
                    <a:pt x="370317" y="67915"/>
                  </a:lnTo>
                  <a:lnTo>
                    <a:pt x="373485" y="51550"/>
                  </a:lnTo>
                  <a:close/>
                  <a:moveTo>
                    <a:pt x="789320" y="525690"/>
                  </a:moveTo>
                  <a:lnTo>
                    <a:pt x="758320" y="523804"/>
                  </a:lnTo>
                  <a:lnTo>
                    <a:pt x="807736" y="555465"/>
                  </a:lnTo>
                  <a:close/>
                  <a:moveTo>
                    <a:pt x="758320" y="523804"/>
                  </a:moveTo>
                  <a:lnTo>
                    <a:pt x="781114" y="515584"/>
                  </a:lnTo>
                  <a:lnTo>
                    <a:pt x="744807" y="504415"/>
                  </a:lnTo>
                  <a:close/>
                  <a:moveTo>
                    <a:pt x="758320" y="523804"/>
                  </a:moveTo>
                  <a:lnTo>
                    <a:pt x="789320" y="525690"/>
                  </a:lnTo>
                  <a:lnTo>
                    <a:pt x="781114" y="515584"/>
                  </a:lnTo>
                  <a:close/>
                  <a:moveTo>
                    <a:pt x="405976" y="13411"/>
                  </a:moveTo>
                  <a:lnTo>
                    <a:pt x="385946" y="34729"/>
                  </a:lnTo>
                  <a:lnTo>
                    <a:pt x="373485" y="51550"/>
                  </a:lnTo>
                  <a:close/>
                  <a:moveTo>
                    <a:pt x="582870" y="80273"/>
                  </a:moveTo>
                  <a:lnTo>
                    <a:pt x="574292" y="55186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74292" y="55186"/>
                  </a:lnTo>
                  <a:lnTo>
                    <a:pt x="582870" y="80273"/>
                  </a:lnTo>
                  <a:close/>
                  <a:moveTo>
                    <a:pt x="574292" y="55186"/>
                  </a:moveTo>
                  <a:lnTo>
                    <a:pt x="570494" y="53939"/>
                  </a:lnTo>
                  <a:lnTo>
                    <a:pt x="575041" y="51001"/>
                  </a:lnTo>
                  <a:close/>
                  <a:moveTo>
                    <a:pt x="727248" y="183775"/>
                  </a:moveTo>
                  <a:lnTo>
                    <a:pt x="722950" y="194583"/>
                  </a:lnTo>
                  <a:lnTo>
                    <a:pt x="707012" y="199058"/>
                  </a:lnTo>
                  <a:close/>
                  <a:moveTo>
                    <a:pt x="727248" y="183775"/>
                  </a:moveTo>
                  <a:lnTo>
                    <a:pt x="713774" y="195973"/>
                  </a:lnTo>
                  <a:lnTo>
                    <a:pt x="722950" y="194583"/>
                  </a:lnTo>
                  <a:close/>
                  <a:moveTo>
                    <a:pt x="724007" y="147020"/>
                  </a:moveTo>
                  <a:lnTo>
                    <a:pt x="679744" y="164204"/>
                  </a:lnTo>
                  <a:lnTo>
                    <a:pt x="727248" y="183775"/>
                  </a:lnTo>
                  <a:close/>
                  <a:moveTo>
                    <a:pt x="585804" y="91242"/>
                  </a:moveTo>
                  <a:lnTo>
                    <a:pt x="595360" y="73510"/>
                  </a:lnTo>
                  <a:lnTo>
                    <a:pt x="586903" y="89681"/>
                  </a:lnTo>
                  <a:close/>
                  <a:moveTo>
                    <a:pt x="586057" y="90693"/>
                  </a:moveTo>
                  <a:lnTo>
                    <a:pt x="585804" y="91242"/>
                  </a:lnTo>
                  <a:lnTo>
                    <a:pt x="586903" y="89681"/>
                  </a:lnTo>
                  <a:close/>
                  <a:moveTo>
                    <a:pt x="586903" y="89681"/>
                  </a:moveTo>
                  <a:lnTo>
                    <a:pt x="600708" y="50757"/>
                  </a:lnTo>
                  <a:lnTo>
                    <a:pt x="586057" y="90693"/>
                  </a:lnTo>
                  <a:close/>
                  <a:moveTo>
                    <a:pt x="580149" y="50424"/>
                  </a:moveTo>
                  <a:lnTo>
                    <a:pt x="582870" y="80273"/>
                  </a:lnTo>
                  <a:lnTo>
                    <a:pt x="586057" y="90693"/>
                  </a:lnTo>
                  <a:close/>
                  <a:moveTo>
                    <a:pt x="600052" y="36755"/>
                  </a:moveTo>
                  <a:lnTo>
                    <a:pt x="580149" y="50424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82870" y="80273"/>
                  </a:lnTo>
                  <a:lnTo>
                    <a:pt x="580149" y="50424"/>
                  </a:lnTo>
                  <a:close/>
                  <a:moveTo>
                    <a:pt x="600708" y="50757"/>
                  </a:moveTo>
                  <a:lnTo>
                    <a:pt x="586903" y="89681"/>
                  </a:lnTo>
                  <a:lnTo>
                    <a:pt x="595360" y="73510"/>
                  </a:lnTo>
                  <a:close/>
                  <a:moveTo>
                    <a:pt x="575041" y="51001"/>
                  </a:moveTo>
                  <a:lnTo>
                    <a:pt x="570494" y="53939"/>
                  </a:lnTo>
                  <a:lnTo>
                    <a:pt x="580149" y="50424"/>
                  </a:lnTo>
                  <a:close/>
                  <a:moveTo>
                    <a:pt x="579351" y="17184"/>
                  </a:moveTo>
                  <a:lnTo>
                    <a:pt x="600052" y="36755"/>
                  </a:lnTo>
                  <a:lnTo>
                    <a:pt x="592525" y="0"/>
                  </a:lnTo>
                  <a:close/>
                  <a:moveTo>
                    <a:pt x="727248" y="183775"/>
                  </a:moveTo>
                  <a:lnTo>
                    <a:pt x="735511" y="166592"/>
                  </a:lnTo>
                  <a:lnTo>
                    <a:pt x="724007" y="147020"/>
                  </a:lnTo>
                  <a:close/>
                  <a:moveTo>
                    <a:pt x="751043" y="114529"/>
                  </a:moveTo>
                  <a:lnTo>
                    <a:pt x="735746" y="139433"/>
                  </a:lnTo>
                  <a:lnTo>
                    <a:pt x="740841" y="93082"/>
                  </a:lnTo>
                  <a:close/>
                  <a:moveTo>
                    <a:pt x="619331" y="19572"/>
                  </a:moveTo>
                  <a:lnTo>
                    <a:pt x="592525" y="0"/>
                  </a:lnTo>
                  <a:lnTo>
                    <a:pt x="600052" y="36755"/>
                  </a:lnTo>
                  <a:close/>
                  <a:moveTo>
                    <a:pt x="801212" y="112654"/>
                  </a:moveTo>
                  <a:lnTo>
                    <a:pt x="801740" y="111660"/>
                  </a:lnTo>
                  <a:lnTo>
                    <a:pt x="740841" y="93082"/>
                  </a:lnTo>
                  <a:close/>
                  <a:moveTo>
                    <a:pt x="749907" y="129837"/>
                  </a:moveTo>
                  <a:lnTo>
                    <a:pt x="801212" y="112654"/>
                  </a:lnTo>
                  <a:lnTo>
                    <a:pt x="740841" y="9308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25" name="Input_density__116">
              <a:extLst>
                <a:ext uri="{FF2B5EF4-FFF2-40B4-BE49-F238E27FC236}">
                  <a16:creationId xmlns:a16="http://schemas.microsoft.com/office/drawing/2014/main" id="{6F2EAF0A-CD5E-9E1F-D2FA-C3D5987F7405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610804"/>
              <a:ext cx="900012" cy="1375195"/>
            </a:xfrm>
            <a:custGeom>
              <a:avLst/>
              <a:gdLst/>
              <a:ahLst/>
              <a:cxnLst/>
              <a:rect l="0" t="0" r="0" b="0"/>
              <a:pathLst>
                <a:path w="900012" h="1375195">
                  <a:moveTo>
                    <a:pt x="228973" y="1337295"/>
                  </a:moveTo>
                  <a:lnTo>
                    <a:pt x="228785" y="1343005"/>
                  </a:lnTo>
                  <a:lnTo>
                    <a:pt x="258037" y="1321257"/>
                  </a:lnTo>
                  <a:close/>
                  <a:moveTo>
                    <a:pt x="258037" y="1321257"/>
                  </a:moveTo>
                  <a:lnTo>
                    <a:pt x="228785" y="1343005"/>
                  </a:lnTo>
                  <a:lnTo>
                    <a:pt x="246460" y="1375195"/>
                  </a:lnTo>
                  <a:close/>
                  <a:moveTo>
                    <a:pt x="226437" y="1338440"/>
                  </a:moveTo>
                  <a:lnTo>
                    <a:pt x="228785" y="1343005"/>
                  </a:lnTo>
                  <a:lnTo>
                    <a:pt x="228973" y="1337295"/>
                  </a:lnTo>
                  <a:close/>
                  <a:moveTo>
                    <a:pt x="219332" y="1301685"/>
                  </a:moveTo>
                  <a:lnTo>
                    <a:pt x="228973" y="1337295"/>
                  </a:lnTo>
                  <a:lnTo>
                    <a:pt x="258037" y="1321257"/>
                  </a:lnTo>
                  <a:close/>
                  <a:moveTo>
                    <a:pt x="219332" y="1301685"/>
                  </a:moveTo>
                  <a:lnTo>
                    <a:pt x="258037" y="1321257"/>
                  </a:lnTo>
                  <a:lnTo>
                    <a:pt x="247891" y="1284502"/>
                  </a:lnTo>
                  <a:close/>
                  <a:moveTo>
                    <a:pt x="258037" y="1321257"/>
                  </a:moveTo>
                  <a:lnTo>
                    <a:pt x="303119" y="1348851"/>
                  </a:lnTo>
                  <a:lnTo>
                    <a:pt x="302792" y="1304370"/>
                  </a:lnTo>
                  <a:close/>
                  <a:moveTo>
                    <a:pt x="303947" y="1304073"/>
                  </a:moveTo>
                  <a:lnTo>
                    <a:pt x="302792" y="1304370"/>
                  </a:lnTo>
                  <a:lnTo>
                    <a:pt x="303119" y="1348851"/>
                  </a:lnTo>
                  <a:close/>
                  <a:moveTo>
                    <a:pt x="288882" y="1267318"/>
                  </a:moveTo>
                  <a:lnTo>
                    <a:pt x="302792" y="1304370"/>
                  </a:lnTo>
                  <a:lnTo>
                    <a:pt x="302416" y="1301308"/>
                  </a:lnTo>
                  <a:close/>
                  <a:moveTo>
                    <a:pt x="258037" y="1321257"/>
                  </a:moveTo>
                  <a:lnTo>
                    <a:pt x="302792" y="1304370"/>
                  </a:lnTo>
                  <a:lnTo>
                    <a:pt x="288882" y="1267318"/>
                  </a:lnTo>
                  <a:close/>
                  <a:moveTo>
                    <a:pt x="247891" y="1284502"/>
                  </a:moveTo>
                  <a:lnTo>
                    <a:pt x="258037" y="1321257"/>
                  </a:lnTo>
                  <a:lnTo>
                    <a:pt x="288882" y="1267318"/>
                  </a:lnTo>
                  <a:close/>
                  <a:moveTo>
                    <a:pt x="302792" y="1304370"/>
                  </a:moveTo>
                  <a:lnTo>
                    <a:pt x="303947" y="1304073"/>
                  </a:lnTo>
                  <a:lnTo>
                    <a:pt x="302416" y="1301308"/>
                  </a:lnTo>
                  <a:close/>
                  <a:moveTo>
                    <a:pt x="240646" y="1247747"/>
                  </a:moveTo>
                  <a:lnTo>
                    <a:pt x="247891" y="1284502"/>
                  </a:lnTo>
                  <a:lnTo>
                    <a:pt x="288882" y="1267318"/>
                  </a:lnTo>
                  <a:close/>
                  <a:moveTo>
                    <a:pt x="240646" y="1247747"/>
                  </a:moveTo>
                  <a:lnTo>
                    <a:pt x="288882" y="1267318"/>
                  </a:lnTo>
                  <a:lnTo>
                    <a:pt x="270729" y="1230563"/>
                  </a:lnTo>
                  <a:close/>
                  <a:moveTo>
                    <a:pt x="232231" y="1157054"/>
                  </a:moveTo>
                  <a:lnTo>
                    <a:pt x="222646" y="1210992"/>
                  </a:lnTo>
                  <a:lnTo>
                    <a:pt x="247440" y="1193808"/>
                  </a:lnTo>
                  <a:close/>
                  <a:moveTo>
                    <a:pt x="356654" y="1286890"/>
                  </a:moveTo>
                  <a:lnTo>
                    <a:pt x="354707" y="1276028"/>
                  </a:lnTo>
                  <a:lnTo>
                    <a:pt x="303947" y="1304073"/>
                  </a:lnTo>
                  <a:close/>
                  <a:moveTo>
                    <a:pt x="303947" y="1304073"/>
                  </a:moveTo>
                  <a:lnTo>
                    <a:pt x="354707" y="127602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54707" y="1276028"/>
                  </a:lnTo>
                  <a:lnTo>
                    <a:pt x="346662" y="1251046"/>
                  </a:lnTo>
                  <a:close/>
                  <a:moveTo>
                    <a:pt x="303947" y="1304073"/>
                  </a:moveTo>
                  <a:lnTo>
                    <a:pt x="297342" y="1264053"/>
                  </a:lnTo>
                  <a:lnTo>
                    <a:pt x="302416" y="1301308"/>
                  </a:lnTo>
                  <a:close/>
                  <a:moveTo>
                    <a:pt x="288882" y="1267318"/>
                  </a:moveTo>
                  <a:lnTo>
                    <a:pt x="302416" y="1301308"/>
                  </a:lnTo>
                  <a:lnTo>
                    <a:pt x="297342" y="1264053"/>
                  </a:lnTo>
                  <a:close/>
                  <a:moveTo>
                    <a:pt x="270729" y="1230563"/>
                  </a:moveTo>
                  <a:lnTo>
                    <a:pt x="297342" y="1264053"/>
                  </a:lnTo>
                  <a:lnTo>
                    <a:pt x="292820" y="1222982"/>
                  </a:lnTo>
                  <a:close/>
                  <a:moveTo>
                    <a:pt x="270729" y="1230563"/>
                  </a:moveTo>
                  <a:lnTo>
                    <a:pt x="288882" y="126731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46662" y="1251046"/>
                  </a:lnTo>
                  <a:lnTo>
                    <a:pt x="330793" y="1219199"/>
                  </a:lnTo>
                  <a:close/>
                  <a:moveTo>
                    <a:pt x="297342" y="1264053"/>
                  </a:moveTo>
                  <a:lnTo>
                    <a:pt x="330793" y="1219199"/>
                  </a:lnTo>
                  <a:lnTo>
                    <a:pt x="292820" y="1222982"/>
                  </a:lnTo>
                  <a:close/>
                  <a:moveTo>
                    <a:pt x="346662" y="1251046"/>
                  </a:moveTo>
                  <a:lnTo>
                    <a:pt x="354707" y="1276028"/>
                  </a:lnTo>
                  <a:lnTo>
                    <a:pt x="350496" y="1250135"/>
                  </a:lnTo>
                  <a:close/>
                  <a:moveTo>
                    <a:pt x="247440" y="1193808"/>
                  </a:moveTo>
                  <a:lnTo>
                    <a:pt x="292820" y="1222982"/>
                  </a:lnTo>
                  <a:lnTo>
                    <a:pt x="286148" y="1183659"/>
                  </a:lnTo>
                  <a:close/>
                  <a:moveTo>
                    <a:pt x="247440" y="1193808"/>
                  </a:moveTo>
                  <a:lnTo>
                    <a:pt x="270729" y="1230563"/>
                  </a:lnTo>
                  <a:lnTo>
                    <a:pt x="292820" y="1222982"/>
                  </a:lnTo>
                  <a:close/>
                  <a:moveTo>
                    <a:pt x="232231" y="1157054"/>
                  </a:moveTo>
                  <a:lnTo>
                    <a:pt x="286148" y="1183659"/>
                  </a:lnTo>
                  <a:lnTo>
                    <a:pt x="276227" y="1146978"/>
                  </a:lnTo>
                  <a:close/>
                  <a:moveTo>
                    <a:pt x="232231" y="1157054"/>
                  </a:moveTo>
                  <a:lnTo>
                    <a:pt x="247440" y="1193808"/>
                  </a:lnTo>
                  <a:lnTo>
                    <a:pt x="286148" y="1183659"/>
                  </a:lnTo>
                  <a:close/>
                  <a:moveTo>
                    <a:pt x="358209" y="1286405"/>
                  </a:moveTo>
                  <a:lnTo>
                    <a:pt x="350496" y="1250135"/>
                  </a:lnTo>
                  <a:lnTo>
                    <a:pt x="354707" y="1276028"/>
                  </a:lnTo>
                  <a:close/>
                  <a:moveTo>
                    <a:pt x="395284" y="1238605"/>
                  </a:moveTo>
                  <a:lnTo>
                    <a:pt x="350496" y="1250135"/>
                  </a:lnTo>
                  <a:lnTo>
                    <a:pt x="358209" y="1286405"/>
                  </a:lnTo>
                  <a:close/>
                  <a:moveTo>
                    <a:pt x="0" y="681627"/>
                  </a:moveTo>
                  <a:lnTo>
                    <a:pt x="39341" y="701198"/>
                  </a:lnTo>
                  <a:lnTo>
                    <a:pt x="33669" y="664444"/>
                  </a:lnTo>
                  <a:close/>
                  <a:moveTo>
                    <a:pt x="39116" y="651128"/>
                  </a:moveTo>
                  <a:lnTo>
                    <a:pt x="0" y="681627"/>
                  </a:lnTo>
                  <a:lnTo>
                    <a:pt x="33669" y="664444"/>
                  </a:lnTo>
                  <a:close/>
                  <a:moveTo>
                    <a:pt x="469454" y="1179013"/>
                  </a:moveTo>
                  <a:lnTo>
                    <a:pt x="488918" y="1211676"/>
                  </a:lnTo>
                  <a:lnTo>
                    <a:pt x="499529" y="1163284"/>
                  </a:lnTo>
                  <a:close/>
                  <a:moveTo>
                    <a:pt x="461442" y="1142258"/>
                  </a:moveTo>
                  <a:lnTo>
                    <a:pt x="499529" y="1163284"/>
                  </a:lnTo>
                  <a:lnTo>
                    <a:pt x="476577" y="1137197"/>
                  </a:lnTo>
                  <a:close/>
                  <a:moveTo>
                    <a:pt x="461442" y="1142258"/>
                  </a:moveTo>
                  <a:lnTo>
                    <a:pt x="469454" y="1179013"/>
                  </a:lnTo>
                  <a:lnTo>
                    <a:pt x="499529" y="1163284"/>
                  </a:lnTo>
                  <a:close/>
                  <a:moveTo>
                    <a:pt x="33669" y="664444"/>
                  </a:moveTo>
                  <a:lnTo>
                    <a:pt x="69965" y="670258"/>
                  </a:lnTo>
                  <a:lnTo>
                    <a:pt x="49403" y="658976"/>
                  </a:lnTo>
                  <a:close/>
                  <a:moveTo>
                    <a:pt x="39116" y="651128"/>
                  </a:moveTo>
                  <a:lnTo>
                    <a:pt x="33669" y="664444"/>
                  </a:lnTo>
                  <a:lnTo>
                    <a:pt x="49403" y="658976"/>
                  </a:lnTo>
                  <a:close/>
                  <a:moveTo>
                    <a:pt x="49403" y="658976"/>
                  </a:moveTo>
                  <a:lnTo>
                    <a:pt x="67416" y="632361"/>
                  </a:lnTo>
                  <a:lnTo>
                    <a:pt x="39116" y="651128"/>
                  </a:lnTo>
                  <a:close/>
                  <a:moveTo>
                    <a:pt x="49403" y="658976"/>
                  </a:moveTo>
                  <a:lnTo>
                    <a:pt x="91942" y="651481"/>
                  </a:lnTo>
                  <a:lnTo>
                    <a:pt x="67416" y="632361"/>
                  </a:lnTo>
                  <a:close/>
                  <a:moveTo>
                    <a:pt x="91942" y="651481"/>
                  </a:moveTo>
                  <a:lnTo>
                    <a:pt x="49403" y="658976"/>
                  </a:lnTo>
                  <a:lnTo>
                    <a:pt x="102903" y="668832"/>
                  </a:lnTo>
                  <a:close/>
                  <a:moveTo>
                    <a:pt x="49403" y="658976"/>
                  </a:moveTo>
                  <a:lnTo>
                    <a:pt x="69965" y="670258"/>
                  </a:lnTo>
                  <a:lnTo>
                    <a:pt x="102903" y="668832"/>
                  </a:lnTo>
                  <a:close/>
                  <a:moveTo>
                    <a:pt x="128081" y="649189"/>
                  </a:moveTo>
                  <a:lnTo>
                    <a:pt x="91942" y="651481"/>
                  </a:lnTo>
                  <a:lnTo>
                    <a:pt x="132425" y="654635"/>
                  </a:lnTo>
                  <a:close/>
                  <a:moveTo>
                    <a:pt x="91942" y="651481"/>
                  </a:moveTo>
                  <a:lnTo>
                    <a:pt x="102903" y="668832"/>
                  </a:lnTo>
                  <a:lnTo>
                    <a:pt x="132425" y="654635"/>
                  </a:lnTo>
                  <a:close/>
                  <a:moveTo>
                    <a:pt x="503347" y="1161830"/>
                  </a:moveTo>
                  <a:lnTo>
                    <a:pt x="560754" y="1163268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60754" y="1163268"/>
                  </a:lnTo>
                  <a:lnTo>
                    <a:pt x="586318" y="1181401"/>
                  </a:lnTo>
                  <a:close/>
                  <a:moveTo>
                    <a:pt x="529843" y="1143903"/>
                  </a:moveTo>
                  <a:lnTo>
                    <a:pt x="503347" y="1161830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87242" y="1137725"/>
                  </a:lnTo>
                  <a:lnTo>
                    <a:pt x="535515" y="1125075"/>
                  </a:lnTo>
                  <a:close/>
                  <a:moveTo>
                    <a:pt x="535515" y="1125075"/>
                  </a:moveTo>
                  <a:lnTo>
                    <a:pt x="587242" y="1137725"/>
                  </a:lnTo>
                  <a:lnTo>
                    <a:pt x="567592" y="1107892"/>
                  </a:lnTo>
                  <a:close/>
                  <a:moveTo>
                    <a:pt x="535515" y="1125075"/>
                  </a:moveTo>
                  <a:lnTo>
                    <a:pt x="529843" y="1143903"/>
                  </a:lnTo>
                  <a:lnTo>
                    <a:pt x="544504" y="1153809"/>
                  </a:lnTo>
                  <a:close/>
                  <a:moveTo>
                    <a:pt x="507711" y="997627"/>
                  </a:moveTo>
                  <a:lnTo>
                    <a:pt x="533914" y="1017198"/>
                  </a:lnTo>
                  <a:lnTo>
                    <a:pt x="530488" y="980443"/>
                  </a:lnTo>
                  <a:close/>
                  <a:moveTo>
                    <a:pt x="534595" y="969254"/>
                  </a:moveTo>
                  <a:lnTo>
                    <a:pt x="507711" y="997627"/>
                  </a:lnTo>
                  <a:lnTo>
                    <a:pt x="530488" y="980443"/>
                  </a:lnTo>
                  <a:close/>
                  <a:moveTo>
                    <a:pt x="530488" y="980443"/>
                  </a:moveTo>
                  <a:lnTo>
                    <a:pt x="567184" y="994891"/>
                  </a:lnTo>
                  <a:lnTo>
                    <a:pt x="551718" y="968956"/>
                  </a:lnTo>
                  <a:close/>
                  <a:moveTo>
                    <a:pt x="534595" y="969254"/>
                  </a:moveTo>
                  <a:lnTo>
                    <a:pt x="530488" y="980443"/>
                  </a:lnTo>
                  <a:lnTo>
                    <a:pt x="551718" y="968956"/>
                  </a:lnTo>
                  <a:close/>
                  <a:moveTo>
                    <a:pt x="420513" y="615282"/>
                  </a:moveTo>
                  <a:lnTo>
                    <a:pt x="392581" y="659089"/>
                  </a:lnTo>
                  <a:lnTo>
                    <a:pt x="413158" y="652036"/>
                  </a:lnTo>
                  <a:close/>
                  <a:moveTo>
                    <a:pt x="420513" y="615282"/>
                  </a:moveTo>
                  <a:lnTo>
                    <a:pt x="453927" y="636305"/>
                  </a:lnTo>
                  <a:lnTo>
                    <a:pt x="429585" y="611347"/>
                  </a:lnTo>
                  <a:close/>
                  <a:moveTo>
                    <a:pt x="420513" y="615282"/>
                  </a:moveTo>
                  <a:lnTo>
                    <a:pt x="413158" y="652036"/>
                  </a:lnTo>
                  <a:lnTo>
                    <a:pt x="453927" y="636305"/>
                  </a:lnTo>
                  <a:close/>
                  <a:moveTo>
                    <a:pt x="457309" y="634853"/>
                  </a:moveTo>
                  <a:lnTo>
                    <a:pt x="461324" y="598098"/>
                  </a:lnTo>
                  <a:lnTo>
                    <a:pt x="453927" y="636305"/>
                  </a:lnTo>
                  <a:close/>
                  <a:moveTo>
                    <a:pt x="461324" y="598098"/>
                  </a:moveTo>
                  <a:lnTo>
                    <a:pt x="429585" y="611347"/>
                  </a:lnTo>
                  <a:lnTo>
                    <a:pt x="453927" y="636305"/>
                  </a:lnTo>
                  <a:close/>
                  <a:moveTo>
                    <a:pt x="423510" y="610660"/>
                  </a:moveTo>
                  <a:lnTo>
                    <a:pt x="420513" y="615282"/>
                  </a:lnTo>
                  <a:lnTo>
                    <a:pt x="429585" y="611347"/>
                  </a:lnTo>
                  <a:close/>
                  <a:moveTo>
                    <a:pt x="456260" y="561343"/>
                  </a:moveTo>
                  <a:lnTo>
                    <a:pt x="429585" y="611347"/>
                  </a:lnTo>
                  <a:lnTo>
                    <a:pt x="461324" y="598098"/>
                  </a:lnTo>
                  <a:close/>
                  <a:moveTo>
                    <a:pt x="824565" y="1039158"/>
                  </a:moveTo>
                  <a:lnTo>
                    <a:pt x="824393" y="1075913"/>
                  </a:lnTo>
                  <a:lnTo>
                    <a:pt x="853877" y="1064824"/>
                  </a:lnTo>
                  <a:close/>
                  <a:moveTo>
                    <a:pt x="872489" y="1058730"/>
                  </a:moveTo>
                  <a:lnTo>
                    <a:pt x="863681" y="1021975"/>
                  </a:lnTo>
                  <a:lnTo>
                    <a:pt x="865158" y="1044517"/>
                  </a:lnTo>
                  <a:close/>
                  <a:moveTo>
                    <a:pt x="853877" y="1064824"/>
                  </a:moveTo>
                  <a:lnTo>
                    <a:pt x="872489" y="1058730"/>
                  </a:lnTo>
                  <a:lnTo>
                    <a:pt x="865158" y="1044517"/>
                  </a:lnTo>
                  <a:close/>
                  <a:moveTo>
                    <a:pt x="833386" y="1036736"/>
                  </a:moveTo>
                  <a:lnTo>
                    <a:pt x="853877" y="1064824"/>
                  </a:lnTo>
                  <a:lnTo>
                    <a:pt x="865158" y="1044517"/>
                  </a:lnTo>
                  <a:close/>
                  <a:moveTo>
                    <a:pt x="456260" y="561343"/>
                  </a:moveTo>
                  <a:lnTo>
                    <a:pt x="491422" y="547583"/>
                  </a:lnTo>
                  <a:lnTo>
                    <a:pt x="488399" y="545874"/>
                  </a:lnTo>
                  <a:close/>
                  <a:moveTo>
                    <a:pt x="486655" y="580915"/>
                  </a:moveTo>
                  <a:lnTo>
                    <a:pt x="491422" y="547583"/>
                  </a:lnTo>
                  <a:lnTo>
                    <a:pt x="456260" y="561343"/>
                  </a:lnTo>
                  <a:close/>
                  <a:moveTo>
                    <a:pt x="461324" y="598098"/>
                  </a:moveTo>
                  <a:lnTo>
                    <a:pt x="486655" y="580915"/>
                  </a:lnTo>
                  <a:lnTo>
                    <a:pt x="456260" y="561343"/>
                  </a:lnTo>
                  <a:close/>
                  <a:moveTo>
                    <a:pt x="465332" y="546244"/>
                  </a:moveTo>
                  <a:lnTo>
                    <a:pt x="456260" y="561343"/>
                  </a:lnTo>
                  <a:lnTo>
                    <a:pt x="488399" y="545874"/>
                  </a:lnTo>
                  <a:close/>
                  <a:moveTo>
                    <a:pt x="508947" y="507405"/>
                  </a:moveTo>
                  <a:lnTo>
                    <a:pt x="488399" y="545874"/>
                  </a:lnTo>
                  <a:lnTo>
                    <a:pt x="491832" y="544160"/>
                  </a:lnTo>
                  <a:close/>
                  <a:moveTo>
                    <a:pt x="488399" y="545874"/>
                  </a:moveTo>
                  <a:lnTo>
                    <a:pt x="491422" y="547583"/>
                  </a:lnTo>
                  <a:lnTo>
                    <a:pt x="491832" y="544160"/>
                  </a:lnTo>
                  <a:close/>
                  <a:moveTo>
                    <a:pt x="317205" y="394518"/>
                  </a:moveTo>
                  <a:lnTo>
                    <a:pt x="292241" y="397390"/>
                  </a:lnTo>
                  <a:lnTo>
                    <a:pt x="277619" y="414323"/>
                  </a:lnTo>
                  <a:close/>
                  <a:moveTo>
                    <a:pt x="795371" y="936539"/>
                  </a:moveTo>
                  <a:lnTo>
                    <a:pt x="789912" y="948465"/>
                  </a:lnTo>
                  <a:lnTo>
                    <a:pt x="802004" y="945666"/>
                  </a:lnTo>
                  <a:close/>
                  <a:moveTo>
                    <a:pt x="783612" y="871124"/>
                  </a:moveTo>
                  <a:lnTo>
                    <a:pt x="782001" y="886549"/>
                  </a:lnTo>
                  <a:lnTo>
                    <a:pt x="815336" y="857771"/>
                  </a:lnTo>
                  <a:close/>
                  <a:moveTo>
                    <a:pt x="825789" y="829482"/>
                  </a:moveTo>
                  <a:lnTo>
                    <a:pt x="771517" y="847353"/>
                  </a:lnTo>
                  <a:lnTo>
                    <a:pt x="815336" y="857771"/>
                  </a:lnTo>
                  <a:close/>
                  <a:moveTo>
                    <a:pt x="815336" y="857771"/>
                  </a:moveTo>
                  <a:lnTo>
                    <a:pt x="771517" y="847353"/>
                  </a:lnTo>
                  <a:lnTo>
                    <a:pt x="783612" y="871124"/>
                  </a:lnTo>
                  <a:close/>
                  <a:moveTo>
                    <a:pt x="491422" y="547583"/>
                  </a:moveTo>
                  <a:lnTo>
                    <a:pt x="486655" y="580915"/>
                  </a:lnTo>
                  <a:lnTo>
                    <a:pt x="510728" y="572468"/>
                  </a:lnTo>
                  <a:close/>
                  <a:moveTo>
                    <a:pt x="510728" y="572468"/>
                  </a:moveTo>
                  <a:lnTo>
                    <a:pt x="491832" y="544160"/>
                  </a:lnTo>
                  <a:lnTo>
                    <a:pt x="491422" y="547583"/>
                  </a:lnTo>
                  <a:close/>
                  <a:moveTo>
                    <a:pt x="542340" y="529109"/>
                  </a:moveTo>
                  <a:lnTo>
                    <a:pt x="491832" y="544160"/>
                  </a:lnTo>
                  <a:lnTo>
                    <a:pt x="510728" y="572468"/>
                  </a:lnTo>
                  <a:close/>
                  <a:moveTo>
                    <a:pt x="546289" y="570645"/>
                  </a:moveTo>
                  <a:lnTo>
                    <a:pt x="542340" y="529109"/>
                  </a:lnTo>
                  <a:lnTo>
                    <a:pt x="510728" y="572468"/>
                  </a:lnTo>
                  <a:close/>
                  <a:moveTo>
                    <a:pt x="569141" y="563732"/>
                  </a:moveTo>
                  <a:lnTo>
                    <a:pt x="579729" y="532384"/>
                  </a:lnTo>
                  <a:lnTo>
                    <a:pt x="546289" y="570645"/>
                  </a:lnTo>
                  <a:close/>
                  <a:moveTo>
                    <a:pt x="546289" y="570645"/>
                  </a:moveTo>
                  <a:lnTo>
                    <a:pt x="579729" y="532384"/>
                  </a:lnTo>
                  <a:lnTo>
                    <a:pt x="576597" y="528347"/>
                  </a:lnTo>
                  <a:close/>
                  <a:moveTo>
                    <a:pt x="546289" y="570645"/>
                  </a:moveTo>
                  <a:lnTo>
                    <a:pt x="576597" y="528347"/>
                  </a:lnTo>
                  <a:lnTo>
                    <a:pt x="542340" y="529109"/>
                  </a:lnTo>
                  <a:close/>
                  <a:moveTo>
                    <a:pt x="581579" y="526977"/>
                  </a:moveTo>
                  <a:lnTo>
                    <a:pt x="576597" y="528347"/>
                  </a:lnTo>
                  <a:lnTo>
                    <a:pt x="579729" y="532384"/>
                  </a:lnTo>
                  <a:close/>
                  <a:moveTo>
                    <a:pt x="508947" y="507405"/>
                  </a:moveTo>
                  <a:lnTo>
                    <a:pt x="542340" y="529109"/>
                  </a:lnTo>
                  <a:lnTo>
                    <a:pt x="519443" y="502977"/>
                  </a:lnTo>
                  <a:close/>
                  <a:moveTo>
                    <a:pt x="508947" y="507405"/>
                  </a:moveTo>
                  <a:lnTo>
                    <a:pt x="491832" y="544160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19443" y="502977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81579" y="526977"/>
                  </a:lnTo>
                  <a:lnTo>
                    <a:pt x="575488" y="516527"/>
                  </a:lnTo>
                  <a:close/>
                  <a:moveTo>
                    <a:pt x="857396" y="927722"/>
                  </a:moveTo>
                  <a:lnTo>
                    <a:pt x="900012" y="886203"/>
                  </a:lnTo>
                  <a:lnTo>
                    <a:pt x="896249" y="878476"/>
                  </a:lnTo>
                  <a:close/>
                  <a:moveTo>
                    <a:pt x="857396" y="927722"/>
                  </a:moveTo>
                  <a:lnTo>
                    <a:pt x="896249" y="878476"/>
                  </a:lnTo>
                  <a:lnTo>
                    <a:pt x="851184" y="888025"/>
                  </a:lnTo>
                  <a:close/>
                  <a:moveTo>
                    <a:pt x="815336" y="857771"/>
                  </a:moveTo>
                  <a:lnTo>
                    <a:pt x="851184" y="888025"/>
                  </a:lnTo>
                  <a:lnTo>
                    <a:pt x="842233" y="850554"/>
                  </a:lnTo>
                  <a:close/>
                  <a:moveTo>
                    <a:pt x="815336" y="857771"/>
                  </a:moveTo>
                  <a:lnTo>
                    <a:pt x="832743" y="894526"/>
                  </a:lnTo>
                  <a:lnTo>
                    <a:pt x="851184" y="888025"/>
                  </a:lnTo>
                  <a:close/>
                  <a:moveTo>
                    <a:pt x="825789" y="829482"/>
                  </a:moveTo>
                  <a:lnTo>
                    <a:pt x="815336" y="857771"/>
                  </a:lnTo>
                  <a:lnTo>
                    <a:pt x="842233" y="850554"/>
                  </a:lnTo>
                  <a:close/>
                  <a:moveTo>
                    <a:pt x="761663" y="693568"/>
                  </a:moveTo>
                  <a:lnTo>
                    <a:pt x="776989" y="675395"/>
                  </a:lnTo>
                  <a:lnTo>
                    <a:pt x="726174" y="673996"/>
                  </a:lnTo>
                  <a:close/>
                  <a:moveTo>
                    <a:pt x="729044" y="710751"/>
                  </a:moveTo>
                  <a:lnTo>
                    <a:pt x="761663" y="693568"/>
                  </a:lnTo>
                  <a:lnTo>
                    <a:pt x="726174" y="673996"/>
                  </a:lnTo>
                  <a:close/>
                  <a:moveTo>
                    <a:pt x="569141" y="563732"/>
                  </a:moveTo>
                  <a:lnTo>
                    <a:pt x="594080" y="586039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69141" y="563732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96533" y="556886"/>
                  </a:lnTo>
                  <a:lnTo>
                    <a:pt x="581579" y="526977"/>
                  </a:lnTo>
                  <a:close/>
                  <a:moveTo>
                    <a:pt x="581579" y="526977"/>
                  </a:moveTo>
                  <a:lnTo>
                    <a:pt x="596533" y="556886"/>
                  </a:lnTo>
                  <a:lnTo>
                    <a:pt x="634579" y="546548"/>
                  </a:lnTo>
                  <a:close/>
                  <a:moveTo>
                    <a:pt x="583337" y="478120"/>
                  </a:moveTo>
                  <a:lnTo>
                    <a:pt x="575488" y="516527"/>
                  </a:lnTo>
                  <a:lnTo>
                    <a:pt x="592797" y="473038"/>
                  </a:lnTo>
                  <a:close/>
                  <a:moveTo>
                    <a:pt x="592797" y="473038"/>
                  </a:moveTo>
                  <a:lnTo>
                    <a:pt x="575488" y="516527"/>
                  </a:lnTo>
                  <a:lnTo>
                    <a:pt x="581579" y="526977"/>
                  </a:lnTo>
                  <a:close/>
                  <a:moveTo>
                    <a:pt x="592797" y="473038"/>
                  </a:moveTo>
                  <a:lnTo>
                    <a:pt x="581579" y="526977"/>
                  </a:lnTo>
                  <a:lnTo>
                    <a:pt x="622170" y="509793"/>
                  </a:lnTo>
                  <a:close/>
                  <a:moveTo>
                    <a:pt x="557470" y="490222"/>
                  </a:moveTo>
                  <a:lnTo>
                    <a:pt x="575488" y="516527"/>
                  </a:lnTo>
                  <a:lnTo>
                    <a:pt x="583337" y="478120"/>
                  </a:lnTo>
                  <a:close/>
                  <a:moveTo>
                    <a:pt x="564633" y="453467"/>
                  </a:moveTo>
                  <a:lnTo>
                    <a:pt x="583337" y="478120"/>
                  </a:lnTo>
                  <a:lnTo>
                    <a:pt x="592797" y="473038"/>
                  </a:lnTo>
                  <a:close/>
                  <a:moveTo>
                    <a:pt x="596327" y="436283"/>
                  </a:moveTo>
                  <a:lnTo>
                    <a:pt x="637662" y="431997"/>
                  </a:lnTo>
                  <a:lnTo>
                    <a:pt x="620211" y="430484"/>
                  </a:lnTo>
                  <a:close/>
                  <a:moveTo>
                    <a:pt x="620093" y="455855"/>
                  </a:moveTo>
                  <a:lnTo>
                    <a:pt x="637662" y="431997"/>
                  </a:lnTo>
                  <a:lnTo>
                    <a:pt x="596327" y="436283"/>
                  </a:lnTo>
                  <a:close/>
                  <a:moveTo>
                    <a:pt x="592797" y="473038"/>
                  </a:moveTo>
                  <a:lnTo>
                    <a:pt x="620093" y="455855"/>
                  </a:lnTo>
                  <a:lnTo>
                    <a:pt x="596327" y="436283"/>
                  </a:lnTo>
                  <a:close/>
                  <a:moveTo>
                    <a:pt x="620211" y="430484"/>
                  </a:moveTo>
                  <a:lnTo>
                    <a:pt x="637662" y="431997"/>
                  </a:lnTo>
                  <a:lnTo>
                    <a:pt x="645205" y="419100"/>
                  </a:lnTo>
                  <a:close/>
                  <a:moveTo>
                    <a:pt x="662418" y="428345"/>
                  </a:moveTo>
                  <a:lnTo>
                    <a:pt x="637662" y="431997"/>
                  </a:lnTo>
                  <a:lnTo>
                    <a:pt x="620093" y="455855"/>
                  </a:lnTo>
                  <a:close/>
                  <a:moveTo>
                    <a:pt x="337486" y="57144"/>
                  </a:moveTo>
                  <a:lnTo>
                    <a:pt x="306179" y="64671"/>
                  </a:lnTo>
                  <a:lnTo>
                    <a:pt x="366165" y="68162"/>
                  </a:lnTo>
                  <a:close/>
                  <a:moveTo>
                    <a:pt x="586057" y="73510"/>
                  </a:moveTo>
                  <a:lnTo>
                    <a:pt x="600708" y="33573"/>
                  </a:lnTo>
                  <a:lnTo>
                    <a:pt x="600052" y="19571"/>
                  </a:lnTo>
                  <a:close/>
                  <a:moveTo>
                    <a:pt x="579351" y="0"/>
                  </a:moveTo>
                  <a:lnTo>
                    <a:pt x="580149" y="33241"/>
                  </a:lnTo>
                  <a:lnTo>
                    <a:pt x="600052" y="19571"/>
                  </a:lnTo>
                  <a:close/>
                  <a:moveTo>
                    <a:pt x="724007" y="129837"/>
                  </a:moveTo>
                  <a:lnTo>
                    <a:pt x="748409" y="115867"/>
                  </a:lnTo>
                  <a:lnTo>
                    <a:pt x="735746" y="122249"/>
                  </a:lnTo>
                  <a:close/>
                  <a:moveTo>
                    <a:pt x="735511" y="149408"/>
                  </a:moveTo>
                  <a:lnTo>
                    <a:pt x="748409" y="115867"/>
                  </a:lnTo>
                  <a:lnTo>
                    <a:pt x="724007" y="129837"/>
                  </a:lnTo>
                  <a:close/>
                  <a:moveTo>
                    <a:pt x="735746" y="122249"/>
                  </a:moveTo>
                  <a:lnTo>
                    <a:pt x="724428" y="122414"/>
                  </a:lnTo>
                  <a:lnTo>
                    <a:pt x="724007" y="129837"/>
                  </a:lnTo>
                  <a:close/>
                  <a:moveTo>
                    <a:pt x="740841" y="75898"/>
                  </a:moveTo>
                  <a:lnTo>
                    <a:pt x="735746" y="122249"/>
                  </a:lnTo>
                  <a:lnTo>
                    <a:pt x="749907" y="112653"/>
                  </a:lnTo>
                  <a:close/>
                  <a:moveTo>
                    <a:pt x="735746" y="122249"/>
                  </a:moveTo>
                  <a:lnTo>
                    <a:pt x="748409" y="115867"/>
                  </a:lnTo>
                  <a:lnTo>
                    <a:pt x="749907" y="11265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26" name="Input_density__117">
              <a:extLst>
                <a:ext uri="{FF2B5EF4-FFF2-40B4-BE49-F238E27FC236}">
                  <a16:creationId xmlns:a16="http://schemas.microsoft.com/office/drawing/2014/main" id="{73BDB47B-8C43-0E95-5A9C-1C0E399E4218}"/>
                </a:ext>
              </a:extLst>
            </p:cNvPr>
            <p:cNvSpPr>
              <a:spLocks noGrp="1"/>
            </p:cNvSpPr>
            <p:nvPr/>
          </p:nvSpPr>
          <p:spPr>
            <a:xfrm>
              <a:off x="901105" y="1610804"/>
              <a:ext cx="978324" cy="1397700"/>
            </a:xfrm>
            <a:custGeom>
              <a:avLst/>
              <a:gdLst/>
              <a:ahLst/>
              <a:cxnLst/>
              <a:rect l="0" t="0" r="0" b="0"/>
              <a:pathLst>
                <a:path w="978324" h="1397700">
                  <a:moveTo>
                    <a:pt x="294445" y="1397700"/>
                  </a:moveTo>
                  <a:lnTo>
                    <a:pt x="316658" y="1394767"/>
                  </a:lnTo>
                  <a:lnTo>
                    <a:pt x="279457" y="1370031"/>
                  </a:lnTo>
                  <a:close/>
                  <a:moveTo>
                    <a:pt x="340099" y="1377583"/>
                  </a:moveTo>
                  <a:lnTo>
                    <a:pt x="320151" y="1397602"/>
                  </a:lnTo>
                  <a:lnTo>
                    <a:pt x="340642" y="1378006"/>
                  </a:lnTo>
                  <a:close/>
                  <a:moveTo>
                    <a:pt x="340099" y="1377583"/>
                  </a:moveTo>
                  <a:lnTo>
                    <a:pt x="316658" y="1394767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0642" y="1378006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4844" y="1377583"/>
                  </a:lnTo>
                  <a:lnTo>
                    <a:pt x="340642" y="1378006"/>
                  </a:lnTo>
                  <a:close/>
                  <a:moveTo>
                    <a:pt x="0" y="899769"/>
                  </a:moveTo>
                  <a:lnTo>
                    <a:pt x="8722" y="903095"/>
                  </a:lnTo>
                  <a:lnTo>
                    <a:pt x="14783" y="907134"/>
                  </a:lnTo>
                  <a:close/>
                  <a:moveTo>
                    <a:pt x="353405" y="1329519"/>
                  </a:moveTo>
                  <a:lnTo>
                    <a:pt x="344844" y="1377583"/>
                  </a:lnTo>
                  <a:lnTo>
                    <a:pt x="372560" y="1372769"/>
                  </a:lnTo>
                  <a:close/>
                  <a:moveTo>
                    <a:pt x="18212" y="895379"/>
                  </a:moveTo>
                  <a:lnTo>
                    <a:pt x="0" y="899769"/>
                  </a:lnTo>
                  <a:lnTo>
                    <a:pt x="14783" y="907134"/>
                  </a:lnTo>
                  <a:close/>
                  <a:moveTo>
                    <a:pt x="27247" y="857527"/>
                  </a:moveTo>
                  <a:lnTo>
                    <a:pt x="0" y="899769"/>
                  </a:lnTo>
                  <a:lnTo>
                    <a:pt x="18212" y="895379"/>
                  </a:lnTo>
                  <a:close/>
                  <a:moveTo>
                    <a:pt x="18212" y="895379"/>
                  </a:moveTo>
                  <a:lnTo>
                    <a:pt x="57212" y="890761"/>
                  </a:lnTo>
                  <a:lnTo>
                    <a:pt x="27247" y="857527"/>
                  </a:lnTo>
                  <a:close/>
                  <a:moveTo>
                    <a:pt x="57212" y="890761"/>
                  </a:moveTo>
                  <a:lnTo>
                    <a:pt x="64153" y="870935"/>
                  </a:lnTo>
                  <a:lnTo>
                    <a:pt x="27247" y="857527"/>
                  </a:lnTo>
                  <a:close/>
                  <a:moveTo>
                    <a:pt x="391452" y="1318525"/>
                  </a:moveTo>
                  <a:lnTo>
                    <a:pt x="391743" y="1348279"/>
                  </a:lnTo>
                  <a:lnTo>
                    <a:pt x="415272" y="1323645"/>
                  </a:lnTo>
                  <a:close/>
                  <a:moveTo>
                    <a:pt x="69102" y="836348"/>
                  </a:moveTo>
                  <a:lnTo>
                    <a:pt x="34944" y="837030"/>
                  </a:lnTo>
                  <a:lnTo>
                    <a:pt x="27247" y="857527"/>
                  </a:lnTo>
                  <a:close/>
                  <a:moveTo>
                    <a:pt x="294131" y="958483"/>
                  </a:moveTo>
                  <a:lnTo>
                    <a:pt x="279498" y="985351"/>
                  </a:lnTo>
                  <a:lnTo>
                    <a:pt x="299290" y="963639"/>
                  </a:lnTo>
                  <a:close/>
                  <a:moveTo>
                    <a:pt x="299290" y="963639"/>
                  </a:moveTo>
                  <a:lnTo>
                    <a:pt x="279498" y="985351"/>
                  </a:lnTo>
                  <a:lnTo>
                    <a:pt x="277622" y="998913"/>
                  </a:lnTo>
                  <a:close/>
                  <a:moveTo>
                    <a:pt x="24460" y="750896"/>
                  </a:moveTo>
                  <a:lnTo>
                    <a:pt x="51914" y="728968"/>
                  </a:lnTo>
                  <a:lnTo>
                    <a:pt x="75333" y="720320"/>
                  </a:lnTo>
                  <a:close/>
                  <a:moveTo>
                    <a:pt x="202990" y="764017"/>
                  </a:moveTo>
                  <a:lnTo>
                    <a:pt x="198475" y="757525"/>
                  </a:lnTo>
                  <a:lnTo>
                    <a:pt x="206692" y="794280"/>
                  </a:lnTo>
                  <a:close/>
                  <a:moveTo>
                    <a:pt x="504806" y="1198585"/>
                  </a:moveTo>
                  <a:lnTo>
                    <a:pt x="510513" y="1213501"/>
                  </a:lnTo>
                  <a:lnTo>
                    <a:pt x="538007" y="1232784"/>
                  </a:lnTo>
                  <a:close/>
                  <a:moveTo>
                    <a:pt x="528896" y="1153809"/>
                  </a:moveTo>
                  <a:lnTo>
                    <a:pt x="559796" y="1189673"/>
                  </a:lnTo>
                  <a:lnTo>
                    <a:pt x="562701" y="1153414"/>
                  </a:lnTo>
                  <a:close/>
                  <a:moveTo>
                    <a:pt x="144198" y="757009"/>
                  </a:moveTo>
                  <a:lnTo>
                    <a:pt x="150906" y="720770"/>
                  </a:lnTo>
                  <a:lnTo>
                    <a:pt x="143595" y="713381"/>
                  </a:lnTo>
                  <a:close/>
                  <a:moveTo>
                    <a:pt x="314261" y="772479"/>
                  </a:moveTo>
                  <a:lnTo>
                    <a:pt x="371712" y="792347"/>
                  </a:lnTo>
                  <a:lnTo>
                    <a:pt x="337722" y="789840"/>
                  </a:lnTo>
                  <a:close/>
                  <a:moveTo>
                    <a:pt x="267401" y="738740"/>
                  </a:moveTo>
                  <a:lnTo>
                    <a:pt x="307800" y="774174"/>
                  </a:lnTo>
                  <a:lnTo>
                    <a:pt x="314261" y="772479"/>
                  </a:lnTo>
                  <a:close/>
                  <a:moveTo>
                    <a:pt x="767525" y="1179408"/>
                  </a:moveTo>
                  <a:lnTo>
                    <a:pt x="770933" y="1183790"/>
                  </a:lnTo>
                  <a:lnTo>
                    <a:pt x="751903" y="1152696"/>
                  </a:lnTo>
                  <a:close/>
                  <a:moveTo>
                    <a:pt x="393765" y="824426"/>
                  </a:moveTo>
                  <a:lnTo>
                    <a:pt x="405394" y="870178"/>
                  </a:lnTo>
                  <a:lnTo>
                    <a:pt x="407088" y="833423"/>
                  </a:lnTo>
                  <a:close/>
                  <a:moveTo>
                    <a:pt x="393765" y="824426"/>
                  </a:moveTo>
                  <a:lnTo>
                    <a:pt x="407088" y="833423"/>
                  </a:lnTo>
                  <a:lnTo>
                    <a:pt x="374060" y="801127"/>
                  </a:lnTo>
                  <a:close/>
                  <a:moveTo>
                    <a:pt x="369712" y="742730"/>
                  </a:moveTo>
                  <a:lnTo>
                    <a:pt x="344912" y="792308"/>
                  </a:lnTo>
                  <a:lnTo>
                    <a:pt x="371712" y="792347"/>
                  </a:lnTo>
                  <a:close/>
                  <a:moveTo>
                    <a:pt x="645764" y="1001686"/>
                  </a:moveTo>
                  <a:lnTo>
                    <a:pt x="627503" y="993578"/>
                  </a:lnTo>
                  <a:lnTo>
                    <a:pt x="674889" y="1019586"/>
                  </a:lnTo>
                  <a:close/>
                  <a:moveTo>
                    <a:pt x="698345" y="1034908"/>
                  </a:moveTo>
                  <a:lnTo>
                    <a:pt x="747797" y="1056341"/>
                  </a:lnTo>
                  <a:lnTo>
                    <a:pt x="725426" y="1050375"/>
                  </a:lnTo>
                  <a:close/>
                  <a:moveTo>
                    <a:pt x="387892" y="694960"/>
                  </a:moveTo>
                  <a:lnTo>
                    <a:pt x="392467" y="705975"/>
                  </a:lnTo>
                  <a:lnTo>
                    <a:pt x="376973" y="659089"/>
                  </a:lnTo>
                  <a:close/>
                  <a:moveTo>
                    <a:pt x="376973" y="659089"/>
                  </a:moveTo>
                  <a:lnTo>
                    <a:pt x="392467" y="705975"/>
                  </a:lnTo>
                  <a:lnTo>
                    <a:pt x="425281" y="675641"/>
                  </a:lnTo>
                  <a:close/>
                  <a:moveTo>
                    <a:pt x="791087" y="1093097"/>
                  </a:moveTo>
                  <a:lnTo>
                    <a:pt x="810269" y="1118435"/>
                  </a:lnTo>
                  <a:lnTo>
                    <a:pt x="812529" y="1112668"/>
                  </a:lnTo>
                  <a:close/>
                  <a:moveTo>
                    <a:pt x="725426" y="1050375"/>
                  </a:moveTo>
                  <a:lnTo>
                    <a:pt x="779252" y="1030836"/>
                  </a:lnTo>
                  <a:lnTo>
                    <a:pt x="745492" y="1029191"/>
                  </a:lnTo>
                  <a:close/>
                  <a:moveTo>
                    <a:pt x="481861" y="672741"/>
                  </a:moveTo>
                  <a:lnTo>
                    <a:pt x="440403" y="679357"/>
                  </a:lnTo>
                  <a:lnTo>
                    <a:pt x="441700" y="634853"/>
                  </a:lnTo>
                  <a:close/>
                  <a:moveTo>
                    <a:pt x="457379" y="671074"/>
                  </a:moveTo>
                  <a:lnTo>
                    <a:pt x="481861" y="672741"/>
                  </a:lnTo>
                  <a:lnTo>
                    <a:pt x="441700" y="634853"/>
                  </a:lnTo>
                  <a:close/>
                  <a:moveTo>
                    <a:pt x="425281" y="675641"/>
                  </a:moveTo>
                  <a:lnTo>
                    <a:pt x="457379" y="671074"/>
                  </a:lnTo>
                  <a:lnTo>
                    <a:pt x="441700" y="634853"/>
                  </a:lnTo>
                  <a:close/>
                  <a:moveTo>
                    <a:pt x="138133" y="349500"/>
                  </a:moveTo>
                  <a:lnTo>
                    <a:pt x="185023" y="348812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177813" y="373279"/>
                  </a:lnTo>
                  <a:lnTo>
                    <a:pt x="208842" y="364717"/>
                  </a:lnTo>
                  <a:close/>
                  <a:moveTo>
                    <a:pt x="210108" y="355506"/>
                  </a:moveTo>
                  <a:lnTo>
                    <a:pt x="185023" y="348812"/>
                  </a:lnTo>
                  <a:lnTo>
                    <a:pt x="177813" y="373279"/>
                  </a:lnTo>
                  <a:close/>
                  <a:moveTo>
                    <a:pt x="185023" y="348812"/>
                  </a:moveTo>
                  <a:lnTo>
                    <a:pt x="210108" y="355506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222199" y="318451"/>
                  </a:lnTo>
                  <a:lnTo>
                    <a:pt x="187023" y="311506"/>
                  </a:lnTo>
                  <a:close/>
                  <a:moveTo>
                    <a:pt x="801555" y="915683"/>
                  </a:moveTo>
                  <a:lnTo>
                    <a:pt x="804424" y="958097"/>
                  </a:lnTo>
                  <a:lnTo>
                    <a:pt x="779763" y="936539"/>
                  </a:lnTo>
                  <a:close/>
                  <a:moveTo>
                    <a:pt x="726176" y="878041"/>
                  </a:moveTo>
                  <a:lnTo>
                    <a:pt x="766393" y="886549"/>
                  </a:lnTo>
                  <a:lnTo>
                    <a:pt x="732826" y="885625"/>
                  </a:lnTo>
                  <a:close/>
                  <a:moveTo>
                    <a:pt x="590231" y="781873"/>
                  </a:moveTo>
                  <a:lnTo>
                    <a:pt x="606409" y="764690"/>
                  </a:lnTo>
                  <a:lnTo>
                    <a:pt x="597182" y="818628"/>
                  </a:lnTo>
                  <a:close/>
                  <a:moveTo>
                    <a:pt x="597442" y="727935"/>
                  </a:moveTo>
                  <a:lnTo>
                    <a:pt x="606409" y="764690"/>
                  </a:lnTo>
                  <a:lnTo>
                    <a:pt x="602759" y="745118"/>
                  </a:lnTo>
                  <a:close/>
                  <a:moveTo>
                    <a:pt x="597442" y="727935"/>
                  </a:moveTo>
                  <a:lnTo>
                    <a:pt x="602759" y="745118"/>
                  </a:lnTo>
                  <a:lnTo>
                    <a:pt x="619696" y="711805"/>
                  </a:lnTo>
                  <a:close/>
                  <a:moveTo>
                    <a:pt x="344913" y="434330"/>
                  </a:moveTo>
                  <a:lnTo>
                    <a:pt x="345751" y="451078"/>
                  </a:lnTo>
                  <a:lnTo>
                    <a:pt x="345065" y="432462"/>
                  </a:lnTo>
                  <a:close/>
                  <a:moveTo>
                    <a:pt x="239507" y="286954"/>
                  </a:moveTo>
                  <a:lnTo>
                    <a:pt x="237718" y="286875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39507" y="286954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55632" y="318874"/>
                  </a:lnTo>
                  <a:lnTo>
                    <a:pt x="239507" y="286954"/>
                  </a:lnTo>
                  <a:close/>
                  <a:moveTo>
                    <a:pt x="196544" y="176610"/>
                  </a:moveTo>
                  <a:lnTo>
                    <a:pt x="175098" y="170714"/>
                  </a:lnTo>
                  <a:lnTo>
                    <a:pt x="150476" y="174864"/>
                  </a:lnTo>
                  <a:close/>
                  <a:moveTo>
                    <a:pt x="768004" y="871124"/>
                  </a:moveTo>
                  <a:lnTo>
                    <a:pt x="735791" y="870224"/>
                  </a:lnTo>
                  <a:lnTo>
                    <a:pt x="732826" y="885625"/>
                  </a:lnTo>
                  <a:close/>
                  <a:moveTo>
                    <a:pt x="735791" y="870224"/>
                  </a:moveTo>
                  <a:lnTo>
                    <a:pt x="768004" y="871124"/>
                  </a:lnTo>
                  <a:lnTo>
                    <a:pt x="737582" y="824021"/>
                  </a:lnTo>
                  <a:close/>
                  <a:moveTo>
                    <a:pt x="727557" y="787424"/>
                  </a:moveTo>
                  <a:lnTo>
                    <a:pt x="737582" y="824021"/>
                  </a:lnTo>
                  <a:lnTo>
                    <a:pt x="752029" y="838200"/>
                  </a:lnTo>
                  <a:close/>
                  <a:moveTo>
                    <a:pt x="623496" y="683605"/>
                  </a:moveTo>
                  <a:lnTo>
                    <a:pt x="597442" y="727935"/>
                  </a:lnTo>
                  <a:lnTo>
                    <a:pt x="619696" y="711805"/>
                  </a:lnTo>
                  <a:close/>
                  <a:moveTo>
                    <a:pt x="239507" y="286954"/>
                  </a:moveTo>
                  <a:lnTo>
                    <a:pt x="239591" y="286790"/>
                  </a:lnTo>
                  <a:lnTo>
                    <a:pt x="237718" y="286875"/>
                  </a:lnTo>
                  <a:close/>
                  <a:moveTo>
                    <a:pt x="239591" y="286790"/>
                  </a:moveTo>
                  <a:lnTo>
                    <a:pt x="239507" y="286954"/>
                  </a:lnTo>
                  <a:lnTo>
                    <a:pt x="239644" y="286875"/>
                  </a:lnTo>
                  <a:close/>
                  <a:moveTo>
                    <a:pt x="255627" y="251014"/>
                  </a:moveTo>
                  <a:lnTo>
                    <a:pt x="239644" y="286875"/>
                  </a:lnTo>
                  <a:lnTo>
                    <a:pt x="267755" y="267989"/>
                  </a:lnTo>
                  <a:close/>
                  <a:moveTo>
                    <a:pt x="932246" y="914098"/>
                  </a:moveTo>
                  <a:lnTo>
                    <a:pt x="900495" y="889423"/>
                  </a:lnTo>
                  <a:lnTo>
                    <a:pt x="921029" y="898565"/>
                  </a:lnTo>
                  <a:close/>
                  <a:moveTo>
                    <a:pt x="939413" y="947277"/>
                  </a:moveTo>
                  <a:lnTo>
                    <a:pt x="978068" y="987247"/>
                  </a:lnTo>
                  <a:lnTo>
                    <a:pt x="944078" y="950853"/>
                  </a:lnTo>
                  <a:close/>
                  <a:moveTo>
                    <a:pt x="978267" y="987525"/>
                  </a:moveTo>
                  <a:lnTo>
                    <a:pt x="978068" y="987247"/>
                  </a:lnTo>
                  <a:lnTo>
                    <a:pt x="939413" y="947277"/>
                  </a:lnTo>
                  <a:close/>
                  <a:moveTo>
                    <a:pt x="978267" y="987525"/>
                  </a:moveTo>
                  <a:lnTo>
                    <a:pt x="978324" y="987608"/>
                  </a:lnTo>
                  <a:lnTo>
                    <a:pt x="978068" y="987247"/>
                  </a:lnTo>
                  <a:close/>
                  <a:moveTo>
                    <a:pt x="708882" y="603686"/>
                  </a:moveTo>
                  <a:lnTo>
                    <a:pt x="764561" y="605440"/>
                  </a:lnTo>
                  <a:lnTo>
                    <a:pt x="740494" y="566120"/>
                  </a:lnTo>
                  <a:close/>
                  <a:moveTo>
                    <a:pt x="822496" y="674922"/>
                  </a:moveTo>
                  <a:lnTo>
                    <a:pt x="841581" y="713140"/>
                  </a:lnTo>
                  <a:lnTo>
                    <a:pt x="823491" y="676385"/>
                  </a:lnTo>
                  <a:close/>
                  <a:moveTo>
                    <a:pt x="822496" y="674922"/>
                  </a:moveTo>
                  <a:lnTo>
                    <a:pt x="836936" y="707930"/>
                  </a:lnTo>
                  <a:lnTo>
                    <a:pt x="841581" y="713140"/>
                  </a:lnTo>
                  <a:close/>
                  <a:moveTo>
                    <a:pt x="696628" y="438672"/>
                  </a:moveTo>
                  <a:lnTo>
                    <a:pt x="690868" y="468497"/>
                  </a:lnTo>
                  <a:lnTo>
                    <a:pt x="698200" y="453313"/>
                  </a:lnTo>
                  <a:close/>
                  <a:moveTo>
                    <a:pt x="698200" y="453313"/>
                  </a:moveTo>
                  <a:lnTo>
                    <a:pt x="690868" y="468497"/>
                  </a:lnTo>
                  <a:lnTo>
                    <a:pt x="691113" y="476734"/>
                  </a:lnTo>
                  <a:close/>
                  <a:moveTo>
                    <a:pt x="792127" y="538282"/>
                  </a:moveTo>
                  <a:lnTo>
                    <a:pt x="817375" y="567754"/>
                  </a:lnTo>
                  <a:lnTo>
                    <a:pt x="813853" y="547708"/>
                  </a:lnTo>
                  <a:close/>
                  <a:moveTo>
                    <a:pt x="813853" y="547708"/>
                  </a:moveTo>
                  <a:lnTo>
                    <a:pt x="817375" y="567754"/>
                  </a:lnTo>
                  <a:lnTo>
                    <a:pt x="815691" y="548936"/>
                  </a:lnTo>
                  <a:close/>
                  <a:moveTo>
                    <a:pt x="813853" y="547708"/>
                  </a:moveTo>
                  <a:lnTo>
                    <a:pt x="815691" y="548936"/>
                  </a:lnTo>
                  <a:lnTo>
                    <a:pt x="809155" y="537021"/>
                  </a:lnTo>
                  <a:close/>
                  <a:moveTo>
                    <a:pt x="535590" y="208678"/>
                  </a:moveTo>
                  <a:lnTo>
                    <a:pt x="559493" y="226461"/>
                  </a:lnTo>
                  <a:lnTo>
                    <a:pt x="544313" y="218142"/>
                  </a:lnTo>
                  <a:close/>
                  <a:moveTo>
                    <a:pt x="575928" y="247719"/>
                  </a:moveTo>
                  <a:lnTo>
                    <a:pt x="559493" y="226461"/>
                  </a:lnTo>
                  <a:lnTo>
                    <a:pt x="535590" y="208678"/>
                  </a:lnTo>
                  <a:close/>
                  <a:moveTo>
                    <a:pt x="543886" y="196475"/>
                  </a:moveTo>
                  <a:lnTo>
                    <a:pt x="544313" y="218142"/>
                  </a:lnTo>
                  <a:lnTo>
                    <a:pt x="556170" y="214037"/>
                  </a:lnTo>
                  <a:close/>
                  <a:moveTo>
                    <a:pt x="515881" y="36755"/>
                  </a:moveTo>
                  <a:lnTo>
                    <a:pt x="493343" y="17183"/>
                  </a:lnTo>
                  <a:lnTo>
                    <a:pt x="495794" y="0"/>
                  </a:lnTo>
                  <a:close/>
                  <a:moveTo>
                    <a:pt x="691886" y="100470"/>
                  </a:moveTo>
                  <a:lnTo>
                    <a:pt x="668211" y="93081"/>
                  </a:lnTo>
                  <a:lnTo>
                    <a:pt x="667706" y="93273"/>
                  </a:lnTo>
                  <a:close/>
                  <a:moveTo>
                    <a:pt x="616802" y="123738"/>
                  </a:moveTo>
                  <a:lnTo>
                    <a:pt x="652599" y="132999"/>
                  </a:lnTo>
                  <a:lnTo>
                    <a:pt x="667706" y="93273"/>
                  </a:lnTo>
                  <a:close/>
                  <a:moveTo>
                    <a:pt x="786767" y="95470"/>
                  </a:moveTo>
                  <a:lnTo>
                    <a:pt x="810445" y="132225"/>
                  </a:lnTo>
                  <a:lnTo>
                    <a:pt x="789613" y="112653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27" name="Input_density__118">
              <a:extLst>
                <a:ext uri="{FF2B5EF4-FFF2-40B4-BE49-F238E27FC236}">
                  <a16:creationId xmlns:a16="http://schemas.microsoft.com/office/drawing/2014/main" id="{DDE979E2-4576-77F1-6056-8535270A180A}"/>
                </a:ext>
              </a:extLst>
            </p:cNvPr>
            <p:cNvSpPr>
              <a:spLocks noGrp="1"/>
            </p:cNvSpPr>
            <p:nvPr/>
          </p:nvSpPr>
          <p:spPr>
            <a:xfrm>
              <a:off x="936048" y="1672978"/>
              <a:ext cx="946428" cy="1335429"/>
            </a:xfrm>
            <a:custGeom>
              <a:avLst/>
              <a:gdLst/>
              <a:ahLst/>
              <a:cxnLst/>
              <a:rect l="0" t="0" r="0" b="0"/>
              <a:pathLst>
                <a:path w="946428" h="1335429">
                  <a:moveTo>
                    <a:pt x="281714" y="1332594"/>
                  </a:moveTo>
                  <a:lnTo>
                    <a:pt x="281812" y="1334738"/>
                  </a:lnTo>
                  <a:lnTo>
                    <a:pt x="285207" y="1335429"/>
                  </a:lnTo>
                  <a:close/>
                  <a:moveTo>
                    <a:pt x="289804" y="1332594"/>
                  </a:moveTo>
                  <a:lnTo>
                    <a:pt x="285207" y="1335429"/>
                  </a:lnTo>
                  <a:lnTo>
                    <a:pt x="281812" y="1334738"/>
                  </a:lnTo>
                  <a:close/>
                  <a:moveTo>
                    <a:pt x="309900" y="1315410"/>
                  </a:moveTo>
                  <a:lnTo>
                    <a:pt x="289804" y="1332594"/>
                  </a:lnTo>
                  <a:lnTo>
                    <a:pt x="337617" y="1310596"/>
                  </a:lnTo>
                  <a:close/>
                  <a:moveTo>
                    <a:pt x="347480" y="1278655"/>
                  </a:moveTo>
                  <a:lnTo>
                    <a:pt x="380328" y="1261472"/>
                  </a:lnTo>
                  <a:lnTo>
                    <a:pt x="356799" y="1286106"/>
                  </a:lnTo>
                  <a:close/>
                  <a:moveTo>
                    <a:pt x="356509" y="1256351"/>
                  </a:moveTo>
                  <a:lnTo>
                    <a:pt x="380328" y="1261472"/>
                  </a:lnTo>
                  <a:lnTo>
                    <a:pt x="375479" y="1223270"/>
                  </a:lnTo>
                  <a:close/>
                  <a:moveTo>
                    <a:pt x="350362" y="1216602"/>
                  </a:moveTo>
                  <a:lnTo>
                    <a:pt x="375479" y="1223270"/>
                  </a:lnTo>
                  <a:lnTo>
                    <a:pt x="371474" y="1181779"/>
                  </a:lnTo>
                  <a:close/>
                  <a:moveTo>
                    <a:pt x="23191" y="738344"/>
                  </a:moveTo>
                  <a:lnTo>
                    <a:pt x="0" y="774857"/>
                  </a:lnTo>
                  <a:lnTo>
                    <a:pt x="34158" y="774175"/>
                  </a:lnTo>
                  <a:close/>
                  <a:moveTo>
                    <a:pt x="209007" y="981773"/>
                  </a:moveTo>
                  <a:lnTo>
                    <a:pt x="204911" y="995742"/>
                  </a:lnTo>
                  <a:lnTo>
                    <a:pt x="215696" y="987003"/>
                  </a:lnTo>
                  <a:close/>
                  <a:moveTo>
                    <a:pt x="216419" y="942562"/>
                  </a:moveTo>
                  <a:lnTo>
                    <a:pt x="242678" y="936740"/>
                  </a:lnTo>
                  <a:lnTo>
                    <a:pt x="230424" y="933065"/>
                  </a:lnTo>
                  <a:close/>
                  <a:moveTo>
                    <a:pt x="216419" y="942562"/>
                  </a:moveTo>
                  <a:lnTo>
                    <a:pt x="232535" y="974450"/>
                  </a:lnTo>
                  <a:lnTo>
                    <a:pt x="242678" y="936740"/>
                  </a:lnTo>
                  <a:close/>
                  <a:moveTo>
                    <a:pt x="209007" y="981773"/>
                  </a:moveTo>
                  <a:lnTo>
                    <a:pt x="232535" y="974450"/>
                  </a:lnTo>
                  <a:lnTo>
                    <a:pt x="216419" y="942562"/>
                  </a:lnTo>
                  <a:close/>
                  <a:moveTo>
                    <a:pt x="215696" y="987003"/>
                  </a:moveTo>
                  <a:lnTo>
                    <a:pt x="232535" y="974450"/>
                  </a:lnTo>
                  <a:lnTo>
                    <a:pt x="209007" y="981773"/>
                  </a:lnTo>
                  <a:close/>
                  <a:moveTo>
                    <a:pt x="268257" y="943033"/>
                  </a:moveTo>
                  <a:lnTo>
                    <a:pt x="242678" y="936740"/>
                  </a:lnTo>
                  <a:lnTo>
                    <a:pt x="232535" y="974450"/>
                  </a:lnTo>
                  <a:close/>
                  <a:moveTo>
                    <a:pt x="230424" y="933065"/>
                  </a:moveTo>
                  <a:lnTo>
                    <a:pt x="242678" y="936740"/>
                  </a:lnTo>
                  <a:lnTo>
                    <a:pt x="244554" y="923178"/>
                  </a:lnTo>
                  <a:close/>
                  <a:moveTo>
                    <a:pt x="259188" y="896310"/>
                  </a:moveTo>
                  <a:lnTo>
                    <a:pt x="263863" y="899163"/>
                  </a:lnTo>
                  <a:lnTo>
                    <a:pt x="244554" y="923178"/>
                  </a:lnTo>
                  <a:close/>
                  <a:moveTo>
                    <a:pt x="111650" y="621842"/>
                  </a:moveTo>
                  <a:lnTo>
                    <a:pt x="112900" y="604658"/>
                  </a:lnTo>
                  <a:lnTo>
                    <a:pt x="115963" y="658597"/>
                  </a:lnTo>
                  <a:close/>
                  <a:moveTo>
                    <a:pt x="363617" y="825188"/>
                  </a:moveTo>
                  <a:lnTo>
                    <a:pt x="377518" y="774141"/>
                  </a:lnTo>
                  <a:lnTo>
                    <a:pt x="372144" y="771250"/>
                  </a:lnTo>
                  <a:close/>
                  <a:moveTo>
                    <a:pt x="363617" y="825188"/>
                  </a:moveTo>
                  <a:lnTo>
                    <a:pt x="372144" y="771250"/>
                  </a:lnTo>
                  <a:lnTo>
                    <a:pt x="370450" y="808005"/>
                  </a:lnTo>
                  <a:close/>
                  <a:moveTo>
                    <a:pt x="342884" y="685716"/>
                  </a:moveTo>
                  <a:lnTo>
                    <a:pt x="334769" y="680557"/>
                  </a:lnTo>
                  <a:lnTo>
                    <a:pt x="336768" y="730174"/>
                  </a:lnTo>
                  <a:close/>
                  <a:moveTo>
                    <a:pt x="342884" y="685716"/>
                  </a:moveTo>
                  <a:lnTo>
                    <a:pt x="336768" y="730174"/>
                  </a:lnTo>
                  <a:lnTo>
                    <a:pt x="349470" y="697740"/>
                  </a:lnTo>
                  <a:close/>
                  <a:moveTo>
                    <a:pt x="334769" y="680557"/>
                  </a:moveTo>
                  <a:lnTo>
                    <a:pt x="342884" y="685716"/>
                  </a:lnTo>
                  <a:lnTo>
                    <a:pt x="345697" y="667350"/>
                  </a:lnTo>
                  <a:close/>
                  <a:moveTo>
                    <a:pt x="636398" y="974597"/>
                  </a:moveTo>
                  <a:lnTo>
                    <a:pt x="646265" y="1004325"/>
                  </a:lnTo>
                  <a:lnTo>
                    <a:pt x="651033" y="1011352"/>
                  </a:lnTo>
                  <a:close/>
                  <a:moveTo>
                    <a:pt x="690483" y="988202"/>
                  </a:moveTo>
                  <a:lnTo>
                    <a:pt x="646265" y="1004325"/>
                  </a:lnTo>
                  <a:lnTo>
                    <a:pt x="636398" y="974597"/>
                  </a:lnTo>
                  <a:close/>
                  <a:moveTo>
                    <a:pt x="352948" y="632787"/>
                  </a:moveTo>
                  <a:lnTo>
                    <a:pt x="345697" y="667350"/>
                  </a:lnTo>
                  <a:lnTo>
                    <a:pt x="357523" y="643802"/>
                  </a:lnTo>
                  <a:close/>
                  <a:moveTo>
                    <a:pt x="390338" y="613468"/>
                  </a:moveTo>
                  <a:lnTo>
                    <a:pt x="357523" y="643802"/>
                  </a:lnTo>
                  <a:lnTo>
                    <a:pt x="366150" y="619243"/>
                  </a:lnTo>
                  <a:close/>
                  <a:moveTo>
                    <a:pt x="366150" y="619243"/>
                  </a:moveTo>
                  <a:lnTo>
                    <a:pt x="422436" y="608901"/>
                  </a:lnTo>
                  <a:lnTo>
                    <a:pt x="390338" y="613468"/>
                  </a:lnTo>
                  <a:close/>
                  <a:moveTo>
                    <a:pt x="41712" y="275816"/>
                  </a:moveTo>
                  <a:lnTo>
                    <a:pt x="103189" y="287327"/>
                  </a:lnTo>
                  <a:lnTo>
                    <a:pt x="70071" y="288079"/>
                  </a:lnTo>
                  <a:close/>
                  <a:moveTo>
                    <a:pt x="555288" y="719700"/>
                  </a:moveTo>
                  <a:lnTo>
                    <a:pt x="562238" y="756455"/>
                  </a:lnTo>
                  <a:lnTo>
                    <a:pt x="546321" y="736883"/>
                  </a:lnTo>
                  <a:close/>
                  <a:moveTo>
                    <a:pt x="888733" y="1038706"/>
                  </a:moveTo>
                  <a:lnTo>
                    <a:pt x="844308" y="1050495"/>
                  </a:lnTo>
                  <a:lnTo>
                    <a:pt x="882912" y="1036871"/>
                  </a:lnTo>
                  <a:close/>
                  <a:moveTo>
                    <a:pt x="882912" y="1036871"/>
                  </a:moveTo>
                  <a:lnTo>
                    <a:pt x="844308" y="1050495"/>
                  </a:lnTo>
                  <a:lnTo>
                    <a:pt x="863070" y="1038964"/>
                  </a:lnTo>
                  <a:close/>
                  <a:moveTo>
                    <a:pt x="888733" y="1038706"/>
                  </a:moveTo>
                  <a:lnTo>
                    <a:pt x="882912" y="1036871"/>
                  </a:lnTo>
                  <a:lnTo>
                    <a:pt x="906121" y="1075348"/>
                  </a:lnTo>
                  <a:close/>
                  <a:moveTo>
                    <a:pt x="927000" y="1057203"/>
                  </a:moveTo>
                  <a:lnTo>
                    <a:pt x="888733" y="1038706"/>
                  </a:lnTo>
                  <a:lnTo>
                    <a:pt x="906121" y="1075348"/>
                  </a:lnTo>
                  <a:close/>
                  <a:moveTo>
                    <a:pt x="691233" y="815868"/>
                  </a:moveTo>
                  <a:lnTo>
                    <a:pt x="672458" y="824603"/>
                  </a:lnTo>
                  <a:lnTo>
                    <a:pt x="717085" y="776027"/>
                  </a:lnTo>
                  <a:close/>
                  <a:moveTo>
                    <a:pt x="571465" y="702517"/>
                  </a:moveTo>
                  <a:lnTo>
                    <a:pt x="555288" y="719700"/>
                  </a:lnTo>
                  <a:lnTo>
                    <a:pt x="567816" y="682945"/>
                  </a:lnTo>
                  <a:close/>
                  <a:moveTo>
                    <a:pt x="204564" y="224781"/>
                  </a:moveTo>
                  <a:lnTo>
                    <a:pt x="228980" y="231923"/>
                  </a:lnTo>
                  <a:lnTo>
                    <a:pt x="204701" y="224702"/>
                  </a:lnTo>
                  <a:close/>
                  <a:moveTo>
                    <a:pt x="220689" y="256701"/>
                  </a:moveTo>
                  <a:lnTo>
                    <a:pt x="228980" y="231923"/>
                  </a:lnTo>
                  <a:lnTo>
                    <a:pt x="204564" y="224781"/>
                  </a:lnTo>
                  <a:close/>
                  <a:moveTo>
                    <a:pt x="204701" y="224702"/>
                  </a:moveTo>
                  <a:lnTo>
                    <a:pt x="228980" y="231923"/>
                  </a:lnTo>
                  <a:lnTo>
                    <a:pt x="232811" y="205816"/>
                  </a:lnTo>
                  <a:close/>
                  <a:moveTo>
                    <a:pt x="936261" y="1020588"/>
                  </a:moveTo>
                  <a:lnTo>
                    <a:pt x="888733" y="1038706"/>
                  </a:lnTo>
                  <a:lnTo>
                    <a:pt x="927000" y="1057203"/>
                  </a:lnTo>
                  <a:close/>
                  <a:moveTo>
                    <a:pt x="936261" y="1020588"/>
                  </a:moveTo>
                  <a:lnTo>
                    <a:pt x="897481" y="1025027"/>
                  </a:lnTo>
                  <a:lnTo>
                    <a:pt x="888733" y="1038706"/>
                  </a:lnTo>
                  <a:close/>
                  <a:moveTo>
                    <a:pt x="897481" y="1025027"/>
                  </a:moveTo>
                  <a:lnTo>
                    <a:pt x="936261" y="1020588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35317" y="992091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27000" y="1057203"/>
                  </a:lnTo>
                  <a:lnTo>
                    <a:pt x="938819" y="1033312"/>
                  </a:lnTo>
                  <a:close/>
                  <a:moveTo>
                    <a:pt x="936261" y="1020588"/>
                  </a:moveTo>
                  <a:lnTo>
                    <a:pt x="946428" y="1005265"/>
                  </a:lnTo>
                  <a:lnTo>
                    <a:pt x="935317" y="992091"/>
                  </a:lnTo>
                  <a:close/>
                  <a:moveTo>
                    <a:pt x="338480" y="351742"/>
                  </a:moveTo>
                  <a:lnTo>
                    <a:pt x="358927" y="331982"/>
                  </a:lnTo>
                  <a:lnTo>
                    <a:pt x="310121" y="370288"/>
                  </a:lnTo>
                  <a:close/>
                  <a:moveTo>
                    <a:pt x="220683" y="188840"/>
                  </a:moveTo>
                  <a:lnTo>
                    <a:pt x="232811" y="205816"/>
                  </a:lnTo>
                  <a:lnTo>
                    <a:pt x="254438" y="190468"/>
                  </a:lnTo>
                  <a:close/>
                  <a:moveTo>
                    <a:pt x="232811" y="205816"/>
                  </a:moveTo>
                  <a:lnTo>
                    <a:pt x="266239" y="206219"/>
                  </a:lnTo>
                  <a:lnTo>
                    <a:pt x="285510" y="182061"/>
                  </a:lnTo>
                  <a:close/>
                  <a:moveTo>
                    <a:pt x="254438" y="190468"/>
                  </a:moveTo>
                  <a:lnTo>
                    <a:pt x="232811" y="205816"/>
                  </a:lnTo>
                  <a:lnTo>
                    <a:pt x="285510" y="182061"/>
                  </a:lnTo>
                  <a:close/>
                  <a:moveTo>
                    <a:pt x="140155" y="108541"/>
                  </a:moveTo>
                  <a:lnTo>
                    <a:pt x="161600" y="114437"/>
                  </a:lnTo>
                  <a:lnTo>
                    <a:pt x="148847" y="108652"/>
                  </a:lnTo>
                  <a:close/>
                  <a:moveTo>
                    <a:pt x="293720" y="161632"/>
                  </a:moveTo>
                  <a:lnTo>
                    <a:pt x="254438" y="190468"/>
                  </a:lnTo>
                  <a:lnTo>
                    <a:pt x="285510" y="182061"/>
                  </a:lnTo>
                  <a:close/>
                  <a:moveTo>
                    <a:pt x="293720" y="161632"/>
                  </a:moveTo>
                  <a:lnTo>
                    <a:pt x="299757" y="139122"/>
                  </a:lnTo>
                  <a:lnTo>
                    <a:pt x="269423" y="150285"/>
                  </a:lnTo>
                  <a:close/>
                  <a:moveTo>
                    <a:pt x="293720" y="161632"/>
                  </a:moveTo>
                  <a:lnTo>
                    <a:pt x="285510" y="182061"/>
                  </a:lnTo>
                  <a:lnTo>
                    <a:pt x="300936" y="170764"/>
                  </a:lnTo>
                  <a:close/>
                  <a:moveTo>
                    <a:pt x="299757" y="139122"/>
                  </a:moveTo>
                  <a:lnTo>
                    <a:pt x="316375" y="125555"/>
                  </a:lnTo>
                  <a:lnTo>
                    <a:pt x="314321" y="116825"/>
                  </a:lnTo>
                  <a:close/>
                  <a:moveTo>
                    <a:pt x="293720" y="161632"/>
                  </a:moveTo>
                  <a:lnTo>
                    <a:pt x="310935" y="152548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16409" y="105172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20756" y="99642"/>
                  </a:lnTo>
                  <a:lnTo>
                    <a:pt x="316409" y="105172"/>
                  </a:lnTo>
                  <a:close/>
                  <a:moveTo>
                    <a:pt x="801992" y="645757"/>
                  </a:moveTo>
                  <a:lnTo>
                    <a:pt x="801889" y="674538"/>
                  </a:lnTo>
                  <a:lnTo>
                    <a:pt x="806637" y="650967"/>
                  </a:lnTo>
                  <a:close/>
                  <a:moveTo>
                    <a:pt x="785141" y="523518"/>
                  </a:moveTo>
                  <a:lnTo>
                    <a:pt x="782431" y="505581"/>
                  </a:lnTo>
                  <a:lnTo>
                    <a:pt x="775078" y="506335"/>
                  </a:lnTo>
                  <a:close/>
                  <a:moveTo>
                    <a:pt x="500646" y="146504"/>
                  </a:moveTo>
                  <a:lnTo>
                    <a:pt x="509369" y="155969"/>
                  </a:lnTo>
                  <a:lnTo>
                    <a:pt x="508942" y="134302"/>
                  </a:lnTo>
                  <a:close/>
                  <a:moveTo>
                    <a:pt x="508942" y="134302"/>
                  </a:moveTo>
                  <a:lnTo>
                    <a:pt x="521227" y="151864"/>
                  </a:lnTo>
                  <a:lnTo>
                    <a:pt x="536163" y="111499"/>
                  </a:lnTo>
                  <a:close/>
                  <a:moveTo>
                    <a:pt x="560998" y="106868"/>
                  </a:moveTo>
                  <a:lnTo>
                    <a:pt x="546359" y="102030"/>
                  </a:lnTo>
                  <a:lnTo>
                    <a:pt x="536163" y="111499"/>
                  </a:lnTo>
                  <a:close/>
                  <a:moveTo>
                    <a:pt x="398151" y="41414"/>
                  </a:moveTo>
                  <a:lnTo>
                    <a:pt x="399139" y="28520"/>
                  </a:lnTo>
                  <a:lnTo>
                    <a:pt x="391892" y="42031"/>
                  </a:lnTo>
                  <a:close/>
                  <a:moveTo>
                    <a:pt x="362333" y="43444"/>
                  </a:moveTo>
                  <a:lnTo>
                    <a:pt x="371576" y="45704"/>
                  </a:lnTo>
                  <a:lnTo>
                    <a:pt x="391892" y="42031"/>
                  </a:lnTo>
                  <a:close/>
                  <a:moveTo>
                    <a:pt x="632762" y="31100"/>
                  </a:moveTo>
                  <a:lnTo>
                    <a:pt x="633268" y="30908"/>
                  </a:lnTo>
                  <a:lnTo>
                    <a:pt x="632916" y="30742"/>
                  </a:lnTo>
                  <a:close/>
                  <a:moveTo>
                    <a:pt x="650524" y="1296"/>
                  </a:moveTo>
                  <a:lnTo>
                    <a:pt x="632916" y="30742"/>
                  </a:lnTo>
                  <a:lnTo>
                    <a:pt x="683496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28" name="Input_density__119">
              <a:extLst>
                <a:ext uri="{FF2B5EF4-FFF2-40B4-BE49-F238E27FC236}">
                  <a16:creationId xmlns:a16="http://schemas.microsoft.com/office/drawing/2014/main" id="{190B8967-5467-B56E-1A39-C3186E8FB4CF}"/>
                </a:ext>
              </a:extLst>
            </p:cNvPr>
            <p:cNvSpPr>
              <a:spLocks noGrp="1"/>
            </p:cNvSpPr>
            <p:nvPr/>
          </p:nvSpPr>
          <p:spPr>
            <a:xfrm>
              <a:off x="880375" y="1588833"/>
              <a:ext cx="964808" cy="1416738"/>
            </a:xfrm>
            <a:custGeom>
              <a:avLst/>
              <a:gdLst/>
              <a:ahLst/>
              <a:cxnLst/>
              <a:rect l="0" t="0" r="0" b="0"/>
              <a:pathLst>
                <a:path w="964808" h="1416738">
                  <a:moveTo>
                    <a:pt x="325550" y="1362800"/>
                  </a:moveTo>
                  <a:lnTo>
                    <a:pt x="337387" y="1416738"/>
                  </a:lnTo>
                  <a:lnTo>
                    <a:pt x="360828" y="1399555"/>
                  </a:lnTo>
                  <a:close/>
                  <a:moveTo>
                    <a:pt x="374135" y="1351490"/>
                  </a:moveTo>
                  <a:lnTo>
                    <a:pt x="393290" y="1394741"/>
                  </a:lnTo>
                  <a:lnTo>
                    <a:pt x="412472" y="1370251"/>
                  </a:lnTo>
                  <a:close/>
                  <a:moveTo>
                    <a:pt x="351783" y="1273017"/>
                  </a:moveTo>
                  <a:lnTo>
                    <a:pt x="343744" y="1252535"/>
                  </a:lnTo>
                  <a:lnTo>
                    <a:pt x="335914" y="1241171"/>
                  </a:lnTo>
                  <a:close/>
                  <a:moveTo>
                    <a:pt x="5122" y="884985"/>
                  </a:moveTo>
                  <a:lnTo>
                    <a:pt x="20729" y="921740"/>
                  </a:lnTo>
                  <a:lnTo>
                    <a:pt x="47976" y="879498"/>
                  </a:lnTo>
                  <a:close/>
                  <a:moveTo>
                    <a:pt x="0" y="877174"/>
                  </a:moveTo>
                  <a:lnTo>
                    <a:pt x="5122" y="884985"/>
                  </a:lnTo>
                  <a:lnTo>
                    <a:pt x="47976" y="879498"/>
                  </a:lnTo>
                  <a:close/>
                  <a:moveTo>
                    <a:pt x="406035" y="1300746"/>
                  </a:moveTo>
                  <a:lnTo>
                    <a:pt x="412182" y="1340496"/>
                  </a:lnTo>
                  <a:lnTo>
                    <a:pt x="431152" y="1307415"/>
                  </a:lnTo>
                  <a:close/>
                  <a:moveTo>
                    <a:pt x="406035" y="1300746"/>
                  </a:moveTo>
                  <a:lnTo>
                    <a:pt x="427147" y="1265924"/>
                  </a:lnTo>
                  <a:lnTo>
                    <a:pt x="400405" y="1260576"/>
                  </a:lnTo>
                  <a:close/>
                  <a:moveTo>
                    <a:pt x="89831" y="858320"/>
                  </a:moveTo>
                  <a:lnTo>
                    <a:pt x="47976" y="879498"/>
                  </a:lnTo>
                  <a:lnTo>
                    <a:pt x="84882" y="892906"/>
                  </a:lnTo>
                  <a:close/>
                  <a:moveTo>
                    <a:pt x="24054" y="740353"/>
                  </a:moveTo>
                  <a:lnTo>
                    <a:pt x="44482" y="778605"/>
                  </a:lnTo>
                  <a:lnTo>
                    <a:pt x="45189" y="772868"/>
                  </a:lnTo>
                  <a:close/>
                  <a:moveTo>
                    <a:pt x="474575" y="1200985"/>
                  </a:moveTo>
                  <a:lnTo>
                    <a:pt x="473466" y="1252938"/>
                  </a:lnTo>
                  <a:lnTo>
                    <a:pt x="494039" y="1233648"/>
                  </a:lnTo>
                  <a:close/>
                  <a:moveTo>
                    <a:pt x="143246" y="794124"/>
                  </a:moveTo>
                  <a:lnTo>
                    <a:pt x="126525" y="766082"/>
                  </a:lnTo>
                  <a:lnTo>
                    <a:pt x="144850" y="796680"/>
                  </a:lnTo>
                  <a:close/>
                  <a:moveTo>
                    <a:pt x="118430" y="759925"/>
                  </a:moveTo>
                  <a:lnTo>
                    <a:pt x="126525" y="766082"/>
                  </a:lnTo>
                  <a:lnTo>
                    <a:pt x="143246" y="794124"/>
                  </a:lnTo>
                  <a:close/>
                  <a:moveTo>
                    <a:pt x="508468" y="1183802"/>
                  </a:moveTo>
                  <a:lnTo>
                    <a:pt x="520126" y="1199762"/>
                  </a:lnTo>
                  <a:lnTo>
                    <a:pt x="525535" y="1220557"/>
                  </a:lnTo>
                  <a:close/>
                  <a:moveTo>
                    <a:pt x="515342" y="1200985"/>
                  </a:moveTo>
                  <a:lnTo>
                    <a:pt x="504650" y="1185256"/>
                  </a:lnTo>
                  <a:lnTo>
                    <a:pt x="494039" y="1233648"/>
                  </a:lnTo>
                  <a:close/>
                  <a:moveTo>
                    <a:pt x="168090" y="870190"/>
                  </a:moveTo>
                  <a:lnTo>
                    <a:pt x="186244" y="816252"/>
                  </a:lnTo>
                  <a:lnTo>
                    <a:pt x="162946" y="833435"/>
                  </a:lnTo>
                  <a:close/>
                  <a:moveTo>
                    <a:pt x="164928" y="778981"/>
                  </a:moveTo>
                  <a:lnTo>
                    <a:pt x="127512" y="763669"/>
                  </a:lnTo>
                  <a:lnTo>
                    <a:pt x="143246" y="794124"/>
                  </a:lnTo>
                  <a:close/>
                  <a:moveTo>
                    <a:pt x="171925" y="711514"/>
                  </a:moveTo>
                  <a:lnTo>
                    <a:pt x="167323" y="705987"/>
                  </a:lnTo>
                  <a:lnTo>
                    <a:pt x="171635" y="742742"/>
                  </a:lnTo>
                  <a:close/>
                  <a:moveTo>
                    <a:pt x="591439" y="1203373"/>
                  </a:moveTo>
                  <a:lnTo>
                    <a:pt x="580525" y="1211645"/>
                  </a:lnTo>
                  <a:lnTo>
                    <a:pt x="549625" y="1175780"/>
                  </a:lnTo>
                  <a:close/>
                  <a:moveTo>
                    <a:pt x="598377" y="1166618"/>
                  </a:moveTo>
                  <a:lnTo>
                    <a:pt x="611513" y="1179643"/>
                  </a:lnTo>
                  <a:lnTo>
                    <a:pt x="608760" y="1203373"/>
                  </a:lnTo>
                  <a:close/>
                  <a:moveTo>
                    <a:pt x="167323" y="705987"/>
                  </a:moveTo>
                  <a:lnTo>
                    <a:pt x="137546" y="676606"/>
                  </a:lnTo>
                  <a:lnTo>
                    <a:pt x="168573" y="688803"/>
                  </a:lnTo>
                  <a:close/>
                  <a:moveTo>
                    <a:pt x="394789" y="823098"/>
                  </a:moveTo>
                  <a:lnTo>
                    <a:pt x="427817" y="855395"/>
                  </a:lnTo>
                  <a:lnTo>
                    <a:pt x="388474" y="822804"/>
                  </a:lnTo>
                  <a:close/>
                  <a:moveTo>
                    <a:pt x="388474" y="822804"/>
                  </a:moveTo>
                  <a:lnTo>
                    <a:pt x="427817" y="855395"/>
                  </a:lnTo>
                  <a:lnTo>
                    <a:pt x="433191" y="858286"/>
                  </a:lnTo>
                  <a:close/>
                  <a:moveTo>
                    <a:pt x="772632" y="1174667"/>
                  </a:moveTo>
                  <a:lnTo>
                    <a:pt x="744651" y="1170328"/>
                  </a:lnTo>
                  <a:lnTo>
                    <a:pt x="788254" y="1201380"/>
                  </a:lnTo>
                  <a:close/>
                  <a:moveTo>
                    <a:pt x="717624" y="1102806"/>
                  </a:moveTo>
                  <a:lnTo>
                    <a:pt x="706706" y="1095497"/>
                  </a:lnTo>
                  <a:lnTo>
                    <a:pt x="712547" y="1132251"/>
                  </a:lnTo>
                  <a:close/>
                  <a:moveTo>
                    <a:pt x="360764" y="820458"/>
                  </a:moveTo>
                  <a:lnTo>
                    <a:pt x="414494" y="846398"/>
                  </a:lnTo>
                  <a:lnTo>
                    <a:pt x="394789" y="823098"/>
                  </a:lnTo>
                  <a:close/>
                  <a:moveTo>
                    <a:pt x="329472" y="708375"/>
                  </a:moveTo>
                  <a:lnTo>
                    <a:pt x="302350" y="726637"/>
                  </a:lnTo>
                  <a:lnTo>
                    <a:pt x="317571" y="692030"/>
                  </a:lnTo>
                  <a:close/>
                  <a:moveTo>
                    <a:pt x="701938" y="1088470"/>
                  </a:moveTo>
                  <a:lnTo>
                    <a:pt x="712547" y="1132251"/>
                  </a:lnTo>
                  <a:lnTo>
                    <a:pt x="706706" y="1095497"/>
                  </a:lnTo>
                  <a:close/>
                  <a:moveTo>
                    <a:pt x="776691" y="1081874"/>
                  </a:moveTo>
                  <a:lnTo>
                    <a:pt x="782993" y="1085501"/>
                  </a:lnTo>
                  <a:lnTo>
                    <a:pt x="768526" y="1078313"/>
                  </a:lnTo>
                  <a:close/>
                  <a:moveTo>
                    <a:pt x="782993" y="1085501"/>
                  </a:moveTo>
                  <a:lnTo>
                    <a:pt x="776691" y="1081874"/>
                  </a:lnTo>
                  <a:lnTo>
                    <a:pt x="811817" y="1115068"/>
                  </a:lnTo>
                  <a:close/>
                  <a:moveTo>
                    <a:pt x="706349" y="1048092"/>
                  </a:moveTo>
                  <a:lnTo>
                    <a:pt x="695618" y="1041558"/>
                  </a:lnTo>
                  <a:lnTo>
                    <a:pt x="701938" y="1088470"/>
                  </a:lnTo>
                  <a:close/>
                  <a:moveTo>
                    <a:pt x="706349" y="1048092"/>
                  </a:moveTo>
                  <a:lnTo>
                    <a:pt x="701938" y="1088470"/>
                  </a:lnTo>
                  <a:lnTo>
                    <a:pt x="746155" y="1072347"/>
                  </a:lnTo>
                  <a:close/>
                  <a:moveTo>
                    <a:pt x="633047" y="1021987"/>
                  </a:moveTo>
                  <a:lnTo>
                    <a:pt x="657339" y="1052893"/>
                  </a:lnTo>
                  <a:lnTo>
                    <a:pt x="645722" y="1042205"/>
                  </a:lnTo>
                  <a:close/>
                  <a:moveTo>
                    <a:pt x="654750" y="1021987"/>
                  </a:moveTo>
                  <a:lnTo>
                    <a:pt x="645722" y="1042205"/>
                  </a:lnTo>
                  <a:lnTo>
                    <a:pt x="695618" y="1041558"/>
                  </a:lnTo>
                  <a:close/>
                  <a:moveTo>
                    <a:pt x="397702" y="681061"/>
                  </a:moveTo>
                  <a:lnTo>
                    <a:pt x="380570" y="673726"/>
                  </a:lnTo>
                  <a:lnTo>
                    <a:pt x="358063" y="641452"/>
                  </a:lnTo>
                  <a:close/>
                  <a:moveTo>
                    <a:pt x="313930" y="605496"/>
                  </a:moveTo>
                  <a:lnTo>
                    <a:pt x="358063" y="641452"/>
                  </a:lnTo>
                  <a:lnTo>
                    <a:pt x="329435" y="617682"/>
                  </a:lnTo>
                  <a:close/>
                  <a:moveTo>
                    <a:pt x="329435" y="617682"/>
                  </a:moveTo>
                  <a:lnTo>
                    <a:pt x="358063" y="641452"/>
                  </a:lnTo>
                  <a:lnTo>
                    <a:pt x="333155" y="621025"/>
                  </a:lnTo>
                  <a:close/>
                  <a:moveTo>
                    <a:pt x="234587" y="463923"/>
                  </a:moveTo>
                  <a:lnTo>
                    <a:pt x="251651" y="469241"/>
                  </a:lnTo>
                  <a:lnTo>
                    <a:pt x="261963" y="507417"/>
                  </a:lnTo>
                  <a:close/>
                  <a:moveTo>
                    <a:pt x="226446" y="425795"/>
                  </a:moveTo>
                  <a:lnTo>
                    <a:pt x="229571" y="386688"/>
                  </a:lnTo>
                  <a:lnTo>
                    <a:pt x="198542" y="395251"/>
                  </a:lnTo>
                  <a:close/>
                  <a:moveTo>
                    <a:pt x="158862" y="371472"/>
                  </a:moveTo>
                  <a:lnTo>
                    <a:pt x="131004" y="359717"/>
                  </a:lnTo>
                  <a:lnTo>
                    <a:pt x="168990" y="379968"/>
                  </a:lnTo>
                  <a:close/>
                  <a:moveTo>
                    <a:pt x="134123" y="360397"/>
                  </a:moveTo>
                  <a:lnTo>
                    <a:pt x="139033" y="393543"/>
                  </a:lnTo>
                  <a:lnTo>
                    <a:pt x="168990" y="379968"/>
                  </a:lnTo>
                  <a:close/>
                  <a:moveTo>
                    <a:pt x="768526" y="1078313"/>
                  </a:moveTo>
                  <a:lnTo>
                    <a:pt x="782993" y="1085501"/>
                  </a:lnTo>
                  <a:lnTo>
                    <a:pt x="787829" y="1072819"/>
                  </a:lnTo>
                  <a:close/>
                  <a:moveTo>
                    <a:pt x="768526" y="1078313"/>
                  </a:moveTo>
                  <a:lnTo>
                    <a:pt x="787829" y="1072819"/>
                  </a:lnTo>
                  <a:lnTo>
                    <a:pt x="746155" y="1072347"/>
                  </a:lnTo>
                  <a:close/>
                  <a:moveTo>
                    <a:pt x="746155" y="1072347"/>
                  </a:moveTo>
                  <a:lnTo>
                    <a:pt x="787829" y="1072819"/>
                  </a:lnTo>
                  <a:lnTo>
                    <a:pt x="799981" y="1052808"/>
                  </a:lnTo>
                  <a:close/>
                  <a:moveTo>
                    <a:pt x="706349" y="1048092"/>
                  </a:moveTo>
                  <a:lnTo>
                    <a:pt x="746155" y="1072347"/>
                  </a:lnTo>
                  <a:lnTo>
                    <a:pt x="766221" y="1051162"/>
                  </a:lnTo>
                  <a:close/>
                  <a:moveTo>
                    <a:pt x="168990" y="379968"/>
                  </a:moveTo>
                  <a:lnTo>
                    <a:pt x="198542" y="395251"/>
                  </a:lnTo>
                  <a:lnTo>
                    <a:pt x="205752" y="370783"/>
                  </a:lnTo>
                  <a:close/>
                  <a:moveTo>
                    <a:pt x="168990" y="379968"/>
                  </a:moveTo>
                  <a:lnTo>
                    <a:pt x="205752" y="370783"/>
                  </a:lnTo>
                  <a:lnTo>
                    <a:pt x="158862" y="371472"/>
                  </a:lnTo>
                  <a:close/>
                  <a:moveTo>
                    <a:pt x="673005" y="877355"/>
                  </a:moveTo>
                  <a:lnTo>
                    <a:pt x="666838" y="893271"/>
                  </a:lnTo>
                  <a:lnTo>
                    <a:pt x="690243" y="891668"/>
                  </a:lnTo>
                  <a:close/>
                  <a:moveTo>
                    <a:pt x="859776" y="1027217"/>
                  </a:moveTo>
                  <a:lnTo>
                    <a:pt x="868802" y="1043947"/>
                  </a:lnTo>
                  <a:lnTo>
                    <a:pt x="852329" y="1027742"/>
                  </a:lnTo>
                  <a:close/>
                  <a:moveTo>
                    <a:pt x="852329" y="1027742"/>
                  </a:moveTo>
                  <a:lnTo>
                    <a:pt x="838507" y="1058707"/>
                  </a:lnTo>
                  <a:lnTo>
                    <a:pt x="859776" y="1027217"/>
                  </a:lnTo>
                  <a:close/>
                  <a:moveTo>
                    <a:pt x="721726" y="938142"/>
                  </a:moveTo>
                  <a:lnTo>
                    <a:pt x="739819" y="952447"/>
                  </a:lnTo>
                  <a:lnTo>
                    <a:pt x="734027" y="950865"/>
                  </a:lnTo>
                  <a:close/>
                  <a:moveTo>
                    <a:pt x="806616" y="987620"/>
                  </a:moveTo>
                  <a:lnTo>
                    <a:pt x="779998" y="950865"/>
                  </a:lnTo>
                  <a:lnTo>
                    <a:pt x="800492" y="958510"/>
                  </a:lnTo>
                  <a:close/>
                  <a:moveTo>
                    <a:pt x="800492" y="958510"/>
                  </a:moveTo>
                  <a:lnTo>
                    <a:pt x="814889" y="933682"/>
                  </a:lnTo>
                  <a:lnTo>
                    <a:pt x="822284" y="937654"/>
                  </a:lnTo>
                  <a:close/>
                  <a:moveTo>
                    <a:pt x="773529" y="905456"/>
                  </a:moveTo>
                  <a:lnTo>
                    <a:pt x="787122" y="908521"/>
                  </a:lnTo>
                  <a:lnTo>
                    <a:pt x="746905" y="900012"/>
                  </a:lnTo>
                  <a:close/>
                  <a:moveTo>
                    <a:pt x="822284" y="937654"/>
                  </a:moveTo>
                  <a:lnTo>
                    <a:pt x="814889" y="933682"/>
                  </a:lnTo>
                  <a:lnTo>
                    <a:pt x="787122" y="908521"/>
                  </a:lnTo>
                  <a:close/>
                  <a:moveTo>
                    <a:pt x="773529" y="905456"/>
                  </a:moveTo>
                  <a:lnTo>
                    <a:pt x="746905" y="900012"/>
                  </a:lnTo>
                  <a:lnTo>
                    <a:pt x="772758" y="860172"/>
                  </a:lnTo>
                  <a:close/>
                  <a:moveTo>
                    <a:pt x="195827" y="192686"/>
                  </a:moveTo>
                  <a:lnTo>
                    <a:pt x="157685" y="174655"/>
                  </a:lnTo>
                  <a:lnTo>
                    <a:pt x="171205" y="196835"/>
                  </a:lnTo>
                  <a:close/>
                  <a:moveTo>
                    <a:pt x="748287" y="809395"/>
                  </a:moveTo>
                  <a:lnTo>
                    <a:pt x="772758" y="860172"/>
                  </a:lnTo>
                  <a:lnTo>
                    <a:pt x="762750" y="823417"/>
                  </a:lnTo>
                  <a:close/>
                  <a:moveTo>
                    <a:pt x="614747" y="747202"/>
                  </a:moveTo>
                  <a:lnTo>
                    <a:pt x="618171" y="749906"/>
                  </a:lnTo>
                  <a:lnTo>
                    <a:pt x="644226" y="705577"/>
                  </a:lnTo>
                  <a:close/>
                  <a:moveTo>
                    <a:pt x="678950" y="704435"/>
                  </a:moveTo>
                  <a:lnTo>
                    <a:pt x="640425" y="733776"/>
                  </a:lnTo>
                  <a:lnTo>
                    <a:pt x="674703" y="737359"/>
                  </a:lnTo>
                  <a:close/>
                  <a:moveTo>
                    <a:pt x="678950" y="704435"/>
                  </a:moveTo>
                  <a:lnTo>
                    <a:pt x="644226" y="705577"/>
                  </a:lnTo>
                  <a:lnTo>
                    <a:pt x="640425" y="733776"/>
                  </a:lnTo>
                  <a:close/>
                  <a:moveTo>
                    <a:pt x="921224" y="911394"/>
                  </a:moveTo>
                  <a:lnTo>
                    <a:pt x="901370" y="900447"/>
                  </a:lnTo>
                  <a:lnTo>
                    <a:pt x="941759" y="920537"/>
                  </a:lnTo>
                  <a:close/>
                  <a:moveTo>
                    <a:pt x="723269" y="650745"/>
                  </a:moveTo>
                  <a:lnTo>
                    <a:pt x="689512" y="651101"/>
                  </a:lnTo>
                  <a:lnTo>
                    <a:pt x="685098" y="680016"/>
                  </a:lnTo>
                  <a:close/>
                  <a:moveTo>
                    <a:pt x="723269" y="650745"/>
                  </a:moveTo>
                  <a:lnTo>
                    <a:pt x="729611" y="625658"/>
                  </a:lnTo>
                  <a:lnTo>
                    <a:pt x="693678" y="615886"/>
                  </a:lnTo>
                  <a:close/>
                  <a:moveTo>
                    <a:pt x="948682" y="933819"/>
                  </a:moveTo>
                  <a:lnTo>
                    <a:pt x="964808" y="972825"/>
                  </a:lnTo>
                  <a:lnTo>
                    <a:pt x="952975" y="936070"/>
                  </a:lnTo>
                  <a:close/>
                  <a:moveTo>
                    <a:pt x="948682" y="933819"/>
                  </a:moveTo>
                  <a:lnTo>
                    <a:pt x="960142" y="969249"/>
                  </a:lnTo>
                  <a:lnTo>
                    <a:pt x="964808" y="972825"/>
                  </a:lnTo>
                  <a:close/>
                  <a:moveTo>
                    <a:pt x="948682" y="933819"/>
                  </a:moveTo>
                  <a:lnTo>
                    <a:pt x="952975" y="936070"/>
                  </a:lnTo>
                  <a:lnTo>
                    <a:pt x="941759" y="920537"/>
                  </a:lnTo>
                  <a:close/>
                  <a:moveTo>
                    <a:pt x="815118" y="696201"/>
                  </a:moveTo>
                  <a:lnTo>
                    <a:pt x="840161" y="693627"/>
                  </a:lnTo>
                  <a:lnTo>
                    <a:pt x="844221" y="698356"/>
                  </a:lnTo>
                  <a:close/>
                  <a:moveTo>
                    <a:pt x="843225" y="696894"/>
                  </a:moveTo>
                  <a:lnTo>
                    <a:pt x="844221" y="698356"/>
                  </a:lnTo>
                  <a:lnTo>
                    <a:pt x="840161" y="693627"/>
                  </a:lnTo>
                  <a:close/>
                  <a:moveTo>
                    <a:pt x="718930" y="475285"/>
                  </a:moveTo>
                  <a:lnTo>
                    <a:pt x="711842" y="498706"/>
                  </a:lnTo>
                  <a:lnTo>
                    <a:pt x="743291" y="500227"/>
                  </a:lnTo>
                  <a:close/>
                  <a:moveTo>
                    <a:pt x="717357" y="460643"/>
                  </a:moveTo>
                  <a:lnTo>
                    <a:pt x="718930" y="475285"/>
                  </a:lnTo>
                  <a:lnTo>
                    <a:pt x="685555" y="430583"/>
                  </a:lnTo>
                  <a:close/>
                  <a:moveTo>
                    <a:pt x="794441" y="530478"/>
                  </a:moveTo>
                  <a:lnTo>
                    <a:pt x="829884" y="558993"/>
                  </a:lnTo>
                  <a:lnTo>
                    <a:pt x="810313" y="534153"/>
                  </a:lnTo>
                  <a:close/>
                  <a:moveTo>
                    <a:pt x="834582" y="569680"/>
                  </a:moveTo>
                  <a:lnTo>
                    <a:pt x="829884" y="558993"/>
                  </a:lnTo>
                  <a:lnTo>
                    <a:pt x="794441" y="530478"/>
                  </a:lnTo>
                  <a:close/>
                  <a:moveTo>
                    <a:pt x="812857" y="560253"/>
                  </a:moveTo>
                  <a:lnTo>
                    <a:pt x="834582" y="569680"/>
                  </a:lnTo>
                  <a:lnTo>
                    <a:pt x="794441" y="530478"/>
                  </a:lnTo>
                  <a:close/>
                  <a:moveTo>
                    <a:pt x="710111" y="455366"/>
                  </a:moveTo>
                  <a:lnTo>
                    <a:pt x="711598" y="490468"/>
                  </a:lnTo>
                  <a:lnTo>
                    <a:pt x="717357" y="460643"/>
                  </a:lnTo>
                  <a:close/>
                  <a:moveTo>
                    <a:pt x="615114" y="276868"/>
                  </a:moveTo>
                  <a:lnTo>
                    <a:pt x="596657" y="269691"/>
                  </a:lnTo>
                  <a:lnTo>
                    <a:pt x="622132" y="280548"/>
                  </a:lnTo>
                  <a:close/>
                  <a:moveTo>
                    <a:pt x="569473" y="264702"/>
                  </a:moveTo>
                  <a:lnTo>
                    <a:pt x="596657" y="269691"/>
                  </a:lnTo>
                  <a:lnTo>
                    <a:pt x="556319" y="230649"/>
                  </a:lnTo>
                  <a:close/>
                  <a:moveTo>
                    <a:pt x="596657" y="269691"/>
                  </a:moveTo>
                  <a:lnTo>
                    <a:pt x="615114" y="276868"/>
                  </a:lnTo>
                  <a:lnTo>
                    <a:pt x="580223" y="248432"/>
                  </a:lnTo>
                  <a:close/>
                  <a:moveTo>
                    <a:pt x="540368" y="64629"/>
                  </a:moveTo>
                  <a:lnTo>
                    <a:pt x="517981" y="44088"/>
                  </a:lnTo>
                  <a:lnTo>
                    <a:pt x="536610" y="58727"/>
                  </a:lnTo>
                  <a:close/>
                  <a:moveTo>
                    <a:pt x="624452" y="24360"/>
                  </a:moveTo>
                  <a:lnTo>
                    <a:pt x="598143" y="0"/>
                  </a:lnTo>
                  <a:lnTo>
                    <a:pt x="597646" y="478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29" name="Input_density__120">
              <a:extLst>
                <a:ext uri="{FF2B5EF4-FFF2-40B4-BE49-F238E27FC236}">
                  <a16:creationId xmlns:a16="http://schemas.microsoft.com/office/drawing/2014/main" id="{C512CEA4-AB1D-0C79-B2E2-2BB61C8889CE}"/>
                </a:ext>
              </a:extLst>
            </p:cNvPr>
            <p:cNvSpPr>
              <a:spLocks noGrp="1"/>
            </p:cNvSpPr>
            <p:nvPr/>
          </p:nvSpPr>
          <p:spPr>
            <a:xfrm>
              <a:off x="918033" y="1647642"/>
              <a:ext cx="975794" cy="1335931"/>
            </a:xfrm>
            <a:custGeom>
              <a:avLst/>
              <a:gdLst/>
              <a:ahLst/>
              <a:cxnLst/>
              <a:rect l="0" t="0" r="0" b="0"/>
              <a:pathLst>
                <a:path w="975794" h="1335931">
                  <a:moveTo>
                    <a:pt x="365495" y="1303990"/>
                  </a:moveTo>
                  <a:lnTo>
                    <a:pt x="374814" y="1311441"/>
                  </a:lnTo>
                  <a:lnTo>
                    <a:pt x="355632" y="1335931"/>
                  </a:lnTo>
                  <a:close/>
                  <a:moveTo>
                    <a:pt x="169651" y="1042675"/>
                  </a:moveTo>
                  <a:lnTo>
                    <a:pt x="199507" y="1029728"/>
                  </a:lnTo>
                  <a:lnTo>
                    <a:pt x="222926" y="1021077"/>
                  </a:lnTo>
                  <a:close/>
                  <a:moveTo>
                    <a:pt x="199677" y="1029522"/>
                  </a:moveTo>
                  <a:lnTo>
                    <a:pt x="222926" y="1021077"/>
                  </a:lnTo>
                  <a:lnTo>
                    <a:pt x="199507" y="1029728"/>
                  </a:lnTo>
                  <a:close/>
                  <a:moveTo>
                    <a:pt x="199677" y="1029522"/>
                  </a:moveTo>
                  <a:lnTo>
                    <a:pt x="233711" y="1012339"/>
                  </a:lnTo>
                  <a:lnTo>
                    <a:pt x="222926" y="1021077"/>
                  </a:lnTo>
                  <a:close/>
                  <a:moveTo>
                    <a:pt x="233711" y="1012339"/>
                  </a:moveTo>
                  <a:lnTo>
                    <a:pt x="199677" y="1029522"/>
                  </a:lnTo>
                  <a:lnTo>
                    <a:pt x="250550" y="999785"/>
                  </a:lnTo>
                  <a:close/>
                  <a:moveTo>
                    <a:pt x="10319" y="820689"/>
                  </a:moveTo>
                  <a:lnTo>
                    <a:pt x="18015" y="800192"/>
                  </a:lnTo>
                  <a:lnTo>
                    <a:pt x="0" y="845747"/>
                  </a:lnTo>
                  <a:close/>
                  <a:moveTo>
                    <a:pt x="248439" y="958400"/>
                  </a:moveTo>
                  <a:lnTo>
                    <a:pt x="262569" y="948513"/>
                  </a:lnTo>
                  <a:lnTo>
                    <a:pt x="281878" y="924498"/>
                  </a:lnTo>
                  <a:close/>
                  <a:moveTo>
                    <a:pt x="525434" y="1195516"/>
                  </a:moveTo>
                  <a:lnTo>
                    <a:pt x="521078" y="1195946"/>
                  </a:lnTo>
                  <a:lnTo>
                    <a:pt x="543220" y="1161747"/>
                  </a:lnTo>
                  <a:close/>
                  <a:moveTo>
                    <a:pt x="360328" y="872449"/>
                  </a:moveTo>
                  <a:lnTo>
                    <a:pt x="329780" y="882811"/>
                  </a:lnTo>
                  <a:lnTo>
                    <a:pt x="335487" y="875780"/>
                  </a:lnTo>
                  <a:close/>
                  <a:moveTo>
                    <a:pt x="381632" y="850523"/>
                  </a:moveTo>
                  <a:lnTo>
                    <a:pt x="380120" y="850238"/>
                  </a:lnTo>
                  <a:lnTo>
                    <a:pt x="360328" y="872449"/>
                  </a:lnTo>
                  <a:close/>
                  <a:moveTo>
                    <a:pt x="381632" y="850523"/>
                  </a:moveTo>
                  <a:lnTo>
                    <a:pt x="388465" y="833340"/>
                  </a:lnTo>
                  <a:lnTo>
                    <a:pt x="380120" y="850238"/>
                  </a:lnTo>
                  <a:close/>
                  <a:moveTo>
                    <a:pt x="367485" y="723075"/>
                  </a:moveTo>
                  <a:lnTo>
                    <a:pt x="363712" y="692685"/>
                  </a:lnTo>
                  <a:lnTo>
                    <a:pt x="360899" y="711051"/>
                  </a:lnTo>
                  <a:close/>
                  <a:moveTo>
                    <a:pt x="375538" y="669137"/>
                  </a:moveTo>
                  <a:lnTo>
                    <a:pt x="363712" y="692685"/>
                  </a:lnTo>
                  <a:lnTo>
                    <a:pt x="367485" y="723075"/>
                  </a:lnTo>
                  <a:close/>
                  <a:moveTo>
                    <a:pt x="793340" y="1081597"/>
                  </a:moveTo>
                  <a:lnTo>
                    <a:pt x="804470" y="1056259"/>
                  </a:lnTo>
                  <a:lnTo>
                    <a:pt x="807829" y="1083717"/>
                  </a:lnTo>
                  <a:close/>
                  <a:moveTo>
                    <a:pt x="327984" y="397492"/>
                  </a:moveTo>
                  <a:lnTo>
                    <a:pt x="314961" y="442571"/>
                  </a:lnTo>
                  <a:lnTo>
                    <a:pt x="328822" y="414240"/>
                  </a:lnTo>
                  <a:close/>
                  <a:moveTo>
                    <a:pt x="328136" y="395624"/>
                  </a:moveTo>
                  <a:lnTo>
                    <a:pt x="328822" y="414240"/>
                  </a:lnTo>
                  <a:lnTo>
                    <a:pt x="335925" y="396378"/>
                  </a:lnTo>
                  <a:close/>
                  <a:moveTo>
                    <a:pt x="328136" y="395624"/>
                  </a:moveTo>
                  <a:lnTo>
                    <a:pt x="335925" y="396378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76942" y="357317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85769" y="343119"/>
                  </a:lnTo>
                  <a:lnTo>
                    <a:pt x="376942" y="357317"/>
                  </a:lnTo>
                  <a:close/>
                  <a:moveTo>
                    <a:pt x="975794" y="1005202"/>
                  </a:moveTo>
                  <a:lnTo>
                    <a:pt x="925452" y="1037763"/>
                  </a:lnTo>
                  <a:lnTo>
                    <a:pt x="953332" y="1017426"/>
                  </a:lnTo>
                  <a:close/>
                  <a:moveTo>
                    <a:pt x="954408" y="1004708"/>
                  </a:moveTo>
                  <a:lnTo>
                    <a:pt x="975794" y="1005202"/>
                  </a:lnTo>
                  <a:lnTo>
                    <a:pt x="953332" y="1017426"/>
                  </a:lnTo>
                  <a:close/>
                  <a:moveTo>
                    <a:pt x="382810" y="306364"/>
                  </a:moveTo>
                  <a:lnTo>
                    <a:pt x="384084" y="334225"/>
                  </a:lnTo>
                  <a:lnTo>
                    <a:pt x="385769" y="343119"/>
                  </a:lnTo>
                  <a:close/>
                  <a:moveTo>
                    <a:pt x="424085" y="312793"/>
                  </a:moveTo>
                  <a:lnTo>
                    <a:pt x="384084" y="334225"/>
                  </a:lnTo>
                  <a:lnTo>
                    <a:pt x="382810" y="306364"/>
                  </a:lnTo>
                  <a:close/>
                  <a:moveTo>
                    <a:pt x="811612" y="693485"/>
                  </a:moveTo>
                  <a:lnTo>
                    <a:pt x="824652" y="676302"/>
                  </a:lnTo>
                  <a:lnTo>
                    <a:pt x="819903" y="699873"/>
                  </a:lnTo>
                  <a:close/>
                  <a:moveTo>
                    <a:pt x="338771" y="124977"/>
                  </a:moveTo>
                  <a:lnTo>
                    <a:pt x="332336" y="142160"/>
                  </a:lnTo>
                  <a:lnTo>
                    <a:pt x="358151" y="94646"/>
                  </a:lnTo>
                  <a:close/>
                  <a:moveTo>
                    <a:pt x="332336" y="142160"/>
                  </a:moveTo>
                  <a:lnTo>
                    <a:pt x="338817" y="118567"/>
                  </a:lnTo>
                  <a:lnTo>
                    <a:pt x="358151" y="94646"/>
                  </a:lnTo>
                  <a:close/>
                  <a:moveTo>
                    <a:pt x="358151" y="94646"/>
                  </a:moveTo>
                  <a:lnTo>
                    <a:pt x="374640" y="100509"/>
                  </a:lnTo>
                  <a:lnTo>
                    <a:pt x="367182" y="88222"/>
                  </a:lnTo>
                  <a:close/>
                  <a:moveTo>
                    <a:pt x="575063" y="311130"/>
                  </a:moveTo>
                  <a:lnTo>
                    <a:pt x="582982" y="312369"/>
                  </a:lnTo>
                  <a:lnTo>
                    <a:pt x="604363" y="296102"/>
                  </a:lnTo>
                  <a:close/>
                  <a:moveTo>
                    <a:pt x="588030" y="308752"/>
                  </a:moveTo>
                  <a:lnTo>
                    <a:pt x="608257" y="291569"/>
                  </a:lnTo>
                  <a:lnTo>
                    <a:pt x="604363" y="296102"/>
                  </a:lnTo>
                  <a:close/>
                  <a:moveTo>
                    <a:pt x="367182" y="88222"/>
                  </a:moveTo>
                  <a:lnTo>
                    <a:pt x="378441" y="74297"/>
                  </a:lnTo>
                  <a:lnTo>
                    <a:pt x="358151" y="94646"/>
                  </a:lnTo>
                  <a:close/>
                  <a:moveTo>
                    <a:pt x="367182" y="88222"/>
                  </a:moveTo>
                  <a:lnTo>
                    <a:pt x="389590" y="71039"/>
                  </a:lnTo>
                  <a:lnTo>
                    <a:pt x="378441" y="74297"/>
                  </a:lnTo>
                  <a:close/>
                  <a:moveTo>
                    <a:pt x="389590" y="71039"/>
                  </a:moveTo>
                  <a:lnTo>
                    <a:pt x="367182" y="88222"/>
                  </a:lnTo>
                  <a:lnTo>
                    <a:pt x="409907" y="67366"/>
                  </a:lnTo>
                  <a:close/>
                  <a:moveTo>
                    <a:pt x="367182" y="88222"/>
                  </a:moveTo>
                  <a:lnTo>
                    <a:pt x="385986" y="74138"/>
                  </a:lnTo>
                  <a:lnTo>
                    <a:pt x="409907" y="67366"/>
                  </a:lnTo>
                  <a:close/>
                  <a:moveTo>
                    <a:pt x="409907" y="67366"/>
                  </a:moveTo>
                  <a:lnTo>
                    <a:pt x="385986" y="74138"/>
                  </a:lnTo>
                  <a:lnTo>
                    <a:pt x="442396" y="64263"/>
                  </a:lnTo>
                  <a:close/>
                  <a:moveTo>
                    <a:pt x="409907" y="67366"/>
                  </a:moveTo>
                  <a:lnTo>
                    <a:pt x="442396" y="64263"/>
                  </a:lnTo>
                  <a:lnTo>
                    <a:pt x="416165" y="66749"/>
                  </a:lnTo>
                  <a:close/>
                  <a:moveTo>
                    <a:pt x="526957" y="159637"/>
                  </a:moveTo>
                  <a:lnTo>
                    <a:pt x="554178" y="136834"/>
                  </a:lnTo>
                  <a:lnTo>
                    <a:pt x="576691" y="124800"/>
                  </a:lnTo>
                  <a:close/>
                  <a:moveTo>
                    <a:pt x="564374" y="127365"/>
                  </a:moveTo>
                  <a:lnTo>
                    <a:pt x="576691" y="124800"/>
                  </a:lnTo>
                  <a:lnTo>
                    <a:pt x="554178" y="136834"/>
                  </a:lnTo>
                  <a:close/>
                  <a:moveTo>
                    <a:pt x="564374" y="127365"/>
                  </a:moveTo>
                  <a:lnTo>
                    <a:pt x="585271" y="110182"/>
                  </a:lnTo>
                  <a:lnTo>
                    <a:pt x="576691" y="124800"/>
                  </a:lnTo>
                  <a:close/>
                  <a:moveTo>
                    <a:pt x="585271" y="110182"/>
                  </a:moveTo>
                  <a:lnTo>
                    <a:pt x="564374" y="127365"/>
                  </a:lnTo>
                  <a:lnTo>
                    <a:pt x="599874" y="86900"/>
                  </a:lnTo>
                  <a:close/>
                  <a:moveTo>
                    <a:pt x="585271" y="110182"/>
                  </a:moveTo>
                  <a:lnTo>
                    <a:pt x="599874" y="86900"/>
                  </a:lnTo>
                  <a:lnTo>
                    <a:pt x="622518" y="75356"/>
                  </a:lnTo>
                  <a:close/>
                  <a:moveTo>
                    <a:pt x="622518" y="75356"/>
                  </a:moveTo>
                  <a:lnTo>
                    <a:pt x="599874" y="86900"/>
                  </a:lnTo>
                  <a:lnTo>
                    <a:pt x="650777" y="56435"/>
                  </a:lnTo>
                  <a:close/>
                  <a:moveTo>
                    <a:pt x="650777" y="56435"/>
                  </a:moveTo>
                  <a:lnTo>
                    <a:pt x="650931" y="56077"/>
                  </a:lnTo>
                  <a:lnTo>
                    <a:pt x="646150" y="67502"/>
                  </a:lnTo>
                  <a:close/>
                  <a:moveTo>
                    <a:pt x="664345" y="19489"/>
                  </a:moveTo>
                  <a:lnTo>
                    <a:pt x="650931" y="56077"/>
                  </a:lnTo>
                  <a:lnTo>
                    <a:pt x="651283" y="56243"/>
                  </a:lnTo>
                  <a:close/>
                  <a:moveTo>
                    <a:pt x="701511" y="25335"/>
                  </a:moveTo>
                  <a:lnTo>
                    <a:pt x="650931" y="56077"/>
                  </a:lnTo>
                  <a:lnTo>
                    <a:pt x="664345" y="19489"/>
                  </a:lnTo>
                  <a:close/>
                  <a:moveTo>
                    <a:pt x="654509" y="39060"/>
                  </a:moveTo>
                  <a:lnTo>
                    <a:pt x="650931" y="56077"/>
                  </a:lnTo>
                  <a:lnTo>
                    <a:pt x="668539" y="26631"/>
                  </a:lnTo>
                  <a:close/>
                  <a:moveTo>
                    <a:pt x="701511" y="25335"/>
                  </a:moveTo>
                  <a:lnTo>
                    <a:pt x="697856" y="269"/>
                  </a:lnTo>
                  <a:lnTo>
                    <a:pt x="687148" y="0"/>
                  </a:lnTo>
                  <a:close/>
                  <a:moveTo>
                    <a:pt x="668539" y="26631"/>
                  </a:moveTo>
                  <a:lnTo>
                    <a:pt x="701511" y="25335"/>
                  </a:lnTo>
                  <a:lnTo>
                    <a:pt x="687148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30" name="Input_density__121">
              <a:extLst>
                <a:ext uri="{FF2B5EF4-FFF2-40B4-BE49-F238E27FC236}">
                  <a16:creationId xmlns:a16="http://schemas.microsoft.com/office/drawing/2014/main" id="{DE885EA8-37DE-63BD-8066-FB3FB4AA9037}"/>
                </a:ext>
              </a:extLst>
            </p:cNvPr>
            <p:cNvSpPr>
              <a:spLocks noGrp="1"/>
            </p:cNvSpPr>
            <p:nvPr/>
          </p:nvSpPr>
          <p:spPr>
            <a:xfrm>
              <a:off x="959659" y="1588833"/>
              <a:ext cx="919713" cy="1399978"/>
            </a:xfrm>
            <a:custGeom>
              <a:avLst/>
              <a:gdLst/>
              <a:ahLst/>
              <a:cxnLst/>
              <a:rect l="0" t="0" r="0" b="0"/>
              <a:pathLst>
                <a:path w="919713" h="1399978">
                  <a:moveTo>
                    <a:pt x="281544" y="1399555"/>
                  </a:moveTo>
                  <a:lnTo>
                    <a:pt x="282087" y="1399978"/>
                  </a:lnTo>
                  <a:lnTo>
                    <a:pt x="282385" y="1399221"/>
                  </a:lnTo>
                  <a:close/>
                  <a:moveTo>
                    <a:pt x="282385" y="1399221"/>
                  </a:moveTo>
                  <a:lnTo>
                    <a:pt x="282087" y="1399978"/>
                  </a:lnTo>
                  <a:lnTo>
                    <a:pt x="286289" y="1399555"/>
                  </a:lnTo>
                  <a:close/>
                  <a:moveTo>
                    <a:pt x="27021" y="1088332"/>
                  </a:moveTo>
                  <a:lnTo>
                    <a:pt x="0" y="1063542"/>
                  </a:lnTo>
                  <a:lnTo>
                    <a:pt x="20415" y="1068760"/>
                  </a:lnTo>
                  <a:close/>
                  <a:moveTo>
                    <a:pt x="27021" y="1088332"/>
                  </a:moveTo>
                  <a:lnTo>
                    <a:pt x="20415" y="1068760"/>
                  </a:lnTo>
                  <a:lnTo>
                    <a:pt x="6464" y="1105515"/>
                  </a:lnTo>
                  <a:close/>
                  <a:moveTo>
                    <a:pt x="149985" y="1067618"/>
                  </a:moveTo>
                  <a:lnTo>
                    <a:pt x="114433" y="1079035"/>
                  </a:lnTo>
                  <a:lnTo>
                    <a:pt x="147102" y="1076603"/>
                  </a:lnTo>
                  <a:close/>
                  <a:moveTo>
                    <a:pt x="149985" y="1067618"/>
                  </a:moveTo>
                  <a:lnTo>
                    <a:pt x="118053" y="1066490"/>
                  </a:lnTo>
                  <a:lnTo>
                    <a:pt x="114433" y="1079035"/>
                  </a:lnTo>
                  <a:close/>
                  <a:moveTo>
                    <a:pt x="160420" y="1030190"/>
                  </a:moveTo>
                  <a:lnTo>
                    <a:pt x="138247" y="1017210"/>
                  </a:lnTo>
                  <a:lnTo>
                    <a:pt x="149985" y="1067618"/>
                  </a:lnTo>
                  <a:close/>
                  <a:moveTo>
                    <a:pt x="94081" y="951738"/>
                  </a:moveTo>
                  <a:lnTo>
                    <a:pt x="111547" y="972037"/>
                  </a:lnTo>
                  <a:lnTo>
                    <a:pt x="79425" y="960883"/>
                  </a:lnTo>
                  <a:close/>
                  <a:moveTo>
                    <a:pt x="111516" y="982310"/>
                  </a:moveTo>
                  <a:lnTo>
                    <a:pt x="85945" y="972524"/>
                  </a:lnTo>
                  <a:lnTo>
                    <a:pt x="79425" y="960883"/>
                  </a:lnTo>
                  <a:close/>
                  <a:moveTo>
                    <a:pt x="105170" y="980455"/>
                  </a:moveTo>
                  <a:lnTo>
                    <a:pt x="111516" y="982310"/>
                  </a:lnTo>
                  <a:lnTo>
                    <a:pt x="79425" y="960883"/>
                  </a:lnTo>
                  <a:close/>
                  <a:moveTo>
                    <a:pt x="116604" y="980455"/>
                  </a:moveTo>
                  <a:lnTo>
                    <a:pt x="94081" y="951738"/>
                  </a:lnTo>
                  <a:lnTo>
                    <a:pt x="93137" y="960883"/>
                  </a:lnTo>
                  <a:close/>
                  <a:moveTo>
                    <a:pt x="93137" y="960883"/>
                  </a:moveTo>
                  <a:lnTo>
                    <a:pt x="85945" y="972524"/>
                  </a:lnTo>
                  <a:lnTo>
                    <a:pt x="116604" y="980455"/>
                  </a:lnTo>
                  <a:close/>
                  <a:moveTo>
                    <a:pt x="109344" y="867594"/>
                  </a:moveTo>
                  <a:lnTo>
                    <a:pt x="94673" y="861762"/>
                  </a:lnTo>
                  <a:lnTo>
                    <a:pt x="143594" y="889762"/>
                  </a:lnTo>
                  <a:close/>
                  <a:moveTo>
                    <a:pt x="143594" y="889762"/>
                  </a:moveTo>
                  <a:lnTo>
                    <a:pt x="94673" y="861762"/>
                  </a:lnTo>
                  <a:lnTo>
                    <a:pt x="88806" y="870190"/>
                  </a:lnTo>
                  <a:close/>
                  <a:moveTo>
                    <a:pt x="483808" y="1254326"/>
                  </a:moveTo>
                  <a:lnTo>
                    <a:pt x="521891" y="1276883"/>
                  </a:lnTo>
                  <a:lnTo>
                    <a:pt x="508825" y="1268368"/>
                  </a:lnTo>
                  <a:close/>
                  <a:moveTo>
                    <a:pt x="166534" y="764426"/>
                  </a:moveTo>
                  <a:lnTo>
                    <a:pt x="145731" y="762313"/>
                  </a:lnTo>
                  <a:lnTo>
                    <a:pt x="144814" y="758593"/>
                  </a:lnTo>
                  <a:close/>
                  <a:moveTo>
                    <a:pt x="635937" y="1256660"/>
                  </a:moveTo>
                  <a:lnTo>
                    <a:pt x="626743" y="1242516"/>
                  </a:lnTo>
                  <a:lnTo>
                    <a:pt x="628467" y="1245750"/>
                  </a:lnTo>
                  <a:close/>
                  <a:moveTo>
                    <a:pt x="193544" y="701317"/>
                  </a:moveTo>
                  <a:lnTo>
                    <a:pt x="223066" y="726637"/>
                  </a:lnTo>
                  <a:lnTo>
                    <a:pt x="225712" y="727947"/>
                  </a:lnTo>
                  <a:close/>
                  <a:moveTo>
                    <a:pt x="225712" y="727947"/>
                  </a:moveTo>
                  <a:lnTo>
                    <a:pt x="212083" y="713939"/>
                  </a:lnTo>
                  <a:lnTo>
                    <a:pt x="193544" y="701317"/>
                  </a:lnTo>
                  <a:close/>
                  <a:moveTo>
                    <a:pt x="547577" y="1050583"/>
                  </a:moveTo>
                  <a:lnTo>
                    <a:pt x="578055" y="1052893"/>
                  </a:lnTo>
                  <a:lnTo>
                    <a:pt x="553763" y="1021987"/>
                  </a:lnTo>
                  <a:close/>
                  <a:moveTo>
                    <a:pt x="550488" y="1010937"/>
                  </a:moveTo>
                  <a:lnTo>
                    <a:pt x="547577" y="1050583"/>
                  </a:lnTo>
                  <a:lnTo>
                    <a:pt x="553763" y="1021987"/>
                  </a:lnTo>
                  <a:close/>
                  <a:moveTo>
                    <a:pt x="587210" y="1023658"/>
                  </a:moveTo>
                  <a:lnTo>
                    <a:pt x="550488" y="1010937"/>
                  </a:lnTo>
                  <a:lnTo>
                    <a:pt x="553763" y="1021987"/>
                  </a:lnTo>
                  <a:close/>
                  <a:moveTo>
                    <a:pt x="486010" y="939306"/>
                  </a:moveTo>
                  <a:lnTo>
                    <a:pt x="514906" y="974112"/>
                  </a:lnTo>
                  <a:lnTo>
                    <a:pt x="515295" y="968048"/>
                  </a:lnTo>
                  <a:close/>
                  <a:moveTo>
                    <a:pt x="515295" y="968048"/>
                  </a:moveTo>
                  <a:lnTo>
                    <a:pt x="504083" y="962011"/>
                  </a:lnTo>
                  <a:lnTo>
                    <a:pt x="486010" y="939306"/>
                  </a:lnTo>
                  <a:close/>
                  <a:moveTo>
                    <a:pt x="304649" y="714668"/>
                  </a:moveTo>
                  <a:lnTo>
                    <a:pt x="329337" y="716931"/>
                  </a:lnTo>
                  <a:lnTo>
                    <a:pt x="306430" y="710763"/>
                  </a:lnTo>
                  <a:close/>
                  <a:moveTo>
                    <a:pt x="304649" y="714668"/>
                  </a:moveTo>
                  <a:lnTo>
                    <a:pt x="300332" y="710763"/>
                  </a:lnTo>
                  <a:lnTo>
                    <a:pt x="305535" y="753941"/>
                  </a:lnTo>
                  <a:close/>
                  <a:moveTo>
                    <a:pt x="240634" y="690122"/>
                  </a:moveTo>
                  <a:lnTo>
                    <a:pt x="217965" y="681463"/>
                  </a:lnTo>
                  <a:lnTo>
                    <a:pt x="266373" y="713944"/>
                  </a:lnTo>
                  <a:close/>
                  <a:moveTo>
                    <a:pt x="255338" y="654879"/>
                  </a:moveTo>
                  <a:lnTo>
                    <a:pt x="223466" y="637253"/>
                  </a:lnTo>
                  <a:lnTo>
                    <a:pt x="240634" y="690122"/>
                  </a:lnTo>
                  <a:close/>
                  <a:moveTo>
                    <a:pt x="240634" y="690122"/>
                  </a:moveTo>
                  <a:lnTo>
                    <a:pt x="223466" y="637253"/>
                  </a:lnTo>
                  <a:lnTo>
                    <a:pt x="216146" y="638194"/>
                  </a:lnTo>
                  <a:close/>
                  <a:moveTo>
                    <a:pt x="278779" y="641452"/>
                  </a:moveTo>
                  <a:lnTo>
                    <a:pt x="255338" y="654879"/>
                  </a:lnTo>
                  <a:lnTo>
                    <a:pt x="240634" y="690122"/>
                  </a:lnTo>
                  <a:close/>
                  <a:moveTo>
                    <a:pt x="278779" y="641452"/>
                  </a:moveTo>
                  <a:lnTo>
                    <a:pt x="240634" y="690122"/>
                  </a:lnTo>
                  <a:lnTo>
                    <a:pt x="293679" y="674085"/>
                  </a:lnTo>
                  <a:close/>
                  <a:moveTo>
                    <a:pt x="486635" y="931293"/>
                  </a:moveTo>
                  <a:lnTo>
                    <a:pt x="458189" y="894538"/>
                  </a:lnTo>
                  <a:lnTo>
                    <a:pt x="469729" y="907795"/>
                  </a:lnTo>
                  <a:close/>
                  <a:moveTo>
                    <a:pt x="619861" y="1024375"/>
                  </a:moveTo>
                  <a:lnTo>
                    <a:pt x="627065" y="1048092"/>
                  </a:lnTo>
                  <a:lnTo>
                    <a:pt x="650703" y="1040263"/>
                  </a:lnTo>
                  <a:close/>
                  <a:moveTo>
                    <a:pt x="619861" y="1024375"/>
                  </a:moveTo>
                  <a:lnTo>
                    <a:pt x="616334" y="1041558"/>
                  </a:lnTo>
                  <a:lnTo>
                    <a:pt x="627065" y="1048092"/>
                  </a:lnTo>
                  <a:close/>
                  <a:moveTo>
                    <a:pt x="616334" y="1041558"/>
                  </a:moveTo>
                  <a:lnTo>
                    <a:pt x="619861" y="1024375"/>
                  </a:lnTo>
                  <a:lnTo>
                    <a:pt x="587210" y="1023658"/>
                  </a:lnTo>
                  <a:close/>
                  <a:moveTo>
                    <a:pt x="619861" y="1024375"/>
                  </a:moveTo>
                  <a:lnTo>
                    <a:pt x="612105" y="1020530"/>
                  </a:lnTo>
                  <a:lnTo>
                    <a:pt x="587210" y="1023658"/>
                  </a:lnTo>
                  <a:close/>
                  <a:moveTo>
                    <a:pt x="650703" y="1040263"/>
                  </a:moveTo>
                  <a:lnTo>
                    <a:pt x="627065" y="1048092"/>
                  </a:lnTo>
                  <a:lnTo>
                    <a:pt x="686937" y="1051162"/>
                  </a:lnTo>
                  <a:close/>
                  <a:moveTo>
                    <a:pt x="550488" y="1010937"/>
                  </a:moveTo>
                  <a:lnTo>
                    <a:pt x="587210" y="1023658"/>
                  </a:lnTo>
                  <a:lnTo>
                    <a:pt x="612105" y="1020530"/>
                  </a:lnTo>
                  <a:close/>
                  <a:moveTo>
                    <a:pt x="523995" y="940254"/>
                  </a:moveTo>
                  <a:lnTo>
                    <a:pt x="515295" y="968048"/>
                  </a:lnTo>
                  <a:lnTo>
                    <a:pt x="540801" y="921850"/>
                  </a:lnTo>
                  <a:close/>
                  <a:moveTo>
                    <a:pt x="540801" y="921850"/>
                  </a:moveTo>
                  <a:lnTo>
                    <a:pt x="515295" y="968048"/>
                  </a:lnTo>
                  <a:lnTo>
                    <a:pt x="551391" y="957988"/>
                  </a:lnTo>
                  <a:close/>
                  <a:moveTo>
                    <a:pt x="511326" y="914110"/>
                  </a:moveTo>
                  <a:lnTo>
                    <a:pt x="486635" y="931293"/>
                  </a:lnTo>
                  <a:lnTo>
                    <a:pt x="504083" y="962011"/>
                  </a:lnTo>
                  <a:close/>
                  <a:moveTo>
                    <a:pt x="383199" y="662993"/>
                  </a:moveTo>
                  <a:lnTo>
                    <a:pt x="381848" y="701329"/>
                  </a:lnTo>
                  <a:lnTo>
                    <a:pt x="382211" y="693580"/>
                  </a:lnTo>
                  <a:close/>
                  <a:moveTo>
                    <a:pt x="127023" y="477485"/>
                  </a:moveTo>
                  <a:lnTo>
                    <a:pt x="139254" y="470012"/>
                  </a:lnTo>
                  <a:lnTo>
                    <a:pt x="101864" y="454792"/>
                  </a:lnTo>
                  <a:close/>
                  <a:moveTo>
                    <a:pt x="432630" y="767090"/>
                  </a:moveTo>
                  <a:lnTo>
                    <a:pt x="432267" y="776921"/>
                  </a:lnTo>
                  <a:lnTo>
                    <a:pt x="447934" y="780451"/>
                  </a:lnTo>
                  <a:close/>
                  <a:moveTo>
                    <a:pt x="440353" y="752107"/>
                  </a:moveTo>
                  <a:lnTo>
                    <a:pt x="432267" y="776921"/>
                  </a:lnTo>
                  <a:lnTo>
                    <a:pt x="432630" y="767090"/>
                  </a:lnTo>
                  <a:close/>
                  <a:moveTo>
                    <a:pt x="753974" y="1134640"/>
                  </a:moveTo>
                  <a:lnTo>
                    <a:pt x="778939" y="1145987"/>
                  </a:lnTo>
                  <a:lnTo>
                    <a:pt x="770728" y="1143658"/>
                  </a:lnTo>
                  <a:close/>
                  <a:moveTo>
                    <a:pt x="733237" y="1007998"/>
                  </a:moveTo>
                  <a:lnTo>
                    <a:pt x="686937" y="1051162"/>
                  </a:lnTo>
                  <a:lnTo>
                    <a:pt x="720697" y="1052808"/>
                  </a:lnTo>
                  <a:close/>
                  <a:moveTo>
                    <a:pt x="601982" y="899200"/>
                  </a:moveTo>
                  <a:lnTo>
                    <a:pt x="605896" y="901108"/>
                  </a:lnTo>
                  <a:lnTo>
                    <a:pt x="598071" y="896927"/>
                  </a:lnTo>
                  <a:close/>
                  <a:moveTo>
                    <a:pt x="547854" y="786662"/>
                  </a:moveTo>
                  <a:lnTo>
                    <a:pt x="550997" y="820423"/>
                  </a:lnTo>
                  <a:lnTo>
                    <a:pt x="538627" y="840600"/>
                  </a:lnTo>
                  <a:close/>
                  <a:moveTo>
                    <a:pt x="447934" y="780451"/>
                  </a:moveTo>
                  <a:lnTo>
                    <a:pt x="501434" y="759694"/>
                  </a:lnTo>
                  <a:lnTo>
                    <a:pt x="472402" y="775724"/>
                  </a:lnTo>
                  <a:close/>
                  <a:moveTo>
                    <a:pt x="447934" y="780451"/>
                  </a:moveTo>
                  <a:lnTo>
                    <a:pt x="422628" y="757670"/>
                  </a:lnTo>
                  <a:lnTo>
                    <a:pt x="432630" y="767090"/>
                  </a:lnTo>
                  <a:close/>
                  <a:moveTo>
                    <a:pt x="258838" y="496334"/>
                  </a:moveTo>
                  <a:lnTo>
                    <a:pt x="273335" y="501380"/>
                  </a:lnTo>
                  <a:lnTo>
                    <a:pt x="255703" y="463829"/>
                  </a:lnTo>
                  <a:close/>
                  <a:moveTo>
                    <a:pt x="279883" y="455867"/>
                  </a:moveTo>
                  <a:lnTo>
                    <a:pt x="286358" y="456302"/>
                  </a:lnTo>
                  <a:lnTo>
                    <a:pt x="286510" y="454433"/>
                  </a:lnTo>
                  <a:close/>
                  <a:moveTo>
                    <a:pt x="108859" y="313264"/>
                  </a:moveTo>
                  <a:lnTo>
                    <a:pt x="143859" y="311898"/>
                  </a:lnTo>
                  <a:lnTo>
                    <a:pt x="111114" y="296965"/>
                  </a:lnTo>
                  <a:close/>
                  <a:moveTo>
                    <a:pt x="143859" y="311898"/>
                  </a:moveTo>
                  <a:lnTo>
                    <a:pt x="147314" y="307732"/>
                  </a:lnTo>
                  <a:lnTo>
                    <a:pt x="111114" y="296965"/>
                  </a:lnTo>
                  <a:close/>
                  <a:moveTo>
                    <a:pt x="853803" y="1108900"/>
                  </a:moveTo>
                  <a:lnTo>
                    <a:pt x="839802" y="1100273"/>
                  </a:lnTo>
                  <a:lnTo>
                    <a:pt x="804810" y="1146507"/>
                  </a:lnTo>
                  <a:close/>
                  <a:moveTo>
                    <a:pt x="605896" y="901108"/>
                  </a:moveTo>
                  <a:lnTo>
                    <a:pt x="646918" y="929905"/>
                  </a:lnTo>
                  <a:lnTo>
                    <a:pt x="666122" y="905497"/>
                  </a:lnTo>
                  <a:close/>
                  <a:moveTo>
                    <a:pt x="632179" y="812244"/>
                  </a:moveTo>
                  <a:lnTo>
                    <a:pt x="675801" y="842988"/>
                  </a:lnTo>
                  <a:lnTo>
                    <a:pt x="679027" y="845992"/>
                  </a:lnTo>
                  <a:close/>
                  <a:moveTo>
                    <a:pt x="546916" y="782638"/>
                  </a:moveTo>
                  <a:lnTo>
                    <a:pt x="501434" y="759694"/>
                  </a:lnTo>
                  <a:lnTo>
                    <a:pt x="533685" y="786662"/>
                  </a:lnTo>
                  <a:close/>
                  <a:moveTo>
                    <a:pt x="502833" y="746641"/>
                  </a:moveTo>
                  <a:lnTo>
                    <a:pt x="501434" y="759694"/>
                  </a:lnTo>
                  <a:lnTo>
                    <a:pt x="546916" y="782638"/>
                  </a:lnTo>
                  <a:close/>
                  <a:moveTo>
                    <a:pt x="535463" y="747202"/>
                  </a:moveTo>
                  <a:lnTo>
                    <a:pt x="502833" y="746641"/>
                  </a:lnTo>
                  <a:lnTo>
                    <a:pt x="546916" y="782638"/>
                  </a:lnTo>
                  <a:close/>
                  <a:moveTo>
                    <a:pt x="546916" y="782638"/>
                  </a:moveTo>
                  <a:lnTo>
                    <a:pt x="550997" y="820423"/>
                  </a:lnTo>
                  <a:lnTo>
                    <a:pt x="547854" y="786662"/>
                  </a:lnTo>
                  <a:close/>
                  <a:moveTo>
                    <a:pt x="535463" y="747202"/>
                  </a:moveTo>
                  <a:lnTo>
                    <a:pt x="547854" y="786662"/>
                  </a:lnTo>
                  <a:lnTo>
                    <a:pt x="538887" y="749906"/>
                  </a:lnTo>
                  <a:close/>
                  <a:moveTo>
                    <a:pt x="535463" y="747202"/>
                  </a:moveTo>
                  <a:lnTo>
                    <a:pt x="546916" y="782638"/>
                  </a:lnTo>
                  <a:lnTo>
                    <a:pt x="547854" y="786662"/>
                  </a:lnTo>
                  <a:close/>
                  <a:moveTo>
                    <a:pt x="502833" y="746641"/>
                  </a:moveTo>
                  <a:lnTo>
                    <a:pt x="535463" y="747202"/>
                  </a:lnTo>
                  <a:lnTo>
                    <a:pt x="541492" y="697554"/>
                  </a:lnTo>
                  <a:close/>
                  <a:moveTo>
                    <a:pt x="541492" y="697554"/>
                  </a:moveTo>
                  <a:lnTo>
                    <a:pt x="535463" y="747202"/>
                  </a:lnTo>
                  <a:lnTo>
                    <a:pt x="564942" y="705577"/>
                  </a:lnTo>
                  <a:close/>
                  <a:moveTo>
                    <a:pt x="464243" y="706179"/>
                  </a:moveTo>
                  <a:lnTo>
                    <a:pt x="485342" y="671367"/>
                  </a:lnTo>
                  <a:lnTo>
                    <a:pt x="456835" y="667455"/>
                  </a:lnTo>
                  <a:close/>
                  <a:moveTo>
                    <a:pt x="255365" y="454410"/>
                  </a:moveTo>
                  <a:lnTo>
                    <a:pt x="286510" y="454433"/>
                  </a:lnTo>
                  <a:lnTo>
                    <a:pt x="265786" y="405318"/>
                  </a:lnTo>
                  <a:close/>
                  <a:moveTo>
                    <a:pt x="239501" y="377813"/>
                  </a:moveTo>
                  <a:lnTo>
                    <a:pt x="241899" y="419112"/>
                  </a:lnTo>
                  <a:lnTo>
                    <a:pt x="224539" y="407636"/>
                  </a:lnTo>
                  <a:close/>
                  <a:moveTo>
                    <a:pt x="853803" y="1108900"/>
                  </a:moveTo>
                  <a:lnTo>
                    <a:pt x="861469" y="1100273"/>
                  </a:lnTo>
                  <a:lnTo>
                    <a:pt x="856951" y="1095838"/>
                  </a:lnTo>
                  <a:close/>
                  <a:moveTo>
                    <a:pt x="883826" y="1096573"/>
                  </a:moveTo>
                  <a:lnTo>
                    <a:pt x="856951" y="1095838"/>
                  </a:lnTo>
                  <a:lnTo>
                    <a:pt x="861469" y="1100273"/>
                  </a:lnTo>
                  <a:close/>
                  <a:moveTo>
                    <a:pt x="897448" y="1083090"/>
                  </a:moveTo>
                  <a:lnTo>
                    <a:pt x="863026" y="1046335"/>
                  </a:lnTo>
                  <a:lnTo>
                    <a:pt x="883826" y="1096573"/>
                  </a:lnTo>
                  <a:close/>
                  <a:moveTo>
                    <a:pt x="646120" y="800910"/>
                  </a:moveTo>
                  <a:lnTo>
                    <a:pt x="642865" y="818543"/>
                  </a:lnTo>
                  <a:lnTo>
                    <a:pt x="668827" y="825805"/>
                  </a:lnTo>
                  <a:close/>
                  <a:moveTo>
                    <a:pt x="897862" y="1000172"/>
                  </a:moveTo>
                  <a:lnTo>
                    <a:pt x="919713" y="1009496"/>
                  </a:lnTo>
                  <a:lnTo>
                    <a:pt x="880858" y="969249"/>
                  </a:lnTo>
                  <a:close/>
                  <a:moveTo>
                    <a:pt x="560859" y="514582"/>
                  </a:moveTo>
                  <a:lnTo>
                    <a:pt x="572487" y="565202"/>
                  </a:lnTo>
                  <a:lnTo>
                    <a:pt x="581956" y="522977"/>
                  </a:lnTo>
                  <a:close/>
                  <a:moveTo>
                    <a:pt x="632558" y="498706"/>
                  </a:moveTo>
                  <a:lnTo>
                    <a:pt x="609600" y="551336"/>
                  </a:lnTo>
                  <a:lnTo>
                    <a:pt x="634399" y="541956"/>
                  </a:lnTo>
                  <a:close/>
                  <a:moveTo>
                    <a:pt x="751467" y="590480"/>
                  </a:moveTo>
                  <a:lnTo>
                    <a:pt x="758820" y="589726"/>
                  </a:lnTo>
                  <a:lnTo>
                    <a:pt x="733573" y="560253"/>
                  </a:lnTo>
                  <a:close/>
                  <a:moveTo>
                    <a:pt x="733573" y="560253"/>
                  </a:moveTo>
                  <a:lnTo>
                    <a:pt x="751410" y="590388"/>
                  </a:lnTo>
                  <a:lnTo>
                    <a:pt x="751467" y="590480"/>
                  </a:lnTo>
                  <a:close/>
                  <a:moveTo>
                    <a:pt x="640791" y="480215"/>
                  </a:moveTo>
                  <a:lnTo>
                    <a:pt x="632314" y="490468"/>
                  </a:lnTo>
                  <a:lnTo>
                    <a:pt x="598535" y="454531"/>
                  </a:lnTo>
                  <a:close/>
                  <a:moveTo>
                    <a:pt x="456148" y="265289"/>
                  </a:moveTo>
                  <a:lnTo>
                    <a:pt x="490189" y="264702"/>
                  </a:lnTo>
                  <a:lnTo>
                    <a:pt x="477035" y="230649"/>
                  </a:lnTo>
                  <a:close/>
                  <a:moveTo>
                    <a:pt x="456148" y="265289"/>
                  </a:moveTo>
                  <a:lnTo>
                    <a:pt x="477035" y="230649"/>
                  </a:lnTo>
                  <a:lnTo>
                    <a:pt x="446425" y="228446"/>
                  </a:lnTo>
                  <a:close/>
                  <a:moveTo>
                    <a:pt x="413661" y="199637"/>
                  </a:moveTo>
                  <a:lnTo>
                    <a:pt x="446425" y="228446"/>
                  </a:lnTo>
                  <a:lnTo>
                    <a:pt x="449219" y="208008"/>
                  </a:lnTo>
                  <a:close/>
                  <a:moveTo>
                    <a:pt x="446425" y="228446"/>
                  </a:moveTo>
                  <a:lnTo>
                    <a:pt x="477035" y="230649"/>
                  </a:lnTo>
                  <a:lnTo>
                    <a:pt x="449219" y="208008"/>
                  </a:lnTo>
                  <a:close/>
                  <a:moveTo>
                    <a:pt x="338722" y="127589"/>
                  </a:moveTo>
                  <a:lnTo>
                    <a:pt x="308067" y="125423"/>
                  </a:lnTo>
                  <a:lnTo>
                    <a:pt x="308302" y="151079"/>
                  </a:lnTo>
                  <a:close/>
                  <a:moveTo>
                    <a:pt x="368281" y="126175"/>
                  </a:moveTo>
                  <a:lnTo>
                    <a:pt x="375527" y="112665"/>
                  </a:lnTo>
                  <a:lnTo>
                    <a:pt x="349634" y="84829"/>
                  </a:lnTo>
                  <a:close/>
                  <a:moveTo>
                    <a:pt x="394335" y="127378"/>
                  </a:moveTo>
                  <a:lnTo>
                    <a:pt x="414760" y="149420"/>
                  </a:lnTo>
                  <a:lnTo>
                    <a:pt x="411046" y="140626"/>
                  </a:lnTo>
                  <a:close/>
                  <a:moveTo>
                    <a:pt x="375527" y="112665"/>
                  </a:moveTo>
                  <a:lnTo>
                    <a:pt x="394335" y="127378"/>
                  </a:lnTo>
                  <a:lnTo>
                    <a:pt x="398703" y="132237"/>
                  </a:lnTo>
                  <a:close/>
                  <a:moveTo>
                    <a:pt x="503363" y="115053"/>
                  </a:moveTo>
                  <a:lnTo>
                    <a:pt x="477807" y="95481"/>
                  </a:lnTo>
                  <a:lnTo>
                    <a:pt x="476678" y="78298"/>
                  </a:lnTo>
                  <a:close/>
                  <a:moveTo>
                    <a:pt x="457326" y="58727"/>
                  </a:moveTo>
                  <a:lnTo>
                    <a:pt x="449601" y="46876"/>
                  </a:lnTo>
                  <a:lnTo>
                    <a:pt x="476678" y="78298"/>
                  </a:lnTo>
                  <a:close/>
                  <a:moveTo>
                    <a:pt x="477807" y="95481"/>
                  </a:moveTo>
                  <a:lnTo>
                    <a:pt x="457326" y="58727"/>
                  </a:lnTo>
                  <a:lnTo>
                    <a:pt x="476678" y="78298"/>
                  </a:lnTo>
                  <a:close/>
                  <a:moveTo>
                    <a:pt x="543160" y="21456"/>
                  </a:moveTo>
                  <a:lnTo>
                    <a:pt x="518859" y="0"/>
                  </a:lnTo>
                  <a:lnTo>
                    <a:pt x="545168" y="24360"/>
                  </a:lnTo>
                  <a:close/>
                  <a:moveTo>
                    <a:pt x="543160" y="21456"/>
                  </a:moveTo>
                  <a:lnTo>
                    <a:pt x="545499" y="23089"/>
                  </a:lnTo>
                  <a:lnTo>
                    <a:pt x="521400" y="15593"/>
                  </a:lnTo>
                  <a:close/>
                  <a:moveTo>
                    <a:pt x="728268" y="117095"/>
                  </a:moveTo>
                  <a:lnTo>
                    <a:pt x="727049" y="117442"/>
                  </a:lnTo>
                  <a:lnTo>
                    <a:pt x="754208" y="140753"/>
                  </a:lnTo>
                  <a:close/>
                  <a:moveTo>
                    <a:pt x="728268" y="117095"/>
                  </a:moveTo>
                  <a:lnTo>
                    <a:pt x="751891" y="154196"/>
                  </a:lnTo>
                  <a:lnTo>
                    <a:pt x="728212" y="1174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31" name="Input_density__122">
              <a:extLst>
                <a:ext uri="{FF2B5EF4-FFF2-40B4-BE49-F238E27FC236}">
                  <a16:creationId xmlns:a16="http://schemas.microsoft.com/office/drawing/2014/main" id="{C8D25C3A-CF27-4F47-6C15-EC205B255FD7}"/>
                </a:ext>
              </a:extLst>
            </p:cNvPr>
            <p:cNvSpPr>
              <a:spLocks noGrp="1"/>
            </p:cNvSpPr>
            <p:nvPr/>
          </p:nvSpPr>
          <p:spPr>
            <a:xfrm>
              <a:off x="716452" y="1486489"/>
              <a:ext cx="1153527" cy="1501899"/>
            </a:xfrm>
            <a:custGeom>
              <a:avLst/>
              <a:gdLst/>
              <a:ahLst/>
              <a:cxnLst/>
              <a:rect l="0" t="0" r="0" b="0"/>
              <a:pathLst>
                <a:path w="1153527" h="1501899">
                  <a:moveTo>
                    <a:pt x="532552" y="1447961"/>
                  </a:moveTo>
                  <a:lnTo>
                    <a:pt x="525592" y="1501565"/>
                  </a:lnTo>
                  <a:lnTo>
                    <a:pt x="538058" y="1453835"/>
                  </a:lnTo>
                  <a:close/>
                  <a:moveTo>
                    <a:pt x="489473" y="1465144"/>
                  </a:moveTo>
                  <a:lnTo>
                    <a:pt x="524751" y="1501899"/>
                  </a:lnTo>
                  <a:lnTo>
                    <a:pt x="532552" y="1447961"/>
                  </a:lnTo>
                  <a:close/>
                  <a:moveTo>
                    <a:pt x="532552" y="1447961"/>
                  </a:moveTo>
                  <a:lnTo>
                    <a:pt x="538058" y="1453835"/>
                  </a:lnTo>
                  <a:lnTo>
                    <a:pt x="538295" y="1446491"/>
                  </a:lnTo>
                  <a:close/>
                  <a:moveTo>
                    <a:pt x="576105" y="1442840"/>
                  </a:moveTo>
                  <a:lnTo>
                    <a:pt x="538295" y="1446491"/>
                  </a:lnTo>
                  <a:lnTo>
                    <a:pt x="538058" y="1453835"/>
                  </a:lnTo>
                  <a:close/>
                  <a:moveTo>
                    <a:pt x="538295" y="1446491"/>
                  </a:moveTo>
                  <a:lnTo>
                    <a:pt x="576105" y="1442840"/>
                  </a:lnTo>
                  <a:lnTo>
                    <a:pt x="569958" y="1403091"/>
                  </a:lnTo>
                  <a:close/>
                  <a:moveTo>
                    <a:pt x="538295" y="1446491"/>
                  </a:moveTo>
                  <a:lnTo>
                    <a:pt x="569958" y="1403091"/>
                  </a:lnTo>
                  <a:lnTo>
                    <a:pt x="527253" y="1410721"/>
                  </a:lnTo>
                  <a:close/>
                  <a:moveTo>
                    <a:pt x="345314" y="1039088"/>
                  </a:moveTo>
                  <a:lnTo>
                    <a:pt x="362960" y="1033211"/>
                  </a:lnTo>
                  <a:lnTo>
                    <a:pt x="351257" y="1009289"/>
                  </a:lnTo>
                  <a:close/>
                  <a:moveTo>
                    <a:pt x="351257" y="1009289"/>
                  </a:moveTo>
                  <a:lnTo>
                    <a:pt x="370309" y="1028861"/>
                  </a:lnTo>
                  <a:lnTo>
                    <a:pt x="386801" y="992106"/>
                  </a:lnTo>
                  <a:close/>
                  <a:moveTo>
                    <a:pt x="228589" y="808331"/>
                  </a:moveTo>
                  <a:lnTo>
                    <a:pt x="239009" y="794574"/>
                  </a:lnTo>
                  <a:lnTo>
                    <a:pt x="202713" y="788759"/>
                  </a:lnTo>
                  <a:close/>
                  <a:moveTo>
                    <a:pt x="0" y="556961"/>
                  </a:moveTo>
                  <a:lnTo>
                    <a:pt x="25966" y="551046"/>
                  </a:lnTo>
                  <a:lnTo>
                    <a:pt x="4464" y="540532"/>
                  </a:lnTo>
                  <a:close/>
                  <a:moveTo>
                    <a:pt x="0" y="556961"/>
                  </a:moveTo>
                  <a:lnTo>
                    <a:pt x="11272" y="565985"/>
                  </a:lnTo>
                  <a:lnTo>
                    <a:pt x="25966" y="551046"/>
                  </a:lnTo>
                  <a:close/>
                  <a:moveTo>
                    <a:pt x="382008" y="859285"/>
                  </a:moveTo>
                  <a:lnTo>
                    <a:pt x="329175" y="881841"/>
                  </a:lnTo>
                  <a:lnTo>
                    <a:pt x="372890" y="864657"/>
                  </a:lnTo>
                  <a:close/>
                  <a:moveTo>
                    <a:pt x="770311" y="1325289"/>
                  </a:moveTo>
                  <a:lnTo>
                    <a:pt x="760212" y="1288534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60212" y="1288534"/>
                  </a:lnTo>
                  <a:lnTo>
                    <a:pt x="778275" y="1297338"/>
                  </a:lnTo>
                  <a:close/>
                  <a:moveTo>
                    <a:pt x="759105" y="1330582"/>
                  </a:moveTo>
                  <a:lnTo>
                    <a:pt x="770311" y="1325289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55362" y="1305717"/>
                  </a:lnTo>
                  <a:lnTo>
                    <a:pt x="753899" y="1290067"/>
                  </a:lnTo>
                  <a:close/>
                  <a:moveTo>
                    <a:pt x="753899" y="1290067"/>
                  </a:moveTo>
                  <a:lnTo>
                    <a:pt x="759105" y="1330582"/>
                  </a:lnTo>
                  <a:lnTo>
                    <a:pt x="773241" y="1325431"/>
                  </a:lnTo>
                  <a:close/>
                  <a:moveTo>
                    <a:pt x="49369" y="391431"/>
                  </a:moveTo>
                  <a:lnTo>
                    <a:pt x="5201" y="423597"/>
                  </a:lnTo>
                  <a:lnTo>
                    <a:pt x="31013" y="406414"/>
                  </a:lnTo>
                  <a:close/>
                  <a:moveTo>
                    <a:pt x="49369" y="391431"/>
                  </a:moveTo>
                  <a:lnTo>
                    <a:pt x="27032" y="404125"/>
                  </a:lnTo>
                  <a:lnTo>
                    <a:pt x="5201" y="423597"/>
                  </a:lnTo>
                  <a:close/>
                  <a:moveTo>
                    <a:pt x="871674" y="1348094"/>
                  </a:moveTo>
                  <a:lnTo>
                    <a:pt x="869950" y="1344861"/>
                  </a:lnTo>
                  <a:lnTo>
                    <a:pt x="857973" y="1325237"/>
                  </a:lnTo>
                  <a:close/>
                  <a:moveTo>
                    <a:pt x="826670" y="1240335"/>
                  </a:moveTo>
                  <a:lnTo>
                    <a:pt x="792591" y="1251779"/>
                  </a:lnTo>
                  <a:lnTo>
                    <a:pt x="795146" y="1283622"/>
                  </a:lnTo>
                  <a:close/>
                  <a:moveTo>
                    <a:pt x="828957" y="1283222"/>
                  </a:moveTo>
                  <a:lnTo>
                    <a:pt x="826670" y="1240335"/>
                  </a:lnTo>
                  <a:lnTo>
                    <a:pt x="795146" y="1283622"/>
                  </a:lnTo>
                  <a:close/>
                  <a:moveTo>
                    <a:pt x="873589" y="1259048"/>
                  </a:moveTo>
                  <a:lnTo>
                    <a:pt x="858213" y="1234596"/>
                  </a:lnTo>
                  <a:lnTo>
                    <a:pt x="875382" y="1272569"/>
                  </a:lnTo>
                  <a:close/>
                  <a:moveTo>
                    <a:pt x="875382" y="1272569"/>
                  </a:moveTo>
                  <a:lnTo>
                    <a:pt x="858213" y="1234596"/>
                  </a:lnTo>
                  <a:lnTo>
                    <a:pt x="826670" y="1240335"/>
                  </a:lnTo>
                  <a:close/>
                  <a:moveTo>
                    <a:pt x="875382" y="1272569"/>
                  </a:moveTo>
                  <a:lnTo>
                    <a:pt x="826670" y="1240335"/>
                  </a:lnTo>
                  <a:lnTo>
                    <a:pt x="828957" y="1283222"/>
                  </a:lnTo>
                  <a:close/>
                  <a:moveTo>
                    <a:pt x="875382" y="1272569"/>
                  </a:moveTo>
                  <a:lnTo>
                    <a:pt x="828957" y="1283222"/>
                  </a:lnTo>
                  <a:lnTo>
                    <a:pt x="879919" y="1282715"/>
                  </a:lnTo>
                  <a:close/>
                  <a:moveTo>
                    <a:pt x="875382" y="1272569"/>
                  </a:moveTo>
                  <a:lnTo>
                    <a:pt x="879919" y="1282715"/>
                  </a:lnTo>
                  <a:lnTo>
                    <a:pt x="912143" y="1278619"/>
                  </a:lnTo>
                  <a:close/>
                  <a:moveTo>
                    <a:pt x="773637" y="1211614"/>
                  </a:moveTo>
                  <a:lnTo>
                    <a:pt x="772117" y="1225022"/>
                  </a:lnTo>
                  <a:lnTo>
                    <a:pt x="804023" y="1197841"/>
                  </a:lnTo>
                  <a:close/>
                  <a:moveTo>
                    <a:pt x="772117" y="1225022"/>
                  </a:moveTo>
                  <a:lnTo>
                    <a:pt x="792591" y="1251779"/>
                  </a:lnTo>
                  <a:lnTo>
                    <a:pt x="804023" y="1197841"/>
                  </a:lnTo>
                  <a:close/>
                  <a:moveTo>
                    <a:pt x="804023" y="1197841"/>
                  </a:moveTo>
                  <a:lnTo>
                    <a:pt x="792591" y="1251779"/>
                  </a:lnTo>
                  <a:lnTo>
                    <a:pt x="831249" y="1225320"/>
                  </a:lnTo>
                  <a:close/>
                  <a:moveTo>
                    <a:pt x="831249" y="1225320"/>
                  </a:moveTo>
                  <a:lnTo>
                    <a:pt x="792591" y="1251779"/>
                  </a:lnTo>
                  <a:lnTo>
                    <a:pt x="826670" y="1240335"/>
                  </a:lnTo>
                  <a:close/>
                  <a:moveTo>
                    <a:pt x="826670" y="1240335"/>
                  </a:moveTo>
                  <a:lnTo>
                    <a:pt x="858213" y="1234596"/>
                  </a:lnTo>
                  <a:lnTo>
                    <a:pt x="831249" y="1225320"/>
                  </a:lnTo>
                  <a:close/>
                  <a:moveTo>
                    <a:pt x="760622" y="1161086"/>
                  </a:moveTo>
                  <a:lnTo>
                    <a:pt x="773637" y="1211614"/>
                  </a:lnTo>
                  <a:lnTo>
                    <a:pt x="785686" y="1179545"/>
                  </a:lnTo>
                  <a:close/>
                  <a:moveTo>
                    <a:pt x="765438" y="1215024"/>
                  </a:moveTo>
                  <a:lnTo>
                    <a:pt x="773637" y="1211614"/>
                  </a:lnTo>
                  <a:lnTo>
                    <a:pt x="760622" y="1161086"/>
                  </a:lnTo>
                  <a:close/>
                  <a:moveTo>
                    <a:pt x="726909" y="1178269"/>
                  </a:moveTo>
                  <a:lnTo>
                    <a:pt x="765438" y="1215024"/>
                  </a:lnTo>
                  <a:lnTo>
                    <a:pt x="760622" y="1161086"/>
                  </a:lnTo>
                  <a:close/>
                  <a:moveTo>
                    <a:pt x="773637" y="1211614"/>
                  </a:moveTo>
                  <a:lnTo>
                    <a:pt x="804023" y="1197841"/>
                  </a:lnTo>
                  <a:lnTo>
                    <a:pt x="785686" y="1179545"/>
                  </a:lnTo>
                  <a:close/>
                  <a:moveTo>
                    <a:pt x="726909" y="1178269"/>
                  </a:moveTo>
                  <a:lnTo>
                    <a:pt x="760622" y="1161086"/>
                  </a:lnTo>
                  <a:lnTo>
                    <a:pt x="725897" y="1176786"/>
                  </a:lnTo>
                  <a:close/>
                  <a:moveTo>
                    <a:pt x="760622" y="1161086"/>
                  </a:moveTo>
                  <a:lnTo>
                    <a:pt x="738193" y="1126552"/>
                  </a:lnTo>
                  <a:lnTo>
                    <a:pt x="725897" y="1176786"/>
                  </a:lnTo>
                  <a:close/>
                  <a:moveTo>
                    <a:pt x="736900" y="1124331"/>
                  </a:moveTo>
                  <a:lnTo>
                    <a:pt x="702958" y="1141514"/>
                  </a:lnTo>
                  <a:lnTo>
                    <a:pt x="725897" y="1176786"/>
                  </a:lnTo>
                  <a:close/>
                  <a:moveTo>
                    <a:pt x="468920" y="830291"/>
                  </a:moveTo>
                  <a:lnTo>
                    <a:pt x="466273" y="828981"/>
                  </a:lnTo>
                  <a:lnTo>
                    <a:pt x="455756" y="847474"/>
                  </a:lnTo>
                  <a:close/>
                  <a:moveTo>
                    <a:pt x="912143" y="1278619"/>
                  </a:moveTo>
                  <a:lnTo>
                    <a:pt x="879919" y="1282715"/>
                  </a:lnTo>
                  <a:lnTo>
                    <a:pt x="939788" y="1285768"/>
                  </a:lnTo>
                  <a:close/>
                  <a:moveTo>
                    <a:pt x="837745" y="1186584"/>
                  </a:moveTo>
                  <a:lnTo>
                    <a:pt x="831249" y="1225320"/>
                  </a:lnTo>
                  <a:lnTo>
                    <a:pt x="869052" y="1232968"/>
                  </a:lnTo>
                  <a:close/>
                  <a:moveTo>
                    <a:pt x="804023" y="1197841"/>
                  </a:moveTo>
                  <a:lnTo>
                    <a:pt x="831249" y="1225320"/>
                  </a:lnTo>
                  <a:lnTo>
                    <a:pt x="837745" y="1186584"/>
                  </a:lnTo>
                  <a:close/>
                  <a:moveTo>
                    <a:pt x="837745" y="1186584"/>
                  </a:moveTo>
                  <a:lnTo>
                    <a:pt x="785686" y="1179545"/>
                  </a:lnTo>
                  <a:lnTo>
                    <a:pt x="804023" y="1197841"/>
                  </a:lnTo>
                  <a:close/>
                  <a:moveTo>
                    <a:pt x="790784" y="1152927"/>
                  </a:moveTo>
                  <a:lnTo>
                    <a:pt x="785686" y="1179545"/>
                  </a:lnTo>
                  <a:lnTo>
                    <a:pt x="837745" y="1186584"/>
                  </a:lnTo>
                  <a:close/>
                  <a:moveTo>
                    <a:pt x="821263" y="1155237"/>
                  </a:moveTo>
                  <a:lnTo>
                    <a:pt x="790784" y="1152927"/>
                  </a:lnTo>
                  <a:lnTo>
                    <a:pt x="837745" y="1186584"/>
                  </a:lnTo>
                  <a:close/>
                  <a:moveTo>
                    <a:pt x="760622" y="1161086"/>
                  </a:moveTo>
                  <a:lnTo>
                    <a:pt x="785686" y="1179545"/>
                  </a:lnTo>
                  <a:lnTo>
                    <a:pt x="790784" y="1152927"/>
                  </a:lnTo>
                  <a:close/>
                  <a:moveTo>
                    <a:pt x="738905" y="1123268"/>
                  </a:moveTo>
                  <a:lnTo>
                    <a:pt x="738193" y="1126552"/>
                  </a:lnTo>
                  <a:lnTo>
                    <a:pt x="783482" y="1107147"/>
                  </a:lnTo>
                  <a:close/>
                  <a:moveTo>
                    <a:pt x="738193" y="1126552"/>
                  </a:moveTo>
                  <a:lnTo>
                    <a:pt x="760622" y="1161086"/>
                  </a:lnTo>
                  <a:lnTo>
                    <a:pt x="783482" y="1107147"/>
                  </a:lnTo>
                  <a:close/>
                  <a:moveTo>
                    <a:pt x="783482" y="1107147"/>
                  </a:moveTo>
                  <a:lnTo>
                    <a:pt x="760622" y="1161086"/>
                  </a:lnTo>
                  <a:lnTo>
                    <a:pt x="793695" y="1113281"/>
                  </a:lnTo>
                  <a:close/>
                  <a:moveTo>
                    <a:pt x="737364" y="1087576"/>
                  </a:moveTo>
                  <a:lnTo>
                    <a:pt x="738905" y="1123268"/>
                  </a:lnTo>
                  <a:lnTo>
                    <a:pt x="783482" y="1107147"/>
                  </a:lnTo>
                  <a:close/>
                  <a:moveTo>
                    <a:pt x="737364" y="1087576"/>
                  </a:moveTo>
                  <a:lnTo>
                    <a:pt x="783482" y="1107147"/>
                  </a:lnTo>
                  <a:lnTo>
                    <a:pt x="758503" y="1070392"/>
                  </a:lnTo>
                  <a:close/>
                  <a:moveTo>
                    <a:pt x="758503" y="1070392"/>
                  </a:moveTo>
                  <a:lnTo>
                    <a:pt x="758114" y="1076456"/>
                  </a:lnTo>
                  <a:lnTo>
                    <a:pt x="737364" y="1087576"/>
                  </a:lnTo>
                  <a:close/>
                  <a:moveTo>
                    <a:pt x="543539" y="813107"/>
                  </a:moveTo>
                  <a:lnTo>
                    <a:pt x="538043" y="780321"/>
                  </a:lnTo>
                  <a:lnTo>
                    <a:pt x="509580" y="816288"/>
                  </a:lnTo>
                  <a:close/>
                  <a:moveTo>
                    <a:pt x="509580" y="816288"/>
                  </a:moveTo>
                  <a:lnTo>
                    <a:pt x="538043" y="780321"/>
                  </a:lnTo>
                  <a:lnTo>
                    <a:pt x="536886" y="776429"/>
                  </a:lnTo>
                  <a:close/>
                  <a:moveTo>
                    <a:pt x="538043" y="780321"/>
                  </a:moveTo>
                  <a:lnTo>
                    <a:pt x="549637" y="813107"/>
                  </a:lnTo>
                  <a:lnTo>
                    <a:pt x="536886" y="776429"/>
                  </a:lnTo>
                  <a:close/>
                  <a:moveTo>
                    <a:pt x="403360" y="714226"/>
                  </a:moveTo>
                  <a:lnTo>
                    <a:pt x="459354" y="740538"/>
                  </a:lnTo>
                  <a:lnTo>
                    <a:pt x="438572" y="712686"/>
                  </a:lnTo>
                  <a:close/>
                  <a:moveTo>
                    <a:pt x="179406" y="372047"/>
                  </a:moveTo>
                  <a:lnTo>
                    <a:pt x="175772" y="388173"/>
                  </a:lnTo>
                  <a:lnTo>
                    <a:pt x="167165" y="390281"/>
                  </a:lnTo>
                  <a:close/>
                  <a:moveTo>
                    <a:pt x="179406" y="372047"/>
                  </a:moveTo>
                  <a:lnTo>
                    <a:pt x="176591" y="342760"/>
                  </a:lnTo>
                  <a:lnTo>
                    <a:pt x="175772" y="388173"/>
                  </a:lnTo>
                  <a:close/>
                  <a:moveTo>
                    <a:pt x="179406" y="372047"/>
                  </a:moveTo>
                  <a:lnTo>
                    <a:pt x="174225" y="335292"/>
                  </a:lnTo>
                  <a:lnTo>
                    <a:pt x="176591" y="342760"/>
                  </a:lnTo>
                  <a:close/>
                  <a:moveTo>
                    <a:pt x="180916" y="317117"/>
                  </a:moveTo>
                  <a:lnTo>
                    <a:pt x="176591" y="342760"/>
                  </a:lnTo>
                  <a:lnTo>
                    <a:pt x="174225" y="335292"/>
                  </a:lnTo>
                  <a:close/>
                  <a:moveTo>
                    <a:pt x="693252" y="960127"/>
                  </a:moveTo>
                  <a:lnTo>
                    <a:pt x="701396" y="996882"/>
                  </a:lnTo>
                  <a:lnTo>
                    <a:pt x="727217" y="979699"/>
                  </a:lnTo>
                  <a:close/>
                  <a:moveTo>
                    <a:pt x="538043" y="780321"/>
                  </a:moveTo>
                  <a:lnTo>
                    <a:pt x="543539" y="813107"/>
                  </a:lnTo>
                  <a:lnTo>
                    <a:pt x="547455" y="812585"/>
                  </a:lnTo>
                  <a:close/>
                  <a:moveTo>
                    <a:pt x="547455" y="812585"/>
                  </a:moveTo>
                  <a:lnTo>
                    <a:pt x="549637" y="813107"/>
                  </a:lnTo>
                  <a:lnTo>
                    <a:pt x="538043" y="780321"/>
                  </a:lnTo>
                  <a:close/>
                  <a:moveTo>
                    <a:pt x="382461" y="572357"/>
                  </a:moveTo>
                  <a:lnTo>
                    <a:pt x="400809" y="582058"/>
                  </a:lnTo>
                  <a:lnTo>
                    <a:pt x="439596" y="565192"/>
                  </a:lnTo>
                  <a:close/>
                  <a:moveTo>
                    <a:pt x="415574" y="571585"/>
                  </a:moveTo>
                  <a:lnTo>
                    <a:pt x="382461" y="572357"/>
                  </a:lnTo>
                  <a:lnTo>
                    <a:pt x="439596" y="565192"/>
                  </a:lnTo>
                  <a:close/>
                  <a:moveTo>
                    <a:pt x="202256" y="300697"/>
                  </a:moveTo>
                  <a:lnTo>
                    <a:pt x="180916" y="317117"/>
                  </a:lnTo>
                  <a:lnTo>
                    <a:pt x="174225" y="335292"/>
                  </a:lnTo>
                  <a:close/>
                  <a:moveTo>
                    <a:pt x="180916" y="317117"/>
                  </a:moveTo>
                  <a:lnTo>
                    <a:pt x="202256" y="300697"/>
                  </a:lnTo>
                  <a:lnTo>
                    <a:pt x="197214" y="298538"/>
                  </a:lnTo>
                  <a:close/>
                  <a:moveTo>
                    <a:pt x="202256" y="300697"/>
                  </a:moveTo>
                  <a:lnTo>
                    <a:pt x="215144" y="281354"/>
                  </a:lnTo>
                  <a:lnTo>
                    <a:pt x="197214" y="298538"/>
                  </a:lnTo>
                  <a:close/>
                  <a:moveTo>
                    <a:pt x="899600" y="1118638"/>
                  </a:moveTo>
                  <a:lnTo>
                    <a:pt x="939137" y="1113583"/>
                  </a:lnTo>
                  <a:lnTo>
                    <a:pt x="930099" y="1076184"/>
                  </a:lnTo>
                  <a:close/>
                  <a:moveTo>
                    <a:pt x="899600" y="1118638"/>
                  </a:moveTo>
                  <a:lnTo>
                    <a:pt x="930099" y="1076184"/>
                  </a:lnTo>
                  <a:lnTo>
                    <a:pt x="896547" y="1076373"/>
                  </a:lnTo>
                  <a:close/>
                  <a:moveTo>
                    <a:pt x="974619" y="1099003"/>
                  </a:moveTo>
                  <a:lnTo>
                    <a:pt x="958956" y="1072780"/>
                  </a:lnTo>
                  <a:lnTo>
                    <a:pt x="976444" y="1110342"/>
                  </a:lnTo>
                  <a:close/>
                  <a:moveTo>
                    <a:pt x="976444" y="1110342"/>
                  </a:moveTo>
                  <a:lnTo>
                    <a:pt x="958956" y="1072780"/>
                  </a:lnTo>
                  <a:lnTo>
                    <a:pt x="930099" y="1076184"/>
                  </a:lnTo>
                  <a:close/>
                  <a:moveTo>
                    <a:pt x="976444" y="1110342"/>
                  </a:moveTo>
                  <a:lnTo>
                    <a:pt x="930099" y="1076184"/>
                  </a:lnTo>
                  <a:lnTo>
                    <a:pt x="939137" y="1113583"/>
                  </a:lnTo>
                  <a:close/>
                  <a:moveTo>
                    <a:pt x="974619" y="1099003"/>
                  </a:moveTo>
                  <a:lnTo>
                    <a:pt x="976444" y="1110342"/>
                  </a:lnTo>
                  <a:lnTo>
                    <a:pt x="980530" y="1109536"/>
                  </a:lnTo>
                  <a:close/>
                  <a:moveTo>
                    <a:pt x="861223" y="1078003"/>
                  </a:moveTo>
                  <a:lnTo>
                    <a:pt x="885650" y="1040486"/>
                  </a:lnTo>
                  <a:lnTo>
                    <a:pt x="849040" y="1043160"/>
                  </a:lnTo>
                  <a:close/>
                  <a:moveTo>
                    <a:pt x="805817" y="1053209"/>
                  </a:moveTo>
                  <a:lnTo>
                    <a:pt x="849040" y="1043160"/>
                  </a:lnTo>
                  <a:lnTo>
                    <a:pt x="830527" y="1030205"/>
                  </a:lnTo>
                  <a:close/>
                  <a:moveTo>
                    <a:pt x="793238" y="927197"/>
                  </a:moveTo>
                  <a:lnTo>
                    <a:pt x="735369" y="902408"/>
                  </a:lnTo>
                  <a:lnTo>
                    <a:pt x="754307" y="931759"/>
                  </a:lnTo>
                  <a:close/>
                  <a:moveTo>
                    <a:pt x="793238" y="927197"/>
                  </a:moveTo>
                  <a:lnTo>
                    <a:pt x="754307" y="931759"/>
                  </a:lnTo>
                  <a:lnTo>
                    <a:pt x="795118" y="926184"/>
                  </a:lnTo>
                  <a:close/>
                  <a:moveTo>
                    <a:pt x="722659" y="906189"/>
                  </a:moveTo>
                  <a:lnTo>
                    <a:pt x="735369" y="902408"/>
                  </a:lnTo>
                  <a:lnTo>
                    <a:pt x="691142" y="882795"/>
                  </a:lnTo>
                  <a:close/>
                  <a:moveTo>
                    <a:pt x="646944" y="745918"/>
                  </a:moveTo>
                  <a:lnTo>
                    <a:pt x="625418" y="795924"/>
                  </a:lnTo>
                  <a:lnTo>
                    <a:pt x="636305" y="778741"/>
                  </a:lnTo>
                  <a:close/>
                  <a:moveTo>
                    <a:pt x="646944" y="745918"/>
                  </a:moveTo>
                  <a:lnTo>
                    <a:pt x="626406" y="765337"/>
                  </a:lnTo>
                  <a:lnTo>
                    <a:pt x="625418" y="795924"/>
                  </a:lnTo>
                  <a:close/>
                  <a:moveTo>
                    <a:pt x="498911" y="566173"/>
                  </a:moveTo>
                  <a:lnTo>
                    <a:pt x="494100" y="558211"/>
                  </a:lnTo>
                  <a:lnTo>
                    <a:pt x="502045" y="598678"/>
                  </a:lnTo>
                  <a:close/>
                  <a:moveTo>
                    <a:pt x="248361" y="266754"/>
                  </a:moveTo>
                  <a:lnTo>
                    <a:pt x="215144" y="281354"/>
                  </a:lnTo>
                  <a:lnTo>
                    <a:pt x="251942" y="265681"/>
                  </a:lnTo>
                  <a:close/>
                  <a:moveTo>
                    <a:pt x="215144" y="281354"/>
                  </a:moveTo>
                  <a:lnTo>
                    <a:pt x="202256" y="300697"/>
                  </a:lnTo>
                  <a:lnTo>
                    <a:pt x="251942" y="265681"/>
                  </a:lnTo>
                  <a:close/>
                  <a:moveTo>
                    <a:pt x="227530" y="270616"/>
                  </a:moveTo>
                  <a:lnTo>
                    <a:pt x="215144" y="281354"/>
                  </a:lnTo>
                  <a:lnTo>
                    <a:pt x="248361" y="266754"/>
                  </a:lnTo>
                  <a:close/>
                  <a:moveTo>
                    <a:pt x="1032725" y="1146291"/>
                  </a:moveTo>
                  <a:lnTo>
                    <a:pt x="1041533" y="1183046"/>
                  </a:lnTo>
                  <a:lnTo>
                    <a:pt x="1083957" y="1165862"/>
                  </a:lnTo>
                  <a:close/>
                  <a:moveTo>
                    <a:pt x="1032725" y="1146291"/>
                  </a:moveTo>
                  <a:lnTo>
                    <a:pt x="1083957" y="1165862"/>
                  </a:lnTo>
                  <a:lnTo>
                    <a:pt x="1050692" y="1129107"/>
                  </a:lnTo>
                  <a:close/>
                  <a:moveTo>
                    <a:pt x="1032725" y="1146291"/>
                  </a:moveTo>
                  <a:lnTo>
                    <a:pt x="1050692" y="1129107"/>
                  </a:lnTo>
                  <a:lnTo>
                    <a:pt x="1016252" y="1130086"/>
                  </a:lnTo>
                  <a:close/>
                  <a:moveTo>
                    <a:pt x="1050692" y="1129107"/>
                  </a:moveTo>
                  <a:lnTo>
                    <a:pt x="1037610" y="1113732"/>
                  </a:lnTo>
                  <a:lnTo>
                    <a:pt x="1016252" y="1130086"/>
                  </a:lnTo>
                  <a:close/>
                  <a:moveTo>
                    <a:pt x="1021750" y="1092352"/>
                  </a:moveTo>
                  <a:lnTo>
                    <a:pt x="1016252" y="1130086"/>
                  </a:lnTo>
                  <a:lnTo>
                    <a:pt x="1037610" y="1113732"/>
                  </a:lnTo>
                  <a:close/>
                  <a:moveTo>
                    <a:pt x="1021750" y="1092352"/>
                  </a:moveTo>
                  <a:lnTo>
                    <a:pt x="980530" y="1109536"/>
                  </a:lnTo>
                  <a:lnTo>
                    <a:pt x="1016252" y="1130086"/>
                  </a:lnTo>
                  <a:close/>
                  <a:moveTo>
                    <a:pt x="737555" y="811137"/>
                  </a:moveTo>
                  <a:lnTo>
                    <a:pt x="784699" y="799898"/>
                  </a:lnTo>
                  <a:lnTo>
                    <a:pt x="767177" y="769395"/>
                  </a:lnTo>
                  <a:close/>
                  <a:moveTo>
                    <a:pt x="737555" y="811137"/>
                  </a:moveTo>
                  <a:lnTo>
                    <a:pt x="767177" y="769395"/>
                  </a:lnTo>
                  <a:lnTo>
                    <a:pt x="728549" y="773711"/>
                  </a:lnTo>
                  <a:close/>
                  <a:moveTo>
                    <a:pt x="692296" y="731349"/>
                  </a:moveTo>
                  <a:lnTo>
                    <a:pt x="649613" y="741986"/>
                  </a:lnTo>
                  <a:lnTo>
                    <a:pt x="646944" y="745918"/>
                  </a:lnTo>
                  <a:close/>
                  <a:moveTo>
                    <a:pt x="655699" y="705231"/>
                  </a:moveTo>
                  <a:lnTo>
                    <a:pt x="692296" y="731349"/>
                  </a:lnTo>
                  <a:lnTo>
                    <a:pt x="679772" y="696784"/>
                  </a:lnTo>
                  <a:close/>
                  <a:moveTo>
                    <a:pt x="649613" y="741986"/>
                  </a:moveTo>
                  <a:lnTo>
                    <a:pt x="692296" y="731349"/>
                  </a:lnTo>
                  <a:lnTo>
                    <a:pt x="655699" y="705231"/>
                  </a:lnTo>
                  <a:close/>
                  <a:moveTo>
                    <a:pt x="692296" y="731349"/>
                  </a:moveTo>
                  <a:lnTo>
                    <a:pt x="715334" y="694961"/>
                  </a:lnTo>
                  <a:lnTo>
                    <a:pt x="679772" y="696784"/>
                  </a:lnTo>
                  <a:close/>
                  <a:moveTo>
                    <a:pt x="494100" y="558211"/>
                  </a:moveTo>
                  <a:lnTo>
                    <a:pt x="498911" y="566173"/>
                  </a:lnTo>
                  <a:lnTo>
                    <a:pt x="498572" y="556755"/>
                  </a:lnTo>
                  <a:close/>
                  <a:moveTo>
                    <a:pt x="498572" y="556755"/>
                  </a:moveTo>
                  <a:lnTo>
                    <a:pt x="498911" y="566173"/>
                  </a:lnTo>
                  <a:lnTo>
                    <a:pt x="523090" y="558211"/>
                  </a:lnTo>
                  <a:close/>
                  <a:moveTo>
                    <a:pt x="486249" y="518834"/>
                  </a:moveTo>
                  <a:lnTo>
                    <a:pt x="485106" y="521456"/>
                  </a:lnTo>
                  <a:lnTo>
                    <a:pt x="482709" y="480157"/>
                  </a:lnTo>
                  <a:close/>
                  <a:moveTo>
                    <a:pt x="335185" y="231551"/>
                  </a:moveTo>
                  <a:lnTo>
                    <a:pt x="304246" y="264171"/>
                  </a:lnTo>
                  <a:lnTo>
                    <a:pt x="322889" y="246988"/>
                  </a:lnTo>
                  <a:close/>
                  <a:moveTo>
                    <a:pt x="1083957" y="1165862"/>
                  </a:moveTo>
                  <a:lnTo>
                    <a:pt x="1100158" y="1198182"/>
                  </a:lnTo>
                  <a:lnTo>
                    <a:pt x="1101090" y="1152677"/>
                  </a:lnTo>
                  <a:close/>
                  <a:moveTo>
                    <a:pt x="1083957" y="1165862"/>
                  </a:moveTo>
                  <a:lnTo>
                    <a:pt x="1083009" y="1202617"/>
                  </a:lnTo>
                  <a:lnTo>
                    <a:pt x="1100158" y="1198182"/>
                  </a:lnTo>
                  <a:close/>
                  <a:moveTo>
                    <a:pt x="1050692" y="1129107"/>
                  </a:moveTo>
                  <a:lnTo>
                    <a:pt x="1083957" y="1165862"/>
                  </a:lnTo>
                  <a:lnTo>
                    <a:pt x="1091053" y="1111924"/>
                  </a:lnTo>
                  <a:close/>
                  <a:moveTo>
                    <a:pt x="1073617" y="1075169"/>
                  </a:moveTo>
                  <a:lnTo>
                    <a:pt x="1037610" y="1113732"/>
                  </a:lnTo>
                  <a:lnTo>
                    <a:pt x="1050692" y="1129107"/>
                  </a:lnTo>
                  <a:close/>
                  <a:moveTo>
                    <a:pt x="1073617" y="1075169"/>
                  </a:moveTo>
                  <a:lnTo>
                    <a:pt x="1050692" y="1129107"/>
                  </a:lnTo>
                  <a:lnTo>
                    <a:pt x="1091053" y="1111924"/>
                  </a:lnTo>
                  <a:close/>
                  <a:moveTo>
                    <a:pt x="354587" y="207884"/>
                  </a:moveTo>
                  <a:lnTo>
                    <a:pt x="335185" y="231551"/>
                  </a:lnTo>
                  <a:lnTo>
                    <a:pt x="322889" y="246988"/>
                  </a:lnTo>
                  <a:close/>
                  <a:moveTo>
                    <a:pt x="385990" y="200717"/>
                  </a:moveTo>
                  <a:lnTo>
                    <a:pt x="356750" y="210232"/>
                  </a:lnTo>
                  <a:lnTo>
                    <a:pt x="335185" y="231551"/>
                  </a:lnTo>
                  <a:close/>
                  <a:moveTo>
                    <a:pt x="385990" y="200717"/>
                  </a:moveTo>
                  <a:lnTo>
                    <a:pt x="335185" y="231551"/>
                  </a:lnTo>
                  <a:lnTo>
                    <a:pt x="354587" y="207884"/>
                  </a:lnTo>
                  <a:close/>
                  <a:moveTo>
                    <a:pt x="1141069" y="1102517"/>
                  </a:moveTo>
                  <a:lnTo>
                    <a:pt x="1099707" y="1109055"/>
                  </a:lnTo>
                  <a:lnTo>
                    <a:pt x="1153527" y="1137135"/>
                  </a:lnTo>
                  <a:close/>
                  <a:moveTo>
                    <a:pt x="1099707" y="1109055"/>
                  </a:moveTo>
                  <a:lnTo>
                    <a:pt x="1124065" y="1071593"/>
                  </a:lnTo>
                  <a:lnTo>
                    <a:pt x="1094710" y="1068370"/>
                  </a:lnTo>
                  <a:close/>
                  <a:moveTo>
                    <a:pt x="1094710" y="1068370"/>
                  </a:moveTo>
                  <a:lnTo>
                    <a:pt x="1112605" y="1036163"/>
                  </a:lnTo>
                  <a:lnTo>
                    <a:pt x="1081869" y="1034063"/>
                  </a:lnTo>
                  <a:close/>
                  <a:moveTo>
                    <a:pt x="667429" y="533881"/>
                  </a:moveTo>
                  <a:lnTo>
                    <a:pt x="684602" y="506661"/>
                  </a:lnTo>
                  <a:lnTo>
                    <a:pt x="664316" y="523844"/>
                  </a:lnTo>
                  <a:close/>
                  <a:moveTo>
                    <a:pt x="689174" y="490606"/>
                  </a:moveTo>
                  <a:lnTo>
                    <a:pt x="664316" y="523844"/>
                  </a:lnTo>
                  <a:lnTo>
                    <a:pt x="684602" y="506661"/>
                  </a:lnTo>
                  <a:close/>
                  <a:moveTo>
                    <a:pt x="689174" y="490606"/>
                  </a:moveTo>
                  <a:lnTo>
                    <a:pt x="669885" y="514697"/>
                  </a:lnTo>
                  <a:lnTo>
                    <a:pt x="664316" y="523844"/>
                  </a:lnTo>
                  <a:close/>
                  <a:moveTo>
                    <a:pt x="718392" y="475272"/>
                  </a:moveTo>
                  <a:lnTo>
                    <a:pt x="669885" y="514697"/>
                  </a:lnTo>
                  <a:lnTo>
                    <a:pt x="689174" y="490606"/>
                  </a:lnTo>
                  <a:close/>
                  <a:moveTo>
                    <a:pt x="410657" y="196737"/>
                  </a:moveTo>
                  <a:lnTo>
                    <a:pt x="385990" y="200717"/>
                  </a:lnTo>
                  <a:lnTo>
                    <a:pt x="354587" y="207884"/>
                  </a:lnTo>
                  <a:close/>
                  <a:moveTo>
                    <a:pt x="447343" y="209322"/>
                  </a:moveTo>
                  <a:lnTo>
                    <a:pt x="423560" y="216609"/>
                  </a:lnTo>
                  <a:lnTo>
                    <a:pt x="385990" y="200717"/>
                  </a:lnTo>
                  <a:close/>
                  <a:moveTo>
                    <a:pt x="475224" y="188987"/>
                  </a:moveTo>
                  <a:lnTo>
                    <a:pt x="423560" y="216609"/>
                  </a:lnTo>
                  <a:lnTo>
                    <a:pt x="447343" y="209322"/>
                  </a:lnTo>
                  <a:close/>
                  <a:moveTo>
                    <a:pt x="870142" y="668909"/>
                  </a:moveTo>
                  <a:lnTo>
                    <a:pt x="907869" y="636497"/>
                  </a:lnTo>
                  <a:lnTo>
                    <a:pt x="877607" y="644300"/>
                  </a:lnTo>
                  <a:close/>
                  <a:moveTo>
                    <a:pt x="927371" y="662097"/>
                  </a:moveTo>
                  <a:lnTo>
                    <a:pt x="907869" y="636497"/>
                  </a:lnTo>
                  <a:lnTo>
                    <a:pt x="870142" y="668909"/>
                  </a:lnTo>
                  <a:close/>
                  <a:moveTo>
                    <a:pt x="907869" y="636497"/>
                  </a:moveTo>
                  <a:lnTo>
                    <a:pt x="913851" y="611547"/>
                  </a:lnTo>
                  <a:lnTo>
                    <a:pt x="877607" y="644300"/>
                  </a:lnTo>
                  <a:close/>
                  <a:moveTo>
                    <a:pt x="804066" y="616926"/>
                  </a:moveTo>
                  <a:lnTo>
                    <a:pt x="822810" y="562987"/>
                  </a:lnTo>
                  <a:lnTo>
                    <a:pt x="789137" y="580171"/>
                  </a:lnTo>
                  <a:close/>
                  <a:moveTo>
                    <a:pt x="689174" y="490606"/>
                  </a:moveTo>
                  <a:lnTo>
                    <a:pt x="706433" y="496120"/>
                  </a:lnTo>
                  <a:lnTo>
                    <a:pt x="740514" y="461774"/>
                  </a:lnTo>
                  <a:close/>
                  <a:moveTo>
                    <a:pt x="643110" y="346749"/>
                  </a:moveTo>
                  <a:lnTo>
                    <a:pt x="597664" y="359641"/>
                  </a:lnTo>
                  <a:lnTo>
                    <a:pt x="588623" y="363818"/>
                  </a:lnTo>
                  <a:close/>
                  <a:moveTo>
                    <a:pt x="643110" y="346749"/>
                  </a:moveTo>
                  <a:lnTo>
                    <a:pt x="588623" y="363818"/>
                  </a:lnTo>
                  <a:lnTo>
                    <a:pt x="614846" y="365650"/>
                  </a:lnTo>
                  <a:close/>
                  <a:moveTo>
                    <a:pt x="615738" y="340619"/>
                  </a:moveTo>
                  <a:lnTo>
                    <a:pt x="597664" y="359641"/>
                  </a:lnTo>
                  <a:lnTo>
                    <a:pt x="637006" y="346486"/>
                  </a:lnTo>
                  <a:close/>
                  <a:moveTo>
                    <a:pt x="628453" y="322886"/>
                  </a:moveTo>
                  <a:lnTo>
                    <a:pt x="637006" y="346486"/>
                  </a:lnTo>
                  <a:lnTo>
                    <a:pt x="646978" y="342457"/>
                  </a:lnTo>
                  <a:close/>
                  <a:moveTo>
                    <a:pt x="451014" y="210354"/>
                  </a:moveTo>
                  <a:lnTo>
                    <a:pt x="475224" y="188987"/>
                  </a:lnTo>
                  <a:lnTo>
                    <a:pt x="447343" y="209322"/>
                  </a:lnTo>
                  <a:close/>
                  <a:moveTo>
                    <a:pt x="451014" y="210354"/>
                  </a:moveTo>
                  <a:lnTo>
                    <a:pt x="496086" y="200799"/>
                  </a:lnTo>
                  <a:lnTo>
                    <a:pt x="475224" y="188987"/>
                  </a:lnTo>
                  <a:close/>
                  <a:moveTo>
                    <a:pt x="496086" y="200799"/>
                  </a:moveTo>
                  <a:lnTo>
                    <a:pt x="451014" y="210354"/>
                  </a:lnTo>
                  <a:lnTo>
                    <a:pt x="511078" y="226832"/>
                  </a:lnTo>
                  <a:close/>
                  <a:moveTo>
                    <a:pt x="955200" y="669935"/>
                  </a:moveTo>
                  <a:lnTo>
                    <a:pt x="932383" y="680835"/>
                  </a:lnTo>
                  <a:lnTo>
                    <a:pt x="903088" y="695882"/>
                  </a:lnTo>
                  <a:close/>
                  <a:moveTo>
                    <a:pt x="994617" y="692733"/>
                  </a:moveTo>
                  <a:lnTo>
                    <a:pt x="936533" y="673252"/>
                  </a:lnTo>
                  <a:lnTo>
                    <a:pt x="932383" y="680835"/>
                  </a:lnTo>
                  <a:close/>
                  <a:moveTo>
                    <a:pt x="927364" y="630936"/>
                  </a:moveTo>
                  <a:lnTo>
                    <a:pt x="927371" y="662097"/>
                  </a:lnTo>
                  <a:lnTo>
                    <a:pt x="976780" y="662597"/>
                  </a:lnTo>
                  <a:close/>
                  <a:moveTo>
                    <a:pt x="913851" y="611547"/>
                  </a:moveTo>
                  <a:lnTo>
                    <a:pt x="907869" y="636497"/>
                  </a:lnTo>
                  <a:lnTo>
                    <a:pt x="927364" y="630936"/>
                  </a:lnTo>
                  <a:close/>
                  <a:moveTo>
                    <a:pt x="841742" y="556875"/>
                  </a:moveTo>
                  <a:lnTo>
                    <a:pt x="822810" y="562987"/>
                  </a:lnTo>
                  <a:lnTo>
                    <a:pt x="860352" y="564466"/>
                  </a:lnTo>
                  <a:close/>
                  <a:moveTo>
                    <a:pt x="841742" y="556875"/>
                  </a:moveTo>
                  <a:lnTo>
                    <a:pt x="863863" y="549224"/>
                  </a:lnTo>
                  <a:lnTo>
                    <a:pt x="831462" y="552661"/>
                  </a:lnTo>
                  <a:close/>
                  <a:moveTo>
                    <a:pt x="689633" y="330790"/>
                  </a:moveTo>
                  <a:lnTo>
                    <a:pt x="646978" y="342457"/>
                  </a:lnTo>
                  <a:lnTo>
                    <a:pt x="669426" y="364876"/>
                  </a:lnTo>
                  <a:close/>
                  <a:moveTo>
                    <a:pt x="733397" y="367046"/>
                  </a:moveTo>
                  <a:lnTo>
                    <a:pt x="699355" y="367633"/>
                  </a:lnTo>
                  <a:lnTo>
                    <a:pt x="741808" y="370405"/>
                  </a:lnTo>
                  <a:close/>
                  <a:moveTo>
                    <a:pt x="646978" y="342457"/>
                  </a:moveTo>
                  <a:lnTo>
                    <a:pt x="689633" y="330790"/>
                  </a:lnTo>
                  <a:lnTo>
                    <a:pt x="658139" y="305702"/>
                  </a:lnTo>
                  <a:close/>
                  <a:moveTo>
                    <a:pt x="648103" y="292718"/>
                  </a:moveTo>
                  <a:lnTo>
                    <a:pt x="661363" y="290417"/>
                  </a:lnTo>
                  <a:lnTo>
                    <a:pt x="658139" y="305702"/>
                  </a:lnTo>
                  <a:close/>
                  <a:moveTo>
                    <a:pt x="551274" y="227767"/>
                  </a:moveTo>
                  <a:lnTo>
                    <a:pt x="537996" y="193816"/>
                  </a:lnTo>
                  <a:lnTo>
                    <a:pt x="513885" y="231075"/>
                  </a:lnTo>
                  <a:close/>
                  <a:moveTo>
                    <a:pt x="597076" y="172872"/>
                  </a:moveTo>
                  <a:lnTo>
                    <a:pt x="592842" y="187173"/>
                  </a:lnTo>
                  <a:lnTo>
                    <a:pt x="621482" y="161071"/>
                  </a:lnTo>
                  <a:close/>
                  <a:moveTo>
                    <a:pt x="582214" y="178254"/>
                  </a:moveTo>
                  <a:lnTo>
                    <a:pt x="592842" y="187173"/>
                  </a:lnTo>
                  <a:lnTo>
                    <a:pt x="597076" y="172872"/>
                  </a:lnTo>
                  <a:close/>
                  <a:moveTo>
                    <a:pt x="582214" y="178254"/>
                  </a:moveTo>
                  <a:lnTo>
                    <a:pt x="597076" y="172872"/>
                  </a:lnTo>
                  <a:lnTo>
                    <a:pt x="586066" y="124316"/>
                  </a:lnTo>
                  <a:close/>
                  <a:moveTo>
                    <a:pt x="575021" y="120543"/>
                  </a:moveTo>
                  <a:lnTo>
                    <a:pt x="593658" y="94018"/>
                  </a:lnTo>
                  <a:lnTo>
                    <a:pt x="596264" y="104744"/>
                  </a:lnTo>
                  <a:close/>
                  <a:moveTo>
                    <a:pt x="593658" y="94018"/>
                  </a:moveTo>
                  <a:lnTo>
                    <a:pt x="595182" y="87561"/>
                  </a:lnTo>
                  <a:lnTo>
                    <a:pt x="596264" y="104744"/>
                  </a:lnTo>
                  <a:close/>
                  <a:moveTo>
                    <a:pt x="754848" y="198374"/>
                  </a:moveTo>
                  <a:lnTo>
                    <a:pt x="749102" y="220036"/>
                  </a:lnTo>
                  <a:lnTo>
                    <a:pt x="764404" y="180642"/>
                  </a:lnTo>
                  <a:close/>
                  <a:moveTo>
                    <a:pt x="764404" y="180642"/>
                  </a:moveTo>
                  <a:lnTo>
                    <a:pt x="749102" y="220036"/>
                  </a:lnTo>
                  <a:lnTo>
                    <a:pt x="755818" y="217397"/>
                  </a:lnTo>
                  <a:close/>
                  <a:moveTo>
                    <a:pt x="749102" y="220036"/>
                  </a:moveTo>
                  <a:lnTo>
                    <a:pt x="753197" y="220570"/>
                  </a:lnTo>
                  <a:lnTo>
                    <a:pt x="755818" y="217397"/>
                  </a:lnTo>
                  <a:close/>
                  <a:moveTo>
                    <a:pt x="637196" y="36013"/>
                  </a:moveTo>
                  <a:lnTo>
                    <a:pt x="595182" y="87561"/>
                  </a:lnTo>
                  <a:lnTo>
                    <a:pt x="613775" y="70377"/>
                  </a:lnTo>
                  <a:close/>
                  <a:moveTo>
                    <a:pt x="876056" y="306191"/>
                  </a:moveTo>
                  <a:lnTo>
                    <a:pt x="845888" y="317972"/>
                  </a:lnTo>
                  <a:lnTo>
                    <a:pt x="896213" y="285345"/>
                  </a:lnTo>
                  <a:close/>
                  <a:moveTo>
                    <a:pt x="876056" y="306191"/>
                  </a:moveTo>
                  <a:lnTo>
                    <a:pt x="896213" y="285345"/>
                  </a:lnTo>
                  <a:lnTo>
                    <a:pt x="896292" y="290907"/>
                  </a:lnTo>
                  <a:close/>
                  <a:moveTo>
                    <a:pt x="896213" y="285345"/>
                  </a:moveTo>
                  <a:lnTo>
                    <a:pt x="904556" y="273724"/>
                  </a:lnTo>
                  <a:lnTo>
                    <a:pt x="896292" y="290907"/>
                  </a:lnTo>
                  <a:close/>
                  <a:moveTo>
                    <a:pt x="764404" y="180642"/>
                  </a:moveTo>
                  <a:lnTo>
                    <a:pt x="755818" y="217397"/>
                  </a:lnTo>
                  <a:lnTo>
                    <a:pt x="776325" y="200214"/>
                  </a:lnTo>
                  <a:close/>
                  <a:moveTo>
                    <a:pt x="787930" y="129646"/>
                  </a:moveTo>
                  <a:lnTo>
                    <a:pt x="764404" y="180642"/>
                  </a:lnTo>
                  <a:lnTo>
                    <a:pt x="785890" y="163459"/>
                  </a:lnTo>
                  <a:close/>
                  <a:moveTo>
                    <a:pt x="787930" y="129646"/>
                  </a:moveTo>
                  <a:lnTo>
                    <a:pt x="769752" y="157889"/>
                  </a:lnTo>
                  <a:lnTo>
                    <a:pt x="764404" y="180642"/>
                  </a:lnTo>
                  <a:close/>
                  <a:moveTo>
                    <a:pt x="769752" y="157889"/>
                  </a:moveTo>
                  <a:lnTo>
                    <a:pt x="787930" y="129646"/>
                  </a:lnTo>
                  <a:lnTo>
                    <a:pt x="769096" y="143887"/>
                  </a:lnTo>
                  <a:close/>
                  <a:moveTo>
                    <a:pt x="787930" y="129646"/>
                  </a:moveTo>
                  <a:lnTo>
                    <a:pt x="788376" y="126704"/>
                  </a:lnTo>
                  <a:lnTo>
                    <a:pt x="769096" y="143887"/>
                  </a:lnTo>
                  <a:close/>
                  <a:moveTo>
                    <a:pt x="637196" y="36013"/>
                  </a:moveTo>
                  <a:lnTo>
                    <a:pt x="661029" y="28914"/>
                  </a:lnTo>
                  <a:lnTo>
                    <a:pt x="652942" y="33622"/>
                  </a:lnTo>
                  <a:close/>
                  <a:moveTo>
                    <a:pt x="661029" y="28914"/>
                  </a:moveTo>
                  <a:lnTo>
                    <a:pt x="681232" y="16439"/>
                  </a:lnTo>
                  <a:lnTo>
                    <a:pt x="652942" y="33622"/>
                  </a:lnTo>
                  <a:close/>
                  <a:moveTo>
                    <a:pt x="942345" y="237042"/>
                  </a:moveTo>
                  <a:lnTo>
                    <a:pt x="904556" y="273724"/>
                  </a:lnTo>
                  <a:lnTo>
                    <a:pt x="929480" y="256540"/>
                  </a:lnTo>
                  <a:close/>
                  <a:moveTo>
                    <a:pt x="942345" y="237042"/>
                  </a:moveTo>
                  <a:lnTo>
                    <a:pt x="970256" y="219786"/>
                  </a:lnTo>
                  <a:lnTo>
                    <a:pt x="918951" y="236969"/>
                  </a:lnTo>
                  <a:close/>
                  <a:moveTo>
                    <a:pt x="822694" y="146275"/>
                  </a:moveTo>
                  <a:lnTo>
                    <a:pt x="788706" y="125433"/>
                  </a:lnTo>
                  <a:lnTo>
                    <a:pt x="788376" y="126704"/>
                  </a:lnTo>
                  <a:close/>
                  <a:moveTo>
                    <a:pt x="788376" y="126704"/>
                  </a:moveTo>
                  <a:lnTo>
                    <a:pt x="787930" y="129646"/>
                  </a:lnTo>
                  <a:lnTo>
                    <a:pt x="822694" y="146275"/>
                  </a:lnTo>
                  <a:close/>
                  <a:moveTo>
                    <a:pt x="689389" y="10371"/>
                  </a:moveTo>
                  <a:lnTo>
                    <a:pt x="681232" y="16439"/>
                  </a:lnTo>
                  <a:lnTo>
                    <a:pt x="697194" y="11413"/>
                  </a:lnTo>
                  <a:close/>
                  <a:moveTo>
                    <a:pt x="742442" y="1716"/>
                  </a:moveTo>
                  <a:lnTo>
                    <a:pt x="697194" y="11413"/>
                  </a:lnTo>
                  <a:lnTo>
                    <a:pt x="745667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32" name="Input_density__123">
              <a:extLst>
                <a:ext uri="{FF2B5EF4-FFF2-40B4-BE49-F238E27FC236}">
                  <a16:creationId xmlns:a16="http://schemas.microsoft.com/office/drawing/2014/main" id="{FBA78241-15D7-5BF0-BFD8-A94B3E2D687A}"/>
                </a:ext>
              </a:extLst>
            </p:cNvPr>
            <p:cNvSpPr>
              <a:spLocks noGrp="1"/>
            </p:cNvSpPr>
            <p:nvPr/>
          </p:nvSpPr>
          <p:spPr>
            <a:xfrm>
              <a:off x="945874" y="1610289"/>
              <a:ext cx="933498" cy="1378099"/>
            </a:xfrm>
            <a:custGeom>
              <a:avLst/>
              <a:gdLst/>
              <a:ahLst/>
              <a:cxnLst/>
              <a:rect l="0" t="0" r="0" b="0"/>
              <a:pathLst>
                <a:path w="933498" h="1378099">
                  <a:moveTo>
                    <a:pt x="295330" y="1378099"/>
                  </a:moveTo>
                  <a:lnTo>
                    <a:pt x="296171" y="1377764"/>
                  </a:lnTo>
                  <a:lnTo>
                    <a:pt x="303131" y="1324160"/>
                  </a:lnTo>
                  <a:close/>
                  <a:moveTo>
                    <a:pt x="296171" y="1377764"/>
                  </a:moveTo>
                  <a:lnTo>
                    <a:pt x="300074" y="1378099"/>
                  </a:lnTo>
                  <a:lnTo>
                    <a:pt x="308636" y="1330034"/>
                  </a:lnTo>
                  <a:close/>
                  <a:moveTo>
                    <a:pt x="10774" y="1030120"/>
                  </a:moveTo>
                  <a:lnTo>
                    <a:pt x="2676" y="1006370"/>
                  </a:lnTo>
                  <a:lnTo>
                    <a:pt x="13786" y="1042085"/>
                  </a:lnTo>
                  <a:close/>
                  <a:moveTo>
                    <a:pt x="10774" y="1030120"/>
                  </a:moveTo>
                  <a:lnTo>
                    <a:pt x="0" y="993366"/>
                  </a:lnTo>
                  <a:lnTo>
                    <a:pt x="2676" y="1006370"/>
                  </a:lnTo>
                  <a:close/>
                  <a:moveTo>
                    <a:pt x="346683" y="1319040"/>
                  </a:moveTo>
                  <a:lnTo>
                    <a:pt x="308636" y="1330034"/>
                  </a:lnTo>
                  <a:lnTo>
                    <a:pt x="346973" y="1348795"/>
                  </a:lnTo>
                  <a:close/>
                  <a:moveTo>
                    <a:pt x="163771" y="1046162"/>
                  </a:moveTo>
                  <a:lnTo>
                    <a:pt x="152032" y="995754"/>
                  </a:lnTo>
                  <a:lnTo>
                    <a:pt x="126325" y="1004769"/>
                  </a:lnTo>
                  <a:close/>
                  <a:moveTo>
                    <a:pt x="163771" y="1046162"/>
                  </a:moveTo>
                  <a:lnTo>
                    <a:pt x="126325" y="1004769"/>
                  </a:lnTo>
                  <a:lnTo>
                    <a:pt x="131839" y="1045033"/>
                  </a:lnTo>
                  <a:close/>
                  <a:moveTo>
                    <a:pt x="93211" y="939427"/>
                  </a:moveTo>
                  <a:lnTo>
                    <a:pt x="125332" y="950581"/>
                  </a:lnTo>
                  <a:lnTo>
                    <a:pt x="118956" y="958999"/>
                  </a:lnTo>
                  <a:close/>
                  <a:moveTo>
                    <a:pt x="125332" y="950581"/>
                  </a:moveTo>
                  <a:lnTo>
                    <a:pt x="107866" y="930281"/>
                  </a:lnTo>
                  <a:lnTo>
                    <a:pt x="130389" y="958999"/>
                  </a:lnTo>
                  <a:close/>
                  <a:moveTo>
                    <a:pt x="99731" y="951068"/>
                  </a:moveTo>
                  <a:lnTo>
                    <a:pt x="125302" y="960854"/>
                  </a:lnTo>
                  <a:lnTo>
                    <a:pt x="130389" y="958999"/>
                  </a:lnTo>
                  <a:close/>
                  <a:moveTo>
                    <a:pt x="106922" y="939427"/>
                  </a:moveTo>
                  <a:lnTo>
                    <a:pt x="115893" y="915288"/>
                  </a:lnTo>
                  <a:lnTo>
                    <a:pt x="121835" y="885489"/>
                  </a:lnTo>
                  <a:close/>
                  <a:moveTo>
                    <a:pt x="121835" y="885489"/>
                  </a:moveTo>
                  <a:lnTo>
                    <a:pt x="133539" y="909410"/>
                  </a:lnTo>
                  <a:lnTo>
                    <a:pt x="140887" y="905060"/>
                  </a:lnTo>
                  <a:close/>
                  <a:moveTo>
                    <a:pt x="157379" y="868305"/>
                  </a:moveTo>
                  <a:lnTo>
                    <a:pt x="102591" y="848734"/>
                  </a:lnTo>
                  <a:lnTo>
                    <a:pt x="121835" y="885489"/>
                  </a:lnTo>
                  <a:close/>
                  <a:moveTo>
                    <a:pt x="460037" y="1199100"/>
                  </a:moveTo>
                  <a:lnTo>
                    <a:pt x="493238" y="1233299"/>
                  </a:lnTo>
                  <a:lnTo>
                    <a:pt x="505996" y="1218672"/>
                  </a:lnTo>
                  <a:close/>
                  <a:moveTo>
                    <a:pt x="120746" y="794795"/>
                  </a:moveTo>
                  <a:lnTo>
                    <a:pt x="143469" y="740857"/>
                  </a:lnTo>
                  <a:lnTo>
                    <a:pt x="99754" y="758040"/>
                  </a:lnTo>
                  <a:close/>
                  <a:moveTo>
                    <a:pt x="505996" y="1218672"/>
                  </a:moveTo>
                  <a:lnTo>
                    <a:pt x="497594" y="1232870"/>
                  </a:lnTo>
                  <a:lnTo>
                    <a:pt x="522611" y="1246911"/>
                  </a:lnTo>
                  <a:close/>
                  <a:moveTo>
                    <a:pt x="158599" y="737137"/>
                  </a:moveTo>
                  <a:lnTo>
                    <a:pt x="143469" y="740857"/>
                  </a:lnTo>
                  <a:lnTo>
                    <a:pt x="180320" y="742970"/>
                  </a:lnTo>
                  <a:close/>
                  <a:moveTo>
                    <a:pt x="152586" y="735485"/>
                  </a:moveTo>
                  <a:lnTo>
                    <a:pt x="143469" y="740857"/>
                  </a:lnTo>
                  <a:lnTo>
                    <a:pt x="158599" y="737137"/>
                  </a:lnTo>
                  <a:close/>
                  <a:moveTo>
                    <a:pt x="158599" y="737137"/>
                  </a:moveTo>
                  <a:lnTo>
                    <a:pt x="159517" y="740857"/>
                  </a:lnTo>
                  <a:lnTo>
                    <a:pt x="152586" y="735485"/>
                  </a:lnTo>
                  <a:close/>
                  <a:moveTo>
                    <a:pt x="87145" y="522715"/>
                  </a:moveTo>
                  <a:lnTo>
                    <a:pt x="81251" y="485961"/>
                  </a:lnTo>
                  <a:lnTo>
                    <a:pt x="77219" y="525385"/>
                  </a:lnTo>
                  <a:close/>
                  <a:moveTo>
                    <a:pt x="740941" y="1151707"/>
                  </a:moveTo>
                  <a:lnTo>
                    <a:pt x="682722" y="1154819"/>
                  </a:lnTo>
                  <a:lnTo>
                    <a:pt x="710366" y="1161968"/>
                  </a:lnTo>
                  <a:close/>
                  <a:moveTo>
                    <a:pt x="639630" y="1109167"/>
                  </a:moveTo>
                  <a:lnTo>
                    <a:pt x="601827" y="1101519"/>
                  </a:lnTo>
                  <a:lnTo>
                    <a:pt x="628791" y="1110795"/>
                  </a:lnTo>
                  <a:close/>
                  <a:moveTo>
                    <a:pt x="636440" y="1067014"/>
                  </a:moveTo>
                  <a:lnTo>
                    <a:pt x="608323" y="1062784"/>
                  </a:lnTo>
                  <a:lnTo>
                    <a:pt x="639630" y="1109167"/>
                  </a:lnTo>
                  <a:close/>
                  <a:moveTo>
                    <a:pt x="636440" y="1067014"/>
                  </a:moveTo>
                  <a:lnTo>
                    <a:pt x="591841" y="1031436"/>
                  </a:lnTo>
                  <a:lnTo>
                    <a:pt x="608323" y="1062784"/>
                  </a:lnTo>
                  <a:close/>
                  <a:moveTo>
                    <a:pt x="564273" y="989480"/>
                  </a:moveTo>
                  <a:lnTo>
                    <a:pt x="531200" y="1037285"/>
                  </a:lnTo>
                  <a:lnTo>
                    <a:pt x="561363" y="1029126"/>
                  </a:lnTo>
                  <a:close/>
                  <a:moveTo>
                    <a:pt x="319321" y="732484"/>
                  </a:moveTo>
                  <a:lnTo>
                    <a:pt x="314117" y="689307"/>
                  </a:lnTo>
                  <a:lnTo>
                    <a:pt x="280158" y="692487"/>
                  </a:lnTo>
                  <a:close/>
                  <a:moveTo>
                    <a:pt x="280158" y="692487"/>
                  </a:moveTo>
                  <a:lnTo>
                    <a:pt x="307465" y="652629"/>
                  </a:lnTo>
                  <a:lnTo>
                    <a:pt x="254420" y="668665"/>
                  </a:lnTo>
                  <a:close/>
                  <a:moveTo>
                    <a:pt x="307465" y="652629"/>
                  </a:moveTo>
                  <a:lnTo>
                    <a:pt x="320216" y="689307"/>
                  </a:lnTo>
                  <a:lnTo>
                    <a:pt x="343122" y="695475"/>
                  </a:lnTo>
                  <a:close/>
                  <a:moveTo>
                    <a:pt x="284500" y="615797"/>
                  </a:moveTo>
                  <a:lnTo>
                    <a:pt x="269124" y="633423"/>
                  </a:lnTo>
                  <a:lnTo>
                    <a:pt x="292565" y="619995"/>
                  </a:lnTo>
                  <a:close/>
                  <a:moveTo>
                    <a:pt x="237251" y="615797"/>
                  </a:moveTo>
                  <a:lnTo>
                    <a:pt x="259241" y="596472"/>
                  </a:lnTo>
                  <a:lnTo>
                    <a:pt x="229932" y="616738"/>
                  </a:lnTo>
                  <a:close/>
                  <a:moveTo>
                    <a:pt x="229932" y="616738"/>
                  </a:moveTo>
                  <a:lnTo>
                    <a:pt x="259241" y="596472"/>
                  </a:lnTo>
                  <a:lnTo>
                    <a:pt x="248432" y="584039"/>
                  </a:lnTo>
                  <a:close/>
                  <a:moveTo>
                    <a:pt x="229932" y="616738"/>
                  </a:moveTo>
                  <a:lnTo>
                    <a:pt x="248432" y="584039"/>
                  </a:lnTo>
                  <a:lnTo>
                    <a:pt x="209151" y="588886"/>
                  </a:lnTo>
                  <a:close/>
                  <a:moveTo>
                    <a:pt x="259241" y="596472"/>
                  </a:moveTo>
                  <a:lnTo>
                    <a:pt x="284500" y="615797"/>
                  </a:lnTo>
                  <a:lnTo>
                    <a:pt x="248432" y="584039"/>
                  </a:lnTo>
                  <a:close/>
                  <a:moveTo>
                    <a:pt x="284500" y="615797"/>
                  </a:moveTo>
                  <a:lnTo>
                    <a:pt x="292565" y="619995"/>
                  </a:lnTo>
                  <a:lnTo>
                    <a:pt x="248432" y="584039"/>
                  </a:lnTo>
                  <a:close/>
                  <a:moveTo>
                    <a:pt x="471974" y="873082"/>
                  </a:moveTo>
                  <a:lnTo>
                    <a:pt x="463830" y="836327"/>
                  </a:lnTo>
                  <a:lnTo>
                    <a:pt x="474057" y="849281"/>
                  </a:lnTo>
                  <a:close/>
                  <a:moveTo>
                    <a:pt x="761385" y="1131935"/>
                  </a:moveTo>
                  <a:lnTo>
                    <a:pt x="710366" y="1161968"/>
                  </a:lnTo>
                  <a:lnTo>
                    <a:pt x="729669" y="1137929"/>
                  </a:lnTo>
                  <a:close/>
                  <a:moveTo>
                    <a:pt x="471974" y="873082"/>
                  </a:moveTo>
                  <a:lnTo>
                    <a:pt x="500421" y="909837"/>
                  </a:lnTo>
                  <a:lnTo>
                    <a:pt x="525111" y="892653"/>
                  </a:lnTo>
                  <a:close/>
                  <a:moveTo>
                    <a:pt x="461720" y="758995"/>
                  </a:moveTo>
                  <a:lnTo>
                    <a:pt x="446053" y="755465"/>
                  </a:lnTo>
                  <a:lnTo>
                    <a:pt x="493237" y="782388"/>
                  </a:lnTo>
                  <a:close/>
                  <a:moveTo>
                    <a:pt x="314117" y="689307"/>
                  </a:moveTo>
                  <a:lnTo>
                    <a:pt x="318435" y="693211"/>
                  </a:lnTo>
                  <a:lnTo>
                    <a:pt x="318033" y="688784"/>
                  </a:lnTo>
                  <a:close/>
                  <a:moveTo>
                    <a:pt x="318033" y="688784"/>
                  </a:moveTo>
                  <a:lnTo>
                    <a:pt x="318435" y="693211"/>
                  </a:lnTo>
                  <a:lnTo>
                    <a:pt x="320216" y="689307"/>
                  </a:lnTo>
                  <a:close/>
                  <a:moveTo>
                    <a:pt x="396931" y="635368"/>
                  </a:moveTo>
                  <a:lnTo>
                    <a:pt x="395634" y="679873"/>
                  </a:lnTo>
                  <a:lnTo>
                    <a:pt x="396984" y="641537"/>
                  </a:lnTo>
                  <a:close/>
                  <a:moveTo>
                    <a:pt x="237251" y="615797"/>
                  </a:moveTo>
                  <a:lnTo>
                    <a:pt x="269124" y="633423"/>
                  </a:lnTo>
                  <a:lnTo>
                    <a:pt x="270410" y="610918"/>
                  </a:lnTo>
                  <a:close/>
                  <a:moveTo>
                    <a:pt x="259241" y="596472"/>
                  </a:moveTo>
                  <a:lnTo>
                    <a:pt x="237251" y="615797"/>
                  </a:lnTo>
                  <a:lnTo>
                    <a:pt x="270410" y="610918"/>
                  </a:lnTo>
                  <a:close/>
                  <a:moveTo>
                    <a:pt x="270410" y="610918"/>
                  </a:moveTo>
                  <a:lnTo>
                    <a:pt x="269124" y="633423"/>
                  </a:lnTo>
                  <a:lnTo>
                    <a:pt x="284500" y="615797"/>
                  </a:lnTo>
                  <a:close/>
                  <a:moveTo>
                    <a:pt x="270410" y="610918"/>
                  </a:moveTo>
                  <a:lnTo>
                    <a:pt x="284500" y="615797"/>
                  </a:lnTo>
                  <a:lnTo>
                    <a:pt x="259241" y="596472"/>
                  </a:lnTo>
                  <a:close/>
                  <a:moveTo>
                    <a:pt x="140809" y="456029"/>
                  </a:moveTo>
                  <a:lnTo>
                    <a:pt x="171387" y="458258"/>
                  </a:lnTo>
                  <a:lnTo>
                    <a:pt x="153039" y="448556"/>
                  </a:lnTo>
                  <a:close/>
                  <a:moveTo>
                    <a:pt x="767760" y="1113183"/>
                  </a:moveTo>
                  <a:lnTo>
                    <a:pt x="784514" y="1122201"/>
                  </a:lnTo>
                  <a:lnTo>
                    <a:pt x="763736" y="1107195"/>
                  </a:lnTo>
                  <a:close/>
                  <a:moveTo>
                    <a:pt x="767760" y="1113183"/>
                  </a:moveTo>
                  <a:lnTo>
                    <a:pt x="763736" y="1107195"/>
                  </a:lnTo>
                  <a:lnTo>
                    <a:pt x="764015" y="1076428"/>
                  </a:lnTo>
                  <a:close/>
                  <a:moveTo>
                    <a:pt x="747022" y="986541"/>
                  </a:moveTo>
                  <a:lnTo>
                    <a:pt x="734483" y="1031351"/>
                  </a:lnTo>
                  <a:lnTo>
                    <a:pt x="751109" y="985735"/>
                  </a:lnTo>
                  <a:close/>
                  <a:moveTo>
                    <a:pt x="633647" y="1002918"/>
                  </a:moveTo>
                  <a:lnTo>
                    <a:pt x="664488" y="1018807"/>
                  </a:lnTo>
                  <a:lnTo>
                    <a:pt x="670179" y="994838"/>
                  </a:lnTo>
                  <a:close/>
                  <a:moveTo>
                    <a:pt x="709715" y="989783"/>
                  </a:moveTo>
                  <a:lnTo>
                    <a:pt x="664488" y="1018807"/>
                  </a:lnTo>
                  <a:lnTo>
                    <a:pt x="700723" y="1029706"/>
                  </a:lnTo>
                  <a:close/>
                  <a:moveTo>
                    <a:pt x="709715" y="989783"/>
                  </a:moveTo>
                  <a:lnTo>
                    <a:pt x="670179" y="994838"/>
                  </a:lnTo>
                  <a:lnTo>
                    <a:pt x="664488" y="1018807"/>
                  </a:lnTo>
                  <a:close/>
                  <a:moveTo>
                    <a:pt x="747022" y="986541"/>
                  </a:moveTo>
                  <a:lnTo>
                    <a:pt x="709715" y="989783"/>
                  </a:lnTo>
                  <a:lnTo>
                    <a:pt x="700723" y="1029706"/>
                  </a:lnTo>
                  <a:close/>
                  <a:moveTo>
                    <a:pt x="631801" y="954202"/>
                  </a:moveTo>
                  <a:lnTo>
                    <a:pt x="667126" y="952572"/>
                  </a:lnTo>
                  <a:lnTo>
                    <a:pt x="656228" y="916685"/>
                  </a:lnTo>
                  <a:close/>
                  <a:moveTo>
                    <a:pt x="700677" y="952384"/>
                  </a:moveTo>
                  <a:lnTo>
                    <a:pt x="674320" y="930991"/>
                  </a:lnTo>
                  <a:lnTo>
                    <a:pt x="656228" y="916685"/>
                  </a:lnTo>
                  <a:close/>
                  <a:moveTo>
                    <a:pt x="667126" y="952572"/>
                  </a:moveTo>
                  <a:lnTo>
                    <a:pt x="700677" y="952384"/>
                  </a:lnTo>
                  <a:lnTo>
                    <a:pt x="656228" y="916685"/>
                  </a:lnTo>
                  <a:close/>
                  <a:moveTo>
                    <a:pt x="619618" y="919360"/>
                  </a:moveTo>
                  <a:lnTo>
                    <a:pt x="656228" y="916685"/>
                  </a:lnTo>
                  <a:lnTo>
                    <a:pt x="636894" y="915634"/>
                  </a:lnTo>
                  <a:close/>
                  <a:moveTo>
                    <a:pt x="565696" y="802383"/>
                  </a:moveTo>
                  <a:lnTo>
                    <a:pt x="552413" y="819143"/>
                  </a:lnTo>
                  <a:lnTo>
                    <a:pt x="563816" y="803396"/>
                  </a:lnTo>
                  <a:close/>
                  <a:moveTo>
                    <a:pt x="564782" y="798967"/>
                  </a:moveTo>
                  <a:lnTo>
                    <a:pt x="547470" y="765205"/>
                  </a:lnTo>
                  <a:lnTo>
                    <a:pt x="563816" y="803396"/>
                  </a:lnTo>
                  <a:close/>
                  <a:moveTo>
                    <a:pt x="563816" y="803396"/>
                  </a:moveTo>
                  <a:lnTo>
                    <a:pt x="547470" y="765205"/>
                  </a:lnTo>
                  <a:lnTo>
                    <a:pt x="505947" y="778608"/>
                  </a:lnTo>
                  <a:close/>
                  <a:moveTo>
                    <a:pt x="552413" y="819143"/>
                  </a:moveTo>
                  <a:lnTo>
                    <a:pt x="564782" y="798967"/>
                  </a:lnTo>
                  <a:lnTo>
                    <a:pt x="563816" y="803396"/>
                  </a:lnTo>
                  <a:close/>
                  <a:moveTo>
                    <a:pt x="461720" y="758995"/>
                  </a:moveTo>
                  <a:lnTo>
                    <a:pt x="505947" y="778608"/>
                  </a:lnTo>
                  <a:lnTo>
                    <a:pt x="515220" y="738237"/>
                  </a:lnTo>
                  <a:close/>
                  <a:moveTo>
                    <a:pt x="505947" y="778608"/>
                  </a:moveTo>
                  <a:lnTo>
                    <a:pt x="547470" y="765205"/>
                  </a:lnTo>
                  <a:lnTo>
                    <a:pt x="515220" y="738237"/>
                  </a:lnTo>
                  <a:close/>
                  <a:moveTo>
                    <a:pt x="269489" y="442373"/>
                  </a:moveTo>
                  <a:lnTo>
                    <a:pt x="300143" y="434846"/>
                  </a:lnTo>
                  <a:lnTo>
                    <a:pt x="293668" y="434410"/>
                  </a:lnTo>
                  <a:close/>
                  <a:moveTo>
                    <a:pt x="656651" y="797086"/>
                  </a:moveTo>
                  <a:lnTo>
                    <a:pt x="689587" y="821532"/>
                  </a:lnTo>
                  <a:lnTo>
                    <a:pt x="645964" y="790788"/>
                  </a:lnTo>
                  <a:close/>
                  <a:moveTo>
                    <a:pt x="547470" y="765205"/>
                  </a:moveTo>
                  <a:lnTo>
                    <a:pt x="564782" y="798967"/>
                  </a:lnTo>
                  <a:lnTo>
                    <a:pt x="560701" y="761182"/>
                  </a:lnTo>
                  <a:close/>
                  <a:moveTo>
                    <a:pt x="516618" y="725185"/>
                  </a:moveTo>
                  <a:lnTo>
                    <a:pt x="555277" y="676097"/>
                  </a:lnTo>
                  <a:lnTo>
                    <a:pt x="508133" y="687336"/>
                  </a:lnTo>
                  <a:close/>
                  <a:moveTo>
                    <a:pt x="478029" y="684722"/>
                  </a:moveTo>
                  <a:lnTo>
                    <a:pt x="508133" y="687336"/>
                  </a:lnTo>
                  <a:lnTo>
                    <a:pt x="499127" y="649911"/>
                  </a:lnTo>
                  <a:close/>
                  <a:moveTo>
                    <a:pt x="470620" y="645998"/>
                  </a:moveTo>
                  <a:lnTo>
                    <a:pt x="499127" y="649911"/>
                  </a:lnTo>
                  <a:lnTo>
                    <a:pt x="496099" y="607625"/>
                  </a:lnTo>
                  <a:close/>
                  <a:moveTo>
                    <a:pt x="470620" y="645998"/>
                  </a:moveTo>
                  <a:lnTo>
                    <a:pt x="496099" y="607625"/>
                  </a:lnTo>
                  <a:lnTo>
                    <a:pt x="462874" y="607548"/>
                  </a:lnTo>
                  <a:close/>
                  <a:moveTo>
                    <a:pt x="462874" y="607548"/>
                  </a:moveTo>
                  <a:lnTo>
                    <a:pt x="496099" y="607625"/>
                  </a:lnTo>
                  <a:lnTo>
                    <a:pt x="485912" y="571160"/>
                  </a:lnTo>
                  <a:close/>
                  <a:moveTo>
                    <a:pt x="293668" y="434410"/>
                  </a:moveTo>
                  <a:lnTo>
                    <a:pt x="300296" y="432977"/>
                  </a:lnTo>
                  <a:lnTo>
                    <a:pt x="269151" y="432954"/>
                  </a:lnTo>
                  <a:close/>
                  <a:moveTo>
                    <a:pt x="871669" y="1028877"/>
                  </a:moveTo>
                  <a:lnTo>
                    <a:pt x="870736" y="1074382"/>
                  </a:lnTo>
                  <a:lnTo>
                    <a:pt x="897611" y="1075116"/>
                  </a:lnTo>
                  <a:close/>
                  <a:moveTo>
                    <a:pt x="876812" y="1024878"/>
                  </a:moveTo>
                  <a:lnTo>
                    <a:pt x="871669" y="1028877"/>
                  </a:lnTo>
                  <a:lnTo>
                    <a:pt x="897611" y="1075116"/>
                  </a:lnTo>
                  <a:close/>
                  <a:moveTo>
                    <a:pt x="924105" y="1013335"/>
                  </a:moveTo>
                  <a:lnTo>
                    <a:pt x="933498" y="988040"/>
                  </a:lnTo>
                  <a:lnTo>
                    <a:pt x="911647" y="978716"/>
                  </a:lnTo>
                  <a:close/>
                  <a:moveTo>
                    <a:pt x="870285" y="985254"/>
                  </a:moveTo>
                  <a:lnTo>
                    <a:pt x="911647" y="978716"/>
                  </a:lnTo>
                  <a:lnTo>
                    <a:pt x="894644" y="947792"/>
                  </a:lnTo>
                  <a:close/>
                  <a:moveTo>
                    <a:pt x="865288" y="944570"/>
                  </a:moveTo>
                  <a:lnTo>
                    <a:pt x="894644" y="947792"/>
                  </a:lnTo>
                  <a:lnTo>
                    <a:pt x="883184" y="912362"/>
                  </a:lnTo>
                  <a:close/>
                  <a:moveTo>
                    <a:pt x="217921" y="85522"/>
                  </a:moveTo>
                  <a:lnTo>
                    <a:pt x="156568" y="76917"/>
                  </a:lnTo>
                  <a:lnTo>
                    <a:pt x="181236" y="72937"/>
                  </a:lnTo>
                  <a:close/>
                  <a:moveTo>
                    <a:pt x="713877" y="603390"/>
                  </a:moveTo>
                  <a:lnTo>
                    <a:pt x="702961" y="557034"/>
                  </a:lnTo>
                  <a:lnTo>
                    <a:pt x="707111" y="549452"/>
                  </a:lnTo>
                  <a:close/>
                  <a:moveTo>
                    <a:pt x="623386" y="529880"/>
                  </a:moveTo>
                  <a:lnTo>
                    <a:pt x="640720" y="545108"/>
                  </a:lnTo>
                  <a:lnTo>
                    <a:pt x="648185" y="520500"/>
                  </a:lnTo>
                  <a:close/>
                  <a:moveTo>
                    <a:pt x="574644" y="493125"/>
                  </a:moveTo>
                  <a:lnTo>
                    <a:pt x="577029" y="459925"/>
                  </a:lnTo>
                  <a:lnTo>
                    <a:pt x="593388" y="439187"/>
                  </a:lnTo>
                  <a:close/>
                  <a:moveTo>
                    <a:pt x="488970" y="351472"/>
                  </a:moveTo>
                  <a:lnTo>
                    <a:pt x="459752" y="366806"/>
                  </a:lnTo>
                  <a:lnTo>
                    <a:pt x="511092" y="337973"/>
                  </a:lnTo>
                  <a:close/>
                  <a:moveTo>
                    <a:pt x="747358" y="538797"/>
                  </a:moveTo>
                  <a:lnTo>
                    <a:pt x="707111" y="549452"/>
                  </a:lnTo>
                  <a:lnTo>
                    <a:pt x="765195" y="568932"/>
                  </a:lnTo>
                  <a:close/>
                  <a:moveTo>
                    <a:pt x="765195" y="568932"/>
                  </a:moveTo>
                  <a:lnTo>
                    <a:pt x="702961" y="557034"/>
                  </a:lnTo>
                  <a:lnTo>
                    <a:pt x="725778" y="546135"/>
                  </a:lnTo>
                  <a:close/>
                  <a:moveTo>
                    <a:pt x="612320" y="433075"/>
                  </a:moveTo>
                  <a:lnTo>
                    <a:pt x="646099" y="469012"/>
                  </a:lnTo>
                  <a:lnTo>
                    <a:pt x="644613" y="433910"/>
                  </a:lnTo>
                  <a:close/>
                  <a:moveTo>
                    <a:pt x="612320" y="433075"/>
                  </a:moveTo>
                  <a:lnTo>
                    <a:pt x="644613" y="433910"/>
                  </a:lnTo>
                  <a:lnTo>
                    <a:pt x="634441" y="425424"/>
                  </a:lnTo>
                  <a:close/>
                  <a:moveTo>
                    <a:pt x="469934" y="243832"/>
                  </a:moveTo>
                  <a:lnTo>
                    <a:pt x="480331" y="251332"/>
                  </a:lnTo>
                  <a:lnTo>
                    <a:pt x="512386" y="246604"/>
                  </a:lnTo>
                  <a:close/>
                  <a:moveTo>
                    <a:pt x="531158" y="248234"/>
                  </a:moveTo>
                  <a:lnTo>
                    <a:pt x="503975" y="243246"/>
                  </a:lnTo>
                  <a:lnTo>
                    <a:pt x="547642" y="253844"/>
                  </a:lnTo>
                  <a:close/>
                  <a:moveTo>
                    <a:pt x="503975" y="243246"/>
                  </a:moveTo>
                  <a:lnTo>
                    <a:pt x="512386" y="246604"/>
                  </a:lnTo>
                  <a:lnTo>
                    <a:pt x="547642" y="253844"/>
                  </a:lnTo>
                  <a:close/>
                  <a:moveTo>
                    <a:pt x="428717" y="181902"/>
                  </a:moveTo>
                  <a:lnTo>
                    <a:pt x="460211" y="206990"/>
                  </a:lnTo>
                  <a:lnTo>
                    <a:pt x="427447" y="178181"/>
                  </a:lnTo>
                  <a:close/>
                  <a:moveTo>
                    <a:pt x="418681" y="168917"/>
                  </a:moveTo>
                  <a:lnTo>
                    <a:pt x="428717" y="181902"/>
                  </a:lnTo>
                  <a:lnTo>
                    <a:pt x="427447" y="178181"/>
                  </a:lnTo>
                  <a:close/>
                  <a:moveTo>
                    <a:pt x="432805" y="139776"/>
                  </a:moveTo>
                  <a:lnTo>
                    <a:pt x="431941" y="166617"/>
                  </a:lnTo>
                  <a:lnTo>
                    <a:pt x="420651" y="152774"/>
                  </a:lnTo>
                  <a:close/>
                  <a:moveTo>
                    <a:pt x="420651" y="152774"/>
                  </a:moveTo>
                  <a:lnTo>
                    <a:pt x="431941" y="166617"/>
                  </a:lnTo>
                  <a:lnTo>
                    <a:pt x="418681" y="168917"/>
                  </a:lnTo>
                  <a:close/>
                  <a:moveTo>
                    <a:pt x="363420" y="63372"/>
                  </a:moveTo>
                  <a:lnTo>
                    <a:pt x="352792" y="54454"/>
                  </a:lnTo>
                  <a:lnTo>
                    <a:pt x="352508" y="106133"/>
                  </a:lnTo>
                  <a:close/>
                  <a:moveTo>
                    <a:pt x="352508" y="106133"/>
                  </a:moveTo>
                  <a:lnTo>
                    <a:pt x="352792" y="54454"/>
                  </a:lnTo>
                  <a:lnTo>
                    <a:pt x="308574" y="70015"/>
                  </a:lnTo>
                  <a:close/>
                  <a:moveTo>
                    <a:pt x="352508" y="106133"/>
                  </a:moveTo>
                  <a:lnTo>
                    <a:pt x="308574" y="70015"/>
                  </a:lnTo>
                  <a:lnTo>
                    <a:pt x="321853" y="103967"/>
                  </a:lnTo>
                  <a:close/>
                  <a:moveTo>
                    <a:pt x="566801" y="229267"/>
                  </a:moveTo>
                  <a:lnTo>
                    <a:pt x="547642" y="253844"/>
                  </a:lnTo>
                  <a:lnTo>
                    <a:pt x="512386" y="246604"/>
                  </a:lnTo>
                  <a:close/>
                  <a:moveTo>
                    <a:pt x="392060" y="37270"/>
                  </a:moveTo>
                  <a:lnTo>
                    <a:pt x="363420" y="63372"/>
                  </a:lnTo>
                  <a:lnTo>
                    <a:pt x="389313" y="91209"/>
                  </a:lnTo>
                  <a:close/>
                  <a:moveTo>
                    <a:pt x="556945" y="0"/>
                  </a:moveTo>
                  <a:lnTo>
                    <a:pt x="558954" y="2903"/>
                  </a:lnTo>
                  <a:lnTo>
                    <a:pt x="559285" y="163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33" name="Input_density__124">
              <a:extLst>
                <a:ext uri="{FF2B5EF4-FFF2-40B4-BE49-F238E27FC236}">
                  <a16:creationId xmlns:a16="http://schemas.microsoft.com/office/drawing/2014/main" id="{59CA2CEA-A1E7-9BBF-812D-ADA2906AD174}"/>
                </a:ext>
              </a:extLst>
            </p:cNvPr>
            <p:cNvSpPr>
              <a:spLocks noGrp="1"/>
            </p:cNvSpPr>
            <p:nvPr/>
          </p:nvSpPr>
          <p:spPr>
            <a:xfrm>
              <a:off x="890677" y="1562114"/>
              <a:ext cx="926865" cy="1389519"/>
            </a:xfrm>
            <a:custGeom>
              <a:avLst/>
              <a:gdLst/>
              <a:ahLst/>
              <a:cxnLst/>
              <a:rect l="0" t="0" r="0" b="0"/>
              <a:pathLst>
                <a:path w="926865" h="1389519">
                  <a:moveTo>
                    <a:pt x="298766" y="1352764"/>
                  </a:moveTo>
                  <a:lnTo>
                    <a:pt x="315249" y="1389519"/>
                  </a:lnTo>
                  <a:lnTo>
                    <a:pt x="358327" y="1372335"/>
                  </a:lnTo>
                  <a:close/>
                  <a:moveTo>
                    <a:pt x="298766" y="1352764"/>
                  </a:moveTo>
                  <a:lnTo>
                    <a:pt x="358327" y="1372335"/>
                  </a:lnTo>
                  <a:lnTo>
                    <a:pt x="351474" y="1335580"/>
                  </a:lnTo>
                  <a:close/>
                  <a:moveTo>
                    <a:pt x="351474" y="1335580"/>
                  </a:moveTo>
                  <a:lnTo>
                    <a:pt x="364070" y="1370866"/>
                  </a:lnTo>
                  <a:lnTo>
                    <a:pt x="353028" y="1335095"/>
                  </a:lnTo>
                  <a:close/>
                  <a:moveTo>
                    <a:pt x="351474" y="1335580"/>
                  </a:moveTo>
                  <a:lnTo>
                    <a:pt x="358327" y="1372335"/>
                  </a:lnTo>
                  <a:lnTo>
                    <a:pt x="364070" y="1370866"/>
                  </a:lnTo>
                  <a:close/>
                  <a:moveTo>
                    <a:pt x="349526" y="1324718"/>
                  </a:moveTo>
                  <a:lnTo>
                    <a:pt x="351474" y="1335580"/>
                  </a:lnTo>
                  <a:lnTo>
                    <a:pt x="353028" y="1335095"/>
                  </a:lnTo>
                  <a:close/>
                  <a:moveTo>
                    <a:pt x="34160" y="749889"/>
                  </a:moveTo>
                  <a:lnTo>
                    <a:pt x="54364" y="732705"/>
                  </a:lnTo>
                  <a:lnTo>
                    <a:pt x="28489" y="713134"/>
                  </a:lnTo>
                  <a:close/>
                  <a:moveTo>
                    <a:pt x="546395" y="1230092"/>
                  </a:moveTo>
                  <a:lnTo>
                    <a:pt x="515234" y="1247275"/>
                  </a:lnTo>
                  <a:lnTo>
                    <a:pt x="561193" y="1266847"/>
                  </a:lnTo>
                  <a:close/>
                  <a:moveTo>
                    <a:pt x="546395" y="1230092"/>
                  </a:moveTo>
                  <a:lnTo>
                    <a:pt x="555574" y="1211958"/>
                  </a:lnTo>
                  <a:lnTo>
                    <a:pt x="498167" y="1210520"/>
                  </a:lnTo>
                  <a:close/>
                  <a:moveTo>
                    <a:pt x="515234" y="1247275"/>
                  </a:moveTo>
                  <a:lnTo>
                    <a:pt x="546395" y="1230092"/>
                  </a:lnTo>
                  <a:lnTo>
                    <a:pt x="498167" y="1210520"/>
                  </a:lnTo>
                  <a:close/>
                  <a:moveTo>
                    <a:pt x="546395" y="1230092"/>
                  </a:moveTo>
                  <a:lnTo>
                    <a:pt x="584880" y="1254957"/>
                  </a:lnTo>
                  <a:lnTo>
                    <a:pt x="579674" y="1214442"/>
                  </a:lnTo>
                  <a:close/>
                  <a:moveTo>
                    <a:pt x="546395" y="1230092"/>
                  </a:moveTo>
                  <a:lnTo>
                    <a:pt x="561193" y="1266847"/>
                  </a:lnTo>
                  <a:lnTo>
                    <a:pt x="584880" y="1254957"/>
                  </a:lnTo>
                  <a:close/>
                  <a:moveTo>
                    <a:pt x="555574" y="1211958"/>
                  </a:moveTo>
                  <a:lnTo>
                    <a:pt x="546395" y="1230092"/>
                  </a:lnTo>
                  <a:lnTo>
                    <a:pt x="579674" y="1214442"/>
                  </a:lnTo>
                  <a:close/>
                  <a:moveTo>
                    <a:pt x="612100" y="1202516"/>
                  </a:moveTo>
                  <a:lnTo>
                    <a:pt x="604050" y="1221713"/>
                  </a:lnTo>
                  <a:lnTo>
                    <a:pt x="585987" y="1212909"/>
                  </a:lnTo>
                  <a:close/>
                  <a:moveTo>
                    <a:pt x="579674" y="1214442"/>
                  </a:moveTo>
                  <a:lnTo>
                    <a:pt x="581137" y="1230092"/>
                  </a:lnTo>
                  <a:lnTo>
                    <a:pt x="555574" y="1211958"/>
                  </a:lnTo>
                  <a:close/>
                  <a:moveTo>
                    <a:pt x="604050" y="1221713"/>
                  </a:moveTo>
                  <a:lnTo>
                    <a:pt x="612100" y="1202516"/>
                  </a:lnTo>
                  <a:lnTo>
                    <a:pt x="598458" y="1230092"/>
                  </a:lnTo>
                  <a:close/>
                  <a:moveTo>
                    <a:pt x="598458" y="1230092"/>
                  </a:moveTo>
                  <a:lnTo>
                    <a:pt x="612100" y="1202516"/>
                  </a:lnTo>
                  <a:lnTo>
                    <a:pt x="618366" y="1176154"/>
                  </a:lnTo>
                  <a:close/>
                  <a:moveTo>
                    <a:pt x="639962" y="1237264"/>
                  </a:moveTo>
                  <a:lnTo>
                    <a:pt x="677271" y="1225396"/>
                  </a:lnTo>
                  <a:lnTo>
                    <a:pt x="654733" y="1207597"/>
                  </a:lnTo>
                  <a:close/>
                  <a:moveTo>
                    <a:pt x="639962" y="1237264"/>
                  </a:moveTo>
                  <a:lnTo>
                    <a:pt x="654733" y="1207597"/>
                  </a:lnTo>
                  <a:lnTo>
                    <a:pt x="620921" y="1207997"/>
                  </a:lnTo>
                  <a:close/>
                  <a:moveTo>
                    <a:pt x="612100" y="1202516"/>
                  </a:moveTo>
                  <a:lnTo>
                    <a:pt x="585987" y="1212909"/>
                  </a:lnTo>
                  <a:lnTo>
                    <a:pt x="620921" y="1207997"/>
                  </a:lnTo>
                  <a:close/>
                  <a:moveTo>
                    <a:pt x="620921" y="1207997"/>
                  </a:moveTo>
                  <a:lnTo>
                    <a:pt x="618366" y="1176154"/>
                  </a:lnTo>
                  <a:lnTo>
                    <a:pt x="612100" y="1202516"/>
                  </a:lnTo>
                  <a:close/>
                  <a:moveTo>
                    <a:pt x="654733" y="1207597"/>
                  </a:moveTo>
                  <a:lnTo>
                    <a:pt x="677271" y="1225396"/>
                  </a:lnTo>
                  <a:lnTo>
                    <a:pt x="705694" y="1207089"/>
                  </a:lnTo>
                  <a:close/>
                  <a:moveTo>
                    <a:pt x="562675" y="1048705"/>
                  </a:moveTo>
                  <a:lnTo>
                    <a:pt x="551672" y="1101161"/>
                  </a:lnTo>
                  <a:lnTo>
                    <a:pt x="563968" y="1050926"/>
                  </a:lnTo>
                  <a:close/>
                  <a:moveTo>
                    <a:pt x="562675" y="1048705"/>
                  </a:moveTo>
                  <a:lnTo>
                    <a:pt x="562003" y="1043581"/>
                  </a:lnTo>
                  <a:lnTo>
                    <a:pt x="525307" y="1029134"/>
                  </a:lnTo>
                  <a:close/>
                  <a:moveTo>
                    <a:pt x="528733" y="1065889"/>
                  </a:moveTo>
                  <a:lnTo>
                    <a:pt x="562675" y="1048705"/>
                  </a:lnTo>
                  <a:lnTo>
                    <a:pt x="525307" y="1029134"/>
                  </a:lnTo>
                  <a:close/>
                  <a:moveTo>
                    <a:pt x="546537" y="1017646"/>
                  </a:moveTo>
                  <a:lnTo>
                    <a:pt x="562003" y="1043581"/>
                  </a:lnTo>
                  <a:lnTo>
                    <a:pt x="563139" y="1011950"/>
                  </a:lnTo>
                  <a:close/>
                  <a:moveTo>
                    <a:pt x="288380" y="768007"/>
                  </a:moveTo>
                  <a:lnTo>
                    <a:pt x="294695" y="754666"/>
                  </a:lnTo>
                  <a:lnTo>
                    <a:pt x="281531" y="771849"/>
                  </a:lnTo>
                  <a:close/>
                  <a:moveTo>
                    <a:pt x="681216" y="1230813"/>
                  </a:moveTo>
                  <a:lnTo>
                    <a:pt x="705694" y="1207089"/>
                  </a:lnTo>
                  <a:lnTo>
                    <a:pt x="677271" y="1225396"/>
                  </a:lnTo>
                  <a:close/>
                  <a:moveTo>
                    <a:pt x="681216" y="1230813"/>
                  </a:moveTo>
                  <a:lnTo>
                    <a:pt x="729816" y="1218391"/>
                  </a:lnTo>
                  <a:lnTo>
                    <a:pt x="705694" y="1207089"/>
                  </a:lnTo>
                  <a:close/>
                  <a:moveTo>
                    <a:pt x="765563" y="1210143"/>
                  </a:moveTo>
                  <a:lnTo>
                    <a:pt x="729816" y="1218391"/>
                  </a:lnTo>
                  <a:lnTo>
                    <a:pt x="743594" y="1215297"/>
                  </a:lnTo>
                  <a:close/>
                  <a:moveTo>
                    <a:pt x="705694" y="1207089"/>
                  </a:moveTo>
                  <a:lnTo>
                    <a:pt x="729816" y="1218391"/>
                  </a:lnTo>
                  <a:lnTo>
                    <a:pt x="765563" y="1210143"/>
                  </a:lnTo>
                  <a:close/>
                  <a:moveTo>
                    <a:pt x="562675" y="1048705"/>
                  </a:moveTo>
                  <a:lnTo>
                    <a:pt x="563968" y="1050926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2675" y="1048705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4681" y="1047643"/>
                  </a:lnTo>
                  <a:lnTo>
                    <a:pt x="563139" y="1011950"/>
                  </a:lnTo>
                  <a:close/>
                  <a:moveTo>
                    <a:pt x="630336" y="982071"/>
                  </a:moveTo>
                  <a:lnTo>
                    <a:pt x="620373" y="984707"/>
                  </a:lnTo>
                  <a:lnTo>
                    <a:pt x="584278" y="994767"/>
                  </a:lnTo>
                  <a:close/>
                  <a:moveTo>
                    <a:pt x="620373" y="984707"/>
                  </a:moveTo>
                  <a:lnTo>
                    <a:pt x="631592" y="977584"/>
                  </a:lnTo>
                  <a:lnTo>
                    <a:pt x="656302" y="954580"/>
                  </a:lnTo>
                  <a:close/>
                  <a:moveTo>
                    <a:pt x="620373" y="984707"/>
                  </a:moveTo>
                  <a:lnTo>
                    <a:pt x="630336" y="982071"/>
                  </a:lnTo>
                  <a:lnTo>
                    <a:pt x="631592" y="977584"/>
                  </a:lnTo>
                  <a:close/>
                  <a:moveTo>
                    <a:pt x="519027" y="884502"/>
                  </a:moveTo>
                  <a:lnTo>
                    <a:pt x="552992" y="904074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19027" y="884502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44780" y="867319"/>
                  </a:lnTo>
                  <a:lnTo>
                    <a:pt x="548434" y="830564"/>
                  </a:lnTo>
                  <a:close/>
                  <a:moveTo>
                    <a:pt x="254013" y="499769"/>
                  </a:moveTo>
                  <a:lnTo>
                    <a:pt x="226584" y="506433"/>
                  </a:lnTo>
                  <a:lnTo>
                    <a:pt x="233582" y="545490"/>
                  </a:lnTo>
                  <a:close/>
                  <a:moveTo>
                    <a:pt x="265371" y="489566"/>
                  </a:moveTo>
                  <a:lnTo>
                    <a:pt x="226584" y="506433"/>
                  </a:lnTo>
                  <a:lnTo>
                    <a:pt x="254013" y="499769"/>
                  </a:lnTo>
                  <a:close/>
                  <a:moveTo>
                    <a:pt x="0" y="259667"/>
                  </a:moveTo>
                  <a:lnTo>
                    <a:pt x="5181" y="296422"/>
                  </a:lnTo>
                  <a:lnTo>
                    <a:pt x="22492" y="242484"/>
                  </a:lnTo>
                  <a:close/>
                  <a:moveTo>
                    <a:pt x="28031" y="225072"/>
                  </a:moveTo>
                  <a:lnTo>
                    <a:pt x="0" y="259667"/>
                  </a:lnTo>
                  <a:lnTo>
                    <a:pt x="22492" y="242484"/>
                  </a:lnTo>
                  <a:close/>
                  <a:moveTo>
                    <a:pt x="819212" y="1124604"/>
                  </a:moveTo>
                  <a:lnTo>
                    <a:pt x="818933" y="1155370"/>
                  </a:lnTo>
                  <a:lnTo>
                    <a:pt x="861976" y="1129048"/>
                  </a:lnTo>
                  <a:close/>
                  <a:moveTo>
                    <a:pt x="861976" y="1129048"/>
                  </a:moveTo>
                  <a:lnTo>
                    <a:pt x="818933" y="1155370"/>
                  </a:lnTo>
                  <a:lnTo>
                    <a:pt x="828995" y="1130312"/>
                  </a:lnTo>
                  <a:close/>
                  <a:moveTo>
                    <a:pt x="861976" y="1129048"/>
                  </a:moveTo>
                  <a:lnTo>
                    <a:pt x="848696" y="1113514"/>
                  </a:lnTo>
                  <a:lnTo>
                    <a:pt x="819212" y="1124604"/>
                  </a:lnTo>
                  <a:close/>
                  <a:moveTo>
                    <a:pt x="848696" y="1113514"/>
                  </a:moveTo>
                  <a:lnTo>
                    <a:pt x="861976" y="1129048"/>
                  </a:lnTo>
                  <a:lnTo>
                    <a:pt x="867308" y="1107420"/>
                  </a:lnTo>
                  <a:close/>
                  <a:moveTo>
                    <a:pt x="548434" y="830564"/>
                  </a:moveTo>
                  <a:lnTo>
                    <a:pt x="580082" y="856133"/>
                  </a:lnTo>
                  <a:lnTo>
                    <a:pt x="561144" y="826783"/>
                  </a:lnTo>
                  <a:close/>
                  <a:moveTo>
                    <a:pt x="548434" y="830564"/>
                  </a:moveTo>
                  <a:lnTo>
                    <a:pt x="544780" y="867319"/>
                  </a:lnTo>
                  <a:lnTo>
                    <a:pt x="580082" y="856133"/>
                  </a:lnTo>
                  <a:close/>
                  <a:moveTo>
                    <a:pt x="452181" y="689712"/>
                  </a:moveTo>
                  <a:lnTo>
                    <a:pt x="472720" y="670293"/>
                  </a:lnTo>
                  <a:lnTo>
                    <a:pt x="452128" y="683544"/>
                  </a:lnTo>
                  <a:close/>
                  <a:moveTo>
                    <a:pt x="472720" y="670293"/>
                  </a:moveTo>
                  <a:lnTo>
                    <a:pt x="475389" y="666360"/>
                  </a:lnTo>
                  <a:lnTo>
                    <a:pt x="452128" y="683544"/>
                  </a:lnTo>
                  <a:close/>
                  <a:moveTo>
                    <a:pt x="456143" y="646789"/>
                  </a:moveTo>
                  <a:lnTo>
                    <a:pt x="452128" y="683544"/>
                  </a:lnTo>
                  <a:lnTo>
                    <a:pt x="475389" y="666360"/>
                  </a:lnTo>
                  <a:close/>
                  <a:moveTo>
                    <a:pt x="456143" y="646789"/>
                  </a:moveTo>
                  <a:lnTo>
                    <a:pt x="475389" y="666360"/>
                  </a:lnTo>
                  <a:lnTo>
                    <a:pt x="481474" y="629605"/>
                  </a:lnTo>
                  <a:close/>
                  <a:moveTo>
                    <a:pt x="254013" y="499769"/>
                  </a:moveTo>
                  <a:lnTo>
                    <a:pt x="290263" y="526497"/>
                  </a:lnTo>
                  <a:lnTo>
                    <a:pt x="272473" y="496213"/>
                  </a:lnTo>
                  <a:close/>
                  <a:moveTo>
                    <a:pt x="327820" y="523053"/>
                  </a:moveTo>
                  <a:lnTo>
                    <a:pt x="319875" y="482586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54013" y="499769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72473" y="496213"/>
                  </a:lnTo>
                  <a:lnTo>
                    <a:pt x="272438" y="463014"/>
                  </a:lnTo>
                  <a:close/>
                  <a:moveTo>
                    <a:pt x="272438" y="463014"/>
                  </a:moveTo>
                  <a:lnTo>
                    <a:pt x="272473" y="496213"/>
                  </a:lnTo>
                  <a:lnTo>
                    <a:pt x="319875" y="482586"/>
                  </a:lnTo>
                  <a:close/>
                  <a:moveTo>
                    <a:pt x="272438" y="463014"/>
                  </a:moveTo>
                  <a:lnTo>
                    <a:pt x="319875" y="482586"/>
                  </a:lnTo>
                  <a:lnTo>
                    <a:pt x="310882" y="445830"/>
                  </a:lnTo>
                  <a:close/>
                  <a:moveTo>
                    <a:pt x="312024" y="443209"/>
                  </a:moveTo>
                  <a:lnTo>
                    <a:pt x="272438" y="463014"/>
                  </a:lnTo>
                  <a:lnTo>
                    <a:pt x="310882" y="445830"/>
                  </a:lnTo>
                  <a:close/>
                  <a:moveTo>
                    <a:pt x="861976" y="1129048"/>
                  </a:moveTo>
                  <a:lnTo>
                    <a:pt x="881283" y="1131769"/>
                  </a:lnTo>
                  <a:lnTo>
                    <a:pt x="867308" y="1107420"/>
                  </a:lnTo>
                  <a:close/>
                  <a:moveTo>
                    <a:pt x="867308" y="1107420"/>
                  </a:moveTo>
                  <a:lnTo>
                    <a:pt x="881283" y="1131769"/>
                  </a:lnTo>
                  <a:lnTo>
                    <a:pt x="908784" y="1126992"/>
                  </a:lnTo>
                  <a:close/>
                  <a:moveTo>
                    <a:pt x="867308" y="1107420"/>
                  </a:moveTo>
                  <a:lnTo>
                    <a:pt x="908784" y="1126992"/>
                  </a:lnTo>
                  <a:lnTo>
                    <a:pt x="909732" y="1090237"/>
                  </a:lnTo>
                  <a:close/>
                  <a:moveTo>
                    <a:pt x="796823" y="994356"/>
                  </a:moveTo>
                  <a:lnTo>
                    <a:pt x="800394" y="1023377"/>
                  </a:lnTo>
                  <a:lnTo>
                    <a:pt x="841676" y="979972"/>
                  </a:lnTo>
                  <a:close/>
                  <a:moveTo>
                    <a:pt x="841676" y="979972"/>
                  </a:moveTo>
                  <a:lnTo>
                    <a:pt x="800394" y="1023377"/>
                  </a:lnTo>
                  <a:lnTo>
                    <a:pt x="806305" y="1033910"/>
                  </a:lnTo>
                  <a:close/>
                  <a:moveTo>
                    <a:pt x="841676" y="979972"/>
                  </a:moveTo>
                  <a:lnTo>
                    <a:pt x="806305" y="1033910"/>
                  </a:lnTo>
                  <a:lnTo>
                    <a:pt x="847525" y="1016727"/>
                  </a:lnTo>
                  <a:close/>
                  <a:moveTo>
                    <a:pt x="784731" y="997155"/>
                  </a:moveTo>
                  <a:lnTo>
                    <a:pt x="800394" y="1023377"/>
                  </a:lnTo>
                  <a:lnTo>
                    <a:pt x="796823" y="994356"/>
                  </a:lnTo>
                  <a:close/>
                  <a:moveTo>
                    <a:pt x="319875" y="482586"/>
                  </a:moveTo>
                  <a:lnTo>
                    <a:pt x="324347" y="481129"/>
                  </a:lnTo>
                  <a:lnTo>
                    <a:pt x="310882" y="445830"/>
                  </a:lnTo>
                  <a:close/>
                  <a:moveTo>
                    <a:pt x="909732" y="1090237"/>
                  </a:moveTo>
                  <a:lnTo>
                    <a:pt x="926865" y="1077052"/>
                  </a:lnTo>
                  <a:lnTo>
                    <a:pt x="916828" y="1036298"/>
                  </a:lnTo>
                  <a:close/>
                  <a:moveTo>
                    <a:pt x="865748" y="1010156"/>
                  </a:moveTo>
                  <a:lnTo>
                    <a:pt x="863385" y="1038106"/>
                  </a:lnTo>
                  <a:lnTo>
                    <a:pt x="899393" y="999543"/>
                  </a:lnTo>
                  <a:close/>
                  <a:moveTo>
                    <a:pt x="847525" y="1016727"/>
                  </a:moveTo>
                  <a:lnTo>
                    <a:pt x="863385" y="1038106"/>
                  </a:lnTo>
                  <a:lnTo>
                    <a:pt x="865748" y="1010156"/>
                  </a:lnTo>
                  <a:close/>
                  <a:moveTo>
                    <a:pt x="841676" y="979972"/>
                  </a:moveTo>
                  <a:lnTo>
                    <a:pt x="865748" y="1010156"/>
                  </a:lnTo>
                  <a:lnTo>
                    <a:pt x="852215" y="976412"/>
                  </a:lnTo>
                  <a:close/>
                  <a:moveTo>
                    <a:pt x="841676" y="979972"/>
                  </a:moveTo>
                  <a:lnTo>
                    <a:pt x="847525" y="1016727"/>
                  </a:lnTo>
                  <a:lnTo>
                    <a:pt x="865748" y="1010156"/>
                  </a:lnTo>
                  <a:close/>
                  <a:moveTo>
                    <a:pt x="899393" y="999543"/>
                  </a:moveTo>
                  <a:lnTo>
                    <a:pt x="893619" y="962788"/>
                  </a:lnTo>
                  <a:lnTo>
                    <a:pt x="865748" y="1010156"/>
                  </a:lnTo>
                  <a:close/>
                  <a:moveTo>
                    <a:pt x="893619" y="962788"/>
                  </a:moveTo>
                  <a:lnTo>
                    <a:pt x="852215" y="976412"/>
                  </a:lnTo>
                  <a:lnTo>
                    <a:pt x="865748" y="1010156"/>
                  </a:lnTo>
                  <a:close/>
                  <a:moveTo>
                    <a:pt x="827563" y="943217"/>
                  </a:moveTo>
                  <a:lnTo>
                    <a:pt x="852215" y="976412"/>
                  </a:lnTo>
                  <a:lnTo>
                    <a:pt x="846003" y="936715"/>
                  </a:lnTo>
                  <a:close/>
                  <a:moveTo>
                    <a:pt x="827563" y="943217"/>
                  </a:moveTo>
                  <a:lnTo>
                    <a:pt x="841676" y="979972"/>
                  </a:lnTo>
                  <a:lnTo>
                    <a:pt x="852215" y="976412"/>
                  </a:lnTo>
                  <a:close/>
                  <a:moveTo>
                    <a:pt x="893619" y="962788"/>
                  </a:moveTo>
                  <a:lnTo>
                    <a:pt x="894831" y="934893"/>
                  </a:lnTo>
                  <a:lnTo>
                    <a:pt x="852215" y="976412"/>
                  </a:lnTo>
                  <a:close/>
                  <a:moveTo>
                    <a:pt x="899393" y="999543"/>
                  </a:moveTo>
                  <a:lnTo>
                    <a:pt x="925482" y="1033430"/>
                  </a:lnTo>
                  <a:lnTo>
                    <a:pt x="920485" y="992745"/>
                  </a:lnTo>
                  <a:close/>
                  <a:moveTo>
                    <a:pt x="899393" y="999543"/>
                  </a:moveTo>
                  <a:lnTo>
                    <a:pt x="916828" y="1036298"/>
                  </a:lnTo>
                  <a:lnTo>
                    <a:pt x="925482" y="1033430"/>
                  </a:lnTo>
                  <a:close/>
                  <a:moveTo>
                    <a:pt x="893619" y="962788"/>
                  </a:moveTo>
                  <a:lnTo>
                    <a:pt x="920485" y="992745"/>
                  </a:lnTo>
                  <a:lnTo>
                    <a:pt x="907644" y="958438"/>
                  </a:lnTo>
                  <a:close/>
                  <a:moveTo>
                    <a:pt x="893619" y="962788"/>
                  </a:moveTo>
                  <a:lnTo>
                    <a:pt x="899393" y="999543"/>
                  </a:lnTo>
                  <a:lnTo>
                    <a:pt x="920485" y="992745"/>
                  </a:lnTo>
                  <a:close/>
                  <a:moveTo>
                    <a:pt x="894831" y="934893"/>
                  </a:moveTo>
                  <a:lnTo>
                    <a:pt x="893619" y="962788"/>
                  </a:lnTo>
                  <a:lnTo>
                    <a:pt x="907644" y="958438"/>
                  </a:lnTo>
                  <a:close/>
                  <a:moveTo>
                    <a:pt x="657237" y="477036"/>
                  </a:moveTo>
                  <a:lnTo>
                    <a:pt x="614912" y="504545"/>
                  </a:lnTo>
                  <a:lnTo>
                    <a:pt x="648585" y="487362"/>
                  </a:lnTo>
                  <a:close/>
                  <a:moveTo>
                    <a:pt x="514949" y="414981"/>
                  </a:moveTo>
                  <a:lnTo>
                    <a:pt x="510378" y="431035"/>
                  </a:lnTo>
                  <a:lnTo>
                    <a:pt x="532208" y="420494"/>
                  </a:lnTo>
                  <a:close/>
                  <a:moveTo>
                    <a:pt x="462781" y="270861"/>
                  </a:moveTo>
                  <a:lnTo>
                    <a:pt x="423439" y="284015"/>
                  </a:lnTo>
                  <a:lnTo>
                    <a:pt x="468885" y="271124"/>
                  </a:lnTo>
                  <a:close/>
                  <a:moveTo>
                    <a:pt x="462781" y="270861"/>
                  </a:moveTo>
                  <a:lnTo>
                    <a:pt x="468885" y="271124"/>
                  </a:lnTo>
                  <a:lnTo>
                    <a:pt x="472753" y="266832"/>
                  </a:lnTo>
                  <a:close/>
                  <a:moveTo>
                    <a:pt x="360984" y="116853"/>
                  </a:moveTo>
                  <a:lnTo>
                    <a:pt x="321861" y="125174"/>
                  </a:lnTo>
                  <a:lnTo>
                    <a:pt x="358108" y="119812"/>
                  </a:lnTo>
                  <a:close/>
                  <a:moveTo>
                    <a:pt x="300999" y="113362"/>
                  </a:moveTo>
                  <a:lnTo>
                    <a:pt x="321861" y="125174"/>
                  </a:lnTo>
                  <a:lnTo>
                    <a:pt x="360984" y="116853"/>
                  </a:lnTo>
                  <a:close/>
                  <a:moveTo>
                    <a:pt x="321861" y="125174"/>
                  </a:moveTo>
                  <a:lnTo>
                    <a:pt x="336853" y="151207"/>
                  </a:lnTo>
                  <a:lnTo>
                    <a:pt x="358108" y="119812"/>
                  </a:lnTo>
                  <a:close/>
                  <a:moveTo>
                    <a:pt x="802555" y="586972"/>
                  </a:moveTo>
                  <a:lnTo>
                    <a:pt x="753146" y="586472"/>
                  </a:lnTo>
                  <a:lnTo>
                    <a:pt x="762308" y="597627"/>
                  </a:lnTo>
                  <a:close/>
                  <a:moveTo>
                    <a:pt x="733644" y="560872"/>
                  </a:moveTo>
                  <a:lnTo>
                    <a:pt x="753146" y="586472"/>
                  </a:lnTo>
                  <a:lnTo>
                    <a:pt x="753139" y="555311"/>
                  </a:lnTo>
                  <a:close/>
                  <a:moveTo>
                    <a:pt x="657237" y="477036"/>
                  </a:moveTo>
                  <a:lnTo>
                    <a:pt x="648585" y="487362"/>
                  </a:lnTo>
                  <a:lnTo>
                    <a:pt x="667517" y="481250"/>
                  </a:lnTo>
                  <a:close/>
                  <a:moveTo>
                    <a:pt x="495201" y="289251"/>
                  </a:moveTo>
                  <a:lnTo>
                    <a:pt x="472753" y="266832"/>
                  </a:lnTo>
                  <a:lnTo>
                    <a:pt x="468885" y="271124"/>
                  </a:lnTo>
                  <a:close/>
                  <a:moveTo>
                    <a:pt x="363771" y="118190"/>
                  </a:moveTo>
                  <a:lnTo>
                    <a:pt x="358108" y="119812"/>
                  </a:lnTo>
                  <a:lnTo>
                    <a:pt x="339661" y="155450"/>
                  </a:lnTo>
                  <a:close/>
                  <a:moveTo>
                    <a:pt x="360984" y="116853"/>
                  </a:moveTo>
                  <a:lnTo>
                    <a:pt x="358108" y="119812"/>
                  </a:lnTo>
                  <a:lnTo>
                    <a:pt x="363771" y="118190"/>
                  </a:lnTo>
                  <a:close/>
                  <a:moveTo>
                    <a:pt x="360984" y="116853"/>
                  </a:moveTo>
                  <a:lnTo>
                    <a:pt x="363771" y="118190"/>
                  </a:lnTo>
                  <a:lnTo>
                    <a:pt x="368304" y="83057"/>
                  </a:lnTo>
                  <a:close/>
                  <a:moveTo>
                    <a:pt x="368304" y="83057"/>
                  </a:moveTo>
                  <a:lnTo>
                    <a:pt x="363771" y="118190"/>
                  </a:lnTo>
                  <a:lnTo>
                    <a:pt x="407989" y="102629"/>
                  </a:lnTo>
                  <a:close/>
                  <a:moveTo>
                    <a:pt x="368304" y="83057"/>
                  </a:moveTo>
                  <a:lnTo>
                    <a:pt x="407989" y="102629"/>
                  </a:lnTo>
                  <a:lnTo>
                    <a:pt x="389642" y="65874"/>
                  </a:lnTo>
                  <a:close/>
                  <a:moveTo>
                    <a:pt x="400796" y="44918"/>
                  </a:moveTo>
                  <a:lnTo>
                    <a:pt x="368304" y="83057"/>
                  </a:lnTo>
                  <a:lnTo>
                    <a:pt x="389642" y="65874"/>
                  </a:lnTo>
                  <a:close/>
                  <a:moveTo>
                    <a:pt x="389642" y="65874"/>
                  </a:moveTo>
                  <a:lnTo>
                    <a:pt x="407989" y="102629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389642" y="65874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400796" y="44918"/>
                  </a:lnTo>
                  <a:lnTo>
                    <a:pt x="389642" y="65874"/>
                  </a:lnTo>
                  <a:close/>
                  <a:moveTo>
                    <a:pt x="671663" y="242346"/>
                  </a:moveTo>
                  <a:lnTo>
                    <a:pt x="630794" y="269220"/>
                  </a:lnTo>
                  <a:lnTo>
                    <a:pt x="664020" y="252037"/>
                  </a:lnTo>
                  <a:close/>
                  <a:moveTo>
                    <a:pt x="419433" y="18393"/>
                  </a:moveTo>
                  <a:lnTo>
                    <a:pt x="440246" y="0"/>
                  </a:lnTo>
                  <a:lnTo>
                    <a:pt x="420957" y="11935"/>
                  </a:lnTo>
                  <a:close/>
                  <a:moveTo>
                    <a:pt x="671663" y="242346"/>
                  </a:moveTo>
                  <a:lnTo>
                    <a:pt x="680305" y="247118"/>
                  </a:lnTo>
                  <a:lnTo>
                    <a:pt x="721988" y="209719"/>
                  </a:lnTo>
                  <a:close/>
                  <a:moveTo>
                    <a:pt x="768120" y="161416"/>
                  </a:moveTo>
                  <a:lnTo>
                    <a:pt x="743228" y="164557"/>
                  </a:lnTo>
                  <a:lnTo>
                    <a:pt x="730331" y="198098"/>
                  </a:lnTo>
                  <a:close/>
                  <a:moveTo>
                    <a:pt x="743228" y="164557"/>
                  </a:moveTo>
                  <a:lnTo>
                    <a:pt x="768120" y="161416"/>
                  </a:lnTo>
                  <a:lnTo>
                    <a:pt x="744726" y="16134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34" name="Input_density__125">
              <a:extLst>
                <a:ext uri="{FF2B5EF4-FFF2-40B4-BE49-F238E27FC236}">
                  <a16:creationId xmlns:a16="http://schemas.microsoft.com/office/drawing/2014/main" id="{0D06F070-FB15-CE7C-F3E4-87E3A202B447}"/>
                </a:ext>
              </a:extLst>
            </p:cNvPr>
            <p:cNvSpPr>
              <a:spLocks noGrp="1"/>
            </p:cNvSpPr>
            <p:nvPr/>
          </p:nvSpPr>
          <p:spPr>
            <a:xfrm>
              <a:off x="966123" y="1539776"/>
              <a:ext cx="926918" cy="1332257"/>
            </a:xfrm>
            <a:custGeom>
              <a:avLst/>
              <a:gdLst/>
              <a:ahLst/>
              <a:cxnLst/>
              <a:rect l="0" t="0" r="0" b="0"/>
              <a:pathLst>
                <a:path w="926918" h="1332257">
                  <a:moveTo>
                    <a:pt x="20557" y="1137388"/>
                  </a:moveTo>
                  <a:lnTo>
                    <a:pt x="34455" y="1170228"/>
                  </a:lnTo>
                  <a:lnTo>
                    <a:pt x="57930" y="1161788"/>
                  </a:lnTo>
                  <a:close/>
                  <a:moveTo>
                    <a:pt x="20557" y="1137388"/>
                  </a:moveTo>
                  <a:lnTo>
                    <a:pt x="0" y="1154571"/>
                  </a:lnTo>
                  <a:lnTo>
                    <a:pt x="34455" y="1170228"/>
                  </a:lnTo>
                  <a:close/>
                  <a:moveTo>
                    <a:pt x="90053" y="1157316"/>
                  </a:moveTo>
                  <a:lnTo>
                    <a:pt x="107969" y="1128091"/>
                  </a:lnTo>
                  <a:lnTo>
                    <a:pt x="57930" y="1161788"/>
                  </a:lnTo>
                  <a:close/>
                  <a:moveTo>
                    <a:pt x="107969" y="1128091"/>
                  </a:moveTo>
                  <a:lnTo>
                    <a:pt x="90053" y="1157316"/>
                  </a:lnTo>
                  <a:lnTo>
                    <a:pt x="140638" y="1125659"/>
                  </a:lnTo>
                  <a:close/>
                  <a:moveTo>
                    <a:pt x="178932" y="1114974"/>
                  </a:moveTo>
                  <a:lnTo>
                    <a:pt x="140638" y="1125659"/>
                  </a:lnTo>
                  <a:lnTo>
                    <a:pt x="174836" y="1128943"/>
                  </a:lnTo>
                  <a:close/>
                  <a:moveTo>
                    <a:pt x="178932" y="1114974"/>
                  </a:moveTo>
                  <a:lnTo>
                    <a:pt x="143521" y="1116675"/>
                  </a:lnTo>
                  <a:lnTo>
                    <a:pt x="140638" y="1125659"/>
                  </a:lnTo>
                  <a:close/>
                  <a:moveTo>
                    <a:pt x="143521" y="1116675"/>
                  </a:moveTo>
                  <a:lnTo>
                    <a:pt x="178932" y="1114974"/>
                  </a:lnTo>
                  <a:lnTo>
                    <a:pt x="153956" y="1079246"/>
                  </a:lnTo>
                  <a:close/>
                  <a:moveTo>
                    <a:pt x="485746" y="1289185"/>
                  </a:moveTo>
                  <a:lnTo>
                    <a:pt x="472988" y="1303812"/>
                  </a:lnTo>
                  <a:lnTo>
                    <a:pt x="477344" y="1303382"/>
                  </a:lnTo>
                  <a:close/>
                  <a:moveTo>
                    <a:pt x="622003" y="1294806"/>
                  </a:moveTo>
                  <a:lnTo>
                    <a:pt x="632485" y="1308756"/>
                  </a:lnTo>
                  <a:lnTo>
                    <a:pt x="629473" y="1305716"/>
                  </a:lnTo>
                  <a:close/>
                  <a:moveTo>
                    <a:pt x="622003" y="1294806"/>
                  </a:moveTo>
                  <a:lnTo>
                    <a:pt x="608302" y="1271949"/>
                  </a:lnTo>
                  <a:lnTo>
                    <a:pt x="591754" y="1306289"/>
                  </a:lnTo>
                  <a:close/>
                  <a:moveTo>
                    <a:pt x="317186" y="887268"/>
                  </a:moveTo>
                  <a:lnTo>
                    <a:pt x="310706" y="906747"/>
                  </a:lnTo>
                  <a:lnTo>
                    <a:pt x="328746" y="895454"/>
                  </a:lnTo>
                  <a:close/>
                  <a:moveTo>
                    <a:pt x="328746" y="895454"/>
                  </a:moveTo>
                  <a:lnTo>
                    <a:pt x="310706" y="906747"/>
                  </a:lnTo>
                  <a:lnTo>
                    <a:pt x="311943" y="926774"/>
                  </a:lnTo>
                  <a:close/>
                  <a:moveTo>
                    <a:pt x="328746" y="895454"/>
                  </a:moveTo>
                  <a:lnTo>
                    <a:pt x="311943" y="926774"/>
                  </a:lnTo>
                  <a:lnTo>
                    <a:pt x="335565" y="934658"/>
                  </a:lnTo>
                  <a:close/>
                  <a:moveTo>
                    <a:pt x="317186" y="887268"/>
                  </a:moveTo>
                  <a:lnTo>
                    <a:pt x="328746" y="895454"/>
                  </a:lnTo>
                  <a:lnTo>
                    <a:pt x="309542" y="850513"/>
                  </a:lnTo>
                  <a:close/>
                  <a:moveTo>
                    <a:pt x="641234" y="1328328"/>
                  </a:moveTo>
                  <a:lnTo>
                    <a:pt x="629473" y="1305716"/>
                  </a:lnTo>
                  <a:lnTo>
                    <a:pt x="651867" y="1332257"/>
                  </a:lnTo>
                  <a:close/>
                  <a:moveTo>
                    <a:pt x="298185" y="763724"/>
                  </a:moveTo>
                  <a:lnTo>
                    <a:pt x="315622" y="800551"/>
                  </a:lnTo>
                  <a:lnTo>
                    <a:pt x="322873" y="765988"/>
                  </a:lnTo>
                  <a:close/>
                  <a:moveTo>
                    <a:pt x="299071" y="802997"/>
                  </a:moveTo>
                  <a:lnTo>
                    <a:pt x="315622" y="800551"/>
                  </a:lnTo>
                  <a:lnTo>
                    <a:pt x="298185" y="763724"/>
                  </a:lnTo>
                  <a:close/>
                  <a:moveTo>
                    <a:pt x="234170" y="739178"/>
                  </a:moveTo>
                  <a:lnTo>
                    <a:pt x="209682" y="687251"/>
                  </a:lnTo>
                  <a:lnTo>
                    <a:pt x="211501" y="730519"/>
                  </a:lnTo>
                  <a:close/>
                  <a:moveTo>
                    <a:pt x="118265" y="589338"/>
                  </a:moveTo>
                  <a:lnTo>
                    <a:pt x="131739" y="611348"/>
                  </a:lnTo>
                  <a:lnTo>
                    <a:pt x="157382" y="611013"/>
                  </a:lnTo>
                  <a:close/>
                  <a:moveTo>
                    <a:pt x="480172" y="980349"/>
                  </a:moveTo>
                  <a:lnTo>
                    <a:pt x="479546" y="988363"/>
                  </a:lnTo>
                  <a:lnTo>
                    <a:pt x="497619" y="1011068"/>
                  </a:lnTo>
                  <a:close/>
                  <a:moveTo>
                    <a:pt x="480172" y="980349"/>
                  </a:moveTo>
                  <a:lnTo>
                    <a:pt x="463265" y="956852"/>
                  </a:lnTo>
                  <a:lnTo>
                    <a:pt x="479546" y="988363"/>
                  </a:lnTo>
                  <a:close/>
                  <a:moveTo>
                    <a:pt x="715525" y="1231273"/>
                  </a:moveTo>
                  <a:lnTo>
                    <a:pt x="712037" y="1274389"/>
                  </a:lnTo>
                  <a:lnTo>
                    <a:pt x="728522" y="1251496"/>
                  </a:lnTo>
                  <a:close/>
                  <a:moveTo>
                    <a:pt x="715525" y="1231273"/>
                  </a:moveTo>
                  <a:lnTo>
                    <a:pt x="728522" y="1251496"/>
                  </a:lnTo>
                  <a:lnTo>
                    <a:pt x="747951" y="1227931"/>
                  </a:lnTo>
                  <a:close/>
                  <a:moveTo>
                    <a:pt x="73114" y="420528"/>
                  </a:moveTo>
                  <a:lnTo>
                    <a:pt x="122004" y="382534"/>
                  </a:lnTo>
                  <a:lnTo>
                    <a:pt x="93110" y="399080"/>
                  </a:lnTo>
                  <a:close/>
                  <a:moveTo>
                    <a:pt x="764264" y="1192714"/>
                  </a:moveTo>
                  <a:lnTo>
                    <a:pt x="772475" y="1195044"/>
                  </a:lnTo>
                  <a:lnTo>
                    <a:pt x="798346" y="1195564"/>
                  </a:lnTo>
                  <a:close/>
                  <a:moveTo>
                    <a:pt x="599432" y="950164"/>
                  </a:moveTo>
                  <a:lnTo>
                    <a:pt x="617954" y="957104"/>
                  </a:lnTo>
                  <a:lnTo>
                    <a:pt x="640454" y="978961"/>
                  </a:lnTo>
                  <a:close/>
                  <a:moveTo>
                    <a:pt x="595518" y="948256"/>
                  </a:moveTo>
                  <a:lnTo>
                    <a:pt x="617954" y="957104"/>
                  </a:lnTo>
                  <a:lnTo>
                    <a:pt x="599432" y="950164"/>
                  </a:lnTo>
                  <a:close/>
                  <a:moveTo>
                    <a:pt x="249239" y="512885"/>
                  </a:moveTo>
                  <a:lnTo>
                    <a:pt x="266871" y="550437"/>
                  </a:lnTo>
                  <a:lnTo>
                    <a:pt x="279894" y="505358"/>
                  </a:lnTo>
                  <a:close/>
                  <a:moveTo>
                    <a:pt x="102395" y="362320"/>
                  </a:moveTo>
                  <a:lnTo>
                    <a:pt x="93110" y="399080"/>
                  </a:lnTo>
                  <a:lnTo>
                    <a:pt x="137395" y="360954"/>
                  </a:lnTo>
                  <a:close/>
                  <a:moveTo>
                    <a:pt x="122004" y="382534"/>
                  </a:moveTo>
                  <a:lnTo>
                    <a:pt x="172699" y="357903"/>
                  </a:lnTo>
                  <a:lnTo>
                    <a:pt x="137395" y="360954"/>
                  </a:lnTo>
                  <a:close/>
                  <a:moveTo>
                    <a:pt x="137395" y="360954"/>
                  </a:moveTo>
                  <a:lnTo>
                    <a:pt x="172699" y="357903"/>
                  </a:lnTo>
                  <a:lnTo>
                    <a:pt x="140850" y="356788"/>
                  </a:lnTo>
                  <a:close/>
                  <a:moveTo>
                    <a:pt x="847339" y="1157957"/>
                  </a:moveTo>
                  <a:lnTo>
                    <a:pt x="867406" y="1158228"/>
                  </a:lnTo>
                  <a:lnTo>
                    <a:pt x="855005" y="1149329"/>
                  </a:lnTo>
                  <a:close/>
                  <a:moveTo>
                    <a:pt x="858658" y="1171907"/>
                  </a:moveTo>
                  <a:lnTo>
                    <a:pt x="867406" y="1158228"/>
                  </a:lnTo>
                  <a:lnTo>
                    <a:pt x="847339" y="1157957"/>
                  </a:lnTo>
                  <a:close/>
                  <a:moveTo>
                    <a:pt x="259322" y="454374"/>
                  </a:moveTo>
                  <a:lnTo>
                    <a:pt x="280046" y="503490"/>
                  </a:lnTo>
                  <a:lnTo>
                    <a:pt x="290456" y="452025"/>
                  </a:lnTo>
                  <a:close/>
                  <a:moveTo>
                    <a:pt x="282464" y="450985"/>
                  </a:moveTo>
                  <a:lnTo>
                    <a:pt x="290456" y="452025"/>
                  </a:lnTo>
                  <a:lnTo>
                    <a:pt x="291388" y="449687"/>
                  </a:lnTo>
                  <a:close/>
                  <a:moveTo>
                    <a:pt x="280046" y="503490"/>
                  </a:moveTo>
                  <a:lnTo>
                    <a:pt x="294536" y="450985"/>
                  </a:lnTo>
                  <a:lnTo>
                    <a:pt x="290456" y="452025"/>
                  </a:lnTo>
                  <a:close/>
                  <a:moveTo>
                    <a:pt x="328852" y="465183"/>
                  </a:moveTo>
                  <a:lnTo>
                    <a:pt x="294536" y="450985"/>
                  </a:lnTo>
                  <a:lnTo>
                    <a:pt x="280046" y="503490"/>
                  </a:lnTo>
                  <a:close/>
                  <a:moveTo>
                    <a:pt x="290456" y="452025"/>
                  </a:moveTo>
                  <a:lnTo>
                    <a:pt x="294536" y="450985"/>
                  </a:lnTo>
                  <a:lnTo>
                    <a:pt x="291388" y="449687"/>
                  </a:lnTo>
                  <a:close/>
                  <a:moveTo>
                    <a:pt x="172699" y="357903"/>
                  </a:moveTo>
                  <a:lnTo>
                    <a:pt x="174572" y="357818"/>
                  </a:lnTo>
                  <a:lnTo>
                    <a:pt x="140850" y="356788"/>
                  </a:lnTo>
                  <a:close/>
                  <a:moveTo>
                    <a:pt x="140850" y="356788"/>
                  </a:moveTo>
                  <a:lnTo>
                    <a:pt x="174572" y="357818"/>
                  </a:lnTo>
                  <a:lnTo>
                    <a:pt x="190608" y="322041"/>
                  </a:lnTo>
                  <a:close/>
                  <a:moveTo>
                    <a:pt x="174572" y="357818"/>
                  </a:moveTo>
                  <a:lnTo>
                    <a:pt x="174626" y="357903"/>
                  </a:lnTo>
                  <a:lnTo>
                    <a:pt x="190608" y="322041"/>
                  </a:lnTo>
                  <a:close/>
                  <a:moveTo>
                    <a:pt x="104650" y="346021"/>
                  </a:moveTo>
                  <a:lnTo>
                    <a:pt x="140850" y="356788"/>
                  </a:lnTo>
                  <a:lnTo>
                    <a:pt x="159160" y="329039"/>
                  </a:lnTo>
                  <a:close/>
                  <a:moveTo>
                    <a:pt x="328852" y="465183"/>
                  </a:moveTo>
                  <a:lnTo>
                    <a:pt x="335994" y="442091"/>
                  </a:lnTo>
                  <a:lnTo>
                    <a:pt x="294536" y="450985"/>
                  </a:lnTo>
                  <a:close/>
                  <a:moveTo>
                    <a:pt x="291388" y="449687"/>
                  </a:moveTo>
                  <a:lnTo>
                    <a:pt x="294536" y="450985"/>
                  </a:lnTo>
                  <a:lnTo>
                    <a:pt x="344307" y="426758"/>
                  </a:lnTo>
                  <a:close/>
                  <a:moveTo>
                    <a:pt x="903856" y="1083847"/>
                  </a:moveTo>
                  <a:lnTo>
                    <a:pt x="901503" y="1130508"/>
                  </a:lnTo>
                  <a:lnTo>
                    <a:pt x="926918" y="1092186"/>
                  </a:lnTo>
                  <a:close/>
                  <a:moveTo>
                    <a:pt x="903856" y="1083847"/>
                  </a:moveTo>
                  <a:lnTo>
                    <a:pt x="926918" y="1092186"/>
                  </a:lnTo>
                  <a:lnTo>
                    <a:pt x="913249" y="1058553"/>
                  </a:lnTo>
                  <a:close/>
                  <a:moveTo>
                    <a:pt x="748334" y="771043"/>
                  </a:moveTo>
                  <a:lnTo>
                    <a:pt x="745650" y="817972"/>
                  </a:lnTo>
                  <a:lnTo>
                    <a:pt x="771917" y="778958"/>
                  </a:lnTo>
                  <a:close/>
                  <a:moveTo>
                    <a:pt x="757477" y="745950"/>
                  </a:moveTo>
                  <a:lnTo>
                    <a:pt x="744571" y="734251"/>
                  </a:lnTo>
                  <a:lnTo>
                    <a:pt x="748334" y="771043"/>
                  </a:lnTo>
                  <a:close/>
                  <a:moveTo>
                    <a:pt x="757477" y="745950"/>
                  </a:moveTo>
                  <a:lnTo>
                    <a:pt x="748334" y="771043"/>
                  </a:lnTo>
                  <a:lnTo>
                    <a:pt x="771917" y="778958"/>
                  </a:lnTo>
                  <a:close/>
                  <a:moveTo>
                    <a:pt x="575493" y="572033"/>
                  </a:moveTo>
                  <a:lnTo>
                    <a:pt x="603136" y="600393"/>
                  </a:lnTo>
                  <a:lnTo>
                    <a:pt x="600652" y="569893"/>
                  </a:lnTo>
                  <a:close/>
                  <a:moveTo>
                    <a:pt x="600652" y="569893"/>
                  </a:moveTo>
                  <a:lnTo>
                    <a:pt x="603136" y="600393"/>
                  </a:lnTo>
                  <a:lnTo>
                    <a:pt x="626094" y="547762"/>
                  </a:lnTo>
                  <a:close/>
                  <a:moveTo>
                    <a:pt x="625346" y="546455"/>
                  </a:moveTo>
                  <a:lnTo>
                    <a:pt x="626094" y="547762"/>
                  </a:lnTo>
                  <a:lnTo>
                    <a:pt x="625850" y="539525"/>
                  </a:lnTo>
                  <a:close/>
                  <a:moveTo>
                    <a:pt x="625346" y="546455"/>
                  </a:moveTo>
                  <a:lnTo>
                    <a:pt x="625850" y="539525"/>
                  </a:lnTo>
                  <a:lnTo>
                    <a:pt x="634327" y="529271"/>
                  </a:lnTo>
                  <a:close/>
                  <a:moveTo>
                    <a:pt x="332258" y="176645"/>
                  </a:moveTo>
                  <a:lnTo>
                    <a:pt x="301838" y="200135"/>
                  </a:lnTo>
                  <a:lnTo>
                    <a:pt x="330351" y="182163"/>
                  </a:lnTo>
                  <a:close/>
                  <a:moveTo>
                    <a:pt x="369064" y="161721"/>
                  </a:moveTo>
                  <a:lnTo>
                    <a:pt x="368076" y="174615"/>
                  </a:lnTo>
                  <a:lnTo>
                    <a:pt x="387871" y="176435"/>
                  </a:lnTo>
                  <a:close/>
                  <a:moveTo>
                    <a:pt x="343171" y="133885"/>
                  </a:moveTo>
                  <a:lnTo>
                    <a:pt x="332258" y="176645"/>
                  </a:lnTo>
                  <a:lnTo>
                    <a:pt x="361817" y="175232"/>
                  </a:lnTo>
                  <a:close/>
                  <a:moveTo>
                    <a:pt x="368076" y="174615"/>
                  </a:moveTo>
                  <a:lnTo>
                    <a:pt x="408296" y="198476"/>
                  </a:lnTo>
                  <a:lnTo>
                    <a:pt x="387871" y="176435"/>
                  </a:lnTo>
                  <a:close/>
                  <a:moveTo>
                    <a:pt x="744988" y="639521"/>
                  </a:moveTo>
                  <a:lnTo>
                    <a:pt x="751290" y="676291"/>
                  </a:lnTo>
                  <a:lnTo>
                    <a:pt x="745047" y="639824"/>
                  </a:lnTo>
                  <a:close/>
                  <a:moveTo>
                    <a:pt x="744988" y="639521"/>
                  </a:moveTo>
                  <a:lnTo>
                    <a:pt x="745047" y="639824"/>
                  </a:lnTo>
                  <a:lnTo>
                    <a:pt x="745003" y="639536"/>
                  </a:lnTo>
                  <a:close/>
                  <a:moveTo>
                    <a:pt x="744988" y="639521"/>
                  </a:moveTo>
                  <a:lnTo>
                    <a:pt x="745003" y="639536"/>
                  </a:lnTo>
                  <a:lnTo>
                    <a:pt x="744946" y="639445"/>
                  </a:lnTo>
                  <a:close/>
                  <a:moveTo>
                    <a:pt x="470214" y="127355"/>
                  </a:moveTo>
                  <a:lnTo>
                    <a:pt x="443137" y="95932"/>
                  </a:lnTo>
                  <a:lnTo>
                    <a:pt x="454175" y="107345"/>
                  </a:lnTo>
                  <a:close/>
                  <a:moveTo>
                    <a:pt x="503013" y="69154"/>
                  </a:moveTo>
                  <a:lnTo>
                    <a:pt x="536696" y="70513"/>
                  </a:lnTo>
                  <a:lnTo>
                    <a:pt x="514936" y="64650"/>
                  </a:lnTo>
                  <a:close/>
                  <a:moveTo>
                    <a:pt x="721804" y="166152"/>
                  </a:moveTo>
                  <a:lnTo>
                    <a:pt x="747745" y="189810"/>
                  </a:lnTo>
                  <a:lnTo>
                    <a:pt x="745427" y="203253"/>
                  </a:lnTo>
                  <a:close/>
                  <a:moveTo>
                    <a:pt x="637651" y="1402"/>
                  </a:moveTo>
                  <a:lnTo>
                    <a:pt x="652972" y="39050"/>
                  </a:lnTo>
                  <a:lnTo>
                    <a:pt x="637897" y="2295"/>
                  </a:lnTo>
                  <a:close/>
                  <a:moveTo>
                    <a:pt x="637651" y="1402"/>
                  </a:moveTo>
                  <a:lnTo>
                    <a:pt x="656997" y="30421"/>
                  </a:lnTo>
                  <a:lnTo>
                    <a:pt x="652972" y="39050"/>
                  </a:lnTo>
                  <a:close/>
                  <a:moveTo>
                    <a:pt x="637651" y="1402"/>
                  </a:moveTo>
                  <a:lnTo>
                    <a:pt x="637897" y="2295"/>
                  </a:lnTo>
                  <a:lnTo>
                    <a:pt x="63593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35" name="Input_density__126">
              <a:extLst>
                <a:ext uri="{FF2B5EF4-FFF2-40B4-BE49-F238E27FC236}">
                  <a16:creationId xmlns:a16="http://schemas.microsoft.com/office/drawing/2014/main" id="{2BF8201E-78FF-CDDF-ABFD-0B246B156A83}"/>
                </a:ext>
              </a:extLst>
            </p:cNvPr>
            <p:cNvSpPr>
              <a:spLocks noGrp="1"/>
            </p:cNvSpPr>
            <p:nvPr/>
          </p:nvSpPr>
          <p:spPr>
            <a:xfrm>
              <a:off x="1000578" y="1624010"/>
              <a:ext cx="893250" cy="1263234"/>
            </a:xfrm>
            <a:custGeom>
              <a:avLst/>
              <a:gdLst/>
              <a:ahLst/>
              <a:cxnLst/>
              <a:rect l="0" t="0" r="0" b="0"/>
              <a:pathLst>
                <a:path w="893250" h="1263234">
                  <a:moveTo>
                    <a:pt x="23475" y="1077555"/>
                  </a:moveTo>
                  <a:lnTo>
                    <a:pt x="0" y="1085995"/>
                  </a:lnTo>
                  <a:lnTo>
                    <a:pt x="55598" y="1073083"/>
                  </a:lnTo>
                  <a:close/>
                  <a:moveTo>
                    <a:pt x="55598" y="1073083"/>
                  </a:moveTo>
                  <a:lnTo>
                    <a:pt x="87106" y="1066308"/>
                  </a:lnTo>
                  <a:lnTo>
                    <a:pt x="106183" y="1041426"/>
                  </a:lnTo>
                  <a:close/>
                  <a:moveTo>
                    <a:pt x="106183" y="1041426"/>
                  </a:moveTo>
                  <a:lnTo>
                    <a:pt x="87106" y="1066308"/>
                  </a:lnTo>
                  <a:lnTo>
                    <a:pt x="140381" y="1044710"/>
                  </a:lnTo>
                  <a:close/>
                  <a:moveTo>
                    <a:pt x="144477" y="1030741"/>
                  </a:moveTo>
                  <a:lnTo>
                    <a:pt x="151889" y="991530"/>
                  </a:lnTo>
                  <a:lnTo>
                    <a:pt x="119501" y="995013"/>
                  </a:lnTo>
                  <a:close/>
                  <a:moveTo>
                    <a:pt x="119501" y="995013"/>
                  </a:moveTo>
                  <a:lnTo>
                    <a:pt x="151889" y="991530"/>
                  </a:lnTo>
                  <a:lnTo>
                    <a:pt x="176271" y="986483"/>
                  </a:lnTo>
                  <a:close/>
                  <a:moveTo>
                    <a:pt x="165894" y="982033"/>
                  </a:moveTo>
                  <a:lnTo>
                    <a:pt x="176271" y="986483"/>
                  </a:lnTo>
                  <a:lnTo>
                    <a:pt x="151889" y="991530"/>
                  </a:lnTo>
                  <a:close/>
                  <a:moveTo>
                    <a:pt x="44725" y="743804"/>
                  </a:moveTo>
                  <a:lnTo>
                    <a:pt x="44121" y="700176"/>
                  </a:lnTo>
                  <a:lnTo>
                    <a:pt x="26694" y="704759"/>
                  </a:lnTo>
                  <a:close/>
                  <a:moveTo>
                    <a:pt x="7309" y="728492"/>
                  </a:moveTo>
                  <a:lnTo>
                    <a:pt x="44725" y="743804"/>
                  </a:lnTo>
                  <a:lnTo>
                    <a:pt x="26694" y="704759"/>
                  </a:lnTo>
                  <a:close/>
                  <a:moveTo>
                    <a:pt x="497218" y="1246817"/>
                  </a:moveTo>
                  <a:lnTo>
                    <a:pt x="480972" y="1241706"/>
                  </a:lnTo>
                  <a:lnTo>
                    <a:pt x="442889" y="1219149"/>
                  </a:lnTo>
                  <a:close/>
                  <a:moveTo>
                    <a:pt x="513694" y="1241706"/>
                  </a:moveTo>
                  <a:lnTo>
                    <a:pt x="532064" y="1263234"/>
                  </a:lnTo>
                  <a:lnTo>
                    <a:pt x="507367" y="1256151"/>
                  </a:lnTo>
                  <a:close/>
                  <a:moveTo>
                    <a:pt x="573847" y="1187716"/>
                  </a:moveTo>
                  <a:lnTo>
                    <a:pt x="556090" y="1224523"/>
                  </a:lnTo>
                  <a:lnTo>
                    <a:pt x="557299" y="1222056"/>
                  </a:lnTo>
                  <a:close/>
                  <a:moveTo>
                    <a:pt x="301110" y="850425"/>
                  </a:moveTo>
                  <a:lnTo>
                    <a:pt x="268299" y="888992"/>
                  </a:lnTo>
                  <a:lnTo>
                    <a:pt x="297575" y="873871"/>
                  </a:lnTo>
                  <a:close/>
                  <a:moveTo>
                    <a:pt x="301110" y="850425"/>
                  </a:moveTo>
                  <a:lnTo>
                    <a:pt x="277488" y="842541"/>
                  </a:lnTo>
                  <a:lnTo>
                    <a:pt x="268299" y="888992"/>
                  </a:lnTo>
                  <a:close/>
                  <a:moveTo>
                    <a:pt x="301110" y="850425"/>
                  </a:moveTo>
                  <a:lnTo>
                    <a:pt x="297575" y="873871"/>
                  </a:lnTo>
                  <a:lnTo>
                    <a:pt x="305920" y="856973"/>
                  </a:lnTo>
                  <a:close/>
                  <a:moveTo>
                    <a:pt x="294291" y="811221"/>
                  </a:moveTo>
                  <a:lnTo>
                    <a:pt x="301110" y="850425"/>
                  </a:lnTo>
                  <a:lnTo>
                    <a:pt x="305920" y="856973"/>
                  </a:lnTo>
                  <a:close/>
                  <a:moveTo>
                    <a:pt x="65685" y="593151"/>
                  </a:moveTo>
                  <a:lnTo>
                    <a:pt x="75553" y="545750"/>
                  </a:lnTo>
                  <a:lnTo>
                    <a:pt x="71197" y="554157"/>
                  </a:lnTo>
                  <a:close/>
                  <a:moveTo>
                    <a:pt x="171164" y="678762"/>
                  </a:moveTo>
                  <a:lnTo>
                    <a:pt x="111374" y="672588"/>
                  </a:lnTo>
                  <a:lnTo>
                    <a:pt x="152625" y="666140"/>
                  </a:lnTo>
                  <a:close/>
                  <a:moveTo>
                    <a:pt x="663152" y="1244095"/>
                  </a:moveTo>
                  <a:lnTo>
                    <a:pt x="677582" y="1190156"/>
                  </a:lnTo>
                  <a:lnTo>
                    <a:pt x="685552" y="1226911"/>
                  </a:lnTo>
                  <a:close/>
                  <a:moveTo>
                    <a:pt x="677582" y="1190156"/>
                  </a:moveTo>
                  <a:lnTo>
                    <a:pt x="690539" y="1198003"/>
                  </a:lnTo>
                  <a:lnTo>
                    <a:pt x="694067" y="1167263"/>
                  </a:lnTo>
                  <a:close/>
                  <a:moveTo>
                    <a:pt x="268756" y="760145"/>
                  </a:moveTo>
                  <a:lnTo>
                    <a:pt x="282731" y="803035"/>
                  </a:lnTo>
                  <a:lnTo>
                    <a:pt x="275087" y="766280"/>
                  </a:lnTo>
                  <a:close/>
                  <a:moveTo>
                    <a:pt x="270239" y="729525"/>
                  </a:moveTo>
                  <a:lnTo>
                    <a:pt x="281167" y="716318"/>
                  </a:lnTo>
                  <a:lnTo>
                    <a:pt x="264616" y="718764"/>
                  </a:lnTo>
                  <a:close/>
                  <a:moveTo>
                    <a:pt x="71197" y="554157"/>
                  </a:moveTo>
                  <a:lnTo>
                    <a:pt x="75553" y="545750"/>
                  </a:lnTo>
                  <a:lnTo>
                    <a:pt x="71825" y="543412"/>
                  </a:lnTo>
                  <a:close/>
                  <a:moveTo>
                    <a:pt x="83810" y="505105"/>
                  </a:moveTo>
                  <a:lnTo>
                    <a:pt x="75553" y="545750"/>
                  </a:lnTo>
                  <a:lnTo>
                    <a:pt x="97284" y="527115"/>
                  </a:lnTo>
                  <a:close/>
                  <a:moveTo>
                    <a:pt x="58655" y="314847"/>
                  </a:moveTo>
                  <a:lnTo>
                    <a:pt x="5541" y="337047"/>
                  </a:lnTo>
                  <a:lnTo>
                    <a:pt x="38659" y="336295"/>
                  </a:lnTo>
                  <a:close/>
                  <a:moveTo>
                    <a:pt x="723342" y="1126588"/>
                  </a:moveTo>
                  <a:lnTo>
                    <a:pt x="713496" y="1143698"/>
                  </a:lnTo>
                  <a:lnTo>
                    <a:pt x="717565" y="1136218"/>
                  </a:lnTo>
                  <a:close/>
                  <a:moveTo>
                    <a:pt x="723342" y="1126588"/>
                  </a:moveTo>
                  <a:lnTo>
                    <a:pt x="717565" y="1136218"/>
                  </a:lnTo>
                  <a:lnTo>
                    <a:pt x="706681" y="1118215"/>
                  </a:lnTo>
                  <a:close/>
                  <a:moveTo>
                    <a:pt x="605999" y="894728"/>
                  </a:moveTo>
                  <a:lnTo>
                    <a:pt x="583499" y="872871"/>
                  </a:lnTo>
                  <a:lnTo>
                    <a:pt x="633352" y="872420"/>
                  </a:lnTo>
                  <a:close/>
                  <a:moveTo>
                    <a:pt x="528601" y="854503"/>
                  </a:moveTo>
                  <a:lnTo>
                    <a:pt x="517988" y="842178"/>
                  </a:lnTo>
                  <a:lnTo>
                    <a:pt x="561063" y="864023"/>
                  </a:lnTo>
                  <a:close/>
                  <a:moveTo>
                    <a:pt x="192049" y="511383"/>
                  </a:moveTo>
                  <a:lnTo>
                    <a:pt x="208093" y="499843"/>
                  </a:lnTo>
                  <a:lnTo>
                    <a:pt x="217919" y="461157"/>
                  </a:lnTo>
                  <a:close/>
                  <a:moveTo>
                    <a:pt x="217919" y="461157"/>
                  </a:moveTo>
                  <a:lnTo>
                    <a:pt x="208093" y="499843"/>
                  </a:lnTo>
                  <a:lnTo>
                    <a:pt x="228387" y="474628"/>
                  </a:lnTo>
                  <a:close/>
                  <a:moveTo>
                    <a:pt x="228387" y="474628"/>
                  </a:moveTo>
                  <a:lnTo>
                    <a:pt x="232416" y="466204"/>
                  </a:lnTo>
                  <a:lnTo>
                    <a:pt x="217919" y="461157"/>
                  </a:lnTo>
                  <a:close/>
                  <a:moveTo>
                    <a:pt x="40680" y="327608"/>
                  </a:moveTo>
                  <a:lnTo>
                    <a:pt x="58655" y="314847"/>
                  </a:lnTo>
                  <a:lnTo>
                    <a:pt x="67940" y="278087"/>
                  </a:lnTo>
                  <a:close/>
                  <a:moveTo>
                    <a:pt x="102940" y="276721"/>
                  </a:moveTo>
                  <a:lnTo>
                    <a:pt x="58655" y="314847"/>
                  </a:lnTo>
                  <a:lnTo>
                    <a:pt x="87549" y="298301"/>
                  </a:lnTo>
                  <a:close/>
                  <a:moveTo>
                    <a:pt x="796260" y="1107778"/>
                  </a:moveTo>
                  <a:lnTo>
                    <a:pt x="812884" y="1073724"/>
                  </a:lnTo>
                  <a:lnTo>
                    <a:pt x="763891" y="1111331"/>
                  </a:lnTo>
                  <a:close/>
                  <a:moveTo>
                    <a:pt x="796260" y="1107778"/>
                  </a:moveTo>
                  <a:lnTo>
                    <a:pt x="824203" y="1087674"/>
                  </a:lnTo>
                  <a:lnTo>
                    <a:pt x="812884" y="1073724"/>
                  </a:lnTo>
                  <a:close/>
                  <a:moveTo>
                    <a:pt x="820550" y="1065096"/>
                  </a:moveTo>
                  <a:lnTo>
                    <a:pt x="832951" y="1073995"/>
                  </a:lnTo>
                  <a:lnTo>
                    <a:pt x="842907" y="1061396"/>
                  </a:lnTo>
                  <a:close/>
                  <a:moveTo>
                    <a:pt x="625203" y="870320"/>
                  </a:moveTo>
                  <a:lnTo>
                    <a:pt x="636317" y="857019"/>
                  </a:lnTo>
                  <a:lnTo>
                    <a:pt x="648036" y="844566"/>
                  </a:lnTo>
                  <a:close/>
                  <a:moveTo>
                    <a:pt x="605999" y="894728"/>
                  </a:moveTo>
                  <a:lnTo>
                    <a:pt x="633352" y="872420"/>
                  </a:lnTo>
                  <a:lnTo>
                    <a:pt x="625203" y="870320"/>
                  </a:lnTo>
                  <a:close/>
                  <a:moveTo>
                    <a:pt x="636317" y="857019"/>
                  </a:moveTo>
                  <a:lnTo>
                    <a:pt x="638109" y="810816"/>
                  </a:lnTo>
                  <a:lnTo>
                    <a:pt x="648036" y="844566"/>
                  </a:lnTo>
                  <a:close/>
                  <a:moveTo>
                    <a:pt x="638109" y="810816"/>
                  </a:moveTo>
                  <a:lnTo>
                    <a:pt x="634882" y="807811"/>
                  </a:lnTo>
                  <a:lnTo>
                    <a:pt x="648036" y="844566"/>
                  </a:lnTo>
                  <a:close/>
                  <a:moveTo>
                    <a:pt x="224867" y="370141"/>
                  </a:moveTo>
                  <a:lnTo>
                    <a:pt x="256001" y="367792"/>
                  </a:lnTo>
                  <a:lnTo>
                    <a:pt x="248009" y="366751"/>
                  </a:lnTo>
                  <a:close/>
                  <a:moveTo>
                    <a:pt x="106395" y="272555"/>
                  </a:moveTo>
                  <a:lnTo>
                    <a:pt x="156153" y="237808"/>
                  </a:lnTo>
                  <a:lnTo>
                    <a:pt x="124705" y="244806"/>
                  </a:lnTo>
                  <a:close/>
                  <a:moveTo>
                    <a:pt x="842907" y="1061396"/>
                  </a:moveTo>
                  <a:lnTo>
                    <a:pt x="858772" y="1053002"/>
                  </a:lnTo>
                  <a:lnTo>
                    <a:pt x="856529" y="1047913"/>
                  </a:lnTo>
                  <a:close/>
                  <a:moveTo>
                    <a:pt x="873089" y="1047913"/>
                  </a:moveTo>
                  <a:lnTo>
                    <a:pt x="858772" y="1053002"/>
                  </a:lnTo>
                  <a:lnTo>
                    <a:pt x="893250" y="1028835"/>
                  </a:lnTo>
                  <a:close/>
                  <a:moveTo>
                    <a:pt x="893250" y="1028835"/>
                  </a:moveTo>
                  <a:lnTo>
                    <a:pt x="858772" y="1053002"/>
                  </a:lnTo>
                  <a:lnTo>
                    <a:pt x="842907" y="1061396"/>
                  </a:lnTo>
                  <a:close/>
                  <a:moveTo>
                    <a:pt x="634882" y="807811"/>
                  </a:moveTo>
                  <a:lnTo>
                    <a:pt x="630852" y="790628"/>
                  </a:lnTo>
                  <a:lnTo>
                    <a:pt x="648036" y="844566"/>
                  </a:lnTo>
                  <a:close/>
                  <a:moveTo>
                    <a:pt x="634882" y="807811"/>
                  </a:moveTo>
                  <a:lnTo>
                    <a:pt x="659467" y="777644"/>
                  </a:lnTo>
                  <a:lnTo>
                    <a:pt x="630852" y="790628"/>
                  </a:lnTo>
                  <a:close/>
                  <a:moveTo>
                    <a:pt x="267263" y="358635"/>
                  </a:moveTo>
                  <a:lnTo>
                    <a:pt x="248009" y="366751"/>
                  </a:lnTo>
                  <a:lnTo>
                    <a:pt x="256933" y="365454"/>
                  </a:lnTo>
                  <a:close/>
                  <a:moveTo>
                    <a:pt x="281718" y="349568"/>
                  </a:moveTo>
                  <a:lnTo>
                    <a:pt x="267263" y="358635"/>
                  </a:lnTo>
                  <a:lnTo>
                    <a:pt x="309852" y="342525"/>
                  </a:lnTo>
                  <a:close/>
                  <a:moveTo>
                    <a:pt x="309852" y="342525"/>
                  </a:moveTo>
                  <a:lnTo>
                    <a:pt x="267263" y="358635"/>
                  </a:lnTo>
                  <a:lnTo>
                    <a:pt x="256933" y="365454"/>
                  </a:lnTo>
                  <a:close/>
                  <a:moveTo>
                    <a:pt x="260081" y="366751"/>
                  </a:moveTo>
                  <a:lnTo>
                    <a:pt x="301539" y="357858"/>
                  </a:lnTo>
                  <a:lnTo>
                    <a:pt x="309852" y="342525"/>
                  </a:lnTo>
                  <a:close/>
                  <a:moveTo>
                    <a:pt x="301539" y="357858"/>
                  </a:moveTo>
                  <a:lnTo>
                    <a:pt x="294397" y="380950"/>
                  </a:lnTo>
                  <a:lnTo>
                    <a:pt x="303225" y="366751"/>
                  </a:lnTo>
                  <a:close/>
                  <a:moveTo>
                    <a:pt x="229190" y="210600"/>
                  </a:moveTo>
                  <a:lnTo>
                    <a:pt x="204121" y="203892"/>
                  </a:lnTo>
                  <a:lnTo>
                    <a:pt x="189908" y="239436"/>
                  </a:lnTo>
                  <a:close/>
                  <a:moveTo>
                    <a:pt x="204121" y="203892"/>
                  </a:moveTo>
                  <a:lnTo>
                    <a:pt x="229190" y="210600"/>
                  </a:lnTo>
                  <a:lnTo>
                    <a:pt x="204893" y="199253"/>
                  </a:lnTo>
                  <a:close/>
                  <a:moveTo>
                    <a:pt x="201980" y="202548"/>
                  </a:moveTo>
                  <a:lnTo>
                    <a:pt x="204121" y="203892"/>
                  </a:lnTo>
                  <a:lnTo>
                    <a:pt x="204893" y="199253"/>
                  </a:lnTo>
                  <a:close/>
                  <a:moveTo>
                    <a:pt x="873089" y="1047913"/>
                  </a:moveTo>
                  <a:lnTo>
                    <a:pt x="866266" y="1052524"/>
                  </a:lnTo>
                  <a:lnTo>
                    <a:pt x="858772" y="1053002"/>
                  </a:lnTo>
                  <a:close/>
                  <a:moveTo>
                    <a:pt x="892463" y="1007953"/>
                  </a:moveTo>
                  <a:lnTo>
                    <a:pt x="873089" y="1047913"/>
                  </a:lnTo>
                  <a:lnTo>
                    <a:pt x="893250" y="1028835"/>
                  </a:lnTo>
                  <a:close/>
                  <a:moveTo>
                    <a:pt x="867048" y="1046275"/>
                  </a:moveTo>
                  <a:lnTo>
                    <a:pt x="873089" y="1047913"/>
                  </a:lnTo>
                  <a:lnTo>
                    <a:pt x="892463" y="1007953"/>
                  </a:lnTo>
                  <a:close/>
                  <a:moveTo>
                    <a:pt x="329986" y="321596"/>
                  </a:moveTo>
                  <a:lnTo>
                    <a:pt x="309852" y="342525"/>
                  </a:lnTo>
                  <a:lnTo>
                    <a:pt x="363795" y="323424"/>
                  </a:lnTo>
                  <a:close/>
                  <a:moveTo>
                    <a:pt x="204893" y="199253"/>
                  </a:moveTo>
                  <a:lnTo>
                    <a:pt x="235227" y="188090"/>
                  </a:lnTo>
                  <a:lnTo>
                    <a:pt x="251879" y="154140"/>
                  </a:lnTo>
                  <a:close/>
                  <a:moveTo>
                    <a:pt x="711195" y="733738"/>
                  </a:moveTo>
                  <a:lnTo>
                    <a:pt x="709075" y="742335"/>
                  </a:lnTo>
                  <a:lnTo>
                    <a:pt x="719985" y="736690"/>
                  </a:lnTo>
                  <a:close/>
                  <a:moveTo>
                    <a:pt x="737462" y="694725"/>
                  </a:moveTo>
                  <a:lnTo>
                    <a:pt x="719985" y="736690"/>
                  </a:lnTo>
                  <a:lnTo>
                    <a:pt x="737359" y="723506"/>
                  </a:lnTo>
                  <a:close/>
                  <a:moveTo>
                    <a:pt x="711195" y="733738"/>
                  </a:moveTo>
                  <a:lnTo>
                    <a:pt x="719985" y="736690"/>
                  </a:lnTo>
                  <a:lnTo>
                    <a:pt x="737462" y="694725"/>
                  </a:lnTo>
                  <a:close/>
                  <a:moveTo>
                    <a:pt x="710423" y="645996"/>
                  </a:moveTo>
                  <a:lnTo>
                    <a:pt x="710116" y="650018"/>
                  </a:lnTo>
                  <a:lnTo>
                    <a:pt x="723022" y="661717"/>
                  </a:lnTo>
                  <a:close/>
                  <a:moveTo>
                    <a:pt x="591639" y="463529"/>
                  </a:moveTo>
                  <a:lnTo>
                    <a:pt x="590891" y="462222"/>
                  </a:lnTo>
                  <a:lnTo>
                    <a:pt x="566197" y="485660"/>
                  </a:lnTo>
                  <a:close/>
                  <a:moveTo>
                    <a:pt x="566197" y="485660"/>
                  </a:moveTo>
                  <a:lnTo>
                    <a:pt x="519940" y="479405"/>
                  </a:lnTo>
                  <a:lnTo>
                    <a:pt x="541038" y="487800"/>
                  </a:lnTo>
                  <a:close/>
                  <a:moveTo>
                    <a:pt x="259277" y="141393"/>
                  </a:moveTo>
                  <a:lnTo>
                    <a:pt x="263271" y="131426"/>
                  </a:lnTo>
                  <a:lnTo>
                    <a:pt x="251879" y="154140"/>
                  </a:lnTo>
                  <a:close/>
                  <a:moveTo>
                    <a:pt x="259277" y="141393"/>
                  </a:moveTo>
                  <a:lnTo>
                    <a:pt x="251879" y="154140"/>
                  </a:lnTo>
                  <a:lnTo>
                    <a:pt x="256226" y="148610"/>
                  </a:lnTo>
                  <a:close/>
                  <a:moveTo>
                    <a:pt x="259277" y="141393"/>
                  </a:moveTo>
                  <a:lnTo>
                    <a:pt x="256226" y="148610"/>
                  </a:lnTo>
                  <a:lnTo>
                    <a:pt x="267383" y="115902"/>
                  </a:lnTo>
                  <a:close/>
                  <a:moveTo>
                    <a:pt x="267383" y="115902"/>
                  </a:moveTo>
                  <a:lnTo>
                    <a:pt x="256226" y="148610"/>
                  </a:lnTo>
                  <a:lnTo>
                    <a:pt x="275606" y="118279"/>
                  </a:lnTo>
                  <a:close/>
                  <a:moveTo>
                    <a:pt x="267383" y="115902"/>
                  </a:moveTo>
                  <a:lnTo>
                    <a:pt x="275606" y="118279"/>
                  </a:lnTo>
                  <a:lnTo>
                    <a:pt x="295896" y="97930"/>
                  </a:lnTo>
                  <a:close/>
                  <a:moveTo>
                    <a:pt x="263271" y="131426"/>
                  </a:moveTo>
                  <a:lnTo>
                    <a:pt x="259277" y="141393"/>
                  </a:lnTo>
                  <a:lnTo>
                    <a:pt x="267383" y="115902"/>
                  </a:lnTo>
                  <a:close/>
                  <a:moveTo>
                    <a:pt x="716039" y="609241"/>
                  </a:moveTo>
                  <a:lnTo>
                    <a:pt x="710592" y="555591"/>
                  </a:lnTo>
                  <a:lnTo>
                    <a:pt x="716709" y="595014"/>
                  </a:lnTo>
                  <a:close/>
                  <a:moveTo>
                    <a:pt x="710548" y="555303"/>
                  </a:moveTo>
                  <a:lnTo>
                    <a:pt x="710592" y="555591"/>
                  </a:lnTo>
                  <a:lnTo>
                    <a:pt x="716039" y="609241"/>
                  </a:lnTo>
                  <a:close/>
                  <a:moveTo>
                    <a:pt x="720611" y="572487"/>
                  </a:moveTo>
                  <a:lnTo>
                    <a:pt x="710548" y="555303"/>
                  </a:lnTo>
                  <a:lnTo>
                    <a:pt x="716039" y="609241"/>
                  </a:lnTo>
                  <a:close/>
                  <a:moveTo>
                    <a:pt x="436116" y="195472"/>
                  </a:moveTo>
                  <a:lnTo>
                    <a:pt x="444412" y="183270"/>
                  </a:lnTo>
                  <a:lnTo>
                    <a:pt x="408301" y="172831"/>
                  </a:lnTo>
                  <a:close/>
                  <a:moveTo>
                    <a:pt x="295896" y="97930"/>
                  </a:moveTo>
                  <a:lnTo>
                    <a:pt x="307046" y="94672"/>
                  </a:lnTo>
                  <a:lnTo>
                    <a:pt x="297803" y="92412"/>
                  </a:lnTo>
                  <a:close/>
                  <a:moveTo>
                    <a:pt x="408301" y="172831"/>
                  </a:moveTo>
                  <a:lnTo>
                    <a:pt x="444412" y="183270"/>
                  </a:lnTo>
                  <a:lnTo>
                    <a:pt x="464948" y="163843"/>
                  </a:lnTo>
                  <a:close/>
                  <a:moveTo>
                    <a:pt x="416407" y="23550"/>
                  </a:moveTo>
                  <a:lnTo>
                    <a:pt x="413539" y="0"/>
                  </a:lnTo>
                  <a:lnTo>
                    <a:pt x="408682" y="11699"/>
                  </a:lnTo>
                  <a:close/>
                  <a:moveTo>
                    <a:pt x="419720" y="23111"/>
                  </a:moveTo>
                  <a:lnTo>
                    <a:pt x="408682" y="11699"/>
                  </a:lnTo>
                  <a:lnTo>
                    <a:pt x="397022" y="636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36" name="Input_density__127">
              <a:extLst>
                <a:ext uri="{FF2B5EF4-FFF2-40B4-BE49-F238E27FC236}">
                  <a16:creationId xmlns:a16="http://schemas.microsoft.com/office/drawing/2014/main" id="{47D4A65C-F7DB-237F-1CCC-A430C08FFE00}"/>
                </a:ext>
              </a:extLst>
            </p:cNvPr>
            <p:cNvSpPr>
              <a:spLocks noGrp="1"/>
            </p:cNvSpPr>
            <p:nvPr/>
          </p:nvSpPr>
          <p:spPr>
            <a:xfrm>
              <a:off x="661527" y="1624010"/>
              <a:ext cx="1076410" cy="1259926"/>
            </a:xfrm>
            <a:custGeom>
              <a:avLst/>
              <a:gdLst/>
              <a:ahLst/>
              <a:cxnLst/>
              <a:rect l="0" t="0" r="0" b="0"/>
              <a:pathLst>
                <a:path w="1076410" h="1259926">
                  <a:moveTo>
                    <a:pt x="53600" y="573785"/>
                  </a:moveTo>
                  <a:lnTo>
                    <a:pt x="18657" y="567714"/>
                  </a:lnTo>
                  <a:lnTo>
                    <a:pt x="0" y="571247"/>
                  </a:lnTo>
                  <a:close/>
                  <a:moveTo>
                    <a:pt x="504945" y="982033"/>
                  </a:moveTo>
                  <a:lnTo>
                    <a:pt x="535324" y="964850"/>
                  </a:lnTo>
                  <a:lnTo>
                    <a:pt x="515322" y="986483"/>
                  </a:lnTo>
                  <a:close/>
                  <a:moveTo>
                    <a:pt x="535324" y="964850"/>
                  </a:moveTo>
                  <a:lnTo>
                    <a:pt x="504945" y="982033"/>
                  </a:lnTo>
                  <a:lnTo>
                    <a:pt x="538384" y="948131"/>
                  </a:lnTo>
                  <a:close/>
                  <a:moveTo>
                    <a:pt x="140522" y="577728"/>
                  </a:moveTo>
                  <a:lnTo>
                    <a:pt x="149869" y="530671"/>
                  </a:lnTo>
                  <a:lnTo>
                    <a:pt x="149751" y="523790"/>
                  </a:lnTo>
                  <a:close/>
                  <a:moveTo>
                    <a:pt x="149751" y="523790"/>
                  </a:moveTo>
                  <a:lnTo>
                    <a:pt x="149869" y="530671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74771" y="489045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88006" y="469852"/>
                  </a:lnTo>
                  <a:lnTo>
                    <a:pt x="174771" y="489045"/>
                  </a:lnTo>
                  <a:close/>
                  <a:moveTo>
                    <a:pt x="597868" y="893728"/>
                  </a:moveTo>
                  <a:lnTo>
                    <a:pt x="582037" y="910912"/>
                  </a:lnTo>
                  <a:lnTo>
                    <a:pt x="607351" y="888992"/>
                  </a:lnTo>
                  <a:close/>
                  <a:moveTo>
                    <a:pt x="582037" y="910912"/>
                  </a:moveTo>
                  <a:lnTo>
                    <a:pt x="586286" y="906444"/>
                  </a:lnTo>
                  <a:lnTo>
                    <a:pt x="607351" y="888992"/>
                  </a:lnTo>
                  <a:close/>
                  <a:moveTo>
                    <a:pt x="586286" y="906444"/>
                  </a:moveTo>
                  <a:lnTo>
                    <a:pt x="616834" y="896082"/>
                  </a:lnTo>
                  <a:lnTo>
                    <a:pt x="636626" y="873871"/>
                  </a:lnTo>
                  <a:close/>
                  <a:moveTo>
                    <a:pt x="607351" y="888992"/>
                  </a:moveTo>
                  <a:lnTo>
                    <a:pt x="586286" y="906444"/>
                  </a:lnTo>
                  <a:lnTo>
                    <a:pt x="636626" y="873871"/>
                  </a:lnTo>
                  <a:close/>
                  <a:moveTo>
                    <a:pt x="1002203" y="1244095"/>
                  </a:moveTo>
                  <a:lnTo>
                    <a:pt x="1022043" y="1250431"/>
                  </a:lnTo>
                  <a:lnTo>
                    <a:pt x="998850" y="1259926"/>
                  </a:lnTo>
                  <a:close/>
                  <a:moveTo>
                    <a:pt x="1002203" y="1244095"/>
                  </a:moveTo>
                  <a:lnTo>
                    <a:pt x="1029590" y="1198003"/>
                  </a:lnTo>
                  <a:lnTo>
                    <a:pt x="1016633" y="1190156"/>
                  </a:lnTo>
                  <a:close/>
                  <a:moveTo>
                    <a:pt x="603667" y="718764"/>
                  </a:moveTo>
                  <a:lnTo>
                    <a:pt x="614138" y="766280"/>
                  </a:lnTo>
                  <a:lnTo>
                    <a:pt x="609290" y="729525"/>
                  </a:lnTo>
                  <a:close/>
                  <a:moveTo>
                    <a:pt x="827273" y="878933"/>
                  </a:moveTo>
                  <a:lnTo>
                    <a:pt x="838933" y="886673"/>
                  </a:lnTo>
                  <a:lnTo>
                    <a:pt x="846397" y="871239"/>
                  </a:lnTo>
                  <a:close/>
                  <a:moveTo>
                    <a:pt x="972403" y="872420"/>
                  </a:moveTo>
                  <a:lnTo>
                    <a:pt x="975368" y="857019"/>
                  </a:lnTo>
                  <a:lnTo>
                    <a:pt x="964254" y="870320"/>
                  </a:lnTo>
                  <a:close/>
                  <a:moveTo>
                    <a:pt x="648903" y="342525"/>
                  </a:moveTo>
                  <a:lnTo>
                    <a:pt x="640590" y="357858"/>
                  </a:lnTo>
                  <a:lnTo>
                    <a:pt x="680591" y="336426"/>
                  </a:lnTo>
                  <a:close/>
                  <a:moveTo>
                    <a:pt x="516590" y="221559"/>
                  </a:moveTo>
                  <a:lnTo>
                    <a:pt x="463756" y="244806"/>
                  </a:lnTo>
                  <a:lnTo>
                    <a:pt x="495204" y="237808"/>
                  </a:lnTo>
                  <a:close/>
                  <a:moveTo>
                    <a:pt x="516590" y="221559"/>
                  </a:moveTo>
                  <a:lnTo>
                    <a:pt x="543172" y="203892"/>
                  </a:lnTo>
                  <a:lnTo>
                    <a:pt x="541031" y="202548"/>
                  </a:lnTo>
                  <a:close/>
                  <a:moveTo>
                    <a:pt x="528959" y="239436"/>
                  </a:moveTo>
                  <a:lnTo>
                    <a:pt x="543172" y="203892"/>
                  </a:lnTo>
                  <a:lnTo>
                    <a:pt x="516590" y="221559"/>
                  </a:lnTo>
                  <a:close/>
                  <a:moveTo>
                    <a:pt x="495204" y="237808"/>
                  </a:moveTo>
                  <a:lnTo>
                    <a:pt x="528959" y="239436"/>
                  </a:lnTo>
                  <a:lnTo>
                    <a:pt x="516590" y="221559"/>
                  </a:lnTo>
                  <a:close/>
                  <a:moveTo>
                    <a:pt x="998518" y="777644"/>
                  </a:moveTo>
                  <a:lnTo>
                    <a:pt x="1025636" y="754456"/>
                  </a:lnTo>
                  <a:lnTo>
                    <a:pt x="1048126" y="742335"/>
                  </a:lnTo>
                  <a:close/>
                  <a:moveTo>
                    <a:pt x="1026625" y="753873"/>
                  </a:moveTo>
                  <a:lnTo>
                    <a:pt x="1048126" y="742335"/>
                  </a:lnTo>
                  <a:lnTo>
                    <a:pt x="1025636" y="754456"/>
                  </a:lnTo>
                  <a:close/>
                  <a:moveTo>
                    <a:pt x="1026625" y="753873"/>
                  </a:moveTo>
                  <a:lnTo>
                    <a:pt x="1059036" y="736690"/>
                  </a:lnTo>
                  <a:lnTo>
                    <a:pt x="1048126" y="742335"/>
                  </a:lnTo>
                  <a:close/>
                  <a:moveTo>
                    <a:pt x="1059036" y="736690"/>
                  </a:moveTo>
                  <a:lnTo>
                    <a:pt x="1026625" y="753873"/>
                  </a:lnTo>
                  <a:lnTo>
                    <a:pt x="1076410" y="723506"/>
                  </a:lnTo>
                  <a:close/>
                  <a:moveTo>
                    <a:pt x="648903" y="342525"/>
                  </a:moveTo>
                  <a:lnTo>
                    <a:pt x="680591" y="336426"/>
                  </a:lnTo>
                  <a:lnTo>
                    <a:pt x="702846" y="323424"/>
                  </a:lnTo>
                  <a:close/>
                  <a:moveTo>
                    <a:pt x="702846" y="323424"/>
                  </a:moveTo>
                  <a:lnTo>
                    <a:pt x="680591" y="336426"/>
                  </a:lnTo>
                  <a:lnTo>
                    <a:pt x="735574" y="321214"/>
                  </a:lnTo>
                  <a:close/>
                  <a:moveTo>
                    <a:pt x="1049415" y="644920"/>
                  </a:moveTo>
                  <a:lnTo>
                    <a:pt x="1049167" y="650018"/>
                  </a:lnTo>
                  <a:lnTo>
                    <a:pt x="1049474" y="645996"/>
                  </a:lnTo>
                  <a:close/>
                  <a:moveTo>
                    <a:pt x="1055760" y="595014"/>
                  </a:moveTo>
                  <a:lnTo>
                    <a:pt x="1049415" y="644920"/>
                  </a:lnTo>
                  <a:lnTo>
                    <a:pt x="1049474" y="645996"/>
                  </a:lnTo>
                  <a:close/>
                  <a:moveTo>
                    <a:pt x="825475" y="351957"/>
                  </a:moveTo>
                  <a:lnTo>
                    <a:pt x="829923" y="334773"/>
                  </a:lnTo>
                  <a:lnTo>
                    <a:pt x="827665" y="388711"/>
                  </a:lnTo>
                  <a:close/>
                  <a:moveTo>
                    <a:pt x="803999" y="163843"/>
                  </a:moveTo>
                  <a:lnTo>
                    <a:pt x="783463" y="183270"/>
                  </a:lnTo>
                  <a:lnTo>
                    <a:pt x="833197" y="148433"/>
                  </a:lnTo>
                  <a:close/>
                  <a:moveTo>
                    <a:pt x="736073" y="6366"/>
                  </a:moveTo>
                  <a:lnTo>
                    <a:pt x="747733" y="11699"/>
                  </a:lnTo>
                  <a:lnTo>
                    <a:pt x="752590" y="0"/>
                  </a:lnTo>
                  <a:close/>
                  <a:moveTo>
                    <a:pt x="902656" y="91134"/>
                  </a:moveTo>
                  <a:lnTo>
                    <a:pt x="907437" y="79710"/>
                  </a:lnTo>
                  <a:lnTo>
                    <a:pt x="911015" y="62693"/>
                  </a:lnTo>
                  <a:close/>
                  <a:moveTo>
                    <a:pt x="911015" y="62693"/>
                  </a:moveTo>
                  <a:lnTo>
                    <a:pt x="925045" y="50264"/>
                  </a:lnTo>
                  <a:lnTo>
                    <a:pt x="943654" y="236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37" name="Input_density__128">
              <a:extLst>
                <a:ext uri="{FF2B5EF4-FFF2-40B4-BE49-F238E27FC236}">
                  <a16:creationId xmlns:a16="http://schemas.microsoft.com/office/drawing/2014/main" id="{0FAD879A-3BB9-282C-1A1D-8F78FB52DFE2}"/>
                </a:ext>
              </a:extLst>
            </p:cNvPr>
            <p:cNvSpPr>
              <a:spLocks noGrp="1"/>
            </p:cNvSpPr>
            <p:nvPr/>
          </p:nvSpPr>
          <p:spPr>
            <a:xfrm>
              <a:off x="660805" y="1491545"/>
              <a:ext cx="1209174" cy="1395698"/>
            </a:xfrm>
            <a:custGeom>
              <a:avLst/>
              <a:gdLst/>
              <a:ahLst/>
              <a:cxnLst/>
              <a:rect l="0" t="0" r="0" b="0"/>
              <a:pathLst>
                <a:path w="1209174" h="1395698">
                  <a:moveTo>
                    <a:pt x="322581" y="1182552"/>
                  </a:moveTo>
                  <a:lnTo>
                    <a:pt x="298854" y="1160829"/>
                  </a:lnTo>
                  <a:lnTo>
                    <a:pt x="325874" y="1185619"/>
                  </a:lnTo>
                  <a:close/>
                  <a:moveTo>
                    <a:pt x="295842" y="1148864"/>
                  </a:moveTo>
                  <a:lnTo>
                    <a:pt x="298854" y="1160829"/>
                  </a:lnTo>
                  <a:lnTo>
                    <a:pt x="322581" y="1182552"/>
                  </a:lnTo>
                  <a:close/>
                  <a:moveTo>
                    <a:pt x="325874" y="1185619"/>
                  </a:moveTo>
                  <a:lnTo>
                    <a:pt x="376351" y="1169660"/>
                  </a:lnTo>
                  <a:lnTo>
                    <a:pt x="322581" y="1182552"/>
                  </a:lnTo>
                  <a:close/>
                  <a:moveTo>
                    <a:pt x="322581" y="1182552"/>
                  </a:moveTo>
                  <a:lnTo>
                    <a:pt x="376351" y="1169660"/>
                  </a:lnTo>
                  <a:lnTo>
                    <a:pt x="376570" y="1163622"/>
                  </a:lnTo>
                  <a:close/>
                  <a:moveTo>
                    <a:pt x="322581" y="1182552"/>
                  </a:moveTo>
                  <a:lnTo>
                    <a:pt x="376570" y="1163622"/>
                  </a:lnTo>
                  <a:lnTo>
                    <a:pt x="340109" y="1151877"/>
                  </a:lnTo>
                  <a:close/>
                  <a:moveTo>
                    <a:pt x="376351" y="1169660"/>
                  </a:moveTo>
                  <a:lnTo>
                    <a:pt x="383848" y="1168436"/>
                  </a:lnTo>
                  <a:lnTo>
                    <a:pt x="376570" y="1163622"/>
                  </a:lnTo>
                  <a:close/>
                  <a:moveTo>
                    <a:pt x="314291" y="1131681"/>
                  </a:moveTo>
                  <a:lnTo>
                    <a:pt x="322581" y="1182552"/>
                  </a:lnTo>
                  <a:lnTo>
                    <a:pt x="340109" y="1151877"/>
                  </a:lnTo>
                  <a:close/>
                  <a:moveTo>
                    <a:pt x="314291" y="1131681"/>
                  </a:moveTo>
                  <a:lnTo>
                    <a:pt x="295842" y="1148864"/>
                  </a:lnTo>
                  <a:lnTo>
                    <a:pt x="322581" y="1182552"/>
                  </a:lnTo>
                  <a:close/>
                  <a:moveTo>
                    <a:pt x="314291" y="1131681"/>
                  </a:moveTo>
                  <a:lnTo>
                    <a:pt x="285068" y="1112109"/>
                  </a:lnTo>
                  <a:lnTo>
                    <a:pt x="295842" y="1148864"/>
                  </a:lnTo>
                  <a:close/>
                  <a:moveTo>
                    <a:pt x="383848" y="1168436"/>
                  </a:moveTo>
                  <a:lnTo>
                    <a:pt x="413286" y="1176323"/>
                  </a:lnTo>
                  <a:lnTo>
                    <a:pt x="416907" y="1163777"/>
                  </a:lnTo>
                  <a:close/>
                  <a:moveTo>
                    <a:pt x="416907" y="1163777"/>
                  </a:moveTo>
                  <a:lnTo>
                    <a:pt x="376570" y="1163622"/>
                  </a:lnTo>
                  <a:lnTo>
                    <a:pt x="383848" y="1168436"/>
                  </a:lnTo>
                  <a:close/>
                  <a:moveTo>
                    <a:pt x="377024" y="1124367"/>
                  </a:moveTo>
                  <a:lnTo>
                    <a:pt x="376570" y="1163622"/>
                  </a:lnTo>
                  <a:lnTo>
                    <a:pt x="416907" y="1163777"/>
                  </a:lnTo>
                  <a:close/>
                  <a:moveTo>
                    <a:pt x="411393" y="1123513"/>
                  </a:moveTo>
                  <a:lnTo>
                    <a:pt x="377024" y="1124367"/>
                  </a:lnTo>
                  <a:lnTo>
                    <a:pt x="416907" y="1163777"/>
                  </a:lnTo>
                  <a:close/>
                  <a:moveTo>
                    <a:pt x="377024" y="1124367"/>
                  </a:moveTo>
                  <a:lnTo>
                    <a:pt x="340109" y="1151877"/>
                  </a:lnTo>
                  <a:lnTo>
                    <a:pt x="376570" y="1163622"/>
                  </a:lnTo>
                  <a:close/>
                  <a:moveTo>
                    <a:pt x="404024" y="1077743"/>
                  </a:moveTo>
                  <a:lnTo>
                    <a:pt x="381330" y="1085212"/>
                  </a:lnTo>
                  <a:lnTo>
                    <a:pt x="410370" y="1079598"/>
                  </a:lnTo>
                  <a:close/>
                  <a:moveTo>
                    <a:pt x="410370" y="1079598"/>
                  </a:moveTo>
                  <a:lnTo>
                    <a:pt x="381330" y="1085212"/>
                  </a:lnTo>
                  <a:lnTo>
                    <a:pt x="377024" y="1124367"/>
                  </a:lnTo>
                  <a:close/>
                  <a:moveTo>
                    <a:pt x="410370" y="1079598"/>
                  </a:moveTo>
                  <a:lnTo>
                    <a:pt x="377024" y="1124367"/>
                  </a:lnTo>
                  <a:lnTo>
                    <a:pt x="411393" y="1123513"/>
                  </a:lnTo>
                  <a:close/>
                  <a:moveTo>
                    <a:pt x="35825" y="675173"/>
                  </a:moveTo>
                  <a:lnTo>
                    <a:pt x="37649" y="672278"/>
                  </a:lnTo>
                  <a:lnTo>
                    <a:pt x="0" y="656093"/>
                  </a:lnTo>
                  <a:close/>
                  <a:moveTo>
                    <a:pt x="35825" y="675173"/>
                  </a:moveTo>
                  <a:lnTo>
                    <a:pt x="38779" y="673438"/>
                  </a:lnTo>
                  <a:lnTo>
                    <a:pt x="37649" y="672278"/>
                  </a:lnTo>
                  <a:close/>
                  <a:moveTo>
                    <a:pt x="415457" y="1077743"/>
                  </a:moveTo>
                  <a:lnTo>
                    <a:pt x="437100" y="1114498"/>
                  </a:lnTo>
                  <a:lnTo>
                    <a:pt x="456068" y="1097314"/>
                  </a:lnTo>
                  <a:close/>
                  <a:moveTo>
                    <a:pt x="393494" y="1034481"/>
                  </a:moveTo>
                  <a:lnTo>
                    <a:pt x="410400" y="1069325"/>
                  </a:lnTo>
                  <a:lnTo>
                    <a:pt x="418607" y="1028154"/>
                  </a:lnTo>
                  <a:close/>
                  <a:moveTo>
                    <a:pt x="404024" y="1077743"/>
                  </a:moveTo>
                  <a:lnTo>
                    <a:pt x="410400" y="1069325"/>
                  </a:lnTo>
                  <a:lnTo>
                    <a:pt x="384765" y="1073326"/>
                  </a:lnTo>
                  <a:close/>
                  <a:moveTo>
                    <a:pt x="418607" y="1028154"/>
                  </a:moveTo>
                  <a:lnTo>
                    <a:pt x="410400" y="1069325"/>
                  </a:lnTo>
                  <a:lnTo>
                    <a:pt x="425955" y="1023804"/>
                  </a:lnTo>
                  <a:close/>
                  <a:moveTo>
                    <a:pt x="425955" y="1023804"/>
                  </a:moveTo>
                  <a:lnTo>
                    <a:pt x="415457" y="1077743"/>
                  </a:lnTo>
                  <a:lnTo>
                    <a:pt x="462788" y="1060559"/>
                  </a:lnTo>
                  <a:close/>
                  <a:moveTo>
                    <a:pt x="18421" y="600389"/>
                  </a:moveTo>
                  <a:lnTo>
                    <a:pt x="42873" y="624696"/>
                  </a:lnTo>
                  <a:lnTo>
                    <a:pt x="63073" y="619499"/>
                  </a:lnTo>
                  <a:close/>
                  <a:moveTo>
                    <a:pt x="18978" y="599928"/>
                  </a:moveTo>
                  <a:lnTo>
                    <a:pt x="18421" y="600389"/>
                  </a:lnTo>
                  <a:lnTo>
                    <a:pt x="63073" y="619499"/>
                  </a:lnTo>
                  <a:close/>
                  <a:moveTo>
                    <a:pt x="271221" y="826478"/>
                  </a:moveTo>
                  <a:lnTo>
                    <a:pt x="243043" y="838796"/>
                  </a:lnTo>
                  <a:lnTo>
                    <a:pt x="278772" y="786091"/>
                  </a:lnTo>
                  <a:close/>
                  <a:moveTo>
                    <a:pt x="136642" y="647386"/>
                  </a:moveTo>
                  <a:lnTo>
                    <a:pt x="150472" y="656254"/>
                  </a:lnTo>
                  <a:lnTo>
                    <a:pt x="142838" y="623994"/>
                  </a:lnTo>
                  <a:close/>
                  <a:moveTo>
                    <a:pt x="82354" y="574939"/>
                  </a:moveTo>
                  <a:lnTo>
                    <a:pt x="40079" y="582220"/>
                  </a:lnTo>
                  <a:lnTo>
                    <a:pt x="92250" y="611641"/>
                  </a:lnTo>
                  <a:close/>
                  <a:moveTo>
                    <a:pt x="66919" y="560929"/>
                  </a:moveTo>
                  <a:lnTo>
                    <a:pt x="40079" y="582220"/>
                  </a:lnTo>
                  <a:lnTo>
                    <a:pt x="82354" y="574939"/>
                  </a:lnTo>
                  <a:close/>
                  <a:moveTo>
                    <a:pt x="849357" y="1356987"/>
                  </a:moveTo>
                  <a:lnTo>
                    <a:pt x="820744" y="1374171"/>
                  </a:lnTo>
                  <a:lnTo>
                    <a:pt x="873525" y="1393742"/>
                  </a:lnTo>
                  <a:close/>
                  <a:moveTo>
                    <a:pt x="825957" y="1320233"/>
                  </a:moveTo>
                  <a:lnTo>
                    <a:pt x="807679" y="1365655"/>
                  </a:lnTo>
                  <a:lnTo>
                    <a:pt x="820744" y="1374171"/>
                  </a:lnTo>
                  <a:close/>
                  <a:moveTo>
                    <a:pt x="114217" y="474868"/>
                  </a:moveTo>
                  <a:lnTo>
                    <a:pt x="88620" y="438113"/>
                  </a:lnTo>
                  <a:lnTo>
                    <a:pt x="80456" y="486988"/>
                  </a:lnTo>
                  <a:close/>
                  <a:moveTo>
                    <a:pt x="88620" y="438113"/>
                  </a:moveTo>
                  <a:lnTo>
                    <a:pt x="80985" y="441811"/>
                  </a:lnTo>
                  <a:lnTo>
                    <a:pt x="80456" y="486988"/>
                  </a:lnTo>
                  <a:close/>
                  <a:moveTo>
                    <a:pt x="60847" y="418541"/>
                  </a:moveTo>
                  <a:lnTo>
                    <a:pt x="80985" y="441811"/>
                  </a:lnTo>
                  <a:lnTo>
                    <a:pt x="88620" y="438113"/>
                  </a:lnTo>
                  <a:close/>
                  <a:moveTo>
                    <a:pt x="873525" y="1393742"/>
                  </a:moveTo>
                  <a:lnTo>
                    <a:pt x="871837" y="1395698"/>
                  </a:lnTo>
                  <a:lnTo>
                    <a:pt x="874520" y="1394778"/>
                  </a:lnTo>
                  <a:close/>
                  <a:moveTo>
                    <a:pt x="873525" y="1393742"/>
                  </a:moveTo>
                  <a:lnTo>
                    <a:pt x="874520" y="1394778"/>
                  </a:lnTo>
                  <a:lnTo>
                    <a:pt x="875240" y="1392932"/>
                  </a:lnTo>
                  <a:close/>
                  <a:moveTo>
                    <a:pt x="849357" y="1356987"/>
                  </a:moveTo>
                  <a:lnTo>
                    <a:pt x="873525" y="1393742"/>
                  </a:lnTo>
                  <a:lnTo>
                    <a:pt x="875240" y="1392932"/>
                  </a:lnTo>
                  <a:close/>
                  <a:moveTo>
                    <a:pt x="878996" y="1345131"/>
                  </a:moveTo>
                  <a:lnTo>
                    <a:pt x="875240" y="1392932"/>
                  </a:lnTo>
                  <a:lnTo>
                    <a:pt x="890927" y="1393742"/>
                  </a:lnTo>
                  <a:close/>
                  <a:moveTo>
                    <a:pt x="869834" y="1307833"/>
                  </a:moveTo>
                  <a:lnTo>
                    <a:pt x="895862" y="1356987"/>
                  </a:lnTo>
                  <a:lnTo>
                    <a:pt x="913619" y="1320180"/>
                  </a:lnTo>
                  <a:close/>
                  <a:moveTo>
                    <a:pt x="405457" y="725615"/>
                  </a:moveTo>
                  <a:lnTo>
                    <a:pt x="380060" y="719174"/>
                  </a:lnTo>
                  <a:lnTo>
                    <a:pt x="422393" y="729332"/>
                  </a:lnTo>
                  <a:close/>
                  <a:moveTo>
                    <a:pt x="380060" y="719174"/>
                  </a:moveTo>
                  <a:lnTo>
                    <a:pt x="387865" y="724814"/>
                  </a:lnTo>
                  <a:lnTo>
                    <a:pt x="422393" y="729332"/>
                  </a:lnTo>
                  <a:close/>
                  <a:moveTo>
                    <a:pt x="287419" y="658643"/>
                  </a:moveTo>
                  <a:lnTo>
                    <a:pt x="324826" y="647496"/>
                  </a:lnTo>
                  <a:lnTo>
                    <a:pt x="284033" y="621888"/>
                  </a:lnTo>
                  <a:close/>
                  <a:moveTo>
                    <a:pt x="351988" y="607755"/>
                  </a:moveTo>
                  <a:lnTo>
                    <a:pt x="324826" y="647496"/>
                  </a:lnTo>
                  <a:lnTo>
                    <a:pt x="362287" y="644129"/>
                  </a:lnTo>
                  <a:close/>
                  <a:moveTo>
                    <a:pt x="946552" y="1376559"/>
                  </a:moveTo>
                  <a:lnTo>
                    <a:pt x="925596" y="1339804"/>
                  </a:lnTo>
                  <a:lnTo>
                    <a:pt x="934791" y="1353947"/>
                  </a:lnTo>
                  <a:close/>
                  <a:moveTo>
                    <a:pt x="977025" y="1359375"/>
                  </a:moveTo>
                  <a:lnTo>
                    <a:pt x="967075" y="1395466"/>
                  </a:lnTo>
                  <a:lnTo>
                    <a:pt x="986187" y="1370714"/>
                  </a:lnTo>
                  <a:close/>
                  <a:moveTo>
                    <a:pt x="977025" y="1359375"/>
                  </a:moveTo>
                  <a:lnTo>
                    <a:pt x="946552" y="1376559"/>
                  </a:lnTo>
                  <a:lnTo>
                    <a:pt x="967075" y="1395466"/>
                  </a:lnTo>
                  <a:close/>
                  <a:moveTo>
                    <a:pt x="565226" y="811231"/>
                  </a:moveTo>
                  <a:lnTo>
                    <a:pt x="571378" y="816424"/>
                  </a:lnTo>
                  <a:lnTo>
                    <a:pt x="604389" y="851228"/>
                  </a:lnTo>
                  <a:close/>
                  <a:moveTo>
                    <a:pt x="516819" y="778750"/>
                  </a:moveTo>
                  <a:lnTo>
                    <a:pt x="510936" y="811226"/>
                  </a:lnTo>
                  <a:lnTo>
                    <a:pt x="565226" y="811231"/>
                  </a:lnTo>
                  <a:close/>
                  <a:moveTo>
                    <a:pt x="510529" y="734541"/>
                  </a:moveTo>
                  <a:lnTo>
                    <a:pt x="488632" y="756202"/>
                  </a:lnTo>
                  <a:lnTo>
                    <a:pt x="515000" y="735482"/>
                  </a:lnTo>
                  <a:close/>
                  <a:moveTo>
                    <a:pt x="411598" y="675876"/>
                  </a:moveTo>
                  <a:lnTo>
                    <a:pt x="385654" y="669879"/>
                  </a:lnTo>
                  <a:lnTo>
                    <a:pt x="382441" y="704532"/>
                  </a:lnTo>
                  <a:close/>
                  <a:moveTo>
                    <a:pt x="372213" y="641459"/>
                  </a:moveTo>
                  <a:lnTo>
                    <a:pt x="423582" y="637569"/>
                  </a:lnTo>
                  <a:lnTo>
                    <a:pt x="394084" y="624276"/>
                  </a:lnTo>
                  <a:close/>
                  <a:moveTo>
                    <a:pt x="165840" y="382255"/>
                  </a:moveTo>
                  <a:lnTo>
                    <a:pt x="168758" y="384174"/>
                  </a:lnTo>
                  <a:lnTo>
                    <a:pt x="162929" y="382118"/>
                  </a:lnTo>
                  <a:close/>
                  <a:moveTo>
                    <a:pt x="1022184" y="1354733"/>
                  </a:moveTo>
                  <a:lnTo>
                    <a:pt x="985838" y="1357194"/>
                  </a:lnTo>
                  <a:lnTo>
                    <a:pt x="986187" y="1370714"/>
                  </a:lnTo>
                  <a:close/>
                  <a:moveTo>
                    <a:pt x="985838" y="1357194"/>
                  </a:moveTo>
                  <a:lnTo>
                    <a:pt x="1022184" y="1354733"/>
                  </a:lnTo>
                  <a:lnTo>
                    <a:pt x="1016882" y="1314297"/>
                  </a:lnTo>
                  <a:close/>
                  <a:moveTo>
                    <a:pt x="849341" y="1108224"/>
                  </a:moveTo>
                  <a:lnTo>
                    <a:pt x="823786" y="1094445"/>
                  </a:lnTo>
                  <a:lnTo>
                    <a:pt x="839129" y="1102091"/>
                  </a:lnTo>
                  <a:close/>
                  <a:moveTo>
                    <a:pt x="873307" y="1101620"/>
                  </a:moveTo>
                  <a:lnTo>
                    <a:pt x="838978" y="1097843"/>
                  </a:lnTo>
                  <a:lnTo>
                    <a:pt x="849341" y="1108224"/>
                  </a:lnTo>
                  <a:close/>
                  <a:moveTo>
                    <a:pt x="839129" y="1102091"/>
                  </a:moveTo>
                  <a:lnTo>
                    <a:pt x="823786" y="1094445"/>
                  </a:lnTo>
                  <a:lnTo>
                    <a:pt x="814149" y="1065336"/>
                  </a:lnTo>
                  <a:close/>
                  <a:moveTo>
                    <a:pt x="873307" y="1101620"/>
                  </a:moveTo>
                  <a:lnTo>
                    <a:pt x="849341" y="1108224"/>
                  </a:lnTo>
                  <a:lnTo>
                    <a:pt x="910959" y="1117818"/>
                  </a:lnTo>
                  <a:close/>
                  <a:moveTo>
                    <a:pt x="802936" y="1059299"/>
                  </a:moveTo>
                  <a:lnTo>
                    <a:pt x="814149" y="1065336"/>
                  </a:lnTo>
                  <a:lnTo>
                    <a:pt x="822849" y="1037541"/>
                  </a:lnTo>
                  <a:close/>
                  <a:moveTo>
                    <a:pt x="810180" y="1011397"/>
                  </a:moveTo>
                  <a:lnTo>
                    <a:pt x="802936" y="1059299"/>
                  </a:lnTo>
                  <a:lnTo>
                    <a:pt x="822849" y="1037541"/>
                  </a:lnTo>
                  <a:close/>
                  <a:moveTo>
                    <a:pt x="592424" y="833867"/>
                  </a:moveTo>
                  <a:lnTo>
                    <a:pt x="605197" y="844806"/>
                  </a:lnTo>
                  <a:lnTo>
                    <a:pt x="571378" y="816424"/>
                  </a:lnTo>
                  <a:close/>
                  <a:moveTo>
                    <a:pt x="489496" y="729129"/>
                  </a:moveTo>
                  <a:lnTo>
                    <a:pt x="488632" y="756202"/>
                  </a:lnTo>
                  <a:lnTo>
                    <a:pt x="510529" y="734541"/>
                  </a:lnTo>
                  <a:close/>
                  <a:moveTo>
                    <a:pt x="463454" y="616059"/>
                  </a:moveTo>
                  <a:lnTo>
                    <a:pt x="423582" y="637569"/>
                  </a:lnTo>
                  <a:lnTo>
                    <a:pt x="462699" y="659244"/>
                  </a:lnTo>
                  <a:close/>
                  <a:moveTo>
                    <a:pt x="463454" y="616059"/>
                  </a:moveTo>
                  <a:lnTo>
                    <a:pt x="428353" y="617507"/>
                  </a:lnTo>
                  <a:lnTo>
                    <a:pt x="423582" y="637569"/>
                  </a:lnTo>
                  <a:close/>
                  <a:moveTo>
                    <a:pt x="428353" y="617507"/>
                  </a:moveTo>
                  <a:lnTo>
                    <a:pt x="456455" y="577002"/>
                  </a:lnTo>
                  <a:lnTo>
                    <a:pt x="425877" y="574773"/>
                  </a:lnTo>
                  <a:close/>
                  <a:moveTo>
                    <a:pt x="399578" y="570338"/>
                  </a:moveTo>
                  <a:lnTo>
                    <a:pt x="425877" y="574773"/>
                  </a:lnTo>
                  <a:lnTo>
                    <a:pt x="386112" y="535266"/>
                  </a:lnTo>
                  <a:close/>
                  <a:moveTo>
                    <a:pt x="826808" y="1052345"/>
                  </a:moveTo>
                  <a:lnTo>
                    <a:pt x="823786" y="1094445"/>
                  </a:lnTo>
                  <a:lnTo>
                    <a:pt x="817328" y="1084907"/>
                  </a:lnTo>
                  <a:close/>
                  <a:moveTo>
                    <a:pt x="1063114" y="1259052"/>
                  </a:moveTo>
                  <a:lnTo>
                    <a:pt x="1021557" y="1265749"/>
                  </a:lnTo>
                  <a:lnTo>
                    <a:pt x="1020843" y="1279504"/>
                  </a:lnTo>
                  <a:close/>
                  <a:moveTo>
                    <a:pt x="955247" y="1113582"/>
                  </a:moveTo>
                  <a:lnTo>
                    <a:pt x="910959" y="1117818"/>
                  </a:lnTo>
                  <a:lnTo>
                    <a:pt x="918715" y="1121662"/>
                  </a:lnTo>
                  <a:close/>
                  <a:moveTo>
                    <a:pt x="916869" y="1072946"/>
                  </a:moveTo>
                  <a:lnTo>
                    <a:pt x="910959" y="1117818"/>
                  </a:lnTo>
                  <a:lnTo>
                    <a:pt x="955247" y="1113582"/>
                  </a:lnTo>
                  <a:close/>
                  <a:moveTo>
                    <a:pt x="878382" y="1077148"/>
                  </a:moveTo>
                  <a:lnTo>
                    <a:pt x="838978" y="1097843"/>
                  </a:lnTo>
                  <a:lnTo>
                    <a:pt x="873307" y="1101620"/>
                  </a:lnTo>
                  <a:close/>
                  <a:moveTo>
                    <a:pt x="916869" y="1072946"/>
                  </a:moveTo>
                  <a:lnTo>
                    <a:pt x="873307" y="1101620"/>
                  </a:lnTo>
                  <a:lnTo>
                    <a:pt x="910959" y="1117818"/>
                  </a:lnTo>
                  <a:close/>
                  <a:moveTo>
                    <a:pt x="916869" y="1072946"/>
                  </a:moveTo>
                  <a:lnTo>
                    <a:pt x="878382" y="1077148"/>
                  </a:lnTo>
                  <a:lnTo>
                    <a:pt x="873307" y="1101620"/>
                  </a:lnTo>
                  <a:close/>
                  <a:moveTo>
                    <a:pt x="810180" y="1011397"/>
                  </a:moveTo>
                  <a:lnTo>
                    <a:pt x="822849" y="1037541"/>
                  </a:lnTo>
                  <a:lnTo>
                    <a:pt x="821180" y="1007070"/>
                  </a:lnTo>
                  <a:close/>
                  <a:moveTo>
                    <a:pt x="810180" y="1011397"/>
                  </a:moveTo>
                  <a:lnTo>
                    <a:pt x="821180" y="1007070"/>
                  </a:lnTo>
                  <a:lnTo>
                    <a:pt x="824104" y="957459"/>
                  </a:lnTo>
                  <a:close/>
                  <a:moveTo>
                    <a:pt x="821180" y="1007070"/>
                  </a:moveTo>
                  <a:lnTo>
                    <a:pt x="822849" y="1037541"/>
                  </a:lnTo>
                  <a:lnTo>
                    <a:pt x="827994" y="1011397"/>
                  </a:lnTo>
                  <a:close/>
                  <a:moveTo>
                    <a:pt x="821180" y="1007070"/>
                  </a:moveTo>
                  <a:lnTo>
                    <a:pt x="827994" y="1011397"/>
                  </a:lnTo>
                  <a:lnTo>
                    <a:pt x="829309" y="965486"/>
                  </a:lnTo>
                  <a:close/>
                  <a:moveTo>
                    <a:pt x="520135" y="597066"/>
                  </a:moveTo>
                  <a:lnTo>
                    <a:pt x="533993" y="608808"/>
                  </a:lnTo>
                  <a:lnTo>
                    <a:pt x="531822" y="643847"/>
                  </a:lnTo>
                  <a:close/>
                  <a:moveTo>
                    <a:pt x="1111154" y="1202338"/>
                  </a:moveTo>
                  <a:lnTo>
                    <a:pt x="1069582" y="1240945"/>
                  </a:lnTo>
                  <a:lnTo>
                    <a:pt x="1103664" y="1243795"/>
                  </a:lnTo>
                  <a:close/>
                  <a:moveTo>
                    <a:pt x="1103664" y="1243795"/>
                  </a:moveTo>
                  <a:lnTo>
                    <a:pt x="1138656" y="1197561"/>
                  </a:lnTo>
                  <a:lnTo>
                    <a:pt x="1111154" y="1202338"/>
                  </a:lnTo>
                  <a:close/>
                  <a:moveTo>
                    <a:pt x="906924" y="977031"/>
                  </a:moveTo>
                  <a:lnTo>
                    <a:pt x="904750" y="998395"/>
                  </a:lnTo>
                  <a:lnTo>
                    <a:pt x="927779" y="988289"/>
                  </a:lnTo>
                  <a:close/>
                  <a:moveTo>
                    <a:pt x="906924" y="977031"/>
                  </a:moveTo>
                  <a:lnTo>
                    <a:pt x="886459" y="958375"/>
                  </a:lnTo>
                  <a:lnTo>
                    <a:pt x="868374" y="986968"/>
                  </a:lnTo>
                  <a:close/>
                  <a:moveTo>
                    <a:pt x="755688" y="764742"/>
                  </a:moveTo>
                  <a:lnTo>
                    <a:pt x="747942" y="726292"/>
                  </a:lnTo>
                  <a:lnTo>
                    <a:pt x="725666" y="762062"/>
                  </a:lnTo>
                  <a:close/>
                  <a:moveTo>
                    <a:pt x="540753" y="516399"/>
                  </a:moveTo>
                  <a:lnTo>
                    <a:pt x="554219" y="551698"/>
                  </a:lnTo>
                  <a:lnTo>
                    <a:pt x="532276" y="506179"/>
                  </a:lnTo>
                  <a:close/>
                  <a:moveTo>
                    <a:pt x="1138656" y="1197561"/>
                  </a:moveTo>
                  <a:lnTo>
                    <a:pt x="1152657" y="1206188"/>
                  </a:lnTo>
                  <a:lnTo>
                    <a:pt x="1155804" y="1193125"/>
                  </a:lnTo>
                  <a:close/>
                  <a:moveTo>
                    <a:pt x="906924" y="977031"/>
                  </a:moveTo>
                  <a:lnTo>
                    <a:pt x="927779" y="988289"/>
                  </a:lnTo>
                  <a:lnTo>
                    <a:pt x="933945" y="969570"/>
                  </a:lnTo>
                  <a:close/>
                  <a:moveTo>
                    <a:pt x="972215" y="965545"/>
                  </a:moveTo>
                  <a:lnTo>
                    <a:pt x="933945" y="969570"/>
                  </a:lnTo>
                  <a:lnTo>
                    <a:pt x="927779" y="988289"/>
                  </a:lnTo>
                  <a:close/>
                  <a:moveTo>
                    <a:pt x="972215" y="965545"/>
                  </a:moveTo>
                  <a:lnTo>
                    <a:pt x="930454" y="927661"/>
                  </a:lnTo>
                  <a:lnTo>
                    <a:pt x="933945" y="969570"/>
                  </a:lnTo>
                  <a:close/>
                  <a:moveTo>
                    <a:pt x="894457" y="929838"/>
                  </a:moveTo>
                  <a:lnTo>
                    <a:pt x="930454" y="927661"/>
                  </a:lnTo>
                  <a:lnTo>
                    <a:pt x="910232" y="922684"/>
                  </a:lnTo>
                  <a:close/>
                  <a:moveTo>
                    <a:pt x="1161880" y="1143622"/>
                  </a:moveTo>
                  <a:lnTo>
                    <a:pt x="1206821" y="1178739"/>
                  </a:lnTo>
                  <a:lnTo>
                    <a:pt x="1209174" y="1132079"/>
                  </a:lnTo>
                  <a:close/>
                  <a:moveTo>
                    <a:pt x="619562" y="480916"/>
                  </a:moveTo>
                  <a:lnTo>
                    <a:pt x="599229" y="428094"/>
                  </a:lnTo>
                  <a:lnTo>
                    <a:pt x="595076" y="428988"/>
                  </a:lnTo>
                  <a:close/>
                  <a:moveTo>
                    <a:pt x="676646" y="416849"/>
                  </a:moveTo>
                  <a:lnTo>
                    <a:pt x="635591" y="450887"/>
                  </a:lnTo>
                  <a:lnTo>
                    <a:pt x="669759" y="454060"/>
                  </a:lnTo>
                  <a:close/>
                  <a:moveTo>
                    <a:pt x="676646" y="416849"/>
                  </a:moveTo>
                  <a:lnTo>
                    <a:pt x="645753" y="414876"/>
                  </a:lnTo>
                  <a:lnTo>
                    <a:pt x="635591" y="450887"/>
                  </a:lnTo>
                  <a:close/>
                  <a:moveTo>
                    <a:pt x="705539" y="410911"/>
                  </a:moveTo>
                  <a:lnTo>
                    <a:pt x="676646" y="416849"/>
                  </a:lnTo>
                  <a:lnTo>
                    <a:pt x="669759" y="454060"/>
                  </a:lnTo>
                  <a:close/>
                  <a:moveTo>
                    <a:pt x="506660" y="205297"/>
                  </a:moveTo>
                  <a:lnTo>
                    <a:pt x="483361" y="197151"/>
                  </a:lnTo>
                  <a:lnTo>
                    <a:pt x="532988" y="220216"/>
                  </a:lnTo>
                  <a:close/>
                  <a:moveTo>
                    <a:pt x="897389" y="551819"/>
                  </a:moveTo>
                  <a:lnTo>
                    <a:pt x="915998" y="559410"/>
                  </a:lnTo>
                  <a:lnTo>
                    <a:pt x="939645" y="577502"/>
                  </a:lnTo>
                  <a:close/>
                  <a:moveTo>
                    <a:pt x="776624" y="484421"/>
                  </a:moveTo>
                  <a:lnTo>
                    <a:pt x="798592" y="494175"/>
                  </a:lnTo>
                  <a:lnTo>
                    <a:pt x="779527" y="476879"/>
                  </a:lnTo>
                  <a:close/>
                  <a:moveTo>
                    <a:pt x="798827" y="505936"/>
                  </a:moveTo>
                  <a:lnTo>
                    <a:pt x="827900" y="509388"/>
                  </a:lnTo>
                  <a:lnTo>
                    <a:pt x="776624" y="484421"/>
                  </a:lnTo>
                  <a:close/>
                  <a:moveTo>
                    <a:pt x="725073" y="359820"/>
                  </a:moveTo>
                  <a:lnTo>
                    <a:pt x="686034" y="364469"/>
                  </a:lnTo>
                  <a:lnTo>
                    <a:pt x="705539" y="410911"/>
                  </a:lnTo>
                  <a:close/>
                  <a:moveTo>
                    <a:pt x="705539" y="410911"/>
                  </a:moveTo>
                  <a:lnTo>
                    <a:pt x="686034" y="364469"/>
                  </a:lnTo>
                  <a:lnTo>
                    <a:pt x="676014" y="381241"/>
                  </a:lnTo>
                  <a:close/>
                  <a:moveTo>
                    <a:pt x="697913" y="366908"/>
                  </a:moveTo>
                  <a:lnTo>
                    <a:pt x="730276" y="363331"/>
                  </a:lnTo>
                  <a:lnTo>
                    <a:pt x="705539" y="410911"/>
                  </a:lnTo>
                  <a:close/>
                  <a:moveTo>
                    <a:pt x="686034" y="364469"/>
                  </a:moveTo>
                  <a:lnTo>
                    <a:pt x="698757" y="341693"/>
                  </a:lnTo>
                  <a:lnTo>
                    <a:pt x="670492" y="360593"/>
                  </a:lnTo>
                  <a:close/>
                  <a:moveTo>
                    <a:pt x="686034" y="364469"/>
                  </a:moveTo>
                  <a:lnTo>
                    <a:pt x="725073" y="359820"/>
                  </a:lnTo>
                  <a:lnTo>
                    <a:pt x="698757" y="341693"/>
                  </a:lnTo>
                  <a:close/>
                  <a:moveTo>
                    <a:pt x="755002" y="362576"/>
                  </a:moveTo>
                  <a:lnTo>
                    <a:pt x="725073" y="359820"/>
                  </a:lnTo>
                  <a:lnTo>
                    <a:pt x="765400" y="370076"/>
                  </a:lnTo>
                  <a:close/>
                  <a:moveTo>
                    <a:pt x="725073" y="359820"/>
                  </a:moveTo>
                  <a:lnTo>
                    <a:pt x="730276" y="363331"/>
                  </a:lnTo>
                  <a:lnTo>
                    <a:pt x="765400" y="370076"/>
                  </a:lnTo>
                  <a:close/>
                  <a:moveTo>
                    <a:pt x="569532" y="226019"/>
                  </a:moveTo>
                  <a:lnTo>
                    <a:pt x="590691" y="253564"/>
                  </a:lnTo>
                  <a:lnTo>
                    <a:pt x="606921" y="222711"/>
                  </a:lnTo>
                  <a:close/>
                  <a:moveTo>
                    <a:pt x="537841" y="224695"/>
                  </a:moveTo>
                  <a:lnTo>
                    <a:pt x="590691" y="253564"/>
                  </a:lnTo>
                  <a:lnTo>
                    <a:pt x="569532" y="226019"/>
                  </a:lnTo>
                  <a:close/>
                  <a:moveTo>
                    <a:pt x="537841" y="224695"/>
                  </a:moveTo>
                  <a:lnTo>
                    <a:pt x="566724" y="221775"/>
                  </a:lnTo>
                  <a:lnTo>
                    <a:pt x="532988" y="220216"/>
                  </a:lnTo>
                  <a:close/>
                  <a:moveTo>
                    <a:pt x="996039" y="677694"/>
                  </a:moveTo>
                  <a:lnTo>
                    <a:pt x="1027103" y="679528"/>
                  </a:lnTo>
                  <a:lnTo>
                    <a:pt x="1010846" y="664879"/>
                  </a:lnTo>
                  <a:close/>
                  <a:moveTo>
                    <a:pt x="1027103" y="679528"/>
                  </a:moveTo>
                  <a:lnTo>
                    <a:pt x="1050264" y="687676"/>
                  </a:lnTo>
                  <a:lnTo>
                    <a:pt x="1010846" y="664879"/>
                  </a:lnTo>
                  <a:close/>
                  <a:moveTo>
                    <a:pt x="697729" y="192769"/>
                  </a:moveTo>
                  <a:lnTo>
                    <a:pt x="674381" y="209952"/>
                  </a:lnTo>
                  <a:lnTo>
                    <a:pt x="697557" y="229524"/>
                  </a:lnTo>
                  <a:close/>
                  <a:moveTo>
                    <a:pt x="677128" y="156014"/>
                  </a:moveTo>
                  <a:lnTo>
                    <a:pt x="674381" y="209952"/>
                  </a:lnTo>
                  <a:lnTo>
                    <a:pt x="697729" y="192769"/>
                  </a:lnTo>
                  <a:close/>
                  <a:moveTo>
                    <a:pt x="819149" y="350253"/>
                  </a:moveTo>
                  <a:lnTo>
                    <a:pt x="793356" y="339789"/>
                  </a:lnTo>
                  <a:lnTo>
                    <a:pt x="842603" y="341734"/>
                  </a:lnTo>
                  <a:close/>
                  <a:moveTo>
                    <a:pt x="697729" y="192769"/>
                  </a:moveTo>
                  <a:lnTo>
                    <a:pt x="697174" y="171729"/>
                  </a:lnTo>
                  <a:lnTo>
                    <a:pt x="709202" y="138831"/>
                  </a:lnTo>
                  <a:close/>
                  <a:moveTo>
                    <a:pt x="697729" y="192769"/>
                  </a:moveTo>
                  <a:lnTo>
                    <a:pt x="709202" y="138831"/>
                  </a:lnTo>
                  <a:lnTo>
                    <a:pt x="677128" y="156014"/>
                  </a:lnTo>
                  <a:close/>
                  <a:moveTo>
                    <a:pt x="677128" y="156014"/>
                  </a:moveTo>
                  <a:lnTo>
                    <a:pt x="709202" y="138831"/>
                  </a:lnTo>
                  <a:lnTo>
                    <a:pt x="664264" y="144891"/>
                  </a:lnTo>
                  <a:close/>
                  <a:moveTo>
                    <a:pt x="972402" y="378932"/>
                  </a:moveTo>
                  <a:lnTo>
                    <a:pt x="943496" y="342177"/>
                  </a:lnTo>
                  <a:lnTo>
                    <a:pt x="935079" y="386935"/>
                  </a:lnTo>
                  <a:close/>
                  <a:moveTo>
                    <a:pt x="802217" y="212341"/>
                  </a:moveTo>
                  <a:lnTo>
                    <a:pt x="787686" y="201763"/>
                  </a:lnTo>
                  <a:lnTo>
                    <a:pt x="808844" y="215514"/>
                  </a:lnTo>
                  <a:close/>
                  <a:moveTo>
                    <a:pt x="808844" y="215514"/>
                  </a:moveTo>
                  <a:lnTo>
                    <a:pt x="787686" y="201763"/>
                  </a:lnTo>
                  <a:lnTo>
                    <a:pt x="801340" y="215825"/>
                  </a:lnTo>
                  <a:close/>
                  <a:moveTo>
                    <a:pt x="770130" y="171289"/>
                  </a:moveTo>
                  <a:lnTo>
                    <a:pt x="802217" y="212341"/>
                  </a:lnTo>
                  <a:lnTo>
                    <a:pt x="775532" y="175586"/>
                  </a:lnTo>
                  <a:close/>
                  <a:moveTo>
                    <a:pt x="742453" y="120234"/>
                  </a:moveTo>
                  <a:lnTo>
                    <a:pt x="740158" y="123821"/>
                  </a:lnTo>
                  <a:lnTo>
                    <a:pt x="753312" y="132464"/>
                  </a:lnTo>
                  <a:close/>
                  <a:moveTo>
                    <a:pt x="844353" y="120377"/>
                  </a:moveTo>
                  <a:lnTo>
                    <a:pt x="871761" y="133758"/>
                  </a:lnTo>
                  <a:lnTo>
                    <a:pt x="820254" y="112881"/>
                  </a:lnTo>
                  <a:close/>
                  <a:moveTo>
                    <a:pt x="916972" y="124036"/>
                  </a:moveTo>
                  <a:lnTo>
                    <a:pt x="887508" y="96424"/>
                  </a:lnTo>
                  <a:lnTo>
                    <a:pt x="871761" y="133758"/>
                  </a:lnTo>
                  <a:close/>
                  <a:moveTo>
                    <a:pt x="871761" y="133758"/>
                  </a:moveTo>
                  <a:lnTo>
                    <a:pt x="887508" y="96424"/>
                  </a:lnTo>
                  <a:lnTo>
                    <a:pt x="831653" y="108377"/>
                  </a:lnTo>
                  <a:close/>
                  <a:moveTo>
                    <a:pt x="882340" y="0"/>
                  </a:moveTo>
                  <a:lnTo>
                    <a:pt x="920759" y="33342"/>
                  </a:lnTo>
                  <a:lnTo>
                    <a:pt x="927073" y="3546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38" name="Input_density__129">
              <a:extLst>
                <a:ext uri="{FF2B5EF4-FFF2-40B4-BE49-F238E27FC236}">
                  <a16:creationId xmlns:a16="http://schemas.microsoft.com/office/drawing/2014/main" id="{7630EB97-D2F4-AF62-7AEA-A7AD56D808DD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91545"/>
              <a:ext cx="1187842" cy="1395698"/>
            </a:xfrm>
            <a:custGeom>
              <a:avLst/>
              <a:gdLst/>
              <a:ahLst/>
              <a:cxnLst/>
              <a:rect l="0" t="0" r="0" b="0"/>
              <a:pathLst>
                <a:path w="1187842" h="1395698">
                  <a:moveTo>
                    <a:pt x="306896" y="1185619"/>
                  </a:moveTo>
                  <a:lnTo>
                    <a:pt x="344269" y="1210019"/>
                  </a:lnTo>
                  <a:lnTo>
                    <a:pt x="357373" y="1169660"/>
                  </a:lnTo>
                  <a:close/>
                  <a:moveTo>
                    <a:pt x="344269" y="1210019"/>
                  </a:moveTo>
                  <a:lnTo>
                    <a:pt x="364870" y="1168436"/>
                  </a:lnTo>
                  <a:lnTo>
                    <a:pt x="357373" y="1169660"/>
                  </a:lnTo>
                  <a:close/>
                  <a:moveTo>
                    <a:pt x="394308" y="1176323"/>
                  </a:moveTo>
                  <a:lnTo>
                    <a:pt x="364870" y="1168436"/>
                  </a:lnTo>
                  <a:lnTo>
                    <a:pt x="344269" y="1210019"/>
                  </a:lnTo>
                  <a:close/>
                  <a:moveTo>
                    <a:pt x="295312" y="1131681"/>
                  </a:moveTo>
                  <a:lnTo>
                    <a:pt x="263543" y="1102272"/>
                  </a:lnTo>
                  <a:lnTo>
                    <a:pt x="266090" y="1112109"/>
                  </a:lnTo>
                  <a:close/>
                  <a:moveTo>
                    <a:pt x="243745" y="1083329"/>
                  </a:moveTo>
                  <a:lnTo>
                    <a:pt x="266090" y="1112109"/>
                  </a:lnTo>
                  <a:lnTo>
                    <a:pt x="263543" y="1102272"/>
                  </a:lnTo>
                  <a:close/>
                  <a:moveTo>
                    <a:pt x="358045" y="1124367"/>
                  </a:moveTo>
                  <a:lnTo>
                    <a:pt x="325832" y="1123468"/>
                  </a:lnTo>
                  <a:lnTo>
                    <a:pt x="321131" y="1151877"/>
                  </a:lnTo>
                  <a:close/>
                  <a:moveTo>
                    <a:pt x="358045" y="1124367"/>
                  </a:moveTo>
                  <a:lnTo>
                    <a:pt x="362352" y="1085212"/>
                  </a:lnTo>
                  <a:lnTo>
                    <a:pt x="330441" y="1090479"/>
                  </a:lnTo>
                  <a:close/>
                  <a:moveTo>
                    <a:pt x="220353" y="928031"/>
                  </a:moveTo>
                  <a:lnTo>
                    <a:pt x="190317" y="910980"/>
                  </a:lnTo>
                  <a:lnTo>
                    <a:pt x="244429" y="930722"/>
                  </a:lnTo>
                  <a:close/>
                  <a:moveTo>
                    <a:pt x="190410" y="912286"/>
                  </a:moveTo>
                  <a:lnTo>
                    <a:pt x="216846" y="934159"/>
                  </a:lnTo>
                  <a:lnTo>
                    <a:pt x="244429" y="930722"/>
                  </a:lnTo>
                  <a:close/>
                  <a:moveTo>
                    <a:pt x="401" y="700179"/>
                  </a:moveTo>
                  <a:lnTo>
                    <a:pt x="19800" y="673438"/>
                  </a:lnTo>
                  <a:lnTo>
                    <a:pt x="16846" y="675173"/>
                  </a:lnTo>
                  <a:close/>
                  <a:moveTo>
                    <a:pt x="437089" y="1097314"/>
                  </a:moveTo>
                  <a:lnTo>
                    <a:pt x="418122" y="1114498"/>
                  </a:lnTo>
                  <a:lnTo>
                    <a:pt x="440295" y="1127477"/>
                  </a:lnTo>
                  <a:close/>
                  <a:moveTo>
                    <a:pt x="396479" y="1077743"/>
                  </a:moveTo>
                  <a:lnTo>
                    <a:pt x="437089" y="1097314"/>
                  </a:lnTo>
                  <a:lnTo>
                    <a:pt x="443810" y="1060559"/>
                  </a:lnTo>
                  <a:close/>
                  <a:moveTo>
                    <a:pt x="365786" y="1073326"/>
                  </a:moveTo>
                  <a:lnTo>
                    <a:pt x="362352" y="1085212"/>
                  </a:lnTo>
                  <a:lnTo>
                    <a:pt x="385046" y="1077743"/>
                  </a:lnTo>
                  <a:close/>
                  <a:moveTo>
                    <a:pt x="374515" y="1034481"/>
                  </a:moveTo>
                  <a:lnTo>
                    <a:pt x="399628" y="1028154"/>
                  </a:lnTo>
                  <a:lnTo>
                    <a:pt x="396583" y="1023804"/>
                  </a:lnTo>
                  <a:close/>
                  <a:moveTo>
                    <a:pt x="365786" y="1073326"/>
                  </a:moveTo>
                  <a:lnTo>
                    <a:pt x="391422" y="1069325"/>
                  </a:lnTo>
                  <a:lnTo>
                    <a:pt x="374515" y="1034481"/>
                  </a:lnTo>
                  <a:close/>
                  <a:moveTo>
                    <a:pt x="44095" y="619499"/>
                  </a:moveTo>
                  <a:lnTo>
                    <a:pt x="9915" y="591313"/>
                  </a:lnTo>
                  <a:lnTo>
                    <a:pt x="0" y="599928"/>
                  </a:lnTo>
                  <a:close/>
                  <a:moveTo>
                    <a:pt x="12363" y="552488"/>
                  </a:moveTo>
                  <a:lnTo>
                    <a:pt x="47940" y="560929"/>
                  </a:lnTo>
                  <a:lnTo>
                    <a:pt x="0" y="599928"/>
                  </a:lnTo>
                  <a:close/>
                  <a:moveTo>
                    <a:pt x="36668" y="551905"/>
                  </a:moveTo>
                  <a:lnTo>
                    <a:pt x="41132" y="535476"/>
                  </a:lnTo>
                  <a:lnTo>
                    <a:pt x="10600" y="545897"/>
                  </a:lnTo>
                  <a:close/>
                  <a:moveTo>
                    <a:pt x="406977" y="1023804"/>
                  </a:moveTo>
                  <a:lnTo>
                    <a:pt x="443810" y="1060559"/>
                  </a:lnTo>
                  <a:lnTo>
                    <a:pt x="406666" y="1022433"/>
                  </a:lnTo>
                  <a:close/>
                  <a:moveTo>
                    <a:pt x="423469" y="987049"/>
                  </a:moveTo>
                  <a:lnTo>
                    <a:pt x="406977" y="1023804"/>
                  </a:lnTo>
                  <a:lnTo>
                    <a:pt x="401093" y="982216"/>
                  </a:lnTo>
                  <a:close/>
                  <a:moveTo>
                    <a:pt x="130262" y="647933"/>
                  </a:moveTo>
                  <a:lnTo>
                    <a:pt x="131494" y="656254"/>
                  </a:lnTo>
                  <a:lnTo>
                    <a:pt x="117664" y="647386"/>
                  </a:lnTo>
                  <a:close/>
                  <a:moveTo>
                    <a:pt x="58222" y="503163"/>
                  </a:moveTo>
                  <a:lnTo>
                    <a:pt x="10600" y="545897"/>
                  </a:lnTo>
                  <a:lnTo>
                    <a:pt x="41132" y="535476"/>
                  </a:lnTo>
                  <a:close/>
                  <a:moveTo>
                    <a:pt x="854546" y="1393742"/>
                  </a:moveTo>
                  <a:lnTo>
                    <a:pt x="828161" y="1388615"/>
                  </a:lnTo>
                  <a:lnTo>
                    <a:pt x="852859" y="1395698"/>
                  </a:lnTo>
                  <a:close/>
                  <a:moveTo>
                    <a:pt x="58222" y="503163"/>
                  </a:moveTo>
                  <a:lnTo>
                    <a:pt x="61478" y="486988"/>
                  </a:lnTo>
                  <a:lnTo>
                    <a:pt x="40362" y="528806"/>
                  </a:lnTo>
                  <a:close/>
                  <a:moveTo>
                    <a:pt x="38897" y="430910"/>
                  </a:moveTo>
                  <a:lnTo>
                    <a:pt x="63048" y="438113"/>
                  </a:lnTo>
                  <a:lnTo>
                    <a:pt x="62006" y="441811"/>
                  </a:lnTo>
                  <a:close/>
                  <a:moveTo>
                    <a:pt x="871949" y="1393742"/>
                  </a:moveTo>
                  <a:lnTo>
                    <a:pt x="855541" y="1394778"/>
                  </a:lnTo>
                  <a:lnTo>
                    <a:pt x="852859" y="1395698"/>
                  </a:lnTo>
                  <a:close/>
                  <a:moveTo>
                    <a:pt x="856261" y="1392932"/>
                  </a:moveTo>
                  <a:lnTo>
                    <a:pt x="855541" y="1394778"/>
                  </a:lnTo>
                  <a:lnTo>
                    <a:pt x="871949" y="1393742"/>
                  </a:lnTo>
                  <a:close/>
                  <a:moveTo>
                    <a:pt x="860017" y="1345131"/>
                  </a:moveTo>
                  <a:lnTo>
                    <a:pt x="876884" y="1356987"/>
                  </a:lnTo>
                  <a:lnTo>
                    <a:pt x="850855" y="1307833"/>
                  </a:lnTo>
                  <a:close/>
                  <a:moveTo>
                    <a:pt x="571911" y="985582"/>
                  </a:moveTo>
                  <a:lnTo>
                    <a:pt x="598282" y="975005"/>
                  </a:lnTo>
                  <a:lnTo>
                    <a:pt x="588007" y="972254"/>
                  </a:lnTo>
                  <a:close/>
                  <a:moveTo>
                    <a:pt x="588007" y="972254"/>
                  </a:moveTo>
                  <a:lnTo>
                    <a:pt x="598282" y="975005"/>
                  </a:lnTo>
                  <a:lnTo>
                    <a:pt x="597046" y="954978"/>
                  </a:lnTo>
                  <a:close/>
                  <a:moveTo>
                    <a:pt x="361082" y="719174"/>
                  </a:moveTo>
                  <a:lnTo>
                    <a:pt x="386479" y="725615"/>
                  </a:lnTo>
                  <a:lnTo>
                    <a:pt x="363462" y="704532"/>
                  </a:lnTo>
                  <a:close/>
                  <a:moveTo>
                    <a:pt x="386479" y="725615"/>
                  </a:moveTo>
                  <a:lnTo>
                    <a:pt x="391991" y="686621"/>
                  </a:lnTo>
                  <a:lnTo>
                    <a:pt x="363462" y="704532"/>
                  </a:lnTo>
                  <a:close/>
                  <a:moveTo>
                    <a:pt x="189364" y="551912"/>
                  </a:moveTo>
                  <a:lnTo>
                    <a:pt x="193348" y="548378"/>
                  </a:lnTo>
                  <a:lnTo>
                    <a:pt x="174654" y="538648"/>
                  </a:lnTo>
                  <a:close/>
                  <a:moveTo>
                    <a:pt x="69642" y="438113"/>
                  </a:moveTo>
                  <a:lnTo>
                    <a:pt x="95238" y="474868"/>
                  </a:lnTo>
                  <a:lnTo>
                    <a:pt x="69038" y="436095"/>
                  </a:lnTo>
                  <a:close/>
                  <a:moveTo>
                    <a:pt x="967209" y="1370714"/>
                  </a:moveTo>
                  <a:lnTo>
                    <a:pt x="948097" y="1395466"/>
                  </a:lnTo>
                  <a:lnTo>
                    <a:pt x="1003786" y="1382895"/>
                  </a:lnTo>
                  <a:close/>
                  <a:moveTo>
                    <a:pt x="597749" y="930692"/>
                  </a:moveTo>
                  <a:lnTo>
                    <a:pt x="588007" y="972254"/>
                  </a:lnTo>
                  <a:lnTo>
                    <a:pt x="597046" y="954978"/>
                  </a:lnTo>
                  <a:close/>
                  <a:moveTo>
                    <a:pt x="574728" y="967066"/>
                  </a:moveTo>
                  <a:lnTo>
                    <a:pt x="588007" y="972254"/>
                  </a:lnTo>
                  <a:lnTo>
                    <a:pt x="597749" y="930692"/>
                  </a:lnTo>
                  <a:close/>
                  <a:moveTo>
                    <a:pt x="570955" y="925386"/>
                  </a:moveTo>
                  <a:lnTo>
                    <a:pt x="574728" y="967066"/>
                  </a:lnTo>
                  <a:lnTo>
                    <a:pt x="597749" y="930692"/>
                  </a:lnTo>
                  <a:close/>
                  <a:moveTo>
                    <a:pt x="597749" y="930692"/>
                  </a:moveTo>
                  <a:lnTo>
                    <a:pt x="597046" y="954978"/>
                  </a:lnTo>
                  <a:lnTo>
                    <a:pt x="603525" y="935499"/>
                  </a:lnTo>
                  <a:close/>
                  <a:moveTo>
                    <a:pt x="552400" y="816424"/>
                  </a:moveTo>
                  <a:lnTo>
                    <a:pt x="586219" y="844806"/>
                  </a:lnTo>
                  <a:lnTo>
                    <a:pt x="585411" y="851228"/>
                  </a:lnTo>
                  <a:close/>
                  <a:moveTo>
                    <a:pt x="496022" y="735482"/>
                  </a:moveTo>
                  <a:lnTo>
                    <a:pt x="469654" y="756202"/>
                  </a:lnTo>
                  <a:lnTo>
                    <a:pt x="466224" y="777366"/>
                  </a:lnTo>
                  <a:close/>
                  <a:moveTo>
                    <a:pt x="496022" y="735482"/>
                  </a:moveTo>
                  <a:lnTo>
                    <a:pt x="466224" y="777366"/>
                  </a:lnTo>
                  <a:lnTo>
                    <a:pt x="497841" y="778750"/>
                  </a:lnTo>
                  <a:close/>
                  <a:moveTo>
                    <a:pt x="392619" y="675876"/>
                  </a:moveTo>
                  <a:lnTo>
                    <a:pt x="404604" y="637569"/>
                  </a:lnTo>
                  <a:lnTo>
                    <a:pt x="366676" y="669879"/>
                  </a:lnTo>
                  <a:close/>
                  <a:moveTo>
                    <a:pt x="375106" y="624276"/>
                  </a:moveTo>
                  <a:lnTo>
                    <a:pt x="347341" y="604704"/>
                  </a:lnTo>
                  <a:lnTo>
                    <a:pt x="353235" y="641459"/>
                  </a:lnTo>
                  <a:close/>
                  <a:moveTo>
                    <a:pt x="1003206" y="1354733"/>
                  </a:moveTo>
                  <a:lnTo>
                    <a:pt x="967209" y="1370714"/>
                  </a:lnTo>
                  <a:lnTo>
                    <a:pt x="1003786" y="1382895"/>
                  </a:lnTo>
                  <a:close/>
                  <a:moveTo>
                    <a:pt x="997903" y="1314297"/>
                  </a:moveTo>
                  <a:lnTo>
                    <a:pt x="998376" y="1322621"/>
                  </a:lnTo>
                  <a:lnTo>
                    <a:pt x="1001865" y="1279504"/>
                  </a:lnTo>
                  <a:close/>
                  <a:moveTo>
                    <a:pt x="819999" y="1097843"/>
                  </a:moveTo>
                  <a:lnTo>
                    <a:pt x="804807" y="1094445"/>
                  </a:lnTo>
                  <a:lnTo>
                    <a:pt x="830363" y="1108224"/>
                  </a:lnTo>
                  <a:close/>
                  <a:moveTo>
                    <a:pt x="404604" y="637569"/>
                  </a:moveTo>
                  <a:lnTo>
                    <a:pt x="409374" y="617507"/>
                  </a:lnTo>
                  <a:lnTo>
                    <a:pt x="375106" y="624276"/>
                  </a:lnTo>
                  <a:close/>
                  <a:moveTo>
                    <a:pt x="406899" y="574773"/>
                  </a:moveTo>
                  <a:lnTo>
                    <a:pt x="380600" y="570338"/>
                  </a:lnTo>
                  <a:lnTo>
                    <a:pt x="366801" y="620807"/>
                  </a:lnTo>
                  <a:close/>
                  <a:moveTo>
                    <a:pt x="409374" y="617507"/>
                  </a:moveTo>
                  <a:lnTo>
                    <a:pt x="406899" y="574773"/>
                  </a:lnTo>
                  <a:lnTo>
                    <a:pt x="366801" y="620807"/>
                  </a:lnTo>
                  <a:close/>
                  <a:moveTo>
                    <a:pt x="469276" y="607092"/>
                  </a:moveTo>
                  <a:lnTo>
                    <a:pt x="480608" y="658519"/>
                  </a:lnTo>
                  <a:lnTo>
                    <a:pt x="482365" y="643847"/>
                  </a:lnTo>
                  <a:close/>
                  <a:moveTo>
                    <a:pt x="443721" y="659244"/>
                  </a:moveTo>
                  <a:lnTo>
                    <a:pt x="480608" y="658519"/>
                  </a:lnTo>
                  <a:lnTo>
                    <a:pt x="469276" y="607092"/>
                  </a:lnTo>
                  <a:close/>
                  <a:moveTo>
                    <a:pt x="367134" y="535266"/>
                  </a:moveTo>
                  <a:lnTo>
                    <a:pt x="406899" y="574773"/>
                  </a:lnTo>
                  <a:lnTo>
                    <a:pt x="380144" y="550766"/>
                  </a:lnTo>
                  <a:close/>
                  <a:moveTo>
                    <a:pt x="1044136" y="1259052"/>
                  </a:moveTo>
                  <a:lnTo>
                    <a:pt x="1001865" y="1279504"/>
                  </a:lnTo>
                  <a:lnTo>
                    <a:pt x="1034291" y="1276162"/>
                  </a:lnTo>
                  <a:close/>
                  <a:moveTo>
                    <a:pt x="1044136" y="1259052"/>
                  </a:moveTo>
                  <a:lnTo>
                    <a:pt x="1027475" y="1250679"/>
                  </a:lnTo>
                  <a:lnTo>
                    <a:pt x="1002579" y="1265749"/>
                  </a:lnTo>
                  <a:close/>
                  <a:moveTo>
                    <a:pt x="810330" y="965486"/>
                  </a:moveTo>
                  <a:lnTo>
                    <a:pt x="809016" y="1011397"/>
                  </a:lnTo>
                  <a:lnTo>
                    <a:pt x="828140" y="1003703"/>
                  </a:lnTo>
                  <a:close/>
                  <a:moveTo>
                    <a:pt x="810330" y="965486"/>
                  </a:moveTo>
                  <a:lnTo>
                    <a:pt x="828140" y="1003703"/>
                  </a:lnTo>
                  <a:lnTo>
                    <a:pt x="849396" y="986968"/>
                  </a:lnTo>
                  <a:close/>
                  <a:moveTo>
                    <a:pt x="715095" y="858570"/>
                  </a:moveTo>
                  <a:lnTo>
                    <a:pt x="702503" y="854958"/>
                  </a:lnTo>
                  <a:lnTo>
                    <a:pt x="727810" y="877739"/>
                  </a:lnTo>
                  <a:close/>
                  <a:moveTo>
                    <a:pt x="515015" y="608808"/>
                  </a:moveTo>
                  <a:lnTo>
                    <a:pt x="546434" y="601704"/>
                  </a:lnTo>
                  <a:lnTo>
                    <a:pt x="512844" y="643847"/>
                  </a:lnTo>
                  <a:close/>
                  <a:moveTo>
                    <a:pt x="538713" y="593622"/>
                  </a:moveTo>
                  <a:lnTo>
                    <a:pt x="501157" y="597066"/>
                  </a:lnTo>
                  <a:lnTo>
                    <a:pt x="512844" y="643847"/>
                  </a:lnTo>
                  <a:close/>
                  <a:moveTo>
                    <a:pt x="887946" y="977031"/>
                  </a:moveTo>
                  <a:lnTo>
                    <a:pt x="877946" y="994214"/>
                  </a:lnTo>
                  <a:lnTo>
                    <a:pt x="885772" y="998395"/>
                  </a:lnTo>
                  <a:close/>
                  <a:moveTo>
                    <a:pt x="877946" y="994214"/>
                  </a:moveTo>
                  <a:lnTo>
                    <a:pt x="887946" y="977031"/>
                  </a:lnTo>
                  <a:lnTo>
                    <a:pt x="849396" y="986968"/>
                  </a:lnTo>
                  <a:close/>
                  <a:moveTo>
                    <a:pt x="908801" y="988289"/>
                  </a:moveTo>
                  <a:lnTo>
                    <a:pt x="885772" y="998395"/>
                  </a:lnTo>
                  <a:lnTo>
                    <a:pt x="945998" y="1002785"/>
                  </a:lnTo>
                  <a:close/>
                  <a:moveTo>
                    <a:pt x="763706" y="832289"/>
                  </a:moveTo>
                  <a:lnTo>
                    <a:pt x="782708" y="843929"/>
                  </a:lnTo>
                  <a:lnTo>
                    <a:pt x="774223" y="806080"/>
                  </a:lnTo>
                  <a:close/>
                  <a:moveTo>
                    <a:pt x="717076" y="769768"/>
                  </a:moveTo>
                  <a:lnTo>
                    <a:pt x="737854" y="793256"/>
                  </a:lnTo>
                  <a:lnTo>
                    <a:pt x="706687" y="762062"/>
                  </a:lnTo>
                  <a:close/>
                  <a:moveTo>
                    <a:pt x="706687" y="762062"/>
                  </a:moveTo>
                  <a:lnTo>
                    <a:pt x="737854" y="793256"/>
                  </a:lnTo>
                  <a:lnTo>
                    <a:pt x="744119" y="803466"/>
                  </a:lnTo>
                  <a:close/>
                  <a:moveTo>
                    <a:pt x="706687" y="762062"/>
                  </a:moveTo>
                  <a:lnTo>
                    <a:pt x="744119" y="803466"/>
                  </a:lnTo>
                  <a:lnTo>
                    <a:pt x="736710" y="764742"/>
                  </a:lnTo>
                  <a:close/>
                  <a:moveTo>
                    <a:pt x="504415" y="504923"/>
                  </a:moveTo>
                  <a:lnTo>
                    <a:pt x="521775" y="516399"/>
                  </a:lnTo>
                  <a:lnTo>
                    <a:pt x="513298" y="506179"/>
                  </a:lnTo>
                  <a:close/>
                  <a:moveTo>
                    <a:pt x="953237" y="965545"/>
                  </a:moveTo>
                  <a:lnTo>
                    <a:pt x="908801" y="988289"/>
                  </a:lnTo>
                  <a:lnTo>
                    <a:pt x="945998" y="1002785"/>
                  </a:lnTo>
                  <a:close/>
                  <a:moveTo>
                    <a:pt x="953237" y="965545"/>
                  </a:moveTo>
                  <a:lnTo>
                    <a:pt x="948702" y="923092"/>
                  </a:lnTo>
                  <a:lnTo>
                    <a:pt x="911476" y="927661"/>
                  </a:lnTo>
                  <a:close/>
                  <a:moveTo>
                    <a:pt x="922741" y="915830"/>
                  </a:moveTo>
                  <a:lnTo>
                    <a:pt x="891254" y="922684"/>
                  </a:lnTo>
                  <a:lnTo>
                    <a:pt x="948702" y="923092"/>
                  </a:lnTo>
                  <a:close/>
                  <a:moveTo>
                    <a:pt x="948702" y="923092"/>
                  </a:moveTo>
                  <a:lnTo>
                    <a:pt x="891254" y="922684"/>
                  </a:lnTo>
                  <a:lnTo>
                    <a:pt x="911476" y="927661"/>
                  </a:lnTo>
                  <a:close/>
                  <a:moveTo>
                    <a:pt x="1142902" y="1143622"/>
                  </a:moveTo>
                  <a:lnTo>
                    <a:pt x="1177323" y="1180377"/>
                  </a:lnTo>
                  <a:lnTo>
                    <a:pt x="1187842" y="1178739"/>
                  </a:lnTo>
                  <a:close/>
                  <a:moveTo>
                    <a:pt x="616612" y="450887"/>
                  </a:moveTo>
                  <a:lnTo>
                    <a:pt x="580251" y="428094"/>
                  </a:lnTo>
                  <a:lnTo>
                    <a:pt x="600584" y="480916"/>
                  </a:lnTo>
                  <a:close/>
                  <a:moveTo>
                    <a:pt x="1007580" y="819831"/>
                  </a:moveTo>
                  <a:lnTo>
                    <a:pt x="993877" y="815216"/>
                  </a:lnTo>
                  <a:lnTo>
                    <a:pt x="1004040" y="861836"/>
                  </a:lnTo>
                  <a:close/>
                  <a:moveTo>
                    <a:pt x="1004040" y="861836"/>
                  </a:moveTo>
                  <a:lnTo>
                    <a:pt x="993877" y="815216"/>
                  </a:lnTo>
                  <a:lnTo>
                    <a:pt x="970086" y="817606"/>
                  </a:lnTo>
                  <a:close/>
                  <a:moveTo>
                    <a:pt x="1013687" y="815216"/>
                  </a:moveTo>
                  <a:lnTo>
                    <a:pt x="1007580" y="819831"/>
                  </a:lnTo>
                  <a:lnTo>
                    <a:pt x="1034673" y="819274"/>
                  </a:lnTo>
                  <a:close/>
                  <a:moveTo>
                    <a:pt x="963526" y="795644"/>
                  </a:moveTo>
                  <a:lnTo>
                    <a:pt x="970086" y="817606"/>
                  </a:lnTo>
                  <a:lnTo>
                    <a:pt x="993877" y="815216"/>
                  </a:lnTo>
                  <a:close/>
                  <a:moveTo>
                    <a:pt x="963526" y="795644"/>
                  </a:moveTo>
                  <a:lnTo>
                    <a:pt x="993877" y="815216"/>
                  </a:lnTo>
                  <a:lnTo>
                    <a:pt x="964592" y="778461"/>
                  </a:lnTo>
                  <a:close/>
                  <a:moveTo>
                    <a:pt x="657667" y="416849"/>
                  </a:moveTo>
                  <a:lnTo>
                    <a:pt x="657036" y="381241"/>
                  </a:lnTo>
                  <a:lnTo>
                    <a:pt x="629124" y="401456"/>
                  </a:lnTo>
                  <a:close/>
                  <a:moveTo>
                    <a:pt x="650780" y="454060"/>
                  </a:moveTo>
                  <a:lnTo>
                    <a:pt x="697321" y="456447"/>
                  </a:lnTo>
                  <a:lnTo>
                    <a:pt x="686560" y="410911"/>
                  </a:lnTo>
                  <a:close/>
                  <a:moveTo>
                    <a:pt x="993877" y="815216"/>
                  </a:moveTo>
                  <a:lnTo>
                    <a:pt x="1007580" y="819831"/>
                  </a:lnTo>
                  <a:lnTo>
                    <a:pt x="1008492" y="813471"/>
                  </a:lnTo>
                  <a:close/>
                  <a:moveTo>
                    <a:pt x="993877" y="815216"/>
                  </a:moveTo>
                  <a:lnTo>
                    <a:pt x="1008492" y="813471"/>
                  </a:lnTo>
                  <a:lnTo>
                    <a:pt x="964592" y="778461"/>
                  </a:lnTo>
                  <a:close/>
                  <a:moveTo>
                    <a:pt x="1008492" y="813471"/>
                  </a:moveTo>
                  <a:lnTo>
                    <a:pt x="1007580" y="819831"/>
                  </a:lnTo>
                  <a:lnTo>
                    <a:pt x="1013687" y="815216"/>
                  </a:lnTo>
                  <a:close/>
                  <a:moveTo>
                    <a:pt x="807722" y="474692"/>
                  </a:moveTo>
                  <a:lnTo>
                    <a:pt x="779613" y="494175"/>
                  </a:lnTo>
                  <a:lnTo>
                    <a:pt x="757646" y="484421"/>
                  </a:lnTo>
                  <a:close/>
                  <a:moveTo>
                    <a:pt x="808922" y="509388"/>
                  </a:moveTo>
                  <a:lnTo>
                    <a:pt x="807722" y="474692"/>
                  </a:lnTo>
                  <a:lnTo>
                    <a:pt x="757646" y="484421"/>
                  </a:lnTo>
                  <a:close/>
                  <a:moveTo>
                    <a:pt x="778925" y="444280"/>
                  </a:moveTo>
                  <a:lnTo>
                    <a:pt x="757646" y="484421"/>
                  </a:lnTo>
                  <a:lnTo>
                    <a:pt x="760548" y="476879"/>
                  </a:lnTo>
                  <a:close/>
                  <a:moveTo>
                    <a:pt x="686560" y="410911"/>
                  </a:moveTo>
                  <a:lnTo>
                    <a:pt x="690910" y="447666"/>
                  </a:lnTo>
                  <a:lnTo>
                    <a:pt x="679073" y="399447"/>
                  </a:lnTo>
                  <a:close/>
                  <a:moveTo>
                    <a:pt x="587942" y="222711"/>
                  </a:moveTo>
                  <a:lnTo>
                    <a:pt x="584065" y="263891"/>
                  </a:lnTo>
                  <a:lnTo>
                    <a:pt x="588178" y="248367"/>
                  </a:lnTo>
                  <a:close/>
                  <a:moveTo>
                    <a:pt x="571713" y="253564"/>
                  </a:moveTo>
                  <a:lnTo>
                    <a:pt x="584065" y="263891"/>
                  </a:lnTo>
                  <a:lnTo>
                    <a:pt x="587942" y="222711"/>
                  </a:lnTo>
                  <a:close/>
                  <a:moveTo>
                    <a:pt x="1008124" y="679528"/>
                  </a:moveTo>
                  <a:lnTo>
                    <a:pt x="1020885" y="713901"/>
                  </a:lnTo>
                  <a:lnTo>
                    <a:pt x="1031328" y="687753"/>
                  </a:lnTo>
                  <a:close/>
                  <a:moveTo>
                    <a:pt x="1008124" y="679528"/>
                  </a:moveTo>
                  <a:lnTo>
                    <a:pt x="1031328" y="687753"/>
                  </a:lnTo>
                  <a:lnTo>
                    <a:pt x="1031285" y="687676"/>
                  </a:lnTo>
                  <a:close/>
                  <a:moveTo>
                    <a:pt x="912092" y="569183"/>
                  </a:moveTo>
                  <a:lnTo>
                    <a:pt x="920667" y="577502"/>
                  </a:lnTo>
                  <a:lnTo>
                    <a:pt x="897020" y="559410"/>
                  </a:lnTo>
                  <a:close/>
                  <a:moveTo>
                    <a:pt x="916101" y="386935"/>
                  </a:moveTo>
                  <a:lnTo>
                    <a:pt x="960822" y="384754"/>
                  </a:lnTo>
                  <a:lnTo>
                    <a:pt x="953423" y="378932"/>
                  </a:lnTo>
                  <a:close/>
                  <a:moveTo>
                    <a:pt x="751152" y="171289"/>
                  </a:moveTo>
                  <a:lnTo>
                    <a:pt x="768708" y="201763"/>
                  </a:lnTo>
                  <a:lnTo>
                    <a:pt x="783238" y="212341"/>
                  </a:lnTo>
                  <a:close/>
                  <a:moveTo>
                    <a:pt x="768708" y="201763"/>
                  </a:moveTo>
                  <a:lnTo>
                    <a:pt x="751152" y="171289"/>
                  </a:lnTo>
                  <a:lnTo>
                    <a:pt x="769792" y="195157"/>
                  </a:lnTo>
                  <a:close/>
                  <a:moveTo>
                    <a:pt x="756554" y="175586"/>
                  </a:moveTo>
                  <a:lnTo>
                    <a:pt x="740515" y="155576"/>
                  </a:lnTo>
                  <a:lnTo>
                    <a:pt x="751152" y="171289"/>
                  </a:lnTo>
                  <a:close/>
                  <a:moveTo>
                    <a:pt x="721179" y="123821"/>
                  </a:moveTo>
                  <a:lnTo>
                    <a:pt x="751152" y="171289"/>
                  </a:lnTo>
                  <a:lnTo>
                    <a:pt x="717816" y="138831"/>
                  </a:lnTo>
                  <a:close/>
                  <a:moveTo>
                    <a:pt x="749329" y="158403"/>
                  </a:moveTo>
                  <a:lnTo>
                    <a:pt x="751152" y="171289"/>
                  </a:lnTo>
                  <a:lnTo>
                    <a:pt x="721179" y="123821"/>
                  </a:lnTo>
                  <a:close/>
                  <a:moveTo>
                    <a:pt x="801275" y="112881"/>
                  </a:moveTo>
                  <a:lnTo>
                    <a:pt x="852783" y="133758"/>
                  </a:lnTo>
                  <a:lnTo>
                    <a:pt x="812675" y="108377"/>
                  </a:lnTo>
                  <a:close/>
                  <a:moveTo>
                    <a:pt x="915898" y="52743"/>
                  </a:moveTo>
                  <a:lnTo>
                    <a:pt x="938369" y="70097"/>
                  </a:lnTo>
                  <a:lnTo>
                    <a:pt x="908095" y="35467"/>
                  </a:lnTo>
                  <a:close/>
                  <a:moveTo>
                    <a:pt x="908095" y="35467"/>
                  </a:moveTo>
                  <a:lnTo>
                    <a:pt x="938369" y="70097"/>
                  </a:lnTo>
                  <a:lnTo>
                    <a:pt x="943337" y="78652"/>
                  </a:lnTo>
                  <a:close/>
                  <a:moveTo>
                    <a:pt x="908095" y="35467"/>
                  </a:moveTo>
                  <a:lnTo>
                    <a:pt x="943337" y="78652"/>
                  </a:lnTo>
                  <a:lnTo>
                    <a:pt x="923990" y="49633"/>
                  </a:lnTo>
                  <a:close/>
                  <a:moveTo>
                    <a:pt x="863361" y="0"/>
                  </a:moveTo>
                  <a:lnTo>
                    <a:pt x="908095" y="35467"/>
                  </a:lnTo>
                  <a:lnTo>
                    <a:pt x="886007" y="8677"/>
                  </a:lnTo>
                  <a:close/>
                  <a:moveTo>
                    <a:pt x="915898" y="52743"/>
                  </a:moveTo>
                  <a:lnTo>
                    <a:pt x="908095" y="35467"/>
                  </a:lnTo>
                  <a:lnTo>
                    <a:pt x="901781" y="333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39" name="Input_density__130">
              <a:extLst>
                <a:ext uri="{FF2B5EF4-FFF2-40B4-BE49-F238E27FC236}">
                  <a16:creationId xmlns:a16="http://schemas.microsoft.com/office/drawing/2014/main" id="{C0B40777-0C49-8E3B-CC6A-B3D0A11E017D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500223"/>
              <a:ext cx="1193883" cy="1387021"/>
            </a:xfrm>
            <a:custGeom>
              <a:avLst/>
              <a:gdLst/>
              <a:ahLst/>
              <a:cxnLst/>
              <a:rect l="0" t="0" r="0" b="0"/>
              <a:pathLst>
                <a:path w="1193883" h="1387021">
                  <a:moveTo>
                    <a:pt x="233660" y="1066677"/>
                  </a:moveTo>
                  <a:lnTo>
                    <a:pt x="263543" y="1093595"/>
                  </a:lnTo>
                  <a:lnTo>
                    <a:pt x="226368" y="1051982"/>
                  </a:lnTo>
                  <a:close/>
                  <a:moveTo>
                    <a:pt x="226368" y="1051982"/>
                  </a:moveTo>
                  <a:lnTo>
                    <a:pt x="223808" y="1049493"/>
                  </a:lnTo>
                  <a:lnTo>
                    <a:pt x="201223" y="1040246"/>
                  </a:lnTo>
                  <a:close/>
                  <a:moveTo>
                    <a:pt x="60493" y="695392"/>
                  </a:moveTo>
                  <a:lnTo>
                    <a:pt x="19800" y="664760"/>
                  </a:lnTo>
                  <a:lnTo>
                    <a:pt x="401" y="691501"/>
                  </a:lnTo>
                  <a:close/>
                  <a:moveTo>
                    <a:pt x="437089" y="1088637"/>
                  </a:moveTo>
                  <a:lnTo>
                    <a:pt x="440295" y="1118800"/>
                  </a:lnTo>
                  <a:lnTo>
                    <a:pt x="463254" y="1108428"/>
                  </a:lnTo>
                  <a:close/>
                  <a:moveTo>
                    <a:pt x="365786" y="1064649"/>
                  </a:moveTo>
                  <a:lnTo>
                    <a:pt x="330441" y="1081802"/>
                  </a:lnTo>
                  <a:lnTo>
                    <a:pt x="362352" y="1076535"/>
                  </a:lnTo>
                  <a:close/>
                  <a:moveTo>
                    <a:pt x="244429" y="922045"/>
                  </a:moveTo>
                  <a:lnTo>
                    <a:pt x="222027" y="925611"/>
                  </a:lnTo>
                  <a:lnTo>
                    <a:pt x="228168" y="916277"/>
                  </a:lnTo>
                  <a:close/>
                  <a:moveTo>
                    <a:pt x="220353" y="919353"/>
                  </a:moveTo>
                  <a:lnTo>
                    <a:pt x="244429" y="922045"/>
                  </a:lnTo>
                  <a:lnTo>
                    <a:pt x="228168" y="916277"/>
                  </a:lnTo>
                  <a:close/>
                  <a:moveTo>
                    <a:pt x="73661" y="701515"/>
                  </a:moveTo>
                  <a:lnTo>
                    <a:pt x="100102" y="718907"/>
                  </a:lnTo>
                  <a:lnTo>
                    <a:pt x="72304" y="693245"/>
                  </a:lnTo>
                  <a:close/>
                  <a:moveTo>
                    <a:pt x="60493" y="695392"/>
                  </a:moveTo>
                  <a:lnTo>
                    <a:pt x="73661" y="701515"/>
                  </a:lnTo>
                  <a:lnTo>
                    <a:pt x="72304" y="693245"/>
                  </a:lnTo>
                  <a:close/>
                  <a:moveTo>
                    <a:pt x="20734" y="575107"/>
                  </a:moveTo>
                  <a:lnTo>
                    <a:pt x="9915" y="582636"/>
                  </a:lnTo>
                  <a:lnTo>
                    <a:pt x="44095" y="610822"/>
                  </a:lnTo>
                  <a:close/>
                  <a:moveTo>
                    <a:pt x="36668" y="543227"/>
                  </a:moveTo>
                  <a:lnTo>
                    <a:pt x="9675" y="538084"/>
                  </a:lnTo>
                  <a:lnTo>
                    <a:pt x="0" y="591250"/>
                  </a:lnTo>
                  <a:close/>
                  <a:moveTo>
                    <a:pt x="123860" y="615317"/>
                  </a:moveTo>
                  <a:lnTo>
                    <a:pt x="131494" y="647577"/>
                  </a:lnTo>
                  <a:lnTo>
                    <a:pt x="139453" y="645250"/>
                  </a:lnTo>
                  <a:close/>
                  <a:moveTo>
                    <a:pt x="123860" y="615317"/>
                  </a:moveTo>
                  <a:lnTo>
                    <a:pt x="139453" y="645250"/>
                  </a:lnTo>
                  <a:lnTo>
                    <a:pt x="156514" y="612831"/>
                  </a:lnTo>
                  <a:close/>
                  <a:moveTo>
                    <a:pt x="21100" y="573543"/>
                  </a:moveTo>
                  <a:lnTo>
                    <a:pt x="20734" y="575107"/>
                  </a:lnTo>
                  <a:lnTo>
                    <a:pt x="73272" y="602963"/>
                  </a:lnTo>
                  <a:close/>
                  <a:moveTo>
                    <a:pt x="12363" y="543810"/>
                  </a:moveTo>
                  <a:lnTo>
                    <a:pt x="21100" y="573543"/>
                  </a:lnTo>
                  <a:lnTo>
                    <a:pt x="47940" y="552251"/>
                  </a:lnTo>
                  <a:close/>
                  <a:moveTo>
                    <a:pt x="801766" y="1365493"/>
                  </a:moveTo>
                  <a:lnTo>
                    <a:pt x="828161" y="1379937"/>
                  </a:lnTo>
                  <a:lnTo>
                    <a:pt x="854546" y="1385065"/>
                  </a:lnTo>
                  <a:close/>
                  <a:moveTo>
                    <a:pt x="871949" y="1385065"/>
                  </a:moveTo>
                  <a:lnTo>
                    <a:pt x="852859" y="1387021"/>
                  </a:lnTo>
                  <a:lnTo>
                    <a:pt x="834489" y="1365493"/>
                  </a:lnTo>
                  <a:close/>
                  <a:moveTo>
                    <a:pt x="61478" y="478310"/>
                  </a:moveTo>
                  <a:lnTo>
                    <a:pt x="62006" y="433134"/>
                  </a:lnTo>
                  <a:lnTo>
                    <a:pt x="64997" y="466190"/>
                  </a:lnTo>
                  <a:close/>
                  <a:moveTo>
                    <a:pt x="860017" y="1336454"/>
                  </a:moveTo>
                  <a:lnTo>
                    <a:pt x="871949" y="1385065"/>
                  </a:lnTo>
                  <a:lnTo>
                    <a:pt x="876884" y="1348310"/>
                  </a:lnTo>
                  <a:close/>
                  <a:moveTo>
                    <a:pt x="571911" y="976904"/>
                  </a:moveTo>
                  <a:lnTo>
                    <a:pt x="589094" y="1012779"/>
                  </a:lnTo>
                  <a:lnTo>
                    <a:pt x="598282" y="966328"/>
                  </a:lnTo>
                  <a:close/>
                  <a:moveTo>
                    <a:pt x="565321" y="1010784"/>
                  </a:moveTo>
                  <a:lnTo>
                    <a:pt x="589094" y="1012779"/>
                  </a:lnTo>
                  <a:lnTo>
                    <a:pt x="571911" y="976904"/>
                  </a:lnTo>
                  <a:close/>
                  <a:moveTo>
                    <a:pt x="265055" y="613210"/>
                  </a:moveTo>
                  <a:lnTo>
                    <a:pt x="305848" y="638819"/>
                  </a:lnTo>
                  <a:lnTo>
                    <a:pt x="278367" y="626851"/>
                  </a:lnTo>
                  <a:close/>
                  <a:moveTo>
                    <a:pt x="333010" y="599078"/>
                  </a:moveTo>
                  <a:lnTo>
                    <a:pt x="308901" y="616434"/>
                  </a:lnTo>
                  <a:lnTo>
                    <a:pt x="305848" y="638819"/>
                  </a:lnTo>
                  <a:close/>
                  <a:moveTo>
                    <a:pt x="174654" y="529971"/>
                  </a:moveTo>
                  <a:lnTo>
                    <a:pt x="193348" y="539700"/>
                  </a:lnTo>
                  <a:lnTo>
                    <a:pt x="174453" y="487486"/>
                  </a:lnTo>
                  <a:close/>
                  <a:moveTo>
                    <a:pt x="174453" y="487486"/>
                  </a:moveTo>
                  <a:lnTo>
                    <a:pt x="195327" y="537163"/>
                  </a:lnTo>
                  <a:lnTo>
                    <a:pt x="215960" y="518096"/>
                  </a:lnTo>
                  <a:close/>
                  <a:moveTo>
                    <a:pt x="927574" y="1367882"/>
                  </a:moveTo>
                  <a:lnTo>
                    <a:pt x="938206" y="1371811"/>
                  </a:lnTo>
                  <a:lnTo>
                    <a:pt x="948097" y="1386788"/>
                  </a:lnTo>
                  <a:close/>
                  <a:moveTo>
                    <a:pt x="589551" y="883932"/>
                  </a:moveTo>
                  <a:lnTo>
                    <a:pt x="570955" y="916709"/>
                  </a:lnTo>
                  <a:lnTo>
                    <a:pt x="597749" y="922015"/>
                  </a:lnTo>
                  <a:close/>
                  <a:moveTo>
                    <a:pt x="589551" y="883932"/>
                  </a:moveTo>
                  <a:lnTo>
                    <a:pt x="597749" y="922015"/>
                  </a:lnTo>
                  <a:lnTo>
                    <a:pt x="603525" y="926822"/>
                  </a:lnTo>
                  <a:close/>
                  <a:moveTo>
                    <a:pt x="497841" y="770073"/>
                  </a:moveTo>
                  <a:lnTo>
                    <a:pt x="456953" y="796246"/>
                  </a:lnTo>
                  <a:lnTo>
                    <a:pt x="491958" y="802549"/>
                  </a:lnTo>
                  <a:close/>
                  <a:moveTo>
                    <a:pt x="392619" y="667198"/>
                  </a:moveTo>
                  <a:lnTo>
                    <a:pt x="363462" y="695854"/>
                  </a:lnTo>
                  <a:lnTo>
                    <a:pt x="391991" y="677944"/>
                  </a:lnTo>
                  <a:close/>
                  <a:moveTo>
                    <a:pt x="392619" y="667198"/>
                  </a:moveTo>
                  <a:lnTo>
                    <a:pt x="396348" y="669537"/>
                  </a:lnTo>
                  <a:lnTo>
                    <a:pt x="404604" y="628892"/>
                  </a:lnTo>
                  <a:close/>
                  <a:moveTo>
                    <a:pt x="330869" y="602361"/>
                  </a:moveTo>
                  <a:lnTo>
                    <a:pt x="308901" y="616434"/>
                  </a:lnTo>
                  <a:lnTo>
                    <a:pt x="366801" y="612129"/>
                  </a:lnTo>
                  <a:close/>
                  <a:moveTo>
                    <a:pt x="1003206" y="1346056"/>
                  </a:moveTo>
                  <a:lnTo>
                    <a:pt x="1003786" y="1374217"/>
                  </a:lnTo>
                  <a:lnTo>
                    <a:pt x="1006346" y="1350698"/>
                  </a:lnTo>
                  <a:close/>
                  <a:moveTo>
                    <a:pt x="997903" y="1305620"/>
                  </a:moveTo>
                  <a:lnTo>
                    <a:pt x="1006346" y="1350698"/>
                  </a:lnTo>
                  <a:lnTo>
                    <a:pt x="998376" y="1313943"/>
                  </a:lnTo>
                  <a:close/>
                  <a:moveTo>
                    <a:pt x="997903" y="1305620"/>
                  </a:moveTo>
                  <a:lnTo>
                    <a:pt x="1003206" y="1346056"/>
                  </a:lnTo>
                  <a:lnTo>
                    <a:pt x="1006346" y="1350698"/>
                  </a:lnTo>
                  <a:close/>
                  <a:moveTo>
                    <a:pt x="820677" y="1010460"/>
                  </a:moveTo>
                  <a:lnTo>
                    <a:pt x="809016" y="1002720"/>
                  </a:lnTo>
                  <a:lnTo>
                    <a:pt x="803871" y="1028864"/>
                  </a:lnTo>
                  <a:close/>
                  <a:moveTo>
                    <a:pt x="573446" y="825190"/>
                  </a:moveTo>
                  <a:lnTo>
                    <a:pt x="589266" y="872883"/>
                  </a:lnTo>
                  <a:lnTo>
                    <a:pt x="586219" y="836128"/>
                  </a:lnTo>
                  <a:close/>
                  <a:moveTo>
                    <a:pt x="366801" y="612129"/>
                  </a:moveTo>
                  <a:lnTo>
                    <a:pt x="375106" y="615599"/>
                  </a:lnTo>
                  <a:lnTo>
                    <a:pt x="409374" y="608830"/>
                  </a:lnTo>
                  <a:close/>
                  <a:moveTo>
                    <a:pt x="380144" y="542088"/>
                  </a:moveTo>
                  <a:lnTo>
                    <a:pt x="368093" y="520751"/>
                  </a:lnTo>
                  <a:lnTo>
                    <a:pt x="367134" y="526588"/>
                  </a:lnTo>
                  <a:close/>
                  <a:moveTo>
                    <a:pt x="361815" y="524905"/>
                  </a:moveTo>
                  <a:lnTo>
                    <a:pt x="367134" y="526588"/>
                  </a:lnTo>
                  <a:lnTo>
                    <a:pt x="368093" y="520751"/>
                  </a:lnTo>
                  <a:close/>
                  <a:moveTo>
                    <a:pt x="877946" y="985537"/>
                  </a:moveTo>
                  <a:lnTo>
                    <a:pt x="849396" y="978290"/>
                  </a:lnTo>
                  <a:lnTo>
                    <a:pt x="881857" y="987810"/>
                  </a:lnTo>
                  <a:close/>
                  <a:moveTo>
                    <a:pt x="752277" y="864334"/>
                  </a:moveTo>
                  <a:lnTo>
                    <a:pt x="715095" y="849892"/>
                  </a:lnTo>
                  <a:lnTo>
                    <a:pt x="727810" y="869061"/>
                  </a:lnTo>
                  <a:close/>
                  <a:moveTo>
                    <a:pt x="357537" y="400149"/>
                  </a:moveTo>
                  <a:lnTo>
                    <a:pt x="388735" y="401874"/>
                  </a:lnTo>
                  <a:lnTo>
                    <a:pt x="360302" y="395414"/>
                  </a:lnTo>
                  <a:close/>
                  <a:moveTo>
                    <a:pt x="388735" y="401874"/>
                  </a:moveTo>
                  <a:lnTo>
                    <a:pt x="390990" y="385575"/>
                  </a:lnTo>
                  <a:lnTo>
                    <a:pt x="360302" y="395414"/>
                  </a:lnTo>
                  <a:close/>
                  <a:moveTo>
                    <a:pt x="696804" y="838517"/>
                  </a:moveTo>
                  <a:lnTo>
                    <a:pt x="702503" y="846280"/>
                  </a:lnTo>
                  <a:lnTo>
                    <a:pt x="715095" y="849892"/>
                  </a:lnTo>
                  <a:close/>
                  <a:moveTo>
                    <a:pt x="696804" y="838517"/>
                  </a:moveTo>
                  <a:lnTo>
                    <a:pt x="683611" y="816892"/>
                  </a:lnTo>
                  <a:lnTo>
                    <a:pt x="702503" y="846280"/>
                  </a:lnTo>
                  <a:close/>
                  <a:moveTo>
                    <a:pt x="696804" y="838517"/>
                  </a:moveTo>
                  <a:lnTo>
                    <a:pt x="678683" y="801762"/>
                  </a:lnTo>
                  <a:lnTo>
                    <a:pt x="683611" y="816892"/>
                  </a:lnTo>
                  <a:close/>
                  <a:moveTo>
                    <a:pt x="782708" y="835251"/>
                  </a:moveTo>
                  <a:lnTo>
                    <a:pt x="752277" y="864334"/>
                  </a:lnTo>
                  <a:lnTo>
                    <a:pt x="781310" y="848304"/>
                  </a:lnTo>
                  <a:close/>
                  <a:moveTo>
                    <a:pt x="763706" y="823611"/>
                  </a:moveTo>
                  <a:lnTo>
                    <a:pt x="774223" y="797403"/>
                  </a:lnTo>
                  <a:lnTo>
                    <a:pt x="744119" y="794789"/>
                  </a:lnTo>
                  <a:close/>
                  <a:moveTo>
                    <a:pt x="513298" y="497502"/>
                  </a:moveTo>
                  <a:lnTo>
                    <a:pt x="535240" y="543021"/>
                  </a:lnTo>
                  <a:lnTo>
                    <a:pt x="545661" y="493928"/>
                  </a:lnTo>
                  <a:close/>
                  <a:moveTo>
                    <a:pt x="1177323" y="1171700"/>
                  </a:moveTo>
                  <a:lnTo>
                    <a:pt x="1179567" y="1176789"/>
                  </a:lnTo>
                  <a:lnTo>
                    <a:pt x="1187060" y="1176311"/>
                  </a:lnTo>
                  <a:close/>
                  <a:moveTo>
                    <a:pt x="950640" y="915255"/>
                  </a:moveTo>
                  <a:lnTo>
                    <a:pt x="948702" y="914415"/>
                  </a:lnTo>
                  <a:lnTo>
                    <a:pt x="953237" y="956868"/>
                  </a:lnTo>
                  <a:close/>
                  <a:moveTo>
                    <a:pt x="953237" y="956868"/>
                  </a:moveTo>
                  <a:lnTo>
                    <a:pt x="945998" y="994107"/>
                  </a:lnTo>
                  <a:lnTo>
                    <a:pt x="968830" y="968353"/>
                  </a:lnTo>
                  <a:close/>
                  <a:moveTo>
                    <a:pt x="968830" y="968353"/>
                  </a:moveTo>
                  <a:lnTo>
                    <a:pt x="950640" y="915255"/>
                  </a:lnTo>
                  <a:lnTo>
                    <a:pt x="953237" y="956868"/>
                  </a:lnTo>
                  <a:close/>
                  <a:moveTo>
                    <a:pt x="881544" y="906071"/>
                  </a:moveTo>
                  <a:lnTo>
                    <a:pt x="897899" y="885274"/>
                  </a:lnTo>
                  <a:lnTo>
                    <a:pt x="914198" y="903585"/>
                  </a:lnTo>
                  <a:close/>
                  <a:moveTo>
                    <a:pt x="1177323" y="1171700"/>
                  </a:moveTo>
                  <a:lnTo>
                    <a:pt x="1187060" y="1176311"/>
                  </a:lnTo>
                  <a:lnTo>
                    <a:pt x="1187842" y="1170061"/>
                  </a:lnTo>
                  <a:close/>
                  <a:moveTo>
                    <a:pt x="1187842" y="1170061"/>
                  </a:moveTo>
                  <a:lnTo>
                    <a:pt x="1187060" y="1176311"/>
                  </a:lnTo>
                  <a:lnTo>
                    <a:pt x="1193883" y="1171700"/>
                  </a:lnTo>
                  <a:close/>
                  <a:moveTo>
                    <a:pt x="959271" y="897232"/>
                  </a:moveTo>
                  <a:lnTo>
                    <a:pt x="948702" y="914415"/>
                  </a:lnTo>
                  <a:lnTo>
                    <a:pt x="950640" y="915255"/>
                  </a:lnTo>
                  <a:close/>
                  <a:moveTo>
                    <a:pt x="948702" y="914415"/>
                  </a:moveTo>
                  <a:lnTo>
                    <a:pt x="959271" y="897232"/>
                  </a:lnTo>
                  <a:lnTo>
                    <a:pt x="914198" y="903585"/>
                  </a:lnTo>
                  <a:close/>
                  <a:moveTo>
                    <a:pt x="951647" y="914415"/>
                  </a:moveTo>
                  <a:lnTo>
                    <a:pt x="974053" y="906586"/>
                  </a:lnTo>
                  <a:lnTo>
                    <a:pt x="950640" y="915255"/>
                  </a:lnTo>
                  <a:close/>
                  <a:moveTo>
                    <a:pt x="951647" y="914415"/>
                  </a:moveTo>
                  <a:lnTo>
                    <a:pt x="994907" y="897232"/>
                  </a:lnTo>
                  <a:lnTo>
                    <a:pt x="974053" y="906586"/>
                  </a:lnTo>
                  <a:close/>
                  <a:moveTo>
                    <a:pt x="600584" y="472239"/>
                  </a:moveTo>
                  <a:lnTo>
                    <a:pt x="595666" y="493895"/>
                  </a:lnTo>
                  <a:lnTo>
                    <a:pt x="599868" y="475814"/>
                  </a:lnTo>
                  <a:close/>
                  <a:moveTo>
                    <a:pt x="600584" y="472239"/>
                  </a:moveTo>
                  <a:lnTo>
                    <a:pt x="602513" y="473355"/>
                  </a:lnTo>
                  <a:lnTo>
                    <a:pt x="616612" y="442209"/>
                  </a:lnTo>
                  <a:close/>
                  <a:moveTo>
                    <a:pt x="616612" y="442209"/>
                  </a:moveTo>
                  <a:lnTo>
                    <a:pt x="602513" y="473355"/>
                  </a:lnTo>
                  <a:lnTo>
                    <a:pt x="630646" y="466312"/>
                  </a:lnTo>
                  <a:close/>
                  <a:moveTo>
                    <a:pt x="616612" y="442209"/>
                  </a:moveTo>
                  <a:lnTo>
                    <a:pt x="630646" y="466312"/>
                  </a:lnTo>
                  <a:lnTo>
                    <a:pt x="650780" y="445382"/>
                  </a:lnTo>
                  <a:close/>
                  <a:moveTo>
                    <a:pt x="978652" y="891459"/>
                  </a:moveTo>
                  <a:lnTo>
                    <a:pt x="994907" y="897232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7580" y="811153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4040" y="853159"/>
                  </a:lnTo>
                  <a:lnTo>
                    <a:pt x="1031989" y="857525"/>
                  </a:lnTo>
                  <a:close/>
                  <a:moveTo>
                    <a:pt x="1013687" y="806538"/>
                  </a:moveTo>
                  <a:lnTo>
                    <a:pt x="1034673" y="810597"/>
                  </a:lnTo>
                  <a:lnTo>
                    <a:pt x="1030910" y="773805"/>
                  </a:lnTo>
                  <a:close/>
                  <a:moveTo>
                    <a:pt x="962893" y="768654"/>
                  </a:moveTo>
                  <a:lnTo>
                    <a:pt x="934392" y="748453"/>
                  </a:lnTo>
                  <a:lnTo>
                    <a:pt x="964592" y="769783"/>
                  </a:lnTo>
                  <a:close/>
                  <a:moveTo>
                    <a:pt x="686560" y="402233"/>
                  </a:moveTo>
                  <a:lnTo>
                    <a:pt x="697321" y="447769"/>
                  </a:lnTo>
                  <a:lnTo>
                    <a:pt x="690910" y="438988"/>
                  </a:lnTo>
                  <a:close/>
                  <a:moveTo>
                    <a:pt x="1008492" y="804793"/>
                  </a:moveTo>
                  <a:lnTo>
                    <a:pt x="1030910" y="773805"/>
                  </a:lnTo>
                  <a:lnTo>
                    <a:pt x="1018473" y="755674"/>
                  </a:lnTo>
                  <a:close/>
                  <a:moveTo>
                    <a:pt x="1013687" y="806538"/>
                  </a:moveTo>
                  <a:lnTo>
                    <a:pt x="1030910" y="773805"/>
                  </a:lnTo>
                  <a:lnTo>
                    <a:pt x="1008492" y="804793"/>
                  </a:lnTo>
                  <a:close/>
                  <a:moveTo>
                    <a:pt x="962893" y="768654"/>
                  </a:moveTo>
                  <a:lnTo>
                    <a:pt x="964592" y="769783"/>
                  </a:lnTo>
                  <a:lnTo>
                    <a:pt x="966031" y="767478"/>
                  </a:lnTo>
                  <a:close/>
                  <a:moveTo>
                    <a:pt x="672320" y="348295"/>
                  </a:moveTo>
                  <a:lnTo>
                    <a:pt x="657036" y="372563"/>
                  </a:lnTo>
                  <a:lnTo>
                    <a:pt x="667056" y="355792"/>
                  </a:lnTo>
                  <a:close/>
                  <a:moveTo>
                    <a:pt x="667056" y="355792"/>
                  </a:moveTo>
                  <a:lnTo>
                    <a:pt x="651514" y="351916"/>
                  </a:lnTo>
                  <a:lnTo>
                    <a:pt x="672320" y="348295"/>
                  </a:lnTo>
                  <a:close/>
                  <a:moveTo>
                    <a:pt x="1020885" y="705224"/>
                  </a:moveTo>
                  <a:lnTo>
                    <a:pt x="1021330" y="752600"/>
                  </a:lnTo>
                  <a:lnTo>
                    <a:pt x="1037630" y="715845"/>
                  </a:lnTo>
                  <a:close/>
                  <a:moveTo>
                    <a:pt x="1020885" y="705224"/>
                  </a:moveTo>
                  <a:lnTo>
                    <a:pt x="1037630" y="715845"/>
                  </a:lnTo>
                  <a:lnTo>
                    <a:pt x="1031328" y="679075"/>
                  </a:lnTo>
                  <a:close/>
                  <a:moveTo>
                    <a:pt x="912092" y="560505"/>
                  </a:moveTo>
                  <a:lnTo>
                    <a:pt x="925454" y="605580"/>
                  </a:lnTo>
                  <a:lnTo>
                    <a:pt x="920667" y="568825"/>
                  </a:lnTo>
                  <a:close/>
                  <a:moveTo>
                    <a:pt x="693537" y="288247"/>
                  </a:moveTo>
                  <a:lnTo>
                    <a:pt x="729095" y="296618"/>
                  </a:lnTo>
                  <a:lnTo>
                    <a:pt x="753207" y="290559"/>
                  </a:lnTo>
                  <a:close/>
                  <a:moveTo>
                    <a:pt x="916101" y="378258"/>
                  </a:moveTo>
                  <a:lnTo>
                    <a:pt x="915545" y="424193"/>
                  </a:lnTo>
                  <a:lnTo>
                    <a:pt x="960822" y="376077"/>
                  </a:lnTo>
                  <a:close/>
                  <a:moveTo>
                    <a:pt x="717816" y="130153"/>
                  </a:moveTo>
                  <a:lnTo>
                    <a:pt x="751152" y="162612"/>
                  </a:lnTo>
                  <a:lnTo>
                    <a:pt x="740515" y="146898"/>
                  </a:lnTo>
                  <a:close/>
                  <a:moveTo>
                    <a:pt x="734333" y="123787"/>
                  </a:moveTo>
                  <a:lnTo>
                    <a:pt x="747105" y="112970"/>
                  </a:lnTo>
                  <a:lnTo>
                    <a:pt x="723475" y="111557"/>
                  </a:lnTo>
                  <a:close/>
                  <a:moveTo>
                    <a:pt x="721179" y="115143"/>
                  </a:moveTo>
                  <a:lnTo>
                    <a:pt x="717816" y="130153"/>
                  </a:lnTo>
                  <a:lnTo>
                    <a:pt x="734333" y="123787"/>
                  </a:lnTo>
                  <a:close/>
                  <a:moveTo>
                    <a:pt x="994774" y="378439"/>
                  </a:moveTo>
                  <a:lnTo>
                    <a:pt x="981746" y="358101"/>
                  </a:lnTo>
                  <a:lnTo>
                    <a:pt x="960822" y="376077"/>
                  </a:lnTo>
                  <a:close/>
                  <a:moveTo>
                    <a:pt x="797933" y="95787"/>
                  </a:moveTo>
                  <a:lnTo>
                    <a:pt x="801275" y="104203"/>
                  </a:lnTo>
                  <a:lnTo>
                    <a:pt x="812675" y="99699"/>
                  </a:lnTo>
                  <a:close/>
                  <a:moveTo>
                    <a:pt x="908095" y="26790"/>
                  </a:moveTo>
                  <a:lnTo>
                    <a:pt x="923990" y="40956"/>
                  </a:lnTo>
                  <a:lnTo>
                    <a:pt x="886007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40" name="Input_density__131">
              <a:extLst>
                <a:ext uri="{FF2B5EF4-FFF2-40B4-BE49-F238E27FC236}">
                  <a16:creationId xmlns:a16="http://schemas.microsoft.com/office/drawing/2014/main" id="{27DDC267-708A-5DD9-065F-1A8C459DF919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85900"/>
              <a:ext cx="1190195" cy="1398577"/>
            </a:xfrm>
            <a:custGeom>
              <a:avLst/>
              <a:gdLst/>
              <a:ahLst/>
              <a:cxnLst/>
              <a:rect l="0" t="0" r="0" b="0"/>
              <a:pathLst>
                <a:path w="1190195" h="1398577">
                  <a:moveTo>
                    <a:pt x="418122" y="1120143"/>
                  </a:moveTo>
                  <a:lnTo>
                    <a:pt x="396479" y="1083388"/>
                  </a:lnTo>
                  <a:lnTo>
                    <a:pt x="392415" y="1129158"/>
                  </a:lnTo>
                  <a:close/>
                  <a:moveTo>
                    <a:pt x="396479" y="1083388"/>
                  </a:moveTo>
                  <a:lnTo>
                    <a:pt x="391392" y="1085243"/>
                  </a:lnTo>
                  <a:lnTo>
                    <a:pt x="392415" y="1129158"/>
                  </a:lnTo>
                  <a:close/>
                  <a:moveTo>
                    <a:pt x="244429" y="936368"/>
                  </a:moveTo>
                  <a:lnTo>
                    <a:pt x="190317" y="916625"/>
                  </a:lnTo>
                  <a:lnTo>
                    <a:pt x="190369" y="916796"/>
                  </a:lnTo>
                  <a:close/>
                  <a:moveTo>
                    <a:pt x="190369" y="916796"/>
                  </a:moveTo>
                  <a:lnTo>
                    <a:pt x="190410" y="917931"/>
                  </a:lnTo>
                  <a:lnTo>
                    <a:pt x="244429" y="936368"/>
                  </a:lnTo>
                  <a:close/>
                  <a:moveTo>
                    <a:pt x="406977" y="1029449"/>
                  </a:moveTo>
                  <a:lnTo>
                    <a:pt x="391422" y="1074970"/>
                  </a:lnTo>
                  <a:lnTo>
                    <a:pt x="396479" y="1083388"/>
                  </a:lnTo>
                  <a:close/>
                  <a:moveTo>
                    <a:pt x="222159" y="844222"/>
                  </a:moveTo>
                  <a:lnTo>
                    <a:pt x="184870" y="862858"/>
                  </a:lnTo>
                  <a:lnTo>
                    <a:pt x="219936" y="845674"/>
                  </a:lnTo>
                  <a:close/>
                  <a:moveTo>
                    <a:pt x="252243" y="832123"/>
                  </a:moveTo>
                  <a:lnTo>
                    <a:pt x="198525" y="852065"/>
                  </a:lnTo>
                  <a:lnTo>
                    <a:pt x="222159" y="844222"/>
                  </a:lnTo>
                  <a:close/>
                  <a:moveTo>
                    <a:pt x="23895" y="630341"/>
                  </a:moveTo>
                  <a:lnTo>
                    <a:pt x="18670" y="677923"/>
                  </a:lnTo>
                  <a:lnTo>
                    <a:pt x="44095" y="625145"/>
                  </a:lnTo>
                  <a:close/>
                  <a:moveTo>
                    <a:pt x="44095" y="625145"/>
                  </a:moveTo>
                  <a:lnTo>
                    <a:pt x="18670" y="677923"/>
                  </a:lnTo>
                  <a:lnTo>
                    <a:pt x="19800" y="679083"/>
                  </a:lnTo>
                  <a:close/>
                  <a:moveTo>
                    <a:pt x="47940" y="566574"/>
                  </a:moveTo>
                  <a:lnTo>
                    <a:pt x="36668" y="557550"/>
                  </a:lnTo>
                  <a:lnTo>
                    <a:pt x="0" y="605573"/>
                  </a:lnTo>
                  <a:close/>
                  <a:moveTo>
                    <a:pt x="222159" y="844222"/>
                  </a:moveTo>
                  <a:lnTo>
                    <a:pt x="224065" y="844441"/>
                  </a:lnTo>
                  <a:lnTo>
                    <a:pt x="252243" y="832123"/>
                  </a:lnTo>
                  <a:close/>
                  <a:moveTo>
                    <a:pt x="62634" y="551635"/>
                  </a:moveTo>
                  <a:lnTo>
                    <a:pt x="84503" y="571206"/>
                  </a:lnTo>
                  <a:lnTo>
                    <a:pt x="76689" y="534451"/>
                  </a:lnTo>
                  <a:close/>
                  <a:moveTo>
                    <a:pt x="62634" y="551635"/>
                  </a:moveTo>
                  <a:lnTo>
                    <a:pt x="76689" y="534451"/>
                  </a:lnTo>
                  <a:lnTo>
                    <a:pt x="41132" y="541121"/>
                  </a:lnTo>
                  <a:close/>
                  <a:moveTo>
                    <a:pt x="76689" y="534451"/>
                  </a:moveTo>
                  <a:lnTo>
                    <a:pt x="58222" y="508809"/>
                  </a:lnTo>
                  <a:lnTo>
                    <a:pt x="41132" y="541121"/>
                  </a:lnTo>
                  <a:close/>
                  <a:moveTo>
                    <a:pt x="795773" y="1331171"/>
                  </a:moveTo>
                  <a:lnTo>
                    <a:pt x="788701" y="1371301"/>
                  </a:lnTo>
                  <a:lnTo>
                    <a:pt x="806979" y="1325878"/>
                  </a:lnTo>
                  <a:close/>
                  <a:moveTo>
                    <a:pt x="806979" y="1325878"/>
                  </a:moveTo>
                  <a:lnTo>
                    <a:pt x="801766" y="1379816"/>
                  </a:lnTo>
                  <a:lnTo>
                    <a:pt x="830379" y="1362633"/>
                  </a:lnTo>
                  <a:close/>
                  <a:moveTo>
                    <a:pt x="772086" y="1343061"/>
                  </a:moveTo>
                  <a:lnTo>
                    <a:pt x="788701" y="1371301"/>
                  </a:lnTo>
                  <a:lnTo>
                    <a:pt x="795773" y="1331171"/>
                  </a:lnTo>
                  <a:close/>
                  <a:moveTo>
                    <a:pt x="263570" y="682056"/>
                  </a:moveTo>
                  <a:lnTo>
                    <a:pt x="268441" y="664288"/>
                  </a:lnTo>
                  <a:lnTo>
                    <a:pt x="243097" y="681471"/>
                  </a:lnTo>
                  <a:close/>
                  <a:moveTo>
                    <a:pt x="76689" y="534451"/>
                  </a:moveTo>
                  <a:lnTo>
                    <a:pt x="84503" y="571206"/>
                  </a:lnTo>
                  <a:lnTo>
                    <a:pt x="121215" y="554023"/>
                  </a:lnTo>
                  <a:close/>
                  <a:moveTo>
                    <a:pt x="61478" y="492633"/>
                  </a:moveTo>
                  <a:lnTo>
                    <a:pt x="58222" y="508809"/>
                  </a:lnTo>
                  <a:lnTo>
                    <a:pt x="95238" y="480513"/>
                  </a:lnTo>
                  <a:close/>
                  <a:moveTo>
                    <a:pt x="95238" y="480513"/>
                  </a:moveTo>
                  <a:lnTo>
                    <a:pt x="58222" y="508809"/>
                  </a:lnTo>
                  <a:lnTo>
                    <a:pt x="76689" y="534451"/>
                  </a:lnTo>
                  <a:close/>
                  <a:moveTo>
                    <a:pt x="95238" y="480513"/>
                  </a:moveTo>
                  <a:lnTo>
                    <a:pt x="76689" y="534451"/>
                  </a:lnTo>
                  <a:lnTo>
                    <a:pt x="99817" y="517268"/>
                  </a:lnTo>
                  <a:close/>
                  <a:moveTo>
                    <a:pt x="38897" y="436555"/>
                  </a:moveTo>
                  <a:lnTo>
                    <a:pt x="62006" y="447457"/>
                  </a:lnTo>
                  <a:lnTo>
                    <a:pt x="41869" y="424186"/>
                  </a:lnTo>
                  <a:close/>
                  <a:moveTo>
                    <a:pt x="41869" y="424186"/>
                  </a:moveTo>
                  <a:lnTo>
                    <a:pt x="69642" y="443758"/>
                  </a:lnTo>
                  <a:lnTo>
                    <a:pt x="67681" y="407003"/>
                  </a:lnTo>
                  <a:close/>
                  <a:moveTo>
                    <a:pt x="830379" y="1362633"/>
                  </a:moveTo>
                  <a:lnTo>
                    <a:pt x="856261" y="1398577"/>
                  </a:lnTo>
                  <a:lnTo>
                    <a:pt x="860017" y="1350777"/>
                  </a:lnTo>
                  <a:close/>
                  <a:moveTo>
                    <a:pt x="363462" y="710177"/>
                  </a:moveTo>
                  <a:lnTo>
                    <a:pt x="340097" y="683860"/>
                  </a:lnTo>
                  <a:lnTo>
                    <a:pt x="361082" y="724819"/>
                  </a:lnTo>
                  <a:close/>
                  <a:moveTo>
                    <a:pt x="361082" y="724819"/>
                  </a:moveTo>
                  <a:lnTo>
                    <a:pt x="340097" y="683860"/>
                  </a:lnTo>
                  <a:lnTo>
                    <a:pt x="309199" y="695164"/>
                  </a:lnTo>
                  <a:close/>
                  <a:moveTo>
                    <a:pt x="361082" y="724819"/>
                  </a:moveTo>
                  <a:lnTo>
                    <a:pt x="309199" y="695164"/>
                  </a:lnTo>
                  <a:lnTo>
                    <a:pt x="330291" y="722763"/>
                  </a:lnTo>
                  <a:close/>
                  <a:moveTo>
                    <a:pt x="278956" y="692663"/>
                  </a:moveTo>
                  <a:lnTo>
                    <a:pt x="268441" y="664288"/>
                  </a:lnTo>
                  <a:lnTo>
                    <a:pt x="263570" y="682056"/>
                  </a:lnTo>
                  <a:close/>
                  <a:moveTo>
                    <a:pt x="305848" y="653141"/>
                  </a:moveTo>
                  <a:lnTo>
                    <a:pt x="268441" y="664288"/>
                  </a:lnTo>
                  <a:lnTo>
                    <a:pt x="278956" y="692663"/>
                  </a:lnTo>
                  <a:close/>
                  <a:moveTo>
                    <a:pt x="309199" y="695164"/>
                  </a:moveTo>
                  <a:lnTo>
                    <a:pt x="305848" y="653141"/>
                  </a:lnTo>
                  <a:lnTo>
                    <a:pt x="278956" y="692663"/>
                  </a:lnTo>
                  <a:close/>
                  <a:moveTo>
                    <a:pt x="113611" y="398904"/>
                  </a:moveTo>
                  <a:lnTo>
                    <a:pt x="105989" y="394041"/>
                  </a:lnTo>
                  <a:lnTo>
                    <a:pt x="67681" y="407003"/>
                  </a:lnTo>
                  <a:close/>
                  <a:moveTo>
                    <a:pt x="86037" y="392019"/>
                  </a:moveTo>
                  <a:lnTo>
                    <a:pt x="67681" y="407003"/>
                  </a:lnTo>
                  <a:lnTo>
                    <a:pt x="105989" y="394041"/>
                  </a:lnTo>
                  <a:close/>
                  <a:moveTo>
                    <a:pt x="143950" y="387763"/>
                  </a:moveTo>
                  <a:lnTo>
                    <a:pt x="105989" y="394041"/>
                  </a:lnTo>
                  <a:lnTo>
                    <a:pt x="136849" y="389819"/>
                  </a:lnTo>
                  <a:close/>
                  <a:moveTo>
                    <a:pt x="86037" y="392019"/>
                  </a:moveTo>
                  <a:lnTo>
                    <a:pt x="105989" y="394041"/>
                  </a:lnTo>
                  <a:lnTo>
                    <a:pt x="143950" y="387763"/>
                  </a:lnTo>
                  <a:close/>
                  <a:moveTo>
                    <a:pt x="105989" y="394041"/>
                  </a:moveTo>
                  <a:lnTo>
                    <a:pt x="113611" y="398904"/>
                  </a:lnTo>
                  <a:lnTo>
                    <a:pt x="136849" y="389819"/>
                  </a:lnTo>
                  <a:close/>
                  <a:moveTo>
                    <a:pt x="906618" y="1345449"/>
                  </a:moveTo>
                  <a:lnTo>
                    <a:pt x="927574" y="1382204"/>
                  </a:lnTo>
                  <a:lnTo>
                    <a:pt x="958047" y="1365021"/>
                  </a:lnTo>
                  <a:close/>
                  <a:moveTo>
                    <a:pt x="522862" y="836206"/>
                  </a:moveTo>
                  <a:lnTo>
                    <a:pt x="499273" y="844221"/>
                  </a:lnTo>
                  <a:lnTo>
                    <a:pt x="466384" y="845831"/>
                  </a:lnTo>
                  <a:close/>
                  <a:moveTo>
                    <a:pt x="552400" y="822069"/>
                  </a:moveTo>
                  <a:lnTo>
                    <a:pt x="499273" y="844221"/>
                  </a:lnTo>
                  <a:lnTo>
                    <a:pt x="522862" y="836206"/>
                  </a:lnTo>
                  <a:close/>
                  <a:moveTo>
                    <a:pt x="546248" y="816877"/>
                  </a:moveTo>
                  <a:lnTo>
                    <a:pt x="491958" y="816872"/>
                  </a:lnTo>
                  <a:lnTo>
                    <a:pt x="505588" y="830880"/>
                  </a:lnTo>
                  <a:close/>
                  <a:moveTo>
                    <a:pt x="440028" y="714814"/>
                  </a:moveTo>
                  <a:lnTo>
                    <a:pt x="423689" y="720615"/>
                  </a:lnTo>
                  <a:lnTo>
                    <a:pt x="458470" y="720035"/>
                  </a:lnTo>
                  <a:close/>
                  <a:moveTo>
                    <a:pt x="458470" y="720035"/>
                  </a:moveTo>
                  <a:lnTo>
                    <a:pt x="491551" y="740186"/>
                  </a:lnTo>
                  <a:lnTo>
                    <a:pt x="440028" y="714814"/>
                  </a:lnTo>
                  <a:close/>
                  <a:moveTo>
                    <a:pt x="440028" y="714814"/>
                  </a:moveTo>
                  <a:lnTo>
                    <a:pt x="491551" y="740186"/>
                  </a:lnTo>
                  <a:lnTo>
                    <a:pt x="496022" y="741127"/>
                  </a:lnTo>
                  <a:close/>
                  <a:moveTo>
                    <a:pt x="340097" y="683860"/>
                  </a:moveTo>
                  <a:lnTo>
                    <a:pt x="363462" y="710177"/>
                  </a:lnTo>
                  <a:lnTo>
                    <a:pt x="366676" y="675525"/>
                  </a:lnTo>
                  <a:close/>
                  <a:moveTo>
                    <a:pt x="366676" y="675525"/>
                  </a:moveTo>
                  <a:lnTo>
                    <a:pt x="404604" y="643215"/>
                  </a:lnTo>
                  <a:lnTo>
                    <a:pt x="353235" y="647104"/>
                  </a:lnTo>
                  <a:close/>
                  <a:moveTo>
                    <a:pt x="146862" y="387900"/>
                  </a:moveTo>
                  <a:lnTo>
                    <a:pt x="136849" y="389819"/>
                  </a:lnTo>
                  <a:lnTo>
                    <a:pt x="168695" y="384071"/>
                  </a:lnTo>
                  <a:close/>
                  <a:moveTo>
                    <a:pt x="168695" y="384071"/>
                  </a:moveTo>
                  <a:lnTo>
                    <a:pt x="136849" y="389819"/>
                  </a:lnTo>
                  <a:lnTo>
                    <a:pt x="113611" y="398904"/>
                  </a:lnTo>
                  <a:close/>
                  <a:moveTo>
                    <a:pt x="143950" y="387763"/>
                  </a:moveTo>
                  <a:lnTo>
                    <a:pt x="136849" y="389819"/>
                  </a:lnTo>
                  <a:lnTo>
                    <a:pt x="146862" y="387900"/>
                  </a:lnTo>
                  <a:close/>
                  <a:moveTo>
                    <a:pt x="966859" y="1362840"/>
                  </a:moveTo>
                  <a:lnTo>
                    <a:pt x="997903" y="1319942"/>
                  </a:lnTo>
                  <a:lnTo>
                    <a:pt x="957755" y="1325494"/>
                  </a:lnTo>
                  <a:close/>
                  <a:moveTo>
                    <a:pt x="997903" y="1319942"/>
                  </a:moveTo>
                  <a:lnTo>
                    <a:pt x="1001865" y="1285149"/>
                  </a:lnTo>
                  <a:lnTo>
                    <a:pt x="957755" y="1325494"/>
                  </a:lnTo>
                  <a:close/>
                  <a:moveTo>
                    <a:pt x="795171" y="1070981"/>
                  </a:moveTo>
                  <a:lnTo>
                    <a:pt x="804807" y="1100090"/>
                  </a:lnTo>
                  <a:lnTo>
                    <a:pt x="841229" y="1058285"/>
                  </a:lnTo>
                  <a:close/>
                  <a:moveTo>
                    <a:pt x="841229" y="1058285"/>
                  </a:moveTo>
                  <a:lnTo>
                    <a:pt x="804807" y="1100090"/>
                  </a:lnTo>
                  <a:lnTo>
                    <a:pt x="807830" y="1057990"/>
                  </a:lnTo>
                  <a:close/>
                  <a:moveTo>
                    <a:pt x="738064" y="997471"/>
                  </a:moveTo>
                  <a:lnTo>
                    <a:pt x="791201" y="1017043"/>
                  </a:lnTo>
                  <a:lnTo>
                    <a:pt x="763885" y="980288"/>
                  </a:lnTo>
                  <a:close/>
                  <a:moveTo>
                    <a:pt x="458470" y="720035"/>
                  </a:moveTo>
                  <a:lnTo>
                    <a:pt x="445186" y="740186"/>
                  </a:lnTo>
                  <a:lnTo>
                    <a:pt x="470517" y="734774"/>
                  </a:lnTo>
                  <a:close/>
                  <a:moveTo>
                    <a:pt x="470517" y="734774"/>
                  </a:moveTo>
                  <a:lnTo>
                    <a:pt x="491551" y="740186"/>
                  </a:lnTo>
                  <a:lnTo>
                    <a:pt x="458470" y="720035"/>
                  </a:lnTo>
                  <a:close/>
                  <a:moveTo>
                    <a:pt x="409374" y="623153"/>
                  </a:moveTo>
                  <a:lnTo>
                    <a:pt x="444475" y="621704"/>
                  </a:lnTo>
                  <a:lnTo>
                    <a:pt x="437477" y="582647"/>
                  </a:lnTo>
                  <a:close/>
                  <a:moveTo>
                    <a:pt x="469276" y="612738"/>
                  </a:moveTo>
                  <a:lnTo>
                    <a:pt x="444475" y="621704"/>
                  </a:lnTo>
                  <a:lnTo>
                    <a:pt x="443721" y="664889"/>
                  </a:lnTo>
                  <a:close/>
                  <a:moveTo>
                    <a:pt x="221463" y="399086"/>
                  </a:moveTo>
                  <a:lnTo>
                    <a:pt x="216074" y="372636"/>
                  </a:lnTo>
                  <a:lnTo>
                    <a:pt x="203833" y="390869"/>
                  </a:lnTo>
                  <a:close/>
                  <a:moveTo>
                    <a:pt x="252597" y="356115"/>
                  </a:moveTo>
                  <a:lnTo>
                    <a:pt x="216074" y="372636"/>
                  </a:lnTo>
                  <a:lnTo>
                    <a:pt x="221463" y="399086"/>
                  </a:lnTo>
                  <a:close/>
                  <a:moveTo>
                    <a:pt x="257823" y="396614"/>
                  </a:moveTo>
                  <a:lnTo>
                    <a:pt x="252597" y="356115"/>
                  </a:lnTo>
                  <a:lnTo>
                    <a:pt x="221463" y="399086"/>
                  </a:lnTo>
                  <a:close/>
                  <a:moveTo>
                    <a:pt x="1002579" y="1271394"/>
                  </a:moveTo>
                  <a:lnTo>
                    <a:pt x="1027475" y="1256324"/>
                  </a:lnTo>
                  <a:lnTo>
                    <a:pt x="995758" y="1262318"/>
                  </a:lnTo>
                  <a:close/>
                  <a:moveTo>
                    <a:pt x="1029826" y="1231584"/>
                  </a:moveTo>
                  <a:lnTo>
                    <a:pt x="1050604" y="1246591"/>
                  </a:lnTo>
                  <a:lnTo>
                    <a:pt x="1035059" y="1220389"/>
                  </a:lnTo>
                  <a:close/>
                  <a:moveTo>
                    <a:pt x="933215" y="1076962"/>
                  </a:moveTo>
                  <a:lnTo>
                    <a:pt x="897891" y="1078592"/>
                  </a:lnTo>
                  <a:lnTo>
                    <a:pt x="936269" y="1119227"/>
                  </a:lnTo>
                  <a:close/>
                  <a:moveTo>
                    <a:pt x="833171" y="1077032"/>
                  </a:moveTo>
                  <a:lnTo>
                    <a:pt x="841229" y="1058285"/>
                  </a:lnTo>
                  <a:lnTo>
                    <a:pt x="807830" y="1057990"/>
                  </a:lnTo>
                  <a:close/>
                  <a:moveTo>
                    <a:pt x="833171" y="1077032"/>
                  </a:moveTo>
                  <a:lnTo>
                    <a:pt x="859404" y="1082793"/>
                  </a:lnTo>
                  <a:lnTo>
                    <a:pt x="841229" y="1058285"/>
                  </a:lnTo>
                  <a:close/>
                  <a:moveTo>
                    <a:pt x="897891" y="1078592"/>
                  </a:moveTo>
                  <a:lnTo>
                    <a:pt x="885708" y="1043749"/>
                  </a:lnTo>
                  <a:lnTo>
                    <a:pt x="859404" y="1082793"/>
                  </a:lnTo>
                  <a:close/>
                  <a:moveTo>
                    <a:pt x="805126" y="963104"/>
                  </a:moveTo>
                  <a:lnTo>
                    <a:pt x="802201" y="1012715"/>
                  </a:lnTo>
                  <a:lnTo>
                    <a:pt x="810330" y="971131"/>
                  </a:lnTo>
                  <a:close/>
                  <a:moveTo>
                    <a:pt x="763885" y="980288"/>
                  </a:moveTo>
                  <a:lnTo>
                    <a:pt x="791201" y="1017043"/>
                  </a:lnTo>
                  <a:lnTo>
                    <a:pt x="805126" y="963104"/>
                  </a:lnTo>
                  <a:close/>
                  <a:moveTo>
                    <a:pt x="672973" y="779329"/>
                  </a:moveTo>
                  <a:lnTo>
                    <a:pt x="662086" y="796513"/>
                  </a:lnTo>
                  <a:lnTo>
                    <a:pt x="678683" y="816084"/>
                  </a:lnTo>
                  <a:close/>
                  <a:moveTo>
                    <a:pt x="491130" y="632309"/>
                  </a:moveTo>
                  <a:lnTo>
                    <a:pt x="515015" y="614454"/>
                  </a:lnTo>
                  <a:lnTo>
                    <a:pt x="469276" y="612738"/>
                  </a:lnTo>
                  <a:close/>
                  <a:moveTo>
                    <a:pt x="482365" y="649493"/>
                  </a:moveTo>
                  <a:lnTo>
                    <a:pt x="491130" y="632309"/>
                  </a:lnTo>
                  <a:lnTo>
                    <a:pt x="469276" y="612738"/>
                  </a:lnTo>
                  <a:close/>
                  <a:moveTo>
                    <a:pt x="849396" y="992613"/>
                  </a:moveTo>
                  <a:lnTo>
                    <a:pt x="867480" y="964020"/>
                  </a:lnTo>
                  <a:lnTo>
                    <a:pt x="810330" y="971131"/>
                  </a:lnTo>
                  <a:close/>
                  <a:moveTo>
                    <a:pt x="891254" y="928329"/>
                  </a:moveTo>
                  <a:lnTo>
                    <a:pt x="831786" y="926773"/>
                  </a:lnTo>
                  <a:lnTo>
                    <a:pt x="857445" y="926499"/>
                  </a:lnTo>
                  <a:close/>
                  <a:moveTo>
                    <a:pt x="678683" y="816084"/>
                  </a:moveTo>
                  <a:lnTo>
                    <a:pt x="678870" y="807981"/>
                  </a:lnTo>
                  <a:lnTo>
                    <a:pt x="672973" y="779329"/>
                  </a:lnTo>
                  <a:close/>
                  <a:moveTo>
                    <a:pt x="672973" y="779329"/>
                  </a:moveTo>
                  <a:lnTo>
                    <a:pt x="678870" y="807981"/>
                  </a:lnTo>
                  <a:lnTo>
                    <a:pt x="717076" y="775414"/>
                  </a:lnTo>
                  <a:close/>
                  <a:moveTo>
                    <a:pt x="717076" y="775414"/>
                  </a:moveTo>
                  <a:lnTo>
                    <a:pt x="706687" y="767707"/>
                  </a:lnTo>
                  <a:lnTo>
                    <a:pt x="672973" y="779329"/>
                  </a:lnTo>
                  <a:close/>
                  <a:moveTo>
                    <a:pt x="706687" y="767707"/>
                  </a:moveTo>
                  <a:lnTo>
                    <a:pt x="728964" y="731938"/>
                  </a:lnTo>
                  <a:lnTo>
                    <a:pt x="683613" y="746507"/>
                  </a:lnTo>
                  <a:close/>
                  <a:moveTo>
                    <a:pt x="568358" y="593111"/>
                  </a:moveTo>
                  <a:lnTo>
                    <a:pt x="546434" y="607350"/>
                  </a:lnTo>
                  <a:lnTo>
                    <a:pt x="515015" y="614454"/>
                  </a:lnTo>
                  <a:close/>
                  <a:moveTo>
                    <a:pt x="344796" y="255555"/>
                  </a:moveTo>
                  <a:lnTo>
                    <a:pt x="288610" y="266269"/>
                  </a:lnTo>
                  <a:lnTo>
                    <a:pt x="314208" y="265767"/>
                  </a:lnTo>
                  <a:close/>
                  <a:moveTo>
                    <a:pt x="914967" y="975215"/>
                  </a:moveTo>
                  <a:lnTo>
                    <a:pt x="867480" y="964020"/>
                  </a:lnTo>
                  <a:lnTo>
                    <a:pt x="887946" y="982676"/>
                  </a:lnTo>
                  <a:close/>
                  <a:moveTo>
                    <a:pt x="857445" y="926499"/>
                  </a:moveTo>
                  <a:lnTo>
                    <a:pt x="875478" y="935483"/>
                  </a:lnTo>
                  <a:lnTo>
                    <a:pt x="891254" y="928329"/>
                  </a:lnTo>
                  <a:close/>
                  <a:moveTo>
                    <a:pt x="344796" y="255555"/>
                  </a:moveTo>
                  <a:lnTo>
                    <a:pt x="367873" y="245629"/>
                  </a:lnTo>
                  <a:lnTo>
                    <a:pt x="359558" y="247576"/>
                  </a:lnTo>
                  <a:close/>
                  <a:moveTo>
                    <a:pt x="391255" y="208472"/>
                  </a:moveTo>
                  <a:lnTo>
                    <a:pt x="359558" y="247576"/>
                  </a:lnTo>
                  <a:lnTo>
                    <a:pt x="373312" y="230393"/>
                  </a:lnTo>
                  <a:close/>
                  <a:moveTo>
                    <a:pt x="1190195" y="1137724"/>
                  </a:moveTo>
                  <a:lnTo>
                    <a:pt x="1142336" y="1147993"/>
                  </a:lnTo>
                  <a:lnTo>
                    <a:pt x="1142902" y="1149268"/>
                  </a:lnTo>
                  <a:close/>
                  <a:moveTo>
                    <a:pt x="1136375" y="1109644"/>
                  </a:moveTo>
                  <a:lnTo>
                    <a:pt x="1142336" y="1147993"/>
                  </a:lnTo>
                  <a:lnTo>
                    <a:pt x="1190195" y="1137724"/>
                  </a:lnTo>
                  <a:close/>
                  <a:moveTo>
                    <a:pt x="447325" y="197326"/>
                  </a:moveTo>
                  <a:lnTo>
                    <a:pt x="391255" y="208472"/>
                  </a:lnTo>
                  <a:lnTo>
                    <a:pt x="414408" y="198829"/>
                  </a:lnTo>
                  <a:close/>
                  <a:moveTo>
                    <a:pt x="777182" y="462362"/>
                  </a:moveTo>
                  <a:lnTo>
                    <a:pt x="743102" y="496709"/>
                  </a:lnTo>
                  <a:lnTo>
                    <a:pt x="757646" y="490066"/>
                  </a:lnTo>
                  <a:close/>
                  <a:moveTo>
                    <a:pt x="657667" y="422495"/>
                  </a:moveTo>
                  <a:lnTo>
                    <a:pt x="686560" y="416556"/>
                  </a:lnTo>
                  <a:lnTo>
                    <a:pt x="657036" y="386886"/>
                  </a:lnTo>
                  <a:close/>
                  <a:moveTo>
                    <a:pt x="428470" y="204904"/>
                  </a:moveTo>
                  <a:lnTo>
                    <a:pt x="447325" y="197326"/>
                  </a:lnTo>
                  <a:lnTo>
                    <a:pt x="414408" y="198829"/>
                  </a:lnTo>
                  <a:close/>
                  <a:moveTo>
                    <a:pt x="428470" y="204904"/>
                  </a:moveTo>
                  <a:lnTo>
                    <a:pt x="464382" y="202796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4011" y="209911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7682" y="210942"/>
                  </a:lnTo>
                  <a:lnTo>
                    <a:pt x="484011" y="209911"/>
                  </a:lnTo>
                  <a:close/>
                  <a:moveTo>
                    <a:pt x="464382" y="202796"/>
                  </a:moveTo>
                  <a:lnTo>
                    <a:pt x="476906" y="211713"/>
                  </a:lnTo>
                  <a:lnTo>
                    <a:pt x="514009" y="225862"/>
                  </a:lnTo>
                  <a:close/>
                  <a:moveTo>
                    <a:pt x="487682" y="210942"/>
                  </a:moveTo>
                  <a:lnTo>
                    <a:pt x="514009" y="225862"/>
                  </a:lnTo>
                  <a:lnTo>
                    <a:pt x="547746" y="227421"/>
                  </a:lnTo>
                  <a:close/>
                  <a:moveTo>
                    <a:pt x="897020" y="565055"/>
                  </a:moveTo>
                  <a:lnTo>
                    <a:pt x="859478" y="563576"/>
                  </a:lnTo>
                  <a:lnTo>
                    <a:pt x="843119" y="584314"/>
                  </a:lnTo>
                  <a:close/>
                  <a:moveTo>
                    <a:pt x="897020" y="565055"/>
                  </a:moveTo>
                  <a:lnTo>
                    <a:pt x="843119" y="584314"/>
                  </a:lnTo>
                  <a:lnTo>
                    <a:pt x="865169" y="570547"/>
                  </a:lnTo>
                  <a:close/>
                  <a:moveTo>
                    <a:pt x="757646" y="490066"/>
                  </a:moveTo>
                  <a:lnTo>
                    <a:pt x="753385" y="497963"/>
                  </a:lnTo>
                  <a:lnTo>
                    <a:pt x="779848" y="511581"/>
                  </a:lnTo>
                  <a:close/>
                  <a:moveTo>
                    <a:pt x="711298" y="368977"/>
                  </a:moveTo>
                  <a:lnTo>
                    <a:pt x="706094" y="365465"/>
                  </a:lnTo>
                  <a:lnTo>
                    <a:pt x="686560" y="416556"/>
                  </a:lnTo>
                  <a:close/>
                  <a:moveTo>
                    <a:pt x="736024" y="368222"/>
                  </a:moveTo>
                  <a:lnTo>
                    <a:pt x="726301" y="331379"/>
                  </a:lnTo>
                  <a:lnTo>
                    <a:pt x="706094" y="365465"/>
                  </a:lnTo>
                  <a:close/>
                  <a:moveTo>
                    <a:pt x="518862" y="230340"/>
                  </a:moveTo>
                  <a:lnTo>
                    <a:pt x="550554" y="231664"/>
                  </a:lnTo>
                  <a:lnTo>
                    <a:pt x="547746" y="227421"/>
                  </a:lnTo>
                  <a:close/>
                  <a:moveTo>
                    <a:pt x="550554" y="231664"/>
                  </a:moveTo>
                  <a:lnTo>
                    <a:pt x="569001" y="196026"/>
                  </a:lnTo>
                  <a:lnTo>
                    <a:pt x="547746" y="227421"/>
                  </a:lnTo>
                  <a:close/>
                  <a:moveTo>
                    <a:pt x="977061" y="683340"/>
                  </a:moveTo>
                  <a:lnTo>
                    <a:pt x="991868" y="670524"/>
                  </a:lnTo>
                  <a:lnTo>
                    <a:pt x="960562" y="678052"/>
                  </a:lnTo>
                  <a:close/>
                  <a:moveTo>
                    <a:pt x="877270" y="576050"/>
                  </a:moveTo>
                  <a:lnTo>
                    <a:pt x="897020" y="565055"/>
                  </a:lnTo>
                  <a:lnTo>
                    <a:pt x="865169" y="570547"/>
                  </a:lnTo>
                  <a:close/>
                  <a:moveTo>
                    <a:pt x="877270" y="576050"/>
                  </a:moveTo>
                  <a:lnTo>
                    <a:pt x="912092" y="574828"/>
                  </a:lnTo>
                  <a:lnTo>
                    <a:pt x="897020" y="565055"/>
                  </a:lnTo>
                  <a:close/>
                  <a:moveTo>
                    <a:pt x="622734" y="124904"/>
                  </a:moveTo>
                  <a:lnTo>
                    <a:pt x="633744" y="173461"/>
                  </a:lnTo>
                  <a:lnTo>
                    <a:pt x="645285" y="150536"/>
                  </a:lnTo>
                  <a:close/>
                  <a:moveTo>
                    <a:pt x="633744" y="173461"/>
                  </a:moveTo>
                  <a:lnTo>
                    <a:pt x="658150" y="161660"/>
                  </a:lnTo>
                  <a:lnTo>
                    <a:pt x="645285" y="150536"/>
                  </a:lnTo>
                  <a:close/>
                  <a:moveTo>
                    <a:pt x="857760" y="350427"/>
                  </a:moveTo>
                  <a:lnTo>
                    <a:pt x="832891" y="353656"/>
                  </a:lnTo>
                  <a:lnTo>
                    <a:pt x="800171" y="355898"/>
                  </a:lnTo>
                  <a:close/>
                  <a:moveTo>
                    <a:pt x="857760" y="350427"/>
                  </a:moveTo>
                  <a:lnTo>
                    <a:pt x="800171" y="355898"/>
                  </a:lnTo>
                  <a:lnTo>
                    <a:pt x="823625" y="347379"/>
                  </a:lnTo>
                  <a:close/>
                  <a:moveTo>
                    <a:pt x="832891" y="353656"/>
                  </a:moveTo>
                  <a:lnTo>
                    <a:pt x="857760" y="350427"/>
                  </a:lnTo>
                  <a:lnTo>
                    <a:pt x="841687" y="345434"/>
                  </a:lnTo>
                  <a:close/>
                  <a:moveTo>
                    <a:pt x="789865" y="221159"/>
                  </a:moveTo>
                  <a:lnTo>
                    <a:pt x="785770" y="220625"/>
                  </a:lnTo>
                  <a:lnTo>
                    <a:pt x="783238" y="217986"/>
                  </a:lnTo>
                  <a:close/>
                  <a:moveTo>
                    <a:pt x="690224" y="144476"/>
                  </a:moveTo>
                  <a:lnTo>
                    <a:pt x="663192" y="121279"/>
                  </a:lnTo>
                  <a:lnTo>
                    <a:pt x="645285" y="150536"/>
                  </a:lnTo>
                  <a:close/>
                  <a:moveTo>
                    <a:pt x="924518" y="347823"/>
                  </a:moveTo>
                  <a:lnTo>
                    <a:pt x="912622" y="350662"/>
                  </a:lnTo>
                  <a:lnTo>
                    <a:pt x="916101" y="392581"/>
                  </a:lnTo>
                  <a:close/>
                  <a:moveTo>
                    <a:pt x="789865" y="221159"/>
                  </a:moveTo>
                  <a:lnTo>
                    <a:pt x="782361" y="221470"/>
                  </a:lnTo>
                  <a:lnTo>
                    <a:pt x="810803" y="203233"/>
                  </a:lnTo>
                  <a:close/>
                  <a:moveTo>
                    <a:pt x="789865" y="221159"/>
                  </a:moveTo>
                  <a:lnTo>
                    <a:pt x="810803" y="203233"/>
                  </a:lnTo>
                  <a:lnTo>
                    <a:pt x="792486" y="217986"/>
                  </a:lnTo>
                  <a:close/>
                  <a:moveTo>
                    <a:pt x="810803" y="203233"/>
                  </a:moveTo>
                  <a:lnTo>
                    <a:pt x="812993" y="200802"/>
                  </a:lnTo>
                  <a:lnTo>
                    <a:pt x="792486" y="217986"/>
                  </a:lnTo>
                  <a:close/>
                  <a:moveTo>
                    <a:pt x="663192" y="121279"/>
                  </a:moveTo>
                  <a:lnTo>
                    <a:pt x="690224" y="144476"/>
                  </a:lnTo>
                  <a:lnTo>
                    <a:pt x="694101" y="90538"/>
                  </a:lnTo>
                  <a:close/>
                  <a:moveTo>
                    <a:pt x="957320" y="281099"/>
                  </a:moveTo>
                  <a:lnTo>
                    <a:pt x="966148" y="257129"/>
                  </a:lnTo>
                  <a:lnTo>
                    <a:pt x="941224" y="274313"/>
                  </a:lnTo>
                  <a:close/>
                  <a:moveTo>
                    <a:pt x="852783" y="139404"/>
                  </a:moveTo>
                  <a:lnTo>
                    <a:pt x="825375" y="126022"/>
                  </a:lnTo>
                  <a:lnTo>
                    <a:pt x="859362" y="146864"/>
                  </a:lnTo>
                  <a:close/>
                  <a:moveTo>
                    <a:pt x="733863" y="12001"/>
                  </a:moveTo>
                  <a:lnTo>
                    <a:pt x="717901" y="17027"/>
                  </a:lnTo>
                  <a:lnTo>
                    <a:pt x="751704" y="10637"/>
                  </a:lnTo>
                  <a:close/>
                  <a:moveTo>
                    <a:pt x="733863" y="12001"/>
                  </a:moveTo>
                  <a:lnTo>
                    <a:pt x="751704" y="10637"/>
                  </a:lnTo>
                  <a:lnTo>
                    <a:pt x="782335" y="589"/>
                  </a:lnTo>
                  <a:close/>
                  <a:moveTo>
                    <a:pt x="782335" y="589"/>
                  </a:moveTo>
                  <a:lnTo>
                    <a:pt x="751704" y="10637"/>
                  </a:lnTo>
                  <a:lnTo>
                    <a:pt x="809263" y="5059"/>
                  </a:lnTo>
                  <a:close/>
                  <a:moveTo>
                    <a:pt x="841229" y="0"/>
                  </a:moveTo>
                  <a:lnTo>
                    <a:pt x="782335" y="589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41229" y="0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63361" y="5645"/>
                  </a:lnTo>
                  <a:lnTo>
                    <a:pt x="841229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41" name="Input_density__132">
              <a:extLst>
                <a:ext uri="{FF2B5EF4-FFF2-40B4-BE49-F238E27FC236}">
                  <a16:creationId xmlns:a16="http://schemas.microsoft.com/office/drawing/2014/main" id="{1FD8A0C4-6EC3-4C0A-82BF-EC387E65ADE8}"/>
                </a:ext>
              </a:extLst>
            </p:cNvPr>
            <p:cNvSpPr>
              <a:spLocks noGrp="1"/>
            </p:cNvSpPr>
            <p:nvPr/>
          </p:nvSpPr>
          <p:spPr>
            <a:xfrm>
              <a:off x="666662" y="1588968"/>
              <a:ext cx="1050752" cy="1298043"/>
            </a:xfrm>
            <a:custGeom>
              <a:avLst/>
              <a:gdLst/>
              <a:ahLst/>
              <a:cxnLst/>
              <a:rect l="0" t="0" r="0" b="0"/>
              <a:pathLst>
                <a:path w="1050752" h="1298043">
                  <a:moveTo>
                    <a:pt x="29968" y="577750"/>
                  </a:moveTo>
                  <a:lnTo>
                    <a:pt x="0" y="629953"/>
                  </a:lnTo>
                  <a:lnTo>
                    <a:pt x="13522" y="602756"/>
                  </a:lnTo>
                  <a:close/>
                  <a:moveTo>
                    <a:pt x="48466" y="608826"/>
                  </a:moveTo>
                  <a:lnTo>
                    <a:pt x="73615" y="606646"/>
                  </a:lnTo>
                  <a:lnTo>
                    <a:pt x="13522" y="602756"/>
                  </a:lnTo>
                  <a:close/>
                  <a:moveTo>
                    <a:pt x="80342" y="603432"/>
                  </a:moveTo>
                  <a:lnTo>
                    <a:pt x="86783" y="612770"/>
                  </a:lnTo>
                  <a:lnTo>
                    <a:pt x="73615" y="606646"/>
                  </a:lnTo>
                  <a:close/>
                  <a:moveTo>
                    <a:pt x="476375" y="1019682"/>
                  </a:moveTo>
                  <a:lnTo>
                    <a:pt x="453417" y="1030054"/>
                  </a:lnTo>
                  <a:lnTo>
                    <a:pt x="510187" y="1021524"/>
                  </a:lnTo>
                  <a:close/>
                  <a:moveTo>
                    <a:pt x="22797" y="449338"/>
                  </a:moveTo>
                  <a:lnTo>
                    <a:pt x="49790" y="454482"/>
                  </a:lnTo>
                  <a:lnTo>
                    <a:pt x="23722" y="448474"/>
                  </a:lnTo>
                  <a:close/>
                  <a:moveTo>
                    <a:pt x="476375" y="1019682"/>
                  </a:moveTo>
                  <a:lnTo>
                    <a:pt x="510187" y="1021524"/>
                  </a:lnTo>
                  <a:lnTo>
                    <a:pt x="527956" y="991749"/>
                  </a:lnTo>
                  <a:close/>
                  <a:moveTo>
                    <a:pt x="53484" y="431383"/>
                  </a:moveTo>
                  <a:lnTo>
                    <a:pt x="24098" y="448281"/>
                  </a:lnTo>
                  <a:lnTo>
                    <a:pt x="71344" y="405741"/>
                  </a:lnTo>
                  <a:close/>
                  <a:moveTo>
                    <a:pt x="71344" y="405741"/>
                  </a:moveTo>
                  <a:lnTo>
                    <a:pt x="24098" y="448281"/>
                  </a:lnTo>
                  <a:lnTo>
                    <a:pt x="23722" y="448474"/>
                  </a:lnTo>
                  <a:close/>
                  <a:moveTo>
                    <a:pt x="536113" y="974111"/>
                  </a:moveTo>
                  <a:lnTo>
                    <a:pt x="527956" y="991749"/>
                  </a:lnTo>
                  <a:lnTo>
                    <a:pt x="539202" y="982708"/>
                  </a:lnTo>
                  <a:close/>
                  <a:moveTo>
                    <a:pt x="544318" y="956717"/>
                  </a:moveTo>
                  <a:lnTo>
                    <a:pt x="555299" y="969404"/>
                  </a:lnTo>
                  <a:lnTo>
                    <a:pt x="573045" y="939545"/>
                  </a:lnTo>
                  <a:close/>
                  <a:moveTo>
                    <a:pt x="578443" y="922038"/>
                  </a:moveTo>
                  <a:lnTo>
                    <a:pt x="573045" y="939545"/>
                  </a:lnTo>
                  <a:lnTo>
                    <a:pt x="592733" y="928770"/>
                  </a:lnTo>
                  <a:close/>
                  <a:moveTo>
                    <a:pt x="592733" y="928770"/>
                  </a:moveTo>
                  <a:lnTo>
                    <a:pt x="602216" y="924033"/>
                  </a:lnTo>
                  <a:lnTo>
                    <a:pt x="578443" y="922038"/>
                  </a:lnTo>
                  <a:close/>
                  <a:moveTo>
                    <a:pt x="291489" y="538106"/>
                  </a:moveTo>
                  <a:lnTo>
                    <a:pt x="318970" y="550073"/>
                  </a:lnTo>
                  <a:lnTo>
                    <a:pt x="322023" y="527689"/>
                  </a:lnTo>
                  <a:close/>
                  <a:moveTo>
                    <a:pt x="505080" y="713804"/>
                  </a:moveTo>
                  <a:lnTo>
                    <a:pt x="470074" y="707500"/>
                  </a:lnTo>
                  <a:lnTo>
                    <a:pt x="445290" y="707630"/>
                  </a:lnTo>
                  <a:close/>
                  <a:moveTo>
                    <a:pt x="961219" y="1298043"/>
                  </a:moveTo>
                  <a:lnTo>
                    <a:pt x="993715" y="1294967"/>
                  </a:lnTo>
                  <a:lnTo>
                    <a:pt x="1016908" y="1285472"/>
                  </a:lnTo>
                  <a:close/>
                  <a:moveTo>
                    <a:pt x="997069" y="1279136"/>
                  </a:moveTo>
                  <a:lnTo>
                    <a:pt x="1019468" y="1261953"/>
                  </a:lnTo>
                  <a:lnTo>
                    <a:pt x="1016908" y="1285472"/>
                  </a:lnTo>
                  <a:close/>
                  <a:moveTo>
                    <a:pt x="602388" y="784138"/>
                  </a:moveTo>
                  <a:lnTo>
                    <a:pt x="589016" y="806842"/>
                  </a:lnTo>
                  <a:lnTo>
                    <a:pt x="602672" y="795187"/>
                  </a:lnTo>
                  <a:close/>
                  <a:moveTo>
                    <a:pt x="602672" y="795187"/>
                  </a:moveTo>
                  <a:lnTo>
                    <a:pt x="589016" y="806842"/>
                  </a:lnTo>
                  <a:lnTo>
                    <a:pt x="584077" y="827963"/>
                  </a:lnTo>
                  <a:close/>
                  <a:moveTo>
                    <a:pt x="602672" y="795187"/>
                  </a:moveTo>
                  <a:lnTo>
                    <a:pt x="598533" y="753805"/>
                  </a:lnTo>
                  <a:lnTo>
                    <a:pt x="602388" y="784138"/>
                  </a:lnTo>
                  <a:close/>
                  <a:moveTo>
                    <a:pt x="598533" y="753805"/>
                  </a:moveTo>
                  <a:lnTo>
                    <a:pt x="599341" y="747383"/>
                  </a:lnTo>
                  <a:lnTo>
                    <a:pt x="602388" y="784138"/>
                  </a:lnTo>
                  <a:close/>
                  <a:moveTo>
                    <a:pt x="510962" y="681328"/>
                  </a:moveTo>
                  <a:lnTo>
                    <a:pt x="479346" y="679943"/>
                  </a:lnTo>
                  <a:lnTo>
                    <a:pt x="470074" y="707500"/>
                  </a:lnTo>
                  <a:close/>
                  <a:moveTo>
                    <a:pt x="379923" y="523384"/>
                  </a:moveTo>
                  <a:lnTo>
                    <a:pt x="352281" y="505333"/>
                  </a:lnTo>
                  <a:lnTo>
                    <a:pt x="388228" y="526853"/>
                  </a:lnTo>
                  <a:close/>
                  <a:moveTo>
                    <a:pt x="399748" y="405092"/>
                  </a:moveTo>
                  <a:lnTo>
                    <a:pt x="395710" y="399405"/>
                  </a:lnTo>
                  <a:lnTo>
                    <a:pt x="433043" y="422016"/>
                  </a:lnTo>
                  <a:close/>
                  <a:moveTo>
                    <a:pt x="381215" y="432005"/>
                  </a:moveTo>
                  <a:lnTo>
                    <a:pt x="395710" y="399405"/>
                  </a:lnTo>
                  <a:lnTo>
                    <a:pt x="399748" y="405092"/>
                  </a:lnTo>
                  <a:close/>
                  <a:moveTo>
                    <a:pt x="401857" y="313128"/>
                  </a:moveTo>
                  <a:lnTo>
                    <a:pt x="370659" y="311404"/>
                  </a:lnTo>
                  <a:lnTo>
                    <a:pt x="374596" y="362650"/>
                  </a:lnTo>
                  <a:close/>
                  <a:moveTo>
                    <a:pt x="367216" y="308711"/>
                  </a:moveTo>
                  <a:lnTo>
                    <a:pt x="370659" y="311404"/>
                  </a:lnTo>
                  <a:lnTo>
                    <a:pt x="373424" y="306669"/>
                  </a:lnTo>
                  <a:close/>
                  <a:moveTo>
                    <a:pt x="374470" y="310579"/>
                  </a:moveTo>
                  <a:lnTo>
                    <a:pt x="370659" y="311404"/>
                  </a:lnTo>
                  <a:lnTo>
                    <a:pt x="367216" y="308711"/>
                  </a:lnTo>
                  <a:close/>
                  <a:moveTo>
                    <a:pt x="795830" y="746506"/>
                  </a:moveTo>
                  <a:lnTo>
                    <a:pt x="776828" y="734866"/>
                  </a:lnTo>
                  <a:lnTo>
                    <a:pt x="765399" y="775589"/>
                  </a:lnTo>
                  <a:close/>
                  <a:moveTo>
                    <a:pt x="373424" y="306669"/>
                  </a:moveTo>
                  <a:lnTo>
                    <a:pt x="404112" y="296829"/>
                  </a:lnTo>
                  <a:lnTo>
                    <a:pt x="426023" y="282542"/>
                  </a:lnTo>
                  <a:close/>
                  <a:moveTo>
                    <a:pt x="426023" y="282542"/>
                  </a:moveTo>
                  <a:lnTo>
                    <a:pt x="404112" y="296829"/>
                  </a:lnTo>
                  <a:lnTo>
                    <a:pt x="458622" y="279847"/>
                  </a:lnTo>
                  <a:close/>
                  <a:moveTo>
                    <a:pt x="526420" y="408756"/>
                  </a:moveTo>
                  <a:lnTo>
                    <a:pt x="485732" y="406269"/>
                  </a:lnTo>
                  <a:lnTo>
                    <a:pt x="517537" y="407500"/>
                  </a:lnTo>
                  <a:close/>
                  <a:moveTo>
                    <a:pt x="964769" y="825670"/>
                  </a:moveTo>
                  <a:lnTo>
                    <a:pt x="963762" y="826510"/>
                  </a:lnTo>
                  <a:lnTo>
                    <a:pt x="981952" y="879608"/>
                  </a:lnTo>
                  <a:close/>
                  <a:moveTo>
                    <a:pt x="961824" y="825670"/>
                  </a:moveTo>
                  <a:lnTo>
                    <a:pt x="927320" y="814839"/>
                  </a:lnTo>
                  <a:lnTo>
                    <a:pt x="911021" y="796529"/>
                  </a:lnTo>
                  <a:close/>
                  <a:moveTo>
                    <a:pt x="558783" y="405183"/>
                  </a:moveTo>
                  <a:lnTo>
                    <a:pt x="584350" y="425018"/>
                  </a:lnTo>
                  <a:lnTo>
                    <a:pt x="526420" y="408756"/>
                  </a:lnTo>
                  <a:close/>
                  <a:moveTo>
                    <a:pt x="612990" y="387069"/>
                  </a:moveTo>
                  <a:lnTo>
                    <a:pt x="581925" y="401793"/>
                  </a:lnTo>
                  <a:lnTo>
                    <a:pt x="601179" y="393677"/>
                  </a:lnTo>
                  <a:close/>
                  <a:moveTo>
                    <a:pt x="1008029" y="808486"/>
                  </a:moveTo>
                  <a:lnTo>
                    <a:pt x="964769" y="825670"/>
                  </a:lnTo>
                  <a:lnTo>
                    <a:pt x="1015582" y="799475"/>
                  </a:lnTo>
                  <a:close/>
                  <a:moveTo>
                    <a:pt x="1017162" y="764414"/>
                  </a:moveTo>
                  <a:lnTo>
                    <a:pt x="1008029" y="808486"/>
                  </a:lnTo>
                  <a:lnTo>
                    <a:pt x="1015582" y="799475"/>
                  </a:lnTo>
                  <a:close/>
                  <a:moveTo>
                    <a:pt x="1045111" y="768780"/>
                  </a:moveTo>
                  <a:lnTo>
                    <a:pt x="1015582" y="799475"/>
                  </a:lnTo>
                  <a:lnTo>
                    <a:pt x="1042991" y="777376"/>
                  </a:lnTo>
                  <a:close/>
                  <a:moveTo>
                    <a:pt x="1045111" y="768780"/>
                  </a:moveTo>
                  <a:lnTo>
                    <a:pt x="1017162" y="764414"/>
                  </a:lnTo>
                  <a:lnTo>
                    <a:pt x="1015582" y="799475"/>
                  </a:lnTo>
                  <a:close/>
                  <a:moveTo>
                    <a:pt x="697711" y="358465"/>
                  </a:moveTo>
                  <a:lnTo>
                    <a:pt x="710443" y="359024"/>
                  </a:lnTo>
                  <a:lnTo>
                    <a:pt x="663902" y="356637"/>
                  </a:lnTo>
                  <a:close/>
                  <a:moveTo>
                    <a:pt x="1031595" y="666928"/>
                  </a:moveTo>
                  <a:lnTo>
                    <a:pt x="1044280" y="679961"/>
                  </a:lnTo>
                  <a:lnTo>
                    <a:pt x="1034452" y="663854"/>
                  </a:lnTo>
                  <a:close/>
                  <a:moveTo>
                    <a:pt x="1031595" y="666928"/>
                  </a:moveTo>
                  <a:lnTo>
                    <a:pt x="1044032" y="685059"/>
                  </a:lnTo>
                  <a:lnTo>
                    <a:pt x="1044280" y="679961"/>
                  </a:lnTo>
                  <a:close/>
                  <a:moveTo>
                    <a:pt x="1044280" y="679961"/>
                  </a:moveTo>
                  <a:lnTo>
                    <a:pt x="1050626" y="630056"/>
                  </a:lnTo>
                  <a:lnTo>
                    <a:pt x="1034452" y="663854"/>
                  </a:lnTo>
                  <a:close/>
                  <a:moveTo>
                    <a:pt x="1050626" y="630056"/>
                  </a:moveTo>
                  <a:lnTo>
                    <a:pt x="1050752" y="627099"/>
                  </a:lnTo>
                  <a:lnTo>
                    <a:pt x="1034452" y="663854"/>
                  </a:lnTo>
                  <a:close/>
                  <a:moveTo>
                    <a:pt x="1050752" y="627099"/>
                  </a:moveTo>
                  <a:lnTo>
                    <a:pt x="1050626" y="630056"/>
                  </a:lnTo>
                  <a:lnTo>
                    <a:pt x="1044509" y="590633"/>
                  </a:lnTo>
                  <a:close/>
                  <a:moveTo>
                    <a:pt x="933789" y="480080"/>
                  </a:moveTo>
                  <a:lnTo>
                    <a:pt x="938576" y="516834"/>
                  </a:lnTo>
                  <a:lnTo>
                    <a:pt x="924808" y="497263"/>
                  </a:lnTo>
                  <a:close/>
                  <a:moveTo>
                    <a:pt x="822531" y="423753"/>
                  </a:moveTo>
                  <a:lnTo>
                    <a:pt x="820844" y="377269"/>
                  </a:lnTo>
                  <a:lnTo>
                    <a:pt x="822044" y="411965"/>
                  </a:lnTo>
                  <a:close/>
                  <a:moveTo>
                    <a:pt x="925214" y="471760"/>
                  </a:moveTo>
                  <a:lnTo>
                    <a:pt x="935899" y="507821"/>
                  </a:lnTo>
                  <a:lnTo>
                    <a:pt x="938576" y="516834"/>
                  </a:lnTo>
                  <a:close/>
                  <a:moveTo>
                    <a:pt x="766328" y="201814"/>
                  </a:moveTo>
                  <a:lnTo>
                    <a:pt x="742217" y="207873"/>
                  </a:lnTo>
                  <a:lnTo>
                    <a:pt x="798865" y="198884"/>
                  </a:lnTo>
                  <a:close/>
                  <a:moveTo>
                    <a:pt x="928686" y="334696"/>
                  </a:moveTo>
                  <a:lnTo>
                    <a:pt x="928667" y="335448"/>
                  </a:lnTo>
                  <a:lnTo>
                    <a:pt x="929223" y="289512"/>
                  </a:lnTo>
                  <a:close/>
                  <a:moveTo>
                    <a:pt x="770435" y="24750"/>
                  </a:moveTo>
                  <a:lnTo>
                    <a:pt x="769250" y="25073"/>
                  </a:lnTo>
                  <a:lnTo>
                    <a:pt x="772418" y="24225"/>
                  </a:lnTo>
                  <a:close/>
                  <a:moveTo>
                    <a:pt x="769250" y="25073"/>
                  </a:moveTo>
                  <a:lnTo>
                    <a:pt x="770435" y="24750"/>
                  </a:lnTo>
                  <a:lnTo>
                    <a:pt x="760227" y="24225"/>
                  </a:lnTo>
                  <a:close/>
                  <a:moveTo>
                    <a:pt x="760227" y="24225"/>
                  </a:moveTo>
                  <a:lnTo>
                    <a:pt x="770435" y="24750"/>
                  </a:lnTo>
                  <a:lnTo>
                    <a:pt x="771291" y="23414"/>
                  </a:lnTo>
                  <a:close/>
                  <a:moveTo>
                    <a:pt x="789547" y="0"/>
                  </a:moveTo>
                  <a:lnTo>
                    <a:pt x="760227" y="24225"/>
                  </a:lnTo>
                  <a:lnTo>
                    <a:pt x="771291" y="23414"/>
                  </a:lnTo>
                  <a:close/>
                  <a:moveTo>
                    <a:pt x="770435" y="24750"/>
                  </a:moveTo>
                  <a:lnTo>
                    <a:pt x="772418" y="24225"/>
                  </a:lnTo>
                  <a:lnTo>
                    <a:pt x="771291" y="23414"/>
                  </a:lnTo>
                  <a:close/>
                  <a:moveTo>
                    <a:pt x="814397" y="15458"/>
                  </a:moveTo>
                  <a:lnTo>
                    <a:pt x="811055" y="7041"/>
                  </a:lnTo>
                  <a:lnTo>
                    <a:pt x="802474" y="19963"/>
                  </a:lnTo>
                  <a:close/>
                  <a:moveTo>
                    <a:pt x="802474" y="19963"/>
                  </a:moveTo>
                  <a:lnTo>
                    <a:pt x="811055" y="7041"/>
                  </a:lnTo>
                  <a:lnTo>
                    <a:pt x="789547" y="0"/>
                  </a:lnTo>
                  <a:close/>
                  <a:moveTo>
                    <a:pt x="771291" y="23414"/>
                  </a:moveTo>
                  <a:lnTo>
                    <a:pt x="772418" y="24225"/>
                  </a:lnTo>
                  <a:lnTo>
                    <a:pt x="802474" y="19963"/>
                  </a:lnTo>
                  <a:close/>
                  <a:moveTo>
                    <a:pt x="789547" y="0"/>
                  </a:moveTo>
                  <a:lnTo>
                    <a:pt x="771291" y="23414"/>
                  </a:lnTo>
                  <a:lnTo>
                    <a:pt x="802474" y="19963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42" name="Input_density__133">
              <a:extLst>
                <a:ext uri="{FF2B5EF4-FFF2-40B4-BE49-F238E27FC236}">
                  <a16:creationId xmlns:a16="http://schemas.microsoft.com/office/drawing/2014/main" id="{6EDAD853-DDBE-3075-EE09-2182EAE736CA}"/>
                </a:ext>
              </a:extLst>
            </p:cNvPr>
            <p:cNvSpPr>
              <a:spLocks noGrp="1"/>
            </p:cNvSpPr>
            <p:nvPr/>
          </p:nvSpPr>
          <p:spPr>
            <a:xfrm>
              <a:off x="753445" y="1608931"/>
              <a:ext cx="956208" cy="1001562"/>
            </a:xfrm>
            <a:custGeom>
              <a:avLst/>
              <a:gdLst/>
              <a:ahLst/>
              <a:cxnLst/>
              <a:rect l="0" t="0" r="0" b="0"/>
              <a:pathLst>
                <a:path w="956208" h="1001562">
                  <a:moveTo>
                    <a:pt x="0" y="592807"/>
                  </a:moveTo>
                  <a:lnTo>
                    <a:pt x="13795" y="599306"/>
                  </a:lnTo>
                  <a:lnTo>
                    <a:pt x="26440" y="610199"/>
                  </a:lnTo>
                  <a:close/>
                  <a:moveTo>
                    <a:pt x="443406" y="979929"/>
                  </a:moveTo>
                  <a:lnTo>
                    <a:pt x="441173" y="971786"/>
                  </a:lnTo>
                  <a:lnTo>
                    <a:pt x="423404" y="1001562"/>
                  </a:lnTo>
                  <a:close/>
                  <a:moveTo>
                    <a:pt x="443406" y="979929"/>
                  </a:moveTo>
                  <a:lnTo>
                    <a:pt x="452419" y="962745"/>
                  </a:lnTo>
                  <a:lnTo>
                    <a:pt x="441173" y="971786"/>
                  </a:lnTo>
                  <a:close/>
                  <a:moveTo>
                    <a:pt x="452419" y="962745"/>
                  </a:moveTo>
                  <a:lnTo>
                    <a:pt x="443406" y="979929"/>
                  </a:lnTo>
                  <a:lnTo>
                    <a:pt x="468516" y="949442"/>
                  </a:lnTo>
                  <a:close/>
                  <a:moveTo>
                    <a:pt x="457535" y="936755"/>
                  </a:moveTo>
                  <a:lnTo>
                    <a:pt x="452419" y="962745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486262" y="919583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505950" y="908807"/>
                  </a:lnTo>
                  <a:lnTo>
                    <a:pt x="486262" y="919583"/>
                  </a:lnTo>
                  <a:close/>
                  <a:moveTo>
                    <a:pt x="100792" y="378778"/>
                  </a:moveTo>
                  <a:lnTo>
                    <a:pt x="119687" y="430992"/>
                  </a:lnTo>
                  <a:lnTo>
                    <a:pt x="121666" y="428455"/>
                  </a:lnTo>
                  <a:close/>
                  <a:moveTo>
                    <a:pt x="383291" y="687538"/>
                  </a:moveTo>
                  <a:lnTo>
                    <a:pt x="392562" y="659981"/>
                  </a:lnTo>
                  <a:lnTo>
                    <a:pt x="359899" y="707849"/>
                  </a:lnTo>
                  <a:close/>
                  <a:moveTo>
                    <a:pt x="235239" y="507726"/>
                  </a:moveTo>
                  <a:lnTo>
                    <a:pt x="255253" y="487319"/>
                  </a:lnTo>
                  <a:lnTo>
                    <a:pt x="293140" y="503421"/>
                  </a:lnTo>
                  <a:close/>
                  <a:moveTo>
                    <a:pt x="346260" y="402053"/>
                  </a:moveTo>
                  <a:lnTo>
                    <a:pt x="379009" y="382905"/>
                  </a:lnTo>
                  <a:lnTo>
                    <a:pt x="353709" y="399014"/>
                  </a:lnTo>
                  <a:close/>
                  <a:moveTo>
                    <a:pt x="356501" y="393727"/>
                  </a:moveTo>
                  <a:lnTo>
                    <a:pt x="353709" y="399014"/>
                  </a:lnTo>
                  <a:lnTo>
                    <a:pt x="379009" y="382905"/>
                  </a:lnTo>
                  <a:close/>
                  <a:moveTo>
                    <a:pt x="526207" y="367106"/>
                  </a:moveTo>
                  <a:lnTo>
                    <a:pt x="472000" y="385220"/>
                  </a:lnTo>
                  <a:lnTo>
                    <a:pt x="495142" y="381830"/>
                  </a:lnTo>
                  <a:close/>
                  <a:moveTo>
                    <a:pt x="514396" y="373714"/>
                  </a:moveTo>
                  <a:lnTo>
                    <a:pt x="528851" y="364647"/>
                  </a:lnTo>
                  <a:lnTo>
                    <a:pt x="526207" y="367106"/>
                  </a:lnTo>
                  <a:close/>
                  <a:moveTo>
                    <a:pt x="877985" y="805707"/>
                  </a:moveTo>
                  <a:lnTo>
                    <a:pt x="906600" y="792723"/>
                  </a:lnTo>
                  <a:lnTo>
                    <a:pt x="928799" y="779512"/>
                  </a:lnTo>
                  <a:close/>
                  <a:moveTo>
                    <a:pt x="928799" y="779512"/>
                  </a:moveTo>
                  <a:lnTo>
                    <a:pt x="906600" y="792723"/>
                  </a:lnTo>
                  <a:lnTo>
                    <a:pt x="956208" y="757414"/>
                  </a:lnTo>
                  <a:close/>
                  <a:moveTo>
                    <a:pt x="526922" y="363531"/>
                  </a:moveTo>
                  <a:lnTo>
                    <a:pt x="526207" y="367106"/>
                  </a:lnTo>
                  <a:lnTo>
                    <a:pt x="528851" y="364647"/>
                  </a:lnTo>
                  <a:close/>
                  <a:moveTo>
                    <a:pt x="735260" y="392003"/>
                  </a:moveTo>
                  <a:lnTo>
                    <a:pt x="727613" y="429407"/>
                  </a:lnTo>
                  <a:lnTo>
                    <a:pt x="735747" y="403790"/>
                  </a:lnTo>
                  <a:close/>
                  <a:moveTo>
                    <a:pt x="738005" y="349852"/>
                  </a:moveTo>
                  <a:lnTo>
                    <a:pt x="734061" y="357306"/>
                  </a:lnTo>
                  <a:lnTo>
                    <a:pt x="735747" y="403790"/>
                  </a:lnTo>
                  <a:close/>
                  <a:moveTo>
                    <a:pt x="788069" y="338450"/>
                  </a:moveTo>
                  <a:lnTo>
                    <a:pt x="738005" y="349852"/>
                  </a:lnTo>
                  <a:lnTo>
                    <a:pt x="781255" y="336951"/>
                  </a:lnTo>
                  <a:close/>
                  <a:moveTo>
                    <a:pt x="734061" y="357306"/>
                  </a:moveTo>
                  <a:lnTo>
                    <a:pt x="738005" y="349852"/>
                  </a:lnTo>
                  <a:lnTo>
                    <a:pt x="788069" y="338450"/>
                  </a:lnTo>
                  <a:close/>
                  <a:moveTo>
                    <a:pt x="781255" y="336951"/>
                  </a:moveTo>
                  <a:lnTo>
                    <a:pt x="738005" y="349852"/>
                  </a:lnTo>
                  <a:lnTo>
                    <a:pt x="763010" y="340966"/>
                  </a:lnTo>
                  <a:close/>
                  <a:moveTo>
                    <a:pt x="887161" y="267369"/>
                  </a:moveTo>
                  <a:lnTo>
                    <a:pt x="841884" y="315485"/>
                  </a:lnTo>
                  <a:lnTo>
                    <a:pt x="867111" y="288613"/>
                  </a:lnTo>
                  <a:close/>
                  <a:moveTo>
                    <a:pt x="887161" y="267369"/>
                  </a:moveTo>
                  <a:lnTo>
                    <a:pt x="867111" y="288613"/>
                  </a:lnTo>
                  <a:lnTo>
                    <a:pt x="921112" y="269731"/>
                  </a:lnTo>
                  <a:close/>
                  <a:moveTo>
                    <a:pt x="682467" y="5111"/>
                  </a:moveTo>
                  <a:lnTo>
                    <a:pt x="673444" y="4262"/>
                  </a:lnTo>
                  <a:lnTo>
                    <a:pt x="660672" y="15079"/>
                  </a:lnTo>
                  <a:close/>
                  <a:moveTo>
                    <a:pt x="685635" y="4262"/>
                  </a:moveTo>
                  <a:lnTo>
                    <a:pt x="660672" y="15079"/>
                  </a:lnTo>
                  <a:lnTo>
                    <a:pt x="715691" y="0"/>
                  </a:lnTo>
                  <a:close/>
                  <a:moveTo>
                    <a:pt x="682467" y="5111"/>
                  </a:moveTo>
                  <a:lnTo>
                    <a:pt x="660672" y="15079"/>
                  </a:lnTo>
                  <a:lnTo>
                    <a:pt x="685635" y="426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43" name="Input_density__134">
              <a:extLst>
                <a:ext uri="{FF2B5EF4-FFF2-40B4-BE49-F238E27FC236}">
                  <a16:creationId xmlns:a16="http://schemas.microsoft.com/office/drawing/2014/main" id="{2287E192-6D13-144C-5137-2604E366F412}"/>
                </a:ext>
              </a:extLst>
            </p:cNvPr>
            <p:cNvSpPr>
              <a:spLocks noGrp="1"/>
            </p:cNvSpPr>
            <p:nvPr/>
          </p:nvSpPr>
          <p:spPr>
            <a:xfrm>
              <a:off x="727724" y="1490959"/>
              <a:ext cx="1094961" cy="1359961"/>
            </a:xfrm>
            <a:custGeom>
              <a:avLst/>
              <a:gdLst/>
              <a:ahLst/>
              <a:cxnLst/>
              <a:rect l="0" t="0" r="0" b="0"/>
              <a:pathLst>
                <a:path w="1094961" h="1359961">
                  <a:moveTo>
                    <a:pt x="36563" y="566147"/>
                  </a:moveTo>
                  <a:lnTo>
                    <a:pt x="15436" y="575525"/>
                  </a:lnTo>
                  <a:lnTo>
                    <a:pt x="25332" y="612226"/>
                  </a:lnTo>
                  <a:close/>
                  <a:moveTo>
                    <a:pt x="0" y="561515"/>
                  </a:moveTo>
                  <a:lnTo>
                    <a:pt x="15436" y="575525"/>
                  </a:lnTo>
                  <a:lnTo>
                    <a:pt x="14694" y="546575"/>
                  </a:lnTo>
                  <a:close/>
                  <a:moveTo>
                    <a:pt x="14694" y="546575"/>
                  </a:moveTo>
                  <a:lnTo>
                    <a:pt x="15436" y="575525"/>
                  </a:lnTo>
                  <a:lnTo>
                    <a:pt x="36563" y="566147"/>
                  </a:lnTo>
                  <a:close/>
                  <a:moveTo>
                    <a:pt x="759039" y="1320818"/>
                  </a:moveTo>
                  <a:lnTo>
                    <a:pt x="812077" y="1345717"/>
                  </a:lnTo>
                  <a:lnTo>
                    <a:pt x="802915" y="1308419"/>
                  </a:lnTo>
                  <a:close/>
                  <a:moveTo>
                    <a:pt x="759039" y="1320818"/>
                  </a:moveTo>
                  <a:lnTo>
                    <a:pt x="782438" y="1357573"/>
                  </a:lnTo>
                  <a:lnTo>
                    <a:pt x="812077" y="1345717"/>
                  </a:lnTo>
                  <a:close/>
                  <a:moveTo>
                    <a:pt x="802915" y="1308419"/>
                  </a:moveTo>
                  <a:lnTo>
                    <a:pt x="846701" y="1320766"/>
                  </a:lnTo>
                  <a:lnTo>
                    <a:pt x="833824" y="1303635"/>
                  </a:lnTo>
                  <a:close/>
                  <a:moveTo>
                    <a:pt x="748940" y="1284063"/>
                  </a:moveTo>
                  <a:lnTo>
                    <a:pt x="802915" y="1308419"/>
                  </a:lnTo>
                  <a:lnTo>
                    <a:pt x="783874" y="1279151"/>
                  </a:lnTo>
                  <a:close/>
                  <a:moveTo>
                    <a:pt x="748940" y="1284063"/>
                  </a:moveTo>
                  <a:lnTo>
                    <a:pt x="759039" y="1320818"/>
                  </a:lnTo>
                  <a:lnTo>
                    <a:pt x="802915" y="1308419"/>
                  </a:lnTo>
                  <a:close/>
                  <a:moveTo>
                    <a:pt x="833824" y="1303635"/>
                  </a:moveTo>
                  <a:lnTo>
                    <a:pt x="840224" y="1296551"/>
                  </a:lnTo>
                  <a:lnTo>
                    <a:pt x="802915" y="1308419"/>
                  </a:lnTo>
                  <a:close/>
                  <a:moveTo>
                    <a:pt x="292157" y="678800"/>
                  </a:moveTo>
                  <a:lnTo>
                    <a:pt x="301022" y="650902"/>
                  </a:lnTo>
                  <a:lnTo>
                    <a:pt x="261259" y="690105"/>
                  </a:lnTo>
                  <a:close/>
                  <a:moveTo>
                    <a:pt x="261259" y="690105"/>
                  </a:moveTo>
                  <a:lnTo>
                    <a:pt x="301022" y="650902"/>
                  </a:lnTo>
                  <a:lnTo>
                    <a:pt x="295369" y="644715"/>
                  </a:lnTo>
                  <a:close/>
                  <a:moveTo>
                    <a:pt x="261259" y="690105"/>
                  </a:moveTo>
                  <a:lnTo>
                    <a:pt x="295369" y="644715"/>
                  </a:lnTo>
                  <a:lnTo>
                    <a:pt x="257908" y="648082"/>
                  </a:lnTo>
                  <a:close/>
                  <a:moveTo>
                    <a:pt x="295369" y="644715"/>
                  </a:moveTo>
                  <a:lnTo>
                    <a:pt x="301022" y="650902"/>
                  </a:lnTo>
                  <a:lnTo>
                    <a:pt x="305295" y="642045"/>
                  </a:lnTo>
                  <a:close/>
                  <a:moveTo>
                    <a:pt x="858678" y="1340390"/>
                  </a:moveTo>
                  <a:lnTo>
                    <a:pt x="910107" y="1359961"/>
                  </a:lnTo>
                  <a:lnTo>
                    <a:pt x="900855" y="1323207"/>
                  </a:lnTo>
                  <a:close/>
                  <a:moveTo>
                    <a:pt x="900855" y="1323207"/>
                  </a:moveTo>
                  <a:lnTo>
                    <a:pt x="899595" y="1297742"/>
                  </a:lnTo>
                  <a:lnTo>
                    <a:pt x="858678" y="1340390"/>
                  </a:lnTo>
                  <a:close/>
                  <a:moveTo>
                    <a:pt x="858678" y="1340390"/>
                  </a:moveTo>
                  <a:lnTo>
                    <a:pt x="899595" y="1297742"/>
                  </a:lnTo>
                  <a:lnTo>
                    <a:pt x="844169" y="1301968"/>
                  </a:lnTo>
                  <a:close/>
                  <a:moveTo>
                    <a:pt x="844169" y="1301968"/>
                  </a:moveTo>
                  <a:lnTo>
                    <a:pt x="899595" y="1297742"/>
                  </a:lnTo>
                  <a:lnTo>
                    <a:pt x="892769" y="1289545"/>
                  </a:lnTo>
                  <a:close/>
                  <a:moveTo>
                    <a:pt x="858678" y="1340390"/>
                  </a:moveTo>
                  <a:lnTo>
                    <a:pt x="844169" y="1301968"/>
                  </a:lnTo>
                  <a:lnTo>
                    <a:pt x="846701" y="1320766"/>
                  </a:lnTo>
                  <a:close/>
                  <a:moveTo>
                    <a:pt x="833824" y="1303635"/>
                  </a:moveTo>
                  <a:lnTo>
                    <a:pt x="846701" y="1320766"/>
                  </a:lnTo>
                  <a:lnTo>
                    <a:pt x="844169" y="1301968"/>
                  </a:lnTo>
                  <a:close/>
                  <a:moveTo>
                    <a:pt x="840224" y="1296551"/>
                  </a:moveTo>
                  <a:lnTo>
                    <a:pt x="833824" y="1303635"/>
                  </a:lnTo>
                  <a:lnTo>
                    <a:pt x="844169" y="1301968"/>
                  </a:lnTo>
                  <a:close/>
                  <a:moveTo>
                    <a:pt x="892769" y="1289545"/>
                  </a:moveTo>
                  <a:lnTo>
                    <a:pt x="899595" y="1297742"/>
                  </a:lnTo>
                  <a:lnTo>
                    <a:pt x="906547" y="1286451"/>
                  </a:lnTo>
                  <a:close/>
                  <a:moveTo>
                    <a:pt x="498308" y="811817"/>
                  </a:moveTo>
                  <a:lnTo>
                    <a:pt x="457648" y="825820"/>
                  </a:lnTo>
                  <a:lnTo>
                    <a:pt x="504460" y="817010"/>
                  </a:lnTo>
                  <a:close/>
                  <a:moveTo>
                    <a:pt x="504460" y="817010"/>
                  </a:moveTo>
                  <a:lnTo>
                    <a:pt x="457648" y="825820"/>
                  </a:lnTo>
                  <a:lnTo>
                    <a:pt x="451333" y="839161"/>
                  </a:lnTo>
                  <a:close/>
                  <a:moveTo>
                    <a:pt x="375749" y="715555"/>
                  </a:moveTo>
                  <a:lnTo>
                    <a:pt x="355475" y="729918"/>
                  </a:lnTo>
                  <a:lnTo>
                    <a:pt x="410530" y="714975"/>
                  </a:lnTo>
                  <a:close/>
                  <a:moveTo>
                    <a:pt x="410530" y="714975"/>
                  </a:moveTo>
                  <a:lnTo>
                    <a:pt x="355475" y="729918"/>
                  </a:lnTo>
                  <a:lnTo>
                    <a:pt x="397246" y="735127"/>
                  </a:lnTo>
                  <a:close/>
                  <a:moveTo>
                    <a:pt x="397246" y="735127"/>
                  </a:moveTo>
                  <a:lnTo>
                    <a:pt x="355475" y="729918"/>
                  </a:lnTo>
                  <a:lnTo>
                    <a:pt x="375968" y="740518"/>
                  </a:lnTo>
                  <a:close/>
                  <a:moveTo>
                    <a:pt x="301022" y="650902"/>
                  </a:moveTo>
                  <a:lnTo>
                    <a:pt x="292157" y="678800"/>
                  </a:lnTo>
                  <a:lnTo>
                    <a:pt x="318735" y="670465"/>
                  </a:lnTo>
                  <a:close/>
                  <a:moveTo>
                    <a:pt x="305295" y="642045"/>
                  </a:moveTo>
                  <a:lnTo>
                    <a:pt x="301022" y="650902"/>
                  </a:lnTo>
                  <a:lnTo>
                    <a:pt x="318735" y="670465"/>
                  </a:lnTo>
                  <a:close/>
                  <a:moveTo>
                    <a:pt x="900855" y="1323207"/>
                  </a:moveTo>
                  <a:lnTo>
                    <a:pt x="918919" y="1357780"/>
                  </a:lnTo>
                  <a:lnTo>
                    <a:pt x="909815" y="1320434"/>
                  </a:lnTo>
                  <a:close/>
                  <a:moveTo>
                    <a:pt x="900855" y="1323207"/>
                  </a:moveTo>
                  <a:lnTo>
                    <a:pt x="910107" y="1359961"/>
                  </a:lnTo>
                  <a:lnTo>
                    <a:pt x="918919" y="1357780"/>
                  </a:lnTo>
                  <a:close/>
                  <a:moveTo>
                    <a:pt x="899595" y="1297742"/>
                  </a:moveTo>
                  <a:lnTo>
                    <a:pt x="900855" y="1323207"/>
                  </a:lnTo>
                  <a:lnTo>
                    <a:pt x="909815" y="1320434"/>
                  </a:lnTo>
                  <a:close/>
                  <a:moveTo>
                    <a:pt x="909815" y="1320434"/>
                  </a:moveTo>
                  <a:lnTo>
                    <a:pt x="953925" y="1280090"/>
                  </a:lnTo>
                  <a:lnTo>
                    <a:pt x="906547" y="1286451"/>
                  </a:lnTo>
                  <a:close/>
                  <a:moveTo>
                    <a:pt x="906547" y="1286451"/>
                  </a:moveTo>
                  <a:lnTo>
                    <a:pt x="953925" y="1280090"/>
                  </a:lnTo>
                  <a:lnTo>
                    <a:pt x="940390" y="1269268"/>
                  </a:lnTo>
                  <a:close/>
                  <a:moveTo>
                    <a:pt x="906547" y="1286451"/>
                  </a:moveTo>
                  <a:lnTo>
                    <a:pt x="899595" y="1297742"/>
                  </a:lnTo>
                  <a:lnTo>
                    <a:pt x="909815" y="1320434"/>
                  </a:lnTo>
                  <a:close/>
                  <a:moveTo>
                    <a:pt x="947818" y="1257259"/>
                  </a:moveTo>
                  <a:lnTo>
                    <a:pt x="906547" y="1286451"/>
                  </a:lnTo>
                  <a:lnTo>
                    <a:pt x="940390" y="1269268"/>
                  </a:lnTo>
                  <a:close/>
                  <a:moveTo>
                    <a:pt x="947818" y="1257259"/>
                  </a:moveTo>
                  <a:lnTo>
                    <a:pt x="928516" y="1281297"/>
                  </a:lnTo>
                  <a:lnTo>
                    <a:pt x="906547" y="1286451"/>
                  </a:lnTo>
                  <a:close/>
                  <a:moveTo>
                    <a:pt x="421336" y="607678"/>
                  </a:moveTo>
                  <a:lnTo>
                    <a:pt x="416966" y="570923"/>
                  </a:lnTo>
                  <a:lnTo>
                    <a:pt x="396535" y="616645"/>
                  </a:lnTo>
                  <a:close/>
                  <a:moveTo>
                    <a:pt x="209882" y="391555"/>
                  </a:moveTo>
                  <a:lnTo>
                    <a:pt x="173522" y="394027"/>
                  </a:lnTo>
                  <a:lnTo>
                    <a:pt x="216972" y="393391"/>
                  </a:lnTo>
                  <a:close/>
                  <a:moveTo>
                    <a:pt x="221063" y="387148"/>
                  </a:moveTo>
                  <a:lnTo>
                    <a:pt x="205757" y="350393"/>
                  </a:lnTo>
                  <a:lnTo>
                    <a:pt x="209882" y="391555"/>
                  </a:lnTo>
                  <a:close/>
                  <a:moveTo>
                    <a:pt x="205757" y="350393"/>
                  </a:moveTo>
                  <a:lnTo>
                    <a:pt x="204657" y="351056"/>
                  </a:lnTo>
                  <a:lnTo>
                    <a:pt x="209882" y="391555"/>
                  </a:lnTo>
                  <a:close/>
                  <a:moveTo>
                    <a:pt x="209882" y="391555"/>
                  </a:moveTo>
                  <a:lnTo>
                    <a:pt x="216972" y="393391"/>
                  </a:lnTo>
                  <a:lnTo>
                    <a:pt x="221063" y="387148"/>
                  </a:lnTo>
                  <a:close/>
                  <a:moveTo>
                    <a:pt x="185445" y="313638"/>
                  </a:moveTo>
                  <a:lnTo>
                    <a:pt x="204657" y="351056"/>
                  </a:lnTo>
                  <a:lnTo>
                    <a:pt x="205100" y="349004"/>
                  </a:lnTo>
                  <a:close/>
                  <a:moveTo>
                    <a:pt x="168134" y="367577"/>
                  </a:moveTo>
                  <a:lnTo>
                    <a:pt x="204657" y="351056"/>
                  </a:lnTo>
                  <a:lnTo>
                    <a:pt x="185445" y="313638"/>
                  </a:lnTo>
                  <a:close/>
                  <a:moveTo>
                    <a:pt x="204657" y="351056"/>
                  </a:moveTo>
                  <a:lnTo>
                    <a:pt x="205757" y="350393"/>
                  </a:lnTo>
                  <a:lnTo>
                    <a:pt x="205100" y="349004"/>
                  </a:lnTo>
                  <a:close/>
                  <a:moveTo>
                    <a:pt x="940390" y="1269268"/>
                  </a:moveTo>
                  <a:lnTo>
                    <a:pt x="953925" y="1280090"/>
                  </a:lnTo>
                  <a:lnTo>
                    <a:pt x="954639" y="1266335"/>
                  </a:lnTo>
                  <a:close/>
                  <a:moveTo>
                    <a:pt x="947818" y="1257259"/>
                  </a:moveTo>
                  <a:lnTo>
                    <a:pt x="940390" y="1269268"/>
                  </a:lnTo>
                  <a:lnTo>
                    <a:pt x="954639" y="1266335"/>
                  </a:lnTo>
                  <a:close/>
                  <a:moveTo>
                    <a:pt x="811464" y="1077733"/>
                  </a:moveTo>
                  <a:lnTo>
                    <a:pt x="794545" y="1048738"/>
                  </a:lnTo>
                  <a:lnTo>
                    <a:pt x="793288" y="1053226"/>
                  </a:lnTo>
                  <a:close/>
                  <a:moveTo>
                    <a:pt x="837768" y="1038690"/>
                  </a:moveTo>
                  <a:lnTo>
                    <a:pt x="794545" y="1048738"/>
                  </a:lnTo>
                  <a:lnTo>
                    <a:pt x="811464" y="1077733"/>
                  </a:lnTo>
                  <a:close/>
                  <a:moveTo>
                    <a:pt x="707733" y="938473"/>
                  </a:moveTo>
                  <a:lnTo>
                    <a:pt x="758348" y="950957"/>
                  </a:lnTo>
                  <a:lnTo>
                    <a:pt x="743035" y="927288"/>
                  </a:lnTo>
                  <a:close/>
                  <a:moveTo>
                    <a:pt x="757186" y="958045"/>
                  </a:moveTo>
                  <a:lnTo>
                    <a:pt x="758348" y="950957"/>
                  </a:lnTo>
                  <a:lnTo>
                    <a:pt x="707733" y="938473"/>
                  </a:lnTo>
                  <a:close/>
                  <a:moveTo>
                    <a:pt x="715945" y="975228"/>
                  </a:moveTo>
                  <a:lnTo>
                    <a:pt x="757186" y="958045"/>
                  </a:lnTo>
                  <a:lnTo>
                    <a:pt x="707733" y="938473"/>
                  </a:lnTo>
                  <a:close/>
                  <a:moveTo>
                    <a:pt x="743035" y="927288"/>
                  </a:moveTo>
                  <a:lnTo>
                    <a:pt x="758348" y="950957"/>
                  </a:lnTo>
                  <a:lnTo>
                    <a:pt x="783846" y="921713"/>
                  </a:lnTo>
                  <a:close/>
                  <a:moveTo>
                    <a:pt x="421336" y="607678"/>
                  </a:moveTo>
                  <a:lnTo>
                    <a:pt x="467075" y="609394"/>
                  </a:lnTo>
                  <a:lnTo>
                    <a:pt x="453216" y="597652"/>
                  </a:lnTo>
                  <a:close/>
                  <a:moveTo>
                    <a:pt x="416966" y="570923"/>
                  </a:moveTo>
                  <a:lnTo>
                    <a:pt x="421336" y="607678"/>
                  </a:lnTo>
                  <a:lnTo>
                    <a:pt x="453216" y="597652"/>
                  </a:lnTo>
                  <a:close/>
                  <a:moveTo>
                    <a:pt x="490773" y="594207"/>
                  </a:moveTo>
                  <a:lnTo>
                    <a:pt x="435426" y="567368"/>
                  </a:lnTo>
                  <a:lnTo>
                    <a:pt x="453216" y="597652"/>
                  </a:lnTo>
                  <a:close/>
                  <a:moveTo>
                    <a:pt x="205757" y="350393"/>
                  </a:moveTo>
                  <a:lnTo>
                    <a:pt x="221063" y="387148"/>
                  </a:lnTo>
                  <a:lnTo>
                    <a:pt x="253041" y="369965"/>
                  </a:lnTo>
                  <a:close/>
                  <a:moveTo>
                    <a:pt x="205757" y="350393"/>
                  </a:moveTo>
                  <a:lnTo>
                    <a:pt x="253041" y="369965"/>
                  </a:lnTo>
                  <a:lnTo>
                    <a:pt x="229620" y="333210"/>
                  </a:lnTo>
                  <a:close/>
                  <a:moveTo>
                    <a:pt x="211158" y="301024"/>
                  </a:moveTo>
                  <a:lnTo>
                    <a:pt x="205100" y="349004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205100" y="349004"/>
                  </a:lnTo>
                  <a:lnTo>
                    <a:pt x="205757" y="350393"/>
                  </a:lnTo>
                  <a:close/>
                  <a:moveTo>
                    <a:pt x="219625" y="296455"/>
                  </a:moveTo>
                  <a:lnTo>
                    <a:pt x="205757" y="350393"/>
                  </a:lnTo>
                  <a:lnTo>
                    <a:pt x="229620" y="333210"/>
                  </a:lnTo>
                  <a:close/>
                  <a:moveTo>
                    <a:pt x="185445" y="313638"/>
                  </a:moveTo>
                  <a:lnTo>
                    <a:pt x="205100" y="349004"/>
                  </a:lnTo>
                  <a:lnTo>
                    <a:pt x="211158" y="301024"/>
                  </a:lnTo>
                  <a:close/>
                  <a:moveTo>
                    <a:pt x="190984" y="296226"/>
                  </a:moveTo>
                  <a:lnTo>
                    <a:pt x="185445" y="313638"/>
                  </a:lnTo>
                  <a:lnTo>
                    <a:pt x="211158" y="301024"/>
                  </a:lnTo>
                  <a:close/>
                  <a:moveTo>
                    <a:pt x="240670" y="261210"/>
                  </a:moveTo>
                  <a:lnTo>
                    <a:pt x="190984" y="296226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190984" y="296226"/>
                  </a:lnTo>
                  <a:lnTo>
                    <a:pt x="211158" y="301024"/>
                  </a:lnTo>
                  <a:close/>
                  <a:moveTo>
                    <a:pt x="991948" y="1201467"/>
                  </a:moveTo>
                  <a:lnTo>
                    <a:pt x="981886" y="1226524"/>
                  </a:lnTo>
                  <a:lnTo>
                    <a:pt x="987119" y="1215330"/>
                  </a:lnTo>
                  <a:close/>
                  <a:moveTo>
                    <a:pt x="987119" y="1215330"/>
                  </a:moveTo>
                  <a:lnTo>
                    <a:pt x="1002663" y="1241531"/>
                  </a:lnTo>
                  <a:lnTo>
                    <a:pt x="1002803" y="1209520"/>
                  </a:lnTo>
                  <a:close/>
                  <a:moveTo>
                    <a:pt x="991948" y="1201467"/>
                  </a:moveTo>
                  <a:lnTo>
                    <a:pt x="987119" y="1215330"/>
                  </a:lnTo>
                  <a:lnTo>
                    <a:pt x="1002803" y="1209520"/>
                  </a:lnTo>
                  <a:close/>
                  <a:moveTo>
                    <a:pt x="1044236" y="1202923"/>
                  </a:moveTo>
                  <a:lnTo>
                    <a:pt x="1002803" y="1209520"/>
                  </a:lnTo>
                  <a:lnTo>
                    <a:pt x="1002663" y="1241531"/>
                  </a:lnTo>
                  <a:close/>
                  <a:moveTo>
                    <a:pt x="1002803" y="1209520"/>
                  </a:moveTo>
                  <a:lnTo>
                    <a:pt x="1024929" y="1200203"/>
                  </a:lnTo>
                  <a:lnTo>
                    <a:pt x="991948" y="1201467"/>
                  </a:lnTo>
                  <a:close/>
                  <a:moveTo>
                    <a:pt x="1002803" y="1209520"/>
                  </a:moveTo>
                  <a:lnTo>
                    <a:pt x="1044236" y="1202923"/>
                  </a:lnTo>
                  <a:lnTo>
                    <a:pt x="1024929" y="1200203"/>
                  </a:lnTo>
                  <a:close/>
                  <a:moveTo>
                    <a:pt x="757186" y="958045"/>
                  </a:moveTo>
                  <a:lnTo>
                    <a:pt x="762390" y="966072"/>
                  </a:lnTo>
                  <a:lnTo>
                    <a:pt x="762943" y="955850"/>
                  </a:lnTo>
                  <a:close/>
                  <a:moveTo>
                    <a:pt x="758348" y="950957"/>
                  </a:moveTo>
                  <a:lnTo>
                    <a:pt x="757186" y="958045"/>
                  </a:lnTo>
                  <a:lnTo>
                    <a:pt x="762943" y="955850"/>
                  </a:lnTo>
                  <a:close/>
                  <a:moveTo>
                    <a:pt x="762390" y="966072"/>
                  </a:moveTo>
                  <a:lnTo>
                    <a:pt x="802724" y="940862"/>
                  </a:lnTo>
                  <a:lnTo>
                    <a:pt x="762943" y="955850"/>
                  </a:lnTo>
                  <a:close/>
                  <a:moveTo>
                    <a:pt x="819540" y="958961"/>
                  </a:moveTo>
                  <a:lnTo>
                    <a:pt x="802724" y="940862"/>
                  </a:lnTo>
                  <a:lnTo>
                    <a:pt x="762390" y="966072"/>
                  </a:lnTo>
                  <a:close/>
                  <a:moveTo>
                    <a:pt x="809505" y="921439"/>
                  </a:moveTo>
                  <a:lnTo>
                    <a:pt x="762943" y="955850"/>
                  </a:lnTo>
                  <a:lnTo>
                    <a:pt x="802724" y="940862"/>
                  </a:lnTo>
                  <a:close/>
                  <a:moveTo>
                    <a:pt x="758348" y="950957"/>
                  </a:moveTo>
                  <a:lnTo>
                    <a:pt x="762943" y="955850"/>
                  </a:lnTo>
                  <a:lnTo>
                    <a:pt x="809505" y="921439"/>
                  </a:lnTo>
                  <a:close/>
                  <a:moveTo>
                    <a:pt x="783846" y="921713"/>
                  </a:moveTo>
                  <a:lnTo>
                    <a:pt x="758348" y="950957"/>
                  </a:lnTo>
                  <a:lnTo>
                    <a:pt x="809505" y="921439"/>
                  </a:lnTo>
                  <a:close/>
                  <a:moveTo>
                    <a:pt x="625033" y="774270"/>
                  </a:moveTo>
                  <a:lnTo>
                    <a:pt x="658747" y="762647"/>
                  </a:lnTo>
                  <a:lnTo>
                    <a:pt x="635672" y="741447"/>
                  </a:lnTo>
                  <a:close/>
                  <a:moveTo>
                    <a:pt x="266268" y="260707"/>
                  </a:moveTo>
                  <a:lnTo>
                    <a:pt x="219625" y="296455"/>
                  </a:lnTo>
                  <a:lnTo>
                    <a:pt x="255334" y="279272"/>
                  </a:lnTo>
                  <a:close/>
                  <a:moveTo>
                    <a:pt x="266268" y="260707"/>
                  </a:moveTo>
                  <a:lnTo>
                    <a:pt x="240670" y="261210"/>
                  </a:lnTo>
                  <a:lnTo>
                    <a:pt x="219625" y="296455"/>
                  </a:lnTo>
                  <a:close/>
                  <a:moveTo>
                    <a:pt x="1079781" y="1107453"/>
                  </a:moveTo>
                  <a:lnTo>
                    <a:pt x="1089818" y="1148207"/>
                  </a:lnTo>
                  <a:lnTo>
                    <a:pt x="1094396" y="1142934"/>
                  </a:lnTo>
                  <a:close/>
                  <a:moveTo>
                    <a:pt x="1089818" y="1148207"/>
                  </a:moveTo>
                  <a:lnTo>
                    <a:pt x="1094961" y="1144208"/>
                  </a:lnTo>
                  <a:lnTo>
                    <a:pt x="1094396" y="1142934"/>
                  </a:lnTo>
                  <a:close/>
                  <a:moveTo>
                    <a:pt x="296856" y="250496"/>
                  </a:moveTo>
                  <a:lnTo>
                    <a:pt x="266268" y="260707"/>
                  </a:lnTo>
                  <a:lnTo>
                    <a:pt x="319933" y="240569"/>
                  </a:lnTo>
                  <a:close/>
                  <a:moveTo>
                    <a:pt x="319933" y="240569"/>
                  </a:moveTo>
                  <a:lnTo>
                    <a:pt x="325371" y="225334"/>
                  </a:lnTo>
                  <a:lnTo>
                    <a:pt x="311617" y="242517"/>
                  </a:lnTo>
                  <a:close/>
                  <a:moveTo>
                    <a:pt x="1079781" y="1107453"/>
                  </a:moveTo>
                  <a:lnTo>
                    <a:pt x="1094396" y="1142934"/>
                  </a:lnTo>
                  <a:lnTo>
                    <a:pt x="1088435" y="1104584"/>
                  </a:lnTo>
                  <a:close/>
                  <a:moveTo>
                    <a:pt x="366468" y="193770"/>
                  </a:moveTo>
                  <a:lnTo>
                    <a:pt x="325371" y="225334"/>
                  </a:lnTo>
                  <a:lnTo>
                    <a:pt x="355395" y="208150"/>
                  </a:lnTo>
                  <a:close/>
                  <a:moveTo>
                    <a:pt x="366468" y="193770"/>
                  </a:moveTo>
                  <a:lnTo>
                    <a:pt x="343315" y="203413"/>
                  </a:lnTo>
                  <a:lnTo>
                    <a:pt x="325371" y="225334"/>
                  </a:lnTo>
                  <a:close/>
                  <a:moveTo>
                    <a:pt x="695161" y="491649"/>
                  </a:moveTo>
                  <a:lnTo>
                    <a:pt x="673330" y="502190"/>
                  </a:lnTo>
                  <a:lnTo>
                    <a:pt x="705444" y="492904"/>
                  </a:lnTo>
                  <a:close/>
                  <a:moveTo>
                    <a:pt x="705444" y="492904"/>
                  </a:moveTo>
                  <a:lnTo>
                    <a:pt x="673330" y="502190"/>
                  </a:lnTo>
                  <a:lnTo>
                    <a:pt x="656157" y="529411"/>
                  </a:lnTo>
                  <a:close/>
                  <a:moveTo>
                    <a:pt x="705444" y="492904"/>
                  </a:moveTo>
                  <a:lnTo>
                    <a:pt x="656157" y="529411"/>
                  </a:lnTo>
                  <a:lnTo>
                    <a:pt x="676703" y="510023"/>
                  </a:lnTo>
                  <a:close/>
                  <a:moveTo>
                    <a:pt x="695161" y="491649"/>
                  </a:moveTo>
                  <a:lnTo>
                    <a:pt x="705444" y="492904"/>
                  </a:lnTo>
                  <a:lnTo>
                    <a:pt x="709706" y="485007"/>
                  </a:lnTo>
                  <a:close/>
                  <a:moveTo>
                    <a:pt x="809819" y="345368"/>
                  </a:moveTo>
                  <a:lnTo>
                    <a:pt x="826973" y="323191"/>
                  </a:lnTo>
                  <a:lnTo>
                    <a:pt x="793747" y="340375"/>
                  </a:lnTo>
                  <a:close/>
                  <a:moveTo>
                    <a:pt x="605379" y="102661"/>
                  </a:moveTo>
                  <a:lnTo>
                    <a:pt x="597345" y="145476"/>
                  </a:lnTo>
                  <a:lnTo>
                    <a:pt x="615252" y="116220"/>
                  </a:lnTo>
                  <a:close/>
                  <a:moveTo>
                    <a:pt x="605379" y="102661"/>
                  </a:moveTo>
                  <a:lnTo>
                    <a:pt x="574794" y="119845"/>
                  </a:lnTo>
                  <a:lnTo>
                    <a:pt x="597345" y="145476"/>
                  </a:lnTo>
                  <a:close/>
                  <a:moveTo>
                    <a:pt x="603199" y="71155"/>
                  </a:moveTo>
                  <a:lnTo>
                    <a:pt x="574794" y="119845"/>
                  </a:lnTo>
                  <a:lnTo>
                    <a:pt x="605379" y="102661"/>
                  </a:lnTo>
                  <a:close/>
                  <a:moveTo>
                    <a:pt x="603199" y="71155"/>
                  </a:moveTo>
                  <a:lnTo>
                    <a:pt x="582386" y="89547"/>
                  </a:lnTo>
                  <a:lnTo>
                    <a:pt x="574794" y="119845"/>
                  </a:lnTo>
                  <a:close/>
                  <a:moveTo>
                    <a:pt x="603199" y="71155"/>
                  </a:moveTo>
                  <a:lnTo>
                    <a:pt x="602503" y="65907"/>
                  </a:lnTo>
                  <a:lnTo>
                    <a:pt x="583910" y="83090"/>
                  </a:lnTo>
                  <a:close/>
                  <a:moveTo>
                    <a:pt x="819822" y="354985"/>
                  </a:moveTo>
                  <a:lnTo>
                    <a:pt x="826973" y="323191"/>
                  </a:lnTo>
                  <a:lnTo>
                    <a:pt x="809819" y="345368"/>
                  </a:lnTo>
                  <a:close/>
                  <a:moveTo>
                    <a:pt x="843258" y="318273"/>
                  </a:moveTo>
                  <a:lnTo>
                    <a:pt x="826973" y="323191"/>
                  </a:lnTo>
                  <a:lnTo>
                    <a:pt x="819822" y="354985"/>
                  </a:lnTo>
                  <a:close/>
                  <a:moveTo>
                    <a:pt x="864681" y="345603"/>
                  </a:moveTo>
                  <a:lnTo>
                    <a:pt x="843258" y="318273"/>
                  </a:lnTo>
                  <a:lnTo>
                    <a:pt x="819822" y="354985"/>
                  </a:lnTo>
                  <a:close/>
                  <a:moveTo>
                    <a:pt x="876578" y="342763"/>
                  </a:moveTo>
                  <a:lnTo>
                    <a:pt x="874623" y="306008"/>
                  </a:lnTo>
                  <a:lnTo>
                    <a:pt x="864681" y="345603"/>
                  </a:lnTo>
                  <a:close/>
                  <a:moveTo>
                    <a:pt x="874623" y="306008"/>
                  </a:moveTo>
                  <a:lnTo>
                    <a:pt x="843258" y="318273"/>
                  </a:lnTo>
                  <a:lnTo>
                    <a:pt x="864681" y="345603"/>
                  </a:lnTo>
                  <a:close/>
                  <a:moveTo>
                    <a:pt x="834616" y="313501"/>
                  </a:moveTo>
                  <a:lnTo>
                    <a:pt x="826973" y="323191"/>
                  </a:lnTo>
                  <a:lnTo>
                    <a:pt x="843258" y="318273"/>
                  </a:lnTo>
                  <a:close/>
                  <a:moveTo>
                    <a:pt x="884941" y="280874"/>
                  </a:moveTo>
                  <a:lnTo>
                    <a:pt x="843258" y="318273"/>
                  </a:lnTo>
                  <a:lnTo>
                    <a:pt x="874623" y="306008"/>
                  </a:lnTo>
                  <a:close/>
                  <a:moveTo>
                    <a:pt x="753132" y="176172"/>
                  </a:moveTo>
                  <a:lnTo>
                    <a:pt x="765053" y="195743"/>
                  </a:lnTo>
                  <a:lnTo>
                    <a:pt x="774618" y="158988"/>
                  </a:lnTo>
                  <a:close/>
                  <a:moveTo>
                    <a:pt x="605379" y="102661"/>
                  </a:moveTo>
                  <a:lnTo>
                    <a:pt x="615252" y="116220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05379" y="102661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17667" y="97750"/>
                  </a:lnTo>
                  <a:lnTo>
                    <a:pt x="602503" y="65907"/>
                  </a:lnTo>
                  <a:close/>
                  <a:moveTo>
                    <a:pt x="602503" y="65907"/>
                  </a:moveTo>
                  <a:lnTo>
                    <a:pt x="617667" y="97750"/>
                  </a:lnTo>
                  <a:lnTo>
                    <a:pt x="646161" y="85478"/>
                  </a:lnTo>
                  <a:close/>
                  <a:moveTo>
                    <a:pt x="602503" y="65907"/>
                  </a:moveTo>
                  <a:lnTo>
                    <a:pt x="646161" y="85478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02503" y="65907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25924" y="31542"/>
                  </a:lnTo>
                  <a:lnTo>
                    <a:pt x="602503" y="65907"/>
                  </a:lnTo>
                  <a:close/>
                  <a:moveTo>
                    <a:pt x="874623" y="306008"/>
                  </a:moveTo>
                  <a:lnTo>
                    <a:pt x="876578" y="342763"/>
                  </a:lnTo>
                  <a:lnTo>
                    <a:pt x="908999" y="325580"/>
                  </a:lnTo>
                  <a:close/>
                  <a:moveTo>
                    <a:pt x="874623" y="306008"/>
                  </a:moveTo>
                  <a:lnTo>
                    <a:pt x="908999" y="325580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74623" y="306008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84941" y="280874"/>
                  </a:lnTo>
                  <a:lnTo>
                    <a:pt x="874623" y="306008"/>
                  </a:lnTo>
                  <a:close/>
                  <a:moveTo>
                    <a:pt x="884941" y="280874"/>
                  </a:moveTo>
                  <a:lnTo>
                    <a:pt x="909380" y="276040"/>
                  </a:lnTo>
                  <a:lnTo>
                    <a:pt x="893284" y="269253"/>
                  </a:lnTo>
                  <a:close/>
                  <a:moveTo>
                    <a:pt x="774618" y="158988"/>
                  </a:moveTo>
                  <a:lnTo>
                    <a:pt x="808532" y="148137"/>
                  </a:lnTo>
                  <a:lnTo>
                    <a:pt x="802247" y="145537"/>
                  </a:lnTo>
                  <a:close/>
                  <a:moveTo>
                    <a:pt x="797441" y="178560"/>
                  </a:moveTo>
                  <a:lnTo>
                    <a:pt x="808532" y="148137"/>
                  </a:lnTo>
                  <a:lnTo>
                    <a:pt x="774618" y="158988"/>
                  </a:lnTo>
                  <a:close/>
                  <a:moveTo>
                    <a:pt x="765053" y="195743"/>
                  </a:moveTo>
                  <a:lnTo>
                    <a:pt x="797441" y="178560"/>
                  </a:lnTo>
                  <a:lnTo>
                    <a:pt x="774618" y="158988"/>
                  </a:lnTo>
                  <a:close/>
                  <a:moveTo>
                    <a:pt x="802247" y="145537"/>
                  </a:moveTo>
                  <a:lnTo>
                    <a:pt x="776658" y="125175"/>
                  </a:lnTo>
                  <a:lnTo>
                    <a:pt x="774618" y="158988"/>
                  </a:lnTo>
                  <a:close/>
                  <a:moveTo>
                    <a:pt x="776658" y="125175"/>
                  </a:moveTo>
                  <a:lnTo>
                    <a:pt x="802247" y="145537"/>
                  </a:lnTo>
                  <a:lnTo>
                    <a:pt x="811422" y="141805"/>
                  </a:lnTo>
                  <a:close/>
                  <a:moveTo>
                    <a:pt x="802247" y="145537"/>
                  </a:moveTo>
                  <a:lnTo>
                    <a:pt x="808532" y="148137"/>
                  </a:lnTo>
                  <a:lnTo>
                    <a:pt x="811422" y="141805"/>
                  </a:lnTo>
                  <a:close/>
                  <a:moveTo>
                    <a:pt x="649757" y="24443"/>
                  </a:moveTo>
                  <a:lnTo>
                    <a:pt x="637080" y="48723"/>
                  </a:lnTo>
                  <a:lnTo>
                    <a:pt x="669404" y="38030"/>
                  </a:lnTo>
                  <a:close/>
                  <a:moveTo>
                    <a:pt x="669960" y="11968"/>
                  </a:moveTo>
                  <a:lnTo>
                    <a:pt x="649757" y="24443"/>
                  </a:lnTo>
                  <a:lnTo>
                    <a:pt x="703763" y="5578"/>
                  </a:lnTo>
                  <a:close/>
                  <a:moveTo>
                    <a:pt x="703763" y="5578"/>
                  </a:moveTo>
                  <a:lnTo>
                    <a:pt x="649757" y="24443"/>
                  </a:lnTo>
                  <a:lnTo>
                    <a:pt x="688326" y="31540"/>
                  </a:lnTo>
                  <a:close/>
                  <a:moveTo>
                    <a:pt x="688326" y="31540"/>
                  </a:moveTo>
                  <a:lnTo>
                    <a:pt x="649757" y="24443"/>
                  </a:lnTo>
                  <a:lnTo>
                    <a:pt x="669404" y="38030"/>
                  </a:lnTo>
                  <a:close/>
                  <a:moveTo>
                    <a:pt x="808532" y="148137"/>
                  </a:moveTo>
                  <a:lnTo>
                    <a:pt x="835065" y="151133"/>
                  </a:lnTo>
                  <a:lnTo>
                    <a:pt x="811422" y="141805"/>
                  </a:lnTo>
                  <a:close/>
                  <a:moveTo>
                    <a:pt x="811422" y="141805"/>
                  </a:moveTo>
                  <a:lnTo>
                    <a:pt x="850053" y="124621"/>
                  </a:lnTo>
                  <a:lnTo>
                    <a:pt x="804843" y="134344"/>
                  </a:lnTo>
                  <a:close/>
                  <a:moveTo>
                    <a:pt x="703763" y="5578"/>
                  </a:moveTo>
                  <a:lnTo>
                    <a:pt x="688326" y="31540"/>
                  </a:lnTo>
                  <a:lnTo>
                    <a:pt x="726869" y="18401"/>
                  </a:lnTo>
                  <a:close/>
                  <a:moveTo>
                    <a:pt x="703763" y="5578"/>
                  </a:moveTo>
                  <a:lnTo>
                    <a:pt x="726869" y="18401"/>
                  </a:lnTo>
                  <a:lnTo>
                    <a:pt x="761323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44" name="Input_density__135">
              <a:extLst>
                <a:ext uri="{FF2B5EF4-FFF2-40B4-BE49-F238E27FC236}">
                  <a16:creationId xmlns:a16="http://schemas.microsoft.com/office/drawing/2014/main" id="{4B4A8B2A-81BC-C27D-5C94-F95C4CD8BE5C}"/>
                </a:ext>
              </a:extLst>
            </p:cNvPr>
            <p:cNvSpPr>
              <a:spLocks noGrp="1"/>
            </p:cNvSpPr>
            <p:nvPr/>
          </p:nvSpPr>
          <p:spPr>
            <a:xfrm>
              <a:off x="651365" y="1542071"/>
              <a:ext cx="1049303" cy="1081155"/>
            </a:xfrm>
            <a:custGeom>
              <a:avLst/>
              <a:gdLst/>
              <a:ahLst/>
              <a:cxnLst/>
              <a:rect l="0" t="0" r="0" b="0"/>
              <a:pathLst>
                <a:path w="1049303" h="1081155">
                  <a:moveTo>
                    <a:pt x="306010" y="1063142"/>
                  </a:moveTo>
                  <a:lnTo>
                    <a:pt x="291961" y="1051746"/>
                  </a:lnTo>
                  <a:lnTo>
                    <a:pt x="323731" y="1081155"/>
                  </a:lnTo>
                  <a:close/>
                  <a:moveTo>
                    <a:pt x="254786" y="1010134"/>
                  </a:moveTo>
                  <a:lnTo>
                    <a:pt x="289691" y="1044400"/>
                  </a:lnTo>
                  <a:lnTo>
                    <a:pt x="258764" y="1011076"/>
                  </a:lnTo>
                  <a:close/>
                  <a:moveTo>
                    <a:pt x="254786" y="1010134"/>
                  </a:moveTo>
                  <a:lnTo>
                    <a:pt x="291961" y="1051746"/>
                  </a:lnTo>
                  <a:lnTo>
                    <a:pt x="289691" y="1044400"/>
                  </a:lnTo>
                  <a:close/>
                  <a:moveTo>
                    <a:pt x="289691" y="1044400"/>
                  </a:moveTo>
                  <a:lnTo>
                    <a:pt x="291961" y="1051746"/>
                  </a:lnTo>
                  <a:lnTo>
                    <a:pt x="306010" y="1063142"/>
                  </a:lnTo>
                  <a:close/>
                  <a:moveTo>
                    <a:pt x="252226" y="1007645"/>
                  </a:moveTo>
                  <a:lnTo>
                    <a:pt x="254786" y="1010134"/>
                  </a:lnTo>
                  <a:lnTo>
                    <a:pt x="258764" y="1011076"/>
                  </a:lnTo>
                  <a:close/>
                  <a:moveTo>
                    <a:pt x="306010" y="1063142"/>
                  </a:moveTo>
                  <a:lnTo>
                    <a:pt x="354250" y="1072942"/>
                  </a:lnTo>
                  <a:lnTo>
                    <a:pt x="358859" y="1039953"/>
                  </a:lnTo>
                  <a:close/>
                  <a:moveTo>
                    <a:pt x="354250" y="1072942"/>
                  </a:moveTo>
                  <a:lnTo>
                    <a:pt x="386464" y="1073841"/>
                  </a:lnTo>
                  <a:lnTo>
                    <a:pt x="358859" y="1039953"/>
                  </a:lnTo>
                  <a:close/>
                  <a:moveTo>
                    <a:pt x="297682" y="1027217"/>
                  </a:moveTo>
                  <a:lnTo>
                    <a:pt x="306010" y="1063142"/>
                  </a:lnTo>
                  <a:lnTo>
                    <a:pt x="328406" y="1050668"/>
                  </a:lnTo>
                  <a:close/>
                  <a:moveTo>
                    <a:pt x="297682" y="1027217"/>
                  </a:moveTo>
                  <a:lnTo>
                    <a:pt x="289691" y="1044400"/>
                  </a:lnTo>
                  <a:lnTo>
                    <a:pt x="306010" y="1063142"/>
                  </a:lnTo>
                  <a:close/>
                  <a:moveTo>
                    <a:pt x="266321" y="1000756"/>
                  </a:moveTo>
                  <a:lnTo>
                    <a:pt x="258764" y="1011076"/>
                  </a:lnTo>
                  <a:lnTo>
                    <a:pt x="284031" y="990462"/>
                  </a:lnTo>
                  <a:close/>
                  <a:moveTo>
                    <a:pt x="284031" y="990462"/>
                  </a:moveTo>
                  <a:lnTo>
                    <a:pt x="258764" y="1011076"/>
                  </a:lnTo>
                  <a:lnTo>
                    <a:pt x="289691" y="1044400"/>
                  </a:lnTo>
                  <a:close/>
                  <a:moveTo>
                    <a:pt x="284031" y="990462"/>
                  </a:moveTo>
                  <a:lnTo>
                    <a:pt x="289691" y="1044400"/>
                  </a:lnTo>
                  <a:lnTo>
                    <a:pt x="297682" y="1027217"/>
                  </a:lnTo>
                  <a:close/>
                  <a:moveTo>
                    <a:pt x="252226" y="1007645"/>
                  </a:moveTo>
                  <a:lnTo>
                    <a:pt x="258764" y="1011076"/>
                  </a:lnTo>
                  <a:lnTo>
                    <a:pt x="266321" y="1000756"/>
                  </a:lnTo>
                  <a:close/>
                  <a:moveTo>
                    <a:pt x="221575" y="996607"/>
                  </a:moveTo>
                  <a:lnTo>
                    <a:pt x="266321" y="1000756"/>
                  </a:lnTo>
                  <a:lnTo>
                    <a:pt x="277329" y="984276"/>
                  </a:lnTo>
                  <a:close/>
                  <a:moveTo>
                    <a:pt x="0" y="634358"/>
                  </a:moveTo>
                  <a:lnTo>
                    <a:pt x="14224" y="667541"/>
                  </a:lnTo>
                  <a:lnTo>
                    <a:pt x="45265" y="624647"/>
                  </a:lnTo>
                  <a:close/>
                  <a:moveTo>
                    <a:pt x="0" y="634358"/>
                  </a:moveTo>
                  <a:lnTo>
                    <a:pt x="45265" y="624647"/>
                  </a:lnTo>
                  <a:lnTo>
                    <a:pt x="9440" y="605567"/>
                  </a:lnTo>
                  <a:close/>
                  <a:moveTo>
                    <a:pt x="47089" y="621752"/>
                  </a:moveTo>
                  <a:lnTo>
                    <a:pt x="52313" y="574170"/>
                  </a:lnTo>
                  <a:lnTo>
                    <a:pt x="25892" y="570872"/>
                  </a:lnTo>
                  <a:close/>
                  <a:moveTo>
                    <a:pt x="304051" y="862928"/>
                  </a:moveTo>
                  <a:lnTo>
                    <a:pt x="277064" y="813033"/>
                  </a:lnTo>
                  <a:lnTo>
                    <a:pt x="276703" y="858074"/>
                  </a:lnTo>
                  <a:close/>
                  <a:moveTo>
                    <a:pt x="306183" y="809075"/>
                  </a:moveTo>
                  <a:lnTo>
                    <a:pt x="318188" y="820051"/>
                  </a:lnTo>
                  <a:lnTo>
                    <a:pt x="291770" y="801078"/>
                  </a:lnTo>
                  <a:close/>
                  <a:moveTo>
                    <a:pt x="284660" y="672617"/>
                  </a:moveTo>
                  <a:lnTo>
                    <a:pt x="307374" y="636492"/>
                  </a:lnTo>
                  <a:lnTo>
                    <a:pt x="279220" y="632292"/>
                  </a:lnTo>
                  <a:close/>
                  <a:moveTo>
                    <a:pt x="307374" y="636492"/>
                  </a:moveTo>
                  <a:lnTo>
                    <a:pt x="291988" y="625885"/>
                  </a:lnTo>
                  <a:lnTo>
                    <a:pt x="279220" y="632292"/>
                  </a:lnTo>
                  <a:close/>
                  <a:moveTo>
                    <a:pt x="174926" y="483917"/>
                  </a:moveTo>
                  <a:lnTo>
                    <a:pt x="149633" y="497852"/>
                  </a:lnTo>
                  <a:lnTo>
                    <a:pt x="188737" y="517436"/>
                  </a:lnTo>
                  <a:close/>
                  <a:moveTo>
                    <a:pt x="188737" y="517436"/>
                  </a:moveTo>
                  <a:lnTo>
                    <a:pt x="217782" y="501386"/>
                  </a:lnTo>
                  <a:lnTo>
                    <a:pt x="203072" y="488122"/>
                  </a:lnTo>
                  <a:close/>
                  <a:moveTo>
                    <a:pt x="202871" y="445637"/>
                  </a:moveTo>
                  <a:lnTo>
                    <a:pt x="192735" y="443913"/>
                  </a:lnTo>
                  <a:lnTo>
                    <a:pt x="203072" y="488122"/>
                  </a:lnTo>
                  <a:close/>
                  <a:moveTo>
                    <a:pt x="203072" y="488122"/>
                  </a:moveTo>
                  <a:lnTo>
                    <a:pt x="167324" y="445350"/>
                  </a:lnTo>
                  <a:lnTo>
                    <a:pt x="174926" y="483917"/>
                  </a:lnTo>
                  <a:close/>
                  <a:moveTo>
                    <a:pt x="128972" y="418491"/>
                  </a:moveTo>
                  <a:lnTo>
                    <a:pt x="167324" y="445350"/>
                  </a:lnTo>
                  <a:lnTo>
                    <a:pt x="167932" y="439580"/>
                  </a:lnTo>
                  <a:close/>
                  <a:moveTo>
                    <a:pt x="123657" y="424342"/>
                  </a:moveTo>
                  <a:lnTo>
                    <a:pt x="167324" y="445350"/>
                  </a:lnTo>
                  <a:lnTo>
                    <a:pt x="128972" y="418491"/>
                  </a:lnTo>
                  <a:close/>
                  <a:moveTo>
                    <a:pt x="599374" y="874860"/>
                  </a:moveTo>
                  <a:lnTo>
                    <a:pt x="571913" y="914844"/>
                  </a:lnTo>
                  <a:lnTo>
                    <a:pt x="603147" y="916540"/>
                  </a:lnTo>
                  <a:close/>
                  <a:moveTo>
                    <a:pt x="603147" y="916540"/>
                  </a:moveTo>
                  <a:lnTo>
                    <a:pt x="600329" y="935056"/>
                  </a:lnTo>
                  <a:lnTo>
                    <a:pt x="616426" y="921728"/>
                  </a:lnTo>
                  <a:close/>
                  <a:moveTo>
                    <a:pt x="498072" y="705676"/>
                  </a:moveTo>
                  <a:lnTo>
                    <a:pt x="473604" y="684015"/>
                  </a:lnTo>
                  <a:lnTo>
                    <a:pt x="494642" y="726840"/>
                  </a:lnTo>
                  <a:close/>
                  <a:moveTo>
                    <a:pt x="467940" y="717596"/>
                  </a:moveTo>
                  <a:lnTo>
                    <a:pt x="471994" y="720770"/>
                  </a:lnTo>
                  <a:lnTo>
                    <a:pt x="494642" y="726840"/>
                  </a:lnTo>
                  <a:close/>
                  <a:moveTo>
                    <a:pt x="452327" y="689407"/>
                  </a:moveTo>
                  <a:lnTo>
                    <a:pt x="467940" y="717596"/>
                  </a:lnTo>
                  <a:lnTo>
                    <a:pt x="494642" y="726840"/>
                  </a:lnTo>
                  <a:close/>
                  <a:moveTo>
                    <a:pt x="579989" y="818784"/>
                  </a:moveTo>
                  <a:lnTo>
                    <a:pt x="607621" y="823408"/>
                  </a:lnTo>
                  <a:lnTo>
                    <a:pt x="601864" y="783341"/>
                  </a:lnTo>
                  <a:close/>
                  <a:moveTo>
                    <a:pt x="579989" y="818784"/>
                  </a:moveTo>
                  <a:lnTo>
                    <a:pt x="601864" y="783341"/>
                  </a:lnTo>
                  <a:lnTo>
                    <a:pt x="569565" y="782511"/>
                  </a:lnTo>
                  <a:close/>
                  <a:moveTo>
                    <a:pt x="427211" y="682737"/>
                  </a:moveTo>
                  <a:lnTo>
                    <a:pt x="467940" y="717596"/>
                  </a:lnTo>
                  <a:lnTo>
                    <a:pt x="427308" y="684015"/>
                  </a:lnTo>
                  <a:close/>
                  <a:moveTo>
                    <a:pt x="470331" y="719516"/>
                  </a:moveTo>
                  <a:lnTo>
                    <a:pt x="467940" y="717596"/>
                  </a:lnTo>
                  <a:lnTo>
                    <a:pt x="427211" y="682737"/>
                  </a:lnTo>
                  <a:close/>
                  <a:moveTo>
                    <a:pt x="470331" y="719516"/>
                  </a:moveTo>
                  <a:lnTo>
                    <a:pt x="471994" y="720770"/>
                  </a:lnTo>
                  <a:lnTo>
                    <a:pt x="467940" y="717596"/>
                  </a:lnTo>
                  <a:close/>
                  <a:moveTo>
                    <a:pt x="359287" y="560512"/>
                  </a:moveTo>
                  <a:lnTo>
                    <a:pt x="404554" y="566916"/>
                  </a:lnTo>
                  <a:lnTo>
                    <a:pt x="405670" y="519812"/>
                  </a:lnTo>
                  <a:close/>
                  <a:moveTo>
                    <a:pt x="826768" y="1034381"/>
                  </a:moveTo>
                  <a:lnTo>
                    <a:pt x="833226" y="1043919"/>
                  </a:lnTo>
                  <a:lnTo>
                    <a:pt x="848418" y="1047317"/>
                  </a:lnTo>
                  <a:close/>
                  <a:moveTo>
                    <a:pt x="826768" y="1034381"/>
                  </a:moveTo>
                  <a:lnTo>
                    <a:pt x="848418" y="1047317"/>
                  </a:lnTo>
                  <a:lnTo>
                    <a:pt x="861589" y="1020861"/>
                  </a:lnTo>
                  <a:close/>
                  <a:moveTo>
                    <a:pt x="432468" y="517133"/>
                  </a:moveTo>
                  <a:lnTo>
                    <a:pt x="408243" y="519169"/>
                  </a:lnTo>
                  <a:lnTo>
                    <a:pt x="405670" y="519812"/>
                  </a:lnTo>
                  <a:close/>
                  <a:moveTo>
                    <a:pt x="409018" y="519812"/>
                  </a:moveTo>
                  <a:lnTo>
                    <a:pt x="408243" y="519169"/>
                  </a:lnTo>
                  <a:lnTo>
                    <a:pt x="455678" y="539383"/>
                  </a:lnTo>
                  <a:close/>
                  <a:moveTo>
                    <a:pt x="374602" y="429937"/>
                  </a:moveTo>
                  <a:lnTo>
                    <a:pt x="390234" y="483057"/>
                  </a:lnTo>
                  <a:lnTo>
                    <a:pt x="415045" y="451989"/>
                  </a:lnTo>
                  <a:close/>
                  <a:moveTo>
                    <a:pt x="725222" y="796668"/>
                  </a:moveTo>
                  <a:lnTo>
                    <a:pt x="716520" y="789052"/>
                  </a:lnTo>
                  <a:lnTo>
                    <a:pt x="707288" y="751810"/>
                  </a:lnTo>
                  <a:close/>
                  <a:moveTo>
                    <a:pt x="361269" y="306534"/>
                  </a:moveTo>
                  <a:lnTo>
                    <a:pt x="382512" y="355608"/>
                  </a:lnTo>
                  <a:lnTo>
                    <a:pt x="410352" y="338235"/>
                  </a:lnTo>
                  <a:close/>
                  <a:moveTo>
                    <a:pt x="715230" y="779485"/>
                  </a:moveTo>
                  <a:lnTo>
                    <a:pt x="707288" y="751810"/>
                  </a:lnTo>
                  <a:lnTo>
                    <a:pt x="716520" y="789052"/>
                  </a:lnTo>
                  <a:close/>
                  <a:moveTo>
                    <a:pt x="745495" y="719243"/>
                  </a:moveTo>
                  <a:lnTo>
                    <a:pt x="757882" y="725547"/>
                  </a:lnTo>
                  <a:lnTo>
                    <a:pt x="768550" y="729094"/>
                  </a:lnTo>
                  <a:close/>
                  <a:moveTo>
                    <a:pt x="552929" y="438060"/>
                  </a:moveTo>
                  <a:lnTo>
                    <a:pt x="559354" y="425389"/>
                  </a:lnTo>
                  <a:lnTo>
                    <a:pt x="524953" y="421348"/>
                  </a:lnTo>
                  <a:close/>
                  <a:moveTo>
                    <a:pt x="552929" y="438060"/>
                  </a:moveTo>
                  <a:lnTo>
                    <a:pt x="567394" y="431507"/>
                  </a:lnTo>
                  <a:lnTo>
                    <a:pt x="559354" y="425389"/>
                  </a:lnTo>
                  <a:close/>
                  <a:moveTo>
                    <a:pt x="438600" y="347641"/>
                  </a:moveTo>
                  <a:lnTo>
                    <a:pt x="458469" y="326436"/>
                  </a:lnTo>
                  <a:lnTo>
                    <a:pt x="446859" y="350153"/>
                  </a:lnTo>
                  <a:close/>
                  <a:moveTo>
                    <a:pt x="987690" y="855383"/>
                  </a:moveTo>
                  <a:lnTo>
                    <a:pt x="962174" y="838650"/>
                  </a:lnTo>
                  <a:lnTo>
                    <a:pt x="942617" y="861736"/>
                  </a:lnTo>
                  <a:close/>
                  <a:moveTo>
                    <a:pt x="909962" y="864223"/>
                  </a:moveTo>
                  <a:lnTo>
                    <a:pt x="882215" y="825104"/>
                  </a:lnTo>
                  <a:lnTo>
                    <a:pt x="872872" y="835812"/>
                  </a:lnTo>
                  <a:close/>
                  <a:moveTo>
                    <a:pt x="909962" y="864223"/>
                  </a:moveTo>
                  <a:lnTo>
                    <a:pt x="942617" y="861736"/>
                  </a:lnTo>
                  <a:lnTo>
                    <a:pt x="962174" y="838650"/>
                  </a:lnTo>
                  <a:close/>
                  <a:moveTo>
                    <a:pt x="928042" y="835613"/>
                  </a:moveTo>
                  <a:lnTo>
                    <a:pt x="909962" y="864223"/>
                  </a:lnTo>
                  <a:lnTo>
                    <a:pt x="962174" y="838650"/>
                  </a:lnTo>
                  <a:close/>
                  <a:moveTo>
                    <a:pt x="567394" y="431507"/>
                  </a:moveTo>
                  <a:lnTo>
                    <a:pt x="596940" y="468262"/>
                  </a:lnTo>
                  <a:lnTo>
                    <a:pt x="624085" y="452047"/>
                  </a:lnTo>
                  <a:close/>
                  <a:moveTo>
                    <a:pt x="607930" y="420433"/>
                  </a:moveTo>
                  <a:lnTo>
                    <a:pt x="624085" y="452047"/>
                  </a:lnTo>
                  <a:lnTo>
                    <a:pt x="629002" y="430391"/>
                  </a:lnTo>
                  <a:close/>
                  <a:moveTo>
                    <a:pt x="629002" y="430391"/>
                  </a:moveTo>
                  <a:lnTo>
                    <a:pt x="604516" y="378462"/>
                  </a:lnTo>
                  <a:lnTo>
                    <a:pt x="607930" y="420433"/>
                  </a:lnTo>
                  <a:close/>
                  <a:moveTo>
                    <a:pt x="569697" y="379681"/>
                  </a:moveTo>
                  <a:lnTo>
                    <a:pt x="524953" y="421348"/>
                  </a:lnTo>
                  <a:lnTo>
                    <a:pt x="559354" y="425389"/>
                  </a:lnTo>
                  <a:close/>
                  <a:moveTo>
                    <a:pt x="549041" y="340813"/>
                  </a:moveTo>
                  <a:lnTo>
                    <a:pt x="541612" y="359058"/>
                  </a:lnTo>
                  <a:lnTo>
                    <a:pt x="540059" y="357997"/>
                  </a:lnTo>
                  <a:close/>
                  <a:moveTo>
                    <a:pt x="535492" y="380400"/>
                  </a:moveTo>
                  <a:lnTo>
                    <a:pt x="541612" y="359058"/>
                  </a:lnTo>
                  <a:lnTo>
                    <a:pt x="549041" y="340813"/>
                  </a:lnTo>
                  <a:close/>
                  <a:moveTo>
                    <a:pt x="569697" y="379681"/>
                  </a:moveTo>
                  <a:lnTo>
                    <a:pt x="541612" y="359058"/>
                  </a:lnTo>
                  <a:lnTo>
                    <a:pt x="535492" y="380400"/>
                  </a:lnTo>
                  <a:close/>
                  <a:moveTo>
                    <a:pt x="544998" y="357997"/>
                  </a:moveTo>
                  <a:lnTo>
                    <a:pt x="603344" y="369079"/>
                  </a:lnTo>
                  <a:lnTo>
                    <a:pt x="571118" y="340813"/>
                  </a:lnTo>
                  <a:close/>
                  <a:moveTo>
                    <a:pt x="544998" y="357997"/>
                  </a:moveTo>
                  <a:lnTo>
                    <a:pt x="541612" y="359058"/>
                  </a:lnTo>
                  <a:lnTo>
                    <a:pt x="569697" y="379681"/>
                  </a:lnTo>
                  <a:close/>
                  <a:moveTo>
                    <a:pt x="1007070" y="849611"/>
                  </a:moveTo>
                  <a:lnTo>
                    <a:pt x="962174" y="838650"/>
                  </a:lnTo>
                  <a:lnTo>
                    <a:pt x="987690" y="855383"/>
                  </a:lnTo>
                  <a:close/>
                  <a:moveTo>
                    <a:pt x="969643" y="808202"/>
                  </a:moveTo>
                  <a:lnTo>
                    <a:pt x="962174" y="838650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969643" y="808202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1007070" y="849611"/>
                  </a:lnTo>
                  <a:lnTo>
                    <a:pt x="1032459" y="811311"/>
                  </a:lnTo>
                  <a:close/>
                  <a:moveTo>
                    <a:pt x="969643" y="808202"/>
                  </a:moveTo>
                  <a:lnTo>
                    <a:pt x="928042" y="835613"/>
                  </a:lnTo>
                  <a:lnTo>
                    <a:pt x="962174" y="838650"/>
                  </a:lnTo>
                  <a:close/>
                  <a:moveTo>
                    <a:pt x="966278" y="766191"/>
                  </a:moveTo>
                  <a:lnTo>
                    <a:pt x="937630" y="746885"/>
                  </a:lnTo>
                  <a:lnTo>
                    <a:pt x="920999" y="731167"/>
                  </a:lnTo>
                  <a:close/>
                  <a:moveTo>
                    <a:pt x="889827" y="729421"/>
                  </a:moveTo>
                  <a:lnTo>
                    <a:pt x="920999" y="731167"/>
                  </a:lnTo>
                  <a:lnTo>
                    <a:pt x="898860" y="726505"/>
                  </a:lnTo>
                  <a:close/>
                  <a:moveTo>
                    <a:pt x="608669" y="377568"/>
                  </a:moveTo>
                  <a:lnTo>
                    <a:pt x="655193" y="364351"/>
                  </a:lnTo>
                  <a:lnTo>
                    <a:pt x="657542" y="350931"/>
                  </a:lnTo>
                  <a:close/>
                  <a:moveTo>
                    <a:pt x="526822" y="297955"/>
                  </a:moveTo>
                  <a:lnTo>
                    <a:pt x="537011" y="334419"/>
                  </a:lnTo>
                  <a:lnTo>
                    <a:pt x="559500" y="329731"/>
                  </a:lnTo>
                  <a:close/>
                  <a:moveTo>
                    <a:pt x="571118" y="340813"/>
                  </a:moveTo>
                  <a:lnTo>
                    <a:pt x="603344" y="369079"/>
                  </a:lnTo>
                  <a:lnTo>
                    <a:pt x="566594" y="337456"/>
                  </a:lnTo>
                  <a:close/>
                  <a:moveTo>
                    <a:pt x="862333" y="528038"/>
                  </a:moveTo>
                  <a:lnTo>
                    <a:pt x="835487" y="517933"/>
                  </a:lnTo>
                  <a:lnTo>
                    <a:pt x="812627" y="496612"/>
                  </a:lnTo>
                  <a:close/>
                  <a:moveTo>
                    <a:pt x="808267" y="455410"/>
                  </a:moveTo>
                  <a:lnTo>
                    <a:pt x="812627" y="496612"/>
                  </a:lnTo>
                  <a:lnTo>
                    <a:pt x="837340" y="458862"/>
                  </a:lnTo>
                  <a:close/>
                  <a:moveTo>
                    <a:pt x="1018300" y="706240"/>
                  </a:moveTo>
                  <a:lnTo>
                    <a:pt x="1049303" y="663376"/>
                  </a:lnTo>
                  <a:lnTo>
                    <a:pt x="1020307" y="659861"/>
                  </a:lnTo>
                  <a:close/>
                  <a:moveTo>
                    <a:pt x="1020307" y="659861"/>
                  </a:moveTo>
                  <a:lnTo>
                    <a:pt x="1049303" y="663376"/>
                  </a:lnTo>
                  <a:lnTo>
                    <a:pt x="1036543" y="629002"/>
                  </a:lnTo>
                  <a:close/>
                  <a:moveTo>
                    <a:pt x="926496" y="547710"/>
                  </a:moveTo>
                  <a:lnTo>
                    <a:pt x="951195" y="554718"/>
                  </a:lnTo>
                  <a:lnTo>
                    <a:pt x="940511" y="518657"/>
                  </a:lnTo>
                  <a:close/>
                  <a:moveTo>
                    <a:pt x="887158" y="382345"/>
                  </a:moveTo>
                  <a:lnTo>
                    <a:pt x="865879" y="390914"/>
                  </a:lnTo>
                  <a:lnTo>
                    <a:pt x="859487" y="415248"/>
                  </a:lnTo>
                  <a:close/>
                  <a:moveTo>
                    <a:pt x="911309" y="336320"/>
                  </a:moveTo>
                  <a:lnTo>
                    <a:pt x="943983" y="381593"/>
                  </a:lnTo>
                  <a:lnTo>
                    <a:pt x="944519" y="336410"/>
                  </a:lnTo>
                  <a:close/>
                  <a:moveTo>
                    <a:pt x="810780" y="165299"/>
                  </a:moveTo>
                  <a:lnTo>
                    <a:pt x="797126" y="151237"/>
                  </a:lnTo>
                  <a:lnTo>
                    <a:pt x="798210" y="144631"/>
                  </a:lnTo>
                  <a:close/>
                  <a:moveTo>
                    <a:pt x="1006855" y="311223"/>
                  </a:moveTo>
                  <a:lnTo>
                    <a:pt x="989241" y="334229"/>
                  </a:lnTo>
                  <a:lnTo>
                    <a:pt x="1010165" y="316253"/>
                  </a:lnTo>
                  <a:close/>
                  <a:moveTo>
                    <a:pt x="1006855" y="311223"/>
                  </a:moveTo>
                  <a:lnTo>
                    <a:pt x="981842" y="328406"/>
                  </a:lnTo>
                  <a:lnTo>
                    <a:pt x="989241" y="334229"/>
                  </a:lnTo>
                  <a:close/>
                  <a:moveTo>
                    <a:pt x="772525" y="17183"/>
                  </a:moveTo>
                  <a:lnTo>
                    <a:pt x="775523" y="71122"/>
                  </a:lnTo>
                  <a:lnTo>
                    <a:pt x="804844" y="46897"/>
                  </a:lnTo>
                  <a:close/>
                  <a:moveTo>
                    <a:pt x="1006855" y="311223"/>
                  </a:moveTo>
                  <a:lnTo>
                    <a:pt x="1010165" y="316253"/>
                  </a:lnTo>
                  <a:lnTo>
                    <a:pt x="1004905" y="294040"/>
                  </a:lnTo>
                  <a:close/>
                  <a:moveTo>
                    <a:pt x="952999" y="195274"/>
                  </a:moveTo>
                  <a:lnTo>
                    <a:pt x="985739" y="224928"/>
                  </a:lnTo>
                  <a:lnTo>
                    <a:pt x="1005510" y="220530"/>
                  </a:lnTo>
                  <a:close/>
                  <a:moveTo>
                    <a:pt x="812497" y="0"/>
                  </a:moveTo>
                  <a:lnTo>
                    <a:pt x="804844" y="46897"/>
                  </a:lnTo>
                  <a:lnTo>
                    <a:pt x="774078" y="53393"/>
                  </a:lnTo>
                  <a:close/>
                  <a:moveTo>
                    <a:pt x="896948" y="45898"/>
                  </a:moveTo>
                  <a:lnTo>
                    <a:pt x="926412" y="73510"/>
                  </a:lnTo>
                  <a:lnTo>
                    <a:pt x="915560" y="6438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45" name="Input_density__136">
              <a:extLst>
                <a:ext uri="{FF2B5EF4-FFF2-40B4-BE49-F238E27FC236}">
                  <a16:creationId xmlns:a16="http://schemas.microsoft.com/office/drawing/2014/main" id="{73DA9502-FF42-F837-9CF6-2EF4907291C8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69731"/>
              <a:ext cx="995674" cy="1038920"/>
            </a:xfrm>
            <a:custGeom>
              <a:avLst/>
              <a:gdLst/>
              <a:ahLst/>
              <a:cxnLst/>
              <a:rect l="0" t="0" r="0" b="0"/>
              <a:pathLst>
                <a:path w="995674" h="1038920">
                  <a:moveTo>
                    <a:pt x="225937" y="968947"/>
                  </a:moveTo>
                  <a:lnTo>
                    <a:pt x="190997" y="962887"/>
                  </a:lnTo>
                  <a:lnTo>
                    <a:pt x="198505" y="962591"/>
                  </a:lnTo>
                  <a:close/>
                  <a:moveTo>
                    <a:pt x="398567" y="995141"/>
                  </a:moveTo>
                  <a:lnTo>
                    <a:pt x="377015" y="985573"/>
                  </a:lnTo>
                  <a:lnTo>
                    <a:pt x="363221" y="1012293"/>
                  </a:lnTo>
                  <a:close/>
                  <a:moveTo>
                    <a:pt x="398567" y="995141"/>
                  </a:moveTo>
                  <a:lnTo>
                    <a:pt x="407296" y="956295"/>
                  </a:lnTo>
                  <a:lnTo>
                    <a:pt x="378253" y="972286"/>
                  </a:lnTo>
                  <a:close/>
                  <a:moveTo>
                    <a:pt x="378253" y="972286"/>
                  </a:moveTo>
                  <a:lnTo>
                    <a:pt x="357325" y="945619"/>
                  </a:lnTo>
                  <a:lnTo>
                    <a:pt x="377015" y="985573"/>
                  </a:lnTo>
                  <a:close/>
                  <a:moveTo>
                    <a:pt x="0" y="595252"/>
                  </a:moveTo>
                  <a:lnTo>
                    <a:pt x="13802" y="577907"/>
                  </a:lnTo>
                  <a:lnTo>
                    <a:pt x="30254" y="543212"/>
                  </a:lnTo>
                  <a:close/>
                  <a:moveTo>
                    <a:pt x="518511" y="1026748"/>
                  </a:moveTo>
                  <a:lnTo>
                    <a:pt x="488125" y="1037718"/>
                  </a:lnTo>
                  <a:lnTo>
                    <a:pt x="496034" y="1038920"/>
                  </a:lnTo>
                  <a:close/>
                  <a:moveTo>
                    <a:pt x="518511" y="1026748"/>
                  </a:moveTo>
                  <a:lnTo>
                    <a:pt x="496034" y="1038920"/>
                  </a:lnTo>
                  <a:lnTo>
                    <a:pt x="547614" y="1010986"/>
                  </a:lnTo>
                  <a:close/>
                  <a:moveTo>
                    <a:pt x="357325" y="945619"/>
                  </a:moveTo>
                  <a:lnTo>
                    <a:pt x="378253" y="972286"/>
                  </a:lnTo>
                  <a:lnTo>
                    <a:pt x="384419" y="979554"/>
                  </a:lnTo>
                  <a:close/>
                  <a:moveTo>
                    <a:pt x="535367" y="993564"/>
                  </a:moveTo>
                  <a:lnTo>
                    <a:pt x="555771" y="993348"/>
                  </a:lnTo>
                  <a:lnTo>
                    <a:pt x="548486" y="984762"/>
                  </a:lnTo>
                  <a:close/>
                  <a:moveTo>
                    <a:pt x="547614" y="1010986"/>
                  </a:moveTo>
                  <a:lnTo>
                    <a:pt x="555771" y="993348"/>
                  </a:lnTo>
                  <a:lnTo>
                    <a:pt x="535367" y="993564"/>
                  </a:lnTo>
                  <a:close/>
                  <a:moveTo>
                    <a:pt x="518511" y="1026748"/>
                  </a:moveTo>
                  <a:lnTo>
                    <a:pt x="547614" y="1010986"/>
                  </a:lnTo>
                  <a:lnTo>
                    <a:pt x="535367" y="993564"/>
                  </a:lnTo>
                  <a:close/>
                  <a:moveTo>
                    <a:pt x="555771" y="993348"/>
                  </a:moveTo>
                  <a:lnTo>
                    <a:pt x="558860" y="1001945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55771" y="993348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63977" y="975955"/>
                  </a:lnTo>
                  <a:lnTo>
                    <a:pt x="538543" y="980266"/>
                  </a:lnTo>
                  <a:close/>
                  <a:moveTo>
                    <a:pt x="598101" y="941276"/>
                  </a:moveTo>
                  <a:lnTo>
                    <a:pt x="563977" y="975955"/>
                  </a:lnTo>
                  <a:lnTo>
                    <a:pt x="592703" y="958782"/>
                  </a:lnTo>
                  <a:close/>
                  <a:moveTo>
                    <a:pt x="598101" y="941276"/>
                  </a:moveTo>
                  <a:lnTo>
                    <a:pt x="575045" y="932932"/>
                  </a:lnTo>
                  <a:lnTo>
                    <a:pt x="563977" y="975955"/>
                  </a:lnTo>
                  <a:close/>
                  <a:moveTo>
                    <a:pt x="283582" y="604632"/>
                  </a:moveTo>
                  <a:lnTo>
                    <a:pt x="296350" y="598225"/>
                  </a:lnTo>
                  <a:lnTo>
                    <a:pt x="310118" y="563274"/>
                  </a:lnTo>
                  <a:close/>
                  <a:moveTo>
                    <a:pt x="121381" y="386752"/>
                  </a:moveTo>
                  <a:lnTo>
                    <a:pt x="128019" y="396682"/>
                  </a:lnTo>
                  <a:lnTo>
                    <a:pt x="133334" y="390831"/>
                  </a:lnTo>
                  <a:close/>
                  <a:moveTo>
                    <a:pt x="128019" y="396682"/>
                  </a:moveTo>
                  <a:lnTo>
                    <a:pt x="121381" y="386752"/>
                  </a:lnTo>
                  <a:lnTo>
                    <a:pt x="101818" y="357909"/>
                  </a:lnTo>
                  <a:close/>
                  <a:moveTo>
                    <a:pt x="466340" y="747049"/>
                  </a:moveTo>
                  <a:lnTo>
                    <a:pt x="499004" y="699181"/>
                  </a:lnTo>
                  <a:lnTo>
                    <a:pt x="476356" y="693110"/>
                  </a:lnTo>
                  <a:close/>
                  <a:moveTo>
                    <a:pt x="311148" y="557343"/>
                  </a:moveTo>
                  <a:lnTo>
                    <a:pt x="341681" y="546926"/>
                  </a:lnTo>
                  <a:lnTo>
                    <a:pt x="363649" y="532853"/>
                  </a:lnTo>
                  <a:close/>
                  <a:moveTo>
                    <a:pt x="329530" y="529862"/>
                  </a:moveTo>
                  <a:lnTo>
                    <a:pt x="311148" y="557343"/>
                  </a:lnTo>
                  <a:lnTo>
                    <a:pt x="363649" y="532853"/>
                  </a:lnTo>
                  <a:close/>
                  <a:moveTo>
                    <a:pt x="611984" y="795748"/>
                  </a:moveTo>
                  <a:lnTo>
                    <a:pt x="608674" y="826079"/>
                  </a:lnTo>
                  <a:lnTo>
                    <a:pt x="622047" y="803375"/>
                  </a:lnTo>
                  <a:close/>
                  <a:moveTo>
                    <a:pt x="399582" y="542621"/>
                  </a:moveTo>
                  <a:lnTo>
                    <a:pt x="428930" y="528907"/>
                  </a:lnTo>
                  <a:lnTo>
                    <a:pt x="408916" y="539256"/>
                  </a:lnTo>
                  <a:close/>
                  <a:moveTo>
                    <a:pt x="374028" y="475451"/>
                  </a:moveTo>
                  <a:lnTo>
                    <a:pt x="394596" y="455397"/>
                  </a:lnTo>
                  <a:lnTo>
                    <a:pt x="377924" y="447869"/>
                  </a:lnTo>
                  <a:close/>
                  <a:moveTo>
                    <a:pt x="452701" y="441253"/>
                  </a:moveTo>
                  <a:lnTo>
                    <a:pt x="457157" y="440895"/>
                  </a:lnTo>
                  <a:lnTo>
                    <a:pt x="453111" y="438214"/>
                  </a:lnTo>
                  <a:close/>
                  <a:moveTo>
                    <a:pt x="460150" y="438214"/>
                  </a:moveTo>
                  <a:lnTo>
                    <a:pt x="457157" y="440895"/>
                  </a:lnTo>
                  <a:lnTo>
                    <a:pt x="452701" y="441253"/>
                  </a:lnTo>
                  <a:close/>
                  <a:moveTo>
                    <a:pt x="747876" y="780384"/>
                  </a:moveTo>
                  <a:lnTo>
                    <a:pt x="785058" y="794826"/>
                  </a:lnTo>
                  <a:lnTo>
                    <a:pt x="773726" y="780827"/>
                  </a:lnTo>
                  <a:close/>
                  <a:moveTo>
                    <a:pt x="453111" y="438214"/>
                  </a:moveTo>
                  <a:lnTo>
                    <a:pt x="457157" y="440895"/>
                  </a:lnTo>
                  <a:lnTo>
                    <a:pt x="462942" y="432927"/>
                  </a:lnTo>
                  <a:close/>
                  <a:moveTo>
                    <a:pt x="462942" y="432927"/>
                  </a:moveTo>
                  <a:lnTo>
                    <a:pt x="457157" y="440895"/>
                  </a:lnTo>
                  <a:lnTo>
                    <a:pt x="460150" y="438214"/>
                  </a:lnTo>
                  <a:close/>
                  <a:moveTo>
                    <a:pt x="492392" y="421030"/>
                  </a:moveTo>
                  <a:lnTo>
                    <a:pt x="505391" y="425506"/>
                  </a:lnTo>
                  <a:lnTo>
                    <a:pt x="512334" y="426406"/>
                  </a:lnTo>
                  <a:close/>
                  <a:moveTo>
                    <a:pt x="485451" y="422105"/>
                  </a:moveTo>
                  <a:lnTo>
                    <a:pt x="492392" y="421030"/>
                  </a:lnTo>
                  <a:lnTo>
                    <a:pt x="476546" y="417178"/>
                  </a:lnTo>
                  <a:close/>
                  <a:moveTo>
                    <a:pt x="476546" y="417178"/>
                  </a:moveTo>
                  <a:lnTo>
                    <a:pt x="462942" y="432927"/>
                  </a:lnTo>
                  <a:lnTo>
                    <a:pt x="485451" y="422105"/>
                  </a:lnTo>
                  <a:close/>
                  <a:moveTo>
                    <a:pt x="546078" y="427993"/>
                  </a:moveTo>
                  <a:lnTo>
                    <a:pt x="512334" y="426406"/>
                  </a:lnTo>
                  <a:lnTo>
                    <a:pt x="505391" y="425506"/>
                  </a:lnTo>
                  <a:close/>
                  <a:moveTo>
                    <a:pt x="492392" y="421030"/>
                  </a:moveTo>
                  <a:lnTo>
                    <a:pt x="512334" y="426406"/>
                  </a:lnTo>
                  <a:lnTo>
                    <a:pt x="519708" y="413866"/>
                  </a:lnTo>
                  <a:close/>
                  <a:moveTo>
                    <a:pt x="557291" y="410400"/>
                  </a:moveTo>
                  <a:lnTo>
                    <a:pt x="512334" y="426406"/>
                  </a:lnTo>
                  <a:lnTo>
                    <a:pt x="546078" y="427993"/>
                  </a:lnTo>
                  <a:close/>
                  <a:moveTo>
                    <a:pt x="872686" y="805458"/>
                  </a:moveTo>
                  <a:lnTo>
                    <a:pt x="837010" y="796652"/>
                  </a:lnTo>
                  <a:lnTo>
                    <a:pt x="809304" y="788431"/>
                  </a:lnTo>
                  <a:close/>
                  <a:moveTo>
                    <a:pt x="570956" y="309797"/>
                  </a:moveTo>
                  <a:lnTo>
                    <a:pt x="624090" y="338435"/>
                  </a:lnTo>
                  <a:lnTo>
                    <a:pt x="583017" y="344738"/>
                  </a:lnTo>
                  <a:close/>
                  <a:moveTo>
                    <a:pt x="961941" y="697602"/>
                  </a:moveTo>
                  <a:lnTo>
                    <a:pt x="965317" y="698112"/>
                  </a:lnTo>
                  <a:lnTo>
                    <a:pt x="946660" y="686191"/>
                  </a:lnTo>
                  <a:close/>
                  <a:moveTo>
                    <a:pt x="961941" y="697602"/>
                  </a:moveTo>
                  <a:lnTo>
                    <a:pt x="995674" y="699146"/>
                  </a:lnTo>
                  <a:lnTo>
                    <a:pt x="965317" y="698112"/>
                  </a:lnTo>
                  <a:close/>
                  <a:moveTo>
                    <a:pt x="883086" y="555721"/>
                  </a:moveTo>
                  <a:lnTo>
                    <a:pt x="877355" y="590010"/>
                  </a:lnTo>
                  <a:lnTo>
                    <a:pt x="895117" y="572335"/>
                  </a:lnTo>
                  <a:close/>
                  <a:moveTo>
                    <a:pt x="816989" y="468952"/>
                  </a:moveTo>
                  <a:lnTo>
                    <a:pt x="829245" y="479745"/>
                  </a:lnTo>
                  <a:lnTo>
                    <a:pt x="841702" y="431202"/>
                  </a:lnTo>
                  <a:close/>
                  <a:moveTo>
                    <a:pt x="756793" y="401308"/>
                  </a:moveTo>
                  <a:lnTo>
                    <a:pt x="793329" y="398694"/>
                  </a:lnTo>
                  <a:lnTo>
                    <a:pt x="777800" y="411227"/>
                  </a:lnTo>
                  <a:close/>
                  <a:moveTo>
                    <a:pt x="777800" y="411227"/>
                  </a:moveTo>
                  <a:lnTo>
                    <a:pt x="812394" y="415989"/>
                  </a:lnTo>
                  <a:lnTo>
                    <a:pt x="827637" y="376774"/>
                  </a:lnTo>
                  <a:close/>
                  <a:moveTo>
                    <a:pt x="812394" y="415989"/>
                  </a:moveTo>
                  <a:lnTo>
                    <a:pt x="840502" y="396506"/>
                  </a:lnTo>
                  <a:lnTo>
                    <a:pt x="863849" y="387588"/>
                  </a:lnTo>
                  <a:close/>
                  <a:moveTo>
                    <a:pt x="827637" y="376774"/>
                  </a:moveTo>
                  <a:lnTo>
                    <a:pt x="812394" y="415989"/>
                  </a:lnTo>
                  <a:lnTo>
                    <a:pt x="863849" y="387588"/>
                  </a:lnTo>
                  <a:close/>
                  <a:moveTo>
                    <a:pt x="863849" y="387588"/>
                  </a:moveTo>
                  <a:lnTo>
                    <a:pt x="870241" y="363254"/>
                  </a:lnTo>
                  <a:lnTo>
                    <a:pt x="827637" y="376774"/>
                  </a:lnTo>
                  <a:close/>
                  <a:moveTo>
                    <a:pt x="863401" y="1080"/>
                  </a:moveTo>
                  <a:lnTo>
                    <a:pt x="819788" y="19206"/>
                  </a:lnTo>
                  <a:lnTo>
                    <a:pt x="809206" y="19237"/>
                  </a:lnTo>
                  <a:close/>
                  <a:moveTo>
                    <a:pt x="884302" y="9095"/>
                  </a:moveTo>
                  <a:lnTo>
                    <a:pt x="901310" y="18238"/>
                  </a:lnTo>
                  <a:lnTo>
                    <a:pt x="876732" y="0"/>
                  </a:lnTo>
                  <a:close/>
                  <a:moveTo>
                    <a:pt x="863401" y="1080"/>
                  </a:moveTo>
                  <a:lnTo>
                    <a:pt x="884302" y="9095"/>
                  </a:lnTo>
                  <a:lnTo>
                    <a:pt x="876732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46" name="Input_density__137">
              <a:extLst>
                <a:ext uri="{FF2B5EF4-FFF2-40B4-BE49-F238E27FC236}">
                  <a16:creationId xmlns:a16="http://schemas.microsoft.com/office/drawing/2014/main" id="{99411256-3D29-EEBC-1349-CFE68758D24D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70810"/>
              <a:ext cx="1054111" cy="1037840"/>
            </a:xfrm>
            <a:custGeom>
              <a:avLst/>
              <a:gdLst/>
              <a:ahLst/>
              <a:cxnLst/>
              <a:rect l="0" t="0" r="0" b="0"/>
              <a:pathLst>
                <a:path w="1054111" h="1037840">
                  <a:moveTo>
                    <a:pt x="234003" y="969659"/>
                  </a:moveTo>
                  <a:lnTo>
                    <a:pt x="256588" y="978906"/>
                  </a:lnTo>
                  <a:lnTo>
                    <a:pt x="225937" y="967868"/>
                  </a:lnTo>
                  <a:close/>
                  <a:moveTo>
                    <a:pt x="310372" y="1034403"/>
                  </a:moveTo>
                  <a:lnTo>
                    <a:pt x="363221" y="1011214"/>
                  </a:lnTo>
                  <a:lnTo>
                    <a:pt x="332768" y="1021929"/>
                  </a:lnTo>
                  <a:close/>
                  <a:moveTo>
                    <a:pt x="256588" y="978906"/>
                  </a:moveTo>
                  <a:lnTo>
                    <a:pt x="270683" y="972016"/>
                  </a:lnTo>
                  <a:lnTo>
                    <a:pt x="225937" y="967868"/>
                  </a:lnTo>
                  <a:close/>
                  <a:moveTo>
                    <a:pt x="18586" y="638802"/>
                  </a:moveTo>
                  <a:lnTo>
                    <a:pt x="19659" y="648111"/>
                  </a:lnTo>
                  <a:lnTo>
                    <a:pt x="49627" y="595908"/>
                  </a:lnTo>
                  <a:close/>
                  <a:moveTo>
                    <a:pt x="18586" y="638802"/>
                  </a:moveTo>
                  <a:lnTo>
                    <a:pt x="4362" y="605619"/>
                  </a:lnTo>
                  <a:lnTo>
                    <a:pt x="13289" y="630927"/>
                  </a:lnTo>
                  <a:close/>
                  <a:moveTo>
                    <a:pt x="4362" y="605619"/>
                  </a:moveTo>
                  <a:lnTo>
                    <a:pt x="0" y="594173"/>
                  </a:lnTo>
                  <a:lnTo>
                    <a:pt x="13289" y="630927"/>
                  </a:lnTo>
                  <a:close/>
                  <a:moveTo>
                    <a:pt x="0" y="594173"/>
                  </a:moveTo>
                  <a:lnTo>
                    <a:pt x="4362" y="605619"/>
                  </a:lnTo>
                  <a:lnTo>
                    <a:pt x="13802" y="576828"/>
                  </a:lnTo>
                  <a:close/>
                  <a:moveTo>
                    <a:pt x="30254" y="542132"/>
                  </a:moveTo>
                  <a:lnTo>
                    <a:pt x="56675" y="545430"/>
                  </a:lnTo>
                  <a:lnTo>
                    <a:pt x="34066" y="540234"/>
                  </a:lnTo>
                  <a:close/>
                  <a:moveTo>
                    <a:pt x="13802" y="576828"/>
                  </a:moveTo>
                  <a:lnTo>
                    <a:pt x="51451" y="593013"/>
                  </a:lnTo>
                  <a:lnTo>
                    <a:pt x="30254" y="542132"/>
                  </a:lnTo>
                  <a:close/>
                  <a:moveTo>
                    <a:pt x="34066" y="540234"/>
                  </a:moveTo>
                  <a:lnTo>
                    <a:pt x="56675" y="545430"/>
                  </a:lnTo>
                  <a:lnTo>
                    <a:pt x="31644" y="520662"/>
                  </a:lnTo>
                  <a:close/>
                  <a:moveTo>
                    <a:pt x="496034" y="1037840"/>
                  </a:moveTo>
                  <a:lnTo>
                    <a:pt x="462141" y="1014211"/>
                  </a:lnTo>
                  <a:lnTo>
                    <a:pt x="469870" y="1018049"/>
                  </a:lnTo>
                  <a:close/>
                  <a:moveTo>
                    <a:pt x="488125" y="1036638"/>
                  </a:moveTo>
                  <a:lnTo>
                    <a:pt x="462141" y="1014211"/>
                  </a:lnTo>
                  <a:lnTo>
                    <a:pt x="496034" y="1037840"/>
                  </a:lnTo>
                  <a:close/>
                  <a:moveTo>
                    <a:pt x="407296" y="955216"/>
                  </a:moveTo>
                  <a:lnTo>
                    <a:pt x="429364" y="944539"/>
                  </a:lnTo>
                  <a:lnTo>
                    <a:pt x="430186" y="968355"/>
                  </a:lnTo>
                  <a:close/>
                  <a:moveTo>
                    <a:pt x="295017" y="862739"/>
                  </a:moveTo>
                  <a:lnTo>
                    <a:pt x="308413" y="834189"/>
                  </a:lnTo>
                  <a:lnTo>
                    <a:pt x="281065" y="829335"/>
                  </a:lnTo>
                  <a:close/>
                  <a:moveTo>
                    <a:pt x="488125" y="1036638"/>
                  </a:moveTo>
                  <a:lnTo>
                    <a:pt x="436417" y="1008036"/>
                  </a:lnTo>
                  <a:lnTo>
                    <a:pt x="462141" y="1014211"/>
                  </a:lnTo>
                  <a:close/>
                  <a:moveTo>
                    <a:pt x="315625" y="726397"/>
                  </a:moveTo>
                  <a:lnTo>
                    <a:pt x="284625" y="692200"/>
                  </a:lnTo>
                  <a:lnTo>
                    <a:pt x="292574" y="706826"/>
                  </a:lnTo>
                  <a:close/>
                  <a:moveTo>
                    <a:pt x="549191" y="947962"/>
                  </a:moveTo>
                  <a:lnTo>
                    <a:pt x="563977" y="974875"/>
                  </a:lnTo>
                  <a:lnTo>
                    <a:pt x="575045" y="931852"/>
                  </a:lnTo>
                  <a:close/>
                  <a:moveTo>
                    <a:pt x="575045" y="931852"/>
                  </a:moveTo>
                  <a:lnTo>
                    <a:pt x="598101" y="940196"/>
                  </a:lnTo>
                  <a:lnTo>
                    <a:pt x="575193" y="920604"/>
                  </a:lnTo>
                  <a:close/>
                  <a:moveTo>
                    <a:pt x="598101" y="940196"/>
                  </a:moveTo>
                  <a:lnTo>
                    <a:pt x="604691" y="906316"/>
                  </a:lnTo>
                  <a:lnTo>
                    <a:pt x="575193" y="920604"/>
                  </a:lnTo>
                  <a:close/>
                  <a:moveTo>
                    <a:pt x="572447" y="929744"/>
                  </a:moveTo>
                  <a:lnTo>
                    <a:pt x="575045" y="931852"/>
                  </a:lnTo>
                  <a:lnTo>
                    <a:pt x="575193" y="920604"/>
                  </a:lnTo>
                  <a:close/>
                  <a:moveTo>
                    <a:pt x="576275" y="886104"/>
                  </a:moveTo>
                  <a:lnTo>
                    <a:pt x="572447" y="929744"/>
                  </a:lnTo>
                  <a:lnTo>
                    <a:pt x="575193" y="920604"/>
                  </a:lnTo>
                  <a:close/>
                  <a:moveTo>
                    <a:pt x="607509" y="887801"/>
                  </a:moveTo>
                  <a:lnTo>
                    <a:pt x="575193" y="920604"/>
                  </a:lnTo>
                  <a:lnTo>
                    <a:pt x="604691" y="906316"/>
                  </a:lnTo>
                  <a:close/>
                  <a:moveTo>
                    <a:pt x="607509" y="887801"/>
                  </a:moveTo>
                  <a:lnTo>
                    <a:pt x="576275" y="886104"/>
                  </a:lnTo>
                  <a:lnTo>
                    <a:pt x="575193" y="920604"/>
                  </a:lnTo>
                  <a:close/>
                  <a:moveTo>
                    <a:pt x="586407" y="839050"/>
                  </a:moveTo>
                  <a:lnTo>
                    <a:pt x="580430" y="843973"/>
                  </a:lnTo>
                  <a:lnTo>
                    <a:pt x="603736" y="846121"/>
                  </a:lnTo>
                  <a:close/>
                  <a:moveTo>
                    <a:pt x="603736" y="846121"/>
                  </a:moveTo>
                  <a:lnTo>
                    <a:pt x="580430" y="843973"/>
                  </a:lnTo>
                  <a:lnTo>
                    <a:pt x="576275" y="886104"/>
                  </a:lnTo>
                  <a:close/>
                  <a:moveTo>
                    <a:pt x="586407" y="839050"/>
                  </a:moveTo>
                  <a:lnTo>
                    <a:pt x="603736" y="846121"/>
                  </a:lnTo>
                  <a:lnTo>
                    <a:pt x="608674" y="825000"/>
                  </a:lnTo>
                  <a:close/>
                  <a:moveTo>
                    <a:pt x="177871" y="411582"/>
                  </a:moveTo>
                  <a:lnTo>
                    <a:pt x="207234" y="416898"/>
                  </a:lnTo>
                  <a:lnTo>
                    <a:pt x="237169" y="435209"/>
                  </a:lnTo>
                  <a:close/>
                  <a:moveTo>
                    <a:pt x="581051" y="837475"/>
                  </a:moveTo>
                  <a:lnTo>
                    <a:pt x="580430" y="843973"/>
                  </a:lnTo>
                  <a:lnTo>
                    <a:pt x="586407" y="839050"/>
                  </a:lnTo>
                  <a:close/>
                  <a:moveTo>
                    <a:pt x="611984" y="794668"/>
                  </a:moveTo>
                  <a:lnTo>
                    <a:pt x="586407" y="839050"/>
                  </a:lnTo>
                  <a:lnTo>
                    <a:pt x="608674" y="825000"/>
                  </a:lnTo>
                  <a:close/>
                  <a:moveTo>
                    <a:pt x="581051" y="837475"/>
                  </a:moveTo>
                  <a:lnTo>
                    <a:pt x="586407" y="839050"/>
                  </a:lnTo>
                  <a:lnTo>
                    <a:pt x="611984" y="794668"/>
                  </a:lnTo>
                  <a:close/>
                  <a:moveTo>
                    <a:pt x="584351" y="790045"/>
                  </a:moveTo>
                  <a:lnTo>
                    <a:pt x="581051" y="837475"/>
                  </a:lnTo>
                  <a:lnTo>
                    <a:pt x="611984" y="794668"/>
                  </a:lnTo>
                  <a:close/>
                  <a:moveTo>
                    <a:pt x="606226" y="754602"/>
                  </a:moveTo>
                  <a:lnTo>
                    <a:pt x="611984" y="794668"/>
                  </a:lnTo>
                  <a:lnTo>
                    <a:pt x="622047" y="802295"/>
                  </a:lnTo>
                  <a:close/>
                  <a:moveTo>
                    <a:pt x="413380" y="491072"/>
                  </a:moveTo>
                  <a:lnTo>
                    <a:pt x="428930" y="527827"/>
                  </a:lnTo>
                  <a:lnTo>
                    <a:pt x="399582" y="541542"/>
                  </a:lnTo>
                  <a:close/>
                  <a:moveTo>
                    <a:pt x="366975" y="500438"/>
                  </a:moveTo>
                  <a:lnTo>
                    <a:pt x="329530" y="528782"/>
                  </a:lnTo>
                  <a:lnTo>
                    <a:pt x="363649" y="531773"/>
                  </a:lnTo>
                  <a:close/>
                  <a:moveTo>
                    <a:pt x="340641" y="494759"/>
                  </a:moveTo>
                  <a:lnTo>
                    <a:pt x="329530" y="528782"/>
                  </a:lnTo>
                  <a:lnTo>
                    <a:pt x="366975" y="500438"/>
                  </a:lnTo>
                  <a:close/>
                  <a:moveTo>
                    <a:pt x="366975" y="500438"/>
                  </a:moveTo>
                  <a:lnTo>
                    <a:pt x="374028" y="474371"/>
                  </a:lnTo>
                  <a:lnTo>
                    <a:pt x="344252" y="487620"/>
                  </a:lnTo>
                  <a:close/>
                  <a:moveTo>
                    <a:pt x="410033" y="491072"/>
                  </a:moveTo>
                  <a:lnTo>
                    <a:pt x="408916" y="538176"/>
                  </a:lnTo>
                  <a:lnTo>
                    <a:pt x="412582" y="527827"/>
                  </a:lnTo>
                  <a:close/>
                  <a:moveTo>
                    <a:pt x="399582" y="541542"/>
                  </a:moveTo>
                  <a:lnTo>
                    <a:pt x="408916" y="538176"/>
                  </a:lnTo>
                  <a:lnTo>
                    <a:pt x="363649" y="531773"/>
                  </a:lnTo>
                  <a:close/>
                  <a:moveTo>
                    <a:pt x="394596" y="454317"/>
                  </a:moveTo>
                  <a:lnTo>
                    <a:pt x="374028" y="474371"/>
                  </a:lnTo>
                  <a:lnTo>
                    <a:pt x="399914" y="456000"/>
                  </a:lnTo>
                  <a:close/>
                  <a:moveTo>
                    <a:pt x="399914" y="456000"/>
                  </a:moveTo>
                  <a:lnTo>
                    <a:pt x="374028" y="474371"/>
                  </a:lnTo>
                  <a:lnTo>
                    <a:pt x="366975" y="500438"/>
                  </a:lnTo>
                  <a:close/>
                  <a:moveTo>
                    <a:pt x="377924" y="446789"/>
                  </a:moveTo>
                  <a:lnTo>
                    <a:pt x="394596" y="454317"/>
                  </a:lnTo>
                  <a:lnTo>
                    <a:pt x="378964" y="401197"/>
                  </a:lnTo>
                  <a:close/>
                  <a:moveTo>
                    <a:pt x="419407" y="423249"/>
                  </a:moveTo>
                  <a:lnTo>
                    <a:pt x="394596" y="454317"/>
                  </a:lnTo>
                  <a:lnTo>
                    <a:pt x="400873" y="450163"/>
                  </a:lnTo>
                  <a:close/>
                  <a:moveTo>
                    <a:pt x="453111" y="437134"/>
                  </a:moveTo>
                  <a:lnTo>
                    <a:pt x="419407" y="423249"/>
                  </a:lnTo>
                  <a:lnTo>
                    <a:pt x="452701" y="440174"/>
                  </a:lnTo>
                  <a:close/>
                  <a:moveTo>
                    <a:pt x="747876" y="779305"/>
                  </a:moveTo>
                  <a:lnTo>
                    <a:pt x="720882" y="760312"/>
                  </a:lnTo>
                  <a:lnTo>
                    <a:pt x="729584" y="767929"/>
                  </a:lnTo>
                  <a:close/>
                  <a:moveTo>
                    <a:pt x="736944" y="766800"/>
                  </a:moveTo>
                  <a:lnTo>
                    <a:pt x="720882" y="760312"/>
                  </a:lnTo>
                  <a:lnTo>
                    <a:pt x="747876" y="779305"/>
                  </a:lnTo>
                  <a:close/>
                  <a:moveTo>
                    <a:pt x="773726" y="779747"/>
                  </a:moveTo>
                  <a:lnTo>
                    <a:pt x="736944" y="766800"/>
                  </a:lnTo>
                  <a:lnTo>
                    <a:pt x="747876" y="779305"/>
                  </a:lnTo>
                  <a:close/>
                  <a:moveTo>
                    <a:pt x="453111" y="437134"/>
                  </a:moveTo>
                  <a:lnTo>
                    <a:pt x="462942" y="431848"/>
                  </a:lnTo>
                  <a:lnTo>
                    <a:pt x="419407" y="423249"/>
                  </a:lnTo>
                  <a:close/>
                  <a:moveTo>
                    <a:pt x="419407" y="423249"/>
                  </a:moveTo>
                  <a:lnTo>
                    <a:pt x="462942" y="431848"/>
                  </a:lnTo>
                  <a:lnTo>
                    <a:pt x="476546" y="416098"/>
                  </a:lnTo>
                  <a:close/>
                  <a:moveTo>
                    <a:pt x="419407" y="423249"/>
                  </a:moveTo>
                  <a:lnTo>
                    <a:pt x="476546" y="416098"/>
                  </a:lnTo>
                  <a:lnTo>
                    <a:pt x="442799" y="414500"/>
                  </a:lnTo>
                  <a:close/>
                  <a:moveTo>
                    <a:pt x="891688" y="819298"/>
                  </a:moveTo>
                  <a:lnTo>
                    <a:pt x="914324" y="835483"/>
                  </a:lnTo>
                  <a:lnTo>
                    <a:pt x="877235" y="807072"/>
                  </a:lnTo>
                  <a:close/>
                  <a:moveTo>
                    <a:pt x="492392" y="419951"/>
                  </a:moveTo>
                  <a:lnTo>
                    <a:pt x="519708" y="412786"/>
                  </a:lnTo>
                  <a:lnTo>
                    <a:pt x="476546" y="416098"/>
                  </a:lnTo>
                  <a:close/>
                  <a:moveTo>
                    <a:pt x="476546" y="416098"/>
                  </a:moveTo>
                  <a:lnTo>
                    <a:pt x="519708" y="412786"/>
                  </a:lnTo>
                  <a:lnTo>
                    <a:pt x="529315" y="392609"/>
                  </a:lnTo>
                  <a:close/>
                  <a:moveTo>
                    <a:pt x="557291" y="409321"/>
                  </a:moveTo>
                  <a:lnTo>
                    <a:pt x="519708" y="412786"/>
                  </a:lnTo>
                  <a:lnTo>
                    <a:pt x="512334" y="425326"/>
                  </a:lnTo>
                  <a:close/>
                  <a:moveTo>
                    <a:pt x="519708" y="412786"/>
                  </a:moveTo>
                  <a:lnTo>
                    <a:pt x="557291" y="409321"/>
                  </a:lnTo>
                  <a:lnTo>
                    <a:pt x="529315" y="392609"/>
                  </a:lnTo>
                  <a:close/>
                  <a:moveTo>
                    <a:pt x="571756" y="402767"/>
                  </a:moveTo>
                  <a:lnTo>
                    <a:pt x="604008" y="443176"/>
                  </a:lnTo>
                  <a:lnTo>
                    <a:pt x="601302" y="439522"/>
                  </a:lnTo>
                  <a:close/>
                  <a:moveTo>
                    <a:pt x="546078" y="426914"/>
                  </a:moveTo>
                  <a:lnTo>
                    <a:pt x="604008" y="443176"/>
                  </a:lnTo>
                  <a:lnTo>
                    <a:pt x="571756" y="402767"/>
                  </a:lnTo>
                  <a:close/>
                  <a:moveTo>
                    <a:pt x="571756" y="402767"/>
                  </a:moveTo>
                  <a:lnTo>
                    <a:pt x="557291" y="409321"/>
                  </a:lnTo>
                  <a:lnTo>
                    <a:pt x="546078" y="426914"/>
                  </a:lnTo>
                  <a:close/>
                  <a:moveTo>
                    <a:pt x="462831" y="297697"/>
                  </a:moveTo>
                  <a:lnTo>
                    <a:pt x="460543" y="292502"/>
                  </a:lnTo>
                  <a:lnTo>
                    <a:pt x="445681" y="300699"/>
                  </a:lnTo>
                  <a:close/>
                  <a:moveTo>
                    <a:pt x="445681" y="300699"/>
                  </a:moveTo>
                  <a:lnTo>
                    <a:pt x="460543" y="292502"/>
                  </a:lnTo>
                  <a:lnTo>
                    <a:pt x="432466" y="279660"/>
                  </a:lnTo>
                  <a:close/>
                  <a:moveTo>
                    <a:pt x="445681" y="300699"/>
                  </a:moveTo>
                  <a:lnTo>
                    <a:pt x="432466" y="279660"/>
                  </a:lnTo>
                  <a:lnTo>
                    <a:pt x="414714" y="309495"/>
                  </a:lnTo>
                  <a:close/>
                  <a:moveTo>
                    <a:pt x="992052" y="826644"/>
                  </a:moveTo>
                  <a:lnTo>
                    <a:pt x="983420" y="844667"/>
                  </a:lnTo>
                  <a:lnTo>
                    <a:pt x="1006833" y="835998"/>
                  </a:lnTo>
                  <a:close/>
                  <a:moveTo>
                    <a:pt x="872686" y="804379"/>
                  </a:moveTo>
                  <a:lnTo>
                    <a:pt x="877235" y="807072"/>
                  </a:lnTo>
                  <a:lnTo>
                    <a:pt x="886577" y="796364"/>
                  </a:lnTo>
                  <a:close/>
                  <a:moveTo>
                    <a:pt x="992052" y="826644"/>
                  </a:moveTo>
                  <a:lnTo>
                    <a:pt x="1006833" y="835998"/>
                  </a:lnTo>
                  <a:lnTo>
                    <a:pt x="1011432" y="820871"/>
                  </a:lnTo>
                  <a:close/>
                  <a:moveTo>
                    <a:pt x="1011432" y="820871"/>
                  </a:moveTo>
                  <a:lnTo>
                    <a:pt x="1006833" y="835998"/>
                  </a:lnTo>
                  <a:lnTo>
                    <a:pt x="1027688" y="826644"/>
                  </a:lnTo>
                  <a:close/>
                  <a:moveTo>
                    <a:pt x="789349" y="521164"/>
                  </a:moveTo>
                  <a:lnTo>
                    <a:pt x="808267" y="515421"/>
                  </a:lnTo>
                  <a:lnTo>
                    <a:pt x="778247" y="508027"/>
                  </a:lnTo>
                  <a:close/>
                  <a:moveTo>
                    <a:pt x="661904" y="322191"/>
                  </a:moveTo>
                  <a:lnTo>
                    <a:pt x="624090" y="337355"/>
                  </a:lnTo>
                  <a:lnTo>
                    <a:pt x="607706" y="340340"/>
                  </a:lnTo>
                  <a:close/>
                  <a:moveTo>
                    <a:pt x="659555" y="335611"/>
                  </a:moveTo>
                  <a:lnTo>
                    <a:pt x="690448" y="337584"/>
                  </a:lnTo>
                  <a:lnTo>
                    <a:pt x="661904" y="322191"/>
                  </a:lnTo>
                  <a:close/>
                  <a:moveTo>
                    <a:pt x="563862" y="300991"/>
                  </a:moveTo>
                  <a:lnTo>
                    <a:pt x="541373" y="305679"/>
                  </a:lnTo>
                  <a:lnTo>
                    <a:pt x="553403" y="312074"/>
                  </a:lnTo>
                  <a:close/>
                  <a:moveTo>
                    <a:pt x="563862" y="300991"/>
                  </a:moveTo>
                  <a:lnTo>
                    <a:pt x="570956" y="308717"/>
                  </a:lnTo>
                  <a:lnTo>
                    <a:pt x="567231" y="294890"/>
                  </a:lnTo>
                  <a:close/>
                  <a:moveTo>
                    <a:pt x="570956" y="308717"/>
                  </a:moveTo>
                  <a:lnTo>
                    <a:pt x="607706" y="340340"/>
                  </a:lnTo>
                  <a:lnTo>
                    <a:pt x="624090" y="337355"/>
                  </a:lnTo>
                  <a:close/>
                  <a:moveTo>
                    <a:pt x="1019730" y="691800"/>
                  </a:moveTo>
                  <a:lnTo>
                    <a:pt x="1041272" y="734205"/>
                  </a:lnTo>
                  <a:lnTo>
                    <a:pt x="1051254" y="685086"/>
                  </a:lnTo>
                  <a:close/>
                  <a:moveTo>
                    <a:pt x="997373" y="699195"/>
                  </a:moveTo>
                  <a:lnTo>
                    <a:pt x="1041272" y="734205"/>
                  </a:lnTo>
                  <a:lnTo>
                    <a:pt x="1019730" y="691800"/>
                  </a:lnTo>
                  <a:close/>
                  <a:moveTo>
                    <a:pt x="998811" y="696891"/>
                  </a:moveTo>
                  <a:lnTo>
                    <a:pt x="997373" y="699195"/>
                  </a:lnTo>
                  <a:lnTo>
                    <a:pt x="1019730" y="691800"/>
                  </a:lnTo>
                  <a:close/>
                  <a:moveTo>
                    <a:pt x="995674" y="698066"/>
                  </a:moveTo>
                  <a:lnTo>
                    <a:pt x="998811" y="696891"/>
                  </a:lnTo>
                  <a:lnTo>
                    <a:pt x="965317" y="697032"/>
                  </a:lnTo>
                  <a:close/>
                  <a:moveTo>
                    <a:pt x="873958" y="582887"/>
                  </a:moveTo>
                  <a:lnTo>
                    <a:pt x="877355" y="588930"/>
                  </a:lnTo>
                  <a:lnTo>
                    <a:pt x="883086" y="554642"/>
                  </a:lnTo>
                  <a:close/>
                  <a:moveTo>
                    <a:pt x="883086" y="554642"/>
                  </a:moveTo>
                  <a:lnTo>
                    <a:pt x="895117" y="571255"/>
                  </a:lnTo>
                  <a:lnTo>
                    <a:pt x="917730" y="559592"/>
                  </a:lnTo>
                  <a:close/>
                  <a:moveTo>
                    <a:pt x="777800" y="410147"/>
                  </a:moveTo>
                  <a:lnTo>
                    <a:pt x="793329" y="397614"/>
                  </a:lnTo>
                  <a:lnTo>
                    <a:pt x="812394" y="414909"/>
                  </a:lnTo>
                  <a:close/>
                  <a:moveTo>
                    <a:pt x="661904" y="322191"/>
                  </a:moveTo>
                  <a:lnTo>
                    <a:pt x="689816" y="301975"/>
                  </a:lnTo>
                  <a:lnTo>
                    <a:pt x="705101" y="277707"/>
                  </a:lnTo>
                  <a:close/>
                  <a:moveTo>
                    <a:pt x="1019730" y="691800"/>
                  </a:moveTo>
                  <a:lnTo>
                    <a:pt x="965317" y="697032"/>
                  </a:lnTo>
                  <a:lnTo>
                    <a:pt x="998811" y="696891"/>
                  </a:lnTo>
                  <a:close/>
                  <a:moveTo>
                    <a:pt x="1019730" y="691800"/>
                  </a:moveTo>
                  <a:lnTo>
                    <a:pt x="986440" y="691912"/>
                  </a:lnTo>
                  <a:lnTo>
                    <a:pt x="965317" y="697032"/>
                  </a:lnTo>
                  <a:close/>
                  <a:moveTo>
                    <a:pt x="1022662" y="677500"/>
                  </a:moveTo>
                  <a:lnTo>
                    <a:pt x="986440" y="691912"/>
                  </a:lnTo>
                  <a:lnTo>
                    <a:pt x="1019730" y="691800"/>
                  </a:lnTo>
                  <a:close/>
                  <a:moveTo>
                    <a:pt x="1051822" y="680881"/>
                  </a:moveTo>
                  <a:lnTo>
                    <a:pt x="1019730" y="691800"/>
                  </a:lnTo>
                  <a:lnTo>
                    <a:pt x="1051254" y="685086"/>
                  </a:lnTo>
                  <a:close/>
                  <a:moveTo>
                    <a:pt x="1051822" y="680881"/>
                  </a:moveTo>
                  <a:lnTo>
                    <a:pt x="1022662" y="677500"/>
                  </a:lnTo>
                  <a:lnTo>
                    <a:pt x="1019730" y="691800"/>
                  </a:lnTo>
                  <a:close/>
                  <a:moveTo>
                    <a:pt x="1022662" y="677500"/>
                  </a:moveTo>
                  <a:lnTo>
                    <a:pt x="1051822" y="680881"/>
                  </a:lnTo>
                  <a:lnTo>
                    <a:pt x="1053665" y="634636"/>
                  </a:lnTo>
                  <a:close/>
                  <a:moveTo>
                    <a:pt x="1051822" y="680881"/>
                  </a:moveTo>
                  <a:lnTo>
                    <a:pt x="1051254" y="685086"/>
                  </a:lnTo>
                  <a:lnTo>
                    <a:pt x="1054111" y="682012"/>
                  </a:lnTo>
                  <a:close/>
                  <a:moveTo>
                    <a:pt x="1053665" y="634636"/>
                  </a:moveTo>
                  <a:lnTo>
                    <a:pt x="1051822" y="680881"/>
                  </a:lnTo>
                  <a:lnTo>
                    <a:pt x="1054111" y="682012"/>
                  </a:lnTo>
                  <a:close/>
                  <a:moveTo>
                    <a:pt x="955557" y="525978"/>
                  </a:moveTo>
                  <a:lnTo>
                    <a:pt x="930858" y="518970"/>
                  </a:lnTo>
                  <a:lnTo>
                    <a:pt x="917730" y="559592"/>
                  </a:lnTo>
                  <a:close/>
                  <a:moveTo>
                    <a:pt x="837062" y="362060"/>
                  </a:moveTo>
                  <a:lnTo>
                    <a:pt x="870241" y="362175"/>
                  </a:lnTo>
                  <a:lnTo>
                    <a:pt x="868818" y="318584"/>
                  </a:lnTo>
                  <a:close/>
                  <a:moveTo>
                    <a:pt x="863849" y="386508"/>
                  </a:moveTo>
                  <a:lnTo>
                    <a:pt x="894511" y="376570"/>
                  </a:lnTo>
                  <a:lnTo>
                    <a:pt x="891520" y="353606"/>
                  </a:lnTo>
                  <a:close/>
                  <a:moveTo>
                    <a:pt x="807362" y="98709"/>
                  </a:moveTo>
                  <a:lnTo>
                    <a:pt x="815142" y="136560"/>
                  </a:lnTo>
                  <a:lnTo>
                    <a:pt x="802572" y="115892"/>
                  </a:lnTo>
                  <a:close/>
                  <a:moveTo>
                    <a:pt x="852508" y="18614"/>
                  </a:moveTo>
                  <a:lnTo>
                    <a:pt x="830713" y="25199"/>
                  </a:lnTo>
                  <a:lnTo>
                    <a:pt x="845455" y="29112"/>
                  </a:lnTo>
                  <a:close/>
                  <a:moveTo>
                    <a:pt x="830713" y="25199"/>
                  </a:moveTo>
                  <a:lnTo>
                    <a:pt x="852508" y="18614"/>
                  </a:lnTo>
                  <a:lnTo>
                    <a:pt x="863401" y="0"/>
                  </a:lnTo>
                  <a:close/>
                  <a:moveTo>
                    <a:pt x="809206" y="18158"/>
                  </a:moveTo>
                  <a:lnTo>
                    <a:pt x="830713" y="25199"/>
                  </a:lnTo>
                  <a:lnTo>
                    <a:pt x="863401" y="0"/>
                  </a:lnTo>
                  <a:close/>
                  <a:moveTo>
                    <a:pt x="845455" y="29112"/>
                  </a:moveTo>
                  <a:lnTo>
                    <a:pt x="884302" y="8016"/>
                  </a:lnTo>
                  <a:lnTo>
                    <a:pt x="852508" y="18614"/>
                  </a:lnTo>
                  <a:close/>
                  <a:moveTo>
                    <a:pt x="901310" y="17158"/>
                  </a:moveTo>
                  <a:lnTo>
                    <a:pt x="884302" y="8016"/>
                  </a:lnTo>
                  <a:lnTo>
                    <a:pt x="845455" y="29112"/>
                  </a:lnTo>
                  <a:close/>
                  <a:moveTo>
                    <a:pt x="852508" y="18614"/>
                  </a:moveTo>
                  <a:lnTo>
                    <a:pt x="884302" y="8016"/>
                  </a:lnTo>
                  <a:lnTo>
                    <a:pt x="863401" y="0"/>
                  </a:lnTo>
                  <a:close/>
                  <a:moveTo>
                    <a:pt x="1019121" y="9172"/>
                  </a:moveTo>
                  <a:lnTo>
                    <a:pt x="1035318" y="40751"/>
                  </a:lnTo>
                  <a:lnTo>
                    <a:pt x="1044476" y="4715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47" name="Input_density__138">
              <a:extLst>
                <a:ext uri="{FF2B5EF4-FFF2-40B4-BE49-F238E27FC236}">
                  <a16:creationId xmlns:a16="http://schemas.microsoft.com/office/drawing/2014/main" id="{0303824D-BDE2-CB23-2A8C-7C868C96B05F}"/>
                </a:ext>
              </a:extLst>
            </p:cNvPr>
            <p:cNvSpPr>
              <a:spLocks noGrp="1"/>
            </p:cNvSpPr>
            <p:nvPr/>
          </p:nvSpPr>
          <p:spPr>
            <a:xfrm>
              <a:off x="699584" y="1491545"/>
              <a:ext cx="988324" cy="1151877"/>
            </a:xfrm>
            <a:custGeom>
              <a:avLst/>
              <a:gdLst/>
              <a:ahLst/>
              <a:cxnLst/>
              <a:rect l="0" t="0" r="0" b="0"/>
              <a:pathLst>
                <a:path w="988324" h="1151877">
                  <a:moveTo>
                    <a:pt x="275512" y="1131681"/>
                  </a:moveTo>
                  <a:lnTo>
                    <a:pt x="301330" y="1151877"/>
                  </a:lnTo>
                  <a:lnTo>
                    <a:pt x="306031" y="1123468"/>
                  </a:lnTo>
                  <a:close/>
                  <a:moveTo>
                    <a:pt x="275512" y="1131681"/>
                  </a:moveTo>
                  <a:lnTo>
                    <a:pt x="306031" y="1123468"/>
                  </a:lnTo>
                  <a:lnTo>
                    <a:pt x="257791" y="1113668"/>
                  </a:lnTo>
                  <a:close/>
                  <a:moveTo>
                    <a:pt x="218102" y="1051282"/>
                  </a:moveTo>
                  <a:lnTo>
                    <a:pt x="235813" y="1040987"/>
                  </a:lnTo>
                  <a:lnTo>
                    <a:pt x="229110" y="1034802"/>
                  </a:lnTo>
                  <a:close/>
                  <a:moveTo>
                    <a:pt x="324435" y="1063759"/>
                  </a:moveTo>
                  <a:lnTo>
                    <a:pt x="304744" y="1023804"/>
                  </a:lnTo>
                  <a:lnTo>
                    <a:pt x="278666" y="1029133"/>
                  </a:lnTo>
                  <a:close/>
                  <a:moveTo>
                    <a:pt x="272919" y="989058"/>
                  </a:moveTo>
                  <a:lnTo>
                    <a:pt x="272737" y="977132"/>
                  </a:lnTo>
                  <a:lnTo>
                    <a:pt x="237428" y="969695"/>
                  </a:lnTo>
                  <a:close/>
                  <a:moveTo>
                    <a:pt x="56482" y="693009"/>
                  </a:moveTo>
                  <a:lnTo>
                    <a:pt x="40693" y="704069"/>
                  </a:lnTo>
                  <a:lnTo>
                    <a:pt x="52503" y="701922"/>
                  </a:lnTo>
                  <a:close/>
                  <a:moveTo>
                    <a:pt x="0" y="673438"/>
                  </a:moveTo>
                  <a:lnTo>
                    <a:pt x="40693" y="704069"/>
                  </a:lnTo>
                  <a:lnTo>
                    <a:pt x="56482" y="693009"/>
                  </a:lnTo>
                  <a:close/>
                  <a:moveTo>
                    <a:pt x="52503" y="701922"/>
                  </a:moveTo>
                  <a:lnTo>
                    <a:pt x="35461" y="712878"/>
                  </a:lnTo>
                  <a:lnTo>
                    <a:pt x="56482" y="693009"/>
                  </a:lnTo>
                  <a:close/>
                  <a:moveTo>
                    <a:pt x="242436" y="942005"/>
                  </a:moveTo>
                  <a:lnTo>
                    <a:pt x="282809" y="918581"/>
                  </a:lnTo>
                  <a:lnTo>
                    <a:pt x="255833" y="913454"/>
                  </a:lnTo>
                  <a:close/>
                  <a:moveTo>
                    <a:pt x="269970" y="870576"/>
                  </a:moveTo>
                  <a:lnTo>
                    <a:pt x="257964" y="859601"/>
                  </a:lnTo>
                  <a:lnTo>
                    <a:pt x="255833" y="913454"/>
                  </a:lnTo>
                  <a:close/>
                  <a:moveTo>
                    <a:pt x="255833" y="913454"/>
                  </a:moveTo>
                  <a:lnTo>
                    <a:pt x="292119" y="896356"/>
                  </a:lnTo>
                  <a:lnTo>
                    <a:pt x="269970" y="870576"/>
                  </a:lnTo>
                  <a:close/>
                  <a:moveTo>
                    <a:pt x="255833" y="913454"/>
                  </a:moveTo>
                  <a:lnTo>
                    <a:pt x="282809" y="918581"/>
                  </a:lnTo>
                  <a:lnTo>
                    <a:pt x="292119" y="896356"/>
                  </a:lnTo>
                  <a:close/>
                  <a:moveTo>
                    <a:pt x="257964" y="859601"/>
                  </a:moveTo>
                  <a:lnTo>
                    <a:pt x="238946" y="822846"/>
                  </a:lnTo>
                  <a:lnTo>
                    <a:pt x="228846" y="863559"/>
                  </a:lnTo>
                  <a:close/>
                  <a:moveTo>
                    <a:pt x="53472" y="611641"/>
                  </a:moveTo>
                  <a:lnTo>
                    <a:pt x="934" y="583785"/>
                  </a:lnTo>
                  <a:lnTo>
                    <a:pt x="24294" y="619499"/>
                  </a:lnTo>
                  <a:close/>
                  <a:moveTo>
                    <a:pt x="257964" y="859601"/>
                  </a:moveTo>
                  <a:lnTo>
                    <a:pt x="263045" y="805663"/>
                  </a:lnTo>
                  <a:lnTo>
                    <a:pt x="238946" y="822846"/>
                  </a:lnTo>
                  <a:close/>
                  <a:moveTo>
                    <a:pt x="263045" y="805663"/>
                  </a:moveTo>
                  <a:lnTo>
                    <a:pt x="239993" y="786091"/>
                  </a:lnTo>
                  <a:lnTo>
                    <a:pt x="238946" y="822846"/>
                  </a:lnTo>
                  <a:close/>
                  <a:moveTo>
                    <a:pt x="79066" y="590833"/>
                  </a:moveTo>
                  <a:lnTo>
                    <a:pt x="83149" y="574181"/>
                  </a:lnTo>
                  <a:lnTo>
                    <a:pt x="84908" y="602316"/>
                  </a:lnTo>
                  <a:close/>
                  <a:moveTo>
                    <a:pt x="104059" y="623994"/>
                  </a:moveTo>
                  <a:lnTo>
                    <a:pt x="136714" y="621509"/>
                  </a:lnTo>
                  <a:lnTo>
                    <a:pt x="120489" y="628992"/>
                  </a:lnTo>
                  <a:close/>
                  <a:moveTo>
                    <a:pt x="341282" y="719174"/>
                  </a:moveTo>
                  <a:lnTo>
                    <a:pt x="310491" y="717118"/>
                  </a:lnTo>
                  <a:lnTo>
                    <a:pt x="349087" y="724814"/>
                  </a:lnTo>
                  <a:close/>
                  <a:moveTo>
                    <a:pt x="80017" y="511623"/>
                  </a:moveTo>
                  <a:lnTo>
                    <a:pt x="126707" y="534443"/>
                  </a:lnTo>
                  <a:lnTo>
                    <a:pt x="119105" y="495876"/>
                  </a:lnTo>
                  <a:close/>
                  <a:moveTo>
                    <a:pt x="80017" y="511623"/>
                  </a:moveTo>
                  <a:lnTo>
                    <a:pt x="101415" y="548378"/>
                  </a:lnTo>
                  <a:lnTo>
                    <a:pt x="126707" y="534443"/>
                  </a:lnTo>
                  <a:close/>
                  <a:moveTo>
                    <a:pt x="154854" y="538648"/>
                  </a:moveTo>
                  <a:lnTo>
                    <a:pt x="144516" y="494439"/>
                  </a:lnTo>
                  <a:lnTo>
                    <a:pt x="119105" y="495876"/>
                  </a:lnTo>
                  <a:close/>
                  <a:moveTo>
                    <a:pt x="119105" y="495876"/>
                  </a:moveTo>
                  <a:lnTo>
                    <a:pt x="144516" y="494439"/>
                  </a:lnTo>
                  <a:lnTo>
                    <a:pt x="119713" y="490106"/>
                  </a:lnTo>
                  <a:close/>
                  <a:moveTo>
                    <a:pt x="446423" y="777366"/>
                  </a:moveTo>
                  <a:lnTo>
                    <a:pt x="425386" y="734541"/>
                  </a:lnTo>
                  <a:lnTo>
                    <a:pt x="404108" y="739933"/>
                  </a:lnTo>
                  <a:close/>
                  <a:moveTo>
                    <a:pt x="377185" y="733659"/>
                  </a:moveTo>
                  <a:lnTo>
                    <a:pt x="349087" y="724814"/>
                  </a:lnTo>
                  <a:lnTo>
                    <a:pt x="315427" y="723542"/>
                  </a:lnTo>
                  <a:close/>
                  <a:moveTo>
                    <a:pt x="377185" y="733659"/>
                  </a:moveTo>
                  <a:lnTo>
                    <a:pt x="315427" y="723542"/>
                  </a:lnTo>
                  <a:lnTo>
                    <a:pt x="339198" y="716208"/>
                  </a:lnTo>
                  <a:close/>
                  <a:moveTo>
                    <a:pt x="377185" y="733659"/>
                  </a:moveTo>
                  <a:lnTo>
                    <a:pt x="379090" y="734541"/>
                  </a:lnTo>
                  <a:lnTo>
                    <a:pt x="383615" y="729332"/>
                  </a:lnTo>
                  <a:close/>
                  <a:moveTo>
                    <a:pt x="349087" y="724814"/>
                  </a:moveTo>
                  <a:lnTo>
                    <a:pt x="377185" y="733659"/>
                  </a:lnTo>
                  <a:lnTo>
                    <a:pt x="383615" y="729332"/>
                  </a:lnTo>
                  <a:close/>
                  <a:moveTo>
                    <a:pt x="419722" y="768121"/>
                  </a:moveTo>
                  <a:lnTo>
                    <a:pt x="404108" y="739933"/>
                  </a:lnTo>
                  <a:lnTo>
                    <a:pt x="379090" y="734541"/>
                  </a:lnTo>
                  <a:close/>
                  <a:moveTo>
                    <a:pt x="144516" y="494439"/>
                  </a:moveTo>
                  <a:lnTo>
                    <a:pt x="154653" y="496163"/>
                  </a:lnTo>
                  <a:lnTo>
                    <a:pt x="125291" y="490847"/>
                  </a:lnTo>
                  <a:close/>
                  <a:moveTo>
                    <a:pt x="119713" y="490106"/>
                  </a:moveTo>
                  <a:lnTo>
                    <a:pt x="144516" y="494439"/>
                  </a:lnTo>
                  <a:lnTo>
                    <a:pt x="125291" y="490847"/>
                  </a:lnTo>
                  <a:close/>
                  <a:moveTo>
                    <a:pt x="148895" y="378426"/>
                  </a:moveTo>
                  <a:lnTo>
                    <a:pt x="93810" y="393259"/>
                  </a:lnTo>
                  <a:lnTo>
                    <a:pt x="117034" y="383880"/>
                  </a:lnTo>
                  <a:close/>
                  <a:moveTo>
                    <a:pt x="521347" y="833037"/>
                  </a:moveTo>
                  <a:lnTo>
                    <a:pt x="532600" y="816424"/>
                  </a:lnTo>
                  <a:lnTo>
                    <a:pt x="503061" y="830561"/>
                  </a:lnTo>
                  <a:close/>
                  <a:moveTo>
                    <a:pt x="521347" y="833037"/>
                  </a:moveTo>
                  <a:lnTo>
                    <a:pt x="553645" y="833867"/>
                  </a:lnTo>
                  <a:lnTo>
                    <a:pt x="532600" y="816424"/>
                  </a:lnTo>
                  <a:close/>
                  <a:moveTo>
                    <a:pt x="357452" y="570338"/>
                  </a:moveTo>
                  <a:lnTo>
                    <a:pt x="314395" y="579703"/>
                  </a:lnTo>
                  <a:lnTo>
                    <a:pt x="311069" y="611038"/>
                  </a:lnTo>
                  <a:close/>
                  <a:moveTo>
                    <a:pt x="357452" y="570338"/>
                  </a:moveTo>
                  <a:lnTo>
                    <a:pt x="357841" y="565126"/>
                  </a:lnTo>
                  <a:lnTo>
                    <a:pt x="347333" y="535266"/>
                  </a:lnTo>
                  <a:close/>
                  <a:moveTo>
                    <a:pt x="314395" y="579703"/>
                  </a:moveTo>
                  <a:lnTo>
                    <a:pt x="357452" y="570338"/>
                  </a:lnTo>
                  <a:lnTo>
                    <a:pt x="347333" y="535266"/>
                  </a:lnTo>
                  <a:close/>
                  <a:moveTo>
                    <a:pt x="357841" y="565126"/>
                  </a:moveTo>
                  <a:lnTo>
                    <a:pt x="360799" y="570338"/>
                  </a:lnTo>
                  <a:lnTo>
                    <a:pt x="347333" y="535266"/>
                  </a:lnTo>
                  <a:close/>
                  <a:moveTo>
                    <a:pt x="148895" y="378426"/>
                  </a:moveTo>
                  <a:lnTo>
                    <a:pt x="117034" y="383880"/>
                  </a:lnTo>
                  <a:lnTo>
                    <a:pt x="175617" y="382126"/>
                  </a:lnTo>
                  <a:close/>
                  <a:moveTo>
                    <a:pt x="184033" y="385224"/>
                  </a:moveTo>
                  <a:lnTo>
                    <a:pt x="186259" y="386563"/>
                  </a:lnTo>
                  <a:lnTo>
                    <a:pt x="201662" y="393441"/>
                  </a:lnTo>
                  <a:close/>
                  <a:moveTo>
                    <a:pt x="212758" y="396417"/>
                  </a:moveTo>
                  <a:lnTo>
                    <a:pt x="201662" y="393441"/>
                  </a:lnTo>
                  <a:lnTo>
                    <a:pt x="186259" y="386563"/>
                  </a:lnTo>
                  <a:close/>
                  <a:moveTo>
                    <a:pt x="839604" y="1077148"/>
                  </a:moveTo>
                  <a:lnTo>
                    <a:pt x="813370" y="1071386"/>
                  </a:lnTo>
                  <a:lnTo>
                    <a:pt x="800199" y="1097843"/>
                  </a:lnTo>
                  <a:close/>
                  <a:moveTo>
                    <a:pt x="326383" y="480463"/>
                  </a:moveTo>
                  <a:lnTo>
                    <a:pt x="366826" y="502514"/>
                  </a:lnTo>
                  <a:lnTo>
                    <a:pt x="329079" y="479644"/>
                  </a:lnTo>
                  <a:close/>
                  <a:moveTo>
                    <a:pt x="263531" y="461671"/>
                  </a:moveTo>
                  <a:lnTo>
                    <a:pt x="286002" y="449479"/>
                  </a:lnTo>
                  <a:lnTo>
                    <a:pt x="326383" y="480463"/>
                  </a:lnTo>
                  <a:close/>
                  <a:moveTo>
                    <a:pt x="265824" y="460072"/>
                  </a:moveTo>
                  <a:lnTo>
                    <a:pt x="263531" y="461671"/>
                  </a:lnTo>
                  <a:lnTo>
                    <a:pt x="326383" y="480463"/>
                  </a:lnTo>
                  <a:close/>
                  <a:moveTo>
                    <a:pt x="277241" y="442889"/>
                  </a:moveTo>
                  <a:lnTo>
                    <a:pt x="262245" y="456862"/>
                  </a:lnTo>
                  <a:lnTo>
                    <a:pt x="235686" y="410527"/>
                  </a:lnTo>
                  <a:close/>
                  <a:moveTo>
                    <a:pt x="284312" y="406134"/>
                  </a:moveTo>
                  <a:lnTo>
                    <a:pt x="262245" y="456862"/>
                  </a:lnTo>
                  <a:lnTo>
                    <a:pt x="265824" y="460072"/>
                  </a:lnTo>
                  <a:close/>
                  <a:moveTo>
                    <a:pt x="658883" y="810439"/>
                  </a:moveTo>
                  <a:lnTo>
                    <a:pt x="677003" y="847194"/>
                  </a:lnTo>
                  <a:lnTo>
                    <a:pt x="659070" y="802336"/>
                  </a:lnTo>
                  <a:close/>
                  <a:moveTo>
                    <a:pt x="697276" y="769768"/>
                  </a:moveTo>
                  <a:lnTo>
                    <a:pt x="659070" y="802336"/>
                  </a:lnTo>
                  <a:lnTo>
                    <a:pt x="665756" y="776498"/>
                  </a:lnTo>
                  <a:close/>
                  <a:moveTo>
                    <a:pt x="362209" y="389042"/>
                  </a:moveTo>
                  <a:lnTo>
                    <a:pt x="334294" y="406134"/>
                  </a:lnTo>
                  <a:lnTo>
                    <a:pt x="329466" y="433209"/>
                  </a:lnTo>
                  <a:close/>
                  <a:moveTo>
                    <a:pt x="329466" y="433209"/>
                  </a:moveTo>
                  <a:lnTo>
                    <a:pt x="334294" y="406134"/>
                  </a:lnTo>
                  <a:lnTo>
                    <a:pt x="319319" y="396712"/>
                  </a:lnTo>
                  <a:close/>
                  <a:moveTo>
                    <a:pt x="319319" y="396712"/>
                  </a:moveTo>
                  <a:lnTo>
                    <a:pt x="334294" y="406134"/>
                  </a:lnTo>
                  <a:lnTo>
                    <a:pt x="313051" y="357060"/>
                  </a:lnTo>
                  <a:close/>
                  <a:moveTo>
                    <a:pt x="313051" y="357060"/>
                  </a:moveTo>
                  <a:lnTo>
                    <a:pt x="362134" y="388761"/>
                  </a:lnTo>
                  <a:lnTo>
                    <a:pt x="326342" y="352196"/>
                  </a:lnTo>
                  <a:close/>
                  <a:moveTo>
                    <a:pt x="313051" y="357060"/>
                  </a:moveTo>
                  <a:lnTo>
                    <a:pt x="326342" y="352196"/>
                  </a:lnTo>
                  <a:lnTo>
                    <a:pt x="317706" y="347229"/>
                  </a:lnTo>
                  <a:close/>
                  <a:moveTo>
                    <a:pt x="667012" y="830011"/>
                  </a:moveTo>
                  <a:lnTo>
                    <a:pt x="662438" y="793256"/>
                  </a:lnTo>
                  <a:lnTo>
                    <a:pt x="659070" y="802336"/>
                  </a:lnTo>
                  <a:close/>
                  <a:moveTo>
                    <a:pt x="891676" y="927661"/>
                  </a:moveTo>
                  <a:lnTo>
                    <a:pt x="855678" y="929838"/>
                  </a:lnTo>
                  <a:lnTo>
                    <a:pt x="895166" y="969570"/>
                  </a:lnTo>
                  <a:close/>
                  <a:moveTo>
                    <a:pt x="686619" y="758293"/>
                  </a:moveTo>
                  <a:lnTo>
                    <a:pt x="709663" y="776072"/>
                  </a:lnTo>
                  <a:lnTo>
                    <a:pt x="697276" y="769768"/>
                  </a:lnTo>
                  <a:close/>
                  <a:moveTo>
                    <a:pt x="665756" y="776498"/>
                  </a:moveTo>
                  <a:lnTo>
                    <a:pt x="686619" y="758293"/>
                  </a:lnTo>
                  <a:lnTo>
                    <a:pt x="697276" y="769768"/>
                  </a:lnTo>
                  <a:close/>
                  <a:moveTo>
                    <a:pt x="548558" y="587466"/>
                  </a:moveTo>
                  <a:lnTo>
                    <a:pt x="541895" y="592596"/>
                  </a:lnTo>
                  <a:lnTo>
                    <a:pt x="564806" y="555543"/>
                  </a:lnTo>
                  <a:close/>
                  <a:moveTo>
                    <a:pt x="407962" y="371767"/>
                  </a:moveTo>
                  <a:lnTo>
                    <a:pt x="410251" y="376962"/>
                  </a:lnTo>
                  <a:lnTo>
                    <a:pt x="390382" y="398167"/>
                  </a:lnTo>
                  <a:close/>
                  <a:moveTo>
                    <a:pt x="346567" y="335013"/>
                  </a:moveTo>
                  <a:lnTo>
                    <a:pt x="362134" y="388761"/>
                  </a:lnTo>
                  <a:lnTo>
                    <a:pt x="379886" y="358925"/>
                  </a:lnTo>
                  <a:close/>
                  <a:moveTo>
                    <a:pt x="346567" y="335013"/>
                  </a:moveTo>
                  <a:lnTo>
                    <a:pt x="326342" y="352196"/>
                  </a:lnTo>
                  <a:lnTo>
                    <a:pt x="362134" y="388761"/>
                  </a:lnTo>
                  <a:close/>
                  <a:moveTo>
                    <a:pt x="326342" y="352196"/>
                  </a:moveTo>
                  <a:lnTo>
                    <a:pt x="346567" y="335013"/>
                  </a:lnTo>
                  <a:lnTo>
                    <a:pt x="317706" y="347229"/>
                  </a:lnTo>
                  <a:close/>
                  <a:moveTo>
                    <a:pt x="657609" y="702562"/>
                  </a:moveTo>
                  <a:lnTo>
                    <a:pt x="654685" y="716406"/>
                  </a:lnTo>
                  <a:lnTo>
                    <a:pt x="679510" y="731711"/>
                  </a:lnTo>
                  <a:close/>
                  <a:moveTo>
                    <a:pt x="519175" y="482032"/>
                  </a:moveTo>
                  <a:lnTo>
                    <a:pt x="575866" y="502572"/>
                  </a:lnTo>
                  <a:lnTo>
                    <a:pt x="559712" y="470959"/>
                  </a:lnTo>
                  <a:close/>
                  <a:moveTo>
                    <a:pt x="559712" y="470959"/>
                  </a:moveTo>
                  <a:lnTo>
                    <a:pt x="511135" y="475915"/>
                  </a:lnTo>
                  <a:lnTo>
                    <a:pt x="519175" y="482032"/>
                  </a:lnTo>
                  <a:close/>
                  <a:moveTo>
                    <a:pt x="521479" y="430206"/>
                  </a:moveTo>
                  <a:lnTo>
                    <a:pt x="511135" y="475915"/>
                  </a:lnTo>
                  <a:lnTo>
                    <a:pt x="559712" y="470959"/>
                  </a:lnTo>
                  <a:close/>
                  <a:moveTo>
                    <a:pt x="556297" y="428988"/>
                  </a:moveTo>
                  <a:lnTo>
                    <a:pt x="521479" y="430206"/>
                  </a:lnTo>
                  <a:lnTo>
                    <a:pt x="559712" y="470959"/>
                  </a:lnTo>
                  <a:close/>
                  <a:moveTo>
                    <a:pt x="521479" y="430206"/>
                  </a:moveTo>
                  <a:lnTo>
                    <a:pt x="555126" y="419605"/>
                  </a:lnTo>
                  <a:lnTo>
                    <a:pt x="496780" y="408522"/>
                  </a:lnTo>
                  <a:close/>
                  <a:moveTo>
                    <a:pt x="407962" y="371767"/>
                  </a:moveTo>
                  <a:lnTo>
                    <a:pt x="428708" y="361956"/>
                  </a:lnTo>
                  <a:lnTo>
                    <a:pt x="379886" y="358925"/>
                  </a:lnTo>
                  <a:close/>
                  <a:moveTo>
                    <a:pt x="921425" y="858728"/>
                  </a:moveTo>
                  <a:lnTo>
                    <a:pt x="958268" y="855863"/>
                  </a:lnTo>
                  <a:lnTo>
                    <a:pt x="950286" y="817606"/>
                  </a:lnTo>
                  <a:close/>
                  <a:moveTo>
                    <a:pt x="921425" y="858728"/>
                  </a:moveTo>
                  <a:lnTo>
                    <a:pt x="950286" y="817606"/>
                  </a:lnTo>
                  <a:lnTo>
                    <a:pt x="918059" y="816717"/>
                  </a:lnTo>
                  <a:close/>
                  <a:moveTo>
                    <a:pt x="984240" y="861836"/>
                  </a:moveTo>
                  <a:lnTo>
                    <a:pt x="950286" y="817606"/>
                  </a:lnTo>
                  <a:lnTo>
                    <a:pt x="958268" y="855863"/>
                  </a:lnTo>
                  <a:close/>
                  <a:moveTo>
                    <a:pt x="882004" y="818941"/>
                  </a:moveTo>
                  <a:lnTo>
                    <a:pt x="918059" y="816717"/>
                  </a:lnTo>
                  <a:lnTo>
                    <a:pt x="872780" y="781693"/>
                  </a:lnTo>
                  <a:close/>
                  <a:moveTo>
                    <a:pt x="918059" y="816717"/>
                  </a:moveTo>
                  <a:lnTo>
                    <a:pt x="950286" y="817606"/>
                  </a:lnTo>
                  <a:lnTo>
                    <a:pt x="925060" y="806117"/>
                  </a:lnTo>
                  <a:close/>
                  <a:moveTo>
                    <a:pt x="735274" y="623214"/>
                  </a:moveTo>
                  <a:lnTo>
                    <a:pt x="741250" y="617189"/>
                  </a:lnTo>
                  <a:lnTo>
                    <a:pt x="712273" y="633424"/>
                  </a:lnTo>
                  <a:close/>
                  <a:moveTo>
                    <a:pt x="757353" y="597621"/>
                  </a:moveTo>
                  <a:lnTo>
                    <a:pt x="755686" y="594686"/>
                  </a:lnTo>
                  <a:lnTo>
                    <a:pt x="736768" y="600430"/>
                  </a:lnTo>
                  <a:close/>
                  <a:moveTo>
                    <a:pt x="606974" y="414876"/>
                  </a:moveTo>
                  <a:lnTo>
                    <a:pt x="560451" y="428094"/>
                  </a:lnTo>
                  <a:lnTo>
                    <a:pt x="596812" y="450887"/>
                  </a:lnTo>
                  <a:close/>
                  <a:moveTo>
                    <a:pt x="555126" y="419605"/>
                  </a:moveTo>
                  <a:lnTo>
                    <a:pt x="560451" y="428094"/>
                  </a:lnTo>
                  <a:lnTo>
                    <a:pt x="609324" y="401456"/>
                  </a:lnTo>
                  <a:close/>
                  <a:moveTo>
                    <a:pt x="501924" y="337401"/>
                  </a:moveTo>
                  <a:lnTo>
                    <a:pt x="478604" y="348480"/>
                  </a:lnTo>
                  <a:lnTo>
                    <a:pt x="511282" y="380257"/>
                  </a:lnTo>
                  <a:close/>
                  <a:moveTo>
                    <a:pt x="762788" y="593203"/>
                  </a:moveTo>
                  <a:lnTo>
                    <a:pt x="725667" y="587292"/>
                  </a:lnTo>
                  <a:lnTo>
                    <a:pt x="755686" y="594686"/>
                  </a:lnTo>
                  <a:close/>
                  <a:moveTo>
                    <a:pt x="732924" y="545647"/>
                  </a:moveTo>
                  <a:lnTo>
                    <a:pt x="725667" y="587292"/>
                  </a:lnTo>
                  <a:lnTo>
                    <a:pt x="762788" y="593203"/>
                  </a:lnTo>
                  <a:close/>
                  <a:moveTo>
                    <a:pt x="764409" y="547138"/>
                  </a:moveTo>
                  <a:lnTo>
                    <a:pt x="732924" y="545647"/>
                  </a:lnTo>
                  <a:lnTo>
                    <a:pt x="762788" y="593203"/>
                  </a:lnTo>
                  <a:close/>
                  <a:moveTo>
                    <a:pt x="787269" y="568458"/>
                  </a:moveTo>
                  <a:lnTo>
                    <a:pt x="814114" y="578564"/>
                  </a:lnTo>
                  <a:lnTo>
                    <a:pt x="845369" y="564902"/>
                  </a:lnTo>
                  <a:close/>
                  <a:moveTo>
                    <a:pt x="732924" y="545647"/>
                  </a:moveTo>
                  <a:lnTo>
                    <a:pt x="764409" y="547138"/>
                  </a:lnTo>
                  <a:lnTo>
                    <a:pt x="760048" y="505936"/>
                  </a:lnTo>
                  <a:close/>
                  <a:moveTo>
                    <a:pt x="666760" y="410911"/>
                  </a:moveTo>
                  <a:lnTo>
                    <a:pt x="659273" y="399447"/>
                  </a:lnTo>
                  <a:lnTo>
                    <a:pt x="659135" y="366908"/>
                  </a:lnTo>
                  <a:close/>
                  <a:moveTo>
                    <a:pt x="525649" y="241558"/>
                  </a:moveTo>
                  <a:lnTo>
                    <a:pt x="535812" y="246707"/>
                  </a:lnTo>
                  <a:lnTo>
                    <a:pt x="499062" y="224695"/>
                  </a:lnTo>
                  <a:close/>
                  <a:moveTo>
                    <a:pt x="499062" y="224695"/>
                  </a:moveTo>
                  <a:lnTo>
                    <a:pt x="535812" y="246707"/>
                  </a:lnTo>
                  <a:lnTo>
                    <a:pt x="551913" y="253564"/>
                  </a:lnTo>
                  <a:close/>
                  <a:moveTo>
                    <a:pt x="972088" y="710387"/>
                  </a:moveTo>
                  <a:lnTo>
                    <a:pt x="988324" y="679528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72088" y="710387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57261" y="677694"/>
                  </a:lnTo>
                  <a:lnTo>
                    <a:pt x="940762" y="672406"/>
                  </a:lnTo>
                  <a:close/>
                  <a:moveTo>
                    <a:pt x="878277" y="598235"/>
                  </a:moveTo>
                  <a:lnTo>
                    <a:pt x="830506" y="633907"/>
                  </a:lnTo>
                  <a:lnTo>
                    <a:pt x="865149" y="638857"/>
                  </a:lnTo>
                  <a:close/>
                  <a:moveTo>
                    <a:pt x="535812" y="246707"/>
                  </a:moveTo>
                  <a:lnTo>
                    <a:pt x="532713" y="242084"/>
                  </a:lnTo>
                  <a:lnTo>
                    <a:pt x="562815" y="255937"/>
                  </a:lnTo>
                  <a:close/>
                  <a:moveTo>
                    <a:pt x="838940" y="432871"/>
                  </a:moveTo>
                  <a:lnTo>
                    <a:pt x="825451" y="396116"/>
                  </a:lnTo>
                  <a:lnTo>
                    <a:pt x="817660" y="441440"/>
                  </a:lnTo>
                  <a:close/>
                  <a:moveTo>
                    <a:pt x="825451" y="396116"/>
                  </a:moveTo>
                  <a:lnTo>
                    <a:pt x="816237" y="397849"/>
                  </a:lnTo>
                  <a:lnTo>
                    <a:pt x="817660" y="441440"/>
                  </a:lnTo>
                  <a:close/>
                  <a:moveTo>
                    <a:pt x="715278" y="336256"/>
                  </a:moveTo>
                  <a:lnTo>
                    <a:pt x="744174" y="359361"/>
                  </a:lnTo>
                  <a:lnTo>
                    <a:pt x="769466" y="364038"/>
                  </a:lnTo>
                  <a:close/>
                  <a:moveTo>
                    <a:pt x="715278" y="336256"/>
                  </a:moveTo>
                  <a:lnTo>
                    <a:pt x="769466" y="364038"/>
                  </a:lnTo>
                  <a:lnTo>
                    <a:pt x="753768" y="332053"/>
                  </a:lnTo>
                  <a:close/>
                  <a:moveTo>
                    <a:pt x="657698" y="176992"/>
                  </a:moveTo>
                  <a:lnTo>
                    <a:pt x="658396" y="171729"/>
                  </a:lnTo>
                  <a:lnTo>
                    <a:pt x="658950" y="192769"/>
                  </a:lnTo>
                  <a:close/>
                  <a:moveTo>
                    <a:pt x="838940" y="432871"/>
                  </a:moveTo>
                  <a:lnTo>
                    <a:pt x="836648" y="426003"/>
                  </a:lnTo>
                  <a:lnTo>
                    <a:pt x="825451" y="396116"/>
                  </a:lnTo>
                  <a:close/>
                  <a:moveTo>
                    <a:pt x="701379" y="123821"/>
                  </a:moveTo>
                  <a:lnTo>
                    <a:pt x="704411" y="122987"/>
                  </a:lnTo>
                  <a:lnTo>
                    <a:pt x="729529" y="158403"/>
                  </a:lnTo>
                  <a:close/>
                  <a:moveTo>
                    <a:pt x="904718" y="342177"/>
                  </a:moveTo>
                  <a:lnTo>
                    <a:pt x="933623" y="378932"/>
                  </a:lnTo>
                  <a:lnTo>
                    <a:pt x="958637" y="361749"/>
                  </a:lnTo>
                  <a:close/>
                  <a:moveTo>
                    <a:pt x="937139" y="324994"/>
                  </a:moveTo>
                  <a:lnTo>
                    <a:pt x="958637" y="361749"/>
                  </a:lnTo>
                  <a:lnTo>
                    <a:pt x="956687" y="344566"/>
                  </a:lnTo>
                  <a:close/>
                  <a:moveTo>
                    <a:pt x="934652" y="288239"/>
                  </a:moveTo>
                  <a:lnTo>
                    <a:pt x="958616" y="307811"/>
                  </a:lnTo>
                  <a:lnTo>
                    <a:pt x="957292" y="271055"/>
                  </a:lnTo>
                  <a:close/>
                  <a:moveTo>
                    <a:pt x="878193" y="124036"/>
                  </a:moveTo>
                  <a:lnTo>
                    <a:pt x="863205" y="150547"/>
                  </a:lnTo>
                  <a:lnTo>
                    <a:pt x="867342" y="114908"/>
                  </a:lnTo>
                  <a:close/>
                  <a:moveTo>
                    <a:pt x="850756" y="7795"/>
                  </a:moveTo>
                  <a:lnTo>
                    <a:pt x="881981" y="33342"/>
                  </a:lnTo>
                  <a:lnTo>
                    <a:pt x="843561" y="0"/>
                  </a:lnTo>
                  <a:close/>
                  <a:moveTo>
                    <a:pt x="910041" y="52914"/>
                  </a:moveTo>
                  <a:lnTo>
                    <a:pt x="915282" y="58274"/>
                  </a:lnTo>
                  <a:lnTo>
                    <a:pt x="866681" y="25951"/>
                  </a:lnTo>
                  <a:close/>
                  <a:moveTo>
                    <a:pt x="866681" y="25951"/>
                  </a:moveTo>
                  <a:lnTo>
                    <a:pt x="915282" y="58274"/>
                  </a:lnTo>
                  <a:lnTo>
                    <a:pt x="881981" y="33342"/>
                  </a:lnTo>
                  <a:close/>
                  <a:moveTo>
                    <a:pt x="881981" y="33342"/>
                  </a:moveTo>
                  <a:lnTo>
                    <a:pt x="915282" y="58274"/>
                  </a:lnTo>
                  <a:lnTo>
                    <a:pt x="896098" y="52743"/>
                  </a:lnTo>
                  <a:close/>
                  <a:moveTo>
                    <a:pt x="866681" y="25951"/>
                  </a:moveTo>
                  <a:lnTo>
                    <a:pt x="881981" y="33342"/>
                  </a:lnTo>
                  <a:lnTo>
                    <a:pt x="850756" y="7795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48" name="Input_density__139">
              <a:extLst>
                <a:ext uri="{FF2B5EF4-FFF2-40B4-BE49-F238E27FC236}">
                  <a16:creationId xmlns:a16="http://schemas.microsoft.com/office/drawing/2014/main" id="{345FBFA6-4B44-55FB-2D8F-26E7CAC2B3A2}"/>
                </a:ext>
              </a:extLst>
            </p:cNvPr>
            <p:cNvSpPr>
              <a:spLocks noGrp="1"/>
            </p:cNvSpPr>
            <p:nvPr/>
          </p:nvSpPr>
          <p:spPr>
            <a:xfrm>
              <a:off x="681070" y="1570810"/>
              <a:ext cx="1067378" cy="994061"/>
            </a:xfrm>
            <a:custGeom>
              <a:avLst/>
              <a:gdLst/>
              <a:ahLst/>
              <a:cxnLst/>
              <a:rect l="0" t="0" r="0" b="0"/>
              <a:pathLst>
                <a:path w="1067378" h="994061">
                  <a:moveTo>
                    <a:pt x="342949" y="984494"/>
                  </a:moveTo>
                  <a:lnTo>
                    <a:pt x="364500" y="994061"/>
                  </a:lnTo>
                  <a:lnTo>
                    <a:pt x="344187" y="971206"/>
                  </a:lnTo>
                  <a:close/>
                  <a:moveTo>
                    <a:pt x="344187" y="971206"/>
                  </a:moveTo>
                  <a:lnTo>
                    <a:pt x="373229" y="955216"/>
                  </a:lnTo>
                  <a:lnTo>
                    <a:pt x="350352" y="978475"/>
                  </a:lnTo>
                  <a:close/>
                  <a:moveTo>
                    <a:pt x="0" y="540234"/>
                  </a:moveTo>
                  <a:lnTo>
                    <a:pt x="19814" y="502955"/>
                  </a:lnTo>
                  <a:lnTo>
                    <a:pt x="26242" y="486296"/>
                  </a:lnTo>
                  <a:close/>
                  <a:moveTo>
                    <a:pt x="39076" y="449541"/>
                  </a:moveTo>
                  <a:lnTo>
                    <a:pt x="60192" y="407723"/>
                  </a:lnTo>
                  <a:lnTo>
                    <a:pt x="63711" y="395602"/>
                  </a:lnTo>
                  <a:close/>
                  <a:moveTo>
                    <a:pt x="265500" y="541330"/>
                  </a:moveTo>
                  <a:lnTo>
                    <a:pt x="276052" y="562194"/>
                  </a:lnTo>
                  <a:lnTo>
                    <a:pt x="277082" y="556263"/>
                  </a:lnTo>
                  <a:close/>
                  <a:moveTo>
                    <a:pt x="265500" y="541330"/>
                  </a:moveTo>
                  <a:lnTo>
                    <a:pt x="277082" y="556263"/>
                  </a:lnTo>
                  <a:lnTo>
                    <a:pt x="295463" y="528782"/>
                  </a:lnTo>
                  <a:close/>
                  <a:moveTo>
                    <a:pt x="471324" y="424426"/>
                  </a:moveTo>
                  <a:lnTo>
                    <a:pt x="458326" y="419951"/>
                  </a:lnTo>
                  <a:lnTo>
                    <a:pt x="451385" y="421025"/>
                  </a:lnTo>
                  <a:close/>
                  <a:moveTo>
                    <a:pt x="836361" y="603518"/>
                  </a:moveTo>
                  <a:lnTo>
                    <a:pt x="843289" y="588930"/>
                  </a:lnTo>
                  <a:lnTo>
                    <a:pt x="839892" y="582887"/>
                  </a:lnTo>
                  <a:close/>
                  <a:moveTo>
                    <a:pt x="712497" y="417932"/>
                  </a:moveTo>
                  <a:lnTo>
                    <a:pt x="722727" y="400229"/>
                  </a:lnTo>
                  <a:lnTo>
                    <a:pt x="743734" y="410147"/>
                  </a:lnTo>
                  <a:close/>
                  <a:moveTo>
                    <a:pt x="921491" y="525978"/>
                  </a:moveTo>
                  <a:lnTo>
                    <a:pt x="883664" y="559592"/>
                  </a:lnTo>
                  <a:lnTo>
                    <a:pt x="915305" y="553316"/>
                  </a:lnTo>
                  <a:close/>
                  <a:moveTo>
                    <a:pt x="829783" y="386508"/>
                  </a:moveTo>
                  <a:lnTo>
                    <a:pt x="806436" y="395426"/>
                  </a:lnTo>
                  <a:lnTo>
                    <a:pt x="860444" y="376570"/>
                  </a:lnTo>
                  <a:close/>
                  <a:moveTo>
                    <a:pt x="1040251" y="319239"/>
                  </a:moveTo>
                  <a:lnTo>
                    <a:pt x="1061413" y="302055"/>
                  </a:lnTo>
                  <a:lnTo>
                    <a:pt x="1047591" y="317720"/>
                  </a:lnTo>
                  <a:close/>
                  <a:moveTo>
                    <a:pt x="816818" y="8016"/>
                  </a:moveTo>
                  <a:lnTo>
                    <a:pt x="785722" y="18126"/>
                  </a:lnTo>
                  <a:lnTo>
                    <a:pt x="829335" y="0"/>
                  </a:lnTo>
                  <a:close/>
                  <a:moveTo>
                    <a:pt x="1061413" y="302055"/>
                  </a:moveTo>
                  <a:lnTo>
                    <a:pt x="1067378" y="267123"/>
                  </a:lnTo>
                  <a:lnTo>
                    <a:pt x="1060019" y="2885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49" name="Input_density__140">
              <a:extLst>
                <a:ext uri="{FF2B5EF4-FFF2-40B4-BE49-F238E27FC236}">
                  <a16:creationId xmlns:a16="http://schemas.microsoft.com/office/drawing/2014/main" id="{C901A501-0CCC-C3A1-4E58-FCA644DC2EEB}"/>
                </a:ext>
              </a:extLst>
            </p:cNvPr>
            <p:cNvSpPr>
              <a:spLocks noGrp="1"/>
            </p:cNvSpPr>
            <p:nvPr/>
          </p:nvSpPr>
          <p:spPr>
            <a:xfrm>
              <a:off x="723878" y="1490959"/>
              <a:ext cx="868527" cy="1029718"/>
            </a:xfrm>
            <a:custGeom>
              <a:avLst/>
              <a:gdLst/>
              <a:ahLst/>
              <a:cxnLst/>
              <a:rect l="0" t="0" r="0" b="0"/>
              <a:pathLst>
                <a:path w="868527" h="1029718">
                  <a:moveTo>
                    <a:pt x="280450" y="1024390"/>
                  </a:moveTo>
                  <a:lnTo>
                    <a:pt x="256568" y="987635"/>
                  </a:lnTo>
                  <a:lnTo>
                    <a:pt x="254372" y="1029718"/>
                  </a:lnTo>
                  <a:close/>
                  <a:moveTo>
                    <a:pt x="0" y="620085"/>
                  </a:moveTo>
                  <a:lnTo>
                    <a:pt x="30379" y="655997"/>
                  </a:lnTo>
                  <a:lnTo>
                    <a:pt x="29177" y="612226"/>
                  </a:lnTo>
                  <a:close/>
                  <a:moveTo>
                    <a:pt x="0" y="620085"/>
                  </a:moveTo>
                  <a:lnTo>
                    <a:pt x="27137" y="656840"/>
                  </a:lnTo>
                  <a:lnTo>
                    <a:pt x="30379" y="655997"/>
                  </a:lnTo>
                  <a:close/>
                  <a:moveTo>
                    <a:pt x="60614" y="602902"/>
                  </a:moveTo>
                  <a:lnTo>
                    <a:pt x="40408" y="566147"/>
                  </a:lnTo>
                  <a:lnTo>
                    <a:pt x="29177" y="612226"/>
                  </a:lnTo>
                  <a:close/>
                  <a:moveTo>
                    <a:pt x="60614" y="602902"/>
                  </a:moveTo>
                  <a:lnTo>
                    <a:pt x="77120" y="548964"/>
                  </a:lnTo>
                  <a:lnTo>
                    <a:pt x="40408" y="566147"/>
                  </a:lnTo>
                  <a:close/>
                  <a:moveTo>
                    <a:pt x="273107" y="752310"/>
                  </a:moveTo>
                  <a:lnTo>
                    <a:pt x="291133" y="724127"/>
                  </a:lnTo>
                  <a:lnTo>
                    <a:pt x="258440" y="757928"/>
                  </a:lnTo>
                  <a:close/>
                  <a:moveTo>
                    <a:pt x="211392" y="411113"/>
                  </a:moveTo>
                  <a:lnTo>
                    <a:pt x="246164" y="409932"/>
                  </a:lnTo>
                  <a:lnTo>
                    <a:pt x="220817" y="393391"/>
                  </a:lnTo>
                  <a:close/>
                  <a:moveTo>
                    <a:pt x="220817" y="393391"/>
                  </a:moveTo>
                  <a:lnTo>
                    <a:pt x="246164" y="409932"/>
                  </a:lnTo>
                  <a:lnTo>
                    <a:pt x="224909" y="387148"/>
                  </a:lnTo>
                  <a:close/>
                  <a:moveTo>
                    <a:pt x="224909" y="387148"/>
                  </a:moveTo>
                  <a:lnTo>
                    <a:pt x="246164" y="409932"/>
                  </a:lnTo>
                  <a:lnTo>
                    <a:pt x="260017" y="406720"/>
                  </a:lnTo>
                  <a:close/>
                  <a:moveTo>
                    <a:pt x="224909" y="387148"/>
                  </a:moveTo>
                  <a:lnTo>
                    <a:pt x="260017" y="406720"/>
                  </a:lnTo>
                  <a:lnTo>
                    <a:pt x="256886" y="369965"/>
                  </a:lnTo>
                  <a:close/>
                  <a:moveTo>
                    <a:pt x="271257" y="443475"/>
                  </a:moveTo>
                  <a:lnTo>
                    <a:pt x="300692" y="471243"/>
                  </a:lnTo>
                  <a:lnTo>
                    <a:pt x="305172" y="433795"/>
                  </a:lnTo>
                  <a:close/>
                  <a:moveTo>
                    <a:pt x="260017" y="406720"/>
                  </a:moveTo>
                  <a:lnTo>
                    <a:pt x="305172" y="433795"/>
                  </a:lnTo>
                  <a:lnTo>
                    <a:pt x="295024" y="397297"/>
                  </a:lnTo>
                  <a:close/>
                  <a:moveTo>
                    <a:pt x="260017" y="406720"/>
                  </a:moveTo>
                  <a:lnTo>
                    <a:pt x="271257" y="443475"/>
                  </a:lnTo>
                  <a:lnTo>
                    <a:pt x="305172" y="433795"/>
                  </a:lnTo>
                  <a:close/>
                  <a:moveTo>
                    <a:pt x="305172" y="433795"/>
                  </a:moveTo>
                  <a:lnTo>
                    <a:pt x="319034" y="426292"/>
                  </a:lnTo>
                  <a:lnTo>
                    <a:pt x="337914" y="389628"/>
                  </a:lnTo>
                  <a:close/>
                  <a:moveTo>
                    <a:pt x="256886" y="369965"/>
                  </a:moveTo>
                  <a:lnTo>
                    <a:pt x="260017" y="406720"/>
                  </a:lnTo>
                  <a:lnTo>
                    <a:pt x="295024" y="397297"/>
                  </a:lnTo>
                  <a:close/>
                  <a:moveTo>
                    <a:pt x="233465" y="333210"/>
                  </a:moveTo>
                  <a:lnTo>
                    <a:pt x="256886" y="369965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33465" y="333210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62972" y="316027"/>
                  </a:lnTo>
                  <a:lnTo>
                    <a:pt x="259180" y="279272"/>
                  </a:lnTo>
                  <a:close/>
                  <a:moveTo>
                    <a:pt x="806569" y="940862"/>
                  </a:moveTo>
                  <a:lnTo>
                    <a:pt x="831384" y="930424"/>
                  </a:lnTo>
                  <a:lnTo>
                    <a:pt x="813350" y="921439"/>
                  </a:lnTo>
                  <a:close/>
                  <a:moveTo>
                    <a:pt x="297549" y="298843"/>
                  </a:moveTo>
                  <a:lnTo>
                    <a:pt x="262972" y="316027"/>
                  </a:lnTo>
                  <a:lnTo>
                    <a:pt x="293411" y="347814"/>
                  </a:lnTo>
                  <a:close/>
                  <a:moveTo>
                    <a:pt x="259180" y="279272"/>
                  </a:moveTo>
                  <a:lnTo>
                    <a:pt x="299396" y="273984"/>
                  </a:lnTo>
                  <a:lnTo>
                    <a:pt x="291903" y="265593"/>
                  </a:lnTo>
                  <a:close/>
                  <a:moveTo>
                    <a:pt x="297549" y="298843"/>
                  </a:moveTo>
                  <a:lnTo>
                    <a:pt x="299396" y="273984"/>
                  </a:lnTo>
                  <a:lnTo>
                    <a:pt x="259180" y="279272"/>
                  </a:lnTo>
                  <a:close/>
                  <a:moveTo>
                    <a:pt x="262972" y="316027"/>
                  </a:moveTo>
                  <a:lnTo>
                    <a:pt x="297549" y="298843"/>
                  </a:lnTo>
                  <a:lnTo>
                    <a:pt x="259180" y="279272"/>
                  </a:lnTo>
                  <a:close/>
                  <a:moveTo>
                    <a:pt x="270113" y="260707"/>
                  </a:moveTo>
                  <a:lnTo>
                    <a:pt x="259180" y="279272"/>
                  </a:lnTo>
                  <a:lnTo>
                    <a:pt x="291903" y="265593"/>
                  </a:lnTo>
                  <a:close/>
                  <a:moveTo>
                    <a:pt x="323779" y="240569"/>
                  </a:moveTo>
                  <a:lnTo>
                    <a:pt x="291903" y="265593"/>
                  </a:lnTo>
                  <a:lnTo>
                    <a:pt x="306569" y="262088"/>
                  </a:lnTo>
                  <a:close/>
                  <a:moveTo>
                    <a:pt x="270113" y="260707"/>
                  </a:moveTo>
                  <a:lnTo>
                    <a:pt x="291903" y="265593"/>
                  </a:lnTo>
                  <a:lnTo>
                    <a:pt x="323779" y="240569"/>
                  </a:lnTo>
                  <a:close/>
                  <a:moveTo>
                    <a:pt x="291903" y="265593"/>
                  </a:moveTo>
                  <a:lnTo>
                    <a:pt x="299396" y="273984"/>
                  </a:lnTo>
                  <a:lnTo>
                    <a:pt x="306569" y="262088"/>
                  </a:lnTo>
                  <a:close/>
                  <a:moveTo>
                    <a:pt x="349272" y="246042"/>
                  </a:moveTo>
                  <a:lnTo>
                    <a:pt x="306569" y="262088"/>
                  </a:lnTo>
                  <a:lnTo>
                    <a:pt x="350984" y="246077"/>
                  </a:lnTo>
                  <a:close/>
                  <a:moveTo>
                    <a:pt x="306569" y="262088"/>
                  </a:moveTo>
                  <a:lnTo>
                    <a:pt x="299396" y="273984"/>
                  </a:lnTo>
                  <a:lnTo>
                    <a:pt x="350984" y="246077"/>
                  </a:lnTo>
                  <a:close/>
                  <a:moveTo>
                    <a:pt x="323779" y="240569"/>
                  </a:moveTo>
                  <a:lnTo>
                    <a:pt x="306569" y="262088"/>
                  </a:lnTo>
                  <a:lnTo>
                    <a:pt x="349272" y="246042"/>
                  </a:lnTo>
                  <a:close/>
                  <a:moveTo>
                    <a:pt x="323779" y="240569"/>
                  </a:moveTo>
                  <a:lnTo>
                    <a:pt x="349272" y="246042"/>
                  </a:lnTo>
                  <a:lnTo>
                    <a:pt x="329217" y="225334"/>
                  </a:lnTo>
                  <a:close/>
                  <a:moveTo>
                    <a:pt x="329217" y="225334"/>
                  </a:moveTo>
                  <a:lnTo>
                    <a:pt x="349272" y="246042"/>
                  </a:lnTo>
                  <a:lnTo>
                    <a:pt x="351490" y="244905"/>
                  </a:lnTo>
                  <a:close/>
                  <a:moveTo>
                    <a:pt x="329217" y="225334"/>
                  </a:moveTo>
                  <a:lnTo>
                    <a:pt x="351490" y="244905"/>
                  </a:lnTo>
                  <a:lnTo>
                    <a:pt x="359241" y="208150"/>
                  </a:lnTo>
                  <a:close/>
                  <a:moveTo>
                    <a:pt x="349272" y="246042"/>
                  </a:moveTo>
                  <a:lnTo>
                    <a:pt x="350984" y="246077"/>
                  </a:lnTo>
                  <a:lnTo>
                    <a:pt x="351490" y="244905"/>
                  </a:lnTo>
                  <a:close/>
                  <a:moveTo>
                    <a:pt x="731392" y="595272"/>
                  </a:moveTo>
                  <a:lnTo>
                    <a:pt x="733059" y="598207"/>
                  </a:lnTo>
                  <a:lnTo>
                    <a:pt x="710980" y="623799"/>
                  </a:lnTo>
                  <a:close/>
                  <a:moveTo>
                    <a:pt x="359241" y="208150"/>
                  </a:moveTo>
                  <a:lnTo>
                    <a:pt x="404885" y="226821"/>
                  </a:lnTo>
                  <a:lnTo>
                    <a:pt x="384375" y="199845"/>
                  </a:lnTo>
                  <a:close/>
                  <a:moveTo>
                    <a:pt x="404544" y="227722"/>
                  </a:moveTo>
                  <a:lnTo>
                    <a:pt x="404885" y="226821"/>
                  </a:lnTo>
                  <a:lnTo>
                    <a:pt x="359241" y="208150"/>
                  </a:lnTo>
                  <a:close/>
                  <a:moveTo>
                    <a:pt x="351490" y="244905"/>
                  </a:moveTo>
                  <a:lnTo>
                    <a:pt x="404544" y="227722"/>
                  </a:lnTo>
                  <a:lnTo>
                    <a:pt x="359241" y="208150"/>
                  </a:lnTo>
                  <a:close/>
                  <a:moveTo>
                    <a:pt x="370313" y="193770"/>
                  </a:moveTo>
                  <a:lnTo>
                    <a:pt x="359241" y="208150"/>
                  </a:lnTo>
                  <a:lnTo>
                    <a:pt x="384375" y="199845"/>
                  </a:lnTo>
                  <a:close/>
                  <a:moveTo>
                    <a:pt x="384375" y="199845"/>
                  </a:moveTo>
                  <a:lnTo>
                    <a:pt x="404885" y="226821"/>
                  </a:lnTo>
                  <a:lnTo>
                    <a:pt x="432811" y="206654"/>
                  </a:lnTo>
                  <a:close/>
                  <a:moveTo>
                    <a:pt x="738494" y="593788"/>
                  </a:moveTo>
                  <a:lnTo>
                    <a:pt x="731392" y="595272"/>
                  </a:lnTo>
                  <a:lnTo>
                    <a:pt x="715478" y="630159"/>
                  </a:lnTo>
                  <a:close/>
                  <a:moveTo>
                    <a:pt x="761505" y="619828"/>
                  </a:moveTo>
                  <a:lnTo>
                    <a:pt x="791768" y="580492"/>
                  </a:lnTo>
                  <a:lnTo>
                    <a:pt x="789820" y="579150"/>
                  </a:lnTo>
                  <a:close/>
                  <a:moveTo>
                    <a:pt x="761505" y="619828"/>
                  </a:moveTo>
                  <a:lnTo>
                    <a:pt x="789820" y="579150"/>
                  </a:lnTo>
                  <a:lnTo>
                    <a:pt x="738494" y="593788"/>
                  </a:lnTo>
                  <a:close/>
                  <a:moveTo>
                    <a:pt x="821075" y="565488"/>
                  </a:moveTo>
                  <a:lnTo>
                    <a:pt x="789820" y="579150"/>
                  </a:lnTo>
                  <a:lnTo>
                    <a:pt x="795330" y="578088"/>
                  </a:lnTo>
                  <a:close/>
                  <a:moveTo>
                    <a:pt x="789820" y="579150"/>
                  </a:moveTo>
                  <a:lnTo>
                    <a:pt x="791768" y="580492"/>
                  </a:lnTo>
                  <a:lnTo>
                    <a:pt x="795330" y="578088"/>
                  </a:lnTo>
                  <a:close/>
                  <a:moveTo>
                    <a:pt x="680549" y="510023"/>
                  </a:moveTo>
                  <a:lnTo>
                    <a:pt x="688400" y="517931"/>
                  </a:lnTo>
                  <a:lnTo>
                    <a:pt x="709290" y="492904"/>
                  </a:lnTo>
                  <a:close/>
                  <a:moveTo>
                    <a:pt x="405402" y="227498"/>
                  </a:moveTo>
                  <a:lnTo>
                    <a:pt x="432811" y="206654"/>
                  </a:lnTo>
                  <a:lnTo>
                    <a:pt x="404885" y="226821"/>
                  </a:lnTo>
                  <a:close/>
                  <a:moveTo>
                    <a:pt x="812999" y="605052"/>
                  </a:moveTo>
                  <a:lnTo>
                    <a:pt x="795330" y="578088"/>
                  </a:lnTo>
                  <a:lnTo>
                    <a:pt x="791768" y="580492"/>
                  </a:lnTo>
                  <a:close/>
                  <a:moveTo>
                    <a:pt x="833176" y="570990"/>
                  </a:moveTo>
                  <a:lnTo>
                    <a:pt x="795330" y="578088"/>
                  </a:lnTo>
                  <a:lnTo>
                    <a:pt x="812999" y="605052"/>
                  </a:lnTo>
                  <a:close/>
                  <a:moveTo>
                    <a:pt x="821075" y="565488"/>
                  </a:moveTo>
                  <a:lnTo>
                    <a:pt x="795330" y="578088"/>
                  </a:lnTo>
                  <a:lnTo>
                    <a:pt x="833176" y="570990"/>
                  </a:lnTo>
                  <a:close/>
                  <a:moveTo>
                    <a:pt x="745172" y="364624"/>
                  </a:moveTo>
                  <a:lnTo>
                    <a:pt x="772754" y="359947"/>
                  </a:lnTo>
                  <a:lnTo>
                    <a:pt x="779530" y="342320"/>
                  </a:lnTo>
                  <a:close/>
                  <a:moveTo>
                    <a:pt x="823667" y="354985"/>
                  </a:moveTo>
                  <a:lnTo>
                    <a:pt x="790347" y="354986"/>
                  </a:lnTo>
                  <a:lnTo>
                    <a:pt x="838796" y="387432"/>
                  </a:lnTo>
                  <a:close/>
                  <a:moveTo>
                    <a:pt x="838796" y="387432"/>
                  </a:moveTo>
                  <a:lnTo>
                    <a:pt x="868527" y="345603"/>
                  </a:lnTo>
                  <a:lnTo>
                    <a:pt x="823667" y="354985"/>
                  </a:lnTo>
                  <a:close/>
                  <a:moveTo>
                    <a:pt x="772754" y="359947"/>
                  </a:moveTo>
                  <a:lnTo>
                    <a:pt x="790347" y="354986"/>
                  </a:lnTo>
                  <a:lnTo>
                    <a:pt x="779530" y="342320"/>
                  </a:lnTo>
                  <a:close/>
                  <a:moveTo>
                    <a:pt x="813665" y="345368"/>
                  </a:moveTo>
                  <a:lnTo>
                    <a:pt x="790347" y="354986"/>
                  </a:lnTo>
                  <a:lnTo>
                    <a:pt x="823667" y="354985"/>
                  </a:lnTo>
                  <a:close/>
                  <a:moveTo>
                    <a:pt x="779530" y="342320"/>
                  </a:moveTo>
                  <a:lnTo>
                    <a:pt x="790347" y="354986"/>
                  </a:lnTo>
                  <a:lnTo>
                    <a:pt x="813665" y="345368"/>
                  </a:lnTo>
                  <a:close/>
                  <a:moveTo>
                    <a:pt x="621512" y="97750"/>
                  </a:moveTo>
                  <a:lnTo>
                    <a:pt x="619098" y="116220"/>
                  </a:lnTo>
                  <a:lnTo>
                    <a:pt x="650006" y="85478"/>
                  </a:lnTo>
                  <a:close/>
                  <a:moveTo>
                    <a:pt x="766709" y="198173"/>
                  </a:moveTo>
                  <a:lnTo>
                    <a:pt x="793602" y="202514"/>
                  </a:lnTo>
                  <a:lnTo>
                    <a:pt x="768898" y="195743"/>
                  </a:lnTo>
                  <a:close/>
                  <a:moveTo>
                    <a:pt x="793602" y="202514"/>
                  </a:moveTo>
                  <a:lnTo>
                    <a:pt x="801286" y="178560"/>
                  </a:lnTo>
                  <a:lnTo>
                    <a:pt x="768898" y="195743"/>
                  </a:lnTo>
                  <a:close/>
                  <a:moveTo>
                    <a:pt x="683633" y="74336"/>
                  </a:moveTo>
                  <a:lnTo>
                    <a:pt x="679380" y="120820"/>
                  </a:lnTo>
                  <a:lnTo>
                    <a:pt x="700012" y="68295"/>
                  </a:lnTo>
                  <a:close/>
                  <a:moveTo>
                    <a:pt x="650006" y="85478"/>
                  </a:moveTo>
                  <a:lnTo>
                    <a:pt x="679380" y="120820"/>
                  </a:lnTo>
                  <a:lnTo>
                    <a:pt x="683633" y="74336"/>
                  </a:lnTo>
                  <a:close/>
                  <a:moveTo>
                    <a:pt x="640925" y="48723"/>
                  </a:moveTo>
                  <a:lnTo>
                    <a:pt x="683633" y="74336"/>
                  </a:lnTo>
                  <a:lnTo>
                    <a:pt x="673249" y="38030"/>
                  </a:lnTo>
                  <a:close/>
                  <a:moveTo>
                    <a:pt x="640925" y="48723"/>
                  </a:moveTo>
                  <a:lnTo>
                    <a:pt x="650006" y="85478"/>
                  </a:lnTo>
                  <a:lnTo>
                    <a:pt x="683633" y="74336"/>
                  </a:lnTo>
                  <a:close/>
                  <a:moveTo>
                    <a:pt x="700012" y="68295"/>
                  </a:moveTo>
                  <a:lnTo>
                    <a:pt x="692171" y="31540"/>
                  </a:lnTo>
                  <a:lnTo>
                    <a:pt x="683633" y="74336"/>
                  </a:lnTo>
                  <a:close/>
                  <a:moveTo>
                    <a:pt x="692171" y="31540"/>
                  </a:moveTo>
                  <a:lnTo>
                    <a:pt x="673249" y="38030"/>
                  </a:lnTo>
                  <a:lnTo>
                    <a:pt x="683633" y="74336"/>
                  </a:lnTo>
                  <a:close/>
                  <a:moveTo>
                    <a:pt x="793602" y="202514"/>
                  </a:moveTo>
                  <a:lnTo>
                    <a:pt x="809601" y="205091"/>
                  </a:lnTo>
                  <a:lnTo>
                    <a:pt x="801286" y="178560"/>
                  </a:lnTo>
                  <a:close/>
                  <a:moveTo>
                    <a:pt x="801286" y="178560"/>
                  </a:moveTo>
                  <a:lnTo>
                    <a:pt x="828133" y="198131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01286" y="178560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12377" y="148137"/>
                  </a:lnTo>
                  <a:lnTo>
                    <a:pt x="801286" y="178560"/>
                  </a:lnTo>
                  <a:close/>
                  <a:moveTo>
                    <a:pt x="838911" y="151133"/>
                  </a:moveTo>
                  <a:lnTo>
                    <a:pt x="853899" y="124621"/>
                  </a:lnTo>
                  <a:lnTo>
                    <a:pt x="815267" y="141805"/>
                  </a:lnTo>
                  <a:close/>
                  <a:moveTo>
                    <a:pt x="692171" y="31540"/>
                  </a:moveTo>
                  <a:lnTo>
                    <a:pt x="743331" y="42928"/>
                  </a:lnTo>
                  <a:lnTo>
                    <a:pt x="730715" y="18401"/>
                  </a:lnTo>
                  <a:close/>
                  <a:moveTo>
                    <a:pt x="739984" y="51112"/>
                  </a:moveTo>
                  <a:lnTo>
                    <a:pt x="743331" y="42928"/>
                  </a:lnTo>
                  <a:lnTo>
                    <a:pt x="692171" y="31540"/>
                  </a:lnTo>
                  <a:close/>
                  <a:moveTo>
                    <a:pt x="700012" y="68295"/>
                  </a:moveTo>
                  <a:lnTo>
                    <a:pt x="739984" y="51112"/>
                  </a:lnTo>
                  <a:lnTo>
                    <a:pt x="692171" y="31540"/>
                  </a:lnTo>
                  <a:close/>
                  <a:moveTo>
                    <a:pt x="765169" y="0"/>
                  </a:moveTo>
                  <a:lnTo>
                    <a:pt x="730715" y="18401"/>
                  </a:lnTo>
                  <a:lnTo>
                    <a:pt x="747725" y="14357"/>
                  </a:lnTo>
                  <a:close/>
                  <a:moveTo>
                    <a:pt x="730715" y="18401"/>
                  </a:moveTo>
                  <a:lnTo>
                    <a:pt x="743331" y="42928"/>
                  </a:lnTo>
                  <a:lnTo>
                    <a:pt x="747725" y="14357"/>
                  </a:lnTo>
                  <a:close/>
                  <a:moveTo>
                    <a:pt x="743331" y="42928"/>
                  </a:moveTo>
                  <a:lnTo>
                    <a:pt x="739984" y="51112"/>
                  </a:lnTo>
                  <a:lnTo>
                    <a:pt x="754062" y="44166"/>
                  </a:lnTo>
                  <a:close/>
                  <a:moveTo>
                    <a:pt x="778947" y="6277"/>
                  </a:moveTo>
                  <a:lnTo>
                    <a:pt x="747725" y="14357"/>
                  </a:lnTo>
                  <a:lnTo>
                    <a:pt x="798426" y="28135"/>
                  </a:lnTo>
                  <a:close/>
                  <a:moveTo>
                    <a:pt x="747725" y="14357"/>
                  </a:moveTo>
                  <a:lnTo>
                    <a:pt x="743331" y="42928"/>
                  </a:lnTo>
                  <a:lnTo>
                    <a:pt x="798426" y="28135"/>
                  </a:lnTo>
                  <a:close/>
                  <a:moveTo>
                    <a:pt x="798426" y="28135"/>
                  </a:moveTo>
                  <a:lnTo>
                    <a:pt x="743331" y="42928"/>
                  </a:lnTo>
                  <a:lnTo>
                    <a:pt x="784351" y="33928"/>
                  </a:lnTo>
                  <a:close/>
                  <a:moveTo>
                    <a:pt x="765169" y="0"/>
                  </a:moveTo>
                  <a:lnTo>
                    <a:pt x="747725" y="14357"/>
                  </a:lnTo>
                  <a:lnTo>
                    <a:pt x="778947" y="6277"/>
                  </a:lnTo>
                  <a:close/>
                  <a:moveTo>
                    <a:pt x="778947" y="6277"/>
                  </a:moveTo>
                  <a:lnTo>
                    <a:pt x="798426" y="28135"/>
                  </a:lnTo>
                  <a:lnTo>
                    <a:pt x="826462" y="838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50" name="Input_density__141">
              <a:extLst>
                <a:ext uri="{FF2B5EF4-FFF2-40B4-BE49-F238E27FC236}">
                  <a16:creationId xmlns:a16="http://schemas.microsoft.com/office/drawing/2014/main" id="{EEFD5A9F-0202-4106-8178-05F6455E27B3}"/>
                </a:ext>
              </a:extLst>
            </p:cNvPr>
            <p:cNvSpPr>
              <a:spLocks noGrp="1"/>
            </p:cNvSpPr>
            <p:nvPr/>
          </p:nvSpPr>
          <p:spPr>
            <a:xfrm>
              <a:off x="615759" y="1491545"/>
              <a:ext cx="1042462" cy="1370714"/>
            </a:xfrm>
            <a:custGeom>
              <a:avLst/>
              <a:gdLst/>
              <a:ahLst/>
              <a:cxnLst/>
              <a:rect l="0" t="0" r="0" b="0"/>
              <a:pathLst>
                <a:path w="1042462" h="1370714">
                  <a:moveTo>
                    <a:pt x="364688" y="987049"/>
                  </a:moveTo>
                  <a:lnTo>
                    <a:pt x="356745" y="989058"/>
                  </a:lnTo>
                  <a:lnTo>
                    <a:pt x="362491" y="1029133"/>
                  </a:lnTo>
                  <a:close/>
                  <a:moveTo>
                    <a:pt x="356745" y="989058"/>
                  </a:moveTo>
                  <a:lnTo>
                    <a:pt x="364688" y="987049"/>
                  </a:lnTo>
                  <a:lnTo>
                    <a:pt x="356562" y="977132"/>
                  </a:lnTo>
                  <a:close/>
                  <a:moveTo>
                    <a:pt x="135257" y="656254"/>
                  </a:moveTo>
                  <a:lnTo>
                    <a:pt x="83825" y="673438"/>
                  </a:lnTo>
                  <a:lnTo>
                    <a:pt x="140307" y="693009"/>
                  </a:lnTo>
                  <a:close/>
                  <a:moveTo>
                    <a:pt x="108120" y="619499"/>
                  </a:moveTo>
                  <a:lnTo>
                    <a:pt x="83825" y="673438"/>
                  </a:lnTo>
                  <a:lnTo>
                    <a:pt x="135257" y="656254"/>
                  </a:lnTo>
                  <a:close/>
                  <a:moveTo>
                    <a:pt x="339658" y="913454"/>
                  </a:moveTo>
                  <a:lnTo>
                    <a:pt x="341789" y="859601"/>
                  </a:lnTo>
                  <a:lnTo>
                    <a:pt x="312671" y="863559"/>
                  </a:lnTo>
                  <a:close/>
                  <a:moveTo>
                    <a:pt x="288090" y="838796"/>
                  </a:moveTo>
                  <a:lnTo>
                    <a:pt x="283961" y="840029"/>
                  </a:lnTo>
                  <a:lnTo>
                    <a:pt x="312671" y="863559"/>
                  </a:lnTo>
                  <a:close/>
                  <a:moveTo>
                    <a:pt x="322771" y="822846"/>
                  </a:moveTo>
                  <a:lnTo>
                    <a:pt x="288090" y="838796"/>
                  </a:lnTo>
                  <a:lnTo>
                    <a:pt x="312671" y="863559"/>
                  </a:lnTo>
                  <a:close/>
                  <a:moveTo>
                    <a:pt x="286184" y="838576"/>
                  </a:moveTo>
                  <a:lnTo>
                    <a:pt x="283961" y="840029"/>
                  </a:lnTo>
                  <a:lnTo>
                    <a:pt x="288090" y="838796"/>
                  </a:lnTo>
                  <a:close/>
                  <a:moveTo>
                    <a:pt x="323819" y="786091"/>
                  </a:moveTo>
                  <a:lnTo>
                    <a:pt x="288090" y="838796"/>
                  </a:lnTo>
                  <a:lnTo>
                    <a:pt x="322771" y="822846"/>
                  </a:lnTo>
                  <a:close/>
                  <a:moveTo>
                    <a:pt x="135257" y="656254"/>
                  </a:moveTo>
                  <a:lnTo>
                    <a:pt x="165950" y="666561"/>
                  </a:lnTo>
                  <a:lnTo>
                    <a:pt x="138499" y="655411"/>
                  </a:lnTo>
                  <a:close/>
                  <a:moveTo>
                    <a:pt x="160517" y="675826"/>
                  </a:moveTo>
                  <a:lnTo>
                    <a:pt x="165950" y="666561"/>
                  </a:lnTo>
                  <a:lnTo>
                    <a:pt x="135257" y="656254"/>
                  </a:lnTo>
                  <a:close/>
                  <a:moveTo>
                    <a:pt x="140307" y="693009"/>
                  </a:moveTo>
                  <a:lnTo>
                    <a:pt x="160517" y="675826"/>
                  </a:lnTo>
                  <a:lnTo>
                    <a:pt x="135257" y="656254"/>
                  </a:lnTo>
                  <a:close/>
                  <a:moveTo>
                    <a:pt x="187885" y="623994"/>
                  </a:moveTo>
                  <a:lnTo>
                    <a:pt x="168733" y="602316"/>
                  </a:lnTo>
                  <a:lnTo>
                    <a:pt x="181689" y="647386"/>
                  </a:lnTo>
                  <a:close/>
                  <a:moveTo>
                    <a:pt x="181689" y="647386"/>
                  </a:moveTo>
                  <a:lnTo>
                    <a:pt x="168733" y="602316"/>
                  </a:lnTo>
                  <a:lnTo>
                    <a:pt x="137297" y="611641"/>
                  </a:lnTo>
                  <a:close/>
                  <a:moveTo>
                    <a:pt x="181689" y="647386"/>
                  </a:moveTo>
                  <a:lnTo>
                    <a:pt x="137297" y="611641"/>
                  </a:lnTo>
                  <a:lnTo>
                    <a:pt x="138499" y="655411"/>
                  </a:lnTo>
                  <a:close/>
                  <a:moveTo>
                    <a:pt x="181689" y="647386"/>
                  </a:moveTo>
                  <a:lnTo>
                    <a:pt x="138499" y="655411"/>
                  </a:lnTo>
                  <a:lnTo>
                    <a:pt x="194287" y="647933"/>
                  </a:lnTo>
                  <a:close/>
                  <a:moveTo>
                    <a:pt x="138499" y="655411"/>
                  </a:moveTo>
                  <a:lnTo>
                    <a:pt x="165950" y="666561"/>
                  </a:lnTo>
                  <a:lnTo>
                    <a:pt x="194287" y="647933"/>
                  </a:lnTo>
                  <a:close/>
                  <a:moveTo>
                    <a:pt x="395" y="509234"/>
                  </a:moveTo>
                  <a:lnTo>
                    <a:pt x="0" y="516039"/>
                  </a:lnTo>
                  <a:lnTo>
                    <a:pt x="4070" y="504446"/>
                  </a:lnTo>
                  <a:close/>
                  <a:moveTo>
                    <a:pt x="184645" y="640252"/>
                  </a:moveTo>
                  <a:lnTo>
                    <a:pt x="204314" y="628992"/>
                  </a:lnTo>
                  <a:lnTo>
                    <a:pt x="194287" y="647933"/>
                  </a:lnTo>
                  <a:close/>
                  <a:moveTo>
                    <a:pt x="162891" y="590833"/>
                  </a:moveTo>
                  <a:lnTo>
                    <a:pt x="204314" y="628992"/>
                  </a:lnTo>
                  <a:lnTo>
                    <a:pt x="206123" y="621888"/>
                  </a:lnTo>
                  <a:close/>
                  <a:moveTo>
                    <a:pt x="168733" y="602316"/>
                  </a:moveTo>
                  <a:lnTo>
                    <a:pt x="204314" y="628992"/>
                  </a:lnTo>
                  <a:lnTo>
                    <a:pt x="162891" y="590833"/>
                  </a:lnTo>
                  <a:close/>
                  <a:moveTo>
                    <a:pt x="187885" y="623994"/>
                  </a:moveTo>
                  <a:lnTo>
                    <a:pt x="204314" y="628992"/>
                  </a:lnTo>
                  <a:lnTo>
                    <a:pt x="168733" y="602316"/>
                  </a:lnTo>
                  <a:close/>
                  <a:moveTo>
                    <a:pt x="168733" y="602316"/>
                  </a:moveTo>
                  <a:lnTo>
                    <a:pt x="166974" y="574181"/>
                  </a:lnTo>
                  <a:lnTo>
                    <a:pt x="185240" y="548378"/>
                  </a:lnTo>
                  <a:close/>
                  <a:moveTo>
                    <a:pt x="140714" y="528806"/>
                  </a:moveTo>
                  <a:lnTo>
                    <a:pt x="185240" y="548378"/>
                  </a:lnTo>
                  <a:lnTo>
                    <a:pt x="163842" y="511623"/>
                  </a:lnTo>
                  <a:close/>
                  <a:moveTo>
                    <a:pt x="366560" y="757343"/>
                  </a:moveTo>
                  <a:lnTo>
                    <a:pt x="399252" y="723542"/>
                  </a:lnTo>
                  <a:lnTo>
                    <a:pt x="394316" y="717118"/>
                  </a:lnTo>
                  <a:close/>
                  <a:moveTo>
                    <a:pt x="366560" y="757343"/>
                  </a:moveTo>
                  <a:lnTo>
                    <a:pt x="394316" y="717118"/>
                  </a:lnTo>
                  <a:lnTo>
                    <a:pt x="361465" y="716737"/>
                  </a:lnTo>
                  <a:close/>
                  <a:moveTo>
                    <a:pt x="320266" y="723143"/>
                  </a:moveTo>
                  <a:lnTo>
                    <a:pt x="361465" y="716737"/>
                  </a:lnTo>
                  <a:lnTo>
                    <a:pt x="342981" y="687018"/>
                  </a:lnTo>
                  <a:close/>
                  <a:moveTo>
                    <a:pt x="361465" y="716737"/>
                  </a:moveTo>
                  <a:lnTo>
                    <a:pt x="394316" y="717118"/>
                  </a:lnTo>
                  <a:lnTo>
                    <a:pt x="373224" y="689519"/>
                  </a:lnTo>
                  <a:close/>
                  <a:moveTo>
                    <a:pt x="361465" y="716737"/>
                  </a:moveTo>
                  <a:lnTo>
                    <a:pt x="373224" y="689519"/>
                  </a:lnTo>
                  <a:lnTo>
                    <a:pt x="342981" y="687018"/>
                  </a:lnTo>
                  <a:close/>
                  <a:moveTo>
                    <a:pt x="394316" y="717118"/>
                  </a:moveTo>
                  <a:lnTo>
                    <a:pt x="399252" y="723542"/>
                  </a:lnTo>
                  <a:lnTo>
                    <a:pt x="432912" y="724814"/>
                  </a:lnTo>
                  <a:close/>
                  <a:moveTo>
                    <a:pt x="163842" y="511623"/>
                  </a:moveTo>
                  <a:lnTo>
                    <a:pt x="202930" y="495876"/>
                  </a:lnTo>
                  <a:lnTo>
                    <a:pt x="159263" y="474868"/>
                  </a:lnTo>
                  <a:close/>
                  <a:moveTo>
                    <a:pt x="467440" y="729332"/>
                  </a:moveTo>
                  <a:lnTo>
                    <a:pt x="462915" y="734541"/>
                  </a:lnTo>
                  <a:lnTo>
                    <a:pt x="487933" y="739933"/>
                  </a:lnTo>
                  <a:close/>
                  <a:moveTo>
                    <a:pt x="1022072" y="1359375"/>
                  </a:moveTo>
                  <a:lnTo>
                    <a:pt x="1031234" y="1370714"/>
                  </a:lnTo>
                  <a:lnTo>
                    <a:pt x="1030884" y="1357194"/>
                  </a:lnTo>
                  <a:close/>
                  <a:moveTo>
                    <a:pt x="509211" y="734541"/>
                  </a:moveTo>
                  <a:lnTo>
                    <a:pt x="533679" y="756202"/>
                  </a:lnTo>
                  <a:lnTo>
                    <a:pt x="534542" y="729129"/>
                  </a:lnTo>
                  <a:close/>
                  <a:moveTo>
                    <a:pt x="200859" y="383880"/>
                  </a:moveTo>
                  <a:lnTo>
                    <a:pt x="223110" y="389976"/>
                  </a:lnTo>
                  <a:lnTo>
                    <a:pt x="259442" y="382126"/>
                  </a:lnTo>
                  <a:close/>
                  <a:moveTo>
                    <a:pt x="259442" y="382126"/>
                  </a:moveTo>
                  <a:lnTo>
                    <a:pt x="270084" y="386563"/>
                  </a:lnTo>
                  <a:lnTo>
                    <a:pt x="267858" y="385224"/>
                  </a:lnTo>
                  <a:close/>
                  <a:moveTo>
                    <a:pt x="232720" y="378426"/>
                  </a:moveTo>
                  <a:lnTo>
                    <a:pt x="259442" y="382126"/>
                  </a:lnTo>
                  <a:lnTo>
                    <a:pt x="267858" y="385224"/>
                  </a:lnTo>
                  <a:close/>
                  <a:moveTo>
                    <a:pt x="285488" y="393441"/>
                  </a:moveTo>
                  <a:lnTo>
                    <a:pt x="296583" y="396417"/>
                  </a:lnTo>
                  <a:lnTo>
                    <a:pt x="328937" y="392805"/>
                  </a:lnTo>
                  <a:close/>
                  <a:moveTo>
                    <a:pt x="871855" y="1052345"/>
                  </a:moveTo>
                  <a:lnTo>
                    <a:pt x="862375" y="1084907"/>
                  </a:lnTo>
                  <a:lnTo>
                    <a:pt x="897196" y="1071386"/>
                  </a:lnTo>
                  <a:close/>
                  <a:moveTo>
                    <a:pt x="443850" y="569695"/>
                  </a:moveTo>
                  <a:lnTo>
                    <a:pt x="441666" y="565126"/>
                  </a:lnTo>
                  <a:lnTo>
                    <a:pt x="441277" y="570338"/>
                  </a:lnTo>
                  <a:close/>
                  <a:moveTo>
                    <a:pt x="443850" y="569695"/>
                  </a:moveTo>
                  <a:lnTo>
                    <a:pt x="444624" y="570338"/>
                  </a:lnTo>
                  <a:lnTo>
                    <a:pt x="441666" y="565126"/>
                  </a:lnTo>
                  <a:close/>
                  <a:moveTo>
                    <a:pt x="410208" y="480463"/>
                  </a:moveTo>
                  <a:lnTo>
                    <a:pt x="408811" y="470657"/>
                  </a:lnTo>
                  <a:lnTo>
                    <a:pt x="379376" y="442889"/>
                  </a:lnTo>
                  <a:close/>
                  <a:moveTo>
                    <a:pt x="379376" y="442889"/>
                  </a:moveTo>
                  <a:lnTo>
                    <a:pt x="349649" y="460072"/>
                  </a:lnTo>
                  <a:lnTo>
                    <a:pt x="410208" y="480463"/>
                  </a:lnTo>
                  <a:close/>
                  <a:moveTo>
                    <a:pt x="410208" y="480463"/>
                  </a:moveTo>
                  <a:lnTo>
                    <a:pt x="412904" y="479644"/>
                  </a:lnTo>
                  <a:lnTo>
                    <a:pt x="408811" y="470657"/>
                  </a:lnTo>
                  <a:close/>
                  <a:moveTo>
                    <a:pt x="319511" y="410527"/>
                  </a:moveTo>
                  <a:lnTo>
                    <a:pt x="346070" y="456862"/>
                  </a:lnTo>
                  <a:lnTo>
                    <a:pt x="354283" y="409346"/>
                  </a:lnTo>
                  <a:close/>
                  <a:moveTo>
                    <a:pt x="354283" y="409346"/>
                  </a:moveTo>
                  <a:lnTo>
                    <a:pt x="346070" y="456862"/>
                  </a:lnTo>
                  <a:lnTo>
                    <a:pt x="368137" y="406134"/>
                  </a:lnTo>
                  <a:close/>
                  <a:moveTo>
                    <a:pt x="368137" y="406134"/>
                  </a:moveTo>
                  <a:lnTo>
                    <a:pt x="349649" y="460072"/>
                  </a:lnTo>
                  <a:lnTo>
                    <a:pt x="379376" y="442889"/>
                  </a:lnTo>
                  <a:close/>
                  <a:moveTo>
                    <a:pt x="263110" y="384545"/>
                  </a:moveTo>
                  <a:lnTo>
                    <a:pt x="296583" y="396417"/>
                  </a:lnTo>
                  <a:lnTo>
                    <a:pt x="270084" y="386563"/>
                  </a:lnTo>
                  <a:close/>
                  <a:moveTo>
                    <a:pt x="319511" y="410527"/>
                  </a:moveTo>
                  <a:lnTo>
                    <a:pt x="296583" y="396417"/>
                  </a:lnTo>
                  <a:lnTo>
                    <a:pt x="263110" y="384545"/>
                  </a:lnTo>
                  <a:close/>
                  <a:moveTo>
                    <a:pt x="319511" y="410527"/>
                  </a:moveTo>
                  <a:lnTo>
                    <a:pt x="328937" y="392805"/>
                  </a:lnTo>
                  <a:lnTo>
                    <a:pt x="296583" y="396417"/>
                  </a:lnTo>
                  <a:close/>
                  <a:moveTo>
                    <a:pt x="259442" y="382126"/>
                  </a:moveTo>
                  <a:lnTo>
                    <a:pt x="247250" y="386563"/>
                  </a:lnTo>
                  <a:lnTo>
                    <a:pt x="263110" y="384545"/>
                  </a:lnTo>
                  <a:close/>
                  <a:moveTo>
                    <a:pt x="263110" y="384545"/>
                  </a:moveTo>
                  <a:lnTo>
                    <a:pt x="270084" y="386563"/>
                  </a:lnTo>
                  <a:lnTo>
                    <a:pt x="259442" y="382126"/>
                  </a:lnTo>
                  <a:close/>
                  <a:moveTo>
                    <a:pt x="598661" y="585960"/>
                  </a:moveTo>
                  <a:lnTo>
                    <a:pt x="555155" y="626664"/>
                  </a:lnTo>
                  <a:lnTo>
                    <a:pt x="578585" y="609481"/>
                  </a:lnTo>
                  <a:close/>
                  <a:moveTo>
                    <a:pt x="598661" y="585960"/>
                  </a:moveTo>
                  <a:lnTo>
                    <a:pt x="579040" y="608808"/>
                  </a:lnTo>
                  <a:lnTo>
                    <a:pt x="555155" y="626664"/>
                  </a:lnTo>
                  <a:close/>
                  <a:moveTo>
                    <a:pt x="365006" y="369379"/>
                  </a:moveTo>
                  <a:lnTo>
                    <a:pt x="403144" y="396712"/>
                  </a:lnTo>
                  <a:lnTo>
                    <a:pt x="396876" y="357060"/>
                  </a:lnTo>
                  <a:close/>
                  <a:moveTo>
                    <a:pt x="371091" y="315441"/>
                  </a:moveTo>
                  <a:lnTo>
                    <a:pt x="396876" y="357060"/>
                  </a:lnTo>
                  <a:lnTo>
                    <a:pt x="401531" y="347229"/>
                  </a:lnTo>
                  <a:close/>
                  <a:moveTo>
                    <a:pt x="365006" y="369379"/>
                  </a:moveTo>
                  <a:lnTo>
                    <a:pt x="396876" y="357060"/>
                  </a:lnTo>
                  <a:lnTo>
                    <a:pt x="371091" y="315441"/>
                  </a:lnTo>
                  <a:close/>
                  <a:moveTo>
                    <a:pt x="749581" y="776498"/>
                  </a:moveTo>
                  <a:lnTo>
                    <a:pt x="742895" y="802336"/>
                  </a:lnTo>
                  <a:lnTo>
                    <a:pt x="746264" y="793256"/>
                  </a:lnTo>
                  <a:close/>
                  <a:moveTo>
                    <a:pt x="939503" y="929838"/>
                  </a:moveTo>
                  <a:lnTo>
                    <a:pt x="931505" y="958375"/>
                  </a:lnTo>
                  <a:lnTo>
                    <a:pt x="978992" y="969570"/>
                  </a:lnTo>
                  <a:close/>
                  <a:moveTo>
                    <a:pt x="914689" y="940276"/>
                  </a:moveTo>
                  <a:lnTo>
                    <a:pt x="931505" y="958375"/>
                  </a:lnTo>
                  <a:lnTo>
                    <a:pt x="939503" y="929838"/>
                  </a:lnTo>
                  <a:close/>
                  <a:moveTo>
                    <a:pt x="770444" y="758293"/>
                  </a:moveTo>
                  <a:lnTo>
                    <a:pt x="749581" y="776498"/>
                  </a:lnTo>
                  <a:lnTo>
                    <a:pt x="746264" y="793256"/>
                  </a:lnTo>
                  <a:close/>
                  <a:moveTo>
                    <a:pt x="598661" y="585960"/>
                  </a:moveTo>
                  <a:lnTo>
                    <a:pt x="625721" y="592596"/>
                  </a:lnTo>
                  <a:lnTo>
                    <a:pt x="632383" y="587466"/>
                  </a:lnTo>
                  <a:close/>
                  <a:moveTo>
                    <a:pt x="640122" y="428988"/>
                  </a:moveTo>
                  <a:lnTo>
                    <a:pt x="638951" y="419605"/>
                  </a:lnTo>
                  <a:lnTo>
                    <a:pt x="605304" y="430206"/>
                  </a:lnTo>
                  <a:close/>
                  <a:moveTo>
                    <a:pt x="640122" y="428988"/>
                  </a:moveTo>
                  <a:lnTo>
                    <a:pt x="644276" y="428094"/>
                  </a:lnTo>
                  <a:lnTo>
                    <a:pt x="638951" y="419605"/>
                  </a:lnTo>
                  <a:close/>
                  <a:moveTo>
                    <a:pt x="819100" y="623214"/>
                  </a:moveTo>
                  <a:lnTo>
                    <a:pt x="841178" y="597621"/>
                  </a:lnTo>
                  <a:lnTo>
                    <a:pt x="825076" y="617189"/>
                  </a:lnTo>
                  <a:close/>
                  <a:moveTo>
                    <a:pt x="528407" y="197151"/>
                  </a:moveTo>
                  <a:lnTo>
                    <a:pt x="492495" y="199259"/>
                  </a:lnTo>
                  <a:lnTo>
                    <a:pt x="540931" y="206068"/>
                  </a:lnTo>
                  <a:close/>
                  <a:moveTo>
                    <a:pt x="846613" y="593203"/>
                  </a:moveTo>
                  <a:lnTo>
                    <a:pt x="897939" y="578564"/>
                  </a:lnTo>
                  <a:lnTo>
                    <a:pt x="848234" y="547138"/>
                  </a:lnTo>
                  <a:close/>
                  <a:moveTo>
                    <a:pt x="816749" y="545647"/>
                  </a:moveTo>
                  <a:lnTo>
                    <a:pt x="843873" y="505936"/>
                  </a:lnTo>
                  <a:lnTo>
                    <a:pt x="796520" y="517345"/>
                  </a:lnTo>
                  <a:close/>
                  <a:moveTo>
                    <a:pt x="759283" y="520530"/>
                  </a:moveTo>
                  <a:lnTo>
                    <a:pt x="796520" y="517345"/>
                  </a:lnTo>
                  <a:lnTo>
                    <a:pt x="788669" y="509437"/>
                  </a:lnTo>
                  <a:close/>
                  <a:moveTo>
                    <a:pt x="796520" y="517345"/>
                  </a:moveTo>
                  <a:lnTo>
                    <a:pt x="843873" y="505936"/>
                  </a:lnTo>
                  <a:lnTo>
                    <a:pt x="817410" y="492318"/>
                  </a:lnTo>
                  <a:close/>
                  <a:moveTo>
                    <a:pt x="573380" y="250083"/>
                  </a:moveTo>
                  <a:lnTo>
                    <a:pt x="609475" y="241558"/>
                  </a:lnTo>
                  <a:lnTo>
                    <a:pt x="582887" y="224695"/>
                  </a:lnTo>
                  <a:close/>
                  <a:moveTo>
                    <a:pt x="573380" y="250083"/>
                  </a:moveTo>
                  <a:lnTo>
                    <a:pt x="582887" y="224695"/>
                  </a:lnTo>
                  <a:lnTo>
                    <a:pt x="555616" y="219778"/>
                  </a:lnTo>
                  <a:close/>
                  <a:moveTo>
                    <a:pt x="513521" y="226912"/>
                  </a:moveTo>
                  <a:lnTo>
                    <a:pt x="555616" y="219778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78034" y="220216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82887" y="224695"/>
                  </a:lnTo>
                  <a:lnTo>
                    <a:pt x="578034" y="220216"/>
                  </a:lnTo>
                  <a:close/>
                  <a:moveTo>
                    <a:pt x="962102" y="598235"/>
                  </a:moveTo>
                  <a:lnTo>
                    <a:pt x="941295" y="570404"/>
                  </a:lnTo>
                  <a:lnTo>
                    <a:pt x="921119" y="604466"/>
                  </a:lnTo>
                  <a:close/>
                  <a:moveTo>
                    <a:pt x="962102" y="598235"/>
                  </a:moveTo>
                  <a:lnTo>
                    <a:pt x="976117" y="569183"/>
                  </a:lnTo>
                  <a:lnTo>
                    <a:pt x="941295" y="570404"/>
                  </a:lnTo>
                  <a:close/>
                  <a:moveTo>
                    <a:pt x="616539" y="242084"/>
                  </a:moveTo>
                  <a:lnTo>
                    <a:pt x="619637" y="246707"/>
                  </a:lnTo>
                  <a:lnTo>
                    <a:pt x="609475" y="241558"/>
                  </a:lnTo>
                  <a:close/>
                  <a:moveTo>
                    <a:pt x="897664" y="379174"/>
                  </a:moveTo>
                  <a:lnTo>
                    <a:pt x="880873" y="359361"/>
                  </a:lnTo>
                  <a:lnTo>
                    <a:pt x="900063" y="397849"/>
                  </a:lnTo>
                  <a:close/>
                  <a:moveTo>
                    <a:pt x="900063" y="397849"/>
                  </a:moveTo>
                  <a:lnTo>
                    <a:pt x="880873" y="359361"/>
                  </a:lnTo>
                  <a:lnTo>
                    <a:pt x="853291" y="364038"/>
                  </a:lnTo>
                  <a:close/>
                  <a:moveTo>
                    <a:pt x="900063" y="397849"/>
                  </a:moveTo>
                  <a:lnTo>
                    <a:pt x="853291" y="364038"/>
                  </a:lnTo>
                  <a:lnTo>
                    <a:pt x="868271" y="396607"/>
                  </a:lnTo>
                  <a:close/>
                  <a:moveTo>
                    <a:pt x="900063" y="397849"/>
                  </a:moveTo>
                  <a:lnTo>
                    <a:pt x="909277" y="396116"/>
                  </a:lnTo>
                  <a:lnTo>
                    <a:pt x="897664" y="379174"/>
                  </a:lnTo>
                  <a:close/>
                  <a:moveTo>
                    <a:pt x="887650" y="341734"/>
                  </a:moveTo>
                  <a:lnTo>
                    <a:pt x="838402" y="339789"/>
                  </a:lnTo>
                  <a:lnTo>
                    <a:pt x="853291" y="364038"/>
                  </a:lnTo>
                  <a:close/>
                  <a:moveTo>
                    <a:pt x="963178" y="403338"/>
                  </a:moveTo>
                  <a:lnTo>
                    <a:pt x="946916" y="386846"/>
                  </a:lnTo>
                  <a:lnTo>
                    <a:pt x="909277" y="396116"/>
                  </a:lnTo>
                  <a:close/>
                  <a:moveTo>
                    <a:pt x="946916" y="386846"/>
                  </a:moveTo>
                  <a:lnTo>
                    <a:pt x="897664" y="379174"/>
                  </a:lnTo>
                  <a:lnTo>
                    <a:pt x="909277" y="396116"/>
                  </a:lnTo>
                  <a:close/>
                  <a:moveTo>
                    <a:pt x="898466" y="354400"/>
                  </a:moveTo>
                  <a:lnTo>
                    <a:pt x="897664" y="379174"/>
                  </a:lnTo>
                  <a:lnTo>
                    <a:pt x="946916" y="386846"/>
                  </a:lnTo>
                  <a:close/>
                  <a:moveTo>
                    <a:pt x="946916" y="386846"/>
                  </a:moveTo>
                  <a:lnTo>
                    <a:pt x="980126" y="386935"/>
                  </a:lnTo>
                  <a:lnTo>
                    <a:pt x="976646" y="345017"/>
                  </a:lnTo>
                  <a:close/>
                  <a:moveTo>
                    <a:pt x="880873" y="359361"/>
                  </a:moveTo>
                  <a:lnTo>
                    <a:pt x="897664" y="379174"/>
                  </a:lnTo>
                  <a:lnTo>
                    <a:pt x="898466" y="354400"/>
                  </a:lnTo>
                  <a:close/>
                  <a:moveTo>
                    <a:pt x="785204" y="123821"/>
                  </a:moveTo>
                  <a:lnTo>
                    <a:pt x="754249" y="138831"/>
                  </a:lnTo>
                  <a:lnTo>
                    <a:pt x="788236" y="122987"/>
                  </a:lnTo>
                  <a:close/>
                  <a:moveTo>
                    <a:pt x="788236" y="122987"/>
                  </a:moveTo>
                  <a:lnTo>
                    <a:pt x="754249" y="138831"/>
                  </a:lnTo>
                  <a:lnTo>
                    <a:pt x="742221" y="171729"/>
                  </a:lnTo>
                  <a:close/>
                  <a:moveTo>
                    <a:pt x="788236" y="122987"/>
                  </a:moveTo>
                  <a:lnTo>
                    <a:pt x="742221" y="171729"/>
                  </a:lnTo>
                  <a:lnTo>
                    <a:pt x="759152" y="138823"/>
                  </a:lnTo>
                  <a:close/>
                  <a:moveTo>
                    <a:pt x="758126" y="84892"/>
                  </a:moveTo>
                  <a:lnTo>
                    <a:pt x="754249" y="138831"/>
                  </a:lnTo>
                  <a:lnTo>
                    <a:pt x="787500" y="120234"/>
                  </a:lnTo>
                  <a:close/>
                  <a:moveTo>
                    <a:pt x="787500" y="120234"/>
                  </a:moveTo>
                  <a:lnTo>
                    <a:pt x="754249" y="138831"/>
                  </a:lnTo>
                  <a:lnTo>
                    <a:pt x="785204" y="123821"/>
                  </a:lnTo>
                  <a:close/>
                  <a:moveTo>
                    <a:pt x="988543" y="342177"/>
                  </a:moveTo>
                  <a:lnTo>
                    <a:pt x="1042462" y="361749"/>
                  </a:lnTo>
                  <a:lnTo>
                    <a:pt x="1020964" y="324994"/>
                  </a:lnTo>
                  <a:close/>
                  <a:moveTo>
                    <a:pt x="846386" y="215825"/>
                  </a:moveTo>
                  <a:lnTo>
                    <a:pt x="865668" y="219735"/>
                  </a:lnTo>
                  <a:lnTo>
                    <a:pt x="901721" y="201928"/>
                  </a:lnTo>
                  <a:close/>
                  <a:moveTo>
                    <a:pt x="874828" y="197587"/>
                  </a:moveTo>
                  <a:lnTo>
                    <a:pt x="846386" y="215825"/>
                  </a:lnTo>
                  <a:lnTo>
                    <a:pt x="901721" y="201928"/>
                  </a:lnTo>
                  <a:close/>
                  <a:moveTo>
                    <a:pt x="787500" y="120234"/>
                  </a:moveTo>
                  <a:lnTo>
                    <a:pt x="811130" y="121647"/>
                  </a:lnTo>
                  <a:lnTo>
                    <a:pt x="808132" y="67709"/>
                  </a:lnTo>
                  <a:close/>
                  <a:moveTo>
                    <a:pt x="1018477" y="288239"/>
                  </a:moveTo>
                  <a:lnTo>
                    <a:pt x="1020964" y="324994"/>
                  </a:lnTo>
                  <a:lnTo>
                    <a:pt x="1042441" y="307811"/>
                  </a:lnTo>
                  <a:close/>
                  <a:moveTo>
                    <a:pt x="1041117" y="271055"/>
                  </a:moveTo>
                  <a:lnTo>
                    <a:pt x="1021345" y="275454"/>
                  </a:lnTo>
                  <a:lnTo>
                    <a:pt x="1018477" y="288239"/>
                  </a:lnTo>
                  <a:close/>
                  <a:moveTo>
                    <a:pt x="808132" y="67709"/>
                  </a:moveTo>
                  <a:lnTo>
                    <a:pt x="840450" y="97423"/>
                  </a:lnTo>
                  <a:lnTo>
                    <a:pt x="848104" y="50526"/>
                  </a:lnTo>
                  <a:close/>
                  <a:moveTo>
                    <a:pt x="947030" y="150547"/>
                  </a:moveTo>
                  <a:lnTo>
                    <a:pt x="941510" y="160790"/>
                  </a:lnTo>
                  <a:lnTo>
                    <a:pt x="951167" y="114908"/>
                  </a:lnTo>
                  <a:close/>
                  <a:moveTo>
                    <a:pt x="927386" y="0"/>
                  </a:moveTo>
                  <a:lnTo>
                    <a:pt x="887066" y="5691"/>
                  </a:lnTo>
                  <a:lnTo>
                    <a:pt x="934581" y="7795"/>
                  </a:lnTo>
                  <a:close/>
                  <a:moveTo>
                    <a:pt x="911493" y="30579"/>
                  </a:moveTo>
                  <a:lnTo>
                    <a:pt x="934581" y="7795"/>
                  </a:lnTo>
                  <a:lnTo>
                    <a:pt x="906545" y="27549"/>
                  </a:lnTo>
                  <a:close/>
                  <a:moveTo>
                    <a:pt x="911493" y="30579"/>
                  </a:moveTo>
                  <a:lnTo>
                    <a:pt x="950506" y="25951"/>
                  </a:lnTo>
                  <a:lnTo>
                    <a:pt x="934581" y="77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51" name="Input_density__142">
              <a:extLst>
                <a:ext uri="{FF2B5EF4-FFF2-40B4-BE49-F238E27FC236}">
                  <a16:creationId xmlns:a16="http://schemas.microsoft.com/office/drawing/2014/main" id="{69D36082-B003-38F4-2788-E324353038E4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69519"/>
              <a:ext cx="1155472" cy="937929"/>
            </a:xfrm>
            <a:custGeom>
              <a:avLst/>
              <a:gdLst/>
              <a:ahLst/>
              <a:cxnLst/>
              <a:rect l="0" t="0" r="0" b="0"/>
              <a:pathLst>
                <a:path w="1155472" h="937929">
                  <a:moveTo>
                    <a:pt x="37176" y="546394"/>
                  </a:moveTo>
                  <a:lnTo>
                    <a:pt x="0" y="531974"/>
                  </a:lnTo>
                  <a:lnTo>
                    <a:pt x="8776" y="536418"/>
                  </a:lnTo>
                  <a:close/>
                  <a:moveTo>
                    <a:pt x="277176" y="843442"/>
                  </a:moveTo>
                  <a:lnTo>
                    <a:pt x="278699" y="847120"/>
                  </a:lnTo>
                  <a:lnTo>
                    <a:pt x="285161" y="850684"/>
                  </a:lnTo>
                  <a:close/>
                  <a:moveTo>
                    <a:pt x="321801" y="863099"/>
                  </a:moveTo>
                  <a:lnTo>
                    <a:pt x="278699" y="847120"/>
                  </a:lnTo>
                  <a:lnTo>
                    <a:pt x="299077" y="857642"/>
                  </a:lnTo>
                  <a:close/>
                  <a:moveTo>
                    <a:pt x="321801" y="863099"/>
                  </a:moveTo>
                  <a:lnTo>
                    <a:pt x="285161" y="850684"/>
                  </a:lnTo>
                  <a:lnTo>
                    <a:pt x="278699" y="847120"/>
                  </a:lnTo>
                  <a:close/>
                  <a:moveTo>
                    <a:pt x="80030" y="586157"/>
                  </a:moveTo>
                  <a:lnTo>
                    <a:pt x="80509" y="586662"/>
                  </a:lnTo>
                  <a:lnTo>
                    <a:pt x="81547" y="587713"/>
                  </a:lnTo>
                  <a:close/>
                  <a:moveTo>
                    <a:pt x="80030" y="586157"/>
                  </a:moveTo>
                  <a:lnTo>
                    <a:pt x="40793" y="549402"/>
                  </a:lnTo>
                  <a:lnTo>
                    <a:pt x="57895" y="560300"/>
                  </a:lnTo>
                  <a:close/>
                  <a:moveTo>
                    <a:pt x="356741" y="869159"/>
                  </a:moveTo>
                  <a:lnTo>
                    <a:pt x="412494" y="856828"/>
                  </a:lnTo>
                  <a:lnTo>
                    <a:pt x="376602" y="847206"/>
                  </a:lnTo>
                  <a:close/>
                  <a:moveTo>
                    <a:pt x="285161" y="850684"/>
                  </a:moveTo>
                  <a:lnTo>
                    <a:pt x="321801" y="863099"/>
                  </a:lnTo>
                  <a:lnTo>
                    <a:pt x="345078" y="853922"/>
                  </a:lnTo>
                  <a:close/>
                  <a:moveTo>
                    <a:pt x="40793" y="549402"/>
                  </a:moveTo>
                  <a:lnTo>
                    <a:pt x="80030" y="586157"/>
                  </a:lnTo>
                  <a:lnTo>
                    <a:pt x="41487" y="546552"/>
                  </a:lnTo>
                  <a:close/>
                  <a:moveTo>
                    <a:pt x="37176" y="546394"/>
                  </a:moveTo>
                  <a:lnTo>
                    <a:pt x="40793" y="549402"/>
                  </a:lnTo>
                  <a:lnTo>
                    <a:pt x="41487" y="546552"/>
                  </a:lnTo>
                  <a:close/>
                  <a:moveTo>
                    <a:pt x="484792" y="906350"/>
                  </a:moveTo>
                  <a:lnTo>
                    <a:pt x="447586" y="891819"/>
                  </a:lnTo>
                  <a:lnTo>
                    <a:pt x="463572" y="923220"/>
                  </a:lnTo>
                  <a:close/>
                  <a:moveTo>
                    <a:pt x="463572" y="923220"/>
                  </a:moveTo>
                  <a:lnTo>
                    <a:pt x="494025" y="912505"/>
                  </a:lnTo>
                  <a:lnTo>
                    <a:pt x="484792" y="906350"/>
                  </a:lnTo>
                  <a:close/>
                  <a:moveTo>
                    <a:pt x="412494" y="856828"/>
                  </a:moveTo>
                  <a:lnTo>
                    <a:pt x="420013" y="813499"/>
                  </a:lnTo>
                  <a:lnTo>
                    <a:pt x="420221" y="809075"/>
                  </a:lnTo>
                  <a:close/>
                  <a:moveTo>
                    <a:pt x="399547" y="836786"/>
                  </a:moveTo>
                  <a:lnTo>
                    <a:pt x="412494" y="856828"/>
                  </a:lnTo>
                  <a:lnTo>
                    <a:pt x="420221" y="809075"/>
                  </a:lnTo>
                  <a:close/>
                  <a:moveTo>
                    <a:pt x="376602" y="847206"/>
                  </a:moveTo>
                  <a:lnTo>
                    <a:pt x="412494" y="856828"/>
                  </a:lnTo>
                  <a:lnTo>
                    <a:pt x="399547" y="836786"/>
                  </a:lnTo>
                  <a:close/>
                  <a:moveTo>
                    <a:pt x="144093" y="532219"/>
                  </a:moveTo>
                  <a:lnTo>
                    <a:pt x="135995" y="523895"/>
                  </a:lnTo>
                  <a:lnTo>
                    <a:pt x="162128" y="543630"/>
                  </a:lnTo>
                  <a:close/>
                  <a:moveTo>
                    <a:pt x="144093" y="532219"/>
                  </a:moveTo>
                  <a:lnTo>
                    <a:pt x="137438" y="479687"/>
                  </a:lnTo>
                  <a:lnTo>
                    <a:pt x="135995" y="523895"/>
                  </a:lnTo>
                  <a:close/>
                  <a:moveTo>
                    <a:pt x="479277" y="837154"/>
                  </a:moveTo>
                  <a:lnTo>
                    <a:pt x="488129" y="845830"/>
                  </a:lnTo>
                  <a:lnTo>
                    <a:pt x="515223" y="879766"/>
                  </a:lnTo>
                  <a:close/>
                  <a:moveTo>
                    <a:pt x="420221" y="809075"/>
                  </a:moveTo>
                  <a:lnTo>
                    <a:pt x="425821" y="764031"/>
                  </a:lnTo>
                  <a:lnTo>
                    <a:pt x="417088" y="755137"/>
                  </a:lnTo>
                  <a:close/>
                  <a:moveTo>
                    <a:pt x="425821" y="764031"/>
                  </a:moveTo>
                  <a:lnTo>
                    <a:pt x="411869" y="730626"/>
                  </a:lnTo>
                  <a:lnTo>
                    <a:pt x="417088" y="755137"/>
                  </a:lnTo>
                  <a:close/>
                  <a:moveTo>
                    <a:pt x="567221" y="909328"/>
                  </a:moveTo>
                  <a:lnTo>
                    <a:pt x="562772" y="902157"/>
                  </a:lnTo>
                  <a:lnTo>
                    <a:pt x="515223" y="879766"/>
                  </a:lnTo>
                  <a:close/>
                  <a:moveTo>
                    <a:pt x="562772" y="902157"/>
                  </a:moveTo>
                  <a:lnTo>
                    <a:pt x="589585" y="884974"/>
                  </a:lnTo>
                  <a:lnTo>
                    <a:pt x="536730" y="879754"/>
                  </a:lnTo>
                  <a:close/>
                  <a:moveTo>
                    <a:pt x="634500" y="899941"/>
                  </a:moveTo>
                  <a:lnTo>
                    <a:pt x="618929" y="937929"/>
                  </a:lnTo>
                  <a:lnTo>
                    <a:pt x="666171" y="893776"/>
                  </a:lnTo>
                  <a:close/>
                  <a:moveTo>
                    <a:pt x="441349" y="681627"/>
                  </a:moveTo>
                  <a:lnTo>
                    <a:pt x="432081" y="641436"/>
                  </a:lnTo>
                  <a:lnTo>
                    <a:pt x="446429" y="627689"/>
                  </a:lnTo>
                  <a:close/>
                  <a:moveTo>
                    <a:pt x="669347" y="880478"/>
                  </a:moveTo>
                  <a:lnTo>
                    <a:pt x="634500" y="899941"/>
                  </a:lnTo>
                  <a:lnTo>
                    <a:pt x="666171" y="893776"/>
                  </a:lnTo>
                  <a:close/>
                  <a:moveTo>
                    <a:pt x="669347" y="880478"/>
                  </a:moveTo>
                  <a:lnTo>
                    <a:pt x="639478" y="877673"/>
                  </a:lnTo>
                  <a:lnTo>
                    <a:pt x="634500" y="899941"/>
                  </a:lnTo>
                  <a:close/>
                  <a:moveTo>
                    <a:pt x="669347" y="880478"/>
                  </a:moveTo>
                  <a:lnTo>
                    <a:pt x="666171" y="893776"/>
                  </a:lnTo>
                  <a:lnTo>
                    <a:pt x="679290" y="884974"/>
                  </a:lnTo>
                  <a:close/>
                  <a:moveTo>
                    <a:pt x="679995" y="849253"/>
                  </a:moveTo>
                  <a:lnTo>
                    <a:pt x="705849" y="833143"/>
                  </a:lnTo>
                  <a:lnTo>
                    <a:pt x="703251" y="831035"/>
                  </a:lnTo>
                  <a:close/>
                  <a:moveTo>
                    <a:pt x="669347" y="880478"/>
                  </a:moveTo>
                  <a:lnTo>
                    <a:pt x="694781" y="876166"/>
                  </a:lnTo>
                  <a:lnTo>
                    <a:pt x="679995" y="849253"/>
                  </a:lnTo>
                  <a:close/>
                  <a:moveTo>
                    <a:pt x="421105" y="588876"/>
                  </a:moveTo>
                  <a:lnTo>
                    <a:pt x="421534" y="602001"/>
                  </a:lnTo>
                  <a:lnTo>
                    <a:pt x="474180" y="617562"/>
                  </a:lnTo>
                  <a:close/>
                  <a:moveTo>
                    <a:pt x="323903" y="389987"/>
                  </a:moveTo>
                  <a:lnTo>
                    <a:pt x="323906" y="389975"/>
                  </a:lnTo>
                  <a:lnTo>
                    <a:pt x="294105" y="403084"/>
                  </a:lnTo>
                  <a:close/>
                  <a:moveTo>
                    <a:pt x="423400" y="446302"/>
                  </a:moveTo>
                  <a:lnTo>
                    <a:pt x="428896" y="448300"/>
                  </a:lnTo>
                  <a:lnTo>
                    <a:pt x="430370" y="442621"/>
                  </a:lnTo>
                  <a:close/>
                  <a:moveTo>
                    <a:pt x="315085" y="352409"/>
                  </a:moveTo>
                  <a:lnTo>
                    <a:pt x="317706" y="372792"/>
                  </a:lnTo>
                  <a:lnTo>
                    <a:pt x="302284" y="336037"/>
                  </a:lnTo>
                  <a:close/>
                  <a:moveTo>
                    <a:pt x="640667" y="697717"/>
                  </a:moveTo>
                  <a:lnTo>
                    <a:pt x="630550" y="692755"/>
                  </a:lnTo>
                  <a:lnTo>
                    <a:pt x="610867" y="666832"/>
                  </a:lnTo>
                  <a:close/>
                  <a:moveTo>
                    <a:pt x="683382" y="690079"/>
                  </a:moveTo>
                  <a:lnTo>
                    <a:pt x="685920" y="678988"/>
                  </a:lnTo>
                  <a:lnTo>
                    <a:pt x="637453" y="666832"/>
                  </a:lnTo>
                  <a:close/>
                  <a:moveTo>
                    <a:pt x="704731" y="655063"/>
                  </a:moveTo>
                  <a:lnTo>
                    <a:pt x="685920" y="678988"/>
                  </a:lnTo>
                  <a:lnTo>
                    <a:pt x="683382" y="690079"/>
                  </a:lnTo>
                  <a:close/>
                  <a:moveTo>
                    <a:pt x="704731" y="655063"/>
                  </a:moveTo>
                  <a:lnTo>
                    <a:pt x="683382" y="690079"/>
                  </a:lnTo>
                  <a:lnTo>
                    <a:pt x="715155" y="691336"/>
                  </a:lnTo>
                  <a:close/>
                  <a:moveTo>
                    <a:pt x="555554" y="578495"/>
                  </a:moveTo>
                  <a:lnTo>
                    <a:pt x="582724" y="583494"/>
                  </a:lnTo>
                  <a:lnTo>
                    <a:pt x="562377" y="555289"/>
                  </a:lnTo>
                  <a:close/>
                  <a:moveTo>
                    <a:pt x="582724" y="583494"/>
                  </a:moveTo>
                  <a:lnTo>
                    <a:pt x="605497" y="592068"/>
                  </a:lnTo>
                  <a:lnTo>
                    <a:pt x="562377" y="555289"/>
                  </a:lnTo>
                  <a:close/>
                  <a:moveTo>
                    <a:pt x="430370" y="442621"/>
                  </a:moveTo>
                  <a:lnTo>
                    <a:pt x="441493" y="393313"/>
                  </a:lnTo>
                  <a:lnTo>
                    <a:pt x="423400" y="446302"/>
                  </a:lnTo>
                  <a:close/>
                  <a:moveTo>
                    <a:pt x="430370" y="442621"/>
                  </a:moveTo>
                  <a:lnTo>
                    <a:pt x="471445" y="396050"/>
                  </a:lnTo>
                  <a:lnTo>
                    <a:pt x="441493" y="393313"/>
                  </a:lnTo>
                  <a:close/>
                  <a:moveTo>
                    <a:pt x="471445" y="396050"/>
                  </a:moveTo>
                  <a:lnTo>
                    <a:pt x="475056" y="388911"/>
                  </a:lnTo>
                  <a:lnTo>
                    <a:pt x="441484" y="387966"/>
                  </a:lnTo>
                  <a:close/>
                  <a:moveTo>
                    <a:pt x="471445" y="396050"/>
                  </a:moveTo>
                  <a:lnTo>
                    <a:pt x="497779" y="401729"/>
                  </a:lnTo>
                  <a:lnTo>
                    <a:pt x="475056" y="388911"/>
                  </a:lnTo>
                  <a:close/>
                  <a:moveTo>
                    <a:pt x="508728" y="348081"/>
                  </a:moveTo>
                  <a:lnTo>
                    <a:pt x="509768" y="302489"/>
                  </a:lnTo>
                  <a:lnTo>
                    <a:pt x="508185" y="338425"/>
                  </a:lnTo>
                  <a:close/>
                  <a:moveTo>
                    <a:pt x="508185" y="338425"/>
                  </a:moveTo>
                  <a:lnTo>
                    <a:pt x="506745" y="301670"/>
                  </a:lnTo>
                  <a:lnTo>
                    <a:pt x="526241" y="321242"/>
                  </a:lnTo>
                  <a:close/>
                  <a:moveTo>
                    <a:pt x="867748" y="668091"/>
                  </a:moveTo>
                  <a:lnTo>
                    <a:pt x="904530" y="681038"/>
                  </a:lnTo>
                  <a:lnTo>
                    <a:pt x="892781" y="672941"/>
                  </a:lnTo>
                  <a:close/>
                  <a:moveTo>
                    <a:pt x="695884" y="523827"/>
                  </a:moveTo>
                  <a:lnTo>
                    <a:pt x="725020" y="508184"/>
                  </a:lnTo>
                  <a:lnTo>
                    <a:pt x="744888" y="487833"/>
                  </a:lnTo>
                  <a:close/>
                  <a:moveTo>
                    <a:pt x="932495" y="689386"/>
                  </a:moveTo>
                  <a:lnTo>
                    <a:pt x="892781" y="672941"/>
                  </a:lnTo>
                  <a:lnTo>
                    <a:pt x="910360" y="685738"/>
                  </a:lnTo>
                  <a:close/>
                  <a:moveTo>
                    <a:pt x="932495" y="689386"/>
                  </a:moveTo>
                  <a:lnTo>
                    <a:pt x="967814" y="696863"/>
                  </a:lnTo>
                  <a:lnTo>
                    <a:pt x="989163" y="680473"/>
                  </a:lnTo>
                  <a:close/>
                  <a:moveTo>
                    <a:pt x="1003490" y="705670"/>
                  </a:moveTo>
                  <a:lnTo>
                    <a:pt x="989163" y="680473"/>
                  </a:lnTo>
                  <a:lnTo>
                    <a:pt x="967814" y="696863"/>
                  </a:lnTo>
                  <a:close/>
                  <a:moveTo>
                    <a:pt x="880335" y="548819"/>
                  </a:moveTo>
                  <a:lnTo>
                    <a:pt x="924495" y="563269"/>
                  </a:lnTo>
                  <a:lnTo>
                    <a:pt x="893048" y="598098"/>
                  </a:lnTo>
                  <a:close/>
                  <a:moveTo>
                    <a:pt x="852369" y="507405"/>
                  </a:moveTo>
                  <a:lnTo>
                    <a:pt x="834230" y="474934"/>
                  </a:lnTo>
                  <a:lnTo>
                    <a:pt x="832124" y="471430"/>
                  </a:lnTo>
                  <a:close/>
                  <a:moveTo>
                    <a:pt x="862894" y="553737"/>
                  </a:moveTo>
                  <a:lnTo>
                    <a:pt x="895784" y="552128"/>
                  </a:lnTo>
                  <a:lnTo>
                    <a:pt x="880335" y="548819"/>
                  </a:lnTo>
                  <a:close/>
                  <a:moveTo>
                    <a:pt x="712196" y="232937"/>
                  </a:moveTo>
                  <a:lnTo>
                    <a:pt x="701760" y="210008"/>
                  </a:lnTo>
                  <a:lnTo>
                    <a:pt x="713821" y="244950"/>
                  </a:lnTo>
                  <a:close/>
                  <a:moveTo>
                    <a:pt x="991517" y="593068"/>
                  </a:moveTo>
                  <a:lnTo>
                    <a:pt x="1022810" y="585489"/>
                  </a:lnTo>
                  <a:lnTo>
                    <a:pt x="1046084" y="576299"/>
                  </a:lnTo>
                  <a:close/>
                  <a:moveTo>
                    <a:pt x="1077464" y="586403"/>
                  </a:moveTo>
                  <a:lnTo>
                    <a:pt x="1078319" y="583303"/>
                  </a:lnTo>
                  <a:lnTo>
                    <a:pt x="1057573" y="590887"/>
                  </a:lnTo>
                  <a:close/>
                  <a:moveTo>
                    <a:pt x="975227" y="481102"/>
                  </a:moveTo>
                  <a:lnTo>
                    <a:pt x="990731" y="493921"/>
                  </a:lnTo>
                  <a:lnTo>
                    <a:pt x="982428" y="526977"/>
                  </a:lnTo>
                  <a:close/>
                  <a:moveTo>
                    <a:pt x="1078319" y="583303"/>
                  </a:moveTo>
                  <a:lnTo>
                    <a:pt x="1077464" y="586403"/>
                  </a:lnTo>
                  <a:lnTo>
                    <a:pt x="1081485" y="584080"/>
                  </a:lnTo>
                  <a:close/>
                  <a:moveTo>
                    <a:pt x="1117244" y="593203"/>
                  </a:moveTo>
                  <a:lnTo>
                    <a:pt x="1077464" y="586403"/>
                  </a:lnTo>
                  <a:lnTo>
                    <a:pt x="1096121" y="598323"/>
                  </a:lnTo>
                  <a:close/>
                  <a:moveTo>
                    <a:pt x="1117244" y="593203"/>
                  </a:moveTo>
                  <a:lnTo>
                    <a:pt x="1081485" y="584080"/>
                  </a:lnTo>
                  <a:lnTo>
                    <a:pt x="1077464" y="586403"/>
                  </a:lnTo>
                  <a:close/>
                  <a:moveTo>
                    <a:pt x="1078319" y="583303"/>
                  </a:moveTo>
                  <a:lnTo>
                    <a:pt x="1081485" y="584080"/>
                  </a:lnTo>
                  <a:lnTo>
                    <a:pt x="1082760" y="582097"/>
                  </a:lnTo>
                  <a:close/>
                  <a:moveTo>
                    <a:pt x="1123250" y="576268"/>
                  </a:moveTo>
                  <a:lnTo>
                    <a:pt x="1081485" y="584080"/>
                  </a:lnTo>
                  <a:lnTo>
                    <a:pt x="1117244" y="593203"/>
                  </a:lnTo>
                  <a:close/>
                  <a:moveTo>
                    <a:pt x="1123250" y="576268"/>
                  </a:moveTo>
                  <a:lnTo>
                    <a:pt x="1082760" y="582097"/>
                  </a:lnTo>
                  <a:lnTo>
                    <a:pt x="1081485" y="584080"/>
                  </a:lnTo>
                  <a:close/>
                  <a:moveTo>
                    <a:pt x="1082760" y="582097"/>
                  </a:moveTo>
                  <a:lnTo>
                    <a:pt x="1123250" y="576268"/>
                  </a:lnTo>
                  <a:lnTo>
                    <a:pt x="1099426" y="554951"/>
                  </a:lnTo>
                  <a:close/>
                  <a:moveTo>
                    <a:pt x="1123250" y="576268"/>
                  </a:moveTo>
                  <a:lnTo>
                    <a:pt x="1128507" y="539104"/>
                  </a:lnTo>
                  <a:lnTo>
                    <a:pt x="1099426" y="554951"/>
                  </a:lnTo>
                  <a:close/>
                  <a:moveTo>
                    <a:pt x="1153466" y="578791"/>
                  </a:moveTo>
                  <a:lnTo>
                    <a:pt x="1123250" y="576268"/>
                  </a:lnTo>
                  <a:lnTo>
                    <a:pt x="1117244" y="593203"/>
                  </a:lnTo>
                  <a:close/>
                  <a:moveTo>
                    <a:pt x="1155472" y="532413"/>
                  </a:moveTo>
                  <a:lnTo>
                    <a:pt x="1123250" y="576268"/>
                  </a:lnTo>
                  <a:lnTo>
                    <a:pt x="1153466" y="578791"/>
                  </a:lnTo>
                  <a:close/>
                  <a:moveTo>
                    <a:pt x="938955" y="232499"/>
                  </a:moveTo>
                  <a:lnTo>
                    <a:pt x="969080" y="254897"/>
                  </a:lnTo>
                  <a:lnTo>
                    <a:pt x="933550" y="219414"/>
                  </a:lnTo>
                  <a:close/>
                  <a:moveTo>
                    <a:pt x="927558" y="181387"/>
                  </a:moveTo>
                  <a:lnTo>
                    <a:pt x="927565" y="189913"/>
                  </a:lnTo>
                  <a:lnTo>
                    <a:pt x="952851" y="186064"/>
                  </a:lnTo>
                  <a:close/>
                  <a:moveTo>
                    <a:pt x="933158" y="18408"/>
                  </a:moveTo>
                  <a:lnTo>
                    <a:pt x="928825" y="44267"/>
                  </a:lnTo>
                  <a:lnTo>
                    <a:pt x="9381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52" name="Input_density__143">
              <a:extLst>
                <a:ext uri="{FF2B5EF4-FFF2-40B4-BE49-F238E27FC236}">
                  <a16:creationId xmlns:a16="http://schemas.microsoft.com/office/drawing/2014/main" id="{697A5856-54F2-8D71-470A-B1B117930A6A}"/>
                </a:ext>
              </a:extLst>
            </p:cNvPr>
            <p:cNvSpPr>
              <a:spLocks noGrp="1"/>
            </p:cNvSpPr>
            <p:nvPr/>
          </p:nvSpPr>
          <p:spPr>
            <a:xfrm>
              <a:off x="553376" y="1669519"/>
              <a:ext cx="1055569" cy="937929"/>
            </a:xfrm>
            <a:custGeom>
              <a:avLst/>
              <a:gdLst/>
              <a:ahLst/>
              <a:cxnLst/>
              <a:rect l="0" t="0" r="0" b="0"/>
              <a:pathLst>
                <a:path w="1055569" h="937929">
                  <a:moveTo>
                    <a:pt x="3223" y="530076"/>
                  </a:moveTo>
                  <a:lnTo>
                    <a:pt x="3617" y="549402"/>
                  </a:lnTo>
                  <a:lnTo>
                    <a:pt x="0" y="546394"/>
                  </a:lnTo>
                  <a:close/>
                  <a:moveTo>
                    <a:pt x="83300" y="608686"/>
                  </a:moveTo>
                  <a:lnTo>
                    <a:pt x="44371" y="587713"/>
                  </a:lnTo>
                  <a:lnTo>
                    <a:pt x="43333" y="586662"/>
                  </a:lnTo>
                  <a:close/>
                  <a:moveTo>
                    <a:pt x="284625" y="863099"/>
                  </a:moveTo>
                  <a:lnTo>
                    <a:pt x="319565" y="869159"/>
                  </a:lnTo>
                  <a:lnTo>
                    <a:pt x="339425" y="847206"/>
                  </a:lnTo>
                  <a:close/>
                  <a:moveTo>
                    <a:pt x="307902" y="853922"/>
                  </a:moveTo>
                  <a:lnTo>
                    <a:pt x="284625" y="863099"/>
                  </a:lnTo>
                  <a:lnTo>
                    <a:pt x="339425" y="847206"/>
                  </a:lnTo>
                  <a:close/>
                  <a:moveTo>
                    <a:pt x="456849" y="912505"/>
                  </a:moveTo>
                  <a:lnTo>
                    <a:pt x="470643" y="885785"/>
                  </a:lnTo>
                  <a:lnTo>
                    <a:pt x="447615" y="906350"/>
                  </a:lnTo>
                  <a:close/>
                  <a:moveTo>
                    <a:pt x="307902" y="853922"/>
                  </a:moveTo>
                  <a:lnTo>
                    <a:pt x="339425" y="847206"/>
                  </a:lnTo>
                  <a:lnTo>
                    <a:pt x="362371" y="836786"/>
                  </a:lnTo>
                  <a:close/>
                  <a:moveTo>
                    <a:pt x="383045" y="809075"/>
                  </a:moveTo>
                  <a:lnTo>
                    <a:pt x="382837" y="813499"/>
                  </a:lnTo>
                  <a:lnTo>
                    <a:pt x="383637" y="791721"/>
                  </a:lnTo>
                  <a:close/>
                  <a:moveTo>
                    <a:pt x="100487" y="478280"/>
                  </a:moveTo>
                  <a:lnTo>
                    <a:pt x="100262" y="479687"/>
                  </a:lnTo>
                  <a:lnTo>
                    <a:pt x="106917" y="532219"/>
                  </a:lnTo>
                  <a:close/>
                  <a:moveTo>
                    <a:pt x="93628" y="495464"/>
                  </a:moveTo>
                  <a:lnTo>
                    <a:pt x="100487" y="478280"/>
                  </a:lnTo>
                  <a:lnTo>
                    <a:pt x="106917" y="532219"/>
                  </a:lnTo>
                  <a:close/>
                  <a:moveTo>
                    <a:pt x="383637" y="791721"/>
                  </a:moveTo>
                  <a:lnTo>
                    <a:pt x="388645" y="764031"/>
                  </a:lnTo>
                  <a:lnTo>
                    <a:pt x="383045" y="809075"/>
                  </a:lnTo>
                  <a:close/>
                  <a:moveTo>
                    <a:pt x="374693" y="730626"/>
                  </a:moveTo>
                  <a:lnTo>
                    <a:pt x="369714" y="718382"/>
                  </a:lnTo>
                  <a:lnTo>
                    <a:pt x="379912" y="755137"/>
                  </a:lnTo>
                  <a:close/>
                  <a:moveTo>
                    <a:pt x="374693" y="730626"/>
                  </a:moveTo>
                  <a:lnTo>
                    <a:pt x="375054" y="685585"/>
                  </a:lnTo>
                  <a:lnTo>
                    <a:pt x="369714" y="718382"/>
                  </a:lnTo>
                  <a:close/>
                  <a:moveTo>
                    <a:pt x="478047" y="879766"/>
                  </a:moveTo>
                  <a:lnTo>
                    <a:pt x="525595" y="902157"/>
                  </a:lnTo>
                  <a:lnTo>
                    <a:pt x="499554" y="879754"/>
                  </a:lnTo>
                  <a:close/>
                  <a:moveTo>
                    <a:pt x="581753" y="937929"/>
                  </a:moveTo>
                  <a:lnTo>
                    <a:pt x="612139" y="926960"/>
                  </a:lnTo>
                  <a:lnTo>
                    <a:pt x="628995" y="893776"/>
                  </a:lnTo>
                  <a:close/>
                  <a:moveTo>
                    <a:pt x="383929" y="588876"/>
                  </a:moveTo>
                  <a:lnTo>
                    <a:pt x="382650" y="545169"/>
                  </a:lnTo>
                  <a:lnTo>
                    <a:pt x="380389" y="573750"/>
                  </a:lnTo>
                  <a:close/>
                  <a:moveTo>
                    <a:pt x="382650" y="545169"/>
                  </a:moveTo>
                  <a:lnTo>
                    <a:pt x="377210" y="504844"/>
                  </a:lnTo>
                  <a:lnTo>
                    <a:pt x="369002" y="536995"/>
                  </a:lnTo>
                  <a:close/>
                  <a:moveTo>
                    <a:pt x="256928" y="403084"/>
                  </a:moveTo>
                  <a:lnTo>
                    <a:pt x="233689" y="389975"/>
                  </a:lnTo>
                  <a:lnTo>
                    <a:pt x="235083" y="417616"/>
                  </a:lnTo>
                  <a:close/>
                  <a:moveTo>
                    <a:pt x="377668" y="500240"/>
                  </a:moveTo>
                  <a:lnTo>
                    <a:pt x="391720" y="448300"/>
                  </a:lnTo>
                  <a:lnTo>
                    <a:pt x="386224" y="446302"/>
                  </a:lnTo>
                  <a:close/>
                  <a:moveTo>
                    <a:pt x="386224" y="446302"/>
                  </a:moveTo>
                  <a:lnTo>
                    <a:pt x="396853" y="456302"/>
                  </a:lnTo>
                  <a:lnTo>
                    <a:pt x="377668" y="500240"/>
                  </a:lnTo>
                  <a:close/>
                  <a:moveTo>
                    <a:pt x="391720" y="448300"/>
                  </a:moveTo>
                  <a:lnTo>
                    <a:pt x="403746" y="463485"/>
                  </a:lnTo>
                  <a:lnTo>
                    <a:pt x="393194" y="442621"/>
                  </a:lnTo>
                  <a:close/>
                  <a:moveTo>
                    <a:pt x="226962" y="291043"/>
                  </a:moveTo>
                  <a:lnTo>
                    <a:pt x="265922" y="312132"/>
                  </a:lnTo>
                  <a:lnTo>
                    <a:pt x="251094" y="302373"/>
                  </a:lnTo>
                  <a:close/>
                  <a:moveTo>
                    <a:pt x="669072" y="649648"/>
                  </a:moveTo>
                  <a:lnTo>
                    <a:pt x="648743" y="678988"/>
                  </a:lnTo>
                  <a:lnTo>
                    <a:pt x="667555" y="655063"/>
                  </a:lnTo>
                  <a:close/>
                  <a:moveTo>
                    <a:pt x="423157" y="430073"/>
                  </a:moveTo>
                  <a:lnTo>
                    <a:pt x="434269" y="396050"/>
                  </a:lnTo>
                  <a:lnTo>
                    <a:pt x="393194" y="442621"/>
                  </a:lnTo>
                  <a:close/>
                  <a:moveTo>
                    <a:pt x="404316" y="393313"/>
                  </a:moveTo>
                  <a:lnTo>
                    <a:pt x="434269" y="396050"/>
                  </a:lnTo>
                  <a:lnTo>
                    <a:pt x="404308" y="387966"/>
                  </a:lnTo>
                  <a:close/>
                  <a:moveTo>
                    <a:pt x="456849" y="363625"/>
                  </a:moveTo>
                  <a:lnTo>
                    <a:pt x="404308" y="387966"/>
                  </a:lnTo>
                  <a:lnTo>
                    <a:pt x="437880" y="388911"/>
                  </a:lnTo>
                  <a:close/>
                  <a:moveTo>
                    <a:pt x="437880" y="388911"/>
                  </a:moveTo>
                  <a:lnTo>
                    <a:pt x="467656" y="375662"/>
                  </a:lnTo>
                  <a:lnTo>
                    <a:pt x="456849" y="363625"/>
                  </a:lnTo>
                  <a:close/>
                  <a:moveTo>
                    <a:pt x="867354" y="681038"/>
                  </a:moveTo>
                  <a:lnTo>
                    <a:pt x="873184" y="685738"/>
                  </a:lnTo>
                  <a:lnTo>
                    <a:pt x="855605" y="672941"/>
                  </a:lnTo>
                  <a:close/>
                  <a:moveTo>
                    <a:pt x="570174" y="317390"/>
                  </a:moveTo>
                  <a:lnTo>
                    <a:pt x="622943" y="293900"/>
                  </a:lnTo>
                  <a:lnTo>
                    <a:pt x="590607" y="297579"/>
                  </a:lnTo>
                  <a:close/>
                  <a:moveTo>
                    <a:pt x="930638" y="696863"/>
                  </a:moveTo>
                  <a:lnTo>
                    <a:pt x="895319" y="689386"/>
                  </a:lnTo>
                  <a:lnTo>
                    <a:pt x="873184" y="685738"/>
                  </a:lnTo>
                  <a:close/>
                  <a:moveTo>
                    <a:pt x="870668" y="553542"/>
                  </a:moveTo>
                  <a:lnTo>
                    <a:pt x="887319" y="563269"/>
                  </a:lnTo>
                  <a:lnTo>
                    <a:pt x="843159" y="548819"/>
                  </a:lnTo>
                  <a:close/>
                  <a:moveTo>
                    <a:pt x="858607" y="552128"/>
                  </a:moveTo>
                  <a:lnTo>
                    <a:pt x="870668" y="553542"/>
                  </a:lnTo>
                  <a:lnTo>
                    <a:pt x="843159" y="548819"/>
                  </a:lnTo>
                  <a:close/>
                  <a:moveTo>
                    <a:pt x="590607" y="297579"/>
                  </a:moveTo>
                  <a:lnTo>
                    <a:pt x="622943" y="293900"/>
                  </a:lnTo>
                  <a:lnTo>
                    <a:pt x="629075" y="250120"/>
                  </a:lnTo>
                  <a:close/>
                  <a:moveTo>
                    <a:pt x="799994" y="467329"/>
                  </a:moveTo>
                  <a:lnTo>
                    <a:pt x="797054" y="474934"/>
                  </a:lnTo>
                  <a:lnTo>
                    <a:pt x="849793" y="453467"/>
                  </a:lnTo>
                  <a:close/>
                  <a:moveTo>
                    <a:pt x="1020397" y="590887"/>
                  </a:moveTo>
                  <a:lnTo>
                    <a:pt x="1041143" y="583303"/>
                  </a:lnTo>
                  <a:lnTo>
                    <a:pt x="1008908" y="576299"/>
                  </a:lnTo>
                  <a:close/>
                  <a:moveTo>
                    <a:pt x="1020397" y="590887"/>
                  </a:moveTo>
                  <a:lnTo>
                    <a:pt x="1008908" y="576299"/>
                  </a:lnTo>
                  <a:lnTo>
                    <a:pt x="985634" y="585489"/>
                  </a:lnTo>
                  <a:close/>
                  <a:moveTo>
                    <a:pt x="1020397" y="590887"/>
                  </a:moveTo>
                  <a:lnTo>
                    <a:pt x="1055569" y="597814"/>
                  </a:lnTo>
                  <a:lnTo>
                    <a:pt x="1040288" y="586403"/>
                  </a:lnTo>
                  <a:close/>
                  <a:moveTo>
                    <a:pt x="967586" y="484179"/>
                  </a:moveTo>
                  <a:lnTo>
                    <a:pt x="938051" y="481102"/>
                  </a:lnTo>
                  <a:lnTo>
                    <a:pt x="945251" y="526977"/>
                  </a:lnTo>
                  <a:close/>
                  <a:moveTo>
                    <a:pt x="867038" y="416712"/>
                  </a:moveTo>
                  <a:lnTo>
                    <a:pt x="871875" y="409318"/>
                  </a:lnTo>
                  <a:lnTo>
                    <a:pt x="861917" y="399528"/>
                  </a:lnTo>
                  <a:close/>
                  <a:moveTo>
                    <a:pt x="821666" y="342556"/>
                  </a:moveTo>
                  <a:lnTo>
                    <a:pt x="829710" y="326018"/>
                  </a:lnTo>
                  <a:lnTo>
                    <a:pt x="814866" y="349115"/>
                  </a:lnTo>
                  <a:close/>
                  <a:moveTo>
                    <a:pt x="857774" y="288756"/>
                  </a:moveTo>
                  <a:lnTo>
                    <a:pt x="840191" y="319223"/>
                  </a:lnTo>
                  <a:lnTo>
                    <a:pt x="893511" y="297794"/>
                  </a:lnTo>
                  <a:close/>
                  <a:moveTo>
                    <a:pt x="893511" y="297794"/>
                  </a:moveTo>
                  <a:lnTo>
                    <a:pt x="871428" y="311438"/>
                  </a:lnTo>
                  <a:lnTo>
                    <a:pt x="921265" y="276985"/>
                  </a:lnTo>
                  <a:close/>
                  <a:moveTo>
                    <a:pt x="921265" y="276985"/>
                  </a:moveTo>
                  <a:lnTo>
                    <a:pt x="963869" y="263466"/>
                  </a:lnTo>
                  <a:lnTo>
                    <a:pt x="930690" y="263351"/>
                  </a:lnTo>
                  <a:close/>
                  <a:moveTo>
                    <a:pt x="934418" y="126079"/>
                  </a:moveTo>
                  <a:lnTo>
                    <a:pt x="930537" y="127448"/>
                  </a:lnTo>
                  <a:lnTo>
                    <a:pt x="932593" y="126921"/>
                  </a:lnTo>
                  <a:close/>
                  <a:moveTo>
                    <a:pt x="970605" y="144468"/>
                  </a:moveTo>
                  <a:lnTo>
                    <a:pt x="934418" y="126079"/>
                  </a:lnTo>
                  <a:lnTo>
                    <a:pt x="933699" y="127448"/>
                  </a:lnTo>
                  <a:close/>
                  <a:moveTo>
                    <a:pt x="932593" y="126921"/>
                  </a:moveTo>
                  <a:lnTo>
                    <a:pt x="933699" y="127448"/>
                  </a:lnTo>
                  <a:lnTo>
                    <a:pt x="934418" y="126079"/>
                  </a:lnTo>
                  <a:close/>
                  <a:moveTo>
                    <a:pt x="900990" y="0"/>
                  </a:moveTo>
                  <a:lnTo>
                    <a:pt x="916941" y="564"/>
                  </a:lnTo>
                  <a:lnTo>
                    <a:pt x="895982" y="1840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53" name="Input_density__144">
              <a:extLst>
                <a:ext uri="{FF2B5EF4-FFF2-40B4-BE49-F238E27FC236}">
                  <a16:creationId xmlns:a16="http://schemas.microsoft.com/office/drawing/2014/main" id="{1E41D80A-0705-9533-C5DC-00BBAF2D279E}"/>
                </a:ext>
              </a:extLst>
            </p:cNvPr>
            <p:cNvSpPr>
              <a:spLocks noGrp="1"/>
            </p:cNvSpPr>
            <p:nvPr/>
          </p:nvSpPr>
          <p:spPr>
            <a:xfrm>
              <a:off x="652195" y="1546804"/>
              <a:ext cx="1117869" cy="1060645"/>
            </a:xfrm>
            <a:custGeom>
              <a:avLst/>
              <a:gdLst/>
              <a:ahLst/>
              <a:cxnLst/>
              <a:rect l="0" t="0" r="0" b="0"/>
              <a:pathLst>
                <a:path w="1117869" h="1060645">
                  <a:moveTo>
                    <a:pt x="141180" y="966157"/>
                  </a:moveTo>
                  <a:lnTo>
                    <a:pt x="124974" y="939503"/>
                  </a:lnTo>
                  <a:lnTo>
                    <a:pt x="142704" y="969836"/>
                  </a:lnTo>
                  <a:close/>
                  <a:moveTo>
                    <a:pt x="327576" y="1045935"/>
                  </a:moveTo>
                  <a:lnTo>
                    <a:pt x="297946" y="1014386"/>
                  </a:lnTo>
                  <a:lnTo>
                    <a:pt x="296852" y="1022484"/>
                  </a:lnTo>
                  <a:close/>
                  <a:moveTo>
                    <a:pt x="311590" y="1014535"/>
                  </a:moveTo>
                  <a:lnTo>
                    <a:pt x="297946" y="1014386"/>
                  </a:lnTo>
                  <a:lnTo>
                    <a:pt x="327576" y="1045935"/>
                  </a:lnTo>
                  <a:close/>
                  <a:moveTo>
                    <a:pt x="326055" y="973874"/>
                  </a:moveTo>
                  <a:lnTo>
                    <a:pt x="334810" y="976771"/>
                  </a:lnTo>
                  <a:lnTo>
                    <a:pt x="371824" y="1008500"/>
                  </a:lnTo>
                  <a:close/>
                  <a:moveTo>
                    <a:pt x="284018" y="936215"/>
                  </a:moveTo>
                  <a:lnTo>
                    <a:pt x="320309" y="933799"/>
                  </a:lnTo>
                  <a:lnTo>
                    <a:pt x="284818" y="914436"/>
                  </a:lnTo>
                  <a:close/>
                  <a:moveTo>
                    <a:pt x="26132" y="666345"/>
                  </a:moveTo>
                  <a:lnTo>
                    <a:pt x="0" y="646610"/>
                  </a:lnTo>
                  <a:lnTo>
                    <a:pt x="14571" y="651487"/>
                  </a:lnTo>
                  <a:close/>
                  <a:moveTo>
                    <a:pt x="284818" y="914436"/>
                  </a:moveTo>
                  <a:lnTo>
                    <a:pt x="340120" y="917693"/>
                  </a:lnTo>
                  <a:lnTo>
                    <a:pt x="317710" y="877852"/>
                  </a:lnTo>
                  <a:close/>
                  <a:moveTo>
                    <a:pt x="320126" y="921873"/>
                  </a:moveTo>
                  <a:lnTo>
                    <a:pt x="340120" y="917693"/>
                  </a:lnTo>
                  <a:lnTo>
                    <a:pt x="284818" y="914436"/>
                  </a:lnTo>
                  <a:close/>
                  <a:moveTo>
                    <a:pt x="317710" y="877852"/>
                  </a:moveTo>
                  <a:lnTo>
                    <a:pt x="289825" y="886746"/>
                  </a:lnTo>
                  <a:lnTo>
                    <a:pt x="284818" y="914436"/>
                  </a:lnTo>
                  <a:close/>
                  <a:moveTo>
                    <a:pt x="426776" y="1024872"/>
                  </a:moveTo>
                  <a:lnTo>
                    <a:pt x="431226" y="1032043"/>
                  </a:lnTo>
                  <a:lnTo>
                    <a:pt x="443851" y="1039096"/>
                  </a:lnTo>
                  <a:close/>
                  <a:moveTo>
                    <a:pt x="482934" y="1060645"/>
                  </a:moveTo>
                  <a:lnTo>
                    <a:pt x="443851" y="1039096"/>
                  </a:lnTo>
                  <a:lnTo>
                    <a:pt x="431226" y="1032043"/>
                  </a:lnTo>
                  <a:close/>
                  <a:moveTo>
                    <a:pt x="453590" y="1007689"/>
                  </a:moveTo>
                  <a:lnTo>
                    <a:pt x="426776" y="1024872"/>
                  </a:lnTo>
                  <a:lnTo>
                    <a:pt x="443851" y="1039096"/>
                  </a:lnTo>
                  <a:close/>
                  <a:moveTo>
                    <a:pt x="443851" y="1039096"/>
                  </a:moveTo>
                  <a:lnTo>
                    <a:pt x="482934" y="1060645"/>
                  </a:lnTo>
                  <a:lnTo>
                    <a:pt x="498505" y="1022656"/>
                  </a:lnTo>
                  <a:close/>
                  <a:moveTo>
                    <a:pt x="462469" y="1012498"/>
                  </a:moveTo>
                  <a:lnTo>
                    <a:pt x="443851" y="1039096"/>
                  </a:lnTo>
                  <a:lnTo>
                    <a:pt x="498505" y="1022656"/>
                  </a:lnTo>
                  <a:close/>
                  <a:moveTo>
                    <a:pt x="503482" y="1000388"/>
                  </a:moveTo>
                  <a:lnTo>
                    <a:pt x="533352" y="1003193"/>
                  </a:lnTo>
                  <a:lnTo>
                    <a:pt x="508666" y="964437"/>
                  </a:lnTo>
                  <a:close/>
                  <a:moveTo>
                    <a:pt x="533352" y="1003193"/>
                  </a:moveTo>
                  <a:lnTo>
                    <a:pt x="544000" y="971969"/>
                  </a:lnTo>
                  <a:lnTo>
                    <a:pt x="508666" y="964437"/>
                  </a:lnTo>
                  <a:close/>
                  <a:moveTo>
                    <a:pt x="450706" y="881965"/>
                  </a:moveTo>
                  <a:lnTo>
                    <a:pt x="467757" y="880241"/>
                  </a:lnTo>
                  <a:lnTo>
                    <a:pt x="451832" y="876519"/>
                  </a:lnTo>
                  <a:close/>
                  <a:moveTo>
                    <a:pt x="445343" y="880241"/>
                  </a:moveTo>
                  <a:lnTo>
                    <a:pt x="450706" y="881965"/>
                  </a:lnTo>
                  <a:lnTo>
                    <a:pt x="451832" y="876519"/>
                  </a:lnTo>
                  <a:close/>
                  <a:moveTo>
                    <a:pt x="338185" y="740278"/>
                  </a:moveTo>
                  <a:lnTo>
                    <a:pt x="285539" y="724716"/>
                  </a:lnTo>
                  <a:lnTo>
                    <a:pt x="310434" y="750404"/>
                  </a:lnTo>
                  <a:close/>
                  <a:moveTo>
                    <a:pt x="285110" y="711591"/>
                  </a:moveTo>
                  <a:lnTo>
                    <a:pt x="330124" y="702084"/>
                  </a:lnTo>
                  <a:lnTo>
                    <a:pt x="325029" y="661479"/>
                  </a:lnTo>
                  <a:close/>
                  <a:moveTo>
                    <a:pt x="285110" y="711591"/>
                  </a:moveTo>
                  <a:lnTo>
                    <a:pt x="325029" y="661479"/>
                  </a:lnTo>
                  <a:lnTo>
                    <a:pt x="283831" y="667884"/>
                  </a:lnTo>
                  <a:close/>
                  <a:moveTo>
                    <a:pt x="136264" y="540332"/>
                  </a:moveTo>
                  <a:lnTo>
                    <a:pt x="169687" y="566629"/>
                  </a:lnTo>
                  <a:lnTo>
                    <a:pt x="158109" y="525799"/>
                  </a:lnTo>
                  <a:close/>
                  <a:moveTo>
                    <a:pt x="158109" y="525799"/>
                  </a:moveTo>
                  <a:lnTo>
                    <a:pt x="169687" y="566629"/>
                  </a:lnTo>
                  <a:lnTo>
                    <a:pt x="187908" y="512703"/>
                  </a:lnTo>
                  <a:close/>
                  <a:moveTo>
                    <a:pt x="187908" y="512703"/>
                  </a:moveTo>
                  <a:lnTo>
                    <a:pt x="148804" y="493119"/>
                  </a:lnTo>
                  <a:lnTo>
                    <a:pt x="150561" y="497575"/>
                  </a:lnTo>
                  <a:close/>
                  <a:moveTo>
                    <a:pt x="549042" y="945690"/>
                  </a:moveTo>
                  <a:lnTo>
                    <a:pt x="544000" y="971969"/>
                  </a:lnTo>
                  <a:lnTo>
                    <a:pt x="567256" y="953751"/>
                  </a:lnTo>
                  <a:close/>
                  <a:moveTo>
                    <a:pt x="549042" y="945690"/>
                  </a:moveTo>
                  <a:lnTo>
                    <a:pt x="567256" y="953751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49042" y="945690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71084" y="910111"/>
                  </a:lnTo>
                  <a:lnTo>
                    <a:pt x="543568" y="874145"/>
                  </a:lnTo>
                  <a:close/>
                  <a:moveTo>
                    <a:pt x="571084" y="910111"/>
                  </a:moveTo>
                  <a:lnTo>
                    <a:pt x="575238" y="867980"/>
                  </a:lnTo>
                  <a:lnTo>
                    <a:pt x="543568" y="874145"/>
                  </a:lnTo>
                  <a:close/>
                  <a:moveTo>
                    <a:pt x="494555" y="815471"/>
                  </a:moveTo>
                  <a:lnTo>
                    <a:pt x="473548" y="800989"/>
                  </a:lnTo>
                  <a:lnTo>
                    <a:pt x="474872" y="789547"/>
                  </a:lnTo>
                  <a:close/>
                  <a:moveTo>
                    <a:pt x="235781" y="532262"/>
                  </a:moveTo>
                  <a:lnTo>
                    <a:pt x="187927" y="512687"/>
                  </a:lnTo>
                  <a:lnTo>
                    <a:pt x="187930" y="512691"/>
                  </a:lnTo>
                  <a:close/>
                  <a:moveTo>
                    <a:pt x="158109" y="525799"/>
                  </a:moveTo>
                  <a:lnTo>
                    <a:pt x="187911" y="512691"/>
                  </a:lnTo>
                  <a:lnTo>
                    <a:pt x="170070" y="500117"/>
                  </a:lnTo>
                  <a:close/>
                  <a:moveTo>
                    <a:pt x="170070" y="500117"/>
                  </a:moveTo>
                  <a:lnTo>
                    <a:pt x="187911" y="512691"/>
                  </a:lnTo>
                  <a:lnTo>
                    <a:pt x="150561" y="497575"/>
                  </a:lnTo>
                  <a:close/>
                  <a:moveTo>
                    <a:pt x="167103" y="434848"/>
                  </a:moveTo>
                  <a:lnTo>
                    <a:pt x="172680" y="435589"/>
                  </a:lnTo>
                  <a:lnTo>
                    <a:pt x="152275" y="425089"/>
                  </a:lnTo>
                  <a:close/>
                  <a:moveTo>
                    <a:pt x="547387" y="812794"/>
                  </a:moveTo>
                  <a:lnTo>
                    <a:pt x="504672" y="820433"/>
                  </a:lnTo>
                  <a:lnTo>
                    <a:pt x="545106" y="859396"/>
                  </a:lnTo>
                  <a:close/>
                  <a:moveTo>
                    <a:pt x="575860" y="861482"/>
                  </a:moveTo>
                  <a:lnTo>
                    <a:pt x="543568" y="874145"/>
                  </a:lnTo>
                  <a:lnTo>
                    <a:pt x="575238" y="867980"/>
                  </a:lnTo>
                  <a:close/>
                  <a:moveTo>
                    <a:pt x="575860" y="861482"/>
                  </a:moveTo>
                  <a:lnTo>
                    <a:pt x="545106" y="859396"/>
                  </a:lnTo>
                  <a:lnTo>
                    <a:pt x="543568" y="874145"/>
                  </a:lnTo>
                  <a:close/>
                  <a:moveTo>
                    <a:pt x="545106" y="859396"/>
                  </a:moveTo>
                  <a:lnTo>
                    <a:pt x="575860" y="861482"/>
                  </a:lnTo>
                  <a:lnTo>
                    <a:pt x="579160" y="814052"/>
                  </a:lnTo>
                  <a:close/>
                  <a:moveTo>
                    <a:pt x="545106" y="859396"/>
                  </a:moveTo>
                  <a:lnTo>
                    <a:pt x="579160" y="814052"/>
                  </a:lnTo>
                  <a:lnTo>
                    <a:pt x="547387" y="812794"/>
                  </a:lnTo>
                  <a:close/>
                  <a:moveTo>
                    <a:pt x="504672" y="820433"/>
                  </a:moveTo>
                  <a:lnTo>
                    <a:pt x="547387" y="812794"/>
                  </a:lnTo>
                  <a:lnTo>
                    <a:pt x="501458" y="789547"/>
                  </a:lnTo>
                  <a:close/>
                  <a:moveTo>
                    <a:pt x="489837" y="742999"/>
                  </a:moveTo>
                  <a:lnTo>
                    <a:pt x="475207" y="772552"/>
                  </a:lnTo>
                  <a:lnTo>
                    <a:pt x="483663" y="774749"/>
                  </a:lnTo>
                  <a:close/>
                  <a:moveTo>
                    <a:pt x="452853" y="745978"/>
                  </a:moveTo>
                  <a:lnTo>
                    <a:pt x="469502" y="714784"/>
                  </a:lnTo>
                  <a:lnTo>
                    <a:pt x="446729" y="706209"/>
                  </a:lnTo>
                  <a:close/>
                  <a:moveTo>
                    <a:pt x="489837" y="742999"/>
                  </a:moveTo>
                  <a:lnTo>
                    <a:pt x="493316" y="752792"/>
                  </a:lnTo>
                  <a:lnTo>
                    <a:pt x="469502" y="714784"/>
                  </a:lnTo>
                  <a:close/>
                  <a:moveTo>
                    <a:pt x="419559" y="701210"/>
                  </a:moveTo>
                  <a:lnTo>
                    <a:pt x="426382" y="678005"/>
                  </a:lnTo>
                  <a:lnTo>
                    <a:pt x="406529" y="667056"/>
                  </a:lnTo>
                  <a:close/>
                  <a:moveTo>
                    <a:pt x="373773" y="425204"/>
                  </a:moveTo>
                  <a:lnTo>
                    <a:pt x="370750" y="424386"/>
                  </a:lnTo>
                  <a:lnTo>
                    <a:pt x="372190" y="461141"/>
                  </a:lnTo>
                  <a:close/>
                  <a:moveTo>
                    <a:pt x="370750" y="424386"/>
                  </a:moveTo>
                  <a:lnTo>
                    <a:pt x="361706" y="407926"/>
                  </a:lnTo>
                  <a:lnTo>
                    <a:pt x="390246" y="443957"/>
                  </a:lnTo>
                  <a:close/>
                  <a:moveTo>
                    <a:pt x="397088" y="407202"/>
                  </a:moveTo>
                  <a:lnTo>
                    <a:pt x="414216" y="447256"/>
                  </a:lnTo>
                  <a:lnTo>
                    <a:pt x="437608" y="438507"/>
                  </a:lnTo>
                  <a:close/>
                  <a:moveTo>
                    <a:pt x="714401" y="774752"/>
                  </a:moveTo>
                  <a:lnTo>
                    <a:pt x="715691" y="784319"/>
                  </a:lnTo>
                  <a:lnTo>
                    <a:pt x="731752" y="790806"/>
                  </a:lnTo>
                  <a:close/>
                  <a:moveTo>
                    <a:pt x="756850" y="794324"/>
                  </a:moveTo>
                  <a:lnTo>
                    <a:pt x="731752" y="790806"/>
                  </a:lnTo>
                  <a:lnTo>
                    <a:pt x="756786" y="795656"/>
                  </a:lnTo>
                  <a:close/>
                  <a:moveTo>
                    <a:pt x="714401" y="774752"/>
                  </a:moveTo>
                  <a:lnTo>
                    <a:pt x="731752" y="790806"/>
                  </a:lnTo>
                  <a:lnTo>
                    <a:pt x="756850" y="794324"/>
                  </a:lnTo>
                  <a:close/>
                  <a:moveTo>
                    <a:pt x="889841" y="815728"/>
                  </a:moveTo>
                  <a:lnTo>
                    <a:pt x="881386" y="820371"/>
                  </a:lnTo>
                  <a:lnTo>
                    <a:pt x="909133" y="859490"/>
                  </a:lnTo>
                  <a:close/>
                  <a:moveTo>
                    <a:pt x="927213" y="830880"/>
                  </a:moveTo>
                  <a:lnTo>
                    <a:pt x="889841" y="815728"/>
                  </a:lnTo>
                  <a:lnTo>
                    <a:pt x="909133" y="859490"/>
                  </a:lnTo>
                  <a:close/>
                  <a:moveTo>
                    <a:pt x="881386" y="820371"/>
                  </a:moveTo>
                  <a:lnTo>
                    <a:pt x="885628" y="813895"/>
                  </a:lnTo>
                  <a:lnTo>
                    <a:pt x="867494" y="828385"/>
                  </a:lnTo>
                  <a:close/>
                  <a:moveTo>
                    <a:pt x="867494" y="828385"/>
                  </a:moveTo>
                  <a:lnTo>
                    <a:pt x="885628" y="813895"/>
                  </a:lnTo>
                  <a:lnTo>
                    <a:pt x="853167" y="803188"/>
                  </a:lnTo>
                  <a:close/>
                  <a:moveTo>
                    <a:pt x="696129" y="594146"/>
                  </a:moveTo>
                  <a:lnTo>
                    <a:pt x="714318" y="629413"/>
                  </a:lnTo>
                  <a:lnTo>
                    <a:pt x="716374" y="630120"/>
                  </a:lnTo>
                  <a:close/>
                  <a:moveTo>
                    <a:pt x="530256" y="372836"/>
                  </a:moveTo>
                  <a:lnTo>
                    <a:pt x="524124" y="416615"/>
                  </a:lnTo>
                  <a:lnTo>
                    <a:pt x="534663" y="375668"/>
                  </a:lnTo>
                  <a:close/>
                  <a:moveTo>
                    <a:pt x="534663" y="375668"/>
                  </a:moveTo>
                  <a:lnTo>
                    <a:pt x="524124" y="416615"/>
                  </a:lnTo>
                  <a:lnTo>
                    <a:pt x="568868" y="374948"/>
                  </a:lnTo>
                  <a:close/>
                  <a:moveTo>
                    <a:pt x="533237" y="354481"/>
                  </a:moveTo>
                  <a:lnTo>
                    <a:pt x="534663" y="375668"/>
                  </a:lnTo>
                  <a:lnTo>
                    <a:pt x="548212" y="336081"/>
                  </a:lnTo>
                  <a:close/>
                  <a:moveTo>
                    <a:pt x="530256" y="372836"/>
                  </a:moveTo>
                  <a:lnTo>
                    <a:pt x="534663" y="375668"/>
                  </a:lnTo>
                  <a:lnTo>
                    <a:pt x="533237" y="354481"/>
                  </a:lnTo>
                  <a:close/>
                  <a:moveTo>
                    <a:pt x="885628" y="813895"/>
                  </a:moveTo>
                  <a:lnTo>
                    <a:pt x="881386" y="820371"/>
                  </a:lnTo>
                  <a:lnTo>
                    <a:pt x="889841" y="815728"/>
                  </a:lnTo>
                  <a:close/>
                  <a:moveTo>
                    <a:pt x="885628" y="813895"/>
                  </a:moveTo>
                  <a:lnTo>
                    <a:pt x="889841" y="815728"/>
                  </a:lnTo>
                  <a:lnTo>
                    <a:pt x="890823" y="812698"/>
                  </a:lnTo>
                  <a:close/>
                  <a:moveTo>
                    <a:pt x="890823" y="812698"/>
                  </a:moveTo>
                  <a:lnTo>
                    <a:pt x="853167" y="803188"/>
                  </a:lnTo>
                  <a:lnTo>
                    <a:pt x="885628" y="813895"/>
                  </a:lnTo>
                  <a:close/>
                  <a:moveTo>
                    <a:pt x="935049" y="803832"/>
                  </a:moveTo>
                  <a:lnTo>
                    <a:pt x="889841" y="815728"/>
                  </a:lnTo>
                  <a:lnTo>
                    <a:pt x="927213" y="830880"/>
                  </a:lnTo>
                  <a:close/>
                  <a:moveTo>
                    <a:pt x="935049" y="803832"/>
                  </a:moveTo>
                  <a:lnTo>
                    <a:pt x="890823" y="812698"/>
                  </a:lnTo>
                  <a:lnTo>
                    <a:pt x="889841" y="815728"/>
                  </a:lnTo>
                  <a:close/>
                  <a:moveTo>
                    <a:pt x="797215" y="718569"/>
                  </a:moveTo>
                  <a:lnTo>
                    <a:pt x="814706" y="730910"/>
                  </a:lnTo>
                  <a:lnTo>
                    <a:pt x="830055" y="716775"/>
                  </a:lnTo>
                  <a:close/>
                  <a:moveTo>
                    <a:pt x="750974" y="576182"/>
                  </a:moveTo>
                  <a:lnTo>
                    <a:pt x="698235" y="597650"/>
                  </a:lnTo>
                  <a:lnTo>
                    <a:pt x="716374" y="630120"/>
                  </a:lnTo>
                  <a:close/>
                  <a:moveTo>
                    <a:pt x="782664" y="567955"/>
                  </a:moveTo>
                  <a:lnTo>
                    <a:pt x="759663" y="578165"/>
                  </a:lnTo>
                  <a:lnTo>
                    <a:pt x="768219" y="539427"/>
                  </a:lnTo>
                  <a:close/>
                  <a:moveTo>
                    <a:pt x="562040" y="318897"/>
                  </a:moveTo>
                  <a:lnTo>
                    <a:pt x="565764" y="332724"/>
                  </a:lnTo>
                  <a:lnTo>
                    <a:pt x="576201" y="355652"/>
                  </a:lnTo>
                  <a:close/>
                  <a:moveTo>
                    <a:pt x="548212" y="336081"/>
                  </a:moveTo>
                  <a:lnTo>
                    <a:pt x="536182" y="329686"/>
                  </a:lnTo>
                  <a:lnTo>
                    <a:pt x="533237" y="354481"/>
                  </a:lnTo>
                  <a:close/>
                  <a:moveTo>
                    <a:pt x="763098" y="522244"/>
                  </a:moveTo>
                  <a:lnTo>
                    <a:pt x="782664" y="567955"/>
                  </a:lnTo>
                  <a:lnTo>
                    <a:pt x="768219" y="539427"/>
                  </a:lnTo>
                  <a:close/>
                  <a:moveTo>
                    <a:pt x="746545" y="490752"/>
                  </a:moveTo>
                  <a:lnTo>
                    <a:pt x="773056" y="532033"/>
                  </a:lnTo>
                  <a:lnTo>
                    <a:pt x="780313" y="490388"/>
                  </a:lnTo>
                  <a:close/>
                  <a:moveTo>
                    <a:pt x="763098" y="522244"/>
                  </a:moveTo>
                  <a:lnTo>
                    <a:pt x="773056" y="532033"/>
                  </a:lnTo>
                  <a:lnTo>
                    <a:pt x="746545" y="490752"/>
                  </a:lnTo>
                  <a:close/>
                  <a:moveTo>
                    <a:pt x="716047" y="471831"/>
                  </a:moveTo>
                  <a:lnTo>
                    <a:pt x="705515" y="502672"/>
                  </a:lnTo>
                  <a:lnTo>
                    <a:pt x="722847" y="465271"/>
                  </a:lnTo>
                  <a:close/>
                  <a:moveTo>
                    <a:pt x="1002718" y="652081"/>
                  </a:moveTo>
                  <a:lnTo>
                    <a:pt x="992511" y="661819"/>
                  </a:lnTo>
                  <a:lnTo>
                    <a:pt x="1019477" y="655128"/>
                  </a:lnTo>
                  <a:close/>
                  <a:moveTo>
                    <a:pt x="1019477" y="655128"/>
                  </a:moveTo>
                  <a:lnTo>
                    <a:pt x="992511" y="661819"/>
                  </a:lnTo>
                  <a:lnTo>
                    <a:pt x="987254" y="698984"/>
                  </a:lnTo>
                  <a:close/>
                  <a:moveTo>
                    <a:pt x="993173" y="649425"/>
                  </a:moveTo>
                  <a:lnTo>
                    <a:pt x="963430" y="677666"/>
                  </a:lnTo>
                  <a:lnTo>
                    <a:pt x="992511" y="661819"/>
                  </a:lnTo>
                  <a:close/>
                  <a:moveTo>
                    <a:pt x="949746" y="612895"/>
                  </a:moveTo>
                  <a:lnTo>
                    <a:pt x="984393" y="631466"/>
                  </a:lnTo>
                  <a:lnTo>
                    <a:pt x="962009" y="615325"/>
                  </a:lnTo>
                  <a:close/>
                  <a:moveTo>
                    <a:pt x="993173" y="649425"/>
                  </a:moveTo>
                  <a:lnTo>
                    <a:pt x="984393" y="631466"/>
                  </a:lnTo>
                  <a:lnTo>
                    <a:pt x="949746" y="612895"/>
                  </a:lnTo>
                  <a:close/>
                  <a:moveTo>
                    <a:pt x="993173" y="649425"/>
                  </a:moveTo>
                  <a:lnTo>
                    <a:pt x="992511" y="661819"/>
                  </a:lnTo>
                  <a:lnTo>
                    <a:pt x="1002718" y="652081"/>
                  </a:lnTo>
                  <a:close/>
                  <a:moveTo>
                    <a:pt x="993173" y="649425"/>
                  </a:moveTo>
                  <a:lnTo>
                    <a:pt x="1002718" y="652081"/>
                  </a:lnTo>
                  <a:lnTo>
                    <a:pt x="984393" y="631466"/>
                  </a:lnTo>
                  <a:close/>
                  <a:moveTo>
                    <a:pt x="949746" y="612895"/>
                  </a:moveTo>
                  <a:lnTo>
                    <a:pt x="962009" y="615325"/>
                  </a:lnTo>
                  <a:lnTo>
                    <a:pt x="944262" y="605997"/>
                  </a:lnTo>
                  <a:close/>
                  <a:moveTo>
                    <a:pt x="831871" y="386067"/>
                  </a:moveTo>
                  <a:lnTo>
                    <a:pt x="863627" y="342590"/>
                  </a:lnTo>
                  <a:lnTo>
                    <a:pt x="831835" y="341349"/>
                  </a:lnTo>
                  <a:close/>
                  <a:moveTo>
                    <a:pt x="797554" y="342130"/>
                  </a:moveTo>
                  <a:lnTo>
                    <a:pt x="831871" y="386067"/>
                  </a:lnTo>
                  <a:lnTo>
                    <a:pt x="831835" y="341349"/>
                  </a:lnTo>
                  <a:close/>
                  <a:moveTo>
                    <a:pt x="816856" y="308779"/>
                  </a:moveTo>
                  <a:lnTo>
                    <a:pt x="791570" y="312629"/>
                  </a:lnTo>
                  <a:lnTo>
                    <a:pt x="797554" y="342130"/>
                  </a:lnTo>
                  <a:close/>
                  <a:moveTo>
                    <a:pt x="780792" y="340857"/>
                  </a:moveTo>
                  <a:lnTo>
                    <a:pt x="797554" y="342130"/>
                  </a:lnTo>
                  <a:lnTo>
                    <a:pt x="791570" y="312629"/>
                  </a:lnTo>
                  <a:close/>
                  <a:moveTo>
                    <a:pt x="688168" y="175180"/>
                  </a:moveTo>
                  <a:lnTo>
                    <a:pt x="709007" y="156883"/>
                  </a:lnTo>
                  <a:lnTo>
                    <a:pt x="747262" y="176940"/>
                  </a:lnTo>
                  <a:close/>
                  <a:moveTo>
                    <a:pt x="792829" y="166983"/>
                  </a:moveTo>
                  <a:lnTo>
                    <a:pt x="809950" y="160566"/>
                  </a:lnTo>
                  <a:lnTo>
                    <a:pt x="802171" y="122715"/>
                  </a:lnTo>
                  <a:close/>
                  <a:moveTo>
                    <a:pt x="902657" y="93981"/>
                  </a:moveTo>
                  <a:lnTo>
                    <a:pt x="898925" y="90158"/>
                  </a:lnTo>
                  <a:lnTo>
                    <a:pt x="943615" y="125104"/>
                  </a:lnTo>
                  <a:close/>
                  <a:moveTo>
                    <a:pt x="914731" y="59650"/>
                  </a:moveTo>
                  <a:lnTo>
                    <a:pt x="905074" y="105532"/>
                  </a:lnTo>
                  <a:lnTo>
                    <a:pt x="898925" y="90158"/>
                  </a:lnTo>
                  <a:close/>
                  <a:moveTo>
                    <a:pt x="1117869" y="164247"/>
                  </a:moveTo>
                  <a:lnTo>
                    <a:pt x="1091301" y="131607"/>
                  </a:lnTo>
                  <a:lnTo>
                    <a:pt x="1099330" y="138585"/>
                  </a:lnTo>
                  <a:close/>
                  <a:moveTo>
                    <a:pt x="1057633" y="131891"/>
                  </a:moveTo>
                  <a:lnTo>
                    <a:pt x="1091301" y="131607"/>
                  </a:lnTo>
                  <a:lnTo>
                    <a:pt x="1067697" y="106049"/>
                  </a:lnTo>
                  <a:close/>
                  <a:moveTo>
                    <a:pt x="1057633" y="131891"/>
                  </a:moveTo>
                  <a:lnTo>
                    <a:pt x="1067697" y="106049"/>
                  </a:lnTo>
                  <a:lnTo>
                    <a:pt x="1046087" y="96530"/>
                  </a:lnTo>
                  <a:close/>
                  <a:moveTo>
                    <a:pt x="1018129" y="92171"/>
                  </a:moveTo>
                  <a:lnTo>
                    <a:pt x="1046087" y="96530"/>
                  </a:lnTo>
                  <a:lnTo>
                    <a:pt x="1030127" y="64758"/>
                  </a:lnTo>
                  <a:close/>
                  <a:moveTo>
                    <a:pt x="1046087" y="96530"/>
                  </a:moveTo>
                  <a:lnTo>
                    <a:pt x="1067697" y="106049"/>
                  </a:lnTo>
                  <a:lnTo>
                    <a:pt x="1030127" y="64758"/>
                  </a:lnTo>
                  <a:close/>
                  <a:moveTo>
                    <a:pt x="1007285" y="56240"/>
                  </a:moveTo>
                  <a:lnTo>
                    <a:pt x="1030127" y="64758"/>
                  </a:lnTo>
                  <a:lnTo>
                    <a:pt x="1013930" y="33179"/>
                  </a:lnTo>
                  <a:close/>
                  <a:moveTo>
                    <a:pt x="1007285" y="56240"/>
                  </a:moveTo>
                  <a:lnTo>
                    <a:pt x="1013930" y="33179"/>
                  </a:lnTo>
                  <a:lnTo>
                    <a:pt x="995114" y="21387"/>
                  </a:lnTo>
                  <a:close/>
                  <a:moveTo>
                    <a:pt x="995114" y="21387"/>
                  </a:moveTo>
                  <a:lnTo>
                    <a:pt x="1011461" y="30843"/>
                  </a:lnTo>
                  <a:lnTo>
                    <a:pt x="969892" y="0"/>
                  </a:lnTo>
                  <a:close/>
                  <a:moveTo>
                    <a:pt x="995114" y="21387"/>
                  </a:moveTo>
                  <a:lnTo>
                    <a:pt x="1013930" y="33179"/>
                  </a:lnTo>
                  <a:lnTo>
                    <a:pt x="1011461" y="3084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54" name="Input_density__145">
              <a:extLst>
                <a:ext uri="{FF2B5EF4-FFF2-40B4-BE49-F238E27FC236}">
                  <a16:creationId xmlns:a16="http://schemas.microsoft.com/office/drawing/2014/main" id="{66C570AE-A95A-3882-53E8-9ECB80666A47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255047" cy="1051792"/>
            </a:xfrm>
            <a:custGeom>
              <a:avLst/>
              <a:gdLst/>
              <a:ahLst/>
              <a:cxnLst/>
              <a:rect l="0" t="0" r="0" b="0"/>
              <a:pathLst>
                <a:path w="1255047" h="1051792">
                  <a:moveTo>
                    <a:pt x="296898" y="995465"/>
                  </a:moveTo>
                  <a:lnTo>
                    <a:pt x="278022" y="958710"/>
                  </a:lnTo>
                  <a:lnTo>
                    <a:pt x="280691" y="968811"/>
                  </a:lnTo>
                  <a:close/>
                  <a:moveTo>
                    <a:pt x="284747" y="927422"/>
                  </a:moveTo>
                  <a:lnTo>
                    <a:pt x="280691" y="968811"/>
                  </a:lnTo>
                  <a:lnTo>
                    <a:pt x="278022" y="958710"/>
                  </a:lnTo>
                  <a:close/>
                  <a:moveTo>
                    <a:pt x="1524" y="664671"/>
                  </a:moveTo>
                  <a:lnTo>
                    <a:pt x="1113" y="630850"/>
                  </a:lnTo>
                  <a:lnTo>
                    <a:pt x="5475" y="672051"/>
                  </a:lnTo>
                  <a:close/>
                  <a:moveTo>
                    <a:pt x="1524" y="664671"/>
                  </a:moveTo>
                  <a:lnTo>
                    <a:pt x="0" y="627915"/>
                  </a:lnTo>
                  <a:lnTo>
                    <a:pt x="1113" y="630850"/>
                  </a:lnTo>
                  <a:close/>
                  <a:moveTo>
                    <a:pt x="2336" y="618991"/>
                  </a:moveTo>
                  <a:lnTo>
                    <a:pt x="1113" y="630850"/>
                  </a:lnTo>
                  <a:lnTo>
                    <a:pt x="0" y="627915"/>
                  </a:lnTo>
                  <a:close/>
                  <a:moveTo>
                    <a:pt x="452570" y="1051792"/>
                  </a:moveTo>
                  <a:lnTo>
                    <a:pt x="453663" y="1043693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52570" y="1051792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81773" y="1003182"/>
                  </a:lnTo>
                  <a:lnTo>
                    <a:pt x="439735" y="965523"/>
                  </a:lnTo>
                  <a:close/>
                  <a:moveTo>
                    <a:pt x="438919" y="1015037"/>
                  </a:moveTo>
                  <a:lnTo>
                    <a:pt x="439735" y="965523"/>
                  </a:lnTo>
                  <a:lnTo>
                    <a:pt x="432217" y="1008851"/>
                  </a:lnTo>
                  <a:close/>
                  <a:moveTo>
                    <a:pt x="457976" y="1034609"/>
                  </a:moveTo>
                  <a:lnTo>
                    <a:pt x="454006" y="998668"/>
                  </a:lnTo>
                  <a:lnTo>
                    <a:pt x="453663" y="1043693"/>
                  </a:lnTo>
                  <a:close/>
                  <a:moveTo>
                    <a:pt x="507851" y="997854"/>
                  </a:moveTo>
                  <a:lnTo>
                    <a:pt x="498999" y="989177"/>
                  </a:lnTo>
                  <a:lnTo>
                    <a:pt x="495838" y="947001"/>
                  </a:lnTo>
                  <a:close/>
                  <a:moveTo>
                    <a:pt x="473427" y="907160"/>
                  </a:moveTo>
                  <a:lnTo>
                    <a:pt x="495838" y="947001"/>
                  </a:lnTo>
                  <a:lnTo>
                    <a:pt x="494202" y="943915"/>
                  </a:lnTo>
                  <a:close/>
                  <a:moveTo>
                    <a:pt x="473427" y="907160"/>
                  </a:moveTo>
                  <a:lnTo>
                    <a:pt x="485916" y="892630"/>
                  </a:lnTo>
                  <a:lnTo>
                    <a:pt x="445543" y="916054"/>
                  </a:lnTo>
                  <a:close/>
                  <a:moveTo>
                    <a:pt x="494202" y="943915"/>
                  </a:moveTo>
                  <a:lnTo>
                    <a:pt x="483497" y="889977"/>
                  </a:lnTo>
                  <a:lnTo>
                    <a:pt x="473427" y="907160"/>
                  </a:lnTo>
                  <a:close/>
                  <a:moveTo>
                    <a:pt x="282173" y="564883"/>
                  </a:moveTo>
                  <a:lnTo>
                    <a:pt x="325404" y="595937"/>
                  </a:lnTo>
                  <a:lnTo>
                    <a:pt x="291982" y="569640"/>
                  </a:lnTo>
                  <a:close/>
                  <a:moveTo>
                    <a:pt x="623474" y="909549"/>
                  </a:moveTo>
                  <a:lnTo>
                    <a:pt x="606423" y="911273"/>
                  </a:lnTo>
                  <a:lnTo>
                    <a:pt x="613276" y="950449"/>
                  </a:lnTo>
                  <a:close/>
                  <a:moveTo>
                    <a:pt x="485841" y="731392"/>
                  </a:moveTo>
                  <a:lnTo>
                    <a:pt x="440828" y="740899"/>
                  </a:lnTo>
                  <a:lnTo>
                    <a:pt x="493902" y="769585"/>
                  </a:lnTo>
                  <a:close/>
                  <a:moveTo>
                    <a:pt x="343625" y="542011"/>
                  </a:moveTo>
                  <a:lnTo>
                    <a:pt x="325404" y="595937"/>
                  </a:lnTo>
                  <a:lnTo>
                    <a:pt x="351517" y="580342"/>
                  </a:lnTo>
                  <a:close/>
                  <a:moveTo>
                    <a:pt x="306278" y="526883"/>
                  </a:moveTo>
                  <a:lnTo>
                    <a:pt x="304522" y="522427"/>
                  </a:lnTo>
                  <a:lnTo>
                    <a:pt x="286256" y="548231"/>
                  </a:lnTo>
                  <a:close/>
                  <a:moveTo>
                    <a:pt x="704760" y="974998"/>
                  </a:moveTo>
                  <a:lnTo>
                    <a:pt x="664383" y="993745"/>
                  </a:lnTo>
                  <a:lnTo>
                    <a:pt x="699717" y="1001277"/>
                  </a:lnTo>
                  <a:close/>
                  <a:moveTo>
                    <a:pt x="666073" y="979362"/>
                  </a:moveTo>
                  <a:lnTo>
                    <a:pt x="704760" y="974998"/>
                  </a:lnTo>
                  <a:lnTo>
                    <a:pt x="698864" y="935044"/>
                  </a:lnTo>
                  <a:close/>
                  <a:moveTo>
                    <a:pt x="699285" y="903453"/>
                  </a:moveTo>
                  <a:lnTo>
                    <a:pt x="679047" y="892365"/>
                  </a:lnTo>
                  <a:lnTo>
                    <a:pt x="698864" y="935044"/>
                  </a:lnTo>
                  <a:close/>
                  <a:moveTo>
                    <a:pt x="698864" y="935044"/>
                  </a:moveTo>
                  <a:lnTo>
                    <a:pt x="679047" y="892365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51142" y="902006"/>
                  </a:lnTo>
                  <a:lnTo>
                    <a:pt x="607549" y="905827"/>
                  </a:lnTo>
                  <a:close/>
                  <a:moveTo>
                    <a:pt x="607549" y="905827"/>
                  </a:moveTo>
                  <a:lnTo>
                    <a:pt x="651142" y="902006"/>
                  </a:lnTo>
                  <a:lnTo>
                    <a:pt x="656179" y="866863"/>
                  </a:lnTo>
                  <a:close/>
                  <a:moveTo>
                    <a:pt x="369703" y="543233"/>
                  </a:moveTo>
                  <a:lnTo>
                    <a:pt x="343645" y="541995"/>
                  </a:lnTo>
                  <a:lnTo>
                    <a:pt x="391499" y="561570"/>
                  </a:lnTo>
                  <a:close/>
                  <a:moveTo>
                    <a:pt x="679047" y="892365"/>
                  </a:moveTo>
                  <a:lnTo>
                    <a:pt x="699285" y="903453"/>
                  </a:lnTo>
                  <a:lnTo>
                    <a:pt x="700823" y="888704"/>
                  </a:lnTo>
                  <a:close/>
                  <a:moveTo>
                    <a:pt x="700823" y="888704"/>
                  </a:moveTo>
                  <a:lnTo>
                    <a:pt x="656179" y="866863"/>
                  </a:lnTo>
                  <a:lnTo>
                    <a:pt x="679047" y="892365"/>
                  </a:lnTo>
                  <a:close/>
                  <a:moveTo>
                    <a:pt x="660389" y="849740"/>
                  </a:moveTo>
                  <a:lnTo>
                    <a:pt x="656179" y="866863"/>
                  </a:lnTo>
                  <a:lnTo>
                    <a:pt x="700823" y="888704"/>
                  </a:lnTo>
                  <a:close/>
                  <a:moveTo>
                    <a:pt x="657175" y="818855"/>
                  </a:moveTo>
                  <a:lnTo>
                    <a:pt x="650272" y="844779"/>
                  </a:lnTo>
                  <a:lnTo>
                    <a:pt x="660389" y="849740"/>
                  </a:lnTo>
                  <a:close/>
                  <a:moveTo>
                    <a:pt x="608570" y="775286"/>
                  </a:moveTo>
                  <a:lnTo>
                    <a:pt x="645555" y="772307"/>
                  </a:lnTo>
                  <a:lnTo>
                    <a:pt x="625220" y="744092"/>
                  </a:lnTo>
                  <a:close/>
                  <a:moveTo>
                    <a:pt x="310671" y="362726"/>
                  </a:moveTo>
                  <a:lnTo>
                    <a:pt x="283421" y="345216"/>
                  </a:lnTo>
                  <a:lnTo>
                    <a:pt x="255941" y="335385"/>
                  </a:lnTo>
                  <a:close/>
                  <a:moveTo>
                    <a:pt x="310671" y="362726"/>
                  </a:moveTo>
                  <a:lnTo>
                    <a:pt x="320141" y="357930"/>
                  </a:lnTo>
                  <a:lnTo>
                    <a:pt x="283421" y="345216"/>
                  </a:lnTo>
                  <a:close/>
                  <a:moveTo>
                    <a:pt x="255941" y="335385"/>
                  </a:moveTo>
                  <a:lnTo>
                    <a:pt x="272035" y="341040"/>
                  </a:lnTo>
                  <a:lnTo>
                    <a:pt x="245731" y="328877"/>
                  </a:lnTo>
                  <a:close/>
                  <a:moveTo>
                    <a:pt x="529490" y="454512"/>
                  </a:moveTo>
                  <a:lnTo>
                    <a:pt x="489109" y="423529"/>
                  </a:lnTo>
                  <a:lnTo>
                    <a:pt x="526467" y="453694"/>
                  </a:lnTo>
                  <a:close/>
                  <a:moveTo>
                    <a:pt x="438793" y="384576"/>
                  </a:moveTo>
                  <a:lnTo>
                    <a:pt x="447407" y="392188"/>
                  </a:lnTo>
                  <a:lnTo>
                    <a:pt x="480348" y="416939"/>
                  </a:lnTo>
                  <a:close/>
                  <a:moveTo>
                    <a:pt x="517424" y="437233"/>
                  </a:moveTo>
                  <a:lnTo>
                    <a:pt x="526467" y="453694"/>
                  </a:lnTo>
                  <a:lnTo>
                    <a:pt x="489109" y="423529"/>
                  </a:lnTo>
                  <a:close/>
                  <a:moveTo>
                    <a:pt x="469475" y="404380"/>
                  </a:moveTo>
                  <a:lnTo>
                    <a:pt x="517424" y="437233"/>
                  </a:lnTo>
                  <a:lnTo>
                    <a:pt x="480348" y="416939"/>
                  </a:lnTo>
                  <a:close/>
                  <a:moveTo>
                    <a:pt x="480348" y="416939"/>
                  </a:moveTo>
                  <a:lnTo>
                    <a:pt x="517424" y="437233"/>
                  </a:lnTo>
                  <a:lnTo>
                    <a:pt x="489109" y="423529"/>
                  </a:lnTo>
                  <a:close/>
                  <a:moveTo>
                    <a:pt x="552805" y="436510"/>
                  </a:moveTo>
                  <a:lnTo>
                    <a:pt x="532186" y="453694"/>
                  </a:lnTo>
                  <a:lnTo>
                    <a:pt x="569933" y="476564"/>
                  </a:lnTo>
                  <a:close/>
                  <a:moveTo>
                    <a:pt x="469475" y="404380"/>
                  </a:moveTo>
                  <a:lnTo>
                    <a:pt x="480348" y="416939"/>
                  </a:lnTo>
                  <a:lnTo>
                    <a:pt x="447407" y="392188"/>
                  </a:lnTo>
                  <a:close/>
                  <a:moveTo>
                    <a:pt x="881777" y="786877"/>
                  </a:moveTo>
                  <a:lnTo>
                    <a:pt x="870119" y="804060"/>
                  </a:lnTo>
                  <a:lnTo>
                    <a:pt x="912568" y="823632"/>
                  </a:lnTo>
                  <a:close/>
                  <a:moveTo>
                    <a:pt x="865545" y="767305"/>
                  </a:moveTo>
                  <a:lnTo>
                    <a:pt x="870119" y="804060"/>
                  </a:lnTo>
                  <a:lnTo>
                    <a:pt x="881777" y="786877"/>
                  </a:lnTo>
                  <a:close/>
                  <a:moveTo>
                    <a:pt x="552805" y="436510"/>
                  </a:moveTo>
                  <a:lnTo>
                    <a:pt x="593325" y="467815"/>
                  </a:lnTo>
                  <a:lnTo>
                    <a:pt x="576420" y="419327"/>
                  </a:lnTo>
                  <a:close/>
                  <a:moveTo>
                    <a:pt x="903380" y="696183"/>
                  </a:moveTo>
                  <a:lnTo>
                    <a:pt x="882617" y="705761"/>
                  </a:lnTo>
                  <a:lnTo>
                    <a:pt x="900057" y="700842"/>
                  </a:lnTo>
                  <a:close/>
                  <a:moveTo>
                    <a:pt x="860716" y="676612"/>
                  </a:moveTo>
                  <a:lnTo>
                    <a:pt x="882617" y="705761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60716" y="676612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70035" y="658720"/>
                  </a:lnTo>
                  <a:lnTo>
                    <a:pt x="860716" y="676612"/>
                  </a:lnTo>
                  <a:close/>
                  <a:moveTo>
                    <a:pt x="767913" y="529592"/>
                  </a:moveTo>
                  <a:lnTo>
                    <a:pt x="791339" y="549163"/>
                  </a:lnTo>
                  <a:lnTo>
                    <a:pt x="764537" y="512408"/>
                  </a:lnTo>
                  <a:close/>
                  <a:moveTo>
                    <a:pt x="595874" y="291879"/>
                  </a:moveTo>
                  <a:lnTo>
                    <a:pt x="582993" y="332975"/>
                  </a:lnTo>
                  <a:lnTo>
                    <a:pt x="598308" y="294030"/>
                  </a:lnTo>
                  <a:close/>
                  <a:moveTo>
                    <a:pt x="595874" y="291879"/>
                  </a:moveTo>
                  <a:lnTo>
                    <a:pt x="549674" y="309062"/>
                  </a:lnTo>
                  <a:lnTo>
                    <a:pt x="582993" y="332975"/>
                  </a:lnTo>
                  <a:close/>
                  <a:moveTo>
                    <a:pt x="1051586" y="793157"/>
                  </a:moveTo>
                  <a:lnTo>
                    <a:pt x="1017709" y="793611"/>
                  </a:lnTo>
                  <a:lnTo>
                    <a:pt x="1046541" y="842006"/>
                  </a:lnTo>
                  <a:close/>
                  <a:moveTo>
                    <a:pt x="1046541" y="842006"/>
                  </a:moveTo>
                  <a:lnTo>
                    <a:pt x="1090767" y="833140"/>
                  </a:lnTo>
                  <a:lnTo>
                    <a:pt x="1085111" y="792991"/>
                  </a:lnTo>
                  <a:close/>
                  <a:moveTo>
                    <a:pt x="1046541" y="842006"/>
                  </a:moveTo>
                  <a:lnTo>
                    <a:pt x="1085111" y="792991"/>
                  </a:lnTo>
                  <a:lnTo>
                    <a:pt x="1051586" y="793157"/>
                  </a:lnTo>
                  <a:close/>
                  <a:moveTo>
                    <a:pt x="1124532" y="832777"/>
                  </a:moveTo>
                  <a:lnTo>
                    <a:pt x="1090767" y="833140"/>
                  </a:lnTo>
                  <a:lnTo>
                    <a:pt x="1082931" y="860188"/>
                  </a:lnTo>
                  <a:close/>
                  <a:moveTo>
                    <a:pt x="1090767" y="833140"/>
                  </a:moveTo>
                  <a:lnTo>
                    <a:pt x="1124532" y="832777"/>
                  </a:lnTo>
                  <a:lnTo>
                    <a:pt x="1121166" y="790766"/>
                  </a:lnTo>
                  <a:close/>
                  <a:moveTo>
                    <a:pt x="1090767" y="833140"/>
                  </a:moveTo>
                  <a:lnTo>
                    <a:pt x="1121166" y="790766"/>
                  </a:lnTo>
                  <a:lnTo>
                    <a:pt x="1085111" y="792991"/>
                  </a:lnTo>
                  <a:close/>
                  <a:moveTo>
                    <a:pt x="1017709" y="793611"/>
                  </a:moveTo>
                  <a:lnTo>
                    <a:pt x="1051586" y="793157"/>
                  </a:lnTo>
                  <a:lnTo>
                    <a:pt x="1044715" y="753996"/>
                  </a:lnTo>
                  <a:close/>
                  <a:moveTo>
                    <a:pt x="1051586" y="793157"/>
                  </a:moveTo>
                  <a:lnTo>
                    <a:pt x="1085111" y="792991"/>
                  </a:lnTo>
                  <a:lnTo>
                    <a:pt x="1075887" y="755742"/>
                  </a:lnTo>
                  <a:close/>
                  <a:moveTo>
                    <a:pt x="1051586" y="793157"/>
                  </a:moveTo>
                  <a:lnTo>
                    <a:pt x="1075887" y="755742"/>
                  </a:lnTo>
                  <a:lnTo>
                    <a:pt x="1044715" y="753996"/>
                  </a:lnTo>
                  <a:close/>
                  <a:moveTo>
                    <a:pt x="970423" y="760218"/>
                  </a:moveTo>
                  <a:lnTo>
                    <a:pt x="1011103" y="754234"/>
                  </a:lnTo>
                  <a:lnTo>
                    <a:pt x="985773" y="746083"/>
                  </a:lnTo>
                  <a:close/>
                  <a:moveTo>
                    <a:pt x="1011103" y="754234"/>
                  </a:moveTo>
                  <a:lnTo>
                    <a:pt x="1044715" y="753996"/>
                  </a:lnTo>
                  <a:lnTo>
                    <a:pt x="1021537" y="755226"/>
                  </a:lnTo>
                  <a:close/>
                  <a:moveTo>
                    <a:pt x="781477" y="495225"/>
                  </a:moveTo>
                  <a:lnTo>
                    <a:pt x="780285" y="476103"/>
                  </a:lnTo>
                  <a:lnTo>
                    <a:pt x="764537" y="512408"/>
                  </a:lnTo>
                  <a:close/>
                  <a:moveTo>
                    <a:pt x="686171" y="384960"/>
                  </a:moveTo>
                  <a:lnTo>
                    <a:pt x="688955" y="383789"/>
                  </a:lnTo>
                  <a:lnTo>
                    <a:pt x="651508" y="364743"/>
                  </a:lnTo>
                  <a:close/>
                  <a:moveTo>
                    <a:pt x="685974" y="402144"/>
                  </a:moveTo>
                  <a:lnTo>
                    <a:pt x="688955" y="383789"/>
                  </a:lnTo>
                  <a:lnTo>
                    <a:pt x="686171" y="384960"/>
                  </a:lnTo>
                  <a:close/>
                  <a:moveTo>
                    <a:pt x="717757" y="348205"/>
                  </a:moveTo>
                  <a:lnTo>
                    <a:pt x="705031" y="311450"/>
                  </a:lnTo>
                  <a:lnTo>
                    <a:pt x="714389" y="354306"/>
                  </a:lnTo>
                  <a:close/>
                  <a:moveTo>
                    <a:pt x="1033612" y="607956"/>
                  </a:moveTo>
                  <a:lnTo>
                    <a:pt x="1008478" y="588307"/>
                  </a:lnTo>
                  <a:lnTo>
                    <a:pt x="1024485" y="636202"/>
                  </a:lnTo>
                  <a:close/>
                  <a:moveTo>
                    <a:pt x="1024485" y="636202"/>
                  </a:moveTo>
                  <a:lnTo>
                    <a:pt x="1008478" y="588307"/>
                  </a:lnTo>
                  <a:lnTo>
                    <a:pt x="988906" y="593291"/>
                  </a:lnTo>
                  <a:close/>
                  <a:moveTo>
                    <a:pt x="1024485" y="636202"/>
                  </a:moveTo>
                  <a:lnTo>
                    <a:pt x="988906" y="593291"/>
                  </a:lnTo>
                  <a:lnTo>
                    <a:pt x="994949" y="633125"/>
                  </a:lnTo>
                  <a:close/>
                  <a:moveTo>
                    <a:pt x="907472" y="605319"/>
                  </a:moveTo>
                  <a:lnTo>
                    <a:pt x="938381" y="597263"/>
                  </a:lnTo>
                  <a:lnTo>
                    <a:pt x="918815" y="551552"/>
                  </a:lnTo>
                  <a:close/>
                  <a:moveTo>
                    <a:pt x="851326" y="520931"/>
                  </a:moveTo>
                  <a:lnTo>
                    <a:pt x="861233" y="531980"/>
                  </a:lnTo>
                  <a:lnTo>
                    <a:pt x="871765" y="501139"/>
                  </a:lnTo>
                  <a:close/>
                  <a:moveTo>
                    <a:pt x="1140110" y="660774"/>
                  </a:moveTo>
                  <a:lnTo>
                    <a:pt x="1158436" y="681388"/>
                  </a:lnTo>
                  <a:lnTo>
                    <a:pt x="1130768" y="648719"/>
                  </a:lnTo>
                  <a:close/>
                  <a:moveTo>
                    <a:pt x="1130768" y="648719"/>
                  </a:moveTo>
                  <a:lnTo>
                    <a:pt x="1158436" y="681388"/>
                  </a:lnTo>
                  <a:lnTo>
                    <a:pt x="1175195" y="684436"/>
                  </a:lnTo>
                  <a:close/>
                  <a:moveTo>
                    <a:pt x="1140110" y="660774"/>
                  </a:moveTo>
                  <a:lnTo>
                    <a:pt x="1130768" y="648719"/>
                  </a:lnTo>
                  <a:lnTo>
                    <a:pt x="1117727" y="644633"/>
                  </a:lnTo>
                  <a:close/>
                  <a:moveTo>
                    <a:pt x="718439" y="220757"/>
                  </a:moveTo>
                  <a:lnTo>
                    <a:pt x="754598" y="216016"/>
                  </a:lnTo>
                  <a:lnTo>
                    <a:pt x="735820" y="216133"/>
                  </a:lnTo>
                  <a:close/>
                  <a:moveTo>
                    <a:pt x="1028558" y="370165"/>
                  </a:moveTo>
                  <a:lnTo>
                    <a:pt x="1039754" y="400053"/>
                  </a:lnTo>
                  <a:lnTo>
                    <a:pt x="1082460" y="377388"/>
                  </a:lnTo>
                  <a:close/>
                  <a:moveTo>
                    <a:pt x="902980" y="206248"/>
                  </a:moveTo>
                  <a:lnTo>
                    <a:pt x="903073" y="204996"/>
                  </a:lnTo>
                  <a:lnTo>
                    <a:pt x="863926" y="169207"/>
                  </a:lnTo>
                  <a:close/>
                  <a:moveTo>
                    <a:pt x="863926" y="169207"/>
                  </a:moveTo>
                  <a:lnTo>
                    <a:pt x="840258" y="186390"/>
                  </a:lnTo>
                  <a:lnTo>
                    <a:pt x="902980" y="206248"/>
                  </a:lnTo>
                  <a:close/>
                  <a:moveTo>
                    <a:pt x="903073" y="204996"/>
                  </a:moveTo>
                  <a:lnTo>
                    <a:pt x="948547" y="196290"/>
                  </a:lnTo>
                  <a:lnTo>
                    <a:pt x="952880" y="170432"/>
                  </a:lnTo>
                  <a:close/>
                  <a:moveTo>
                    <a:pt x="1140246" y="299043"/>
                  </a:moveTo>
                  <a:lnTo>
                    <a:pt x="1159794" y="318615"/>
                  </a:lnTo>
                  <a:lnTo>
                    <a:pt x="1161722" y="281860"/>
                  </a:lnTo>
                  <a:close/>
                  <a:moveTo>
                    <a:pt x="1099333" y="154412"/>
                  </a:moveTo>
                  <a:lnTo>
                    <a:pt x="1054642" y="119466"/>
                  </a:lnTo>
                  <a:lnTo>
                    <a:pt x="1060791" y="134840"/>
                  </a:lnTo>
                  <a:close/>
                  <a:moveTo>
                    <a:pt x="1090001" y="20750"/>
                  </a:moveTo>
                  <a:lnTo>
                    <a:pt x="1113148" y="26963"/>
                  </a:lnTo>
                  <a:lnTo>
                    <a:pt x="1069788" y="0"/>
                  </a:lnTo>
                  <a:close/>
                  <a:moveTo>
                    <a:pt x="1247018" y="160915"/>
                  </a:moveTo>
                  <a:lnTo>
                    <a:pt x="1213350" y="161199"/>
                  </a:lnTo>
                  <a:lnTo>
                    <a:pt x="1255047" y="167893"/>
                  </a:lnTo>
                  <a:close/>
                  <a:moveTo>
                    <a:pt x="1094669" y="24519"/>
                  </a:moveTo>
                  <a:lnTo>
                    <a:pt x="1125610" y="29308"/>
                  </a:lnTo>
                  <a:lnTo>
                    <a:pt x="1113148" y="26963"/>
                  </a:lnTo>
                  <a:close/>
                  <a:moveTo>
                    <a:pt x="1150832" y="50695"/>
                  </a:moveTo>
                  <a:lnTo>
                    <a:pt x="1125610" y="29308"/>
                  </a:lnTo>
                  <a:lnTo>
                    <a:pt x="1094669" y="24519"/>
                  </a:lnTo>
                  <a:close/>
                  <a:moveTo>
                    <a:pt x="1116945" y="51157"/>
                  </a:moveTo>
                  <a:lnTo>
                    <a:pt x="1150832" y="50695"/>
                  </a:lnTo>
                  <a:lnTo>
                    <a:pt x="1094669" y="24519"/>
                  </a:lnTo>
                  <a:close/>
                  <a:moveTo>
                    <a:pt x="1063262" y="22965"/>
                  </a:moveTo>
                  <a:lnTo>
                    <a:pt x="1090001" y="20750"/>
                  </a:lnTo>
                  <a:lnTo>
                    <a:pt x="1055525" y="16425"/>
                  </a:lnTo>
                  <a:close/>
                  <a:moveTo>
                    <a:pt x="1063262" y="22965"/>
                  </a:moveTo>
                  <a:lnTo>
                    <a:pt x="1094669" y="24519"/>
                  </a:lnTo>
                  <a:lnTo>
                    <a:pt x="1090001" y="20750"/>
                  </a:lnTo>
                  <a:close/>
                  <a:moveTo>
                    <a:pt x="1094669" y="24519"/>
                  </a:moveTo>
                  <a:lnTo>
                    <a:pt x="1113148" y="26963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55" name="Input_density__146">
              <a:extLst>
                <a:ext uri="{FF2B5EF4-FFF2-40B4-BE49-F238E27FC236}">
                  <a16:creationId xmlns:a16="http://schemas.microsoft.com/office/drawing/2014/main" id="{92B54D94-E573-2885-2D55-585339DAC411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090001" cy="1015037"/>
            </a:xfrm>
            <a:custGeom>
              <a:avLst/>
              <a:gdLst/>
              <a:ahLst/>
              <a:cxnLst/>
              <a:rect l="0" t="0" r="0" b="0"/>
              <a:pathLst>
                <a:path w="1090001" h="1015037">
                  <a:moveTo>
                    <a:pt x="278022" y="958710"/>
                  </a:moveTo>
                  <a:lnTo>
                    <a:pt x="296764" y="910997"/>
                  </a:lnTo>
                  <a:lnTo>
                    <a:pt x="284747" y="927422"/>
                  </a:lnTo>
                  <a:close/>
                  <a:moveTo>
                    <a:pt x="302389" y="904772"/>
                  </a:moveTo>
                  <a:lnTo>
                    <a:pt x="296764" y="910997"/>
                  </a:lnTo>
                  <a:lnTo>
                    <a:pt x="278022" y="958710"/>
                  </a:lnTo>
                  <a:close/>
                  <a:moveTo>
                    <a:pt x="303518" y="901396"/>
                  </a:moveTo>
                  <a:lnTo>
                    <a:pt x="294597" y="921955"/>
                  </a:lnTo>
                  <a:lnTo>
                    <a:pt x="296764" y="910997"/>
                  </a:lnTo>
                  <a:close/>
                  <a:moveTo>
                    <a:pt x="20680" y="591370"/>
                  </a:moveTo>
                  <a:lnTo>
                    <a:pt x="2336" y="618991"/>
                  </a:lnTo>
                  <a:lnTo>
                    <a:pt x="0" y="627915"/>
                  </a:lnTo>
                  <a:close/>
                  <a:moveTo>
                    <a:pt x="2336" y="618991"/>
                  </a:moveTo>
                  <a:lnTo>
                    <a:pt x="20680" y="591370"/>
                  </a:lnTo>
                  <a:lnTo>
                    <a:pt x="17852" y="591160"/>
                  </a:lnTo>
                  <a:close/>
                  <a:moveTo>
                    <a:pt x="20680" y="591370"/>
                  </a:moveTo>
                  <a:lnTo>
                    <a:pt x="47475" y="573977"/>
                  </a:lnTo>
                  <a:lnTo>
                    <a:pt x="17852" y="591160"/>
                  </a:lnTo>
                  <a:close/>
                  <a:moveTo>
                    <a:pt x="49009" y="572713"/>
                  </a:moveTo>
                  <a:lnTo>
                    <a:pt x="17852" y="591160"/>
                  </a:lnTo>
                  <a:lnTo>
                    <a:pt x="47475" y="573977"/>
                  </a:lnTo>
                  <a:close/>
                  <a:moveTo>
                    <a:pt x="49009" y="572713"/>
                  </a:moveTo>
                  <a:lnTo>
                    <a:pt x="26113" y="583317"/>
                  </a:lnTo>
                  <a:lnTo>
                    <a:pt x="17852" y="591160"/>
                  </a:lnTo>
                  <a:close/>
                  <a:moveTo>
                    <a:pt x="490527" y="1006079"/>
                  </a:moveTo>
                  <a:lnTo>
                    <a:pt x="481773" y="1003182"/>
                  </a:lnTo>
                  <a:lnTo>
                    <a:pt x="438919" y="1015037"/>
                  </a:lnTo>
                  <a:close/>
                  <a:moveTo>
                    <a:pt x="439735" y="965523"/>
                  </a:moveTo>
                  <a:lnTo>
                    <a:pt x="481773" y="1003182"/>
                  </a:lnTo>
                  <a:lnTo>
                    <a:pt x="476026" y="963107"/>
                  </a:lnTo>
                  <a:close/>
                  <a:moveTo>
                    <a:pt x="303518" y="901396"/>
                  </a:moveTo>
                  <a:lnTo>
                    <a:pt x="311006" y="899418"/>
                  </a:lnTo>
                  <a:lnTo>
                    <a:pt x="328182" y="869037"/>
                  </a:lnTo>
                  <a:close/>
                  <a:moveTo>
                    <a:pt x="49009" y="572713"/>
                  </a:moveTo>
                  <a:lnTo>
                    <a:pt x="47475" y="573977"/>
                  </a:lnTo>
                  <a:lnTo>
                    <a:pt x="67386" y="559312"/>
                  </a:lnTo>
                  <a:close/>
                  <a:moveTo>
                    <a:pt x="49009" y="572713"/>
                  </a:moveTo>
                  <a:lnTo>
                    <a:pt x="67386" y="559312"/>
                  </a:lnTo>
                  <a:lnTo>
                    <a:pt x="96669" y="530121"/>
                  </a:lnTo>
                  <a:close/>
                  <a:moveTo>
                    <a:pt x="73119" y="538279"/>
                  </a:moveTo>
                  <a:lnTo>
                    <a:pt x="49009" y="572713"/>
                  </a:lnTo>
                  <a:lnTo>
                    <a:pt x="96669" y="530121"/>
                  </a:lnTo>
                  <a:close/>
                  <a:moveTo>
                    <a:pt x="96669" y="530121"/>
                  </a:moveTo>
                  <a:lnTo>
                    <a:pt x="104881" y="520039"/>
                  </a:lnTo>
                  <a:lnTo>
                    <a:pt x="75033" y="537222"/>
                  </a:lnTo>
                  <a:close/>
                  <a:moveTo>
                    <a:pt x="483970" y="961099"/>
                  </a:moveTo>
                  <a:lnTo>
                    <a:pt x="507851" y="997854"/>
                  </a:lnTo>
                  <a:lnTo>
                    <a:pt x="495838" y="947001"/>
                  </a:lnTo>
                  <a:close/>
                  <a:moveTo>
                    <a:pt x="475844" y="951181"/>
                  </a:moveTo>
                  <a:lnTo>
                    <a:pt x="483970" y="961099"/>
                  </a:lnTo>
                  <a:lnTo>
                    <a:pt x="495838" y="947001"/>
                  </a:lnTo>
                  <a:close/>
                  <a:moveTo>
                    <a:pt x="259335" y="668364"/>
                  </a:moveTo>
                  <a:lnTo>
                    <a:pt x="279799" y="649875"/>
                  </a:lnTo>
                  <a:lnTo>
                    <a:pt x="259588" y="667059"/>
                  </a:lnTo>
                  <a:close/>
                  <a:moveTo>
                    <a:pt x="483497" y="889977"/>
                  </a:moveTo>
                  <a:lnTo>
                    <a:pt x="485916" y="892630"/>
                  </a:lnTo>
                  <a:lnTo>
                    <a:pt x="473427" y="907160"/>
                  </a:lnTo>
                  <a:close/>
                  <a:moveTo>
                    <a:pt x="303927" y="614301"/>
                  </a:moveTo>
                  <a:lnTo>
                    <a:pt x="279799" y="649875"/>
                  </a:lnTo>
                  <a:lnTo>
                    <a:pt x="286031" y="632692"/>
                  </a:lnTo>
                  <a:close/>
                  <a:moveTo>
                    <a:pt x="303927" y="614301"/>
                  </a:moveTo>
                  <a:lnTo>
                    <a:pt x="285232" y="640610"/>
                  </a:lnTo>
                  <a:lnTo>
                    <a:pt x="279799" y="649875"/>
                  </a:lnTo>
                  <a:close/>
                  <a:moveTo>
                    <a:pt x="325404" y="595937"/>
                  </a:moveTo>
                  <a:lnTo>
                    <a:pt x="323596" y="603042"/>
                  </a:lnTo>
                  <a:lnTo>
                    <a:pt x="303927" y="614301"/>
                  </a:lnTo>
                  <a:close/>
                  <a:moveTo>
                    <a:pt x="303927" y="614301"/>
                  </a:moveTo>
                  <a:lnTo>
                    <a:pt x="313569" y="621982"/>
                  </a:lnTo>
                  <a:lnTo>
                    <a:pt x="285232" y="640610"/>
                  </a:lnTo>
                  <a:close/>
                  <a:moveTo>
                    <a:pt x="632115" y="946303"/>
                  </a:moveTo>
                  <a:lnTo>
                    <a:pt x="623474" y="909549"/>
                  </a:lnTo>
                  <a:lnTo>
                    <a:pt x="613276" y="950449"/>
                  </a:lnTo>
                  <a:close/>
                  <a:moveTo>
                    <a:pt x="493902" y="769585"/>
                  </a:moveTo>
                  <a:lnTo>
                    <a:pt x="466152" y="779712"/>
                  </a:lnTo>
                  <a:lnTo>
                    <a:pt x="503688" y="766660"/>
                  </a:lnTo>
                  <a:close/>
                  <a:moveTo>
                    <a:pt x="353890" y="578754"/>
                  </a:moveTo>
                  <a:lnTo>
                    <a:pt x="343648" y="541999"/>
                  </a:lnTo>
                  <a:lnTo>
                    <a:pt x="351517" y="580342"/>
                  </a:lnTo>
                  <a:close/>
                  <a:moveTo>
                    <a:pt x="666073" y="979362"/>
                  </a:moveTo>
                  <a:lnTo>
                    <a:pt x="698864" y="935044"/>
                  </a:lnTo>
                  <a:lnTo>
                    <a:pt x="659086" y="940294"/>
                  </a:lnTo>
                  <a:close/>
                  <a:moveTo>
                    <a:pt x="623474" y="909549"/>
                  </a:moveTo>
                  <a:lnTo>
                    <a:pt x="659086" y="940294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32115" y="946303"/>
                  </a:lnTo>
                  <a:lnTo>
                    <a:pt x="659086" y="940294"/>
                  </a:lnTo>
                  <a:close/>
                  <a:moveTo>
                    <a:pt x="698864" y="935044"/>
                  </a:moveTo>
                  <a:lnTo>
                    <a:pt x="651142" y="902006"/>
                  </a:lnTo>
                  <a:lnTo>
                    <a:pt x="659086" y="940294"/>
                  </a:lnTo>
                  <a:close/>
                  <a:moveTo>
                    <a:pt x="651142" y="902006"/>
                  </a:moveTo>
                  <a:lnTo>
                    <a:pt x="679047" y="892365"/>
                  </a:lnTo>
                  <a:lnTo>
                    <a:pt x="656179" y="866863"/>
                  </a:lnTo>
                  <a:close/>
                  <a:moveTo>
                    <a:pt x="629266" y="830297"/>
                  </a:moveTo>
                  <a:lnTo>
                    <a:pt x="650272" y="844779"/>
                  </a:lnTo>
                  <a:lnTo>
                    <a:pt x="657175" y="818855"/>
                  </a:lnTo>
                  <a:close/>
                  <a:moveTo>
                    <a:pt x="542305" y="690258"/>
                  </a:moveTo>
                  <a:lnTo>
                    <a:pt x="500508" y="725774"/>
                  </a:lnTo>
                  <a:lnTo>
                    <a:pt x="515321" y="708590"/>
                  </a:lnTo>
                  <a:close/>
                  <a:moveTo>
                    <a:pt x="542305" y="690258"/>
                  </a:moveTo>
                  <a:lnTo>
                    <a:pt x="518534" y="697591"/>
                  </a:lnTo>
                  <a:lnTo>
                    <a:pt x="500508" y="725774"/>
                  </a:lnTo>
                  <a:close/>
                  <a:moveTo>
                    <a:pt x="391499" y="561570"/>
                  </a:moveTo>
                  <a:lnTo>
                    <a:pt x="343648" y="541999"/>
                  </a:lnTo>
                  <a:lnTo>
                    <a:pt x="353890" y="578754"/>
                  </a:lnTo>
                  <a:close/>
                  <a:moveTo>
                    <a:pt x="245731" y="328877"/>
                  </a:moveTo>
                  <a:lnTo>
                    <a:pt x="192640" y="351162"/>
                  </a:lnTo>
                  <a:lnTo>
                    <a:pt x="215374" y="339952"/>
                  </a:lnTo>
                  <a:close/>
                  <a:moveTo>
                    <a:pt x="310671" y="362726"/>
                  </a:moveTo>
                  <a:lnTo>
                    <a:pt x="342392" y="364026"/>
                  </a:lnTo>
                  <a:lnTo>
                    <a:pt x="320141" y="357930"/>
                  </a:lnTo>
                  <a:close/>
                  <a:moveTo>
                    <a:pt x="342392" y="364026"/>
                  </a:moveTo>
                  <a:lnTo>
                    <a:pt x="310671" y="362726"/>
                  </a:lnTo>
                  <a:lnTo>
                    <a:pt x="351381" y="378524"/>
                  </a:lnTo>
                  <a:close/>
                  <a:moveTo>
                    <a:pt x="310671" y="362726"/>
                  </a:moveTo>
                  <a:lnTo>
                    <a:pt x="318128" y="378773"/>
                  </a:lnTo>
                  <a:lnTo>
                    <a:pt x="351381" y="378524"/>
                  </a:lnTo>
                  <a:close/>
                  <a:moveTo>
                    <a:pt x="378723" y="356175"/>
                  </a:moveTo>
                  <a:lnTo>
                    <a:pt x="342392" y="364026"/>
                  </a:lnTo>
                  <a:lnTo>
                    <a:pt x="366531" y="360612"/>
                  </a:lnTo>
                  <a:close/>
                  <a:moveTo>
                    <a:pt x="342392" y="364026"/>
                  </a:moveTo>
                  <a:lnTo>
                    <a:pt x="351381" y="378524"/>
                  </a:lnTo>
                  <a:lnTo>
                    <a:pt x="366531" y="360612"/>
                  </a:lnTo>
                  <a:close/>
                  <a:moveTo>
                    <a:pt x="216402" y="340440"/>
                  </a:moveTo>
                  <a:lnTo>
                    <a:pt x="245731" y="328877"/>
                  </a:lnTo>
                  <a:lnTo>
                    <a:pt x="215374" y="339952"/>
                  </a:lnTo>
                  <a:close/>
                  <a:moveTo>
                    <a:pt x="216402" y="340440"/>
                  </a:moveTo>
                  <a:lnTo>
                    <a:pt x="255941" y="335385"/>
                  </a:lnTo>
                  <a:lnTo>
                    <a:pt x="245731" y="328877"/>
                  </a:lnTo>
                  <a:close/>
                  <a:moveTo>
                    <a:pt x="702366" y="722555"/>
                  </a:moveTo>
                  <a:lnTo>
                    <a:pt x="665248" y="764917"/>
                  </a:lnTo>
                  <a:lnTo>
                    <a:pt x="684101" y="747734"/>
                  </a:lnTo>
                  <a:close/>
                  <a:moveTo>
                    <a:pt x="382391" y="358595"/>
                  </a:moveTo>
                  <a:lnTo>
                    <a:pt x="366531" y="360612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82391" y="358595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63718" y="391435"/>
                  </a:lnTo>
                  <a:lnTo>
                    <a:pt x="413264" y="389111"/>
                  </a:lnTo>
                  <a:close/>
                  <a:moveTo>
                    <a:pt x="406702" y="383578"/>
                  </a:moveTo>
                  <a:lnTo>
                    <a:pt x="438793" y="384576"/>
                  </a:lnTo>
                  <a:lnTo>
                    <a:pt x="382391" y="358595"/>
                  </a:lnTo>
                  <a:close/>
                  <a:moveTo>
                    <a:pt x="438793" y="384576"/>
                  </a:moveTo>
                  <a:lnTo>
                    <a:pt x="406702" y="383578"/>
                  </a:lnTo>
                  <a:lnTo>
                    <a:pt x="447407" y="392188"/>
                  </a:lnTo>
                  <a:close/>
                  <a:moveTo>
                    <a:pt x="406702" y="383578"/>
                  </a:moveTo>
                  <a:lnTo>
                    <a:pt x="413264" y="389111"/>
                  </a:lnTo>
                  <a:lnTo>
                    <a:pt x="447407" y="392188"/>
                  </a:lnTo>
                  <a:close/>
                  <a:moveTo>
                    <a:pt x="692113" y="588014"/>
                  </a:moveTo>
                  <a:lnTo>
                    <a:pt x="697866" y="583530"/>
                  </a:lnTo>
                  <a:lnTo>
                    <a:pt x="674437" y="600714"/>
                  </a:lnTo>
                  <a:close/>
                  <a:moveTo>
                    <a:pt x="546436" y="399755"/>
                  </a:moveTo>
                  <a:lnTo>
                    <a:pt x="528093" y="444707"/>
                  </a:lnTo>
                  <a:lnTo>
                    <a:pt x="532186" y="453694"/>
                  </a:lnTo>
                  <a:close/>
                  <a:moveTo>
                    <a:pt x="865545" y="767305"/>
                  </a:moveTo>
                  <a:lnTo>
                    <a:pt x="881777" y="786877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865545" y="767305"/>
                  </a:lnTo>
                  <a:lnTo>
                    <a:pt x="888944" y="750122"/>
                  </a:lnTo>
                  <a:close/>
                  <a:moveTo>
                    <a:pt x="672398" y="616242"/>
                  </a:moveTo>
                  <a:lnTo>
                    <a:pt x="692113" y="588014"/>
                  </a:lnTo>
                  <a:lnTo>
                    <a:pt x="660695" y="595122"/>
                  </a:lnTo>
                  <a:close/>
                  <a:moveTo>
                    <a:pt x="767913" y="529592"/>
                  </a:moveTo>
                  <a:lnTo>
                    <a:pt x="745002" y="566646"/>
                  </a:lnTo>
                  <a:lnTo>
                    <a:pt x="746079" y="566347"/>
                  </a:lnTo>
                  <a:close/>
                  <a:moveTo>
                    <a:pt x="549674" y="309062"/>
                  </a:moveTo>
                  <a:lnTo>
                    <a:pt x="539417" y="294628"/>
                  </a:lnTo>
                  <a:lnTo>
                    <a:pt x="520813" y="321278"/>
                  </a:lnTo>
                  <a:close/>
                  <a:moveTo>
                    <a:pt x="524951" y="272307"/>
                  </a:moveTo>
                  <a:lnTo>
                    <a:pt x="520813" y="321278"/>
                  </a:lnTo>
                  <a:lnTo>
                    <a:pt x="539417" y="294628"/>
                  </a:lnTo>
                  <a:close/>
                  <a:moveTo>
                    <a:pt x="888944" y="750122"/>
                  </a:moveTo>
                  <a:lnTo>
                    <a:pt x="900057" y="700842"/>
                  </a:lnTo>
                  <a:lnTo>
                    <a:pt x="889726" y="732342"/>
                  </a:lnTo>
                  <a:close/>
                  <a:moveTo>
                    <a:pt x="903380" y="696183"/>
                  </a:moveTo>
                  <a:lnTo>
                    <a:pt x="900057" y="700842"/>
                  </a:lnTo>
                  <a:lnTo>
                    <a:pt x="888944" y="750122"/>
                  </a:lnTo>
                  <a:close/>
                  <a:moveTo>
                    <a:pt x="908805" y="732938"/>
                  </a:moveTo>
                  <a:lnTo>
                    <a:pt x="903380" y="696183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900057" y="700842"/>
                  </a:lnTo>
                  <a:lnTo>
                    <a:pt x="912770" y="750122"/>
                  </a:lnTo>
                  <a:close/>
                  <a:moveTo>
                    <a:pt x="767913" y="529592"/>
                  </a:moveTo>
                  <a:lnTo>
                    <a:pt x="746079" y="566347"/>
                  </a:lnTo>
                  <a:lnTo>
                    <a:pt x="791339" y="549163"/>
                  </a:lnTo>
                  <a:close/>
                  <a:moveTo>
                    <a:pt x="631815" y="336006"/>
                  </a:moveTo>
                  <a:lnTo>
                    <a:pt x="611069" y="345817"/>
                  </a:lnTo>
                  <a:lnTo>
                    <a:pt x="649208" y="359757"/>
                  </a:lnTo>
                  <a:close/>
                  <a:moveTo>
                    <a:pt x="611069" y="345817"/>
                  </a:moveTo>
                  <a:lnTo>
                    <a:pt x="593488" y="372216"/>
                  </a:lnTo>
                  <a:lnTo>
                    <a:pt x="649208" y="359757"/>
                  </a:lnTo>
                  <a:close/>
                  <a:moveTo>
                    <a:pt x="582993" y="332975"/>
                  </a:moveTo>
                  <a:lnTo>
                    <a:pt x="631815" y="336006"/>
                  </a:lnTo>
                  <a:lnTo>
                    <a:pt x="638520" y="319796"/>
                  </a:lnTo>
                  <a:close/>
                  <a:moveTo>
                    <a:pt x="582993" y="332975"/>
                  </a:moveTo>
                  <a:lnTo>
                    <a:pt x="638520" y="319796"/>
                  </a:lnTo>
                  <a:lnTo>
                    <a:pt x="598308" y="294030"/>
                  </a:lnTo>
                  <a:close/>
                  <a:moveTo>
                    <a:pt x="631815" y="336006"/>
                  </a:moveTo>
                  <a:lnTo>
                    <a:pt x="653286" y="328634"/>
                  </a:lnTo>
                  <a:lnTo>
                    <a:pt x="638520" y="319796"/>
                  </a:lnTo>
                  <a:close/>
                  <a:moveTo>
                    <a:pt x="631815" y="336006"/>
                  </a:moveTo>
                  <a:lnTo>
                    <a:pt x="649208" y="359757"/>
                  </a:lnTo>
                  <a:lnTo>
                    <a:pt x="653286" y="328634"/>
                  </a:lnTo>
                  <a:close/>
                  <a:moveTo>
                    <a:pt x="566959" y="255123"/>
                  </a:moveTo>
                  <a:lnTo>
                    <a:pt x="549674" y="309062"/>
                  </a:lnTo>
                  <a:lnTo>
                    <a:pt x="595874" y="291879"/>
                  </a:lnTo>
                  <a:close/>
                  <a:moveTo>
                    <a:pt x="812595" y="538782"/>
                  </a:moveTo>
                  <a:lnTo>
                    <a:pt x="838478" y="544828"/>
                  </a:lnTo>
                  <a:lnTo>
                    <a:pt x="819888" y="527966"/>
                  </a:lnTo>
                  <a:close/>
                  <a:moveTo>
                    <a:pt x="651508" y="364743"/>
                  </a:moveTo>
                  <a:lnTo>
                    <a:pt x="688955" y="383789"/>
                  </a:lnTo>
                  <a:lnTo>
                    <a:pt x="691899" y="358994"/>
                  </a:lnTo>
                  <a:close/>
                  <a:moveTo>
                    <a:pt x="681711" y="322530"/>
                  </a:moveTo>
                  <a:lnTo>
                    <a:pt x="653286" y="328634"/>
                  </a:lnTo>
                  <a:lnTo>
                    <a:pt x="651508" y="364743"/>
                  </a:lnTo>
                  <a:close/>
                  <a:moveTo>
                    <a:pt x="691899" y="358994"/>
                  </a:moveTo>
                  <a:lnTo>
                    <a:pt x="681711" y="322530"/>
                  </a:lnTo>
                  <a:lnTo>
                    <a:pt x="651508" y="364743"/>
                  </a:lnTo>
                  <a:close/>
                  <a:moveTo>
                    <a:pt x="641711" y="283214"/>
                  </a:moveTo>
                  <a:lnTo>
                    <a:pt x="638520" y="319796"/>
                  </a:lnTo>
                  <a:lnTo>
                    <a:pt x="675619" y="274695"/>
                  </a:lnTo>
                  <a:close/>
                  <a:moveTo>
                    <a:pt x="638520" y="319796"/>
                  </a:moveTo>
                  <a:lnTo>
                    <a:pt x="653286" y="328634"/>
                  </a:lnTo>
                  <a:lnTo>
                    <a:pt x="675619" y="274695"/>
                  </a:lnTo>
                  <a:close/>
                  <a:moveTo>
                    <a:pt x="675619" y="274695"/>
                  </a:moveTo>
                  <a:lnTo>
                    <a:pt x="653286" y="328634"/>
                  </a:lnTo>
                  <a:lnTo>
                    <a:pt x="688456" y="285714"/>
                  </a:lnTo>
                  <a:close/>
                  <a:moveTo>
                    <a:pt x="688456" y="285714"/>
                  </a:moveTo>
                  <a:lnTo>
                    <a:pt x="653286" y="328634"/>
                  </a:lnTo>
                  <a:lnTo>
                    <a:pt x="681711" y="322530"/>
                  </a:lnTo>
                  <a:close/>
                  <a:moveTo>
                    <a:pt x="681711" y="322530"/>
                  </a:moveTo>
                  <a:lnTo>
                    <a:pt x="705031" y="311450"/>
                  </a:lnTo>
                  <a:lnTo>
                    <a:pt x="688456" y="285714"/>
                  </a:lnTo>
                  <a:close/>
                  <a:moveTo>
                    <a:pt x="595874" y="291879"/>
                  </a:moveTo>
                  <a:lnTo>
                    <a:pt x="598308" y="294030"/>
                  </a:lnTo>
                  <a:lnTo>
                    <a:pt x="598725" y="291072"/>
                  </a:lnTo>
                  <a:close/>
                  <a:moveTo>
                    <a:pt x="566959" y="255123"/>
                  </a:moveTo>
                  <a:lnTo>
                    <a:pt x="595874" y="291879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598308" y="294030"/>
                  </a:lnTo>
                  <a:lnTo>
                    <a:pt x="638520" y="319796"/>
                  </a:lnTo>
                  <a:close/>
                  <a:moveTo>
                    <a:pt x="641711" y="283214"/>
                  </a:moveTo>
                  <a:lnTo>
                    <a:pt x="598725" y="291072"/>
                  </a:lnTo>
                  <a:lnTo>
                    <a:pt x="598308" y="294030"/>
                  </a:lnTo>
                  <a:close/>
                  <a:moveTo>
                    <a:pt x="644434" y="245702"/>
                  </a:moveTo>
                  <a:lnTo>
                    <a:pt x="636845" y="237940"/>
                  </a:lnTo>
                  <a:lnTo>
                    <a:pt x="641711" y="283214"/>
                  </a:lnTo>
                  <a:close/>
                  <a:moveTo>
                    <a:pt x="641711" y="283214"/>
                  </a:moveTo>
                  <a:lnTo>
                    <a:pt x="636845" y="237940"/>
                  </a:lnTo>
                  <a:lnTo>
                    <a:pt x="600258" y="245078"/>
                  </a:lnTo>
                  <a:close/>
                  <a:moveTo>
                    <a:pt x="641711" y="283214"/>
                  </a:moveTo>
                  <a:lnTo>
                    <a:pt x="600258" y="245078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675619" y="274695"/>
                  </a:lnTo>
                  <a:lnTo>
                    <a:pt x="644434" y="245702"/>
                  </a:lnTo>
                  <a:close/>
                  <a:moveTo>
                    <a:pt x="994949" y="633125"/>
                  </a:moveTo>
                  <a:lnTo>
                    <a:pt x="956945" y="642245"/>
                  </a:lnTo>
                  <a:lnTo>
                    <a:pt x="1010454" y="645944"/>
                  </a:lnTo>
                  <a:close/>
                  <a:moveTo>
                    <a:pt x="1010454" y="645944"/>
                  </a:moveTo>
                  <a:lnTo>
                    <a:pt x="956945" y="642245"/>
                  </a:lnTo>
                  <a:lnTo>
                    <a:pt x="955207" y="660174"/>
                  </a:lnTo>
                  <a:close/>
                  <a:moveTo>
                    <a:pt x="907472" y="605319"/>
                  </a:moveTo>
                  <a:lnTo>
                    <a:pt x="920702" y="639311"/>
                  </a:lnTo>
                  <a:lnTo>
                    <a:pt x="942879" y="603622"/>
                  </a:lnTo>
                  <a:close/>
                  <a:moveTo>
                    <a:pt x="994949" y="633125"/>
                  </a:moveTo>
                  <a:lnTo>
                    <a:pt x="944458" y="619984"/>
                  </a:lnTo>
                  <a:lnTo>
                    <a:pt x="956945" y="642245"/>
                  </a:lnTo>
                  <a:close/>
                  <a:moveTo>
                    <a:pt x="942879" y="603622"/>
                  </a:moveTo>
                  <a:lnTo>
                    <a:pt x="938381" y="597263"/>
                  </a:lnTo>
                  <a:lnTo>
                    <a:pt x="907472" y="605319"/>
                  </a:lnTo>
                  <a:close/>
                  <a:moveTo>
                    <a:pt x="902263" y="520060"/>
                  </a:moveTo>
                  <a:lnTo>
                    <a:pt x="861233" y="531980"/>
                  </a:lnTo>
                  <a:lnTo>
                    <a:pt x="918435" y="551056"/>
                  </a:lnTo>
                  <a:close/>
                  <a:moveTo>
                    <a:pt x="878565" y="494579"/>
                  </a:moveTo>
                  <a:lnTo>
                    <a:pt x="861233" y="531980"/>
                  </a:lnTo>
                  <a:lnTo>
                    <a:pt x="902263" y="520060"/>
                  </a:lnTo>
                  <a:close/>
                  <a:moveTo>
                    <a:pt x="902263" y="520060"/>
                  </a:moveTo>
                  <a:lnTo>
                    <a:pt x="936030" y="519696"/>
                  </a:lnTo>
                  <a:lnTo>
                    <a:pt x="915802" y="491395"/>
                  </a:lnTo>
                  <a:close/>
                  <a:moveTo>
                    <a:pt x="902263" y="520060"/>
                  </a:moveTo>
                  <a:lnTo>
                    <a:pt x="915802" y="491395"/>
                  </a:lnTo>
                  <a:lnTo>
                    <a:pt x="878565" y="494579"/>
                  </a:lnTo>
                  <a:close/>
                  <a:moveTo>
                    <a:pt x="705031" y="311450"/>
                  </a:moveTo>
                  <a:lnTo>
                    <a:pt x="717757" y="348205"/>
                  </a:lnTo>
                  <a:lnTo>
                    <a:pt x="734701" y="331022"/>
                  </a:lnTo>
                  <a:close/>
                  <a:moveTo>
                    <a:pt x="675619" y="274695"/>
                  </a:moveTo>
                  <a:lnTo>
                    <a:pt x="688456" y="285714"/>
                  </a:lnTo>
                  <a:lnTo>
                    <a:pt x="695563" y="266521"/>
                  </a:lnTo>
                  <a:close/>
                  <a:moveTo>
                    <a:pt x="695563" y="266521"/>
                  </a:moveTo>
                  <a:lnTo>
                    <a:pt x="644434" y="245702"/>
                  </a:lnTo>
                  <a:lnTo>
                    <a:pt x="675619" y="274695"/>
                  </a:lnTo>
                  <a:close/>
                  <a:moveTo>
                    <a:pt x="718439" y="220757"/>
                  </a:moveTo>
                  <a:lnTo>
                    <a:pt x="728756" y="215608"/>
                  </a:lnTo>
                  <a:lnTo>
                    <a:pt x="692661" y="224133"/>
                  </a:lnTo>
                  <a:close/>
                  <a:moveTo>
                    <a:pt x="1081384" y="572285"/>
                  </a:moveTo>
                  <a:lnTo>
                    <a:pt x="1040401" y="578516"/>
                  </a:lnTo>
                  <a:lnTo>
                    <a:pt x="1033612" y="607956"/>
                  </a:lnTo>
                  <a:close/>
                  <a:moveTo>
                    <a:pt x="741340" y="240329"/>
                  </a:moveTo>
                  <a:lnTo>
                    <a:pt x="754598" y="216016"/>
                  </a:lnTo>
                  <a:lnTo>
                    <a:pt x="718439" y="220757"/>
                  </a:lnTo>
                  <a:close/>
                  <a:moveTo>
                    <a:pt x="728756" y="215608"/>
                  </a:moveTo>
                  <a:lnTo>
                    <a:pt x="718439" y="220757"/>
                  </a:lnTo>
                  <a:lnTo>
                    <a:pt x="735820" y="216133"/>
                  </a:lnTo>
                  <a:close/>
                  <a:moveTo>
                    <a:pt x="972573" y="338087"/>
                  </a:moveTo>
                  <a:lnTo>
                    <a:pt x="953272" y="371438"/>
                  </a:lnTo>
                  <a:lnTo>
                    <a:pt x="987552" y="370656"/>
                  </a:lnTo>
                  <a:close/>
                  <a:moveTo>
                    <a:pt x="840258" y="186390"/>
                  </a:moveTo>
                  <a:lnTo>
                    <a:pt x="843886" y="204488"/>
                  </a:lnTo>
                  <a:lnTo>
                    <a:pt x="902980" y="206248"/>
                  </a:lnTo>
                  <a:close/>
                  <a:moveTo>
                    <a:pt x="902980" y="206248"/>
                  </a:moveTo>
                  <a:lnTo>
                    <a:pt x="904335" y="205962"/>
                  </a:lnTo>
                  <a:lnTo>
                    <a:pt x="903073" y="204996"/>
                  </a:lnTo>
                  <a:close/>
                  <a:moveTo>
                    <a:pt x="902980" y="206248"/>
                  </a:moveTo>
                  <a:lnTo>
                    <a:pt x="906400" y="217436"/>
                  </a:lnTo>
                  <a:lnTo>
                    <a:pt x="904335" y="205962"/>
                  </a:lnTo>
                  <a:close/>
                  <a:moveTo>
                    <a:pt x="906400" y="217436"/>
                  </a:moveTo>
                  <a:lnTo>
                    <a:pt x="902980" y="206248"/>
                  </a:lnTo>
                  <a:lnTo>
                    <a:pt x="898178" y="205962"/>
                  </a:lnTo>
                  <a:close/>
                  <a:moveTo>
                    <a:pt x="948547" y="196290"/>
                  </a:moveTo>
                  <a:lnTo>
                    <a:pt x="904335" y="205962"/>
                  </a:lnTo>
                  <a:lnTo>
                    <a:pt x="964908" y="215401"/>
                  </a:lnTo>
                  <a:close/>
                  <a:moveTo>
                    <a:pt x="904335" y="205962"/>
                  </a:moveTo>
                  <a:lnTo>
                    <a:pt x="948547" y="196290"/>
                  </a:lnTo>
                  <a:lnTo>
                    <a:pt x="903073" y="204996"/>
                  </a:lnTo>
                  <a:close/>
                  <a:moveTo>
                    <a:pt x="984950" y="193784"/>
                  </a:moveTo>
                  <a:lnTo>
                    <a:pt x="965668" y="189874"/>
                  </a:lnTo>
                  <a:lnTo>
                    <a:pt x="948547" y="196290"/>
                  </a:lnTo>
                  <a:close/>
                  <a:moveTo>
                    <a:pt x="984950" y="193784"/>
                  </a:moveTo>
                  <a:lnTo>
                    <a:pt x="948547" y="196290"/>
                  </a:lnTo>
                  <a:lnTo>
                    <a:pt x="992326" y="193337"/>
                  </a:lnTo>
                  <a:close/>
                  <a:moveTo>
                    <a:pt x="948547" y="196290"/>
                  </a:moveTo>
                  <a:lnTo>
                    <a:pt x="964908" y="215401"/>
                  </a:lnTo>
                  <a:lnTo>
                    <a:pt x="992326" y="193337"/>
                  </a:lnTo>
                  <a:close/>
                  <a:moveTo>
                    <a:pt x="984950" y="193784"/>
                  </a:moveTo>
                  <a:lnTo>
                    <a:pt x="992326" y="193337"/>
                  </a:lnTo>
                  <a:lnTo>
                    <a:pt x="999176" y="188779"/>
                  </a:lnTo>
                  <a:close/>
                  <a:moveTo>
                    <a:pt x="869470" y="107728"/>
                  </a:moveTo>
                  <a:lnTo>
                    <a:pt x="878434" y="112873"/>
                  </a:lnTo>
                  <a:lnTo>
                    <a:pt x="866160" y="119599"/>
                  </a:lnTo>
                  <a:close/>
                  <a:moveTo>
                    <a:pt x="995015" y="10974"/>
                  </a:moveTo>
                  <a:lnTo>
                    <a:pt x="967385" y="24575"/>
                  </a:lnTo>
                  <a:lnTo>
                    <a:pt x="942767" y="36414"/>
                  </a:lnTo>
                  <a:close/>
                  <a:moveTo>
                    <a:pt x="1011753" y="7392"/>
                  </a:moveTo>
                  <a:lnTo>
                    <a:pt x="981464" y="17630"/>
                  </a:lnTo>
                  <a:lnTo>
                    <a:pt x="995015" y="10974"/>
                  </a:lnTo>
                  <a:close/>
                  <a:moveTo>
                    <a:pt x="1030775" y="4629"/>
                  </a:moveTo>
                  <a:lnTo>
                    <a:pt x="1011753" y="7392"/>
                  </a:lnTo>
                  <a:lnTo>
                    <a:pt x="1055525" y="16425"/>
                  </a:lnTo>
                  <a:close/>
                  <a:moveTo>
                    <a:pt x="1055525" y="16425"/>
                  </a:moveTo>
                  <a:lnTo>
                    <a:pt x="1011753" y="7392"/>
                  </a:lnTo>
                  <a:lnTo>
                    <a:pt x="995015" y="10974"/>
                  </a:lnTo>
                  <a:close/>
                  <a:moveTo>
                    <a:pt x="1069788" y="0"/>
                  </a:moveTo>
                  <a:lnTo>
                    <a:pt x="1030775" y="4629"/>
                  </a:lnTo>
                  <a:lnTo>
                    <a:pt x="1090001" y="20750"/>
                  </a:lnTo>
                  <a:close/>
                  <a:moveTo>
                    <a:pt x="1030775" y="4629"/>
                  </a:moveTo>
                  <a:lnTo>
                    <a:pt x="1055525" y="16425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56" name="Input_density__147">
              <a:extLst>
                <a:ext uri="{FF2B5EF4-FFF2-40B4-BE49-F238E27FC236}">
                  <a16:creationId xmlns:a16="http://schemas.microsoft.com/office/drawing/2014/main" id="{5B39A249-F4A6-2C9F-DBC8-F659DBF28AED}"/>
                </a:ext>
              </a:extLst>
            </p:cNvPr>
            <p:cNvSpPr>
              <a:spLocks noGrp="1"/>
            </p:cNvSpPr>
            <p:nvPr/>
          </p:nvSpPr>
          <p:spPr>
            <a:xfrm>
              <a:off x="755812" y="1519094"/>
              <a:ext cx="839998" cy="957112"/>
            </a:xfrm>
            <a:custGeom>
              <a:avLst/>
              <a:gdLst/>
              <a:ahLst/>
              <a:cxnLst/>
              <a:rect l="0" t="0" r="0" b="0"/>
              <a:pathLst>
                <a:path w="839998" h="957112">
                  <a:moveTo>
                    <a:pt x="41559" y="939928"/>
                  </a:moveTo>
                  <a:lnTo>
                    <a:pt x="43054" y="903173"/>
                  </a:lnTo>
                  <a:lnTo>
                    <a:pt x="18686" y="957112"/>
                  </a:lnTo>
                  <a:close/>
                  <a:moveTo>
                    <a:pt x="44183" y="899797"/>
                  </a:moveTo>
                  <a:lnTo>
                    <a:pt x="37429" y="909398"/>
                  </a:lnTo>
                  <a:lnTo>
                    <a:pt x="43054" y="903173"/>
                  </a:lnTo>
                  <a:close/>
                  <a:moveTo>
                    <a:pt x="44183" y="899797"/>
                  </a:moveTo>
                  <a:lnTo>
                    <a:pt x="43054" y="903173"/>
                  </a:lnTo>
                  <a:lnTo>
                    <a:pt x="51671" y="897819"/>
                  </a:lnTo>
                  <a:close/>
                  <a:moveTo>
                    <a:pt x="0" y="666765"/>
                  </a:moveTo>
                  <a:lnTo>
                    <a:pt x="20786" y="672105"/>
                  </a:lnTo>
                  <a:lnTo>
                    <a:pt x="20463" y="648277"/>
                  </a:lnTo>
                  <a:close/>
                  <a:moveTo>
                    <a:pt x="249375" y="760930"/>
                  </a:moveTo>
                  <a:lnTo>
                    <a:pt x="241173" y="724175"/>
                  </a:lnTo>
                  <a:lnTo>
                    <a:pt x="234567" y="767987"/>
                  </a:lnTo>
                  <a:close/>
                  <a:moveTo>
                    <a:pt x="241173" y="724175"/>
                  </a:moveTo>
                  <a:lnTo>
                    <a:pt x="226506" y="729793"/>
                  </a:lnTo>
                  <a:lnTo>
                    <a:pt x="234567" y="767987"/>
                  </a:lnTo>
                  <a:close/>
                  <a:moveTo>
                    <a:pt x="234567" y="767987"/>
                  </a:moveTo>
                  <a:lnTo>
                    <a:pt x="244352" y="765061"/>
                  </a:lnTo>
                  <a:lnTo>
                    <a:pt x="249375" y="760930"/>
                  </a:lnTo>
                  <a:close/>
                  <a:moveTo>
                    <a:pt x="92182" y="578744"/>
                  </a:moveTo>
                  <a:lnTo>
                    <a:pt x="66069" y="594339"/>
                  </a:lnTo>
                  <a:lnTo>
                    <a:pt x="94286" y="577716"/>
                  </a:lnTo>
                  <a:close/>
                  <a:moveTo>
                    <a:pt x="66069" y="594339"/>
                  </a:moveTo>
                  <a:lnTo>
                    <a:pt x="44592" y="612703"/>
                  </a:lnTo>
                  <a:lnTo>
                    <a:pt x="94286" y="577716"/>
                  </a:lnTo>
                  <a:close/>
                  <a:moveTo>
                    <a:pt x="92182" y="578744"/>
                  </a:moveTo>
                  <a:lnTo>
                    <a:pt x="94286" y="577716"/>
                  </a:lnTo>
                  <a:lnTo>
                    <a:pt x="94554" y="577155"/>
                  </a:lnTo>
                  <a:close/>
                  <a:moveTo>
                    <a:pt x="244352" y="765061"/>
                  </a:moveTo>
                  <a:lnTo>
                    <a:pt x="266584" y="751973"/>
                  </a:lnTo>
                  <a:lnTo>
                    <a:pt x="249375" y="760930"/>
                  </a:lnTo>
                  <a:close/>
                  <a:moveTo>
                    <a:pt x="241173" y="724175"/>
                  </a:moveTo>
                  <a:lnTo>
                    <a:pt x="249375" y="760930"/>
                  </a:lnTo>
                  <a:lnTo>
                    <a:pt x="267011" y="743746"/>
                  </a:lnTo>
                  <a:close/>
                  <a:moveTo>
                    <a:pt x="241173" y="724175"/>
                  </a:moveTo>
                  <a:lnTo>
                    <a:pt x="267011" y="743746"/>
                  </a:lnTo>
                  <a:lnTo>
                    <a:pt x="255986" y="706992"/>
                  </a:lnTo>
                  <a:close/>
                  <a:moveTo>
                    <a:pt x="104383" y="389836"/>
                  </a:moveTo>
                  <a:lnTo>
                    <a:pt x="107196" y="359013"/>
                  </a:lnTo>
                  <a:lnTo>
                    <a:pt x="92046" y="376926"/>
                  </a:lnTo>
                  <a:close/>
                  <a:moveTo>
                    <a:pt x="273238" y="405660"/>
                  </a:moveTo>
                  <a:lnTo>
                    <a:pt x="268758" y="443108"/>
                  </a:lnTo>
                  <a:lnTo>
                    <a:pt x="287100" y="398157"/>
                  </a:lnTo>
                  <a:close/>
                  <a:moveTo>
                    <a:pt x="287100" y="398157"/>
                  </a:moveTo>
                  <a:lnTo>
                    <a:pt x="272851" y="452095"/>
                  </a:lnTo>
                  <a:lnTo>
                    <a:pt x="293470" y="434912"/>
                  </a:lnTo>
                  <a:close/>
                  <a:moveTo>
                    <a:pt x="510332" y="601503"/>
                  </a:moveTo>
                  <a:lnTo>
                    <a:pt x="492430" y="604296"/>
                  </a:lnTo>
                  <a:lnTo>
                    <a:pt x="505354" y="636980"/>
                  </a:lnTo>
                  <a:close/>
                  <a:moveTo>
                    <a:pt x="454926" y="607697"/>
                  </a:moveTo>
                  <a:lnTo>
                    <a:pt x="438531" y="581931"/>
                  </a:lnTo>
                  <a:lnTo>
                    <a:pt x="432778" y="586416"/>
                  </a:lnTo>
                  <a:close/>
                  <a:moveTo>
                    <a:pt x="485667" y="565047"/>
                  </a:moveTo>
                  <a:lnTo>
                    <a:pt x="438531" y="581931"/>
                  </a:lnTo>
                  <a:lnTo>
                    <a:pt x="454926" y="607697"/>
                  </a:lnTo>
                  <a:close/>
                  <a:moveTo>
                    <a:pt x="492430" y="604296"/>
                  </a:moveTo>
                  <a:lnTo>
                    <a:pt x="485667" y="565047"/>
                  </a:lnTo>
                  <a:lnTo>
                    <a:pt x="454926" y="607697"/>
                  </a:lnTo>
                  <a:close/>
                  <a:moveTo>
                    <a:pt x="510332" y="601503"/>
                  </a:moveTo>
                  <a:lnTo>
                    <a:pt x="486744" y="564748"/>
                  </a:lnTo>
                  <a:lnTo>
                    <a:pt x="492430" y="604296"/>
                  </a:lnTo>
                  <a:close/>
                  <a:moveTo>
                    <a:pt x="486744" y="564748"/>
                  </a:moveTo>
                  <a:lnTo>
                    <a:pt x="485667" y="565047"/>
                  </a:lnTo>
                  <a:lnTo>
                    <a:pt x="492430" y="604296"/>
                  </a:lnTo>
                  <a:close/>
                  <a:moveTo>
                    <a:pt x="458608" y="558410"/>
                  </a:moveTo>
                  <a:lnTo>
                    <a:pt x="438531" y="581931"/>
                  </a:lnTo>
                  <a:lnTo>
                    <a:pt x="485667" y="565047"/>
                  </a:lnTo>
                  <a:close/>
                  <a:moveTo>
                    <a:pt x="287100" y="398157"/>
                  </a:moveTo>
                  <a:lnTo>
                    <a:pt x="293470" y="434912"/>
                  </a:lnTo>
                  <a:lnTo>
                    <a:pt x="317084" y="417728"/>
                  </a:lnTo>
                  <a:close/>
                  <a:moveTo>
                    <a:pt x="287100" y="398157"/>
                  </a:moveTo>
                  <a:lnTo>
                    <a:pt x="317084" y="417728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287100" y="398157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305981" y="361493"/>
                  </a:lnTo>
                  <a:lnTo>
                    <a:pt x="287100" y="398157"/>
                  </a:lnTo>
                  <a:close/>
                  <a:moveTo>
                    <a:pt x="486744" y="564748"/>
                  </a:moveTo>
                  <a:lnTo>
                    <a:pt x="510332" y="601503"/>
                  </a:lnTo>
                  <a:lnTo>
                    <a:pt x="541427" y="584320"/>
                  </a:lnTo>
                  <a:close/>
                  <a:moveTo>
                    <a:pt x="486744" y="564748"/>
                  </a:moveTo>
                  <a:lnTo>
                    <a:pt x="541427" y="584320"/>
                  </a:lnTo>
                  <a:lnTo>
                    <a:pt x="532004" y="547565"/>
                  </a:lnTo>
                  <a:close/>
                  <a:moveTo>
                    <a:pt x="328028" y="380973"/>
                  </a:moveTo>
                  <a:lnTo>
                    <a:pt x="362220" y="379345"/>
                  </a:lnTo>
                  <a:lnTo>
                    <a:pt x="345050" y="374366"/>
                  </a:lnTo>
                  <a:close/>
                  <a:moveTo>
                    <a:pt x="334153" y="370618"/>
                  </a:moveTo>
                  <a:lnTo>
                    <a:pt x="328028" y="380973"/>
                  </a:lnTo>
                  <a:lnTo>
                    <a:pt x="345050" y="374366"/>
                  </a:lnTo>
                  <a:close/>
                  <a:moveTo>
                    <a:pt x="389873" y="358159"/>
                  </a:moveTo>
                  <a:lnTo>
                    <a:pt x="334153" y="370618"/>
                  </a:lnTo>
                  <a:lnTo>
                    <a:pt x="389018" y="363790"/>
                  </a:lnTo>
                  <a:close/>
                  <a:moveTo>
                    <a:pt x="389018" y="363790"/>
                  </a:moveTo>
                  <a:lnTo>
                    <a:pt x="334153" y="370618"/>
                  </a:lnTo>
                  <a:lnTo>
                    <a:pt x="345050" y="374366"/>
                  </a:lnTo>
                  <a:close/>
                  <a:moveTo>
                    <a:pt x="345050" y="374366"/>
                  </a:moveTo>
                  <a:lnTo>
                    <a:pt x="362220" y="379345"/>
                  </a:lnTo>
                  <a:lnTo>
                    <a:pt x="389018" y="363790"/>
                  </a:lnTo>
                  <a:close/>
                  <a:moveTo>
                    <a:pt x="283111" y="263391"/>
                  </a:moveTo>
                  <a:lnTo>
                    <a:pt x="280081" y="293029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80081" y="293029"/>
                  </a:lnTo>
                  <a:lnTo>
                    <a:pt x="290339" y="307463"/>
                  </a:lnTo>
                  <a:close/>
                  <a:moveTo>
                    <a:pt x="265615" y="270708"/>
                  </a:moveTo>
                  <a:lnTo>
                    <a:pt x="280081" y="293029"/>
                  </a:lnTo>
                  <a:lnTo>
                    <a:pt x="283111" y="263391"/>
                  </a:lnTo>
                  <a:close/>
                  <a:moveTo>
                    <a:pt x="267462" y="245848"/>
                  </a:moveTo>
                  <a:lnTo>
                    <a:pt x="265615" y="270708"/>
                  </a:lnTo>
                  <a:lnTo>
                    <a:pt x="283111" y="263391"/>
                  </a:lnTo>
                  <a:close/>
                  <a:moveTo>
                    <a:pt x="319050" y="217942"/>
                  </a:moveTo>
                  <a:lnTo>
                    <a:pt x="267462" y="245848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67462" y="245848"/>
                  </a:lnTo>
                  <a:lnTo>
                    <a:pt x="283111" y="263391"/>
                  </a:lnTo>
                  <a:close/>
                  <a:moveTo>
                    <a:pt x="685493" y="677402"/>
                  </a:moveTo>
                  <a:lnTo>
                    <a:pt x="695872" y="658575"/>
                  </a:lnTo>
                  <a:lnTo>
                    <a:pt x="688259" y="642938"/>
                  </a:lnTo>
                  <a:close/>
                  <a:moveTo>
                    <a:pt x="688259" y="642938"/>
                  </a:moveTo>
                  <a:lnTo>
                    <a:pt x="697610" y="640646"/>
                  </a:lnTo>
                  <a:lnTo>
                    <a:pt x="685123" y="618386"/>
                  </a:lnTo>
                  <a:close/>
                  <a:moveTo>
                    <a:pt x="673717" y="640646"/>
                  </a:moveTo>
                  <a:lnTo>
                    <a:pt x="688259" y="642938"/>
                  </a:lnTo>
                  <a:lnTo>
                    <a:pt x="685123" y="618386"/>
                  </a:lnTo>
                  <a:close/>
                  <a:moveTo>
                    <a:pt x="688259" y="642938"/>
                  </a:moveTo>
                  <a:lnTo>
                    <a:pt x="695872" y="658575"/>
                  </a:lnTo>
                  <a:lnTo>
                    <a:pt x="697610" y="640646"/>
                  </a:lnTo>
                  <a:close/>
                  <a:moveTo>
                    <a:pt x="579143" y="543230"/>
                  </a:moveTo>
                  <a:lnTo>
                    <a:pt x="591991" y="519333"/>
                  </a:lnTo>
                  <a:lnTo>
                    <a:pt x="560553" y="526367"/>
                  </a:lnTo>
                  <a:close/>
                  <a:moveTo>
                    <a:pt x="579143" y="543230"/>
                  </a:moveTo>
                  <a:lnTo>
                    <a:pt x="553260" y="537183"/>
                  </a:lnTo>
                  <a:lnTo>
                    <a:pt x="596830" y="537423"/>
                  </a:lnTo>
                  <a:close/>
                  <a:moveTo>
                    <a:pt x="591991" y="519333"/>
                  </a:moveTo>
                  <a:lnTo>
                    <a:pt x="579143" y="543230"/>
                  </a:lnTo>
                  <a:lnTo>
                    <a:pt x="601898" y="530382"/>
                  </a:lnTo>
                  <a:close/>
                  <a:moveTo>
                    <a:pt x="579143" y="543230"/>
                  </a:moveTo>
                  <a:lnTo>
                    <a:pt x="596830" y="537423"/>
                  </a:lnTo>
                  <a:lnTo>
                    <a:pt x="601898" y="530382"/>
                  </a:lnTo>
                  <a:close/>
                  <a:moveTo>
                    <a:pt x="389873" y="358159"/>
                  </a:moveTo>
                  <a:lnTo>
                    <a:pt x="389018" y="363790"/>
                  </a:lnTo>
                  <a:lnTo>
                    <a:pt x="392172" y="363144"/>
                  </a:lnTo>
                  <a:close/>
                  <a:moveTo>
                    <a:pt x="392172" y="363144"/>
                  </a:moveTo>
                  <a:lnTo>
                    <a:pt x="393951" y="327035"/>
                  </a:lnTo>
                  <a:lnTo>
                    <a:pt x="389873" y="358159"/>
                  </a:lnTo>
                  <a:close/>
                  <a:moveTo>
                    <a:pt x="307624" y="253525"/>
                  </a:moveTo>
                  <a:lnTo>
                    <a:pt x="339390" y="289473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07624" y="253525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40923" y="243480"/>
                  </a:lnTo>
                  <a:lnTo>
                    <a:pt x="319556" y="216770"/>
                  </a:lnTo>
                  <a:close/>
                  <a:moveTo>
                    <a:pt x="319556" y="216770"/>
                  </a:moveTo>
                  <a:lnTo>
                    <a:pt x="340923" y="243480"/>
                  </a:lnTo>
                  <a:lnTo>
                    <a:pt x="377510" y="236341"/>
                  </a:lnTo>
                  <a:close/>
                  <a:moveTo>
                    <a:pt x="319556" y="216770"/>
                  </a:moveTo>
                  <a:lnTo>
                    <a:pt x="377510" y="236341"/>
                  </a:lnTo>
                  <a:lnTo>
                    <a:pt x="372611" y="199587"/>
                  </a:lnTo>
                  <a:close/>
                  <a:moveTo>
                    <a:pt x="683544" y="602024"/>
                  </a:moveTo>
                  <a:lnTo>
                    <a:pt x="673717" y="640646"/>
                  </a:lnTo>
                  <a:lnTo>
                    <a:pt x="685123" y="618386"/>
                  </a:lnTo>
                  <a:close/>
                  <a:moveTo>
                    <a:pt x="661367" y="637712"/>
                  </a:moveTo>
                  <a:lnTo>
                    <a:pt x="673717" y="640646"/>
                  </a:lnTo>
                  <a:lnTo>
                    <a:pt x="683544" y="602024"/>
                  </a:lnTo>
                  <a:close/>
                  <a:moveTo>
                    <a:pt x="683544" y="602024"/>
                  </a:moveTo>
                  <a:lnTo>
                    <a:pt x="685123" y="618386"/>
                  </a:lnTo>
                  <a:lnTo>
                    <a:pt x="735614" y="631527"/>
                  </a:lnTo>
                  <a:close/>
                  <a:moveTo>
                    <a:pt x="729571" y="591693"/>
                  </a:moveTo>
                  <a:lnTo>
                    <a:pt x="683544" y="602024"/>
                  </a:lnTo>
                  <a:lnTo>
                    <a:pt x="735614" y="631527"/>
                  </a:lnTo>
                  <a:close/>
                  <a:moveTo>
                    <a:pt x="683544" y="602024"/>
                  </a:moveTo>
                  <a:lnTo>
                    <a:pt x="699458" y="567137"/>
                  </a:lnTo>
                  <a:lnTo>
                    <a:pt x="679046" y="595664"/>
                  </a:lnTo>
                  <a:close/>
                  <a:moveTo>
                    <a:pt x="729571" y="591693"/>
                  </a:moveTo>
                  <a:lnTo>
                    <a:pt x="706560" y="565653"/>
                  </a:lnTo>
                  <a:lnTo>
                    <a:pt x="683544" y="602024"/>
                  </a:lnTo>
                  <a:close/>
                  <a:moveTo>
                    <a:pt x="749143" y="586708"/>
                  </a:moveTo>
                  <a:lnTo>
                    <a:pt x="759834" y="552357"/>
                  </a:lnTo>
                  <a:lnTo>
                    <a:pt x="729571" y="591693"/>
                  </a:lnTo>
                  <a:close/>
                  <a:moveTo>
                    <a:pt x="445695" y="309852"/>
                  </a:moveTo>
                  <a:lnTo>
                    <a:pt x="475366" y="329423"/>
                  </a:lnTo>
                  <a:lnTo>
                    <a:pt x="469803" y="292668"/>
                  </a:lnTo>
                  <a:close/>
                  <a:moveTo>
                    <a:pt x="436228" y="264922"/>
                  </a:moveTo>
                  <a:lnTo>
                    <a:pt x="429120" y="284116"/>
                  </a:lnTo>
                  <a:lnTo>
                    <a:pt x="453357" y="255913"/>
                  </a:lnTo>
                  <a:close/>
                  <a:moveTo>
                    <a:pt x="453357" y="255913"/>
                  </a:moveTo>
                  <a:lnTo>
                    <a:pt x="429120" y="284116"/>
                  </a:lnTo>
                  <a:lnTo>
                    <a:pt x="445695" y="309852"/>
                  </a:lnTo>
                  <a:close/>
                  <a:moveTo>
                    <a:pt x="453357" y="255913"/>
                  </a:moveTo>
                  <a:lnTo>
                    <a:pt x="445695" y="309852"/>
                  </a:lnTo>
                  <a:lnTo>
                    <a:pt x="469803" y="292668"/>
                  </a:lnTo>
                  <a:close/>
                  <a:moveTo>
                    <a:pt x="385973" y="233943"/>
                  </a:moveTo>
                  <a:lnTo>
                    <a:pt x="385099" y="244103"/>
                  </a:lnTo>
                  <a:lnTo>
                    <a:pt x="436228" y="264922"/>
                  </a:lnTo>
                  <a:close/>
                  <a:moveTo>
                    <a:pt x="433326" y="222534"/>
                  </a:moveTo>
                  <a:lnTo>
                    <a:pt x="385973" y="233943"/>
                  </a:lnTo>
                  <a:lnTo>
                    <a:pt x="436228" y="264922"/>
                  </a:lnTo>
                  <a:close/>
                  <a:moveTo>
                    <a:pt x="453357" y="255913"/>
                  </a:moveTo>
                  <a:lnTo>
                    <a:pt x="459104" y="219158"/>
                  </a:lnTo>
                  <a:lnTo>
                    <a:pt x="436228" y="264922"/>
                  </a:lnTo>
                  <a:close/>
                  <a:moveTo>
                    <a:pt x="459104" y="219158"/>
                  </a:moveTo>
                  <a:lnTo>
                    <a:pt x="433326" y="222534"/>
                  </a:lnTo>
                  <a:lnTo>
                    <a:pt x="436228" y="264922"/>
                  </a:lnTo>
                  <a:close/>
                  <a:moveTo>
                    <a:pt x="377510" y="236341"/>
                  </a:moveTo>
                  <a:lnTo>
                    <a:pt x="385099" y="244103"/>
                  </a:lnTo>
                  <a:lnTo>
                    <a:pt x="385973" y="233943"/>
                  </a:lnTo>
                  <a:close/>
                  <a:moveTo>
                    <a:pt x="372611" y="199587"/>
                  </a:moveTo>
                  <a:lnTo>
                    <a:pt x="385973" y="233943"/>
                  </a:lnTo>
                  <a:lnTo>
                    <a:pt x="373468" y="199363"/>
                  </a:lnTo>
                  <a:close/>
                  <a:moveTo>
                    <a:pt x="372611" y="199587"/>
                  </a:moveTo>
                  <a:lnTo>
                    <a:pt x="377510" y="236341"/>
                  </a:lnTo>
                  <a:lnTo>
                    <a:pt x="385973" y="233943"/>
                  </a:lnTo>
                  <a:close/>
                  <a:moveTo>
                    <a:pt x="385973" y="233943"/>
                  </a:moveTo>
                  <a:lnTo>
                    <a:pt x="433326" y="222534"/>
                  </a:lnTo>
                  <a:lnTo>
                    <a:pt x="415563" y="192229"/>
                  </a:lnTo>
                  <a:close/>
                  <a:moveTo>
                    <a:pt x="385973" y="233943"/>
                  </a:moveTo>
                  <a:lnTo>
                    <a:pt x="415563" y="192229"/>
                  </a:lnTo>
                  <a:lnTo>
                    <a:pt x="373468" y="199363"/>
                  </a:lnTo>
                  <a:close/>
                  <a:moveTo>
                    <a:pt x="372951" y="198686"/>
                  </a:moveTo>
                  <a:lnTo>
                    <a:pt x="372611" y="199587"/>
                  </a:lnTo>
                  <a:lnTo>
                    <a:pt x="373468" y="199363"/>
                  </a:lnTo>
                  <a:close/>
                  <a:moveTo>
                    <a:pt x="749143" y="586708"/>
                  </a:moveTo>
                  <a:lnTo>
                    <a:pt x="774277" y="606358"/>
                  </a:lnTo>
                  <a:lnTo>
                    <a:pt x="781066" y="576917"/>
                  </a:lnTo>
                  <a:close/>
                  <a:moveTo>
                    <a:pt x="759834" y="552357"/>
                  </a:moveTo>
                  <a:lnTo>
                    <a:pt x="749143" y="586708"/>
                  </a:lnTo>
                  <a:lnTo>
                    <a:pt x="781066" y="576917"/>
                  </a:lnTo>
                  <a:close/>
                  <a:moveTo>
                    <a:pt x="453357" y="255913"/>
                  </a:moveTo>
                  <a:lnTo>
                    <a:pt x="482005" y="238730"/>
                  </a:lnTo>
                  <a:lnTo>
                    <a:pt x="459104" y="219158"/>
                  </a:lnTo>
                  <a:close/>
                  <a:moveTo>
                    <a:pt x="761668" y="174379"/>
                  </a:moveTo>
                  <a:lnTo>
                    <a:pt x="725615" y="192186"/>
                  </a:lnTo>
                  <a:lnTo>
                    <a:pt x="739841" y="187180"/>
                  </a:lnTo>
                  <a:close/>
                  <a:moveTo>
                    <a:pt x="777667" y="176956"/>
                  </a:moveTo>
                  <a:lnTo>
                    <a:pt x="739841" y="187180"/>
                  </a:lnTo>
                  <a:lnTo>
                    <a:pt x="788628" y="178972"/>
                  </a:lnTo>
                  <a:close/>
                  <a:moveTo>
                    <a:pt x="788628" y="178972"/>
                  </a:moveTo>
                  <a:lnTo>
                    <a:pt x="739841" y="187180"/>
                  </a:lnTo>
                  <a:lnTo>
                    <a:pt x="732991" y="191738"/>
                  </a:lnTo>
                  <a:close/>
                  <a:moveTo>
                    <a:pt x="788628" y="178972"/>
                  </a:moveTo>
                  <a:lnTo>
                    <a:pt x="732991" y="191738"/>
                  </a:lnTo>
                  <a:lnTo>
                    <a:pt x="761904" y="203633"/>
                  </a:lnTo>
                  <a:close/>
                  <a:moveTo>
                    <a:pt x="761668" y="174379"/>
                  </a:moveTo>
                  <a:lnTo>
                    <a:pt x="739841" y="187180"/>
                  </a:lnTo>
                  <a:lnTo>
                    <a:pt x="777667" y="176956"/>
                  </a:lnTo>
                  <a:close/>
                  <a:moveTo>
                    <a:pt x="769352" y="150425"/>
                  </a:moveTo>
                  <a:lnTo>
                    <a:pt x="777667" y="176956"/>
                  </a:lnTo>
                  <a:lnTo>
                    <a:pt x="796199" y="169996"/>
                  </a:lnTo>
                  <a:close/>
                  <a:moveTo>
                    <a:pt x="777667" y="176956"/>
                  </a:moveTo>
                  <a:lnTo>
                    <a:pt x="788628" y="178972"/>
                  </a:lnTo>
                  <a:lnTo>
                    <a:pt x="796199" y="169996"/>
                  </a:lnTo>
                  <a:close/>
                  <a:moveTo>
                    <a:pt x="788628" y="178972"/>
                  </a:moveTo>
                  <a:lnTo>
                    <a:pt x="815219" y="182184"/>
                  </a:lnTo>
                  <a:lnTo>
                    <a:pt x="796199" y="169996"/>
                  </a:lnTo>
                  <a:close/>
                  <a:moveTo>
                    <a:pt x="815219" y="182184"/>
                  </a:moveTo>
                  <a:lnTo>
                    <a:pt x="839998" y="152813"/>
                  </a:lnTo>
                  <a:lnTo>
                    <a:pt x="796199" y="169996"/>
                  </a:lnTo>
                  <a:close/>
                  <a:moveTo>
                    <a:pt x="839998" y="152813"/>
                  </a:moveTo>
                  <a:lnTo>
                    <a:pt x="801456" y="133241"/>
                  </a:lnTo>
                  <a:lnTo>
                    <a:pt x="796199" y="169996"/>
                  </a:lnTo>
                  <a:close/>
                  <a:moveTo>
                    <a:pt x="722128" y="16031"/>
                  </a:moveTo>
                  <a:lnTo>
                    <a:pt x="708050" y="22977"/>
                  </a:lnTo>
                  <a:lnTo>
                    <a:pt x="735680" y="9375"/>
                  </a:lnTo>
                  <a:close/>
                  <a:moveTo>
                    <a:pt x="752418" y="5793"/>
                  </a:moveTo>
                  <a:lnTo>
                    <a:pt x="711397" y="14793"/>
                  </a:lnTo>
                  <a:lnTo>
                    <a:pt x="722128" y="16031"/>
                  </a:lnTo>
                  <a:close/>
                  <a:moveTo>
                    <a:pt x="766492" y="0"/>
                  </a:moveTo>
                  <a:lnTo>
                    <a:pt x="752418" y="5793"/>
                  </a:lnTo>
                  <a:lnTo>
                    <a:pt x="771440" y="303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57" name="Input_density__148">
              <a:extLst>
                <a:ext uri="{FF2B5EF4-FFF2-40B4-BE49-F238E27FC236}">
                  <a16:creationId xmlns:a16="http://schemas.microsoft.com/office/drawing/2014/main" id="{1D8E80A8-47F3-A6C1-883D-79498D380064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792041"/>
              <a:ext cx="1115623" cy="783828"/>
            </a:xfrm>
            <a:custGeom>
              <a:avLst/>
              <a:gdLst/>
              <a:ahLst/>
              <a:cxnLst/>
              <a:rect l="0" t="0" r="0" b="0"/>
              <a:pathLst>
                <a:path w="1115623" h="783828">
                  <a:moveTo>
                    <a:pt x="353988" y="783828"/>
                  </a:moveTo>
                  <a:lnTo>
                    <a:pt x="377015" y="763263"/>
                  </a:lnTo>
                  <a:lnTo>
                    <a:pt x="378567" y="760063"/>
                  </a:lnTo>
                  <a:close/>
                  <a:moveTo>
                    <a:pt x="6859" y="355758"/>
                  </a:moveTo>
                  <a:lnTo>
                    <a:pt x="0" y="372942"/>
                  </a:lnTo>
                  <a:lnTo>
                    <a:pt x="30254" y="320902"/>
                  </a:lnTo>
                  <a:close/>
                  <a:moveTo>
                    <a:pt x="353988" y="783828"/>
                  </a:moveTo>
                  <a:lnTo>
                    <a:pt x="378567" y="760063"/>
                  </a:lnTo>
                  <a:lnTo>
                    <a:pt x="405926" y="757232"/>
                  </a:lnTo>
                  <a:close/>
                  <a:moveTo>
                    <a:pt x="9894" y="352802"/>
                  </a:moveTo>
                  <a:lnTo>
                    <a:pt x="6634" y="357165"/>
                  </a:lnTo>
                  <a:lnTo>
                    <a:pt x="6859" y="355758"/>
                  </a:lnTo>
                  <a:close/>
                  <a:moveTo>
                    <a:pt x="284040" y="377718"/>
                  </a:moveTo>
                  <a:lnTo>
                    <a:pt x="283582" y="382322"/>
                  </a:lnTo>
                  <a:lnTo>
                    <a:pt x="288570" y="375194"/>
                  </a:lnTo>
                  <a:close/>
                  <a:moveTo>
                    <a:pt x="288570" y="375194"/>
                  </a:moveTo>
                  <a:lnTo>
                    <a:pt x="298092" y="325778"/>
                  </a:lnTo>
                  <a:lnTo>
                    <a:pt x="284040" y="377718"/>
                  </a:lnTo>
                  <a:close/>
                  <a:moveTo>
                    <a:pt x="303225" y="333780"/>
                  </a:moveTo>
                  <a:lnTo>
                    <a:pt x="292904" y="374743"/>
                  </a:lnTo>
                  <a:lnTo>
                    <a:pt x="284040" y="377718"/>
                  </a:lnTo>
                  <a:close/>
                  <a:moveTo>
                    <a:pt x="298092" y="325778"/>
                  </a:moveTo>
                  <a:lnTo>
                    <a:pt x="288570" y="375194"/>
                  </a:lnTo>
                  <a:lnTo>
                    <a:pt x="310118" y="340963"/>
                  </a:lnTo>
                  <a:close/>
                  <a:moveTo>
                    <a:pt x="575445" y="527126"/>
                  </a:moveTo>
                  <a:lnTo>
                    <a:pt x="564648" y="557744"/>
                  </a:lnTo>
                  <a:lnTo>
                    <a:pt x="555116" y="556466"/>
                  </a:lnTo>
                  <a:close/>
                  <a:moveTo>
                    <a:pt x="374028" y="253140"/>
                  </a:moveTo>
                  <a:lnTo>
                    <a:pt x="377924" y="225559"/>
                  </a:lnTo>
                  <a:lnTo>
                    <a:pt x="363221" y="241103"/>
                  </a:lnTo>
                  <a:close/>
                  <a:moveTo>
                    <a:pt x="746563" y="196701"/>
                  </a:moveTo>
                  <a:lnTo>
                    <a:pt x="777800" y="188916"/>
                  </a:lnTo>
                  <a:lnTo>
                    <a:pt x="799883" y="175272"/>
                  </a:lnTo>
                  <a:close/>
                  <a:moveTo>
                    <a:pt x="836909" y="4926"/>
                  </a:moveTo>
                  <a:lnTo>
                    <a:pt x="793446" y="14959"/>
                  </a:lnTo>
                  <a:lnTo>
                    <a:pt x="838965" y="4399"/>
                  </a:lnTo>
                  <a:close/>
                  <a:moveTo>
                    <a:pt x="838965" y="4399"/>
                  </a:moveTo>
                  <a:lnTo>
                    <a:pt x="793446" y="14959"/>
                  </a:lnTo>
                  <a:lnTo>
                    <a:pt x="783349" y="17245"/>
                  </a:lnTo>
                  <a:close/>
                  <a:moveTo>
                    <a:pt x="836909" y="4926"/>
                  </a:moveTo>
                  <a:lnTo>
                    <a:pt x="840790" y="3557"/>
                  </a:lnTo>
                  <a:lnTo>
                    <a:pt x="863520" y="0"/>
                  </a:lnTo>
                  <a:close/>
                  <a:moveTo>
                    <a:pt x="863520" y="0"/>
                  </a:moveTo>
                  <a:lnTo>
                    <a:pt x="840790" y="3557"/>
                  </a:lnTo>
                  <a:lnTo>
                    <a:pt x="876978" y="21946"/>
                  </a:lnTo>
                  <a:close/>
                  <a:moveTo>
                    <a:pt x="1069813" y="80571"/>
                  </a:moveTo>
                  <a:lnTo>
                    <a:pt x="1081657" y="96489"/>
                  </a:lnTo>
                  <a:lnTo>
                    <a:pt x="1094085" y="67315"/>
                  </a:lnTo>
                  <a:close/>
                  <a:moveTo>
                    <a:pt x="1057666" y="114582"/>
                  </a:moveTo>
                  <a:lnTo>
                    <a:pt x="1081657" y="96489"/>
                  </a:lnTo>
                  <a:lnTo>
                    <a:pt x="1069813" y="80571"/>
                  </a:lnTo>
                  <a:close/>
                  <a:moveTo>
                    <a:pt x="1094085" y="67315"/>
                  </a:moveTo>
                  <a:lnTo>
                    <a:pt x="1081657" y="96489"/>
                  </a:lnTo>
                  <a:lnTo>
                    <a:pt x="1095480" y="80825"/>
                  </a:lnTo>
                  <a:close/>
                  <a:moveTo>
                    <a:pt x="1094085" y="67315"/>
                  </a:moveTo>
                  <a:lnTo>
                    <a:pt x="1101444" y="45892"/>
                  </a:lnTo>
                  <a:lnTo>
                    <a:pt x="1096711" y="56563"/>
                  </a:lnTo>
                  <a:close/>
                  <a:moveTo>
                    <a:pt x="1089492" y="63641"/>
                  </a:moveTo>
                  <a:lnTo>
                    <a:pt x="1094085" y="67315"/>
                  </a:lnTo>
                  <a:lnTo>
                    <a:pt x="1096711" y="56563"/>
                  </a:lnTo>
                  <a:close/>
                  <a:moveTo>
                    <a:pt x="1108140" y="26886"/>
                  </a:moveTo>
                  <a:lnTo>
                    <a:pt x="1115623" y="31064"/>
                  </a:lnTo>
                  <a:lnTo>
                    <a:pt x="1096711" y="5656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58" name="Input_density__149">
              <a:extLst>
                <a:ext uri="{FF2B5EF4-FFF2-40B4-BE49-F238E27FC236}">
                  <a16:creationId xmlns:a16="http://schemas.microsoft.com/office/drawing/2014/main" id="{688F7761-A2E4-8FBD-58C3-E05D29C1DE05}"/>
                </a:ext>
              </a:extLst>
            </p:cNvPr>
            <p:cNvSpPr>
              <a:spLocks noGrp="1"/>
            </p:cNvSpPr>
            <p:nvPr/>
          </p:nvSpPr>
          <p:spPr>
            <a:xfrm>
              <a:off x="1226387" y="2174536"/>
              <a:ext cx="17542" cy="17183"/>
            </a:xfrm>
            <a:custGeom>
              <a:avLst/>
              <a:gdLst/>
              <a:ahLst/>
              <a:cxnLst/>
              <a:rect l="0" t="0" r="0" b="0"/>
              <a:pathLst>
                <a:path w="17542" h="17183">
                  <a:moveTo>
                    <a:pt x="0" y="17183"/>
                  </a:moveTo>
                  <a:lnTo>
                    <a:pt x="17542" y="0"/>
                  </a:lnTo>
                  <a:lnTo>
                    <a:pt x="14832" y="3167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59" name="Input_density__150">
              <a:extLst>
                <a:ext uri="{FF2B5EF4-FFF2-40B4-BE49-F238E27FC236}">
                  <a16:creationId xmlns:a16="http://schemas.microsoft.com/office/drawing/2014/main" id="{F9E8399D-6BBC-EF53-6A23-58A67B418FFD}"/>
                </a:ext>
              </a:extLst>
            </p:cNvPr>
            <p:cNvSpPr>
              <a:spLocks noGrp="1"/>
            </p:cNvSpPr>
            <p:nvPr/>
          </p:nvSpPr>
          <p:spPr>
            <a:xfrm>
              <a:off x="498001" y="1603044"/>
              <a:ext cx="1287253" cy="982856"/>
            </a:xfrm>
            <a:custGeom>
              <a:avLst/>
              <a:gdLst/>
              <a:ahLst/>
              <a:cxnLst/>
              <a:rect l="0" t="0" r="0" b="0"/>
              <a:pathLst>
                <a:path w="1287253" h="982856">
                  <a:moveTo>
                    <a:pt x="0" y="579122"/>
                  </a:moveTo>
                  <a:lnTo>
                    <a:pt x="3951" y="586502"/>
                  </a:lnTo>
                  <a:lnTo>
                    <a:pt x="18199" y="598449"/>
                  </a:lnTo>
                  <a:close/>
                  <a:moveTo>
                    <a:pt x="311305" y="892734"/>
                  </a:moveTo>
                  <a:lnTo>
                    <a:pt x="295374" y="909917"/>
                  </a:lnTo>
                  <a:lnTo>
                    <a:pt x="303359" y="917159"/>
                  </a:lnTo>
                  <a:close/>
                  <a:moveTo>
                    <a:pt x="0" y="579122"/>
                  </a:moveTo>
                  <a:lnTo>
                    <a:pt x="18199" y="598449"/>
                  </a:lnTo>
                  <a:lnTo>
                    <a:pt x="29890" y="598694"/>
                  </a:lnTo>
                  <a:close/>
                  <a:moveTo>
                    <a:pt x="4954" y="561939"/>
                  </a:moveTo>
                  <a:lnTo>
                    <a:pt x="0" y="579122"/>
                  </a:lnTo>
                  <a:lnTo>
                    <a:pt x="29890" y="598694"/>
                  </a:lnTo>
                  <a:close/>
                  <a:moveTo>
                    <a:pt x="465784" y="958294"/>
                  </a:moveTo>
                  <a:lnTo>
                    <a:pt x="502990" y="972825"/>
                  </a:lnTo>
                  <a:lnTo>
                    <a:pt x="522014" y="947744"/>
                  </a:lnTo>
                  <a:close/>
                  <a:moveTo>
                    <a:pt x="335721" y="784857"/>
                  </a:moveTo>
                  <a:lnTo>
                    <a:pt x="317050" y="762971"/>
                  </a:lnTo>
                  <a:lnTo>
                    <a:pt x="334971" y="793149"/>
                  </a:lnTo>
                  <a:close/>
                  <a:moveTo>
                    <a:pt x="607784" y="951449"/>
                  </a:moveTo>
                  <a:lnTo>
                    <a:pt x="598044" y="982856"/>
                  </a:lnTo>
                  <a:lnTo>
                    <a:pt x="616662" y="956258"/>
                  </a:lnTo>
                  <a:close/>
                  <a:moveTo>
                    <a:pt x="522014" y="947744"/>
                  </a:moveTo>
                  <a:lnTo>
                    <a:pt x="541856" y="925721"/>
                  </a:lnTo>
                  <a:lnTo>
                    <a:pt x="485608" y="936205"/>
                  </a:lnTo>
                  <a:close/>
                  <a:moveTo>
                    <a:pt x="541856" y="925721"/>
                  </a:moveTo>
                  <a:lnTo>
                    <a:pt x="522014" y="947744"/>
                  </a:lnTo>
                  <a:lnTo>
                    <a:pt x="578014" y="936332"/>
                  </a:lnTo>
                  <a:close/>
                  <a:moveTo>
                    <a:pt x="438935" y="852298"/>
                  </a:moveTo>
                  <a:lnTo>
                    <a:pt x="435768" y="874437"/>
                  </a:lnTo>
                  <a:lnTo>
                    <a:pt x="454352" y="858367"/>
                  </a:lnTo>
                  <a:close/>
                  <a:moveTo>
                    <a:pt x="425637" y="818362"/>
                  </a:moveTo>
                  <a:lnTo>
                    <a:pt x="454352" y="858367"/>
                  </a:lnTo>
                  <a:lnTo>
                    <a:pt x="435287" y="821612"/>
                  </a:lnTo>
                  <a:close/>
                  <a:moveTo>
                    <a:pt x="438935" y="852298"/>
                  </a:moveTo>
                  <a:lnTo>
                    <a:pt x="454352" y="858367"/>
                  </a:lnTo>
                  <a:lnTo>
                    <a:pt x="425637" y="818362"/>
                  </a:lnTo>
                  <a:close/>
                  <a:moveTo>
                    <a:pt x="425088" y="784857"/>
                  </a:moveTo>
                  <a:lnTo>
                    <a:pt x="425637" y="818362"/>
                  </a:lnTo>
                  <a:lnTo>
                    <a:pt x="435287" y="821612"/>
                  </a:lnTo>
                  <a:close/>
                  <a:moveTo>
                    <a:pt x="473475" y="794632"/>
                  </a:moveTo>
                  <a:lnTo>
                    <a:pt x="425637" y="818362"/>
                  </a:lnTo>
                  <a:lnTo>
                    <a:pt x="425088" y="784857"/>
                  </a:lnTo>
                  <a:close/>
                  <a:moveTo>
                    <a:pt x="437979" y="786495"/>
                  </a:moveTo>
                  <a:lnTo>
                    <a:pt x="425637" y="818362"/>
                  </a:lnTo>
                  <a:lnTo>
                    <a:pt x="473475" y="794632"/>
                  </a:lnTo>
                  <a:close/>
                  <a:moveTo>
                    <a:pt x="351265" y="711347"/>
                  </a:moveTo>
                  <a:lnTo>
                    <a:pt x="337989" y="657409"/>
                  </a:lnTo>
                  <a:lnTo>
                    <a:pt x="325492" y="674592"/>
                  </a:lnTo>
                  <a:close/>
                  <a:moveTo>
                    <a:pt x="281464" y="671248"/>
                  </a:moveTo>
                  <a:lnTo>
                    <a:pt x="315505" y="673945"/>
                  </a:lnTo>
                  <a:lnTo>
                    <a:pt x="335496" y="652482"/>
                  </a:lnTo>
                  <a:close/>
                  <a:moveTo>
                    <a:pt x="607784" y="951449"/>
                  </a:moveTo>
                  <a:lnTo>
                    <a:pt x="616662" y="956258"/>
                  </a:lnTo>
                  <a:lnTo>
                    <a:pt x="618138" y="949204"/>
                  </a:lnTo>
                  <a:close/>
                  <a:moveTo>
                    <a:pt x="618138" y="949204"/>
                  </a:moveTo>
                  <a:lnTo>
                    <a:pt x="578014" y="936332"/>
                  </a:lnTo>
                  <a:lnTo>
                    <a:pt x="607784" y="951449"/>
                  </a:lnTo>
                  <a:close/>
                  <a:moveTo>
                    <a:pt x="657676" y="944148"/>
                  </a:moveTo>
                  <a:lnTo>
                    <a:pt x="616662" y="956258"/>
                  </a:lnTo>
                  <a:lnTo>
                    <a:pt x="652699" y="966416"/>
                  </a:lnTo>
                  <a:close/>
                  <a:moveTo>
                    <a:pt x="657676" y="944148"/>
                  </a:moveTo>
                  <a:lnTo>
                    <a:pt x="618138" y="949204"/>
                  </a:lnTo>
                  <a:lnTo>
                    <a:pt x="616662" y="956258"/>
                  </a:lnTo>
                  <a:close/>
                  <a:moveTo>
                    <a:pt x="578342" y="864974"/>
                  </a:moveTo>
                  <a:lnTo>
                    <a:pt x="579365" y="845178"/>
                  </a:lnTo>
                  <a:lnTo>
                    <a:pt x="549891" y="859555"/>
                  </a:lnTo>
                  <a:close/>
                  <a:moveTo>
                    <a:pt x="599537" y="824000"/>
                  </a:moveTo>
                  <a:lnTo>
                    <a:pt x="579365" y="845178"/>
                  </a:lnTo>
                  <a:lnTo>
                    <a:pt x="604900" y="825725"/>
                  </a:lnTo>
                  <a:close/>
                  <a:moveTo>
                    <a:pt x="604900" y="825725"/>
                  </a:moveTo>
                  <a:lnTo>
                    <a:pt x="579365" y="845178"/>
                  </a:lnTo>
                  <a:lnTo>
                    <a:pt x="578342" y="864974"/>
                  </a:lnTo>
                  <a:close/>
                  <a:moveTo>
                    <a:pt x="473960" y="700237"/>
                  </a:moveTo>
                  <a:lnTo>
                    <a:pt x="450280" y="707911"/>
                  </a:lnTo>
                  <a:lnTo>
                    <a:pt x="444643" y="676980"/>
                  </a:lnTo>
                  <a:close/>
                  <a:moveTo>
                    <a:pt x="591422" y="794049"/>
                  </a:moveTo>
                  <a:lnTo>
                    <a:pt x="599537" y="824000"/>
                  </a:lnTo>
                  <a:lnTo>
                    <a:pt x="606025" y="820279"/>
                  </a:lnTo>
                  <a:close/>
                  <a:moveTo>
                    <a:pt x="591422" y="794049"/>
                  </a:moveTo>
                  <a:lnTo>
                    <a:pt x="606025" y="820279"/>
                  </a:lnTo>
                  <a:lnTo>
                    <a:pt x="624543" y="793304"/>
                  </a:lnTo>
                  <a:close/>
                  <a:moveTo>
                    <a:pt x="606025" y="820279"/>
                  </a:moveTo>
                  <a:lnTo>
                    <a:pt x="654656" y="781315"/>
                  </a:lnTo>
                  <a:lnTo>
                    <a:pt x="624543" y="793304"/>
                  </a:lnTo>
                  <a:close/>
                  <a:moveTo>
                    <a:pt x="335905" y="439267"/>
                  </a:moveTo>
                  <a:lnTo>
                    <a:pt x="342121" y="456447"/>
                  </a:lnTo>
                  <a:lnTo>
                    <a:pt x="368179" y="457685"/>
                  </a:lnTo>
                  <a:close/>
                  <a:moveTo>
                    <a:pt x="629401" y="716311"/>
                  </a:moveTo>
                  <a:lnTo>
                    <a:pt x="658866" y="764192"/>
                  </a:lnTo>
                  <a:lnTo>
                    <a:pt x="629066" y="733307"/>
                  </a:lnTo>
                  <a:close/>
                  <a:moveTo>
                    <a:pt x="635790" y="755864"/>
                  </a:moveTo>
                  <a:lnTo>
                    <a:pt x="658866" y="764192"/>
                  </a:lnTo>
                  <a:lnTo>
                    <a:pt x="629401" y="716311"/>
                  </a:lnTo>
                  <a:close/>
                  <a:moveTo>
                    <a:pt x="579459" y="685078"/>
                  </a:moveTo>
                  <a:lnTo>
                    <a:pt x="607046" y="689738"/>
                  </a:lnTo>
                  <a:lnTo>
                    <a:pt x="600923" y="649969"/>
                  </a:lnTo>
                  <a:close/>
                  <a:moveTo>
                    <a:pt x="579459" y="685078"/>
                  </a:moveTo>
                  <a:lnTo>
                    <a:pt x="600923" y="649969"/>
                  </a:lnTo>
                  <a:lnTo>
                    <a:pt x="573752" y="644970"/>
                  </a:lnTo>
                  <a:close/>
                  <a:moveTo>
                    <a:pt x="368179" y="457685"/>
                  </a:moveTo>
                  <a:lnTo>
                    <a:pt x="389975" y="476022"/>
                  </a:lnTo>
                  <a:lnTo>
                    <a:pt x="390433" y="461918"/>
                  </a:lnTo>
                  <a:close/>
                  <a:moveTo>
                    <a:pt x="349102" y="422084"/>
                  </a:moveTo>
                  <a:lnTo>
                    <a:pt x="320433" y="439267"/>
                  </a:lnTo>
                  <a:lnTo>
                    <a:pt x="319433" y="402512"/>
                  </a:lnTo>
                  <a:close/>
                  <a:moveTo>
                    <a:pt x="451447" y="495594"/>
                  </a:moveTo>
                  <a:lnTo>
                    <a:pt x="447365" y="458839"/>
                  </a:lnTo>
                  <a:lnTo>
                    <a:pt x="457691" y="475362"/>
                  </a:lnTo>
                  <a:close/>
                  <a:moveTo>
                    <a:pt x="477465" y="328509"/>
                  </a:moveTo>
                  <a:lnTo>
                    <a:pt x="467951" y="318831"/>
                  </a:lnTo>
                  <a:lnTo>
                    <a:pt x="454688" y="314207"/>
                  </a:lnTo>
                  <a:close/>
                  <a:moveTo>
                    <a:pt x="454688" y="314207"/>
                  </a:moveTo>
                  <a:lnTo>
                    <a:pt x="490605" y="345161"/>
                  </a:lnTo>
                  <a:lnTo>
                    <a:pt x="477465" y="328509"/>
                  </a:lnTo>
                  <a:close/>
                  <a:moveTo>
                    <a:pt x="911044" y="738083"/>
                  </a:moveTo>
                  <a:lnTo>
                    <a:pt x="910980" y="739416"/>
                  </a:lnTo>
                  <a:lnTo>
                    <a:pt x="913057" y="739721"/>
                  </a:lnTo>
                  <a:close/>
                  <a:moveTo>
                    <a:pt x="950694" y="755861"/>
                  </a:moveTo>
                  <a:lnTo>
                    <a:pt x="913057" y="739721"/>
                  </a:lnTo>
                  <a:lnTo>
                    <a:pt x="910980" y="739416"/>
                  </a:lnTo>
                  <a:close/>
                  <a:moveTo>
                    <a:pt x="932456" y="720900"/>
                  </a:moveTo>
                  <a:lnTo>
                    <a:pt x="911044" y="738083"/>
                  </a:lnTo>
                  <a:lnTo>
                    <a:pt x="913057" y="739721"/>
                  </a:lnTo>
                  <a:close/>
                  <a:moveTo>
                    <a:pt x="913057" y="739721"/>
                  </a:moveTo>
                  <a:lnTo>
                    <a:pt x="950694" y="755861"/>
                  </a:lnTo>
                  <a:lnTo>
                    <a:pt x="969349" y="729405"/>
                  </a:lnTo>
                  <a:close/>
                  <a:moveTo>
                    <a:pt x="969349" y="729405"/>
                  </a:moveTo>
                  <a:lnTo>
                    <a:pt x="950694" y="755861"/>
                  </a:lnTo>
                  <a:lnTo>
                    <a:pt x="1007361" y="746948"/>
                  </a:lnTo>
                  <a:close/>
                  <a:moveTo>
                    <a:pt x="962655" y="634999"/>
                  </a:moveTo>
                  <a:lnTo>
                    <a:pt x="970964" y="639234"/>
                  </a:lnTo>
                  <a:lnTo>
                    <a:pt x="954123" y="630207"/>
                  </a:lnTo>
                  <a:close/>
                  <a:moveTo>
                    <a:pt x="909843" y="606099"/>
                  </a:moveTo>
                  <a:lnTo>
                    <a:pt x="925701" y="637954"/>
                  </a:lnTo>
                  <a:lnTo>
                    <a:pt x="942694" y="629744"/>
                  </a:lnTo>
                  <a:close/>
                  <a:moveTo>
                    <a:pt x="942694" y="629744"/>
                  </a:moveTo>
                  <a:lnTo>
                    <a:pt x="925701" y="637954"/>
                  </a:lnTo>
                  <a:lnTo>
                    <a:pt x="926807" y="647390"/>
                  </a:lnTo>
                  <a:close/>
                  <a:moveTo>
                    <a:pt x="943305" y="593452"/>
                  </a:moveTo>
                  <a:lnTo>
                    <a:pt x="909843" y="606099"/>
                  </a:lnTo>
                  <a:lnTo>
                    <a:pt x="942694" y="629744"/>
                  </a:lnTo>
                  <a:close/>
                  <a:moveTo>
                    <a:pt x="954123" y="630207"/>
                  </a:moveTo>
                  <a:lnTo>
                    <a:pt x="943305" y="593452"/>
                  </a:lnTo>
                  <a:lnTo>
                    <a:pt x="942694" y="629744"/>
                  </a:lnTo>
                  <a:close/>
                  <a:moveTo>
                    <a:pt x="970964" y="639234"/>
                  </a:moveTo>
                  <a:lnTo>
                    <a:pt x="1009716" y="659543"/>
                  </a:lnTo>
                  <a:lnTo>
                    <a:pt x="1030590" y="641380"/>
                  </a:lnTo>
                  <a:close/>
                  <a:moveTo>
                    <a:pt x="991749" y="620737"/>
                  </a:moveTo>
                  <a:lnTo>
                    <a:pt x="970964" y="639234"/>
                  </a:lnTo>
                  <a:lnTo>
                    <a:pt x="1030590" y="641380"/>
                  </a:lnTo>
                  <a:close/>
                  <a:moveTo>
                    <a:pt x="905168" y="519942"/>
                  </a:moveTo>
                  <a:lnTo>
                    <a:pt x="905949" y="519771"/>
                  </a:lnTo>
                  <a:lnTo>
                    <a:pt x="870737" y="513652"/>
                  </a:lnTo>
                  <a:close/>
                  <a:moveTo>
                    <a:pt x="870737" y="513652"/>
                  </a:moveTo>
                  <a:lnTo>
                    <a:pt x="905949" y="519771"/>
                  </a:lnTo>
                  <a:lnTo>
                    <a:pt x="917191" y="466553"/>
                  </a:lnTo>
                  <a:close/>
                  <a:moveTo>
                    <a:pt x="870737" y="513652"/>
                  </a:moveTo>
                  <a:lnTo>
                    <a:pt x="917191" y="466553"/>
                  </a:lnTo>
                  <a:lnTo>
                    <a:pt x="887864" y="481481"/>
                  </a:lnTo>
                  <a:close/>
                  <a:moveTo>
                    <a:pt x="917191" y="466553"/>
                  </a:moveTo>
                  <a:lnTo>
                    <a:pt x="905949" y="519771"/>
                  </a:lnTo>
                  <a:lnTo>
                    <a:pt x="917292" y="466004"/>
                  </a:lnTo>
                  <a:close/>
                  <a:moveTo>
                    <a:pt x="846505" y="451423"/>
                  </a:moveTo>
                  <a:lnTo>
                    <a:pt x="825169" y="441773"/>
                  </a:lnTo>
                  <a:lnTo>
                    <a:pt x="861922" y="429248"/>
                  </a:lnTo>
                  <a:close/>
                  <a:moveTo>
                    <a:pt x="779954" y="409677"/>
                  </a:moveTo>
                  <a:lnTo>
                    <a:pt x="825169" y="441773"/>
                  </a:lnTo>
                  <a:lnTo>
                    <a:pt x="786211" y="401610"/>
                  </a:lnTo>
                  <a:close/>
                  <a:moveTo>
                    <a:pt x="870241" y="415591"/>
                  </a:moveTo>
                  <a:lnTo>
                    <a:pt x="825169" y="441773"/>
                  </a:lnTo>
                  <a:lnTo>
                    <a:pt x="818364" y="442417"/>
                  </a:lnTo>
                  <a:close/>
                  <a:moveTo>
                    <a:pt x="917194" y="465881"/>
                  </a:moveTo>
                  <a:lnTo>
                    <a:pt x="917191" y="466553"/>
                  </a:lnTo>
                  <a:lnTo>
                    <a:pt x="917292" y="466004"/>
                  </a:lnTo>
                  <a:close/>
                  <a:moveTo>
                    <a:pt x="917194" y="465881"/>
                  </a:moveTo>
                  <a:lnTo>
                    <a:pt x="917292" y="466004"/>
                  </a:lnTo>
                  <a:lnTo>
                    <a:pt x="916911" y="465507"/>
                  </a:lnTo>
                  <a:close/>
                  <a:moveTo>
                    <a:pt x="1092186" y="583869"/>
                  </a:moveTo>
                  <a:lnTo>
                    <a:pt x="1122320" y="586459"/>
                  </a:lnTo>
                  <a:lnTo>
                    <a:pt x="1103939" y="556655"/>
                  </a:lnTo>
                  <a:close/>
                  <a:moveTo>
                    <a:pt x="1092186" y="583869"/>
                  </a:moveTo>
                  <a:lnTo>
                    <a:pt x="1103939" y="556655"/>
                  </a:lnTo>
                  <a:lnTo>
                    <a:pt x="1084285" y="545546"/>
                  </a:lnTo>
                  <a:close/>
                  <a:moveTo>
                    <a:pt x="1147366" y="593185"/>
                  </a:moveTo>
                  <a:lnTo>
                    <a:pt x="1122320" y="586459"/>
                  </a:lnTo>
                  <a:lnTo>
                    <a:pt x="1117624" y="621426"/>
                  </a:lnTo>
                  <a:close/>
                  <a:moveTo>
                    <a:pt x="1122320" y="586459"/>
                  </a:moveTo>
                  <a:lnTo>
                    <a:pt x="1147366" y="593185"/>
                  </a:lnTo>
                  <a:lnTo>
                    <a:pt x="1103939" y="556655"/>
                  </a:lnTo>
                  <a:close/>
                  <a:moveTo>
                    <a:pt x="1084285" y="545546"/>
                  </a:moveTo>
                  <a:lnTo>
                    <a:pt x="1103939" y="556655"/>
                  </a:lnTo>
                  <a:lnTo>
                    <a:pt x="1098456" y="549757"/>
                  </a:lnTo>
                  <a:close/>
                  <a:moveTo>
                    <a:pt x="912125" y="284617"/>
                  </a:moveTo>
                  <a:lnTo>
                    <a:pt x="882156" y="288291"/>
                  </a:lnTo>
                  <a:lnTo>
                    <a:pt x="895865" y="321892"/>
                  </a:lnTo>
                  <a:close/>
                  <a:moveTo>
                    <a:pt x="882156" y="288291"/>
                  </a:moveTo>
                  <a:lnTo>
                    <a:pt x="912125" y="284617"/>
                  </a:lnTo>
                  <a:lnTo>
                    <a:pt x="884053" y="274816"/>
                  </a:lnTo>
                  <a:close/>
                  <a:moveTo>
                    <a:pt x="1000143" y="267433"/>
                  </a:moveTo>
                  <a:lnTo>
                    <a:pt x="957154" y="298974"/>
                  </a:lnTo>
                  <a:lnTo>
                    <a:pt x="958451" y="280440"/>
                  </a:lnTo>
                  <a:close/>
                  <a:moveTo>
                    <a:pt x="928839" y="277426"/>
                  </a:moveTo>
                  <a:lnTo>
                    <a:pt x="934985" y="284617"/>
                  </a:lnTo>
                  <a:lnTo>
                    <a:pt x="945764" y="256388"/>
                  </a:lnTo>
                  <a:close/>
                  <a:moveTo>
                    <a:pt x="901456" y="120699"/>
                  </a:moveTo>
                  <a:lnTo>
                    <a:pt x="863201" y="100642"/>
                  </a:lnTo>
                  <a:lnTo>
                    <a:pt x="896654" y="120414"/>
                  </a:lnTo>
                  <a:close/>
                  <a:moveTo>
                    <a:pt x="904877" y="131888"/>
                  </a:moveTo>
                  <a:lnTo>
                    <a:pt x="896654" y="120414"/>
                  </a:lnTo>
                  <a:lnTo>
                    <a:pt x="901659" y="103230"/>
                  </a:lnTo>
                  <a:close/>
                  <a:moveTo>
                    <a:pt x="901550" y="119448"/>
                  </a:moveTo>
                  <a:lnTo>
                    <a:pt x="951357" y="84884"/>
                  </a:lnTo>
                  <a:lnTo>
                    <a:pt x="916524" y="79228"/>
                  </a:lnTo>
                  <a:close/>
                  <a:moveTo>
                    <a:pt x="1172323" y="35931"/>
                  </a:moveTo>
                  <a:lnTo>
                    <a:pt x="1184321" y="8518"/>
                  </a:lnTo>
                  <a:lnTo>
                    <a:pt x="1161478" y="0"/>
                  </a:lnTo>
                  <a:close/>
                  <a:moveTo>
                    <a:pt x="1266945" y="102675"/>
                  </a:moveTo>
                  <a:lnTo>
                    <a:pt x="1279884" y="136903"/>
                  </a:lnTo>
                  <a:lnTo>
                    <a:pt x="1287253" y="144762"/>
                  </a:lnTo>
                  <a:close/>
                  <a:moveTo>
                    <a:pt x="1266945" y="102675"/>
                  </a:moveTo>
                  <a:lnTo>
                    <a:pt x="1272063" y="108007"/>
                  </a:lnTo>
                  <a:lnTo>
                    <a:pt x="1253523" y="8234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60" name="Input_density__151">
              <a:extLst>
                <a:ext uri="{FF2B5EF4-FFF2-40B4-BE49-F238E27FC236}">
                  <a16:creationId xmlns:a16="http://schemas.microsoft.com/office/drawing/2014/main" id="{41CDAE01-D123-2EC1-6666-6F1F5B9AC817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68191"/>
              <a:ext cx="1268468" cy="993147"/>
            </a:xfrm>
            <a:custGeom>
              <a:avLst/>
              <a:gdLst/>
              <a:ahLst/>
              <a:cxnLst/>
              <a:rect l="0" t="0" r="0" b="0"/>
              <a:pathLst>
                <a:path w="1268468" h="993147">
                  <a:moveTo>
                    <a:pt x="312828" y="927587"/>
                  </a:moveTo>
                  <a:lnTo>
                    <a:pt x="304883" y="952013"/>
                  </a:lnTo>
                  <a:lnTo>
                    <a:pt x="327886" y="941808"/>
                  </a:lnTo>
                  <a:close/>
                  <a:moveTo>
                    <a:pt x="278022" y="908015"/>
                  </a:moveTo>
                  <a:lnTo>
                    <a:pt x="296898" y="944770"/>
                  </a:lnTo>
                  <a:lnTo>
                    <a:pt x="312828" y="927587"/>
                  </a:lnTo>
                  <a:close/>
                  <a:moveTo>
                    <a:pt x="0" y="577220"/>
                  </a:moveTo>
                  <a:lnTo>
                    <a:pt x="1524" y="613976"/>
                  </a:lnTo>
                  <a:lnTo>
                    <a:pt x="6478" y="596792"/>
                  </a:lnTo>
                  <a:close/>
                  <a:moveTo>
                    <a:pt x="386907" y="941695"/>
                  </a:moveTo>
                  <a:lnTo>
                    <a:pt x="348276" y="910404"/>
                  </a:lnTo>
                  <a:lnTo>
                    <a:pt x="327886" y="941808"/>
                  </a:lnTo>
                  <a:close/>
                  <a:moveTo>
                    <a:pt x="457976" y="983914"/>
                  </a:moveTo>
                  <a:lnTo>
                    <a:pt x="453663" y="992999"/>
                  </a:lnTo>
                  <a:lnTo>
                    <a:pt x="467308" y="993147"/>
                  </a:lnTo>
                  <a:close/>
                  <a:moveTo>
                    <a:pt x="481780" y="966730"/>
                  </a:moveTo>
                  <a:lnTo>
                    <a:pt x="467308" y="993147"/>
                  </a:lnTo>
                  <a:lnTo>
                    <a:pt x="487132" y="971058"/>
                  </a:lnTo>
                  <a:close/>
                  <a:moveTo>
                    <a:pt x="481780" y="966730"/>
                  </a:moveTo>
                  <a:lnTo>
                    <a:pt x="457976" y="983914"/>
                  </a:lnTo>
                  <a:lnTo>
                    <a:pt x="467308" y="993147"/>
                  </a:lnTo>
                  <a:close/>
                  <a:moveTo>
                    <a:pt x="454464" y="947159"/>
                  </a:moveTo>
                  <a:lnTo>
                    <a:pt x="457976" y="983914"/>
                  </a:lnTo>
                  <a:lnTo>
                    <a:pt x="481780" y="966730"/>
                  </a:lnTo>
                  <a:close/>
                  <a:moveTo>
                    <a:pt x="454464" y="947159"/>
                  </a:moveTo>
                  <a:lnTo>
                    <a:pt x="481780" y="966730"/>
                  </a:lnTo>
                  <a:lnTo>
                    <a:pt x="465225" y="929975"/>
                  </a:lnTo>
                  <a:close/>
                  <a:moveTo>
                    <a:pt x="487132" y="971058"/>
                  </a:moveTo>
                  <a:lnTo>
                    <a:pt x="467308" y="993147"/>
                  </a:lnTo>
                  <a:lnTo>
                    <a:pt x="523538" y="982597"/>
                  </a:lnTo>
                  <a:close/>
                  <a:moveTo>
                    <a:pt x="321857" y="800139"/>
                  </a:moveTo>
                  <a:lnTo>
                    <a:pt x="329245" y="836894"/>
                  </a:lnTo>
                  <a:lnTo>
                    <a:pt x="318573" y="797824"/>
                  </a:lnTo>
                  <a:close/>
                  <a:moveTo>
                    <a:pt x="329245" y="836894"/>
                  </a:moveTo>
                  <a:lnTo>
                    <a:pt x="336494" y="828002"/>
                  </a:lnTo>
                  <a:lnTo>
                    <a:pt x="318573" y="797824"/>
                  </a:lnTo>
                  <a:close/>
                  <a:moveTo>
                    <a:pt x="191745" y="640680"/>
                  </a:moveTo>
                  <a:lnTo>
                    <a:pt x="170289" y="630100"/>
                  </a:lnTo>
                  <a:lnTo>
                    <a:pt x="157205" y="641672"/>
                  </a:lnTo>
                  <a:close/>
                  <a:moveTo>
                    <a:pt x="191745" y="640680"/>
                  </a:moveTo>
                  <a:lnTo>
                    <a:pt x="205568" y="637427"/>
                  </a:lnTo>
                  <a:lnTo>
                    <a:pt x="170289" y="630100"/>
                  </a:lnTo>
                  <a:close/>
                  <a:moveTo>
                    <a:pt x="481780" y="966730"/>
                  </a:moveTo>
                  <a:lnTo>
                    <a:pt x="487132" y="971058"/>
                  </a:lnTo>
                  <a:lnTo>
                    <a:pt x="491666" y="962103"/>
                  </a:lnTo>
                  <a:close/>
                  <a:moveTo>
                    <a:pt x="470452" y="908692"/>
                  </a:moveTo>
                  <a:lnTo>
                    <a:pt x="465225" y="929975"/>
                  </a:lnTo>
                  <a:lnTo>
                    <a:pt x="473708" y="876037"/>
                  </a:lnTo>
                  <a:close/>
                  <a:moveTo>
                    <a:pt x="471849" y="888719"/>
                  </a:moveTo>
                  <a:lnTo>
                    <a:pt x="473708" y="876037"/>
                  </a:lnTo>
                  <a:lnTo>
                    <a:pt x="479613" y="846740"/>
                  </a:lnTo>
                  <a:close/>
                  <a:moveTo>
                    <a:pt x="494202" y="893220"/>
                  </a:moveTo>
                  <a:lnTo>
                    <a:pt x="479613" y="846740"/>
                  </a:lnTo>
                  <a:lnTo>
                    <a:pt x="483497" y="839282"/>
                  </a:lnTo>
                  <a:close/>
                  <a:moveTo>
                    <a:pt x="341944" y="734077"/>
                  </a:moveTo>
                  <a:lnTo>
                    <a:pt x="340453" y="700171"/>
                  </a:lnTo>
                  <a:lnTo>
                    <a:pt x="352789" y="746200"/>
                  </a:lnTo>
                  <a:close/>
                  <a:moveTo>
                    <a:pt x="339513" y="692262"/>
                  </a:moveTo>
                  <a:lnTo>
                    <a:pt x="337020" y="687336"/>
                  </a:lnTo>
                  <a:lnTo>
                    <a:pt x="317028" y="708798"/>
                  </a:lnTo>
                  <a:close/>
                  <a:moveTo>
                    <a:pt x="297376" y="663688"/>
                  </a:moveTo>
                  <a:lnTo>
                    <a:pt x="282988" y="706102"/>
                  </a:lnTo>
                  <a:lnTo>
                    <a:pt x="337020" y="687336"/>
                  </a:lnTo>
                  <a:close/>
                  <a:moveTo>
                    <a:pt x="583098" y="941947"/>
                  </a:moveTo>
                  <a:lnTo>
                    <a:pt x="579537" y="971186"/>
                  </a:lnTo>
                  <a:lnTo>
                    <a:pt x="619661" y="984057"/>
                  </a:lnTo>
                  <a:close/>
                  <a:moveTo>
                    <a:pt x="623154" y="936470"/>
                  </a:moveTo>
                  <a:lnTo>
                    <a:pt x="583098" y="941947"/>
                  </a:lnTo>
                  <a:lnTo>
                    <a:pt x="619661" y="984057"/>
                  </a:lnTo>
                  <a:close/>
                  <a:moveTo>
                    <a:pt x="664383" y="943050"/>
                  </a:moveTo>
                  <a:lnTo>
                    <a:pt x="647914" y="932364"/>
                  </a:lnTo>
                  <a:lnTo>
                    <a:pt x="659200" y="979001"/>
                  </a:lnTo>
                  <a:close/>
                  <a:moveTo>
                    <a:pt x="659200" y="979001"/>
                  </a:moveTo>
                  <a:lnTo>
                    <a:pt x="647914" y="932364"/>
                  </a:lnTo>
                  <a:lnTo>
                    <a:pt x="623154" y="936470"/>
                  </a:lnTo>
                  <a:close/>
                  <a:moveTo>
                    <a:pt x="659200" y="979001"/>
                  </a:moveTo>
                  <a:lnTo>
                    <a:pt x="623154" y="936470"/>
                  </a:lnTo>
                  <a:lnTo>
                    <a:pt x="619661" y="984057"/>
                  </a:lnTo>
                  <a:close/>
                  <a:moveTo>
                    <a:pt x="583098" y="941947"/>
                  </a:moveTo>
                  <a:lnTo>
                    <a:pt x="543379" y="960574"/>
                  </a:lnTo>
                  <a:lnTo>
                    <a:pt x="579537" y="971186"/>
                  </a:lnTo>
                  <a:close/>
                  <a:moveTo>
                    <a:pt x="545418" y="945492"/>
                  </a:moveTo>
                  <a:lnTo>
                    <a:pt x="583098" y="941947"/>
                  </a:lnTo>
                  <a:lnTo>
                    <a:pt x="579866" y="899828"/>
                  </a:lnTo>
                  <a:close/>
                  <a:moveTo>
                    <a:pt x="583098" y="941947"/>
                  </a:moveTo>
                  <a:lnTo>
                    <a:pt x="613276" y="899754"/>
                  </a:lnTo>
                  <a:lnTo>
                    <a:pt x="579866" y="899828"/>
                  </a:lnTo>
                  <a:close/>
                  <a:moveTo>
                    <a:pt x="606423" y="860578"/>
                  </a:moveTo>
                  <a:lnTo>
                    <a:pt x="579866" y="899828"/>
                  </a:lnTo>
                  <a:lnTo>
                    <a:pt x="613276" y="899754"/>
                  </a:lnTo>
                  <a:close/>
                  <a:moveTo>
                    <a:pt x="483497" y="839282"/>
                  </a:moveTo>
                  <a:lnTo>
                    <a:pt x="479613" y="846740"/>
                  </a:lnTo>
                  <a:lnTo>
                    <a:pt x="482351" y="835435"/>
                  </a:lnTo>
                  <a:close/>
                  <a:moveTo>
                    <a:pt x="474998" y="829485"/>
                  </a:moveTo>
                  <a:lnTo>
                    <a:pt x="483497" y="839282"/>
                  </a:lnTo>
                  <a:lnTo>
                    <a:pt x="482351" y="835435"/>
                  </a:lnTo>
                  <a:close/>
                  <a:moveTo>
                    <a:pt x="704760" y="924303"/>
                  </a:moveTo>
                  <a:lnTo>
                    <a:pt x="666073" y="928667"/>
                  </a:lnTo>
                  <a:lnTo>
                    <a:pt x="664383" y="943050"/>
                  </a:lnTo>
                  <a:close/>
                  <a:moveTo>
                    <a:pt x="442073" y="706850"/>
                  </a:moveTo>
                  <a:lnTo>
                    <a:pt x="475483" y="735090"/>
                  </a:lnTo>
                  <a:lnTo>
                    <a:pt x="446167" y="711834"/>
                  </a:lnTo>
                  <a:close/>
                  <a:moveTo>
                    <a:pt x="660389" y="799046"/>
                  </a:moveTo>
                  <a:lnTo>
                    <a:pt x="626066" y="828158"/>
                  </a:lnTo>
                  <a:lnTo>
                    <a:pt x="656179" y="816168"/>
                  </a:lnTo>
                  <a:close/>
                  <a:moveTo>
                    <a:pt x="596818" y="751804"/>
                  </a:moveTo>
                  <a:lnTo>
                    <a:pt x="608570" y="724591"/>
                  </a:lnTo>
                  <a:lnTo>
                    <a:pt x="580983" y="719931"/>
                  </a:lnTo>
                  <a:close/>
                  <a:moveTo>
                    <a:pt x="649809" y="762900"/>
                  </a:moveTo>
                  <a:lnTo>
                    <a:pt x="631415" y="750977"/>
                  </a:lnTo>
                  <a:lnTo>
                    <a:pt x="657894" y="726373"/>
                  </a:lnTo>
                  <a:close/>
                  <a:moveTo>
                    <a:pt x="580983" y="719931"/>
                  </a:moveTo>
                  <a:lnTo>
                    <a:pt x="575276" y="679823"/>
                  </a:lnTo>
                  <a:lnTo>
                    <a:pt x="542222" y="724355"/>
                  </a:lnTo>
                  <a:close/>
                  <a:moveTo>
                    <a:pt x="562246" y="645669"/>
                  </a:moveTo>
                  <a:lnTo>
                    <a:pt x="515321" y="657895"/>
                  </a:lnTo>
                  <a:lnTo>
                    <a:pt x="575276" y="679823"/>
                  </a:lnTo>
                  <a:close/>
                  <a:moveTo>
                    <a:pt x="426377" y="530447"/>
                  </a:moveTo>
                  <a:lnTo>
                    <a:pt x="391957" y="496771"/>
                  </a:lnTo>
                  <a:lnTo>
                    <a:pt x="391499" y="510875"/>
                  </a:lnTo>
                  <a:close/>
                  <a:moveTo>
                    <a:pt x="337428" y="474120"/>
                  </a:moveTo>
                  <a:lnTo>
                    <a:pt x="369703" y="492539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37428" y="474120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54058" y="456937"/>
                  </a:lnTo>
                  <a:lnTo>
                    <a:pt x="348553" y="420182"/>
                  </a:lnTo>
                  <a:close/>
                  <a:moveTo>
                    <a:pt x="322006" y="437365"/>
                  </a:moveTo>
                  <a:lnTo>
                    <a:pt x="348553" y="420182"/>
                  </a:lnTo>
                  <a:lnTo>
                    <a:pt x="320842" y="434433"/>
                  </a:lnTo>
                  <a:close/>
                  <a:moveTo>
                    <a:pt x="631415" y="750977"/>
                  </a:moveTo>
                  <a:lnTo>
                    <a:pt x="671728" y="778096"/>
                  </a:lnTo>
                  <a:lnTo>
                    <a:pt x="631401" y="750777"/>
                  </a:lnTo>
                  <a:close/>
                  <a:moveTo>
                    <a:pt x="473985" y="537073"/>
                  </a:moveTo>
                  <a:lnTo>
                    <a:pt x="452971" y="530447"/>
                  </a:lnTo>
                  <a:lnTo>
                    <a:pt x="455575" y="516885"/>
                  </a:lnTo>
                  <a:close/>
                  <a:moveTo>
                    <a:pt x="318128" y="328078"/>
                  </a:moveTo>
                  <a:lnTo>
                    <a:pt x="330047" y="329489"/>
                  </a:lnTo>
                  <a:lnTo>
                    <a:pt x="333567" y="338164"/>
                  </a:lnTo>
                  <a:close/>
                  <a:moveTo>
                    <a:pt x="282507" y="319472"/>
                  </a:moveTo>
                  <a:lnTo>
                    <a:pt x="308392" y="320043"/>
                  </a:lnTo>
                  <a:lnTo>
                    <a:pt x="318128" y="328078"/>
                  </a:lnTo>
                  <a:close/>
                  <a:moveTo>
                    <a:pt x="478988" y="363362"/>
                  </a:moveTo>
                  <a:lnTo>
                    <a:pt x="515492" y="385815"/>
                  </a:lnTo>
                  <a:lnTo>
                    <a:pt x="469475" y="353685"/>
                  </a:lnTo>
                  <a:close/>
                  <a:moveTo>
                    <a:pt x="515492" y="385815"/>
                  </a:moveTo>
                  <a:lnTo>
                    <a:pt x="517424" y="386538"/>
                  </a:lnTo>
                  <a:lnTo>
                    <a:pt x="469475" y="353685"/>
                  </a:lnTo>
                  <a:close/>
                  <a:moveTo>
                    <a:pt x="518784" y="387574"/>
                  </a:moveTo>
                  <a:lnTo>
                    <a:pt x="517424" y="386538"/>
                  </a:lnTo>
                  <a:lnTo>
                    <a:pt x="515492" y="385815"/>
                  </a:lnTo>
                  <a:close/>
                  <a:moveTo>
                    <a:pt x="440270" y="343177"/>
                  </a:moveTo>
                  <a:lnTo>
                    <a:pt x="413264" y="338416"/>
                  </a:lnTo>
                  <a:lnTo>
                    <a:pt x="381530" y="344343"/>
                  </a:lnTo>
                  <a:close/>
                  <a:moveTo>
                    <a:pt x="447407" y="341493"/>
                  </a:moveTo>
                  <a:lnTo>
                    <a:pt x="456212" y="349060"/>
                  </a:lnTo>
                  <a:lnTo>
                    <a:pt x="469475" y="353685"/>
                  </a:lnTo>
                  <a:close/>
                  <a:moveTo>
                    <a:pt x="440270" y="343177"/>
                  </a:moveTo>
                  <a:lnTo>
                    <a:pt x="456212" y="349060"/>
                  </a:lnTo>
                  <a:lnTo>
                    <a:pt x="447407" y="341493"/>
                  </a:lnTo>
                  <a:close/>
                  <a:moveTo>
                    <a:pt x="413264" y="338416"/>
                  </a:moveTo>
                  <a:lnTo>
                    <a:pt x="440270" y="343177"/>
                  </a:lnTo>
                  <a:lnTo>
                    <a:pt x="447407" y="341493"/>
                  </a:lnTo>
                  <a:close/>
                  <a:moveTo>
                    <a:pt x="687447" y="598060"/>
                  </a:moveTo>
                  <a:lnTo>
                    <a:pt x="718892" y="599584"/>
                  </a:lnTo>
                  <a:lnTo>
                    <a:pt x="714262" y="558601"/>
                  </a:lnTo>
                  <a:close/>
                  <a:moveTo>
                    <a:pt x="764611" y="589162"/>
                  </a:moveTo>
                  <a:lnTo>
                    <a:pt x="764689" y="587884"/>
                  </a:lnTo>
                  <a:lnTo>
                    <a:pt x="718892" y="599584"/>
                  </a:lnTo>
                  <a:close/>
                  <a:moveTo>
                    <a:pt x="718892" y="599584"/>
                  </a:moveTo>
                  <a:lnTo>
                    <a:pt x="764689" y="587884"/>
                  </a:lnTo>
                  <a:lnTo>
                    <a:pt x="751765" y="555199"/>
                  </a:lnTo>
                  <a:close/>
                  <a:moveTo>
                    <a:pt x="672398" y="565548"/>
                  </a:moveTo>
                  <a:lnTo>
                    <a:pt x="660695" y="544427"/>
                  </a:lnTo>
                  <a:lnTo>
                    <a:pt x="645291" y="515749"/>
                  </a:lnTo>
                  <a:close/>
                  <a:moveTo>
                    <a:pt x="492129" y="380015"/>
                  </a:moveTo>
                  <a:lnTo>
                    <a:pt x="543345" y="410212"/>
                  </a:lnTo>
                  <a:lnTo>
                    <a:pt x="515492" y="385815"/>
                  </a:lnTo>
                  <a:close/>
                  <a:moveTo>
                    <a:pt x="515492" y="385815"/>
                  </a:moveTo>
                  <a:lnTo>
                    <a:pt x="543345" y="410212"/>
                  </a:lnTo>
                  <a:lnTo>
                    <a:pt x="518784" y="387574"/>
                  </a:lnTo>
                  <a:close/>
                  <a:moveTo>
                    <a:pt x="492129" y="380015"/>
                  </a:moveTo>
                  <a:lnTo>
                    <a:pt x="515492" y="385815"/>
                  </a:lnTo>
                  <a:lnTo>
                    <a:pt x="478988" y="363362"/>
                  </a:lnTo>
                  <a:close/>
                  <a:moveTo>
                    <a:pt x="576420" y="368632"/>
                  </a:moveTo>
                  <a:lnTo>
                    <a:pt x="573448" y="412827"/>
                  </a:lnTo>
                  <a:lnTo>
                    <a:pt x="575453" y="378668"/>
                  </a:lnTo>
                  <a:close/>
                  <a:moveTo>
                    <a:pt x="933980" y="755753"/>
                  </a:moveTo>
                  <a:lnTo>
                    <a:pt x="914581" y="774574"/>
                  </a:lnTo>
                  <a:lnTo>
                    <a:pt x="935624" y="757043"/>
                  </a:lnTo>
                  <a:close/>
                  <a:moveTo>
                    <a:pt x="881777" y="736182"/>
                  </a:moveTo>
                  <a:lnTo>
                    <a:pt x="912568" y="772937"/>
                  </a:lnTo>
                  <a:lnTo>
                    <a:pt x="933980" y="755753"/>
                  </a:lnTo>
                  <a:close/>
                  <a:moveTo>
                    <a:pt x="935624" y="757043"/>
                  </a:moveTo>
                  <a:lnTo>
                    <a:pt x="914581" y="774574"/>
                  </a:lnTo>
                  <a:lnTo>
                    <a:pt x="970873" y="764258"/>
                  </a:lnTo>
                  <a:close/>
                  <a:moveTo>
                    <a:pt x="783392" y="561602"/>
                  </a:moveTo>
                  <a:lnTo>
                    <a:pt x="800762" y="535224"/>
                  </a:lnTo>
                  <a:lnTo>
                    <a:pt x="769667" y="552407"/>
                  </a:lnTo>
                  <a:close/>
                  <a:moveTo>
                    <a:pt x="1017709" y="742916"/>
                  </a:moveTo>
                  <a:lnTo>
                    <a:pt x="1008885" y="781801"/>
                  </a:lnTo>
                  <a:lnTo>
                    <a:pt x="1046541" y="791311"/>
                  </a:lnTo>
                  <a:close/>
                  <a:moveTo>
                    <a:pt x="933980" y="755753"/>
                  </a:moveTo>
                  <a:lnTo>
                    <a:pt x="935624" y="757043"/>
                  </a:lnTo>
                  <a:lnTo>
                    <a:pt x="936218" y="754990"/>
                  </a:lnTo>
                  <a:close/>
                  <a:moveTo>
                    <a:pt x="974153" y="751238"/>
                  </a:moveTo>
                  <a:lnTo>
                    <a:pt x="935624" y="757043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936218" y="754990"/>
                  </a:lnTo>
                  <a:lnTo>
                    <a:pt x="935624" y="757043"/>
                  </a:lnTo>
                  <a:close/>
                  <a:moveTo>
                    <a:pt x="936218" y="754990"/>
                  </a:moveTo>
                  <a:lnTo>
                    <a:pt x="974153" y="751238"/>
                  </a:lnTo>
                  <a:lnTo>
                    <a:pt x="970423" y="709523"/>
                  </a:lnTo>
                  <a:close/>
                  <a:moveTo>
                    <a:pt x="1017709" y="742916"/>
                  </a:moveTo>
                  <a:lnTo>
                    <a:pt x="970873" y="764258"/>
                  </a:lnTo>
                  <a:lnTo>
                    <a:pt x="1008885" y="781801"/>
                  </a:lnTo>
                  <a:close/>
                  <a:moveTo>
                    <a:pt x="1017709" y="742916"/>
                  </a:moveTo>
                  <a:lnTo>
                    <a:pt x="974153" y="751238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1017709" y="742916"/>
                  </a:lnTo>
                  <a:lnTo>
                    <a:pt x="1011103" y="703539"/>
                  </a:lnTo>
                  <a:close/>
                  <a:moveTo>
                    <a:pt x="1017709" y="742916"/>
                  </a:moveTo>
                  <a:lnTo>
                    <a:pt x="1044715" y="703301"/>
                  </a:lnTo>
                  <a:lnTo>
                    <a:pt x="1011103" y="703539"/>
                  </a:lnTo>
                  <a:close/>
                  <a:moveTo>
                    <a:pt x="970423" y="709523"/>
                  </a:moveTo>
                  <a:lnTo>
                    <a:pt x="952933" y="697182"/>
                  </a:lnTo>
                  <a:lnTo>
                    <a:pt x="928331" y="682243"/>
                  </a:lnTo>
                  <a:close/>
                  <a:moveTo>
                    <a:pt x="906692" y="554795"/>
                  </a:moveTo>
                  <a:lnTo>
                    <a:pt x="872092" y="608733"/>
                  </a:lnTo>
                  <a:lnTo>
                    <a:pt x="910110" y="591550"/>
                  </a:lnTo>
                  <a:close/>
                  <a:moveTo>
                    <a:pt x="804791" y="518040"/>
                  </a:moveTo>
                  <a:lnTo>
                    <a:pt x="822602" y="487419"/>
                  </a:lnTo>
                  <a:lnTo>
                    <a:pt x="791339" y="498468"/>
                  </a:lnTo>
                  <a:close/>
                  <a:moveTo>
                    <a:pt x="781477" y="444530"/>
                  </a:moveTo>
                  <a:lnTo>
                    <a:pt x="812595" y="488087"/>
                  </a:lnTo>
                  <a:lnTo>
                    <a:pt x="819888" y="477271"/>
                  </a:lnTo>
                  <a:close/>
                  <a:moveTo>
                    <a:pt x="791339" y="498468"/>
                  </a:moveTo>
                  <a:lnTo>
                    <a:pt x="812595" y="488087"/>
                  </a:lnTo>
                  <a:lnTo>
                    <a:pt x="781477" y="444530"/>
                  </a:lnTo>
                  <a:close/>
                  <a:moveTo>
                    <a:pt x="764537" y="461714"/>
                  </a:moveTo>
                  <a:lnTo>
                    <a:pt x="791339" y="498468"/>
                  </a:lnTo>
                  <a:lnTo>
                    <a:pt x="781477" y="444530"/>
                  </a:lnTo>
                  <a:close/>
                  <a:moveTo>
                    <a:pt x="982370" y="647877"/>
                  </a:moveTo>
                  <a:lnTo>
                    <a:pt x="955647" y="665060"/>
                  </a:lnTo>
                  <a:lnTo>
                    <a:pt x="972488" y="674087"/>
                  </a:lnTo>
                  <a:close/>
                  <a:moveTo>
                    <a:pt x="906692" y="554795"/>
                  </a:moveTo>
                  <a:lnTo>
                    <a:pt x="920702" y="588616"/>
                  </a:lnTo>
                  <a:lnTo>
                    <a:pt x="907472" y="554624"/>
                  </a:lnTo>
                  <a:close/>
                  <a:moveTo>
                    <a:pt x="906692" y="554795"/>
                  </a:moveTo>
                  <a:lnTo>
                    <a:pt x="910110" y="591550"/>
                  </a:lnTo>
                  <a:lnTo>
                    <a:pt x="920702" y="588616"/>
                  </a:lnTo>
                  <a:close/>
                  <a:moveTo>
                    <a:pt x="902263" y="469365"/>
                  </a:moveTo>
                  <a:lnTo>
                    <a:pt x="918435" y="500361"/>
                  </a:lnTo>
                  <a:lnTo>
                    <a:pt x="918815" y="500857"/>
                  </a:lnTo>
                  <a:close/>
                  <a:moveTo>
                    <a:pt x="819888" y="477271"/>
                  </a:moveTo>
                  <a:lnTo>
                    <a:pt x="826693" y="476626"/>
                  </a:lnTo>
                  <a:lnTo>
                    <a:pt x="781477" y="444530"/>
                  </a:lnTo>
                  <a:close/>
                  <a:moveTo>
                    <a:pt x="871765" y="450444"/>
                  </a:moveTo>
                  <a:lnTo>
                    <a:pt x="819888" y="477271"/>
                  </a:lnTo>
                  <a:lnTo>
                    <a:pt x="851326" y="470236"/>
                  </a:lnTo>
                  <a:close/>
                  <a:moveTo>
                    <a:pt x="683237" y="333000"/>
                  </a:moveTo>
                  <a:lnTo>
                    <a:pt x="720533" y="354951"/>
                  </a:lnTo>
                  <a:lnTo>
                    <a:pt x="686171" y="334265"/>
                  </a:lnTo>
                  <a:close/>
                  <a:moveTo>
                    <a:pt x="743576" y="317082"/>
                  </a:moveTo>
                  <a:lnTo>
                    <a:pt x="731919" y="334265"/>
                  </a:lnTo>
                  <a:lnTo>
                    <a:pt x="747978" y="353837"/>
                  </a:lnTo>
                  <a:close/>
                  <a:moveTo>
                    <a:pt x="717757" y="297510"/>
                  </a:moveTo>
                  <a:lnTo>
                    <a:pt x="731919" y="334265"/>
                  </a:lnTo>
                  <a:lnTo>
                    <a:pt x="743576" y="317082"/>
                  </a:lnTo>
                  <a:close/>
                  <a:moveTo>
                    <a:pt x="918718" y="500735"/>
                  </a:moveTo>
                  <a:lnTo>
                    <a:pt x="889388" y="516334"/>
                  </a:lnTo>
                  <a:lnTo>
                    <a:pt x="918715" y="501407"/>
                  </a:lnTo>
                  <a:close/>
                  <a:moveTo>
                    <a:pt x="918718" y="500735"/>
                  </a:moveTo>
                  <a:lnTo>
                    <a:pt x="888731" y="498025"/>
                  </a:lnTo>
                  <a:lnTo>
                    <a:pt x="889388" y="516334"/>
                  </a:lnTo>
                  <a:close/>
                  <a:moveTo>
                    <a:pt x="888731" y="498025"/>
                  </a:moveTo>
                  <a:lnTo>
                    <a:pt x="918435" y="500361"/>
                  </a:lnTo>
                  <a:lnTo>
                    <a:pt x="882394" y="490185"/>
                  </a:lnTo>
                  <a:close/>
                  <a:moveTo>
                    <a:pt x="888731" y="498025"/>
                  </a:moveTo>
                  <a:lnTo>
                    <a:pt x="918718" y="500735"/>
                  </a:lnTo>
                  <a:lnTo>
                    <a:pt x="918435" y="500361"/>
                  </a:lnTo>
                  <a:close/>
                  <a:moveTo>
                    <a:pt x="1054736" y="578572"/>
                  </a:moveTo>
                  <a:lnTo>
                    <a:pt x="1085809" y="580399"/>
                  </a:lnTo>
                  <a:lnTo>
                    <a:pt x="1064015" y="574722"/>
                  </a:lnTo>
                  <a:close/>
                  <a:moveTo>
                    <a:pt x="1085809" y="580399"/>
                  </a:moveTo>
                  <a:lnTo>
                    <a:pt x="1099979" y="584610"/>
                  </a:lnTo>
                  <a:lnTo>
                    <a:pt x="1064015" y="574722"/>
                  </a:lnTo>
                  <a:close/>
                  <a:moveTo>
                    <a:pt x="958677" y="333827"/>
                  </a:moveTo>
                  <a:lnTo>
                    <a:pt x="953272" y="320743"/>
                  </a:lnTo>
                  <a:lnTo>
                    <a:pt x="936509" y="319470"/>
                  </a:lnTo>
                  <a:close/>
                  <a:moveTo>
                    <a:pt x="913648" y="319470"/>
                  </a:moveTo>
                  <a:lnTo>
                    <a:pt x="930363" y="312279"/>
                  </a:lnTo>
                  <a:lnTo>
                    <a:pt x="885577" y="309669"/>
                  </a:lnTo>
                  <a:close/>
                  <a:moveTo>
                    <a:pt x="959975" y="315294"/>
                  </a:moveTo>
                  <a:lnTo>
                    <a:pt x="951563" y="302287"/>
                  </a:lnTo>
                  <a:lnTo>
                    <a:pt x="947287" y="291242"/>
                  </a:lnTo>
                  <a:close/>
                  <a:moveTo>
                    <a:pt x="947287" y="291242"/>
                  </a:moveTo>
                  <a:lnTo>
                    <a:pt x="951563" y="302287"/>
                  </a:lnTo>
                  <a:lnTo>
                    <a:pt x="940445" y="294026"/>
                  </a:lnTo>
                  <a:close/>
                  <a:moveTo>
                    <a:pt x="940445" y="294026"/>
                  </a:moveTo>
                  <a:lnTo>
                    <a:pt x="930363" y="312279"/>
                  </a:lnTo>
                  <a:lnTo>
                    <a:pt x="947287" y="291242"/>
                  </a:lnTo>
                  <a:close/>
                  <a:moveTo>
                    <a:pt x="964908" y="164706"/>
                  </a:moveTo>
                  <a:lnTo>
                    <a:pt x="906400" y="166741"/>
                  </a:lnTo>
                  <a:lnTo>
                    <a:pt x="929393" y="156497"/>
                  </a:lnTo>
                  <a:close/>
                  <a:moveTo>
                    <a:pt x="1191179" y="146187"/>
                  </a:moveTo>
                  <a:lnTo>
                    <a:pt x="1213350" y="110504"/>
                  </a:lnTo>
                  <a:lnTo>
                    <a:pt x="1183320" y="107829"/>
                  </a:lnTo>
                  <a:close/>
                  <a:moveTo>
                    <a:pt x="1183320" y="107829"/>
                  </a:moveTo>
                  <a:lnTo>
                    <a:pt x="1213350" y="110504"/>
                  </a:lnTo>
                  <a:lnTo>
                    <a:pt x="1201805" y="75143"/>
                  </a:lnTo>
                  <a:close/>
                  <a:moveTo>
                    <a:pt x="1183320" y="107829"/>
                  </a:moveTo>
                  <a:lnTo>
                    <a:pt x="1201805" y="75143"/>
                  </a:lnTo>
                  <a:lnTo>
                    <a:pt x="1173846" y="70784"/>
                  </a:lnTo>
                  <a:close/>
                  <a:moveTo>
                    <a:pt x="1183320" y="107829"/>
                  </a:moveTo>
                  <a:lnTo>
                    <a:pt x="1173846" y="70784"/>
                  </a:lnTo>
                  <a:lnTo>
                    <a:pt x="1174060" y="106105"/>
                  </a:lnTo>
                  <a:close/>
                  <a:moveTo>
                    <a:pt x="1173846" y="70784"/>
                  </a:moveTo>
                  <a:lnTo>
                    <a:pt x="1167201" y="69350"/>
                  </a:lnTo>
                  <a:lnTo>
                    <a:pt x="1174060" y="106105"/>
                  </a:lnTo>
                  <a:close/>
                  <a:moveTo>
                    <a:pt x="1213350" y="110504"/>
                  </a:moveTo>
                  <a:lnTo>
                    <a:pt x="1224161" y="126296"/>
                  </a:lnTo>
                  <a:lnTo>
                    <a:pt x="1255047" y="117198"/>
                  </a:lnTo>
                  <a:close/>
                  <a:moveTo>
                    <a:pt x="1136023" y="45916"/>
                  </a:moveTo>
                  <a:lnTo>
                    <a:pt x="1167201" y="69350"/>
                  </a:lnTo>
                  <a:lnTo>
                    <a:pt x="1128785" y="35583"/>
                  </a:lnTo>
                  <a:close/>
                  <a:moveTo>
                    <a:pt x="1128785" y="35583"/>
                  </a:moveTo>
                  <a:lnTo>
                    <a:pt x="1167201" y="69350"/>
                  </a:lnTo>
                  <a:lnTo>
                    <a:pt x="1173846" y="70784"/>
                  </a:lnTo>
                  <a:close/>
                  <a:moveTo>
                    <a:pt x="1128785" y="35583"/>
                  </a:moveTo>
                  <a:lnTo>
                    <a:pt x="1173846" y="70784"/>
                  </a:lnTo>
                  <a:lnTo>
                    <a:pt x="1163002" y="34853"/>
                  </a:lnTo>
                  <a:close/>
                  <a:moveTo>
                    <a:pt x="1128785" y="35583"/>
                  </a:moveTo>
                  <a:lnTo>
                    <a:pt x="1163002" y="34853"/>
                  </a:lnTo>
                  <a:lnTo>
                    <a:pt x="1150832" y="0"/>
                  </a:lnTo>
                  <a:close/>
                  <a:moveTo>
                    <a:pt x="1233681" y="138722"/>
                  </a:moveTo>
                  <a:lnTo>
                    <a:pt x="1268468" y="137528"/>
                  </a:lnTo>
                  <a:lnTo>
                    <a:pt x="1255047" y="1171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61" name="Input_density__152">
              <a:extLst>
                <a:ext uri="{FF2B5EF4-FFF2-40B4-BE49-F238E27FC236}">
                  <a16:creationId xmlns:a16="http://schemas.microsoft.com/office/drawing/2014/main" id="{A4F25043-E4D8-B04C-773A-BEEB90FD3424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28465"/>
              <a:ext cx="1255047" cy="982776"/>
            </a:xfrm>
            <a:custGeom>
              <a:avLst/>
              <a:gdLst/>
              <a:ahLst/>
              <a:cxnLst/>
              <a:rect l="0" t="0" r="0" b="0"/>
              <a:pathLst>
                <a:path w="1255047" h="982776">
                  <a:moveTo>
                    <a:pt x="278022" y="947742"/>
                  </a:moveTo>
                  <a:lnTo>
                    <a:pt x="312828" y="967313"/>
                  </a:lnTo>
                  <a:lnTo>
                    <a:pt x="300895" y="930558"/>
                  </a:lnTo>
                  <a:close/>
                  <a:moveTo>
                    <a:pt x="0" y="616947"/>
                  </a:moveTo>
                  <a:lnTo>
                    <a:pt x="6478" y="636519"/>
                  </a:lnTo>
                  <a:lnTo>
                    <a:pt x="8435" y="599763"/>
                  </a:lnTo>
                  <a:close/>
                  <a:moveTo>
                    <a:pt x="20680" y="580402"/>
                  </a:moveTo>
                  <a:lnTo>
                    <a:pt x="0" y="616947"/>
                  </a:lnTo>
                  <a:lnTo>
                    <a:pt x="8435" y="599763"/>
                  </a:lnTo>
                  <a:close/>
                  <a:moveTo>
                    <a:pt x="312828" y="967313"/>
                  </a:moveTo>
                  <a:lnTo>
                    <a:pt x="327886" y="981535"/>
                  </a:lnTo>
                  <a:lnTo>
                    <a:pt x="340179" y="954227"/>
                  </a:lnTo>
                  <a:close/>
                  <a:moveTo>
                    <a:pt x="327886" y="981535"/>
                  </a:moveTo>
                  <a:lnTo>
                    <a:pt x="348276" y="950130"/>
                  </a:lnTo>
                  <a:lnTo>
                    <a:pt x="340179" y="954227"/>
                  </a:lnTo>
                  <a:close/>
                  <a:moveTo>
                    <a:pt x="321857" y="839865"/>
                  </a:moveTo>
                  <a:lnTo>
                    <a:pt x="311006" y="888449"/>
                  </a:lnTo>
                  <a:lnTo>
                    <a:pt x="329245" y="876620"/>
                  </a:lnTo>
                  <a:close/>
                  <a:moveTo>
                    <a:pt x="40990" y="560128"/>
                  </a:moveTo>
                  <a:lnTo>
                    <a:pt x="20680" y="580402"/>
                  </a:lnTo>
                  <a:lnTo>
                    <a:pt x="8435" y="599763"/>
                  </a:lnTo>
                  <a:close/>
                  <a:moveTo>
                    <a:pt x="70542" y="546043"/>
                  </a:moveTo>
                  <a:lnTo>
                    <a:pt x="47475" y="563008"/>
                  </a:lnTo>
                  <a:lnTo>
                    <a:pt x="20680" y="580402"/>
                  </a:lnTo>
                  <a:close/>
                  <a:moveTo>
                    <a:pt x="388897" y="896191"/>
                  </a:moveTo>
                  <a:lnTo>
                    <a:pt x="336494" y="867728"/>
                  </a:lnTo>
                  <a:lnTo>
                    <a:pt x="329245" y="876620"/>
                  </a:lnTo>
                  <a:close/>
                  <a:moveTo>
                    <a:pt x="191745" y="680407"/>
                  </a:moveTo>
                  <a:lnTo>
                    <a:pt x="225047" y="680421"/>
                  </a:lnTo>
                  <a:lnTo>
                    <a:pt x="205568" y="677153"/>
                  </a:lnTo>
                  <a:close/>
                  <a:moveTo>
                    <a:pt x="205568" y="677153"/>
                  </a:moveTo>
                  <a:lnTo>
                    <a:pt x="225047" y="680421"/>
                  </a:lnTo>
                  <a:lnTo>
                    <a:pt x="259335" y="657395"/>
                  </a:lnTo>
                  <a:close/>
                  <a:moveTo>
                    <a:pt x="352789" y="785926"/>
                  </a:moveTo>
                  <a:lnTo>
                    <a:pt x="340453" y="739897"/>
                  </a:lnTo>
                  <a:lnTo>
                    <a:pt x="339513" y="731988"/>
                  </a:lnTo>
                  <a:close/>
                  <a:moveTo>
                    <a:pt x="583098" y="981673"/>
                  </a:moveTo>
                  <a:lnTo>
                    <a:pt x="623154" y="976197"/>
                  </a:lnTo>
                  <a:lnTo>
                    <a:pt x="613276" y="939480"/>
                  </a:lnTo>
                  <a:close/>
                  <a:moveTo>
                    <a:pt x="647914" y="972090"/>
                  </a:moveTo>
                  <a:lnTo>
                    <a:pt x="632115" y="935335"/>
                  </a:lnTo>
                  <a:lnTo>
                    <a:pt x="623154" y="976197"/>
                  </a:lnTo>
                  <a:close/>
                  <a:moveTo>
                    <a:pt x="473708" y="915763"/>
                  </a:moveTo>
                  <a:lnTo>
                    <a:pt x="482351" y="875161"/>
                  </a:lnTo>
                  <a:lnTo>
                    <a:pt x="479613" y="886467"/>
                  </a:lnTo>
                  <a:close/>
                  <a:moveTo>
                    <a:pt x="482351" y="875161"/>
                  </a:moveTo>
                  <a:lnTo>
                    <a:pt x="484183" y="861825"/>
                  </a:lnTo>
                  <a:lnTo>
                    <a:pt x="474998" y="869211"/>
                  </a:lnTo>
                  <a:close/>
                  <a:moveTo>
                    <a:pt x="334453" y="690400"/>
                  </a:moveTo>
                  <a:lnTo>
                    <a:pt x="297376" y="703415"/>
                  </a:lnTo>
                  <a:lnTo>
                    <a:pt x="337020" y="727062"/>
                  </a:lnTo>
                  <a:close/>
                  <a:moveTo>
                    <a:pt x="334453" y="690400"/>
                  </a:moveTo>
                  <a:lnTo>
                    <a:pt x="332365" y="647349"/>
                  </a:lnTo>
                  <a:lnTo>
                    <a:pt x="300942" y="690555"/>
                  </a:lnTo>
                  <a:close/>
                  <a:moveTo>
                    <a:pt x="370246" y="678050"/>
                  </a:moveTo>
                  <a:lnTo>
                    <a:pt x="358046" y="641295"/>
                  </a:lnTo>
                  <a:lnTo>
                    <a:pt x="334453" y="690400"/>
                  </a:lnTo>
                  <a:close/>
                  <a:moveTo>
                    <a:pt x="358046" y="641295"/>
                  </a:moveTo>
                  <a:lnTo>
                    <a:pt x="332365" y="647349"/>
                  </a:lnTo>
                  <a:lnTo>
                    <a:pt x="334453" y="690400"/>
                  </a:lnTo>
                  <a:close/>
                  <a:moveTo>
                    <a:pt x="647914" y="972090"/>
                  </a:moveTo>
                  <a:lnTo>
                    <a:pt x="664383" y="982776"/>
                  </a:lnTo>
                  <a:lnTo>
                    <a:pt x="666073" y="968393"/>
                  </a:lnTo>
                  <a:close/>
                  <a:moveTo>
                    <a:pt x="632115" y="935335"/>
                  </a:moveTo>
                  <a:lnTo>
                    <a:pt x="666073" y="968393"/>
                  </a:lnTo>
                  <a:lnTo>
                    <a:pt x="659086" y="929326"/>
                  </a:lnTo>
                  <a:close/>
                  <a:moveTo>
                    <a:pt x="632115" y="935335"/>
                  </a:moveTo>
                  <a:lnTo>
                    <a:pt x="647914" y="972090"/>
                  </a:lnTo>
                  <a:lnTo>
                    <a:pt x="666073" y="968393"/>
                  </a:lnTo>
                  <a:close/>
                  <a:moveTo>
                    <a:pt x="488080" y="781009"/>
                  </a:moveTo>
                  <a:lnTo>
                    <a:pt x="475483" y="774817"/>
                  </a:lnTo>
                  <a:lnTo>
                    <a:pt x="442073" y="746576"/>
                  </a:lnTo>
                  <a:close/>
                  <a:moveTo>
                    <a:pt x="332562" y="604540"/>
                  </a:moveTo>
                  <a:lnTo>
                    <a:pt x="384499" y="632054"/>
                  </a:lnTo>
                  <a:lnTo>
                    <a:pt x="351672" y="589426"/>
                  </a:lnTo>
                  <a:close/>
                  <a:moveTo>
                    <a:pt x="353621" y="568346"/>
                  </a:moveTo>
                  <a:lnTo>
                    <a:pt x="332562" y="604540"/>
                  </a:lnTo>
                  <a:lnTo>
                    <a:pt x="349838" y="582572"/>
                  </a:lnTo>
                  <a:close/>
                  <a:moveTo>
                    <a:pt x="379756" y="569850"/>
                  </a:moveTo>
                  <a:lnTo>
                    <a:pt x="353621" y="568346"/>
                  </a:lnTo>
                  <a:lnTo>
                    <a:pt x="349838" y="582572"/>
                  </a:lnTo>
                  <a:close/>
                  <a:moveTo>
                    <a:pt x="171125" y="339194"/>
                  </a:moveTo>
                  <a:lnTo>
                    <a:pt x="151276" y="347255"/>
                  </a:lnTo>
                  <a:lnTo>
                    <a:pt x="184192" y="336975"/>
                  </a:lnTo>
                  <a:close/>
                  <a:moveTo>
                    <a:pt x="184192" y="336975"/>
                  </a:moveTo>
                  <a:lnTo>
                    <a:pt x="151276" y="347255"/>
                  </a:lnTo>
                  <a:lnTo>
                    <a:pt x="131328" y="360112"/>
                  </a:lnTo>
                  <a:close/>
                  <a:moveTo>
                    <a:pt x="184192" y="336975"/>
                  </a:moveTo>
                  <a:lnTo>
                    <a:pt x="131328" y="360112"/>
                  </a:lnTo>
                  <a:lnTo>
                    <a:pt x="154302" y="349799"/>
                  </a:lnTo>
                  <a:close/>
                  <a:moveTo>
                    <a:pt x="215374" y="328984"/>
                  </a:moveTo>
                  <a:lnTo>
                    <a:pt x="171125" y="339194"/>
                  </a:lnTo>
                  <a:lnTo>
                    <a:pt x="212049" y="330072"/>
                  </a:lnTo>
                  <a:close/>
                  <a:moveTo>
                    <a:pt x="159701" y="341616"/>
                  </a:moveTo>
                  <a:lnTo>
                    <a:pt x="171125" y="339194"/>
                  </a:lnTo>
                  <a:lnTo>
                    <a:pt x="215374" y="328984"/>
                  </a:lnTo>
                  <a:close/>
                  <a:moveTo>
                    <a:pt x="171125" y="339194"/>
                  </a:moveTo>
                  <a:lnTo>
                    <a:pt x="184192" y="336975"/>
                  </a:lnTo>
                  <a:lnTo>
                    <a:pt x="212049" y="330072"/>
                  </a:lnTo>
                  <a:close/>
                  <a:moveTo>
                    <a:pt x="596818" y="791530"/>
                  </a:moveTo>
                  <a:lnTo>
                    <a:pt x="630925" y="790891"/>
                  </a:lnTo>
                  <a:lnTo>
                    <a:pt x="608570" y="764318"/>
                  </a:lnTo>
                  <a:close/>
                  <a:moveTo>
                    <a:pt x="608570" y="764318"/>
                  </a:moveTo>
                  <a:lnTo>
                    <a:pt x="630925" y="790891"/>
                  </a:lnTo>
                  <a:lnTo>
                    <a:pt x="645555" y="761338"/>
                  </a:lnTo>
                  <a:close/>
                  <a:moveTo>
                    <a:pt x="575276" y="719549"/>
                  </a:moveTo>
                  <a:lnTo>
                    <a:pt x="526346" y="734376"/>
                  </a:lnTo>
                  <a:lnTo>
                    <a:pt x="542222" y="764081"/>
                  </a:lnTo>
                  <a:close/>
                  <a:moveTo>
                    <a:pt x="575276" y="719549"/>
                  </a:moveTo>
                  <a:lnTo>
                    <a:pt x="515321" y="697622"/>
                  </a:lnTo>
                  <a:lnTo>
                    <a:pt x="526346" y="734376"/>
                  </a:lnTo>
                  <a:close/>
                  <a:moveTo>
                    <a:pt x="210932" y="351579"/>
                  </a:moveTo>
                  <a:lnTo>
                    <a:pt x="212049" y="330072"/>
                  </a:lnTo>
                  <a:lnTo>
                    <a:pt x="184192" y="336975"/>
                  </a:lnTo>
                  <a:close/>
                  <a:moveTo>
                    <a:pt x="216402" y="329472"/>
                  </a:moveTo>
                  <a:lnTo>
                    <a:pt x="212049" y="3300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16402" y="3294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76049" y="352816"/>
                  </a:lnTo>
                  <a:lnTo>
                    <a:pt x="255941" y="324416"/>
                  </a:lnTo>
                  <a:close/>
                  <a:moveTo>
                    <a:pt x="238085" y="356592"/>
                  </a:moveTo>
                  <a:lnTo>
                    <a:pt x="255941" y="324416"/>
                  </a:lnTo>
                  <a:lnTo>
                    <a:pt x="216402" y="329472"/>
                  </a:lnTo>
                  <a:close/>
                  <a:moveTo>
                    <a:pt x="276049" y="352816"/>
                  </a:moveTo>
                  <a:lnTo>
                    <a:pt x="238085" y="356592"/>
                  </a:lnTo>
                  <a:lnTo>
                    <a:pt x="282507" y="359198"/>
                  </a:lnTo>
                  <a:close/>
                  <a:moveTo>
                    <a:pt x="238085" y="356592"/>
                  </a:moveTo>
                  <a:lnTo>
                    <a:pt x="250842" y="365384"/>
                  </a:lnTo>
                  <a:lnTo>
                    <a:pt x="282507" y="359198"/>
                  </a:lnTo>
                  <a:close/>
                  <a:moveTo>
                    <a:pt x="276049" y="352816"/>
                  </a:moveTo>
                  <a:lnTo>
                    <a:pt x="310671" y="351757"/>
                  </a:lnTo>
                  <a:lnTo>
                    <a:pt x="255941" y="324416"/>
                  </a:lnTo>
                  <a:close/>
                  <a:moveTo>
                    <a:pt x="310671" y="351757"/>
                  </a:moveTo>
                  <a:lnTo>
                    <a:pt x="276049" y="352816"/>
                  </a:lnTo>
                  <a:lnTo>
                    <a:pt x="318128" y="367805"/>
                  </a:lnTo>
                  <a:close/>
                  <a:moveTo>
                    <a:pt x="276049" y="352816"/>
                  </a:moveTo>
                  <a:lnTo>
                    <a:pt x="282507" y="359198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51381" y="367556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63718" y="380466"/>
                  </a:lnTo>
                  <a:lnTo>
                    <a:pt x="351381" y="367556"/>
                  </a:lnTo>
                  <a:close/>
                  <a:moveTo>
                    <a:pt x="363718" y="380466"/>
                  </a:moveTo>
                  <a:lnTo>
                    <a:pt x="333567" y="377890"/>
                  </a:lnTo>
                  <a:lnTo>
                    <a:pt x="381530" y="384070"/>
                  </a:lnTo>
                  <a:close/>
                  <a:moveTo>
                    <a:pt x="363718" y="380466"/>
                  </a:moveTo>
                  <a:lnTo>
                    <a:pt x="381530" y="384070"/>
                  </a:lnTo>
                  <a:lnTo>
                    <a:pt x="413264" y="378142"/>
                  </a:lnTo>
                  <a:close/>
                  <a:moveTo>
                    <a:pt x="716298" y="719581"/>
                  </a:moveTo>
                  <a:lnTo>
                    <a:pt x="724793" y="699229"/>
                  </a:lnTo>
                  <a:lnTo>
                    <a:pt x="684101" y="736765"/>
                  </a:lnTo>
                  <a:close/>
                  <a:moveTo>
                    <a:pt x="724793" y="699229"/>
                  </a:moveTo>
                  <a:lnTo>
                    <a:pt x="716298" y="719581"/>
                  </a:lnTo>
                  <a:lnTo>
                    <a:pt x="739420" y="665643"/>
                  </a:lnTo>
                  <a:close/>
                  <a:moveTo>
                    <a:pt x="687447" y="637786"/>
                  </a:moveTo>
                  <a:lnTo>
                    <a:pt x="714262" y="598327"/>
                  </a:lnTo>
                  <a:lnTo>
                    <a:pt x="672398" y="605274"/>
                  </a:lnTo>
                  <a:close/>
                  <a:moveTo>
                    <a:pt x="718892" y="639310"/>
                  </a:moveTo>
                  <a:lnTo>
                    <a:pt x="751765" y="594926"/>
                  </a:lnTo>
                  <a:lnTo>
                    <a:pt x="714262" y="598327"/>
                  </a:lnTo>
                  <a:close/>
                  <a:moveTo>
                    <a:pt x="639636" y="604820"/>
                  </a:moveTo>
                  <a:lnTo>
                    <a:pt x="672398" y="605274"/>
                  </a:lnTo>
                  <a:lnTo>
                    <a:pt x="645291" y="555476"/>
                  </a:lnTo>
                  <a:close/>
                  <a:moveTo>
                    <a:pt x="881777" y="775908"/>
                  </a:moveTo>
                  <a:lnTo>
                    <a:pt x="933980" y="795480"/>
                  </a:lnTo>
                  <a:lnTo>
                    <a:pt x="909244" y="758725"/>
                  </a:lnTo>
                  <a:close/>
                  <a:moveTo>
                    <a:pt x="888944" y="739153"/>
                  </a:moveTo>
                  <a:lnTo>
                    <a:pt x="881777" y="775908"/>
                  </a:lnTo>
                  <a:lnTo>
                    <a:pt x="909244" y="758725"/>
                  </a:lnTo>
                  <a:close/>
                  <a:moveTo>
                    <a:pt x="764689" y="627610"/>
                  </a:moveTo>
                  <a:lnTo>
                    <a:pt x="783392" y="601328"/>
                  </a:lnTo>
                  <a:lnTo>
                    <a:pt x="769667" y="592133"/>
                  </a:lnTo>
                  <a:close/>
                  <a:moveTo>
                    <a:pt x="909244" y="758725"/>
                  </a:moveTo>
                  <a:lnTo>
                    <a:pt x="936218" y="794716"/>
                  </a:lnTo>
                  <a:lnTo>
                    <a:pt x="937407" y="749002"/>
                  </a:lnTo>
                  <a:close/>
                  <a:moveTo>
                    <a:pt x="909244" y="758725"/>
                  </a:moveTo>
                  <a:lnTo>
                    <a:pt x="933980" y="795480"/>
                  </a:lnTo>
                  <a:lnTo>
                    <a:pt x="936218" y="794716"/>
                  </a:lnTo>
                  <a:close/>
                  <a:moveTo>
                    <a:pt x="936218" y="794716"/>
                  </a:moveTo>
                  <a:lnTo>
                    <a:pt x="970423" y="749249"/>
                  </a:lnTo>
                  <a:lnTo>
                    <a:pt x="937407" y="749002"/>
                  </a:lnTo>
                  <a:close/>
                  <a:moveTo>
                    <a:pt x="974153" y="790964"/>
                  </a:moveTo>
                  <a:lnTo>
                    <a:pt x="1011103" y="743265"/>
                  </a:lnTo>
                  <a:lnTo>
                    <a:pt x="970423" y="749249"/>
                  </a:lnTo>
                  <a:close/>
                  <a:moveTo>
                    <a:pt x="927224" y="712534"/>
                  </a:moveTo>
                  <a:lnTo>
                    <a:pt x="970423" y="749249"/>
                  </a:lnTo>
                  <a:lnTo>
                    <a:pt x="928331" y="721970"/>
                  </a:lnTo>
                  <a:close/>
                  <a:moveTo>
                    <a:pt x="903380" y="685215"/>
                  </a:moveTo>
                  <a:lnTo>
                    <a:pt x="927224" y="712534"/>
                  </a:lnTo>
                  <a:lnTo>
                    <a:pt x="911367" y="680678"/>
                  </a:lnTo>
                  <a:close/>
                  <a:moveTo>
                    <a:pt x="910110" y="631276"/>
                  </a:moveTo>
                  <a:lnTo>
                    <a:pt x="911367" y="680678"/>
                  </a:lnTo>
                  <a:lnTo>
                    <a:pt x="921318" y="647073"/>
                  </a:lnTo>
                  <a:close/>
                  <a:moveTo>
                    <a:pt x="903380" y="685215"/>
                  </a:moveTo>
                  <a:lnTo>
                    <a:pt x="911367" y="680678"/>
                  </a:lnTo>
                  <a:lnTo>
                    <a:pt x="910110" y="631276"/>
                  </a:lnTo>
                  <a:close/>
                  <a:moveTo>
                    <a:pt x="872092" y="648460"/>
                  </a:moveTo>
                  <a:lnTo>
                    <a:pt x="903380" y="685215"/>
                  </a:lnTo>
                  <a:lnTo>
                    <a:pt x="910110" y="631276"/>
                  </a:lnTo>
                  <a:close/>
                  <a:moveTo>
                    <a:pt x="933053" y="631276"/>
                  </a:moveTo>
                  <a:lnTo>
                    <a:pt x="921318" y="647073"/>
                  </a:lnTo>
                  <a:lnTo>
                    <a:pt x="947594" y="633567"/>
                  </a:lnTo>
                  <a:close/>
                  <a:moveTo>
                    <a:pt x="947594" y="633567"/>
                  </a:moveTo>
                  <a:lnTo>
                    <a:pt x="921318" y="647073"/>
                  </a:lnTo>
                  <a:lnTo>
                    <a:pt x="911367" y="680678"/>
                  </a:lnTo>
                  <a:close/>
                  <a:moveTo>
                    <a:pt x="791339" y="538195"/>
                  </a:moveTo>
                  <a:lnTo>
                    <a:pt x="822602" y="527145"/>
                  </a:lnTo>
                  <a:lnTo>
                    <a:pt x="812595" y="527813"/>
                  </a:lnTo>
                  <a:close/>
                  <a:moveTo>
                    <a:pt x="800762" y="574950"/>
                  </a:moveTo>
                  <a:lnTo>
                    <a:pt x="804791" y="557767"/>
                  </a:lnTo>
                  <a:lnTo>
                    <a:pt x="791339" y="538195"/>
                  </a:lnTo>
                  <a:close/>
                  <a:moveTo>
                    <a:pt x="812595" y="527813"/>
                  </a:moveTo>
                  <a:lnTo>
                    <a:pt x="822602" y="527145"/>
                  </a:lnTo>
                  <a:lnTo>
                    <a:pt x="856165" y="528053"/>
                  </a:lnTo>
                  <a:close/>
                  <a:moveTo>
                    <a:pt x="651508" y="353774"/>
                  </a:moveTo>
                  <a:lnTo>
                    <a:pt x="648353" y="354420"/>
                  </a:lnTo>
                  <a:lnTo>
                    <a:pt x="680748" y="370506"/>
                  </a:lnTo>
                  <a:close/>
                  <a:moveTo>
                    <a:pt x="680748" y="370506"/>
                  </a:moveTo>
                  <a:lnTo>
                    <a:pt x="621555" y="369975"/>
                  </a:lnTo>
                  <a:lnTo>
                    <a:pt x="673392" y="373991"/>
                  </a:lnTo>
                  <a:close/>
                  <a:moveTo>
                    <a:pt x="651508" y="353774"/>
                  </a:moveTo>
                  <a:lnTo>
                    <a:pt x="680748" y="370506"/>
                  </a:lnTo>
                  <a:lnTo>
                    <a:pt x="686171" y="373991"/>
                  </a:lnTo>
                  <a:close/>
                  <a:moveTo>
                    <a:pt x="944828" y="668032"/>
                  </a:moveTo>
                  <a:lnTo>
                    <a:pt x="955647" y="704786"/>
                  </a:lnTo>
                  <a:lnTo>
                    <a:pt x="982370" y="687603"/>
                  </a:lnTo>
                  <a:close/>
                  <a:moveTo>
                    <a:pt x="944828" y="668032"/>
                  </a:moveTo>
                  <a:lnTo>
                    <a:pt x="982370" y="687603"/>
                  </a:lnTo>
                  <a:lnTo>
                    <a:pt x="969455" y="650848"/>
                  </a:lnTo>
                  <a:close/>
                  <a:moveTo>
                    <a:pt x="921318" y="647073"/>
                  </a:moveTo>
                  <a:lnTo>
                    <a:pt x="933053" y="631276"/>
                  </a:lnTo>
                  <a:lnTo>
                    <a:pt x="920702" y="628342"/>
                  </a:lnTo>
                  <a:close/>
                  <a:moveTo>
                    <a:pt x="1010454" y="634976"/>
                  </a:moveTo>
                  <a:lnTo>
                    <a:pt x="955207" y="649205"/>
                  </a:lnTo>
                  <a:lnTo>
                    <a:pt x="976758" y="633571"/>
                  </a:lnTo>
                  <a:close/>
                  <a:moveTo>
                    <a:pt x="910110" y="631276"/>
                  </a:moveTo>
                  <a:lnTo>
                    <a:pt x="921318" y="647073"/>
                  </a:lnTo>
                  <a:lnTo>
                    <a:pt x="920702" y="628342"/>
                  </a:lnTo>
                  <a:close/>
                  <a:moveTo>
                    <a:pt x="822602" y="527145"/>
                  </a:moveTo>
                  <a:lnTo>
                    <a:pt x="846402" y="545076"/>
                  </a:lnTo>
                  <a:lnTo>
                    <a:pt x="876629" y="540583"/>
                  </a:lnTo>
                  <a:close/>
                  <a:moveTo>
                    <a:pt x="882394" y="529911"/>
                  </a:moveTo>
                  <a:lnTo>
                    <a:pt x="822602" y="527145"/>
                  </a:lnTo>
                  <a:lnTo>
                    <a:pt x="876629" y="540583"/>
                  </a:lnTo>
                  <a:close/>
                  <a:moveTo>
                    <a:pt x="856165" y="528053"/>
                  </a:moveTo>
                  <a:lnTo>
                    <a:pt x="822602" y="527145"/>
                  </a:lnTo>
                  <a:lnTo>
                    <a:pt x="882394" y="529911"/>
                  </a:lnTo>
                  <a:close/>
                  <a:moveTo>
                    <a:pt x="918435" y="540087"/>
                  </a:moveTo>
                  <a:lnTo>
                    <a:pt x="861233" y="521011"/>
                  </a:lnTo>
                  <a:lnTo>
                    <a:pt x="856165" y="528053"/>
                  </a:lnTo>
                  <a:close/>
                  <a:moveTo>
                    <a:pt x="918435" y="540087"/>
                  </a:moveTo>
                  <a:lnTo>
                    <a:pt x="856165" y="528053"/>
                  </a:lnTo>
                  <a:lnTo>
                    <a:pt x="882394" y="529911"/>
                  </a:lnTo>
                  <a:close/>
                  <a:moveTo>
                    <a:pt x="680748" y="370506"/>
                  </a:moveTo>
                  <a:lnTo>
                    <a:pt x="673392" y="373991"/>
                  </a:lnTo>
                  <a:lnTo>
                    <a:pt x="683237" y="372726"/>
                  </a:lnTo>
                  <a:close/>
                  <a:moveTo>
                    <a:pt x="683237" y="372726"/>
                  </a:moveTo>
                  <a:lnTo>
                    <a:pt x="686171" y="373991"/>
                  </a:lnTo>
                  <a:lnTo>
                    <a:pt x="680748" y="370506"/>
                  </a:lnTo>
                  <a:close/>
                  <a:moveTo>
                    <a:pt x="717757" y="337236"/>
                  </a:moveTo>
                  <a:lnTo>
                    <a:pt x="743576" y="356808"/>
                  </a:lnTo>
                  <a:lnTo>
                    <a:pt x="734701" y="320053"/>
                  </a:lnTo>
                  <a:close/>
                  <a:moveTo>
                    <a:pt x="1031253" y="616535"/>
                  </a:moveTo>
                  <a:lnTo>
                    <a:pt x="976758" y="633571"/>
                  </a:lnTo>
                  <a:lnTo>
                    <a:pt x="997051" y="613233"/>
                  </a:lnTo>
                  <a:close/>
                  <a:moveTo>
                    <a:pt x="1054736" y="618298"/>
                  </a:moveTo>
                  <a:lnTo>
                    <a:pt x="1064015" y="614448"/>
                  </a:lnTo>
                  <a:lnTo>
                    <a:pt x="1031253" y="616535"/>
                  </a:lnTo>
                  <a:close/>
                  <a:moveTo>
                    <a:pt x="741340" y="229360"/>
                  </a:moveTo>
                  <a:lnTo>
                    <a:pt x="750016" y="266115"/>
                  </a:lnTo>
                  <a:lnTo>
                    <a:pt x="768117" y="248931"/>
                  </a:lnTo>
                  <a:close/>
                  <a:moveTo>
                    <a:pt x="749304" y="175421"/>
                  </a:moveTo>
                  <a:lnTo>
                    <a:pt x="755725" y="188982"/>
                  </a:lnTo>
                  <a:lnTo>
                    <a:pt x="741340" y="229360"/>
                  </a:lnTo>
                  <a:close/>
                  <a:moveTo>
                    <a:pt x="943820" y="346372"/>
                  </a:moveTo>
                  <a:lnTo>
                    <a:pt x="930363" y="352005"/>
                  </a:lnTo>
                  <a:lnTo>
                    <a:pt x="913648" y="359196"/>
                  </a:lnTo>
                  <a:close/>
                  <a:moveTo>
                    <a:pt x="936509" y="359196"/>
                  </a:moveTo>
                  <a:lnTo>
                    <a:pt x="930363" y="352005"/>
                  </a:lnTo>
                  <a:lnTo>
                    <a:pt x="958677" y="373553"/>
                  </a:lnTo>
                  <a:close/>
                  <a:moveTo>
                    <a:pt x="958677" y="373553"/>
                  </a:moveTo>
                  <a:lnTo>
                    <a:pt x="930363" y="352005"/>
                  </a:lnTo>
                  <a:lnTo>
                    <a:pt x="943820" y="346372"/>
                  </a:lnTo>
                  <a:close/>
                  <a:moveTo>
                    <a:pt x="951563" y="342013"/>
                  </a:moveTo>
                  <a:lnTo>
                    <a:pt x="959975" y="355020"/>
                  </a:lnTo>
                  <a:lnTo>
                    <a:pt x="958677" y="373553"/>
                  </a:lnTo>
                  <a:close/>
                  <a:moveTo>
                    <a:pt x="943820" y="346372"/>
                  </a:moveTo>
                  <a:lnTo>
                    <a:pt x="951563" y="342013"/>
                  </a:lnTo>
                  <a:lnTo>
                    <a:pt x="958677" y="373553"/>
                  </a:lnTo>
                  <a:close/>
                  <a:moveTo>
                    <a:pt x="885577" y="349395"/>
                  </a:moveTo>
                  <a:lnTo>
                    <a:pt x="930363" y="352005"/>
                  </a:lnTo>
                  <a:lnTo>
                    <a:pt x="940445" y="333753"/>
                  </a:lnTo>
                  <a:close/>
                  <a:moveTo>
                    <a:pt x="788358" y="138854"/>
                  </a:moveTo>
                  <a:lnTo>
                    <a:pt x="766057" y="151685"/>
                  </a:lnTo>
                  <a:lnTo>
                    <a:pt x="749304" y="175421"/>
                  </a:lnTo>
                  <a:close/>
                  <a:moveTo>
                    <a:pt x="964908" y="204432"/>
                  </a:moveTo>
                  <a:lnTo>
                    <a:pt x="904335" y="194993"/>
                  </a:lnTo>
                  <a:lnTo>
                    <a:pt x="906400" y="206467"/>
                  </a:lnTo>
                  <a:close/>
                  <a:moveTo>
                    <a:pt x="820110" y="132994"/>
                  </a:moveTo>
                  <a:lnTo>
                    <a:pt x="788358" y="138854"/>
                  </a:lnTo>
                  <a:lnTo>
                    <a:pt x="842939" y="122141"/>
                  </a:lnTo>
                  <a:close/>
                  <a:moveTo>
                    <a:pt x="842939" y="122141"/>
                  </a:moveTo>
                  <a:lnTo>
                    <a:pt x="864674" y="104300"/>
                  </a:lnTo>
                  <a:lnTo>
                    <a:pt x="866160" y="108630"/>
                  </a:lnTo>
                  <a:close/>
                  <a:moveTo>
                    <a:pt x="869470" y="96760"/>
                  </a:moveTo>
                  <a:lnTo>
                    <a:pt x="866160" y="108630"/>
                  </a:lnTo>
                  <a:lnTo>
                    <a:pt x="864674" y="104300"/>
                  </a:lnTo>
                  <a:close/>
                  <a:moveTo>
                    <a:pt x="1021239" y="194263"/>
                  </a:moveTo>
                  <a:lnTo>
                    <a:pt x="992326" y="182368"/>
                  </a:lnTo>
                  <a:lnTo>
                    <a:pt x="964908" y="204432"/>
                  </a:lnTo>
                  <a:close/>
                  <a:moveTo>
                    <a:pt x="869470" y="96760"/>
                  </a:moveTo>
                  <a:lnTo>
                    <a:pt x="888210" y="90704"/>
                  </a:lnTo>
                  <a:lnTo>
                    <a:pt x="885842" y="67545"/>
                  </a:lnTo>
                  <a:close/>
                  <a:moveTo>
                    <a:pt x="885842" y="67545"/>
                  </a:moveTo>
                  <a:lnTo>
                    <a:pt x="888210" y="90704"/>
                  </a:lnTo>
                  <a:lnTo>
                    <a:pt x="893379" y="87116"/>
                  </a:lnTo>
                  <a:close/>
                  <a:moveTo>
                    <a:pt x="885842" y="67545"/>
                  </a:moveTo>
                  <a:lnTo>
                    <a:pt x="893379" y="87116"/>
                  </a:lnTo>
                  <a:lnTo>
                    <a:pt x="891164" y="50362"/>
                  </a:lnTo>
                  <a:close/>
                  <a:moveTo>
                    <a:pt x="1074555" y="172814"/>
                  </a:moveTo>
                  <a:lnTo>
                    <a:pt x="1047963" y="169602"/>
                  </a:lnTo>
                  <a:lnTo>
                    <a:pt x="1021239" y="194263"/>
                  </a:lnTo>
                  <a:close/>
                  <a:moveTo>
                    <a:pt x="962274" y="2169"/>
                  </a:moveTo>
                  <a:lnTo>
                    <a:pt x="908981" y="23700"/>
                  </a:lnTo>
                  <a:lnTo>
                    <a:pt x="933561" y="19393"/>
                  </a:lnTo>
                  <a:close/>
                  <a:moveTo>
                    <a:pt x="1020746" y="0"/>
                  </a:moveTo>
                  <a:lnTo>
                    <a:pt x="995015" y="5"/>
                  </a:lnTo>
                  <a:lnTo>
                    <a:pt x="962274" y="2169"/>
                  </a:lnTo>
                  <a:close/>
                  <a:moveTo>
                    <a:pt x="1020746" y="0"/>
                  </a:moveTo>
                  <a:lnTo>
                    <a:pt x="962274" y="2169"/>
                  </a:lnTo>
                  <a:lnTo>
                    <a:pt x="990573" y="11764"/>
                  </a:lnTo>
                  <a:close/>
                  <a:moveTo>
                    <a:pt x="1055525" y="5456"/>
                  </a:moveTo>
                  <a:lnTo>
                    <a:pt x="995015" y="5"/>
                  </a:lnTo>
                  <a:lnTo>
                    <a:pt x="1020746" y="0"/>
                  </a:lnTo>
                  <a:close/>
                  <a:moveTo>
                    <a:pt x="1213024" y="182586"/>
                  </a:moveTo>
                  <a:lnTo>
                    <a:pt x="1224161" y="166022"/>
                  </a:lnTo>
                  <a:lnTo>
                    <a:pt x="1191179" y="185913"/>
                  </a:lnTo>
                  <a:close/>
                  <a:moveTo>
                    <a:pt x="1191179" y="185913"/>
                  </a:moveTo>
                  <a:lnTo>
                    <a:pt x="1224161" y="166022"/>
                  </a:lnTo>
                  <a:lnTo>
                    <a:pt x="1213350" y="150230"/>
                  </a:lnTo>
                  <a:close/>
                  <a:moveTo>
                    <a:pt x="1090321" y="79491"/>
                  </a:moveTo>
                  <a:lnTo>
                    <a:pt x="1128785" y="75309"/>
                  </a:lnTo>
                  <a:lnTo>
                    <a:pt x="1116945" y="40188"/>
                  </a:lnTo>
                  <a:close/>
                  <a:moveTo>
                    <a:pt x="1090321" y="79491"/>
                  </a:moveTo>
                  <a:lnTo>
                    <a:pt x="1116945" y="40188"/>
                  </a:lnTo>
                  <a:lnTo>
                    <a:pt x="1082799" y="40860"/>
                  </a:lnTo>
                  <a:close/>
                  <a:moveTo>
                    <a:pt x="1128785" y="75309"/>
                  </a:moveTo>
                  <a:lnTo>
                    <a:pt x="1150832" y="39726"/>
                  </a:lnTo>
                  <a:lnTo>
                    <a:pt x="1116945" y="40188"/>
                  </a:lnTo>
                  <a:close/>
                  <a:moveTo>
                    <a:pt x="1047774" y="42246"/>
                  </a:moveTo>
                  <a:lnTo>
                    <a:pt x="1082799" y="40860"/>
                  </a:lnTo>
                  <a:lnTo>
                    <a:pt x="1063262" y="11996"/>
                  </a:lnTo>
                  <a:close/>
                  <a:moveTo>
                    <a:pt x="1047774" y="42246"/>
                  </a:moveTo>
                  <a:lnTo>
                    <a:pt x="1063262" y="11996"/>
                  </a:lnTo>
                  <a:lnTo>
                    <a:pt x="1032924" y="9572"/>
                  </a:lnTo>
                  <a:close/>
                  <a:moveTo>
                    <a:pt x="1082799" y="40860"/>
                  </a:moveTo>
                  <a:lnTo>
                    <a:pt x="1116945" y="40188"/>
                  </a:lnTo>
                  <a:lnTo>
                    <a:pt x="1094669" y="13550"/>
                  </a:lnTo>
                  <a:close/>
                  <a:moveTo>
                    <a:pt x="1082799" y="40860"/>
                  </a:moveTo>
                  <a:lnTo>
                    <a:pt x="1094669" y="13550"/>
                  </a:lnTo>
                  <a:lnTo>
                    <a:pt x="1063262" y="11996"/>
                  </a:lnTo>
                  <a:close/>
                  <a:moveTo>
                    <a:pt x="993409" y="14609"/>
                  </a:moveTo>
                  <a:lnTo>
                    <a:pt x="1032924" y="9572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55525" y="5456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63262" y="11996"/>
                  </a:lnTo>
                  <a:lnTo>
                    <a:pt x="1055525" y="5456"/>
                  </a:lnTo>
                  <a:close/>
                  <a:moveTo>
                    <a:pt x="1233681" y="178448"/>
                  </a:moveTo>
                  <a:lnTo>
                    <a:pt x="1255047" y="156924"/>
                  </a:lnTo>
                  <a:lnTo>
                    <a:pt x="1224161" y="1660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62" name="Input_density__153">
              <a:extLst>
                <a:ext uri="{FF2B5EF4-FFF2-40B4-BE49-F238E27FC236}">
                  <a16:creationId xmlns:a16="http://schemas.microsoft.com/office/drawing/2014/main" id="{F35ABE4E-B2F8-E85A-C9F0-0480974C1297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21843"/>
              <a:ext cx="1269166" cy="932649"/>
            </a:xfrm>
            <a:custGeom>
              <a:avLst/>
              <a:gdLst/>
              <a:ahLst/>
              <a:cxnLst/>
              <a:rect l="0" t="0" r="0" b="0"/>
              <a:pathLst>
                <a:path w="1269166" h="932649">
                  <a:moveTo>
                    <a:pt x="308163" y="888156"/>
                  </a:moveTo>
                  <a:lnTo>
                    <a:pt x="285161" y="898360"/>
                  </a:lnTo>
                  <a:lnTo>
                    <a:pt x="345078" y="901598"/>
                  </a:lnTo>
                  <a:close/>
                  <a:moveTo>
                    <a:pt x="61591" y="622630"/>
                  </a:moveTo>
                  <a:lnTo>
                    <a:pt x="86449" y="653405"/>
                  </a:lnTo>
                  <a:lnTo>
                    <a:pt x="76358" y="644354"/>
                  </a:lnTo>
                  <a:close/>
                  <a:moveTo>
                    <a:pt x="80030" y="633833"/>
                  </a:moveTo>
                  <a:lnTo>
                    <a:pt x="61591" y="622630"/>
                  </a:lnTo>
                  <a:lnTo>
                    <a:pt x="41487" y="594228"/>
                  </a:lnTo>
                  <a:close/>
                  <a:moveTo>
                    <a:pt x="11691" y="579895"/>
                  </a:moveTo>
                  <a:lnTo>
                    <a:pt x="0" y="579650"/>
                  </a:lnTo>
                  <a:lnTo>
                    <a:pt x="17615" y="586547"/>
                  </a:lnTo>
                  <a:close/>
                  <a:moveTo>
                    <a:pt x="0" y="579650"/>
                  </a:moveTo>
                  <a:lnTo>
                    <a:pt x="37176" y="594070"/>
                  </a:lnTo>
                  <a:lnTo>
                    <a:pt x="17615" y="586547"/>
                  </a:lnTo>
                  <a:close/>
                  <a:moveTo>
                    <a:pt x="37176" y="594070"/>
                  </a:moveTo>
                  <a:lnTo>
                    <a:pt x="41487" y="594228"/>
                  </a:lnTo>
                  <a:lnTo>
                    <a:pt x="17615" y="586547"/>
                  </a:lnTo>
                  <a:close/>
                  <a:moveTo>
                    <a:pt x="52280" y="616650"/>
                  </a:moveTo>
                  <a:lnTo>
                    <a:pt x="61591" y="622630"/>
                  </a:lnTo>
                  <a:lnTo>
                    <a:pt x="76358" y="644354"/>
                  </a:lnTo>
                  <a:close/>
                  <a:moveTo>
                    <a:pt x="61591" y="622630"/>
                  </a:moveTo>
                  <a:lnTo>
                    <a:pt x="52280" y="616650"/>
                  </a:lnTo>
                  <a:lnTo>
                    <a:pt x="17615" y="586547"/>
                  </a:lnTo>
                  <a:close/>
                  <a:moveTo>
                    <a:pt x="41487" y="594228"/>
                  </a:moveTo>
                  <a:lnTo>
                    <a:pt x="61591" y="622630"/>
                  </a:lnTo>
                  <a:lnTo>
                    <a:pt x="17615" y="586547"/>
                  </a:lnTo>
                  <a:close/>
                  <a:moveTo>
                    <a:pt x="345078" y="901598"/>
                  </a:moveTo>
                  <a:lnTo>
                    <a:pt x="367185" y="888042"/>
                  </a:lnTo>
                  <a:lnTo>
                    <a:pt x="308163" y="888156"/>
                  </a:lnTo>
                  <a:close/>
                  <a:moveTo>
                    <a:pt x="150566" y="576448"/>
                  </a:moveTo>
                  <a:lnTo>
                    <a:pt x="135995" y="571570"/>
                  </a:lnTo>
                  <a:lnTo>
                    <a:pt x="124902" y="562711"/>
                  </a:lnTo>
                  <a:close/>
                  <a:moveTo>
                    <a:pt x="367185" y="888042"/>
                  </a:moveTo>
                  <a:lnTo>
                    <a:pt x="399547" y="884462"/>
                  </a:lnTo>
                  <a:lnTo>
                    <a:pt x="417569" y="855638"/>
                  </a:lnTo>
                  <a:close/>
                  <a:moveTo>
                    <a:pt x="589585" y="932649"/>
                  </a:moveTo>
                  <a:lnTo>
                    <a:pt x="559815" y="917533"/>
                  </a:lnTo>
                  <a:lnTo>
                    <a:pt x="536730" y="927430"/>
                  </a:lnTo>
                  <a:close/>
                  <a:moveTo>
                    <a:pt x="503815" y="928944"/>
                  </a:moveTo>
                  <a:lnTo>
                    <a:pt x="536730" y="927430"/>
                  </a:lnTo>
                  <a:lnTo>
                    <a:pt x="559815" y="917533"/>
                  </a:lnTo>
                  <a:close/>
                  <a:moveTo>
                    <a:pt x="307293" y="655793"/>
                  </a:moveTo>
                  <a:lnTo>
                    <a:pt x="319790" y="638610"/>
                  </a:lnTo>
                  <a:lnTo>
                    <a:pt x="297306" y="655146"/>
                  </a:lnTo>
                  <a:close/>
                  <a:moveTo>
                    <a:pt x="567334" y="795582"/>
                  </a:moveTo>
                  <a:lnTo>
                    <a:pt x="561167" y="826379"/>
                  </a:lnTo>
                  <a:lnTo>
                    <a:pt x="581338" y="805201"/>
                  </a:lnTo>
                  <a:close/>
                  <a:moveTo>
                    <a:pt x="567334" y="795582"/>
                  </a:moveTo>
                  <a:lnTo>
                    <a:pt x="581338" y="805201"/>
                  </a:lnTo>
                  <a:lnTo>
                    <a:pt x="573224" y="775249"/>
                  </a:lnTo>
                  <a:close/>
                  <a:moveTo>
                    <a:pt x="417565" y="621426"/>
                  </a:moveTo>
                  <a:lnTo>
                    <a:pt x="422351" y="653198"/>
                  </a:lnTo>
                  <a:lnTo>
                    <a:pt x="426444" y="658181"/>
                  </a:lnTo>
                  <a:close/>
                  <a:moveTo>
                    <a:pt x="270865" y="437651"/>
                  </a:moveTo>
                  <a:lnTo>
                    <a:pt x="294105" y="450760"/>
                  </a:lnTo>
                  <a:lnTo>
                    <a:pt x="306065" y="425077"/>
                  </a:lnTo>
                  <a:close/>
                  <a:moveTo>
                    <a:pt x="306065" y="425077"/>
                  </a:moveTo>
                  <a:lnTo>
                    <a:pt x="286556" y="422536"/>
                  </a:lnTo>
                  <a:lnTo>
                    <a:pt x="270865" y="437651"/>
                  </a:lnTo>
                  <a:close/>
                  <a:moveTo>
                    <a:pt x="302234" y="420468"/>
                  </a:moveTo>
                  <a:lnTo>
                    <a:pt x="266487" y="400896"/>
                  </a:lnTo>
                  <a:lnTo>
                    <a:pt x="301234" y="383713"/>
                  </a:lnTo>
                  <a:close/>
                  <a:moveTo>
                    <a:pt x="288271" y="350049"/>
                  </a:moveTo>
                  <a:lnTo>
                    <a:pt x="302284" y="383713"/>
                  </a:lnTo>
                  <a:lnTo>
                    <a:pt x="301120" y="380780"/>
                  </a:lnTo>
                  <a:close/>
                  <a:moveTo>
                    <a:pt x="617592" y="737065"/>
                  </a:moveTo>
                  <a:lnTo>
                    <a:pt x="573224" y="775249"/>
                  </a:lnTo>
                  <a:lnTo>
                    <a:pt x="606344" y="774505"/>
                  </a:lnTo>
                  <a:close/>
                  <a:moveTo>
                    <a:pt x="640667" y="745393"/>
                  </a:moveTo>
                  <a:lnTo>
                    <a:pt x="617592" y="737065"/>
                  </a:lnTo>
                  <a:lnTo>
                    <a:pt x="606344" y="774505"/>
                  </a:lnTo>
                  <a:close/>
                  <a:moveTo>
                    <a:pt x="434029" y="503978"/>
                  </a:moveTo>
                  <a:lnTo>
                    <a:pt x="423400" y="493978"/>
                  </a:lnTo>
                  <a:lnTo>
                    <a:pt x="433248" y="476794"/>
                  </a:lnTo>
                  <a:close/>
                  <a:moveTo>
                    <a:pt x="423400" y="493978"/>
                  </a:moveTo>
                  <a:lnTo>
                    <a:pt x="429167" y="440040"/>
                  </a:lnTo>
                  <a:lnTo>
                    <a:pt x="433248" y="476794"/>
                  </a:lnTo>
                  <a:close/>
                  <a:moveTo>
                    <a:pt x="303200" y="366530"/>
                  </a:moveTo>
                  <a:lnTo>
                    <a:pt x="301234" y="383713"/>
                  </a:lnTo>
                  <a:lnTo>
                    <a:pt x="318011" y="347727"/>
                  </a:lnTo>
                  <a:close/>
                  <a:moveTo>
                    <a:pt x="301234" y="383713"/>
                  </a:moveTo>
                  <a:lnTo>
                    <a:pt x="301120" y="380780"/>
                  </a:lnTo>
                  <a:lnTo>
                    <a:pt x="318011" y="347727"/>
                  </a:lnTo>
                  <a:close/>
                  <a:moveTo>
                    <a:pt x="328830" y="366530"/>
                  </a:moveTo>
                  <a:lnTo>
                    <a:pt x="318011" y="347727"/>
                  </a:lnTo>
                  <a:lnTo>
                    <a:pt x="301120" y="380780"/>
                  </a:lnTo>
                  <a:close/>
                  <a:moveTo>
                    <a:pt x="611679" y="697124"/>
                  </a:moveTo>
                  <a:lnTo>
                    <a:pt x="658113" y="731210"/>
                  </a:lnTo>
                  <a:lnTo>
                    <a:pt x="624012" y="731845"/>
                  </a:lnTo>
                  <a:close/>
                  <a:moveTo>
                    <a:pt x="444225" y="438767"/>
                  </a:moveTo>
                  <a:lnTo>
                    <a:pt x="463728" y="467659"/>
                  </a:lnTo>
                  <a:lnTo>
                    <a:pt x="439492" y="456563"/>
                  </a:lnTo>
                  <a:close/>
                  <a:moveTo>
                    <a:pt x="667725" y="544407"/>
                  </a:moveTo>
                  <a:lnTo>
                    <a:pt x="668468" y="588550"/>
                  </a:lnTo>
                  <a:lnTo>
                    <a:pt x="699170" y="545932"/>
                  </a:lnTo>
                  <a:close/>
                  <a:moveTo>
                    <a:pt x="744888" y="535509"/>
                  </a:moveTo>
                  <a:lnTo>
                    <a:pt x="699170" y="545932"/>
                  </a:lnTo>
                  <a:lnTo>
                    <a:pt x="695884" y="571503"/>
                  </a:lnTo>
                  <a:close/>
                  <a:moveTo>
                    <a:pt x="625568" y="462097"/>
                  </a:moveTo>
                  <a:lnTo>
                    <a:pt x="640973" y="490774"/>
                  </a:lnTo>
                  <a:lnTo>
                    <a:pt x="629879" y="479183"/>
                  </a:lnTo>
                  <a:close/>
                  <a:moveTo>
                    <a:pt x="625568" y="462097"/>
                  </a:moveTo>
                  <a:lnTo>
                    <a:pt x="629879" y="479183"/>
                  </a:lnTo>
                  <a:lnTo>
                    <a:pt x="625663" y="461903"/>
                  </a:lnTo>
                  <a:close/>
                  <a:moveTo>
                    <a:pt x="952766" y="620435"/>
                  </a:moveTo>
                  <a:lnTo>
                    <a:pt x="974329" y="619002"/>
                  </a:lnTo>
                  <a:lnTo>
                    <a:pt x="991517" y="640744"/>
                  </a:lnTo>
                  <a:close/>
                  <a:moveTo>
                    <a:pt x="837170" y="515005"/>
                  </a:moveTo>
                  <a:lnTo>
                    <a:pt x="886969" y="501143"/>
                  </a:lnTo>
                  <a:lnTo>
                    <a:pt x="852538" y="494853"/>
                  </a:lnTo>
                  <a:close/>
                  <a:moveTo>
                    <a:pt x="1012391" y="622581"/>
                  </a:moveTo>
                  <a:lnTo>
                    <a:pt x="991517" y="640744"/>
                  </a:lnTo>
                  <a:lnTo>
                    <a:pt x="1046084" y="623975"/>
                  </a:lnTo>
                  <a:close/>
                  <a:moveTo>
                    <a:pt x="869665" y="462682"/>
                  </a:moveTo>
                  <a:lnTo>
                    <a:pt x="827308" y="501143"/>
                  </a:lnTo>
                  <a:lnTo>
                    <a:pt x="852538" y="494853"/>
                  </a:lnTo>
                  <a:close/>
                  <a:moveTo>
                    <a:pt x="754180" y="376261"/>
                  </a:moveTo>
                  <a:lnTo>
                    <a:pt x="761755" y="390878"/>
                  </a:lnTo>
                  <a:lnTo>
                    <a:pt x="768012" y="382810"/>
                  </a:lnTo>
                  <a:close/>
                  <a:moveTo>
                    <a:pt x="843724" y="410449"/>
                  </a:moveTo>
                  <a:lnTo>
                    <a:pt x="806970" y="422973"/>
                  </a:lnTo>
                  <a:lnTo>
                    <a:pt x="852042" y="396791"/>
                  </a:lnTo>
                  <a:close/>
                  <a:moveTo>
                    <a:pt x="1078319" y="630979"/>
                  </a:moveTo>
                  <a:lnTo>
                    <a:pt x="1082760" y="629773"/>
                  </a:lnTo>
                  <a:lnTo>
                    <a:pt x="1046084" y="623975"/>
                  </a:lnTo>
                  <a:close/>
                  <a:moveTo>
                    <a:pt x="1046084" y="623975"/>
                  </a:moveTo>
                  <a:lnTo>
                    <a:pt x="1082760" y="629773"/>
                  </a:lnTo>
                  <a:lnTo>
                    <a:pt x="1099426" y="602627"/>
                  </a:lnTo>
                  <a:close/>
                  <a:moveTo>
                    <a:pt x="1046084" y="623975"/>
                  </a:moveTo>
                  <a:lnTo>
                    <a:pt x="1099426" y="602627"/>
                  </a:lnTo>
                  <a:lnTo>
                    <a:pt x="1068366" y="611078"/>
                  </a:lnTo>
                  <a:close/>
                  <a:moveTo>
                    <a:pt x="1012391" y="622581"/>
                  </a:moveTo>
                  <a:lnTo>
                    <a:pt x="1046084" y="623975"/>
                  </a:lnTo>
                  <a:lnTo>
                    <a:pt x="1068366" y="611078"/>
                  </a:lnTo>
                  <a:close/>
                  <a:moveTo>
                    <a:pt x="1104122" y="567660"/>
                  </a:moveTo>
                  <a:lnTo>
                    <a:pt x="1068366" y="611078"/>
                  </a:lnTo>
                  <a:lnTo>
                    <a:pt x="1099426" y="602627"/>
                  </a:lnTo>
                  <a:close/>
                  <a:moveTo>
                    <a:pt x="962461" y="198839"/>
                  </a:moveTo>
                  <a:lnTo>
                    <a:pt x="967207" y="239727"/>
                  </a:lnTo>
                  <a:lnTo>
                    <a:pt x="981944" y="248634"/>
                  </a:lnTo>
                  <a:close/>
                  <a:moveTo>
                    <a:pt x="883351" y="100649"/>
                  </a:moveTo>
                  <a:lnTo>
                    <a:pt x="898326" y="60429"/>
                  </a:lnTo>
                  <a:lnTo>
                    <a:pt x="851003" y="56287"/>
                  </a:lnTo>
                  <a:close/>
                  <a:moveTo>
                    <a:pt x="1025291" y="13309"/>
                  </a:moveTo>
                  <a:lnTo>
                    <a:pt x="1038652" y="18942"/>
                  </a:lnTo>
                  <a:lnTo>
                    <a:pt x="1020197" y="0"/>
                  </a:lnTo>
                  <a:close/>
                  <a:moveTo>
                    <a:pt x="1261685" y="118104"/>
                  </a:moveTo>
                  <a:lnTo>
                    <a:pt x="1269166" y="162717"/>
                  </a:lnTo>
                  <a:lnTo>
                    <a:pt x="1269054" y="125963"/>
                  </a:lnTo>
                  <a:close/>
                  <a:moveTo>
                    <a:pt x="1261685" y="118104"/>
                  </a:moveTo>
                  <a:lnTo>
                    <a:pt x="1266302" y="159098"/>
                  </a:lnTo>
                  <a:lnTo>
                    <a:pt x="1269166" y="162717"/>
                  </a:lnTo>
                  <a:close/>
                  <a:moveTo>
                    <a:pt x="1248746" y="83876"/>
                  </a:moveTo>
                  <a:lnTo>
                    <a:pt x="1269054" y="125963"/>
                  </a:lnTo>
                  <a:lnTo>
                    <a:pt x="1253864" y="8920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63" name="Input_density__154">
              <a:extLst>
                <a:ext uri="{FF2B5EF4-FFF2-40B4-BE49-F238E27FC236}">
                  <a16:creationId xmlns:a16="http://schemas.microsoft.com/office/drawing/2014/main" id="{ACB71393-B918-D425-57FD-5CC8FEA8577B}"/>
                </a:ext>
              </a:extLst>
            </p:cNvPr>
            <p:cNvSpPr>
              <a:spLocks noGrp="1"/>
            </p:cNvSpPr>
            <p:nvPr/>
          </p:nvSpPr>
          <p:spPr>
            <a:xfrm>
              <a:off x="688222" y="1528465"/>
              <a:ext cx="1041936" cy="976197"/>
            </a:xfrm>
            <a:custGeom>
              <a:avLst/>
              <a:gdLst/>
              <a:ahLst/>
              <a:cxnLst/>
              <a:rect l="0" t="0" r="0" b="0"/>
              <a:pathLst>
                <a:path w="1041936" h="976197">
                  <a:moveTo>
                    <a:pt x="109150" y="930558"/>
                  </a:moveTo>
                  <a:lnTo>
                    <a:pt x="148434" y="954227"/>
                  </a:lnTo>
                  <a:lnTo>
                    <a:pt x="138407" y="917632"/>
                  </a:lnTo>
                  <a:close/>
                  <a:moveTo>
                    <a:pt x="109150" y="930558"/>
                  </a:moveTo>
                  <a:lnTo>
                    <a:pt x="121083" y="967313"/>
                  </a:lnTo>
                  <a:lnTo>
                    <a:pt x="148434" y="954227"/>
                  </a:lnTo>
                  <a:close/>
                  <a:moveTo>
                    <a:pt x="156531" y="950130"/>
                  </a:moveTo>
                  <a:lnTo>
                    <a:pt x="147782" y="913375"/>
                  </a:lnTo>
                  <a:lnTo>
                    <a:pt x="148434" y="954227"/>
                  </a:lnTo>
                  <a:close/>
                  <a:moveTo>
                    <a:pt x="147782" y="913375"/>
                  </a:moveTo>
                  <a:lnTo>
                    <a:pt x="138407" y="917632"/>
                  </a:lnTo>
                  <a:lnTo>
                    <a:pt x="148434" y="954227"/>
                  </a:lnTo>
                  <a:close/>
                  <a:moveTo>
                    <a:pt x="110645" y="893803"/>
                  </a:moveTo>
                  <a:lnTo>
                    <a:pt x="138407" y="917632"/>
                  </a:lnTo>
                  <a:lnTo>
                    <a:pt x="119262" y="888449"/>
                  </a:lnTo>
                  <a:close/>
                  <a:moveTo>
                    <a:pt x="110645" y="893803"/>
                  </a:moveTo>
                  <a:lnTo>
                    <a:pt x="109150" y="930558"/>
                  </a:lnTo>
                  <a:lnTo>
                    <a:pt x="138407" y="917632"/>
                  </a:lnTo>
                  <a:close/>
                  <a:moveTo>
                    <a:pt x="147782" y="913375"/>
                  </a:moveTo>
                  <a:lnTo>
                    <a:pt x="137501" y="876620"/>
                  </a:lnTo>
                  <a:lnTo>
                    <a:pt x="138407" y="917632"/>
                  </a:lnTo>
                  <a:close/>
                  <a:moveTo>
                    <a:pt x="137501" y="876620"/>
                  </a:moveTo>
                  <a:lnTo>
                    <a:pt x="119262" y="888449"/>
                  </a:lnTo>
                  <a:lnTo>
                    <a:pt x="138407" y="917632"/>
                  </a:lnTo>
                  <a:close/>
                  <a:moveTo>
                    <a:pt x="197152" y="896191"/>
                  </a:moveTo>
                  <a:lnTo>
                    <a:pt x="137501" y="876620"/>
                  </a:lnTo>
                  <a:lnTo>
                    <a:pt x="147782" y="913375"/>
                  </a:lnTo>
                  <a:close/>
                  <a:moveTo>
                    <a:pt x="33302" y="680421"/>
                  </a:moveTo>
                  <a:lnTo>
                    <a:pt x="0" y="680407"/>
                  </a:lnTo>
                  <a:lnTo>
                    <a:pt x="41228" y="683406"/>
                  </a:lnTo>
                  <a:close/>
                  <a:moveTo>
                    <a:pt x="67590" y="657395"/>
                  </a:moveTo>
                  <a:lnTo>
                    <a:pt x="33302" y="680421"/>
                  </a:lnTo>
                  <a:lnTo>
                    <a:pt x="44646" y="675661"/>
                  </a:lnTo>
                  <a:close/>
                  <a:moveTo>
                    <a:pt x="33302" y="680421"/>
                  </a:moveTo>
                  <a:lnTo>
                    <a:pt x="41228" y="683406"/>
                  </a:lnTo>
                  <a:lnTo>
                    <a:pt x="44646" y="675661"/>
                  </a:lnTo>
                  <a:close/>
                  <a:moveTo>
                    <a:pt x="88376" y="662735"/>
                  </a:moveTo>
                  <a:lnTo>
                    <a:pt x="44646" y="675661"/>
                  </a:lnTo>
                  <a:lnTo>
                    <a:pt x="98722" y="677582"/>
                  </a:lnTo>
                  <a:close/>
                  <a:moveTo>
                    <a:pt x="44646" y="675661"/>
                  </a:moveTo>
                  <a:lnTo>
                    <a:pt x="41228" y="683406"/>
                  </a:lnTo>
                  <a:lnTo>
                    <a:pt x="98722" y="677582"/>
                  </a:lnTo>
                  <a:close/>
                  <a:moveTo>
                    <a:pt x="67590" y="657395"/>
                  </a:moveTo>
                  <a:lnTo>
                    <a:pt x="44646" y="675661"/>
                  </a:lnTo>
                  <a:lnTo>
                    <a:pt x="88376" y="662735"/>
                  </a:lnTo>
                  <a:close/>
                  <a:moveTo>
                    <a:pt x="88054" y="638907"/>
                  </a:moveTo>
                  <a:lnTo>
                    <a:pt x="88376" y="662735"/>
                  </a:lnTo>
                  <a:lnTo>
                    <a:pt x="100523" y="658478"/>
                  </a:lnTo>
                  <a:close/>
                  <a:moveTo>
                    <a:pt x="88054" y="638907"/>
                  </a:moveTo>
                  <a:lnTo>
                    <a:pt x="100523" y="658478"/>
                  </a:lnTo>
                  <a:lnTo>
                    <a:pt x="94286" y="621723"/>
                  </a:lnTo>
                  <a:close/>
                  <a:moveTo>
                    <a:pt x="88376" y="662735"/>
                  </a:moveTo>
                  <a:lnTo>
                    <a:pt x="98722" y="677582"/>
                  </a:lnTo>
                  <a:lnTo>
                    <a:pt x="100523" y="658478"/>
                  </a:lnTo>
                  <a:close/>
                  <a:moveTo>
                    <a:pt x="440370" y="935335"/>
                  </a:moveTo>
                  <a:lnTo>
                    <a:pt x="421531" y="939480"/>
                  </a:lnTo>
                  <a:lnTo>
                    <a:pt x="431409" y="976197"/>
                  </a:lnTo>
                  <a:close/>
                  <a:moveTo>
                    <a:pt x="142708" y="690400"/>
                  </a:moveTo>
                  <a:lnTo>
                    <a:pt x="145275" y="727062"/>
                  </a:lnTo>
                  <a:lnTo>
                    <a:pt x="178501" y="678050"/>
                  </a:lnTo>
                  <a:close/>
                  <a:moveTo>
                    <a:pt x="178501" y="678050"/>
                  </a:moveTo>
                  <a:lnTo>
                    <a:pt x="145275" y="727062"/>
                  </a:lnTo>
                  <a:lnTo>
                    <a:pt x="147768" y="731988"/>
                  </a:lnTo>
                  <a:close/>
                  <a:moveTo>
                    <a:pt x="140620" y="647349"/>
                  </a:moveTo>
                  <a:lnTo>
                    <a:pt x="100523" y="658478"/>
                  </a:lnTo>
                  <a:lnTo>
                    <a:pt x="109197" y="690555"/>
                  </a:lnTo>
                  <a:close/>
                  <a:moveTo>
                    <a:pt x="94286" y="621723"/>
                  </a:moveTo>
                  <a:lnTo>
                    <a:pt x="140620" y="647349"/>
                  </a:lnTo>
                  <a:lnTo>
                    <a:pt x="135567" y="606711"/>
                  </a:lnTo>
                  <a:close/>
                  <a:moveTo>
                    <a:pt x="94286" y="621723"/>
                  </a:moveTo>
                  <a:lnTo>
                    <a:pt x="100523" y="658478"/>
                  </a:lnTo>
                  <a:lnTo>
                    <a:pt x="140620" y="647349"/>
                  </a:lnTo>
                  <a:close/>
                  <a:moveTo>
                    <a:pt x="166301" y="641295"/>
                  </a:moveTo>
                  <a:lnTo>
                    <a:pt x="140817" y="604540"/>
                  </a:lnTo>
                  <a:lnTo>
                    <a:pt x="140620" y="647349"/>
                  </a:lnTo>
                  <a:close/>
                  <a:moveTo>
                    <a:pt x="140817" y="604540"/>
                  </a:moveTo>
                  <a:lnTo>
                    <a:pt x="135567" y="606711"/>
                  </a:lnTo>
                  <a:lnTo>
                    <a:pt x="140620" y="647349"/>
                  </a:lnTo>
                  <a:close/>
                  <a:moveTo>
                    <a:pt x="112182" y="603333"/>
                  </a:moveTo>
                  <a:lnTo>
                    <a:pt x="94286" y="621723"/>
                  </a:lnTo>
                  <a:lnTo>
                    <a:pt x="135567" y="606711"/>
                  </a:lnTo>
                  <a:close/>
                  <a:moveTo>
                    <a:pt x="161876" y="568346"/>
                  </a:moveTo>
                  <a:lnTo>
                    <a:pt x="112182" y="603333"/>
                  </a:lnTo>
                  <a:lnTo>
                    <a:pt x="140817" y="604540"/>
                  </a:lnTo>
                  <a:close/>
                  <a:moveTo>
                    <a:pt x="140817" y="604540"/>
                  </a:moveTo>
                  <a:lnTo>
                    <a:pt x="112182" y="603333"/>
                  </a:lnTo>
                  <a:lnTo>
                    <a:pt x="135567" y="606711"/>
                  </a:lnTo>
                  <a:close/>
                  <a:moveTo>
                    <a:pt x="334175" y="742603"/>
                  </a:moveTo>
                  <a:lnTo>
                    <a:pt x="296336" y="781009"/>
                  </a:lnTo>
                  <a:lnTo>
                    <a:pt x="322623" y="771131"/>
                  </a:lnTo>
                  <a:close/>
                  <a:moveTo>
                    <a:pt x="283739" y="774817"/>
                  </a:moveTo>
                  <a:lnTo>
                    <a:pt x="296336" y="781009"/>
                  </a:lnTo>
                  <a:lnTo>
                    <a:pt x="334175" y="742603"/>
                  </a:lnTo>
                  <a:close/>
                  <a:moveTo>
                    <a:pt x="311943" y="755691"/>
                  </a:moveTo>
                  <a:lnTo>
                    <a:pt x="283739" y="774817"/>
                  </a:lnTo>
                  <a:lnTo>
                    <a:pt x="334175" y="742603"/>
                  </a:lnTo>
                  <a:close/>
                  <a:moveTo>
                    <a:pt x="334175" y="742603"/>
                  </a:moveTo>
                  <a:lnTo>
                    <a:pt x="334601" y="734376"/>
                  </a:lnTo>
                  <a:lnTo>
                    <a:pt x="316966" y="751560"/>
                  </a:lnTo>
                  <a:close/>
                  <a:moveTo>
                    <a:pt x="166301" y="641295"/>
                  </a:moveTo>
                  <a:lnTo>
                    <a:pt x="206102" y="637491"/>
                  </a:lnTo>
                  <a:lnTo>
                    <a:pt x="192754" y="632054"/>
                  </a:lnTo>
                  <a:close/>
                  <a:moveTo>
                    <a:pt x="166301" y="641295"/>
                  </a:moveTo>
                  <a:lnTo>
                    <a:pt x="192754" y="632054"/>
                  </a:lnTo>
                  <a:lnTo>
                    <a:pt x="140817" y="604540"/>
                  </a:lnTo>
                  <a:close/>
                  <a:moveTo>
                    <a:pt x="192754" y="632054"/>
                  </a:moveTo>
                  <a:lnTo>
                    <a:pt x="233416" y="624111"/>
                  </a:lnTo>
                  <a:lnTo>
                    <a:pt x="197144" y="603997"/>
                  </a:lnTo>
                  <a:close/>
                  <a:moveTo>
                    <a:pt x="192754" y="632054"/>
                  </a:moveTo>
                  <a:lnTo>
                    <a:pt x="206102" y="637491"/>
                  </a:lnTo>
                  <a:lnTo>
                    <a:pt x="233416" y="624111"/>
                  </a:lnTo>
                  <a:close/>
                  <a:moveTo>
                    <a:pt x="161876" y="568346"/>
                  </a:moveTo>
                  <a:lnTo>
                    <a:pt x="188011" y="569850"/>
                  </a:lnTo>
                  <a:lnTo>
                    <a:pt x="162145" y="567785"/>
                  </a:lnTo>
                  <a:close/>
                  <a:moveTo>
                    <a:pt x="188011" y="569850"/>
                  </a:moveTo>
                  <a:lnTo>
                    <a:pt x="199754" y="550602"/>
                  </a:lnTo>
                  <a:lnTo>
                    <a:pt x="162145" y="567785"/>
                  </a:lnTo>
                  <a:close/>
                  <a:moveTo>
                    <a:pt x="334175" y="742603"/>
                  </a:moveTo>
                  <a:lnTo>
                    <a:pt x="322623" y="771131"/>
                  </a:lnTo>
                  <a:lnTo>
                    <a:pt x="350477" y="764081"/>
                  </a:lnTo>
                  <a:close/>
                  <a:moveTo>
                    <a:pt x="350477" y="764081"/>
                  </a:moveTo>
                  <a:lnTo>
                    <a:pt x="334601" y="734376"/>
                  </a:lnTo>
                  <a:lnTo>
                    <a:pt x="334175" y="742603"/>
                  </a:lnTo>
                  <a:close/>
                  <a:moveTo>
                    <a:pt x="234632" y="570173"/>
                  </a:moveTo>
                  <a:lnTo>
                    <a:pt x="197144" y="603997"/>
                  </a:lnTo>
                  <a:lnTo>
                    <a:pt x="233416" y="624111"/>
                  </a:lnTo>
                  <a:close/>
                  <a:moveTo>
                    <a:pt x="188011" y="569850"/>
                  </a:moveTo>
                  <a:lnTo>
                    <a:pt x="202667" y="579247"/>
                  </a:lnTo>
                  <a:lnTo>
                    <a:pt x="234632" y="570173"/>
                  </a:lnTo>
                  <a:close/>
                  <a:moveTo>
                    <a:pt x="199754" y="550602"/>
                  </a:moveTo>
                  <a:lnTo>
                    <a:pt x="188011" y="569850"/>
                  </a:lnTo>
                  <a:lnTo>
                    <a:pt x="234632" y="570173"/>
                  </a:lnTo>
                  <a:close/>
                  <a:moveTo>
                    <a:pt x="23629" y="328984"/>
                  </a:moveTo>
                  <a:lnTo>
                    <a:pt x="20305" y="330072"/>
                  </a:lnTo>
                  <a:lnTo>
                    <a:pt x="24658" y="329472"/>
                  </a:lnTo>
                  <a:close/>
                  <a:moveTo>
                    <a:pt x="457610" y="762541"/>
                  </a:moveTo>
                  <a:lnTo>
                    <a:pt x="439671" y="790703"/>
                  </a:lnTo>
                  <a:lnTo>
                    <a:pt x="439657" y="790503"/>
                  </a:lnTo>
                  <a:close/>
                  <a:moveTo>
                    <a:pt x="466150" y="766099"/>
                  </a:moveTo>
                  <a:lnTo>
                    <a:pt x="439671" y="790703"/>
                  </a:lnTo>
                  <a:lnTo>
                    <a:pt x="457610" y="762541"/>
                  </a:lnTo>
                  <a:close/>
                  <a:moveTo>
                    <a:pt x="485756" y="743196"/>
                  </a:moveTo>
                  <a:lnTo>
                    <a:pt x="466150" y="766099"/>
                  </a:lnTo>
                  <a:lnTo>
                    <a:pt x="457610" y="762541"/>
                  </a:lnTo>
                  <a:close/>
                  <a:moveTo>
                    <a:pt x="466150" y="766099"/>
                  </a:moveTo>
                  <a:lnTo>
                    <a:pt x="485756" y="743196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492356" y="736765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512677" y="747642"/>
                  </a:lnTo>
                  <a:lnTo>
                    <a:pt x="492356" y="736765"/>
                  </a:lnTo>
                  <a:close/>
                  <a:moveTo>
                    <a:pt x="512677" y="747642"/>
                  </a:moveTo>
                  <a:lnTo>
                    <a:pt x="524554" y="719581"/>
                  </a:lnTo>
                  <a:lnTo>
                    <a:pt x="492356" y="736765"/>
                  </a:lnTo>
                  <a:close/>
                  <a:moveTo>
                    <a:pt x="480653" y="605274"/>
                  </a:moveTo>
                  <a:lnTo>
                    <a:pt x="522517" y="598327"/>
                  </a:lnTo>
                  <a:lnTo>
                    <a:pt x="500369" y="577046"/>
                  </a:lnTo>
                  <a:close/>
                  <a:moveTo>
                    <a:pt x="697199" y="739153"/>
                  </a:moveTo>
                  <a:lnTo>
                    <a:pt x="717500" y="758725"/>
                  </a:lnTo>
                  <a:lnTo>
                    <a:pt x="717060" y="721970"/>
                  </a:lnTo>
                  <a:close/>
                  <a:moveTo>
                    <a:pt x="383708" y="418394"/>
                  </a:moveTo>
                  <a:lnTo>
                    <a:pt x="409203" y="417506"/>
                  </a:lnTo>
                  <a:lnTo>
                    <a:pt x="384675" y="408358"/>
                  </a:lnTo>
                  <a:close/>
                  <a:moveTo>
                    <a:pt x="409203" y="417506"/>
                  </a:moveTo>
                  <a:lnTo>
                    <a:pt x="419385" y="391175"/>
                  </a:lnTo>
                  <a:lnTo>
                    <a:pt x="384675" y="408358"/>
                  </a:lnTo>
                  <a:close/>
                  <a:moveTo>
                    <a:pt x="419385" y="391175"/>
                  </a:moveTo>
                  <a:lnTo>
                    <a:pt x="429810" y="369975"/>
                  </a:lnTo>
                  <a:lnTo>
                    <a:pt x="395618" y="371603"/>
                  </a:lnTo>
                  <a:close/>
                  <a:moveTo>
                    <a:pt x="384675" y="408358"/>
                  </a:moveTo>
                  <a:lnTo>
                    <a:pt x="419385" y="391175"/>
                  </a:lnTo>
                  <a:lnTo>
                    <a:pt x="395618" y="371603"/>
                  </a:lnTo>
                  <a:close/>
                  <a:moveTo>
                    <a:pt x="717060" y="721970"/>
                  </a:moveTo>
                  <a:lnTo>
                    <a:pt x="745663" y="749002"/>
                  </a:lnTo>
                  <a:lnTo>
                    <a:pt x="735480" y="712534"/>
                  </a:lnTo>
                  <a:close/>
                  <a:moveTo>
                    <a:pt x="717060" y="721970"/>
                  </a:moveTo>
                  <a:lnTo>
                    <a:pt x="717500" y="758725"/>
                  </a:lnTo>
                  <a:lnTo>
                    <a:pt x="745663" y="749002"/>
                  </a:lnTo>
                  <a:close/>
                  <a:moveTo>
                    <a:pt x="745663" y="749002"/>
                  </a:moveTo>
                  <a:lnTo>
                    <a:pt x="778678" y="749249"/>
                  </a:lnTo>
                  <a:lnTo>
                    <a:pt x="735480" y="712534"/>
                  </a:lnTo>
                  <a:close/>
                  <a:moveTo>
                    <a:pt x="711635" y="685215"/>
                  </a:moveTo>
                  <a:lnTo>
                    <a:pt x="717060" y="721970"/>
                  </a:lnTo>
                  <a:lnTo>
                    <a:pt x="735480" y="712534"/>
                  </a:lnTo>
                  <a:close/>
                  <a:moveTo>
                    <a:pt x="719622" y="680678"/>
                  </a:moveTo>
                  <a:lnTo>
                    <a:pt x="753083" y="668032"/>
                  </a:lnTo>
                  <a:lnTo>
                    <a:pt x="755849" y="633567"/>
                  </a:lnTo>
                  <a:close/>
                  <a:moveTo>
                    <a:pt x="429810" y="369975"/>
                  </a:moveTo>
                  <a:lnTo>
                    <a:pt x="419385" y="391175"/>
                  </a:lnTo>
                  <a:lnTo>
                    <a:pt x="450020" y="379354"/>
                  </a:lnTo>
                  <a:close/>
                  <a:moveTo>
                    <a:pt x="456609" y="354420"/>
                  </a:moveTo>
                  <a:lnTo>
                    <a:pt x="429810" y="369975"/>
                  </a:lnTo>
                  <a:lnTo>
                    <a:pt x="489003" y="370506"/>
                  </a:lnTo>
                  <a:close/>
                  <a:moveTo>
                    <a:pt x="481647" y="373991"/>
                  </a:moveTo>
                  <a:lnTo>
                    <a:pt x="429810" y="369975"/>
                  </a:lnTo>
                  <a:lnTo>
                    <a:pt x="450020" y="379354"/>
                  </a:lnTo>
                  <a:close/>
                  <a:moveTo>
                    <a:pt x="785013" y="633571"/>
                  </a:moveTo>
                  <a:lnTo>
                    <a:pt x="753083" y="668032"/>
                  </a:lnTo>
                  <a:lnTo>
                    <a:pt x="777710" y="650848"/>
                  </a:lnTo>
                  <a:close/>
                  <a:moveTo>
                    <a:pt x="763463" y="649205"/>
                  </a:moveTo>
                  <a:lnTo>
                    <a:pt x="753083" y="668032"/>
                  </a:lnTo>
                  <a:lnTo>
                    <a:pt x="785013" y="633571"/>
                  </a:lnTo>
                  <a:close/>
                  <a:moveTo>
                    <a:pt x="542956" y="320053"/>
                  </a:moveTo>
                  <a:lnTo>
                    <a:pt x="551831" y="356808"/>
                  </a:lnTo>
                  <a:lnTo>
                    <a:pt x="575193" y="339625"/>
                  </a:lnTo>
                  <a:close/>
                  <a:moveTo>
                    <a:pt x="537393" y="283298"/>
                  </a:moveTo>
                  <a:lnTo>
                    <a:pt x="542956" y="320053"/>
                  </a:lnTo>
                  <a:lnTo>
                    <a:pt x="566140" y="302870"/>
                  </a:lnTo>
                  <a:close/>
                  <a:moveTo>
                    <a:pt x="537393" y="283298"/>
                  </a:moveTo>
                  <a:lnTo>
                    <a:pt x="566140" y="302870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37393" y="283298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58272" y="266115"/>
                  </a:lnTo>
                  <a:lnTo>
                    <a:pt x="549595" y="229360"/>
                  </a:lnTo>
                  <a:close/>
                  <a:moveTo>
                    <a:pt x="560699" y="212177"/>
                  </a:moveTo>
                  <a:lnTo>
                    <a:pt x="557559" y="175421"/>
                  </a:lnTo>
                  <a:lnTo>
                    <a:pt x="549595" y="229360"/>
                  </a:lnTo>
                  <a:close/>
                  <a:moveTo>
                    <a:pt x="696465" y="90704"/>
                  </a:moveTo>
                  <a:lnTo>
                    <a:pt x="672929" y="104300"/>
                  </a:lnTo>
                  <a:lnTo>
                    <a:pt x="704345" y="100077"/>
                  </a:lnTo>
                  <a:close/>
                  <a:moveTo>
                    <a:pt x="677726" y="96760"/>
                  </a:moveTo>
                  <a:lnTo>
                    <a:pt x="672929" y="104300"/>
                  </a:lnTo>
                  <a:lnTo>
                    <a:pt x="696465" y="90704"/>
                  </a:lnTo>
                  <a:close/>
                  <a:moveTo>
                    <a:pt x="741817" y="19393"/>
                  </a:moveTo>
                  <a:lnTo>
                    <a:pt x="699420" y="50362"/>
                  </a:lnTo>
                  <a:lnTo>
                    <a:pt x="733520" y="33178"/>
                  </a:lnTo>
                  <a:close/>
                  <a:moveTo>
                    <a:pt x="741817" y="19393"/>
                  </a:moveTo>
                  <a:lnTo>
                    <a:pt x="717236" y="23700"/>
                  </a:lnTo>
                  <a:lnTo>
                    <a:pt x="699420" y="50362"/>
                  </a:lnTo>
                  <a:close/>
                  <a:moveTo>
                    <a:pt x="770530" y="2169"/>
                  </a:moveTo>
                  <a:lnTo>
                    <a:pt x="741817" y="19393"/>
                  </a:lnTo>
                  <a:lnTo>
                    <a:pt x="798828" y="11764"/>
                  </a:lnTo>
                  <a:close/>
                  <a:moveTo>
                    <a:pt x="801664" y="14609"/>
                  </a:moveTo>
                  <a:lnTo>
                    <a:pt x="829001" y="0"/>
                  </a:lnTo>
                  <a:lnTo>
                    <a:pt x="798828" y="11764"/>
                  </a:lnTo>
                  <a:close/>
                  <a:moveTo>
                    <a:pt x="1032416" y="166022"/>
                  </a:moveTo>
                  <a:lnTo>
                    <a:pt x="1021279" y="182586"/>
                  </a:lnTo>
                  <a:lnTo>
                    <a:pt x="1041936" y="17844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64" name="Input_density__155">
              <a:extLst>
                <a:ext uri="{FF2B5EF4-FFF2-40B4-BE49-F238E27FC236}">
                  <a16:creationId xmlns:a16="http://schemas.microsoft.com/office/drawing/2014/main" id="{FE4DFF2E-DE14-2FE5-3AFC-ABB9F346EE49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21843"/>
              <a:ext cx="1144264" cy="954026"/>
            </a:xfrm>
            <a:custGeom>
              <a:avLst/>
              <a:gdLst/>
              <a:ahLst/>
              <a:cxnLst/>
              <a:rect l="0" t="0" r="0" b="0"/>
              <a:pathLst>
                <a:path w="1144264" h="954026">
                  <a:moveTo>
                    <a:pt x="242283" y="888042"/>
                  </a:moveTo>
                  <a:lnTo>
                    <a:pt x="220176" y="901598"/>
                  </a:lnTo>
                  <a:lnTo>
                    <a:pt x="274645" y="884462"/>
                  </a:lnTo>
                  <a:close/>
                  <a:moveTo>
                    <a:pt x="0" y="562711"/>
                  </a:moveTo>
                  <a:lnTo>
                    <a:pt x="11093" y="571570"/>
                  </a:lnTo>
                  <a:lnTo>
                    <a:pt x="12536" y="527363"/>
                  </a:lnTo>
                  <a:close/>
                  <a:moveTo>
                    <a:pt x="378913" y="928944"/>
                  </a:moveTo>
                  <a:lnTo>
                    <a:pt x="359890" y="954026"/>
                  </a:lnTo>
                  <a:lnTo>
                    <a:pt x="411828" y="927430"/>
                  </a:lnTo>
                  <a:close/>
                  <a:moveTo>
                    <a:pt x="292667" y="855638"/>
                  </a:moveTo>
                  <a:lnTo>
                    <a:pt x="274645" y="884462"/>
                  </a:lnTo>
                  <a:lnTo>
                    <a:pt x="311251" y="839568"/>
                  </a:lnTo>
                  <a:close/>
                  <a:moveTo>
                    <a:pt x="295319" y="856751"/>
                  </a:moveTo>
                  <a:lnTo>
                    <a:pt x="292186" y="802813"/>
                  </a:lnTo>
                  <a:lnTo>
                    <a:pt x="311251" y="839568"/>
                  </a:lnTo>
                  <a:close/>
                  <a:moveTo>
                    <a:pt x="112821" y="672976"/>
                  </a:moveTo>
                  <a:lnTo>
                    <a:pt x="122485" y="655793"/>
                  </a:lnTo>
                  <a:lnTo>
                    <a:pt x="108445" y="665165"/>
                  </a:lnTo>
                  <a:close/>
                  <a:moveTo>
                    <a:pt x="122485" y="655793"/>
                  </a:moveTo>
                  <a:lnTo>
                    <a:pt x="112821" y="672976"/>
                  </a:lnTo>
                  <a:lnTo>
                    <a:pt x="138363" y="652449"/>
                  </a:lnTo>
                  <a:close/>
                  <a:moveTo>
                    <a:pt x="138363" y="652449"/>
                  </a:moveTo>
                  <a:lnTo>
                    <a:pt x="116850" y="668221"/>
                  </a:lnTo>
                  <a:lnTo>
                    <a:pt x="172404" y="655146"/>
                  </a:lnTo>
                  <a:close/>
                  <a:moveTo>
                    <a:pt x="298498" y="493978"/>
                  </a:moveTo>
                  <a:lnTo>
                    <a:pt x="316591" y="440989"/>
                  </a:lnTo>
                  <a:lnTo>
                    <a:pt x="304265" y="440040"/>
                  </a:lnTo>
                  <a:close/>
                  <a:moveTo>
                    <a:pt x="304265" y="440040"/>
                  </a:moveTo>
                  <a:lnTo>
                    <a:pt x="316591" y="440989"/>
                  </a:lnTo>
                  <a:lnTo>
                    <a:pt x="316582" y="435642"/>
                  </a:lnTo>
                  <a:close/>
                  <a:moveTo>
                    <a:pt x="304265" y="440040"/>
                  </a:moveTo>
                  <a:lnTo>
                    <a:pt x="319324" y="438767"/>
                  </a:lnTo>
                  <a:lnTo>
                    <a:pt x="314590" y="456563"/>
                  </a:lnTo>
                  <a:close/>
                  <a:moveTo>
                    <a:pt x="319324" y="438767"/>
                  </a:moveTo>
                  <a:lnTo>
                    <a:pt x="304265" y="440040"/>
                  </a:lnTo>
                  <a:lnTo>
                    <a:pt x="316582" y="435642"/>
                  </a:lnTo>
                  <a:close/>
                  <a:moveTo>
                    <a:pt x="545651" y="589448"/>
                  </a:moveTo>
                  <a:lnTo>
                    <a:pt x="543030" y="591572"/>
                  </a:lnTo>
                  <a:lnTo>
                    <a:pt x="539676" y="591712"/>
                  </a:lnTo>
                  <a:close/>
                  <a:moveTo>
                    <a:pt x="519265" y="598925"/>
                  </a:moveTo>
                  <a:lnTo>
                    <a:pt x="533177" y="589448"/>
                  </a:lnTo>
                  <a:lnTo>
                    <a:pt x="508239" y="586071"/>
                  </a:lnTo>
                  <a:close/>
                  <a:moveTo>
                    <a:pt x="545651" y="589448"/>
                  </a:moveTo>
                  <a:lnTo>
                    <a:pt x="539676" y="591712"/>
                  </a:lnTo>
                  <a:lnTo>
                    <a:pt x="570982" y="571503"/>
                  </a:lnTo>
                  <a:close/>
                  <a:moveTo>
                    <a:pt x="543566" y="588550"/>
                  </a:moveTo>
                  <a:lnTo>
                    <a:pt x="543030" y="591572"/>
                  </a:lnTo>
                  <a:lnTo>
                    <a:pt x="545651" y="589448"/>
                  </a:lnTo>
                  <a:close/>
                  <a:moveTo>
                    <a:pt x="543566" y="588550"/>
                  </a:moveTo>
                  <a:lnTo>
                    <a:pt x="545651" y="589448"/>
                  </a:lnTo>
                  <a:lnTo>
                    <a:pt x="570982" y="571503"/>
                  </a:lnTo>
                  <a:close/>
                  <a:moveTo>
                    <a:pt x="574268" y="545932"/>
                  </a:moveTo>
                  <a:lnTo>
                    <a:pt x="543566" y="588550"/>
                  </a:lnTo>
                  <a:lnTo>
                    <a:pt x="570982" y="571503"/>
                  </a:lnTo>
                  <a:close/>
                  <a:moveTo>
                    <a:pt x="799593" y="610945"/>
                  </a:moveTo>
                  <a:lnTo>
                    <a:pt x="819554" y="616200"/>
                  </a:lnTo>
                  <a:lnTo>
                    <a:pt x="811023" y="611407"/>
                  </a:lnTo>
                  <a:close/>
                  <a:moveTo>
                    <a:pt x="702407" y="501143"/>
                  </a:moveTo>
                  <a:lnTo>
                    <a:pt x="712268" y="515005"/>
                  </a:lnTo>
                  <a:lnTo>
                    <a:pt x="727636" y="494853"/>
                  </a:lnTo>
                  <a:close/>
                  <a:moveTo>
                    <a:pt x="564016" y="381413"/>
                  </a:moveTo>
                  <a:lnTo>
                    <a:pt x="577683" y="408061"/>
                  </a:lnTo>
                  <a:lnTo>
                    <a:pt x="578498" y="407188"/>
                  </a:lnTo>
                  <a:close/>
                  <a:moveTo>
                    <a:pt x="597993" y="383868"/>
                  </a:moveTo>
                  <a:lnTo>
                    <a:pt x="578498" y="407188"/>
                  </a:lnTo>
                  <a:lnTo>
                    <a:pt x="629278" y="376261"/>
                  </a:lnTo>
                  <a:close/>
                  <a:moveTo>
                    <a:pt x="731794" y="364889"/>
                  </a:moveTo>
                  <a:lnTo>
                    <a:pt x="718822" y="410449"/>
                  </a:lnTo>
                  <a:lnTo>
                    <a:pt x="727141" y="396791"/>
                  </a:lnTo>
                  <a:close/>
                  <a:moveTo>
                    <a:pt x="731794" y="364889"/>
                  </a:moveTo>
                  <a:lnTo>
                    <a:pt x="727141" y="396791"/>
                  </a:lnTo>
                  <a:lnTo>
                    <a:pt x="741984" y="373694"/>
                  </a:lnTo>
                  <a:close/>
                  <a:moveTo>
                    <a:pt x="731794" y="364889"/>
                  </a:moveTo>
                  <a:lnTo>
                    <a:pt x="741984" y="373694"/>
                  </a:lnTo>
                  <a:lnTo>
                    <a:pt x="740012" y="348708"/>
                  </a:lnTo>
                  <a:close/>
                  <a:moveTo>
                    <a:pt x="740012" y="348708"/>
                  </a:moveTo>
                  <a:lnTo>
                    <a:pt x="741984" y="373694"/>
                  </a:lnTo>
                  <a:lnTo>
                    <a:pt x="752465" y="366899"/>
                  </a:lnTo>
                  <a:close/>
                  <a:moveTo>
                    <a:pt x="740012" y="348708"/>
                  </a:moveTo>
                  <a:lnTo>
                    <a:pt x="752465" y="366899"/>
                  </a:lnTo>
                  <a:lnTo>
                    <a:pt x="770048" y="336432"/>
                  </a:lnTo>
                  <a:close/>
                  <a:moveTo>
                    <a:pt x="770048" y="336432"/>
                  </a:moveTo>
                  <a:lnTo>
                    <a:pt x="793304" y="327176"/>
                  </a:lnTo>
                  <a:lnTo>
                    <a:pt x="740012" y="348708"/>
                  </a:lnTo>
                  <a:close/>
                  <a:moveTo>
                    <a:pt x="805785" y="345470"/>
                  </a:moveTo>
                  <a:lnTo>
                    <a:pt x="793304" y="327176"/>
                  </a:lnTo>
                  <a:lnTo>
                    <a:pt x="770048" y="336432"/>
                  </a:lnTo>
                  <a:close/>
                  <a:moveTo>
                    <a:pt x="864822" y="345416"/>
                  </a:moveTo>
                  <a:lnTo>
                    <a:pt x="882880" y="368071"/>
                  </a:lnTo>
                  <a:lnTo>
                    <a:pt x="860429" y="359234"/>
                  </a:lnTo>
                  <a:close/>
                  <a:moveTo>
                    <a:pt x="929778" y="367490"/>
                  </a:moveTo>
                  <a:lnTo>
                    <a:pt x="882880" y="368071"/>
                  </a:lnTo>
                  <a:lnTo>
                    <a:pt x="916375" y="367927"/>
                  </a:lnTo>
                  <a:close/>
                  <a:moveTo>
                    <a:pt x="929778" y="367490"/>
                  </a:moveTo>
                  <a:lnTo>
                    <a:pt x="896986" y="369462"/>
                  </a:lnTo>
                  <a:lnTo>
                    <a:pt x="882880" y="368071"/>
                  </a:lnTo>
                  <a:close/>
                  <a:moveTo>
                    <a:pt x="951088" y="350958"/>
                  </a:moveTo>
                  <a:lnTo>
                    <a:pt x="929778" y="367490"/>
                  </a:lnTo>
                  <a:lnTo>
                    <a:pt x="986427" y="358508"/>
                  </a:lnTo>
                  <a:close/>
                  <a:moveTo>
                    <a:pt x="842811" y="175124"/>
                  </a:moveTo>
                  <a:lnTo>
                    <a:pt x="837559" y="198839"/>
                  </a:lnTo>
                  <a:lnTo>
                    <a:pt x="843065" y="211879"/>
                  </a:lnTo>
                  <a:close/>
                  <a:moveTo>
                    <a:pt x="869422" y="170198"/>
                  </a:moveTo>
                  <a:lnTo>
                    <a:pt x="837559" y="198839"/>
                  </a:lnTo>
                  <a:lnTo>
                    <a:pt x="842811" y="175124"/>
                  </a:lnTo>
                  <a:close/>
                  <a:moveTo>
                    <a:pt x="840371" y="186156"/>
                  </a:moveTo>
                  <a:lnTo>
                    <a:pt x="837559" y="198839"/>
                  </a:lnTo>
                  <a:lnTo>
                    <a:pt x="869422" y="170198"/>
                  </a:lnTo>
                  <a:close/>
                  <a:moveTo>
                    <a:pt x="1014050" y="341716"/>
                  </a:moveTo>
                  <a:lnTo>
                    <a:pt x="1005158" y="332328"/>
                  </a:lnTo>
                  <a:lnTo>
                    <a:pt x="986427" y="358508"/>
                  </a:lnTo>
                  <a:close/>
                  <a:moveTo>
                    <a:pt x="1014050" y="341716"/>
                  </a:moveTo>
                  <a:lnTo>
                    <a:pt x="1035177" y="324532"/>
                  </a:lnTo>
                  <a:lnTo>
                    <a:pt x="1005158" y="332328"/>
                  </a:lnTo>
                  <a:close/>
                  <a:moveTo>
                    <a:pt x="773424" y="60429"/>
                  </a:moveTo>
                  <a:lnTo>
                    <a:pt x="808256" y="66084"/>
                  </a:lnTo>
                  <a:lnTo>
                    <a:pt x="829216" y="48240"/>
                  </a:lnTo>
                  <a:close/>
                  <a:moveTo>
                    <a:pt x="1048212" y="272517"/>
                  </a:moveTo>
                  <a:lnTo>
                    <a:pt x="1063568" y="284780"/>
                  </a:lnTo>
                  <a:lnTo>
                    <a:pt x="1050490" y="270594"/>
                  </a:lnTo>
                  <a:close/>
                  <a:moveTo>
                    <a:pt x="1036311" y="324232"/>
                  </a:moveTo>
                  <a:lnTo>
                    <a:pt x="1060900" y="291588"/>
                  </a:lnTo>
                  <a:lnTo>
                    <a:pt x="1048212" y="272517"/>
                  </a:lnTo>
                  <a:close/>
                  <a:moveTo>
                    <a:pt x="1050490" y="270594"/>
                  </a:moveTo>
                  <a:lnTo>
                    <a:pt x="1063568" y="284780"/>
                  </a:lnTo>
                  <a:lnTo>
                    <a:pt x="1075715" y="250769"/>
                  </a:lnTo>
                  <a:close/>
                  <a:moveTo>
                    <a:pt x="833314" y="30492"/>
                  </a:moveTo>
                  <a:lnTo>
                    <a:pt x="857880" y="13309"/>
                  </a:lnTo>
                  <a:lnTo>
                    <a:pt x="847755" y="21347"/>
                  </a:lnTo>
                  <a:close/>
                  <a:moveTo>
                    <a:pt x="900389" y="13309"/>
                  </a:moveTo>
                  <a:lnTo>
                    <a:pt x="877936" y="9614"/>
                  </a:lnTo>
                  <a:lnTo>
                    <a:pt x="910018" y="15119"/>
                  </a:lnTo>
                  <a:close/>
                  <a:moveTo>
                    <a:pt x="900389" y="13309"/>
                  </a:moveTo>
                  <a:lnTo>
                    <a:pt x="910018" y="15119"/>
                  </a:lnTo>
                  <a:lnTo>
                    <a:pt x="913751" y="18942"/>
                  </a:lnTo>
                  <a:close/>
                  <a:moveTo>
                    <a:pt x="1089337" y="219084"/>
                  </a:moveTo>
                  <a:lnTo>
                    <a:pt x="1050490" y="270594"/>
                  </a:lnTo>
                  <a:lnTo>
                    <a:pt x="1075715" y="250769"/>
                  </a:lnTo>
                  <a:close/>
                  <a:moveTo>
                    <a:pt x="1089337" y="219084"/>
                  </a:moveTo>
                  <a:lnTo>
                    <a:pt x="1075715" y="250769"/>
                  </a:lnTo>
                  <a:lnTo>
                    <a:pt x="1095395" y="233839"/>
                  </a:lnTo>
                  <a:close/>
                  <a:moveTo>
                    <a:pt x="1089337" y="219084"/>
                  </a:moveTo>
                  <a:lnTo>
                    <a:pt x="1095395" y="233839"/>
                  </a:lnTo>
                  <a:lnTo>
                    <a:pt x="1091766" y="214576"/>
                  </a:lnTo>
                  <a:close/>
                  <a:moveTo>
                    <a:pt x="1091766" y="214576"/>
                  </a:moveTo>
                  <a:lnTo>
                    <a:pt x="1095395" y="233839"/>
                  </a:lnTo>
                  <a:lnTo>
                    <a:pt x="1102613" y="226761"/>
                  </a:lnTo>
                  <a:close/>
                  <a:moveTo>
                    <a:pt x="1091766" y="214576"/>
                  </a:moveTo>
                  <a:lnTo>
                    <a:pt x="1102613" y="226761"/>
                  </a:lnTo>
                  <a:lnTo>
                    <a:pt x="1121525" y="201262"/>
                  </a:lnTo>
                  <a:close/>
                  <a:moveTo>
                    <a:pt x="849160" y="10419"/>
                  </a:moveTo>
                  <a:lnTo>
                    <a:pt x="857880" y="13309"/>
                  </a:lnTo>
                  <a:lnTo>
                    <a:pt x="877936" y="9614"/>
                  </a:lnTo>
                  <a:close/>
                  <a:moveTo>
                    <a:pt x="877936" y="9614"/>
                  </a:moveTo>
                  <a:lnTo>
                    <a:pt x="900389" y="13309"/>
                  </a:lnTo>
                  <a:lnTo>
                    <a:pt x="895295" y="0"/>
                  </a:lnTo>
                  <a:close/>
                  <a:moveTo>
                    <a:pt x="1091766" y="214576"/>
                  </a:moveTo>
                  <a:lnTo>
                    <a:pt x="1121525" y="201262"/>
                  </a:lnTo>
                  <a:lnTo>
                    <a:pt x="1139454" y="172089"/>
                  </a:lnTo>
                  <a:close/>
                  <a:moveTo>
                    <a:pt x="1144153" y="125963"/>
                  </a:moveTo>
                  <a:lnTo>
                    <a:pt x="1144264" y="162717"/>
                  </a:lnTo>
                  <a:lnTo>
                    <a:pt x="1134498" y="143146"/>
                  </a:lnTo>
                  <a:close/>
                  <a:moveTo>
                    <a:pt x="1141400" y="159098"/>
                  </a:moveTo>
                  <a:lnTo>
                    <a:pt x="1139454" y="172089"/>
                  </a:lnTo>
                  <a:lnTo>
                    <a:pt x="1144264" y="16271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65" name="Input_density__156">
              <a:extLst>
                <a:ext uri="{FF2B5EF4-FFF2-40B4-BE49-F238E27FC236}">
                  <a16:creationId xmlns:a16="http://schemas.microsoft.com/office/drawing/2014/main" id="{3203765B-8875-B100-9537-3C6B31205A4C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31457"/>
              <a:ext cx="1144264" cy="732204"/>
            </a:xfrm>
            <a:custGeom>
              <a:avLst/>
              <a:gdLst/>
              <a:ahLst/>
              <a:cxnLst/>
              <a:rect l="0" t="0" r="0" b="0"/>
              <a:pathLst>
                <a:path w="1144264" h="732204">
                  <a:moveTo>
                    <a:pt x="112821" y="663362"/>
                  </a:moveTo>
                  <a:lnTo>
                    <a:pt x="108445" y="655551"/>
                  </a:lnTo>
                  <a:lnTo>
                    <a:pt x="90979" y="686456"/>
                  </a:lnTo>
                  <a:close/>
                  <a:moveTo>
                    <a:pt x="112821" y="663362"/>
                  </a:moveTo>
                  <a:lnTo>
                    <a:pt x="116850" y="658607"/>
                  </a:lnTo>
                  <a:lnTo>
                    <a:pt x="138363" y="642835"/>
                  </a:lnTo>
                  <a:close/>
                  <a:moveTo>
                    <a:pt x="12536" y="517749"/>
                  </a:moveTo>
                  <a:lnTo>
                    <a:pt x="15796" y="513386"/>
                  </a:lnTo>
                  <a:lnTo>
                    <a:pt x="0" y="553097"/>
                  </a:lnTo>
                  <a:close/>
                  <a:moveTo>
                    <a:pt x="527104" y="714830"/>
                  </a:moveTo>
                  <a:lnTo>
                    <a:pt x="561018" y="717050"/>
                  </a:lnTo>
                  <a:lnTo>
                    <a:pt x="533211" y="721596"/>
                  </a:lnTo>
                  <a:close/>
                  <a:moveTo>
                    <a:pt x="561018" y="717050"/>
                  </a:moveTo>
                  <a:lnTo>
                    <a:pt x="570550" y="718328"/>
                  </a:lnTo>
                  <a:lnTo>
                    <a:pt x="533211" y="721596"/>
                  </a:lnTo>
                  <a:close/>
                  <a:moveTo>
                    <a:pt x="369123" y="401687"/>
                  </a:moveTo>
                  <a:lnTo>
                    <a:pt x="319324" y="429153"/>
                  </a:lnTo>
                  <a:lnTo>
                    <a:pt x="316582" y="426028"/>
                  </a:lnTo>
                  <a:close/>
                  <a:moveTo>
                    <a:pt x="587265" y="718975"/>
                  </a:moveTo>
                  <a:lnTo>
                    <a:pt x="533211" y="721596"/>
                  </a:lnTo>
                  <a:lnTo>
                    <a:pt x="570550" y="718328"/>
                  </a:lnTo>
                  <a:close/>
                  <a:moveTo>
                    <a:pt x="587265" y="718975"/>
                  </a:moveTo>
                  <a:lnTo>
                    <a:pt x="557483" y="732204"/>
                  </a:lnTo>
                  <a:lnTo>
                    <a:pt x="533211" y="721596"/>
                  </a:lnTo>
                  <a:close/>
                  <a:moveTo>
                    <a:pt x="598237" y="707282"/>
                  </a:moveTo>
                  <a:lnTo>
                    <a:pt x="587265" y="718975"/>
                  </a:lnTo>
                  <a:lnTo>
                    <a:pt x="570550" y="718328"/>
                  </a:lnTo>
                  <a:close/>
                  <a:moveTo>
                    <a:pt x="490195" y="605200"/>
                  </a:moveTo>
                  <a:lnTo>
                    <a:pt x="438523" y="610158"/>
                  </a:lnTo>
                  <a:lnTo>
                    <a:pt x="480596" y="603042"/>
                  </a:lnTo>
                  <a:close/>
                  <a:moveTo>
                    <a:pt x="502101" y="597017"/>
                  </a:moveTo>
                  <a:lnTo>
                    <a:pt x="490195" y="605200"/>
                  </a:lnTo>
                  <a:lnTo>
                    <a:pt x="480596" y="603042"/>
                  </a:lnTo>
                  <a:close/>
                  <a:moveTo>
                    <a:pt x="490195" y="605200"/>
                  </a:moveTo>
                  <a:lnTo>
                    <a:pt x="502101" y="597017"/>
                  </a:lnTo>
                  <a:lnTo>
                    <a:pt x="501767" y="585830"/>
                  </a:lnTo>
                  <a:close/>
                  <a:moveTo>
                    <a:pt x="539676" y="582098"/>
                  </a:moveTo>
                  <a:lnTo>
                    <a:pt x="533177" y="579834"/>
                  </a:lnTo>
                  <a:lnTo>
                    <a:pt x="519265" y="589311"/>
                  </a:lnTo>
                  <a:close/>
                  <a:moveTo>
                    <a:pt x="501767" y="585830"/>
                  </a:moveTo>
                  <a:lnTo>
                    <a:pt x="502101" y="597017"/>
                  </a:lnTo>
                  <a:lnTo>
                    <a:pt x="519265" y="589311"/>
                  </a:lnTo>
                  <a:close/>
                  <a:moveTo>
                    <a:pt x="508239" y="576457"/>
                  </a:moveTo>
                  <a:lnTo>
                    <a:pt x="501767" y="585830"/>
                  </a:lnTo>
                  <a:lnTo>
                    <a:pt x="519265" y="589311"/>
                  </a:lnTo>
                  <a:close/>
                  <a:moveTo>
                    <a:pt x="570982" y="561889"/>
                  </a:moveTo>
                  <a:lnTo>
                    <a:pt x="539676" y="582098"/>
                  </a:lnTo>
                  <a:lnTo>
                    <a:pt x="519265" y="589311"/>
                  </a:lnTo>
                  <a:close/>
                  <a:moveTo>
                    <a:pt x="500761" y="452289"/>
                  </a:moveTo>
                  <a:lnTo>
                    <a:pt x="505728" y="442491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49582" y="414037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77683" y="398447"/>
                  </a:lnTo>
                  <a:lnTo>
                    <a:pt x="549582" y="414037"/>
                  </a:lnTo>
                  <a:close/>
                  <a:moveTo>
                    <a:pt x="696961" y="495125"/>
                  </a:moveTo>
                  <a:lnTo>
                    <a:pt x="712268" y="505391"/>
                  </a:lnTo>
                  <a:lnTo>
                    <a:pt x="702407" y="491529"/>
                  </a:lnTo>
                  <a:close/>
                  <a:moveTo>
                    <a:pt x="709328" y="512996"/>
                  </a:moveTo>
                  <a:lnTo>
                    <a:pt x="712268" y="505391"/>
                  </a:lnTo>
                  <a:lnTo>
                    <a:pt x="696961" y="495125"/>
                  </a:lnTo>
                  <a:close/>
                  <a:moveTo>
                    <a:pt x="676977" y="516618"/>
                  </a:moveTo>
                  <a:lnTo>
                    <a:pt x="709328" y="512996"/>
                  </a:lnTo>
                  <a:lnTo>
                    <a:pt x="696961" y="495125"/>
                  </a:lnTo>
                  <a:close/>
                  <a:moveTo>
                    <a:pt x="963247" y="358436"/>
                  </a:moveTo>
                  <a:lnTo>
                    <a:pt x="929778" y="357876"/>
                  </a:lnTo>
                  <a:lnTo>
                    <a:pt x="916375" y="358314"/>
                  </a:lnTo>
                  <a:close/>
                  <a:moveTo>
                    <a:pt x="929778" y="357876"/>
                  </a:moveTo>
                  <a:lnTo>
                    <a:pt x="963247" y="358436"/>
                  </a:lnTo>
                  <a:lnTo>
                    <a:pt x="986427" y="348894"/>
                  </a:lnTo>
                  <a:close/>
                  <a:moveTo>
                    <a:pt x="970614" y="349285"/>
                  </a:moveTo>
                  <a:lnTo>
                    <a:pt x="986427" y="348894"/>
                  </a:lnTo>
                  <a:lnTo>
                    <a:pt x="963247" y="358436"/>
                  </a:lnTo>
                  <a:close/>
                  <a:moveTo>
                    <a:pt x="1035177" y="314919"/>
                  </a:moveTo>
                  <a:lnTo>
                    <a:pt x="1014050" y="332102"/>
                  </a:lnTo>
                  <a:lnTo>
                    <a:pt x="1036311" y="314618"/>
                  </a:lnTo>
                  <a:close/>
                  <a:moveTo>
                    <a:pt x="895879" y="163292"/>
                  </a:moveTo>
                  <a:lnTo>
                    <a:pt x="840371" y="176542"/>
                  </a:lnTo>
                  <a:lnTo>
                    <a:pt x="869422" y="160584"/>
                  </a:lnTo>
                  <a:close/>
                  <a:moveTo>
                    <a:pt x="813264" y="38062"/>
                  </a:moveTo>
                  <a:lnTo>
                    <a:pt x="833314" y="20878"/>
                  </a:lnTo>
                  <a:lnTo>
                    <a:pt x="829216" y="38626"/>
                  </a:lnTo>
                  <a:close/>
                  <a:moveTo>
                    <a:pt x="1060900" y="281974"/>
                  </a:moveTo>
                  <a:lnTo>
                    <a:pt x="1063568" y="275166"/>
                  </a:lnTo>
                  <a:lnTo>
                    <a:pt x="1048212" y="262903"/>
                  </a:lnTo>
                  <a:close/>
                  <a:moveTo>
                    <a:pt x="1075715" y="241155"/>
                  </a:moveTo>
                  <a:lnTo>
                    <a:pt x="1099987" y="227899"/>
                  </a:lnTo>
                  <a:lnTo>
                    <a:pt x="1095395" y="224225"/>
                  </a:lnTo>
                  <a:close/>
                  <a:moveTo>
                    <a:pt x="833314" y="20878"/>
                  </a:moveTo>
                  <a:lnTo>
                    <a:pt x="847755" y="11733"/>
                  </a:lnTo>
                  <a:lnTo>
                    <a:pt x="829216" y="38626"/>
                  </a:lnTo>
                  <a:close/>
                  <a:moveTo>
                    <a:pt x="857880" y="3695"/>
                  </a:moveTo>
                  <a:lnTo>
                    <a:pt x="833314" y="20878"/>
                  </a:lnTo>
                  <a:lnTo>
                    <a:pt x="877936" y="0"/>
                  </a:lnTo>
                  <a:close/>
                  <a:moveTo>
                    <a:pt x="1133456" y="170287"/>
                  </a:moveTo>
                  <a:lnTo>
                    <a:pt x="1139454" y="162475"/>
                  </a:lnTo>
                  <a:lnTo>
                    <a:pt x="1121525" y="191648"/>
                  </a:lnTo>
                  <a:close/>
                  <a:moveTo>
                    <a:pt x="1133456" y="170287"/>
                  </a:moveTo>
                  <a:lnTo>
                    <a:pt x="1144264" y="153103"/>
                  </a:lnTo>
                  <a:lnTo>
                    <a:pt x="1139454" y="16247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66" name="Input_density__157">
              <a:extLst>
                <a:ext uri="{FF2B5EF4-FFF2-40B4-BE49-F238E27FC236}">
                  <a16:creationId xmlns:a16="http://schemas.microsoft.com/office/drawing/2014/main" id="{2850BCE0-18AA-6A0A-52E1-096EFEAA80C0}"/>
                </a:ext>
              </a:extLst>
            </p:cNvPr>
            <p:cNvSpPr>
              <a:spLocks noGrp="1"/>
            </p:cNvSpPr>
            <p:nvPr/>
          </p:nvSpPr>
          <p:spPr>
            <a:xfrm>
              <a:off x="1228366" y="2323297"/>
              <a:ext cx="15867" cy="27135"/>
            </a:xfrm>
            <a:custGeom>
              <a:avLst/>
              <a:gdLst/>
              <a:ahLst/>
              <a:cxnLst/>
              <a:rect l="0" t="0" r="0" b="0"/>
              <a:pathLst>
                <a:path w="15867" h="27135">
                  <a:moveTo>
                    <a:pt x="15867" y="0"/>
                  </a:moveTo>
                  <a:lnTo>
                    <a:pt x="0" y="27135"/>
                  </a:lnTo>
                  <a:lnTo>
                    <a:pt x="10972" y="15442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67" name="Input_density__158">
              <a:extLst>
                <a:ext uri="{FF2B5EF4-FFF2-40B4-BE49-F238E27FC236}">
                  <a16:creationId xmlns:a16="http://schemas.microsoft.com/office/drawing/2014/main" id="{48F08A89-93E1-185B-F388-734817143520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632262"/>
              <a:ext cx="1254611" cy="830338"/>
            </a:xfrm>
            <a:custGeom>
              <a:avLst/>
              <a:gdLst/>
              <a:ahLst/>
              <a:cxnLst/>
              <a:rect l="0" t="0" r="0" b="0"/>
              <a:pathLst>
                <a:path w="1254611" h="830338">
                  <a:moveTo>
                    <a:pt x="5924" y="576128"/>
                  </a:moveTo>
                  <a:lnTo>
                    <a:pt x="40589" y="606231"/>
                  </a:lnTo>
                  <a:lnTo>
                    <a:pt x="17131" y="580785"/>
                  </a:lnTo>
                  <a:close/>
                  <a:moveTo>
                    <a:pt x="0" y="569476"/>
                  </a:moveTo>
                  <a:lnTo>
                    <a:pt x="5924" y="576128"/>
                  </a:lnTo>
                  <a:lnTo>
                    <a:pt x="17131" y="580785"/>
                  </a:lnTo>
                  <a:close/>
                  <a:moveTo>
                    <a:pt x="71652" y="639275"/>
                  </a:moveTo>
                  <a:lnTo>
                    <a:pt x="116518" y="674635"/>
                  </a:lnTo>
                  <a:lnTo>
                    <a:pt x="93840" y="665983"/>
                  </a:lnTo>
                  <a:close/>
                  <a:moveTo>
                    <a:pt x="64666" y="633935"/>
                  </a:moveTo>
                  <a:lnTo>
                    <a:pt x="74758" y="642986"/>
                  </a:lnTo>
                  <a:lnTo>
                    <a:pt x="71652" y="639275"/>
                  </a:lnTo>
                  <a:close/>
                  <a:moveTo>
                    <a:pt x="125792" y="577601"/>
                  </a:moveTo>
                  <a:lnTo>
                    <a:pt x="124822" y="541856"/>
                  </a:lnTo>
                  <a:lnTo>
                    <a:pt x="96504" y="560555"/>
                  </a:lnTo>
                  <a:close/>
                  <a:moveTo>
                    <a:pt x="125792" y="577601"/>
                  </a:moveTo>
                  <a:lnTo>
                    <a:pt x="138875" y="566029"/>
                  </a:lnTo>
                  <a:lnTo>
                    <a:pt x="126566" y="535109"/>
                  </a:lnTo>
                  <a:close/>
                  <a:moveTo>
                    <a:pt x="317434" y="763692"/>
                  </a:moveTo>
                  <a:lnTo>
                    <a:pt x="378208" y="770133"/>
                  </a:lnTo>
                  <a:lnTo>
                    <a:pt x="341870" y="758846"/>
                  </a:lnTo>
                  <a:close/>
                  <a:moveTo>
                    <a:pt x="395747" y="789144"/>
                  </a:moveTo>
                  <a:lnTo>
                    <a:pt x="408089" y="757277"/>
                  </a:lnTo>
                  <a:lnTo>
                    <a:pt x="378208" y="770133"/>
                  </a:lnTo>
                  <a:close/>
                  <a:moveTo>
                    <a:pt x="310851" y="738456"/>
                  </a:moveTo>
                  <a:lnTo>
                    <a:pt x="305831" y="755639"/>
                  </a:lnTo>
                  <a:lnTo>
                    <a:pt x="317434" y="763692"/>
                  </a:lnTo>
                  <a:close/>
                  <a:moveTo>
                    <a:pt x="310851" y="738456"/>
                  </a:moveTo>
                  <a:lnTo>
                    <a:pt x="281305" y="718884"/>
                  </a:lnTo>
                  <a:lnTo>
                    <a:pt x="305831" y="755639"/>
                  </a:lnTo>
                  <a:close/>
                  <a:moveTo>
                    <a:pt x="221538" y="643432"/>
                  </a:moveTo>
                  <a:lnTo>
                    <a:pt x="221656" y="654747"/>
                  </a:lnTo>
                  <a:lnTo>
                    <a:pt x="235696" y="645374"/>
                  </a:lnTo>
                  <a:close/>
                  <a:moveTo>
                    <a:pt x="443585" y="765414"/>
                  </a:moveTo>
                  <a:lnTo>
                    <a:pt x="425864" y="727526"/>
                  </a:lnTo>
                  <a:lnTo>
                    <a:pt x="408089" y="757277"/>
                  </a:lnTo>
                  <a:close/>
                  <a:moveTo>
                    <a:pt x="555643" y="785163"/>
                  </a:moveTo>
                  <a:lnTo>
                    <a:pt x="520001" y="830338"/>
                  </a:lnTo>
                  <a:lnTo>
                    <a:pt x="549475" y="815960"/>
                  </a:lnTo>
                  <a:close/>
                  <a:moveTo>
                    <a:pt x="431635" y="715221"/>
                  </a:moveTo>
                  <a:lnTo>
                    <a:pt x="415001" y="683997"/>
                  </a:lnTo>
                  <a:lnTo>
                    <a:pt x="436061" y="704089"/>
                  </a:lnTo>
                  <a:close/>
                  <a:moveTo>
                    <a:pt x="415001" y="683997"/>
                  </a:moveTo>
                  <a:lnTo>
                    <a:pt x="410660" y="642779"/>
                  </a:lnTo>
                  <a:lnTo>
                    <a:pt x="433226" y="667334"/>
                  </a:lnTo>
                  <a:close/>
                  <a:moveTo>
                    <a:pt x="285319" y="484426"/>
                  </a:moveTo>
                  <a:lnTo>
                    <a:pt x="318425" y="478774"/>
                  </a:lnTo>
                  <a:lnTo>
                    <a:pt x="313680" y="488457"/>
                  </a:lnTo>
                  <a:close/>
                  <a:moveTo>
                    <a:pt x="313680" y="488457"/>
                  </a:moveTo>
                  <a:lnTo>
                    <a:pt x="320258" y="485628"/>
                  </a:lnTo>
                  <a:lnTo>
                    <a:pt x="290463" y="524991"/>
                  </a:lnTo>
                  <a:close/>
                  <a:moveTo>
                    <a:pt x="605901" y="726646"/>
                  </a:moveTo>
                  <a:lnTo>
                    <a:pt x="570010" y="728736"/>
                  </a:lnTo>
                  <a:lnTo>
                    <a:pt x="561532" y="764831"/>
                  </a:lnTo>
                  <a:close/>
                  <a:moveTo>
                    <a:pt x="474881" y="593800"/>
                  </a:moveTo>
                  <a:lnTo>
                    <a:pt x="514924" y="612190"/>
                  </a:lnTo>
                  <a:lnTo>
                    <a:pt x="494703" y="559457"/>
                  </a:lnTo>
                  <a:close/>
                  <a:moveTo>
                    <a:pt x="366066" y="436112"/>
                  </a:moveTo>
                  <a:lnTo>
                    <a:pt x="424162" y="452814"/>
                  </a:lnTo>
                  <a:lnTo>
                    <a:pt x="427801" y="446144"/>
                  </a:lnTo>
                  <a:close/>
                  <a:moveTo>
                    <a:pt x="319925" y="349139"/>
                  </a:moveTo>
                  <a:lnTo>
                    <a:pt x="291508" y="356111"/>
                  </a:lnTo>
                  <a:lnTo>
                    <a:pt x="306320" y="337308"/>
                  </a:lnTo>
                  <a:close/>
                  <a:moveTo>
                    <a:pt x="306320" y="337308"/>
                  </a:moveTo>
                  <a:lnTo>
                    <a:pt x="317139" y="356111"/>
                  </a:lnTo>
                  <a:lnTo>
                    <a:pt x="319925" y="349139"/>
                  </a:lnTo>
                  <a:close/>
                  <a:moveTo>
                    <a:pt x="588873" y="713401"/>
                  </a:moveTo>
                  <a:lnTo>
                    <a:pt x="612320" y="721427"/>
                  </a:lnTo>
                  <a:lnTo>
                    <a:pt x="604069" y="745794"/>
                  </a:lnTo>
                  <a:close/>
                  <a:moveTo>
                    <a:pt x="626095" y="531240"/>
                  </a:moveTo>
                  <a:lnTo>
                    <a:pt x="615817" y="579029"/>
                  </a:lnTo>
                  <a:lnTo>
                    <a:pt x="621450" y="575652"/>
                  </a:lnTo>
                  <a:close/>
                  <a:moveTo>
                    <a:pt x="602052" y="568445"/>
                  </a:moveTo>
                  <a:lnTo>
                    <a:pt x="615817" y="579029"/>
                  </a:lnTo>
                  <a:lnTo>
                    <a:pt x="626095" y="531240"/>
                  </a:lnTo>
                  <a:close/>
                  <a:moveTo>
                    <a:pt x="626095" y="531240"/>
                  </a:moveTo>
                  <a:lnTo>
                    <a:pt x="621450" y="575652"/>
                  </a:lnTo>
                  <a:lnTo>
                    <a:pt x="656777" y="578131"/>
                  </a:lnTo>
                  <a:close/>
                  <a:moveTo>
                    <a:pt x="522911" y="426709"/>
                  </a:moveTo>
                  <a:lnTo>
                    <a:pt x="528641" y="381600"/>
                  </a:lnTo>
                  <a:lnTo>
                    <a:pt x="503556" y="412386"/>
                  </a:lnTo>
                  <a:close/>
                  <a:moveTo>
                    <a:pt x="672845" y="386080"/>
                  </a:moveTo>
                  <a:lnTo>
                    <a:pt x="690894" y="397642"/>
                  </a:lnTo>
                  <a:lnTo>
                    <a:pt x="677227" y="370994"/>
                  </a:lnTo>
                  <a:close/>
                  <a:moveTo>
                    <a:pt x="810804" y="489428"/>
                  </a:moveTo>
                  <a:lnTo>
                    <a:pt x="814989" y="441278"/>
                  </a:lnTo>
                  <a:lnTo>
                    <a:pt x="767777" y="460392"/>
                  </a:lnTo>
                  <a:close/>
                  <a:moveTo>
                    <a:pt x="756321" y="372392"/>
                  </a:moveTo>
                  <a:lnTo>
                    <a:pt x="793477" y="400030"/>
                  </a:lnTo>
                  <a:lnTo>
                    <a:pt x="770597" y="374728"/>
                  </a:lnTo>
                  <a:close/>
                  <a:moveTo>
                    <a:pt x="756321" y="372392"/>
                  </a:moveTo>
                  <a:lnTo>
                    <a:pt x="751400" y="363276"/>
                  </a:lnTo>
                  <a:lnTo>
                    <a:pt x="742489" y="365842"/>
                  </a:lnTo>
                  <a:close/>
                  <a:moveTo>
                    <a:pt x="756321" y="372392"/>
                  </a:moveTo>
                  <a:lnTo>
                    <a:pt x="770597" y="374728"/>
                  </a:lnTo>
                  <a:lnTo>
                    <a:pt x="751400" y="363276"/>
                  </a:lnTo>
                  <a:close/>
                  <a:moveTo>
                    <a:pt x="1022176" y="596250"/>
                  </a:moveTo>
                  <a:lnTo>
                    <a:pt x="1000700" y="612162"/>
                  </a:lnTo>
                  <a:lnTo>
                    <a:pt x="1056675" y="600659"/>
                  </a:lnTo>
                  <a:close/>
                  <a:moveTo>
                    <a:pt x="793477" y="400030"/>
                  </a:moveTo>
                  <a:lnTo>
                    <a:pt x="816615" y="422206"/>
                  </a:lnTo>
                  <a:lnTo>
                    <a:pt x="821934" y="390884"/>
                  </a:lnTo>
                  <a:close/>
                  <a:moveTo>
                    <a:pt x="816615" y="422206"/>
                  </a:moveTo>
                  <a:lnTo>
                    <a:pt x="832032" y="400030"/>
                  </a:lnTo>
                  <a:lnTo>
                    <a:pt x="821934" y="390884"/>
                  </a:lnTo>
                  <a:close/>
                  <a:moveTo>
                    <a:pt x="751400" y="363276"/>
                  </a:moveTo>
                  <a:lnTo>
                    <a:pt x="770597" y="374728"/>
                  </a:lnTo>
                  <a:lnTo>
                    <a:pt x="774667" y="357477"/>
                  </a:lnTo>
                  <a:close/>
                  <a:moveTo>
                    <a:pt x="821934" y="390884"/>
                  </a:moveTo>
                  <a:lnTo>
                    <a:pt x="770597" y="374728"/>
                  </a:lnTo>
                  <a:lnTo>
                    <a:pt x="793477" y="400030"/>
                  </a:lnTo>
                  <a:close/>
                  <a:moveTo>
                    <a:pt x="774667" y="357477"/>
                  </a:moveTo>
                  <a:lnTo>
                    <a:pt x="770597" y="374728"/>
                  </a:lnTo>
                  <a:lnTo>
                    <a:pt x="821934" y="390884"/>
                  </a:lnTo>
                  <a:close/>
                  <a:moveTo>
                    <a:pt x="814864" y="351885"/>
                  </a:moveTo>
                  <a:lnTo>
                    <a:pt x="821934" y="390884"/>
                  </a:lnTo>
                  <a:lnTo>
                    <a:pt x="845004" y="354470"/>
                  </a:lnTo>
                  <a:close/>
                  <a:moveTo>
                    <a:pt x="732734" y="357740"/>
                  </a:moveTo>
                  <a:lnTo>
                    <a:pt x="751400" y="363276"/>
                  </a:lnTo>
                  <a:lnTo>
                    <a:pt x="782130" y="321640"/>
                  </a:lnTo>
                  <a:close/>
                  <a:moveTo>
                    <a:pt x="814864" y="351885"/>
                  </a:moveTo>
                  <a:lnTo>
                    <a:pt x="845004" y="354470"/>
                  </a:lnTo>
                  <a:lnTo>
                    <a:pt x="819116" y="335346"/>
                  </a:lnTo>
                  <a:close/>
                  <a:moveTo>
                    <a:pt x="845004" y="354470"/>
                  </a:moveTo>
                  <a:lnTo>
                    <a:pt x="853223" y="338289"/>
                  </a:lnTo>
                  <a:lnTo>
                    <a:pt x="819116" y="335346"/>
                  </a:lnTo>
                  <a:close/>
                  <a:moveTo>
                    <a:pt x="782130" y="321640"/>
                  </a:moveTo>
                  <a:lnTo>
                    <a:pt x="819116" y="335346"/>
                  </a:lnTo>
                  <a:lnTo>
                    <a:pt x="842009" y="324733"/>
                  </a:lnTo>
                  <a:close/>
                  <a:moveTo>
                    <a:pt x="853223" y="338289"/>
                  </a:moveTo>
                  <a:lnTo>
                    <a:pt x="870180" y="292154"/>
                  </a:lnTo>
                  <a:lnTo>
                    <a:pt x="865976" y="292674"/>
                  </a:lnTo>
                  <a:close/>
                  <a:moveTo>
                    <a:pt x="906515" y="316757"/>
                  </a:moveTo>
                  <a:lnTo>
                    <a:pt x="870180" y="292154"/>
                  </a:lnTo>
                  <a:lnTo>
                    <a:pt x="853223" y="338289"/>
                  </a:lnTo>
                  <a:close/>
                  <a:moveTo>
                    <a:pt x="852266" y="259073"/>
                  </a:moveTo>
                  <a:lnTo>
                    <a:pt x="847109" y="255399"/>
                  </a:lnTo>
                  <a:lnTo>
                    <a:pt x="865125" y="292154"/>
                  </a:lnTo>
                  <a:close/>
                  <a:moveTo>
                    <a:pt x="847109" y="255399"/>
                  </a:moveTo>
                  <a:lnTo>
                    <a:pt x="852266" y="259073"/>
                  </a:lnTo>
                  <a:lnTo>
                    <a:pt x="854163" y="245598"/>
                  </a:lnTo>
                  <a:close/>
                  <a:moveTo>
                    <a:pt x="870180" y="292154"/>
                  </a:moveTo>
                  <a:lnTo>
                    <a:pt x="906515" y="316757"/>
                  </a:lnTo>
                  <a:lnTo>
                    <a:pt x="868116" y="290934"/>
                  </a:lnTo>
                  <a:close/>
                  <a:moveTo>
                    <a:pt x="854163" y="245598"/>
                  </a:moveTo>
                  <a:lnTo>
                    <a:pt x="909031" y="229955"/>
                  </a:lnTo>
                  <a:lnTo>
                    <a:pt x="870943" y="212127"/>
                  </a:lnTo>
                  <a:close/>
                  <a:moveTo>
                    <a:pt x="973418" y="348480"/>
                  </a:moveTo>
                  <a:lnTo>
                    <a:pt x="973640" y="348816"/>
                  </a:lnTo>
                  <a:lnTo>
                    <a:pt x="974127" y="348760"/>
                  </a:lnTo>
                  <a:close/>
                  <a:moveTo>
                    <a:pt x="1010197" y="359043"/>
                  </a:moveTo>
                  <a:lnTo>
                    <a:pt x="974127" y="348760"/>
                  </a:lnTo>
                  <a:lnTo>
                    <a:pt x="973640" y="348816"/>
                  </a:lnTo>
                  <a:close/>
                  <a:moveTo>
                    <a:pt x="973418" y="348480"/>
                  </a:moveTo>
                  <a:lnTo>
                    <a:pt x="974127" y="348760"/>
                  </a:lnTo>
                  <a:lnTo>
                    <a:pt x="974792" y="347879"/>
                  </a:lnTo>
                  <a:close/>
                  <a:moveTo>
                    <a:pt x="1022904" y="335853"/>
                  </a:moveTo>
                  <a:lnTo>
                    <a:pt x="974127" y="348760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974792" y="347879"/>
                  </a:lnTo>
                  <a:lnTo>
                    <a:pt x="974127" y="348760"/>
                  </a:lnTo>
                  <a:close/>
                  <a:moveTo>
                    <a:pt x="1022904" y="335853"/>
                  </a:moveTo>
                  <a:lnTo>
                    <a:pt x="1027592" y="327873"/>
                  </a:lnTo>
                  <a:lnTo>
                    <a:pt x="993645" y="325527"/>
                  </a:lnTo>
                  <a:close/>
                  <a:moveTo>
                    <a:pt x="1010197" y="359043"/>
                  </a:moveTo>
                  <a:lnTo>
                    <a:pt x="1038229" y="331297"/>
                  </a:lnTo>
                  <a:lnTo>
                    <a:pt x="1022904" y="335853"/>
                  </a:lnTo>
                  <a:close/>
                  <a:moveTo>
                    <a:pt x="1064299" y="340539"/>
                  </a:moveTo>
                  <a:lnTo>
                    <a:pt x="1038229" y="331297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1038229" y="331297"/>
                  </a:lnTo>
                  <a:lnTo>
                    <a:pt x="1027592" y="327873"/>
                  </a:lnTo>
                  <a:close/>
                  <a:moveTo>
                    <a:pt x="912643" y="192328"/>
                  </a:moveTo>
                  <a:lnTo>
                    <a:pt x="950770" y="188420"/>
                  </a:lnTo>
                  <a:lnTo>
                    <a:pt x="917042" y="163697"/>
                  </a:lnTo>
                  <a:close/>
                  <a:moveTo>
                    <a:pt x="1064299" y="340539"/>
                  </a:moveTo>
                  <a:lnTo>
                    <a:pt x="1074665" y="320860"/>
                  </a:lnTo>
                  <a:lnTo>
                    <a:pt x="1038229" y="331297"/>
                  </a:lnTo>
                  <a:close/>
                  <a:moveTo>
                    <a:pt x="1064299" y="340539"/>
                  </a:moveTo>
                  <a:lnTo>
                    <a:pt x="1098704" y="314114"/>
                  </a:lnTo>
                  <a:lnTo>
                    <a:pt x="1074665" y="320860"/>
                  </a:lnTo>
                  <a:close/>
                  <a:moveTo>
                    <a:pt x="1118368" y="321910"/>
                  </a:moveTo>
                  <a:lnTo>
                    <a:pt x="1098704" y="314114"/>
                  </a:lnTo>
                  <a:lnTo>
                    <a:pt x="1064299" y="340539"/>
                  </a:lnTo>
                  <a:close/>
                  <a:moveTo>
                    <a:pt x="1099638" y="348089"/>
                  </a:moveTo>
                  <a:lnTo>
                    <a:pt x="1118368" y="321910"/>
                  </a:lnTo>
                  <a:lnTo>
                    <a:pt x="1064299" y="340539"/>
                  </a:lnTo>
                  <a:close/>
                  <a:moveTo>
                    <a:pt x="1098704" y="314114"/>
                  </a:moveTo>
                  <a:lnTo>
                    <a:pt x="1118368" y="321910"/>
                  </a:lnTo>
                  <a:lnTo>
                    <a:pt x="1122020" y="309450"/>
                  </a:lnTo>
                  <a:close/>
                  <a:moveTo>
                    <a:pt x="1122020" y="309450"/>
                  </a:moveTo>
                  <a:lnTo>
                    <a:pt x="1118368" y="321910"/>
                  </a:lnTo>
                  <a:lnTo>
                    <a:pt x="1148388" y="314114"/>
                  </a:lnTo>
                  <a:close/>
                  <a:moveTo>
                    <a:pt x="1122020" y="309450"/>
                  </a:moveTo>
                  <a:lnTo>
                    <a:pt x="1148388" y="314114"/>
                  </a:lnTo>
                  <a:lnTo>
                    <a:pt x="1129048" y="265631"/>
                  </a:lnTo>
                  <a:close/>
                  <a:moveTo>
                    <a:pt x="1129048" y="265631"/>
                  </a:moveTo>
                  <a:lnTo>
                    <a:pt x="1148388" y="314114"/>
                  </a:lnTo>
                  <a:lnTo>
                    <a:pt x="1149522" y="313813"/>
                  </a:lnTo>
                  <a:close/>
                  <a:moveTo>
                    <a:pt x="1129048" y="265631"/>
                  </a:moveTo>
                  <a:lnTo>
                    <a:pt x="1149522" y="313813"/>
                  </a:lnTo>
                  <a:lnTo>
                    <a:pt x="1161422" y="262098"/>
                  </a:lnTo>
                  <a:close/>
                  <a:moveTo>
                    <a:pt x="875299" y="16612"/>
                  </a:moveTo>
                  <a:lnTo>
                    <a:pt x="911076" y="45185"/>
                  </a:lnTo>
                  <a:lnTo>
                    <a:pt x="919243" y="7974"/>
                  </a:lnTo>
                  <a:close/>
                  <a:moveTo>
                    <a:pt x="1161971" y="259311"/>
                  </a:moveTo>
                  <a:lnTo>
                    <a:pt x="1161422" y="262098"/>
                  </a:lnTo>
                  <a:lnTo>
                    <a:pt x="1163700" y="260175"/>
                  </a:lnTo>
                  <a:close/>
                  <a:moveTo>
                    <a:pt x="1161971" y="259311"/>
                  </a:moveTo>
                  <a:lnTo>
                    <a:pt x="1163700" y="260175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161971" y="259311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202547" y="208665"/>
                  </a:lnTo>
                  <a:lnTo>
                    <a:pt x="1171857" y="204902"/>
                  </a:lnTo>
                  <a:close/>
                  <a:moveTo>
                    <a:pt x="1202547" y="208665"/>
                  </a:moveTo>
                  <a:lnTo>
                    <a:pt x="1204977" y="204157"/>
                  </a:lnTo>
                  <a:lnTo>
                    <a:pt x="1171857" y="204902"/>
                  </a:lnTo>
                  <a:close/>
                  <a:moveTo>
                    <a:pt x="960965" y="10928"/>
                  </a:moveTo>
                  <a:lnTo>
                    <a:pt x="962371" y="0"/>
                  </a:lnTo>
                  <a:lnTo>
                    <a:pt x="946219" y="2890"/>
                  </a:lnTo>
                  <a:close/>
                  <a:moveTo>
                    <a:pt x="960965" y="10928"/>
                  </a:moveTo>
                  <a:lnTo>
                    <a:pt x="971090" y="2890"/>
                  </a:lnTo>
                  <a:lnTo>
                    <a:pt x="962371" y="0"/>
                  </a:lnTo>
                  <a:close/>
                  <a:moveTo>
                    <a:pt x="1221700" y="170474"/>
                  </a:moveTo>
                  <a:lnTo>
                    <a:pt x="1204977" y="204157"/>
                  </a:lnTo>
                  <a:lnTo>
                    <a:pt x="1252665" y="161670"/>
                  </a:lnTo>
                  <a:close/>
                  <a:moveTo>
                    <a:pt x="1254611" y="148679"/>
                  </a:moveTo>
                  <a:lnTo>
                    <a:pt x="1221700" y="170474"/>
                  </a:lnTo>
                  <a:lnTo>
                    <a:pt x="1252665" y="16167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68" name="Input_density__159">
              <a:extLst>
                <a:ext uri="{FF2B5EF4-FFF2-40B4-BE49-F238E27FC236}">
                  <a16:creationId xmlns:a16="http://schemas.microsoft.com/office/drawing/2014/main" id="{7DF2C34B-71AD-F8D2-E5B8-B7652E8364E9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582970"/>
              <a:ext cx="1254611" cy="930713"/>
            </a:xfrm>
            <a:custGeom>
              <a:avLst/>
              <a:gdLst/>
              <a:ahLst/>
              <a:cxnLst/>
              <a:rect l="0" t="0" r="0" b="0"/>
              <a:pathLst>
                <a:path w="1254611" h="930713">
                  <a:moveTo>
                    <a:pt x="71423" y="675095"/>
                  </a:moveTo>
                  <a:lnTo>
                    <a:pt x="64666" y="683228"/>
                  </a:lnTo>
                  <a:lnTo>
                    <a:pt x="71652" y="688567"/>
                  </a:lnTo>
                  <a:close/>
                  <a:moveTo>
                    <a:pt x="40589" y="655523"/>
                  </a:moveTo>
                  <a:lnTo>
                    <a:pt x="64666" y="683228"/>
                  </a:lnTo>
                  <a:lnTo>
                    <a:pt x="71423" y="675095"/>
                  </a:lnTo>
                  <a:close/>
                  <a:moveTo>
                    <a:pt x="40589" y="655523"/>
                  </a:moveTo>
                  <a:lnTo>
                    <a:pt x="57126" y="638340"/>
                  </a:lnTo>
                  <a:lnTo>
                    <a:pt x="17131" y="630077"/>
                  </a:lnTo>
                  <a:close/>
                  <a:moveTo>
                    <a:pt x="57126" y="638340"/>
                  </a:moveTo>
                  <a:lnTo>
                    <a:pt x="41007" y="623137"/>
                  </a:lnTo>
                  <a:lnTo>
                    <a:pt x="17131" y="630077"/>
                  </a:lnTo>
                  <a:close/>
                  <a:moveTo>
                    <a:pt x="7699" y="601585"/>
                  </a:moveTo>
                  <a:lnTo>
                    <a:pt x="17131" y="630077"/>
                  </a:lnTo>
                  <a:lnTo>
                    <a:pt x="41007" y="623137"/>
                  </a:lnTo>
                  <a:close/>
                  <a:moveTo>
                    <a:pt x="7699" y="601585"/>
                  </a:moveTo>
                  <a:lnTo>
                    <a:pt x="0" y="618768"/>
                  </a:lnTo>
                  <a:lnTo>
                    <a:pt x="17131" y="630077"/>
                  </a:lnTo>
                  <a:close/>
                  <a:moveTo>
                    <a:pt x="91621" y="711850"/>
                  </a:moveTo>
                  <a:lnTo>
                    <a:pt x="71652" y="688567"/>
                  </a:lnTo>
                  <a:lnTo>
                    <a:pt x="93840" y="715275"/>
                  </a:lnTo>
                  <a:close/>
                  <a:moveTo>
                    <a:pt x="92648" y="626751"/>
                  </a:moveTo>
                  <a:lnTo>
                    <a:pt x="125792" y="626893"/>
                  </a:lnTo>
                  <a:lnTo>
                    <a:pt x="96504" y="609847"/>
                  </a:lnTo>
                  <a:close/>
                  <a:moveTo>
                    <a:pt x="305831" y="804931"/>
                  </a:moveTo>
                  <a:lnTo>
                    <a:pt x="305081" y="813223"/>
                  </a:lnTo>
                  <a:lnTo>
                    <a:pt x="317434" y="812984"/>
                  </a:lnTo>
                  <a:close/>
                  <a:moveTo>
                    <a:pt x="317434" y="812984"/>
                  </a:moveTo>
                  <a:lnTo>
                    <a:pt x="359736" y="840624"/>
                  </a:lnTo>
                  <a:lnTo>
                    <a:pt x="378208" y="819425"/>
                  </a:lnTo>
                  <a:close/>
                  <a:moveTo>
                    <a:pt x="310851" y="787748"/>
                  </a:moveTo>
                  <a:lnTo>
                    <a:pt x="317434" y="812984"/>
                  </a:lnTo>
                  <a:lnTo>
                    <a:pt x="341870" y="808139"/>
                  </a:lnTo>
                  <a:close/>
                  <a:moveTo>
                    <a:pt x="265962" y="648910"/>
                  </a:moveTo>
                  <a:lnTo>
                    <a:pt x="235696" y="694666"/>
                  </a:lnTo>
                  <a:lnTo>
                    <a:pt x="251574" y="691323"/>
                  </a:lnTo>
                  <a:close/>
                  <a:moveTo>
                    <a:pt x="514004" y="930713"/>
                  </a:moveTo>
                  <a:lnTo>
                    <a:pt x="548452" y="885049"/>
                  </a:lnTo>
                  <a:lnTo>
                    <a:pt x="519564" y="881446"/>
                  </a:lnTo>
                  <a:close/>
                  <a:moveTo>
                    <a:pt x="519564" y="881446"/>
                  </a:moveTo>
                  <a:lnTo>
                    <a:pt x="548452" y="885049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26232" y="831278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61532" y="814123"/>
                  </a:lnTo>
                  <a:lnTo>
                    <a:pt x="524079" y="798666"/>
                  </a:lnTo>
                  <a:close/>
                  <a:moveTo>
                    <a:pt x="431635" y="764513"/>
                  </a:moveTo>
                  <a:lnTo>
                    <a:pt x="425864" y="776818"/>
                  </a:lnTo>
                  <a:lnTo>
                    <a:pt x="479164" y="797708"/>
                  </a:lnTo>
                  <a:close/>
                  <a:moveTo>
                    <a:pt x="137681" y="446810"/>
                  </a:moveTo>
                  <a:lnTo>
                    <a:pt x="161023" y="439770"/>
                  </a:lnTo>
                  <a:lnTo>
                    <a:pt x="139557" y="436714"/>
                  </a:lnTo>
                  <a:close/>
                  <a:moveTo>
                    <a:pt x="139557" y="436714"/>
                  </a:moveTo>
                  <a:lnTo>
                    <a:pt x="161023" y="439770"/>
                  </a:lnTo>
                  <a:lnTo>
                    <a:pt x="177105" y="388529"/>
                  </a:lnTo>
                  <a:close/>
                  <a:moveTo>
                    <a:pt x="141915" y="390050"/>
                  </a:moveTo>
                  <a:lnTo>
                    <a:pt x="139557" y="436714"/>
                  </a:lnTo>
                  <a:lnTo>
                    <a:pt x="177105" y="388529"/>
                  </a:lnTo>
                  <a:close/>
                  <a:moveTo>
                    <a:pt x="570010" y="778029"/>
                  </a:moveTo>
                  <a:lnTo>
                    <a:pt x="605901" y="775938"/>
                  </a:lnTo>
                  <a:lnTo>
                    <a:pt x="599511" y="736386"/>
                  </a:lnTo>
                  <a:close/>
                  <a:moveTo>
                    <a:pt x="324367" y="529061"/>
                  </a:moveTo>
                  <a:lnTo>
                    <a:pt x="320258" y="534920"/>
                  </a:lnTo>
                  <a:lnTo>
                    <a:pt x="362999" y="524742"/>
                  </a:lnTo>
                  <a:close/>
                  <a:moveTo>
                    <a:pt x="318425" y="528066"/>
                  </a:moveTo>
                  <a:lnTo>
                    <a:pt x="324367" y="529061"/>
                  </a:lnTo>
                  <a:lnTo>
                    <a:pt x="348342" y="515345"/>
                  </a:lnTo>
                  <a:close/>
                  <a:moveTo>
                    <a:pt x="494703" y="608750"/>
                  </a:moveTo>
                  <a:lnTo>
                    <a:pt x="514924" y="661482"/>
                  </a:lnTo>
                  <a:lnTo>
                    <a:pt x="502200" y="645505"/>
                  </a:lnTo>
                  <a:close/>
                  <a:moveTo>
                    <a:pt x="494703" y="608750"/>
                  </a:moveTo>
                  <a:lnTo>
                    <a:pt x="486712" y="612583"/>
                  </a:lnTo>
                  <a:lnTo>
                    <a:pt x="474881" y="643092"/>
                  </a:lnTo>
                  <a:close/>
                  <a:moveTo>
                    <a:pt x="394963" y="515668"/>
                  </a:moveTo>
                  <a:lnTo>
                    <a:pt x="424162" y="502106"/>
                  </a:lnTo>
                  <a:lnTo>
                    <a:pt x="366066" y="485404"/>
                  </a:lnTo>
                  <a:close/>
                  <a:moveTo>
                    <a:pt x="427801" y="495436"/>
                  </a:moveTo>
                  <a:lnTo>
                    <a:pt x="452036" y="506533"/>
                  </a:lnTo>
                  <a:lnTo>
                    <a:pt x="434663" y="498485"/>
                  </a:lnTo>
                  <a:close/>
                  <a:moveTo>
                    <a:pt x="427801" y="495436"/>
                  </a:moveTo>
                  <a:lnTo>
                    <a:pt x="434663" y="498485"/>
                  </a:lnTo>
                  <a:lnTo>
                    <a:pt x="438282" y="490627"/>
                  </a:lnTo>
                  <a:close/>
                  <a:moveTo>
                    <a:pt x="427801" y="495436"/>
                  </a:moveTo>
                  <a:lnTo>
                    <a:pt x="438282" y="490627"/>
                  </a:lnTo>
                  <a:lnTo>
                    <a:pt x="390966" y="482294"/>
                  </a:lnTo>
                  <a:close/>
                  <a:moveTo>
                    <a:pt x="656034" y="583281"/>
                  </a:moveTo>
                  <a:lnTo>
                    <a:pt x="626095" y="580532"/>
                  </a:lnTo>
                  <a:lnTo>
                    <a:pt x="656777" y="627424"/>
                  </a:lnTo>
                  <a:close/>
                  <a:moveTo>
                    <a:pt x="613972" y="500777"/>
                  </a:moveTo>
                  <a:lnTo>
                    <a:pt x="573075" y="464118"/>
                  </a:lnTo>
                  <a:lnTo>
                    <a:pt x="613877" y="500971"/>
                  </a:lnTo>
                  <a:close/>
                  <a:moveTo>
                    <a:pt x="569594" y="465137"/>
                  </a:moveTo>
                  <a:lnTo>
                    <a:pt x="567496" y="451589"/>
                  </a:lnTo>
                  <a:lnTo>
                    <a:pt x="528641" y="430892"/>
                  </a:lnTo>
                  <a:close/>
                  <a:moveTo>
                    <a:pt x="481580" y="379515"/>
                  </a:moveTo>
                  <a:lnTo>
                    <a:pt x="502583" y="390608"/>
                  </a:lnTo>
                  <a:lnTo>
                    <a:pt x="460715" y="365236"/>
                  </a:lnTo>
                  <a:close/>
                  <a:moveTo>
                    <a:pt x="445010" y="353853"/>
                  </a:moveTo>
                  <a:lnTo>
                    <a:pt x="460715" y="365236"/>
                  </a:lnTo>
                  <a:lnTo>
                    <a:pt x="415635" y="330050"/>
                  </a:lnTo>
                  <a:close/>
                  <a:moveTo>
                    <a:pt x="415635" y="330050"/>
                  </a:moveTo>
                  <a:lnTo>
                    <a:pt x="460715" y="365236"/>
                  </a:lnTo>
                  <a:lnTo>
                    <a:pt x="424798" y="334281"/>
                  </a:lnTo>
                  <a:close/>
                  <a:moveTo>
                    <a:pt x="481580" y="379515"/>
                  </a:moveTo>
                  <a:lnTo>
                    <a:pt x="460715" y="365236"/>
                  </a:lnTo>
                  <a:lnTo>
                    <a:pt x="445010" y="353853"/>
                  </a:lnTo>
                  <a:close/>
                  <a:moveTo>
                    <a:pt x="662793" y="462525"/>
                  </a:moveTo>
                  <a:lnTo>
                    <a:pt x="632575" y="446935"/>
                  </a:lnTo>
                  <a:lnTo>
                    <a:pt x="613972" y="500777"/>
                  </a:lnTo>
                  <a:close/>
                  <a:moveTo>
                    <a:pt x="528641" y="430892"/>
                  </a:moveTo>
                  <a:lnTo>
                    <a:pt x="567496" y="451589"/>
                  </a:lnTo>
                  <a:lnTo>
                    <a:pt x="583840" y="416488"/>
                  </a:lnTo>
                  <a:close/>
                  <a:moveTo>
                    <a:pt x="632575" y="446935"/>
                  </a:moveTo>
                  <a:lnTo>
                    <a:pt x="662793" y="462525"/>
                  </a:lnTo>
                  <a:lnTo>
                    <a:pt x="672845" y="435372"/>
                  </a:lnTo>
                  <a:close/>
                  <a:moveTo>
                    <a:pt x="623308" y="439476"/>
                  </a:moveTo>
                  <a:lnTo>
                    <a:pt x="672845" y="435372"/>
                  </a:lnTo>
                  <a:lnTo>
                    <a:pt x="677227" y="420286"/>
                  </a:lnTo>
                  <a:close/>
                  <a:moveTo>
                    <a:pt x="814989" y="490571"/>
                  </a:moveTo>
                  <a:lnTo>
                    <a:pt x="815617" y="540016"/>
                  </a:lnTo>
                  <a:lnTo>
                    <a:pt x="857974" y="501555"/>
                  </a:lnTo>
                  <a:close/>
                  <a:moveTo>
                    <a:pt x="795279" y="461847"/>
                  </a:moveTo>
                  <a:lnTo>
                    <a:pt x="816615" y="471498"/>
                  </a:lnTo>
                  <a:lnTo>
                    <a:pt x="793477" y="449323"/>
                  </a:lnTo>
                  <a:close/>
                  <a:moveTo>
                    <a:pt x="756321" y="421684"/>
                  </a:moveTo>
                  <a:lnTo>
                    <a:pt x="795279" y="461847"/>
                  </a:lnTo>
                  <a:lnTo>
                    <a:pt x="793477" y="449323"/>
                  </a:lnTo>
                  <a:close/>
                  <a:moveTo>
                    <a:pt x="961859" y="640812"/>
                  </a:moveTo>
                  <a:lnTo>
                    <a:pt x="1000700" y="661454"/>
                  </a:lnTo>
                  <a:lnTo>
                    <a:pt x="1022176" y="645542"/>
                  </a:lnTo>
                  <a:close/>
                  <a:moveTo>
                    <a:pt x="814864" y="401178"/>
                  </a:moveTo>
                  <a:lnTo>
                    <a:pt x="774667" y="406769"/>
                  </a:lnTo>
                  <a:lnTo>
                    <a:pt x="821934" y="440177"/>
                  </a:lnTo>
                  <a:close/>
                  <a:moveTo>
                    <a:pt x="751400" y="412568"/>
                  </a:moveTo>
                  <a:lnTo>
                    <a:pt x="774667" y="406769"/>
                  </a:lnTo>
                  <a:lnTo>
                    <a:pt x="782130" y="370932"/>
                  </a:lnTo>
                  <a:close/>
                  <a:moveTo>
                    <a:pt x="774667" y="406769"/>
                  </a:moveTo>
                  <a:lnTo>
                    <a:pt x="814864" y="401178"/>
                  </a:lnTo>
                  <a:lnTo>
                    <a:pt x="782130" y="370932"/>
                  </a:lnTo>
                  <a:close/>
                  <a:moveTo>
                    <a:pt x="814864" y="401178"/>
                  </a:moveTo>
                  <a:lnTo>
                    <a:pt x="819116" y="384638"/>
                  </a:lnTo>
                  <a:lnTo>
                    <a:pt x="782130" y="370932"/>
                  </a:lnTo>
                  <a:close/>
                  <a:moveTo>
                    <a:pt x="1062297" y="603943"/>
                  </a:moveTo>
                  <a:lnTo>
                    <a:pt x="1022176" y="645542"/>
                  </a:lnTo>
                  <a:lnTo>
                    <a:pt x="1056675" y="649951"/>
                  </a:lnTo>
                  <a:close/>
                  <a:moveTo>
                    <a:pt x="1092430" y="606533"/>
                  </a:moveTo>
                  <a:lnTo>
                    <a:pt x="1062297" y="603943"/>
                  </a:lnTo>
                  <a:lnTo>
                    <a:pt x="1056675" y="649951"/>
                  </a:lnTo>
                  <a:close/>
                  <a:moveTo>
                    <a:pt x="870180" y="341446"/>
                  </a:moveTo>
                  <a:lnTo>
                    <a:pt x="882235" y="304691"/>
                  </a:lnTo>
                  <a:lnTo>
                    <a:pt x="865976" y="341966"/>
                  </a:lnTo>
                  <a:close/>
                  <a:moveTo>
                    <a:pt x="865976" y="341966"/>
                  </a:moveTo>
                  <a:lnTo>
                    <a:pt x="852266" y="308365"/>
                  </a:lnTo>
                  <a:lnTo>
                    <a:pt x="865125" y="341446"/>
                  </a:lnTo>
                  <a:close/>
                  <a:moveTo>
                    <a:pt x="870180" y="341446"/>
                  </a:moveTo>
                  <a:lnTo>
                    <a:pt x="868116" y="340226"/>
                  </a:lnTo>
                  <a:lnTo>
                    <a:pt x="882235" y="304691"/>
                  </a:lnTo>
                  <a:close/>
                  <a:moveTo>
                    <a:pt x="950770" y="237712"/>
                  </a:moveTo>
                  <a:lnTo>
                    <a:pt x="912643" y="241620"/>
                  </a:lnTo>
                  <a:lnTo>
                    <a:pt x="955516" y="278601"/>
                  </a:lnTo>
                  <a:close/>
                  <a:moveTo>
                    <a:pt x="912643" y="241620"/>
                  </a:moveTo>
                  <a:lnTo>
                    <a:pt x="908255" y="233570"/>
                  </a:lnTo>
                  <a:lnTo>
                    <a:pt x="909031" y="279247"/>
                  </a:lnTo>
                  <a:close/>
                  <a:moveTo>
                    <a:pt x="1038229" y="380589"/>
                  </a:moveTo>
                  <a:lnTo>
                    <a:pt x="1074665" y="370153"/>
                  </a:lnTo>
                  <a:lnTo>
                    <a:pt x="1080381" y="353751"/>
                  </a:lnTo>
                  <a:close/>
                  <a:moveTo>
                    <a:pt x="1027592" y="377165"/>
                  </a:moveTo>
                  <a:lnTo>
                    <a:pt x="1038229" y="380589"/>
                  </a:lnTo>
                  <a:lnTo>
                    <a:pt x="1080381" y="353751"/>
                  </a:lnTo>
                  <a:close/>
                  <a:moveTo>
                    <a:pt x="1074665" y="370153"/>
                  </a:moveTo>
                  <a:lnTo>
                    <a:pt x="1098704" y="363406"/>
                  </a:lnTo>
                  <a:lnTo>
                    <a:pt x="1080381" y="353751"/>
                  </a:lnTo>
                  <a:close/>
                  <a:moveTo>
                    <a:pt x="987723" y="297164"/>
                  </a:moveTo>
                  <a:lnTo>
                    <a:pt x="1003246" y="286141"/>
                  </a:lnTo>
                  <a:lnTo>
                    <a:pt x="969717" y="285359"/>
                  </a:lnTo>
                  <a:close/>
                  <a:moveTo>
                    <a:pt x="1101528" y="309468"/>
                  </a:moveTo>
                  <a:lnTo>
                    <a:pt x="1098704" y="363406"/>
                  </a:lnTo>
                  <a:lnTo>
                    <a:pt x="1129048" y="314923"/>
                  </a:lnTo>
                  <a:close/>
                  <a:moveTo>
                    <a:pt x="1129048" y="314923"/>
                  </a:moveTo>
                  <a:lnTo>
                    <a:pt x="1098704" y="363406"/>
                  </a:lnTo>
                  <a:lnTo>
                    <a:pt x="1122020" y="358742"/>
                  </a:lnTo>
                  <a:close/>
                  <a:moveTo>
                    <a:pt x="1041798" y="253141"/>
                  </a:moveTo>
                  <a:lnTo>
                    <a:pt x="1059869" y="289896"/>
                  </a:lnTo>
                  <a:lnTo>
                    <a:pt x="1031135" y="244212"/>
                  </a:lnTo>
                  <a:close/>
                  <a:moveTo>
                    <a:pt x="919243" y="57266"/>
                  </a:moveTo>
                  <a:lnTo>
                    <a:pt x="946219" y="52183"/>
                  </a:lnTo>
                  <a:lnTo>
                    <a:pt x="923766" y="45717"/>
                  </a:lnTo>
                  <a:close/>
                  <a:moveTo>
                    <a:pt x="1161971" y="308604"/>
                  </a:moveTo>
                  <a:lnTo>
                    <a:pt x="1129048" y="314923"/>
                  </a:lnTo>
                  <a:lnTo>
                    <a:pt x="1161422" y="311390"/>
                  </a:lnTo>
                  <a:close/>
                  <a:moveTo>
                    <a:pt x="1161971" y="308604"/>
                  </a:moveTo>
                  <a:lnTo>
                    <a:pt x="1130274" y="307284"/>
                  </a:lnTo>
                  <a:lnTo>
                    <a:pt x="1129048" y="314923"/>
                  </a:lnTo>
                  <a:close/>
                  <a:moveTo>
                    <a:pt x="1130274" y="307284"/>
                  </a:moveTo>
                  <a:lnTo>
                    <a:pt x="1161971" y="308604"/>
                  </a:lnTo>
                  <a:lnTo>
                    <a:pt x="1171508" y="256103"/>
                  </a:lnTo>
                  <a:close/>
                  <a:moveTo>
                    <a:pt x="1130274" y="307284"/>
                  </a:moveTo>
                  <a:lnTo>
                    <a:pt x="1171508" y="256103"/>
                  </a:lnTo>
                  <a:lnTo>
                    <a:pt x="1136735" y="257285"/>
                  </a:lnTo>
                  <a:close/>
                  <a:moveTo>
                    <a:pt x="1171508" y="256103"/>
                  </a:moveTo>
                  <a:lnTo>
                    <a:pt x="1171857" y="254194"/>
                  </a:lnTo>
                  <a:lnTo>
                    <a:pt x="1138219" y="253007"/>
                  </a:lnTo>
                  <a:close/>
                  <a:moveTo>
                    <a:pt x="970591" y="0"/>
                  </a:moveTo>
                  <a:lnTo>
                    <a:pt x="946219" y="52183"/>
                  </a:lnTo>
                  <a:lnTo>
                    <a:pt x="962371" y="49292"/>
                  </a:lnTo>
                  <a:close/>
                  <a:moveTo>
                    <a:pt x="1008506" y="38874"/>
                  </a:moveTo>
                  <a:lnTo>
                    <a:pt x="1010217" y="34999"/>
                  </a:lnTo>
                  <a:lnTo>
                    <a:pt x="991147" y="48487"/>
                  </a:lnTo>
                  <a:close/>
                  <a:moveTo>
                    <a:pt x="970591" y="0"/>
                  </a:moveTo>
                  <a:lnTo>
                    <a:pt x="962371" y="49292"/>
                  </a:lnTo>
                  <a:lnTo>
                    <a:pt x="991147" y="48487"/>
                  </a:lnTo>
                  <a:close/>
                  <a:moveTo>
                    <a:pt x="1171857" y="254194"/>
                  </a:moveTo>
                  <a:lnTo>
                    <a:pt x="1183774" y="202544"/>
                  </a:lnTo>
                  <a:lnTo>
                    <a:pt x="1138219" y="253007"/>
                  </a:lnTo>
                  <a:close/>
                  <a:moveTo>
                    <a:pt x="1171857" y="254194"/>
                  </a:moveTo>
                  <a:lnTo>
                    <a:pt x="1204977" y="253450"/>
                  </a:lnTo>
                  <a:lnTo>
                    <a:pt x="1221700" y="219766"/>
                  </a:lnTo>
                  <a:close/>
                  <a:moveTo>
                    <a:pt x="1254611" y="197971"/>
                  </a:moveTo>
                  <a:lnTo>
                    <a:pt x="1226822" y="193475"/>
                  </a:lnTo>
                  <a:lnTo>
                    <a:pt x="1221700" y="219766"/>
                  </a:lnTo>
                  <a:close/>
                  <a:moveTo>
                    <a:pt x="1226822" y="193475"/>
                  </a:moveTo>
                  <a:lnTo>
                    <a:pt x="1254611" y="197971"/>
                  </a:lnTo>
                  <a:lnTo>
                    <a:pt x="1249994" y="156978"/>
                  </a:lnTo>
                  <a:close/>
                  <a:moveTo>
                    <a:pt x="1096510" y="83910"/>
                  </a:moveTo>
                  <a:lnTo>
                    <a:pt x="1125166" y="87702"/>
                  </a:lnTo>
                  <a:lnTo>
                    <a:pt x="1115678" y="50668"/>
                  </a:lnTo>
                  <a:close/>
                  <a:moveTo>
                    <a:pt x="1115678" y="50668"/>
                  </a:moveTo>
                  <a:lnTo>
                    <a:pt x="1142646" y="91326"/>
                  </a:lnTo>
                  <a:lnTo>
                    <a:pt x="1135787" y="54571"/>
                  </a:lnTo>
                  <a:close/>
                  <a:moveTo>
                    <a:pt x="1115678" y="50668"/>
                  </a:moveTo>
                  <a:lnTo>
                    <a:pt x="1125166" y="87702"/>
                  </a:lnTo>
                  <a:lnTo>
                    <a:pt x="1142646" y="9132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69" name="Input_density__160">
              <a:extLst>
                <a:ext uri="{FF2B5EF4-FFF2-40B4-BE49-F238E27FC236}">
                  <a16:creationId xmlns:a16="http://schemas.microsoft.com/office/drawing/2014/main" id="{52B621BF-761A-0018-2968-351BD95527BA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81214"/>
              <a:ext cx="1274929" cy="958035"/>
            </a:xfrm>
            <a:custGeom>
              <a:avLst/>
              <a:gdLst/>
              <a:ahLst/>
              <a:cxnLst/>
              <a:rect l="0" t="0" r="0" b="0"/>
              <a:pathLst>
                <a:path w="1274929" h="958035">
                  <a:moveTo>
                    <a:pt x="82061" y="640096"/>
                  </a:moveTo>
                  <a:lnTo>
                    <a:pt x="65524" y="657279"/>
                  </a:lnTo>
                  <a:lnTo>
                    <a:pt x="96359" y="676851"/>
                  </a:lnTo>
                  <a:close/>
                  <a:moveTo>
                    <a:pt x="32635" y="603341"/>
                  </a:moveTo>
                  <a:lnTo>
                    <a:pt x="6123" y="575451"/>
                  </a:lnTo>
                  <a:lnTo>
                    <a:pt x="0" y="583769"/>
                  </a:lnTo>
                  <a:close/>
                  <a:moveTo>
                    <a:pt x="32635" y="603341"/>
                  </a:moveTo>
                  <a:lnTo>
                    <a:pt x="0" y="583769"/>
                  </a:lnTo>
                  <a:lnTo>
                    <a:pt x="24935" y="620524"/>
                  </a:lnTo>
                  <a:close/>
                  <a:moveTo>
                    <a:pt x="383415" y="880197"/>
                  </a:moveTo>
                  <a:lnTo>
                    <a:pt x="380429" y="928672"/>
                  </a:lnTo>
                  <a:lnTo>
                    <a:pt x="396093" y="891027"/>
                  </a:lnTo>
                  <a:close/>
                  <a:moveTo>
                    <a:pt x="383415" y="880197"/>
                  </a:moveTo>
                  <a:lnTo>
                    <a:pt x="341797" y="897381"/>
                  </a:lnTo>
                  <a:lnTo>
                    <a:pt x="380429" y="928672"/>
                  </a:lnTo>
                  <a:close/>
                  <a:moveTo>
                    <a:pt x="396093" y="891027"/>
                  </a:moveTo>
                  <a:lnTo>
                    <a:pt x="380429" y="928672"/>
                  </a:lnTo>
                  <a:lnTo>
                    <a:pt x="430814" y="896267"/>
                  </a:lnTo>
                  <a:close/>
                  <a:moveTo>
                    <a:pt x="342369" y="814740"/>
                  </a:moveTo>
                  <a:lnTo>
                    <a:pt x="330016" y="814979"/>
                  </a:lnTo>
                  <a:lnTo>
                    <a:pt x="382419" y="843442"/>
                  </a:lnTo>
                  <a:close/>
                  <a:moveTo>
                    <a:pt x="480654" y="958035"/>
                  </a:moveTo>
                  <a:lnTo>
                    <a:pt x="519364" y="936524"/>
                  </a:lnTo>
                  <a:lnTo>
                    <a:pt x="485188" y="949080"/>
                  </a:lnTo>
                  <a:close/>
                  <a:moveTo>
                    <a:pt x="536901" y="947551"/>
                  </a:moveTo>
                  <a:lnTo>
                    <a:pt x="519364" y="936524"/>
                  </a:lnTo>
                  <a:lnTo>
                    <a:pt x="480654" y="958035"/>
                  </a:lnTo>
                  <a:close/>
                  <a:moveTo>
                    <a:pt x="485188" y="949080"/>
                  </a:moveTo>
                  <a:lnTo>
                    <a:pt x="519364" y="936524"/>
                  </a:lnTo>
                  <a:lnTo>
                    <a:pt x="496997" y="922931"/>
                  </a:lnTo>
                  <a:close/>
                  <a:moveTo>
                    <a:pt x="433981" y="874128"/>
                  </a:moveTo>
                  <a:lnTo>
                    <a:pt x="396093" y="891027"/>
                  </a:lnTo>
                  <a:lnTo>
                    <a:pt x="430814" y="896267"/>
                  </a:lnTo>
                  <a:close/>
                  <a:moveTo>
                    <a:pt x="382419" y="843442"/>
                  </a:moveTo>
                  <a:lnTo>
                    <a:pt x="384672" y="842380"/>
                  </a:lnTo>
                  <a:lnTo>
                    <a:pt x="342369" y="814740"/>
                  </a:lnTo>
                  <a:close/>
                  <a:moveTo>
                    <a:pt x="384672" y="842380"/>
                  </a:moveTo>
                  <a:lnTo>
                    <a:pt x="420683" y="840192"/>
                  </a:lnTo>
                  <a:lnTo>
                    <a:pt x="403143" y="821181"/>
                  </a:lnTo>
                  <a:close/>
                  <a:moveTo>
                    <a:pt x="221942" y="687335"/>
                  </a:moveTo>
                  <a:lnTo>
                    <a:pt x="246474" y="694480"/>
                  </a:lnTo>
                  <a:lnTo>
                    <a:pt x="243335" y="652284"/>
                  </a:lnTo>
                  <a:close/>
                  <a:moveTo>
                    <a:pt x="246474" y="694480"/>
                  </a:moveTo>
                  <a:lnTo>
                    <a:pt x="260631" y="696422"/>
                  </a:lnTo>
                  <a:lnTo>
                    <a:pt x="243335" y="652284"/>
                  </a:lnTo>
                  <a:close/>
                  <a:moveTo>
                    <a:pt x="519364" y="936524"/>
                  </a:moveTo>
                  <a:lnTo>
                    <a:pt x="536901" y="947551"/>
                  </a:lnTo>
                  <a:lnTo>
                    <a:pt x="538940" y="932469"/>
                  </a:lnTo>
                  <a:close/>
                  <a:moveTo>
                    <a:pt x="538940" y="932469"/>
                  </a:moveTo>
                  <a:lnTo>
                    <a:pt x="496997" y="922931"/>
                  </a:lnTo>
                  <a:lnTo>
                    <a:pt x="519364" y="936524"/>
                  </a:lnTo>
                  <a:close/>
                  <a:moveTo>
                    <a:pt x="505635" y="887709"/>
                  </a:moveTo>
                  <a:lnTo>
                    <a:pt x="496997" y="922931"/>
                  </a:lnTo>
                  <a:lnTo>
                    <a:pt x="538940" y="932469"/>
                  </a:lnTo>
                  <a:close/>
                  <a:moveTo>
                    <a:pt x="544499" y="883202"/>
                  </a:moveTo>
                  <a:lnTo>
                    <a:pt x="505635" y="887709"/>
                  </a:lnTo>
                  <a:lnTo>
                    <a:pt x="538940" y="932469"/>
                  </a:lnTo>
                  <a:close/>
                  <a:moveTo>
                    <a:pt x="576620" y="928924"/>
                  </a:moveTo>
                  <a:lnTo>
                    <a:pt x="538940" y="932469"/>
                  </a:lnTo>
                  <a:lnTo>
                    <a:pt x="536901" y="947551"/>
                  </a:lnTo>
                  <a:close/>
                  <a:moveTo>
                    <a:pt x="505635" y="887709"/>
                  </a:moveTo>
                  <a:lnTo>
                    <a:pt x="544499" y="883202"/>
                  </a:lnTo>
                  <a:lnTo>
                    <a:pt x="508093" y="868210"/>
                  </a:lnTo>
                  <a:close/>
                  <a:moveTo>
                    <a:pt x="544499" y="883202"/>
                  </a:moveTo>
                  <a:lnTo>
                    <a:pt x="544937" y="881386"/>
                  </a:lnTo>
                  <a:lnTo>
                    <a:pt x="508093" y="868210"/>
                  </a:lnTo>
                  <a:close/>
                  <a:moveTo>
                    <a:pt x="468520" y="816462"/>
                  </a:moveTo>
                  <a:lnTo>
                    <a:pt x="477705" y="809075"/>
                  </a:lnTo>
                  <a:lnTo>
                    <a:pt x="450799" y="778574"/>
                  </a:lnTo>
                  <a:close/>
                  <a:moveTo>
                    <a:pt x="185958" y="441526"/>
                  </a:moveTo>
                  <a:lnTo>
                    <a:pt x="162617" y="448566"/>
                  </a:lnTo>
                  <a:lnTo>
                    <a:pt x="192346" y="442914"/>
                  </a:lnTo>
                  <a:close/>
                  <a:moveTo>
                    <a:pt x="551167" y="833034"/>
                  </a:moveTo>
                  <a:lnTo>
                    <a:pt x="508093" y="868210"/>
                  </a:lnTo>
                  <a:lnTo>
                    <a:pt x="544937" y="881386"/>
                  </a:lnTo>
                  <a:close/>
                  <a:moveTo>
                    <a:pt x="551167" y="833034"/>
                  </a:moveTo>
                  <a:lnTo>
                    <a:pt x="580579" y="836211"/>
                  </a:lnTo>
                  <a:lnTo>
                    <a:pt x="549014" y="800422"/>
                  </a:lnTo>
                  <a:close/>
                  <a:moveTo>
                    <a:pt x="504099" y="799464"/>
                  </a:moveTo>
                  <a:lnTo>
                    <a:pt x="450799" y="778574"/>
                  </a:lnTo>
                  <a:lnTo>
                    <a:pt x="477705" y="809075"/>
                  </a:lnTo>
                  <a:close/>
                  <a:moveTo>
                    <a:pt x="495300" y="761870"/>
                  </a:moveTo>
                  <a:lnTo>
                    <a:pt x="456570" y="766269"/>
                  </a:lnTo>
                  <a:lnTo>
                    <a:pt x="504099" y="799464"/>
                  </a:lnTo>
                  <a:close/>
                  <a:moveTo>
                    <a:pt x="456570" y="766269"/>
                  </a:moveTo>
                  <a:lnTo>
                    <a:pt x="495300" y="761870"/>
                  </a:lnTo>
                  <a:lnTo>
                    <a:pt x="481602" y="728260"/>
                  </a:lnTo>
                  <a:close/>
                  <a:moveTo>
                    <a:pt x="456570" y="766269"/>
                  </a:moveTo>
                  <a:lnTo>
                    <a:pt x="481602" y="728260"/>
                  </a:lnTo>
                  <a:lnTo>
                    <a:pt x="439937" y="735045"/>
                  </a:lnTo>
                  <a:close/>
                  <a:moveTo>
                    <a:pt x="439937" y="735045"/>
                  </a:moveTo>
                  <a:lnTo>
                    <a:pt x="481602" y="728260"/>
                  </a:lnTo>
                  <a:lnTo>
                    <a:pt x="435595" y="693827"/>
                  </a:lnTo>
                  <a:close/>
                  <a:moveTo>
                    <a:pt x="343360" y="529822"/>
                  </a:moveTo>
                  <a:lnTo>
                    <a:pt x="326084" y="551790"/>
                  </a:lnTo>
                  <a:lnTo>
                    <a:pt x="338616" y="539505"/>
                  </a:lnTo>
                  <a:close/>
                  <a:moveTo>
                    <a:pt x="166851" y="391805"/>
                  </a:moveTo>
                  <a:lnTo>
                    <a:pt x="202040" y="390285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03882" y="382067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11229" y="387587"/>
                  </a:lnTo>
                  <a:lnTo>
                    <a:pt x="203882" y="382067"/>
                  </a:lnTo>
                  <a:close/>
                  <a:moveTo>
                    <a:pt x="594945" y="779784"/>
                  </a:moveTo>
                  <a:lnTo>
                    <a:pt x="549014" y="800422"/>
                  </a:lnTo>
                  <a:lnTo>
                    <a:pt x="586468" y="815879"/>
                  </a:lnTo>
                  <a:close/>
                  <a:moveTo>
                    <a:pt x="349302" y="530817"/>
                  </a:moveTo>
                  <a:lnTo>
                    <a:pt x="387934" y="526498"/>
                  </a:lnTo>
                  <a:lnTo>
                    <a:pt x="373277" y="517101"/>
                  </a:lnTo>
                  <a:close/>
                  <a:moveTo>
                    <a:pt x="316444" y="407159"/>
                  </a:moveTo>
                  <a:lnTo>
                    <a:pt x="344148" y="443914"/>
                  </a:lnTo>
                  <a:lnTo>
                    <a:pt x="314478" y="424342"/>
                  </a:lnTo>
                  <a:close/>
                  <a:moveTo>
                    <a:pt x="261484" y="413794"/>
                  </a:moveTo>
                  <a:lnTo>
                    <a:pt x="294532" y="407159"/>
                  </a:lnTo>
                  <a:lnTo>
                    <a:pt x="263605" y="384576"/>
                  </a:lnTo>
                  <a:close/>
                  <a:moveTo>
                    <a:pt x="211229" y="387587"/>
                  </a:moveTo>
                  <a:lnTo>
                    <a:pt x="236020" y="370404"/>
                  </a:lnTo>
                  <a:lnTo>
                    <a:pt x="203882" y="382067"/>
                  </a:lnTo>
                  <a:close/>
                  <a:moveTo>
                    <a:pt x="466628" y="536995"/>
                  </a:moveTo>
                  <a:lnTo>
                    <a:pt x="459599" y="500241"/>
                  </a:lnTo>
                  <a:lnTo>
                    <a:pt x="467507" y="524050"/>
                  </a:lnTo>
                  <a:close/>
                  <a:moveTo>
                    <a:pt x="452736" y="497192"/>
                  </a:moveTo>
                  <a:lnTo>
                    <a:pt x="449097" y="503862"/>
                  </a:lnTo>
                  <a:lnTo>
                    <a:pt x="446493" y="517424"/>
                  </a:lnTo>
                  <a:close/>
                  <a:moveTo>
                    <a:pt x="346432" y="445100"/>
                  </a:moveTo>
                  <a:lnTo>
                    <a:pt x="344148" y="443914"/>
                  </a:lnTo>
                  <a:lnTo>
                    <a:pt x="365652" y="426730"/>
                  </a:lnTo>
                  <a:close/>
                  <a:moveTo>
                    <a:pt x="346432" y="445100"/>
                  </a:moveTo>
                  <a:lnTo>
                    <a:pt x="367510" y="427696"/>
                  </a:lnTo>
                  <a:lnTo>
                    <a:pt x="347580" y="443914"/>
                  </a:lnTo>
                  <a:close/>
                  <a:moveTo>
                    <a:pt x="344861" y="400187"/>
                  </a:moveTo>
                  <a:lnTo>
                    <a:pt x="367002" y="425798"/>
                  </a:lnTo>
                  <a:lnTo>
                    <a:pt x="316444" y="407159"/>
                  </a:lnTo>
                  <a:close/>
                  <a:moveTo>
                    <a:pt x="316444" y="407159"/>
                  </a:moveTo>
                  <a:lnTo>
                    <a:pt x="365652" y="426730"/>
                  </a:lnTo>
                  <a:lnTo>
                    <a:pt x="344148" y="443914"/>
                  </a:lnTo>
                  <a:close/>
                  <a:moveTo>
                    <a:pt x="301914" y="307020"/>
                  </a:moveTo>
                  <a:lnTo>
                    <a:pt x="276029" y="306449"/>
                  </a:lnTo>
                  <a:lnTo>
                    <a:pt x="244364" y="312635"/>
                  </a:lnTo>
                  <a:close/>
                  <a:moveTo>
                    <a:pt x="301914" y="307020"/>
                  </a:moveTo>
                  <a:lnTo>
                    <a:pt x="323569" y="316466"/>
                  </a:lnTo>
                  <a:lnTo>
                    <a:pt x="311650" y="315055"/>
                  </a:lnTo>
                  <a:close/>
                  <a:moveTo>
                    <a:pt x="637256" y="772475"/>
                  </a:moveTo>
                  <a:lnTo>
                    <a:pt x="613808" y="764449"/>
                  </a:lnTo>
                  <a:lnTo>
                    <a:pt x="624923" y="737754"/>
                  </a:lnTo>
                  <a:close/>
                  <a:moveTo>
                    <a:pt x="732942" y="612893"/>
                  </a:moveTo>
                  <a:lnTo>
                    <a:pt x="709820" y="666832"/>
                  </a:lnTo>
                  <a:lnTo>
                    <a:pt x="742890" y="649649"/>
                  </a:lnTo>
                  <a:close/>
                  <a:moveTo>
                    <a:pt x="638813" y="502726"/>
                  </a:moveTo>
                  <a:lnTo>
                    <a:pt x="600604" y="506701"/>
                  </a:lnTo>
                  <a:lnTo>
                    <a:pt x="633158" y="552071"/>
                  </a:lnTo>
                  <a:close/>
                  <a:moveTo>
                    <a:pt x="547846" y="477757"/>
                  </a:moveTo>
                  <a:lnTo>
                    <a:pt x="524540" y="469616"/>
                  </a:lnTo>
                  <a:lnTo>
                    <a:pt x="559609" y="512941"/>
                  </a:lnTo>
                  <a:close/>
                  <a:moveTo>
                    <a:pt x="638813" y="502726"/>
                  </a:moveTo>
                  <a:lnTo>
                    <a:pt x="594529" y="466893"/>
                  </a:lnTo>
                  <a:lnTo>
                    <a:pt x="600604" y="506701"/>
                  </a:lnTo>
                  <a:close/>
                  <a:moveTo>
                    <a:pt x="547846" y="477757"/>
                  </a:moveTo>
                  <a:lnTo>
                    <a:pt x="594529" y="466893"/>
                  </a:lnTo>
                  <a:lnTo>
                    <a:pt x="553576" y="432648"/>
                  </a:lnTo>
                  <a:close/>
                  <a:moveTo>
                    <a:pt x="527519" y="392364"/>
                  </a:moveTo>
                  <a:lnTo>
                    <a:pt x="536867" y="397189"/>
                  </a:lnTo>
                  <a:lnTo>
                    <a:pt x="485651" y="366991"/>
                  </a:lnTo>
                  <a:close/>
                  <a:moveTo>
                    <a:pt x="440570" y="331806"/>
                  </a:moveTo>
                  <a:lnTo>
                    <a:pt x="449734" y="336037"/>
                  </a:lnTo>
                  <a:lnTo>
                    <a:pt x="433792" y="330154"/>
                  </a:lnTo>
                  <a:close/>
                  <a:moveTo>
                    <a:pt x="598011" y="465874"/>
                  </a:moveTo>
                  <a:lnTo>
                    <a:pt x="638907" y="502532"/>
                  </a:lnTo>
                  <a:lnTo>
                    <a:pt x="646671" y="451591"/>
                  </a:lnTo>
                  <a:close/>
                  <a:moveTo>
                    <a:pt x="592432" y="453344"/>
                  </a:moveTo>
                  <a:lnTo>
                    <a:pt x="648244" y="441232"/>
                  </a:lnTo>
                  <a:lnTo>
                    <a:pt x="608775" y="418244"/>
                  </a:lnTo>
                  <a:close/>
                  <a:moveTo>
                    <a:pt x="638907" y="502532"/>
                  </a:moveTo>
                  <a:lnTo>
                    <a:pt x="657511" y="448690"/>
                  </a:lnTo>
                  <a:lnTo>
                    <a:pt x="646671" y="451591"/>
                  </a:lnTo>
                  <a:close/>
                  <a:moveTo>
                    <a:pt x="646671" y="451591"/>
                  </a:moveTo>
                  <a:lnTo>
                    <a:pt x="657511" y="448690"/>
                  </a:lnTo>
                  <a:lnTo>
                    <a:pt x="648244" y="441232"/>
                  </a:lnTo>
                  <a:close/>
                  <a:moveTo>
                    <a:pt x="657511" y="448690"/>
                  </a:moveTo>
                  <a:lnTo>
                    <a:pt x="697780" y="437128"/>
                  </a:lnTo>
                  <a:lnTo>
                    <a:pt x="648244" y="441232"/>
                  </a:lnTo>
                  <a:close/>
                  <a:moveTo>
                    <a:pt x="648244" y="441232"/>
                  </a:moveTo>
                  <a:lnTo>
                    <a:pt x="702163" y="422042"/>
                  </a:lnTo>
                  <a:lnTo>
                    <a:pt x="661877" y="395994"/>
                  </a:lnTo>
                  <a:close/>
                  <a:moveTo>
                    <a:pt x="608775" y="418244"/>
                  </a:moveTo>
                  <a:lnTo>
                    <a:pt x="648244" y="441232"/>
                  </a:lnTo>
                  <a:lnTo>
                    <a:pt x="661877" y="395994"/>
                  </a:lnTo>
                  <a:close/>
                  <a:moveTo>
                    <a:pt x="975892" y="634854"/>
                  </a:moveTo>
                  <a:lnTo>
                    <a:pt x="966010" y="661064"/>
                  </a:lnTo>
                  <a:lnTo>
                    <a:pt x="986795" y="642567"/>
                  </a:lnTo>
                  <a:close/>
                  <a:moveTo>
                    <a:pt x="792713" y="511440"/>
                  </a:moveTo>
                  <a:lnTo>
                    <a:pt x="839924" y="492327"/>
                  </a:lnTo>
                  <a:lnTo>
                    <a:pt x="798313" y="505017"/>
                  </a:lnTo>
                  <a:close/>
                  <a:moveTo>
                    <a:pt x="839924" y="492327"/>
                  </a:moveTo>
                  <a:lnTo>
                    <a:pt x="816124" y="474396"/>
                  </a:lnTo>
                  <a:lnTo>
                    <a:pt x="798313" y="505017"/>
                  </a:lnTo>
                  <a:close/>
                  <a:moveTo>
                    <a:pt x="999943" y="617670"/>
                  </a:moveTo>
                  <a:lnTo>
                    <a:pt x="986795" y="642567"/>
                  </a:lnTo>
                  <a:lnTo>
                    <a:pt x="1007489" y="623731"/>
                  </a:lnTo>
                  <a:close/>
                  <a:moveTo>
                    <a:pt x="999943" y="617670"/>
                  </a:moveTo>
                  <a:lnTo>
                    <a:pt x="975892" y="634854"/>
                  </a:lnTo>
                  <a:lnTo>
                    <a:pt x="986795" y="642567"/>
                  </a:lnTo>
                  <a:close/>
                  <a:moveTo>
                    <a:pt x="1007489" y="623731"/>
                  </a:moveTo>
                  <a:lnTo>
                    <a:pt x="986795" y="642567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07489" y="623731"/>
                  </a:lnTo>
                  <a:lnTo>
                    <a:pt x="1047112" y="647298"/>
                  </a:lnTo>
                  <a:close/>
                  <a:moveTo>
                    <a:pt x="1087232" y="605699"/>
                  </a:moveTo>
                  <a:lnTo>
                    <a:pt x="1056784" y="603364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87232" y="605699"/>
                  </a:lnTo>
                  <a:lnTo>
                    <a:pt x="1079331" y="567376"/>
                  </a:lnTo>
                  <a:close/>
                  <a:moveTo>
                    <a:pt x="1056784" y="603364"/>
                  </a:moveTo>
                  <a:lnTo>
                    <a:pt x="1079331" y="567376"/>
                  </a:lnTo>
                  <a:lnTo>
                    <a:pt x="1048258" y="565549"/>
                  </a:lnTo>
                  <a:close/>
                  <a:moveTo>
                    <a:pt x="907170" y="306447"/>
                  </a:moveTo>
                  <a:lnTo>
                    <a:pt x="893052" y="341982"/>
                  </a:lnTo>
                  <a:lnTo>
                    <a:pt x="937342" y="293623"/>
                  </a:lnTo>
                  <a:close/>
                  <a:moveTo>
                    <a:pt x="937578" y="243376"/>
                  </a:moveTo>
                  <a:lnTo>
                    <a:pt x="933967" y="281003"/>
                  </a:lnTo>
                  <a:lnTo>
                    <a:pt x="980451" y="280357"/>
                  </a:lnTo>
                  <a:close/>
                  <a:moveTo>
                    <a:pt x="1012659" y="298920"/>
                  </a:moveTo>
                  <a:lnTo>
                    <a:pt x="1048277" y="297051"/>
                  </a:lnTo>
                  <a:lnTo>
                    <a:pt x="1028182" y="287897"/>
                  </a:lnTo>
                  <a:close/>
                  <a:moveTo>
                    <a:pt x="1028182" y="287897"/>
                  </a:moveTo>
                  <a:lnTo>
                    <a:pt x="1048277" y="297051"/>
                  </a:lnTo>
                  <a:lnTo>
                    <a:pt x="1062909" y="293160"/>
                  </a:lnTo>
                  <a:close/>
                  <a:moveTo>
                    <a:pt x="1066734" y="254897"/>
                  </a:moveTo>
                  <a:lnTo>
                    <a:pt x="1048277" y="297051"/>
                  </a:lnTo>
                  <a:lnTo>
                    <a:pt x="1084804" y="291652"/>
                  </a:lnTo>
                  <a:close/>
                  <a:moveTo>
                    <a:pt x="1084804" y="291652"/>
                  </a:moveTo>
                  <a:lnTo>
                    <a:pt x="1066907" y="281905"/>
                  </a:lnTo>
                  <a:lnTo>
                    <a:pt x="1056071" y="245968"/>
                  </a:lnTo>
                  <a:close/>
                  <a:moveTo>
                    <a:pt x="948702" y="47473"/>
                  </a:moveTo>
                  <a:lnTo>
                    <a:pt x="971155" y="53938"/>
                  </a:lnTo>
                  <a:lnTo>
                    <a:pt x="993806" y="0"/>
                  </a:lnTo>
                  <a:close/>
                  <a:moveTo>
                    <a:pt x="1035153" y="36755"/>
                  </a:moveTo>
                  <a:lnTo>
                    <a:pt x="1033441" y="40629"/>
                  </a:lnTo>
                  <a:lnTo>
                    <a:pt x="1006874" y="79887"/>
                  </a:lnTo>
                  <a:close/>
                  <a:moveTo>
                    <a:pt x="1016082" y="50243"/>
                  </a:moveTo>
                  <a:lnTo>
                    <a:pt x="1035153" y="36755"/>
                  </a:lnTo>
                  <a:lnTo>
                    <a:pt x="995526" y="1756"/>
                  </a:lnTo>
                  <a:close/>
                  <a:moveTo>
                    <a:pt x="1208710" y="204300"/>
                  </a:moveTo>
                  <a:lnTo>
                    <a:pt x="1196792" y="255950"/>
                  </a:lnTo>
                  <a:lnTo>
                    <a:pt x="1246636" y="221522"/>
                  </a:lnTo>
                  <a:close/>
                  <a:moveTo>
                    <a:pt x="1167582" y="93082"/>
                  </a:moveTo>
                  <a:lnTo>
                    <a:pt x="1151193" y="113832"/>
                  </a:lnTo>
                  <a:lnTo>
                    <a:pt x="1176842" y="94806"/>
                  </a:lnTo>
                  <a:close/>
                  <a:moveTo>
                    <a:pt x="1176842" y="94806"/>
                  </a:moveTo>
                  <a:lnTo>
                    <a:pt x="1151193" y="113832"/>
                  </a:lnTo>
                  <a:lnTo>
                    <a:pt x="1152983" y="131862"/>
                  </a:lnTo>
                  <a:close/>
                  <a:moveTo>
                    <a:pt x="1176842" y="94806"/>
                  </a:moveTo>
                  <a:lnTo>
                    <a:pt x="1152983" y="131862"/>
                  </a:lnTo>
                  <a:lnTo>
                    <a:pt x="1184701" y="133164"/>
                  </a:lnTo>
                  <a:close/>
                  <a:moveTo>
                    <a:pt x="1251758" y="195231"/>
                  </a:moveTo>
                  <a:lnTo>
                    <a:pt x="1208710" y="204300"/>
                  </a:lnTo>
                  <a:lnTo>
                    <a:pt x="1246636" y="221522"/>
                  </a:lnTo>
                  <a:close/>
                  <a:moveTo>
                    <a:pt x="1251758" y="195231"/>
                  </a:moveTo>
                  <a:lnTo>
                    <a:pt x="1274929" y="158733"/>
                  </a:lnTo>
                  <a:lnTo>
                    <a:pt x="1245833" y="155300"/>
                  </a:lnTo>
                  <a:close/>
                  <a:moveTo>
                    <a:pt x="1245833" y="155300"/>
                  </a:moveTo>
                  <a:lnTo>
                    <a:pt x="1274929" y="158733"/>
                  </a:lnTo>
                  <a:lnTo>
                    <a:pt x="1261990" y="124505"/>
                  </a:lnTo>
                  <a:close/>
                  <a:moveTo>
                    <a:pt x="1150102" y="89458"/>
                  </a:moveTo>
                  <a:lnTo>
                    <a:pt x="1151193" y="113832"/>
                  </a:lnTo>
                  <a:lnTo>
                    <a:pt x="1167582" y="93082"/>
                  </a:lnTo>
                  <a:close/>
                  <a:moveTo>
                    <a:pt x="1113395" y="47464"/>
                  </a:moveTo>
                  <a:lnTo>
                    <a:pt x="1129545" y="32892"/>
                  </a:lnTo>
                  <a:lnTo>
                    <a:pt x="1095672" y="30825"/>
                  </a:lnTo>
                  <a:close/>
                  <a:moveTo>
                    <a:pt x="1113395" y="47464"/>
                  </a:moveTo>
                  <a:lnTo>
                    <a:pt x="1140614" y="52424"/>
                  </a:lnTo>
                  <a:lnTo>
                    <a:pt x="1129545" y="32892"/>
                  </a:lnTo>
                  <a:close/>
                  <a:moveTo>
                    <a:pt x="1140614" y="52424"/>
                  </a:moveTo>
                  <a:lnTo>
                    <a:pt x="1160723" y="56327"/>
                  </a:lnTo>
                  <a:lnTo>
                    <a:pt x="1129545" y="3289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70" name="Input_density__161">
              <a:extLst>
                <a:ext uri="{FF2B5EF4-FFF2-40B4-BE49-F238E27FC236}">
                  <a16:creationId xmlns:a16="http://schemas.microsoft.com/office/drawing/2014/main" id="{B949FE3F-3F1A-7868-D961-879A316A3B4F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38036"/>
              <a:ext cx="1261990" cy="996885"/>
            </a:xfrm>
            <a:custGeom>
              <a:avLst/>
              <a:gdLst/>
              <a:ahLst/>
              <a:cxnLst/>
              <a:rect l="0" t="0" r="0" b="0"/>
              <a:pathLst>
                <a:path w="1261990" h="996885">
                  <a:moveTo>
                    <a:pt x="6123" y="618629"/>
                  </a:moveTo>
                  <a:lnTo>
                    <a:pt x="13726" y="597420"/>
                  </a:lnTo>
                  <a:lnTo>
                    <a:pt x="0" y="626947"/>
                  </a:lnTo>
                  <a:close/>
                  <a:moveTo>
                    <a:pt x="0" y="626947"/>
                  </a:moveTo>
                  <a:lnTo>
                    <a:pt x="13726" y="597420"/>
                  </a:lnTo>
                  <a:lnTo>
                    <a:pt x="18366" y="573008"/>
                  </a:lnTo>
                  <a:close/>
                  <a:moveTo>
                    <a:pt x="0" y="626947"/>
                  </a:moveTo>
                  <a:lnTo>
                    <a:pt x="18366" y="573008"/>
                  </a:lnTo>
                  <a:lnTo>
                    <a:pt x="1957" y="590192"/>
                  </a:lnTo>
                  <a:close/>
                  <a:moveTo>
                    <a:pt x="34512" y="550556"/>
                  </a:moveTo>
                  <a:lnTo>
                    <a:pt x="1957" y="590192"/>
                  </a:lnTo>
                  <a:lnTo>
                    <a:pt x="18366" y="573008"/>
                  </a:lnTo>
                  <a:close/>
                  <a:moveTo>
                    <a:pt x="13726" y="597420"/>
                  </a:moveTo>
                  <a:lnTo>
                    <a:pt x="6123" y="618629"/>
                  </a:lnTo>
                  <a:lnTo>
                    <a:pt x="13090" y="609763"/>
                  </a:lnTo>
                  <a:close/>
                  <a:moveTo>
                    <a:pt x="166323" y="703895"/>
                  </a:moveTo>
                  <a:lnTo>
                    <a:pt x="194924" y="680374"/>
                  </a:lnTo>
                  <a:lnTo>
                    <a:pt x="185267" y="670835"/>
                  </a:lnTo>
                  <a:close/>
                  <a:moveTo>
                    <a:pt x="166323" y="703895"/>
                  </a:moveTo>
                  <a:lnTo>
                    <a:pt x="185267" y="670835"/>
                  </a:lnTo>
                  <a:lnTo>
                    <a:pt x="150727" y="671827"/>
                  </a:lnTo>
                  <a:close/>
                  <a:moveTo>
                    <a:pt x="18366" y="573008"/>
                  </a:moveTo>
                  <a:lnTo>
                    <a:pt x="42314" y="526800"/>
                  </a:lnTo>
                  <a:lnTo>
                    <a:pt x="34512" y="550556"/>
                  </a:lnTo>
                  <a:close/>
                  <a:moveTo>
                    <a:pt x="42429" y="519070"/>
                  </a:moveTo>
                  <a:lnTo>
                    <a:pt x="42314" y="526800"/>
                  </a:lnTo>
                  <a:lnTo>
                    <a:pt x="18366" y="573008"/>
                  </a:lnTo>
                  <a:close/>
                  <a:moveTo>
                    <a:pt x="31109" y="555825"/>
                  </a:moveTo>
                  <a:lnTo>
                    <a:pt x="42429" y="519070"/>
                  </a:lnTo>
                  <a:lnTo>
                    <a:pt x="18366" y="573008"/>
                  </a:lnTo>
                  <a:close/>
                  <a:moveTo>
                    <a:pt x="47595" y="503264"/>
                  </a:moveTo>
                  <a:lnTo>
                    <a:pt x="42314" y="526800"/>
                  </a:lnTo>
                  <a:lnTo>
                    <a:pt x="42429" y="519070"/>
                  </a:lnTo>
                  <a:close/>
                  <a:moveTo>
                    <a:pt x="476805" y="942946"/>
                  </a:moveTo>
                  <a:lnTo>
                    <a:pt x="485188" y="992258"/>
                  </a:lnTo>
                  <a:lnTo>
                    <a:pt x="496997" y="966109"/>
                  </a:lnTo>
                  <a:close/>
                  <a:moveTo>
                    <a:pt x="475302" y="996885"/>
                  </a:moveTo>
                  <a:lnTo>
                    <a:pt x="485188" y="992258"/>
                  </a:lnTo>
                  <a:lnTo>
                    <a:pt x="476805" y="942946"/>
                  </a:lnTo>
                  <a:close/>
                  <a:moveTo>
                    <a:pt x="458747" y="960130"/>
                  </a:moveTo>
                  <a:lnTo>
                    <a:pt x="475302" y="996885"/>
                  </a:lnTo>
                  <a:lnTo>
                    <a:pt x="476805" y="942946"/>
                  </a:lnTo>
                  <a:close/>
                  <a:moveTo>
                    <a:pt x="467230" y="906191"/>
                  </a:moveTo>
                  <a:lnTo>
                    <a:pt x="458747" y="960130"/>
                  </a:lnTo>
                  <a:lnTo>
                    <a:pt x="476805" y="942946"/>
                  </a:lnTo>
                  <a:close/>
                  <a:moveTo>
                    <a:pt x="383415" y="923375"/>
                  </a:moveTo>
                  <a:lnTo>
                    <a:pt x="396093" y="934205"/>
                  </a:lnTo>
                  <a:lnTo>
                    <a:pt x="398643" y="918946"/>
                  </a:lnTo>
                  <a:close/>
                  <a:moveTo>
                    <a:pt x="382419" y="886620"/>
                  </a:moveTo>
                  <a:lnTo>
                    <a:pt x="398643" y="918946"/>
                  </a:lnTo>
                  <a:lnTo>
                    <a:pt x="384672" y="885558"/>
                  </a:lnTo>
                  <a:close/>
                  <a:moveTo>
                    <a:pt x="382419" y="886620"/>
                  </a:moveTo>
                  <a:lnTo>
                    <a:pt x="383415" y="923375"/>
                  </a:lnTo>
                  <a:lnTo>
                    <a:pt x="398643" y="918946"/>
                  </a:lnTo>
                  <a:close/>
                  <a:moveTo>
                    <a:pt x="433981" y="917306"/>
                  </a:moveTo>
                  <a:lnTo>
                    <a:pt x="398643" y="918946"/>
                  </a:lnTo>
                  <a:lnTo>
                    <a:pt x="396093" y="934205"/>
                  </a:lnTo>
                  <a:close/>
                  <a:moveTo>
                    <a:pt x="398643" y="918946"/>
                  </a:moveTo>
                  <a:lnTo>
                    <a:pt x="433981" y="917306"/>
                  </a:lnTo>
                  <a:lnTo>
                    <a:pt x="420683" y="883370"/>
                  </a:lnTo>
                  <a:close/>
                  <a:moveTo>
                    <a:pt x="398643" y="918946"/>
                  </a:moveTo>
                  <a:lnTo>
                    <a:pt x="420683" y="883370"/>
                  </a:lnTo>
                  <a:lnTo>
                    <a:pt x="384672" y="885558"/>
                  </a:lnTo>
                  <a:close/>
                  <a:moveTo>
                    <a:pt x="221942" y="730513"/>
                  </a:moveTo>
                  <a:lnTo>
                    <a:pt x="243335" y="695462"/>
                  </a:lnTo>
                  <a:lnTo>
                    <a:pt x="207834" y="697235"/>
                  </a:lnTo>
                  <a:close/>
                  <a:moveTo>
                    <a:pt x="243335" y="695462"/>
                  </a:moveTo>
                  <a:lnTo>
                    <a:pt x="260631" y="739600"/>
                  </a:lnTo>
                  <a:lnTo>
                    <a:pt x="290898" y="693843"/>
                  </a:lnTo>
                  <a:close/>
                  <a:moveTo>
                    <a:pt x="42429" y="519070"/>
                  </a:moveTo>
                  <a:lnTo>
                    <a:pt x="51496" y="474588"/>
                  </a:lnTo>
                  <a:lnTo>
                    <a:pt x="47595" y="503264"/>
                  </a:lnTo>
                  <a:close/>
                  <a:moveTo>
                    <a:pt x="54169" y="465131"/>
                  </a:moveTo>
                  <a:lnTo>
                    <a:pt x="51496" y="474588"/>
                  </a:lnTo>
                  <a:lnTo>
                    <a:pt x="42429" y="519070"/>
                  </a:lnTo>
                  <a:close/>
                  <a:moveTo>
                    <a:pt x="333975" y="730325"/>
                  </a:moveTo>
                  <a:lnTo>
                    <a:pt x="335466" y="764231"/>
                  </a:lnTo>
                  <a:lnTo>
                    <a:pt x="324975" y="759171"/>
                  </a:lnTo>
                  <a:close/>
                  <a:moveTo>
                    <a:pt x="58115" y="446388"/>
                  </a:moveTo>
                  <a:lnTo>
                    <a:pt x="51496" y="474588"/>
                  </a:lnTo>
                  <a:lnTo>
                    <a:pt x="54169" y="465131"/>
                  </a:lnTo>
                  <a:close/>
                  <a:moveTo>
                    <a:pt x="476805" y="942946"/>
                  </a:moveTo>
                  <a:lnTo>
                    <a:pt x="496997" y="966109"/>
                  </a:lnTo>
                  <a:lnTo>
                    <a:pt x="505635" y="930887"/>
                  </a:lnTo>
                  <a:close/>
                  <a:moveTo>
                    <a:pt x="490951" y="889008"/>
                  </a:moveTo>
                  <a:lnTo>
                    <a:pt x="505635" y="930887"/>
                  </a:lnTo>
                  <a:lnTo>
                    <a:pt x="508093" y="911388"/>
                  </a:lnTo>
                  <a:close/>
                  <a:moveTo>
                    <a:pt x="476805" y="942946"/>
                  </a:moveTo>
                  <a:lnTo>
                    <a:pt x="505635" y="930887"/>
                  </a:lnTo>
                  <a:lnTo>
                    <a:pt x="490951" y="889008"/>
                  </a:lnTo>
                  <a:close/>
                  <a:moveTo>
                    <a:pt x="477705" y="852253"/>
                  </a:moveTo>
                  <a:lnTo>
                    <a:pt x="475873" y="865589"/>
                  </a:lnTo>
                  <a:lnTo>
                    <a:pt x="467230" y="906191"/>
                  </a:lnTo>
                  <a:close/>
                  <a:moveTo>
                    <a:pt x="333975" y="730325"/>
                  </a:moveTo>
                  <a:lnTo>
                    <a:pt x="362664" y="742120"/>
                  </a:lnTo>
                  <a:lnTo>
                    <a:pt x="333035" y="722416"/>
                  </a:lnTo>
                  <a:close/>
                  <a:moveTo>
                    <a:pt x="333035" y="722416"/>
                  </a:moveTo>
                  <a:lnTo>
                    <a:pt x="363089" y="741988"/>
                  </a:lnTo>
                  <a:lnTo>
                    <a:pt x="366280" y="705233"/>
                  </a:lnTo>
                  <a:close/>
                  <a:moveTo>
                    <a:pt x="280820" y="685662"/>
                  </a:moveTo>
                  <a:lnTo>
                    <a:pt x="290898" y="693843"/>
                  </a:lnTo>
                  <a:lnTo>
                    <a:pt x="294464" y="680983"/>
                  </a:lnTo>
                  <a:close/>
                  <a:moveTo>
                    <a:pt x="327975" y="680828"/>
                  </a:moveTo>
                  <a:lnTo>
                    <a:pt x="294464" y="680983"/>
                  </a:lnTo>
                  <a:lnTo>
                    <a:pt x="290898" y="693843"/>
                  </a:lnTo>
                  <a:close/>
                  <a:moveTo>
                    <a:pt x="192346" y="486092"/>
                  </a:moveTo>
                  <a:lnTo>
                    <a:pt x="162617" y="491743"/>
                  </a:lnTo>
                  <a:lnTo>
                    <a:pt x="157892" y="531760"/>
                  </a:lnTo>
                  <a:close/>
                  <a:moveTo>
                    <a:pt x="58115" y="446388"/>
                  </a:moveTo>
                  <a:lnTo>
                    <a:pt x="81300" y="436865"/>
                  </a:lnTo>
                  <a:lnTo>
                    <a:pt x="64426" y="428377"/>
                  </a:lnTo>
                  <a:close/>
                  <a:moveTo>
                    <a:pt x="96152" y="374438"/>
                  </a:moveTo>
                  <a:lnTo>
                    <a:pt x="95229" y="376628"/>
                  </a:lnTo>
                  <a:lnTo>
                    <a:pt x="64426" y="428377"/>
                  </a:lnTo>
                  <a:close/>
                  <a:moveTo>
                    <a:pt x="490951" y="889008"/>
                  </a:moveTo>
                  <a:lnTo>
                    <a:pt x="508093" y="911388"/>
                  </a:lnTo>
                  <a:lnTo>
                    <a:pt x="510797" y="881944"/>
                  </a:lnTo>
                  <a:close/>
                  <a:moveTo>
                    <a:pt x="477705" y="852253"/>
                  </a:moveTo>
                  <a:lnTo>
                    <a:pt x="490951" y="889008"/>
                  </a:lnTo>
                  <a:lnTo>
                    <a:pt x="510797" y="881944"/>
                  </a:lnTo>
                  <a:close/>
                  <a:moveTo>
                    <a:pt x="551167" y="876211"/>
                  </a:moveTo>
                  <a:lnTo>
                    <a:pt x="510797" y="881944"/>
                  </a:lnTo>
                  <a:lnTo>
                    <a:pt x="508093" y="911388"/>
                  </a:lnTo>
                  <a:close/>
                  <a:moveTo>
                    <a:pt x="549014" y="843599"/>
                  </a:moveTo>
                  <a:lnTo>
                    <a:pt x="538271" y="835069"/>
                  </a:lnTo>
                  <a:lnTo>
                    <a:pt x="551167" y="876211"/>
                  </a:lnTo>
                  <a:close/>
                  <a:moveTo>
                    <a:pt x="551167" y="876211"/>
                  </a:moveTo>
                  <a:lnTo>
                    <a:pt x="538271" y="835069"/>
                  </a:lnTo>
                  <a:lnTo>
                    <a:pt x="504099" y="842641"/>
                  </a:lnTo>
                  <a:close/>
                  <a:moveTo>
                    <a:pt x="551167" y="876211"/>
                  </a:moveTo>
                  <a:lnTo>
                    <a:pt x="504099" y="842641"/>
                  </a:lnTo>
                  <a:lnTo>
                    <a:pt x="510797" y="881944"/>
                  </a:lnTo>
                  <a:close/>
                  <a:moveTo>
                    <a:pt x="363768" y="668478"/>
                  </a:moveTo>
                  <a:lnTo>
                    <a:pt x="366280" y="705233"/>
                  </a:lnTo>
                  <a:lnTo>
                    <a:pt x="385791" y="688050"/>
                  </a:lnTo>
                  <a:close/>
                  <a:moveTo>
                    <a:pt x="363768" y="668478"/>
                  </a:moveTo>
                  <a:lnTo>
                    <a:pt x="385791" y="688050"/>
                  </a:lnTo>
                  <a:lnTo>
                    <a:pt x="376742" y="651295"/>
                  </a:lnTo>
                  <a:close/>
                  <a:moveTo>
                    <a:pt x="376742" y="651295"/>
                  </a:moveTo>
                  <a:lnTo>
                    <a:pt x="391369" y="627919"/>
                  </a:lnTo>
                  <a:lnTo>
                    <a:pt x="351568" y="631723"/>
                  </a:lnTo>
                  <a:close/>
                  <a:moveTo>
                    <a:pt x="363768" y="668478"/>
                  </a:moveTo>
                  <a:lnTo>
                    <a:pt x="376742" y="651295"/>
                  </a:lnTo>
                  <a:lnTo>
                    <a:pt x="351568" y="631723"/>
                  </a:lnTo>
                  <a:close/>
                  <a:moveTo>
                    <a:pt x="345194" y="579854"/>
                  </a:moveTo>
                  <a:lnTo>
                    <a:pt x="378020" y="622482"/>
                  </a:lnTo>
                  <a:lnTo>
                    <a:pt x="382410" y="594425"/>
                  </a:lnTo>
                  <a:close/>
                  <a:moveTo>
                    <a:pt x="338616" y="582683"/>
                  </a:moveTo>
                  <a:lnTo>
                    <a:pt x="326084" y="594968"/>
                  </a:lnTo>
                  <a:lnTo>
                    <a:pt x="345194" y="579854"/>
                  </a:lnTo>
                  <a:close/>
                  <a:moveTo>
                    <a:pt x="202040" y="433463"/>
                  </a:moveTo>
                  <a:lnTo>
                    <a:pt x="185958" y="484703"/>
                  </a:lnTo>
                  <a:lnTo>
                    <a:pt x="193437" y="482397"/>
                  </a:lnTo>
                  <a:close/>
                  <a:moveTo>
                    <a:pt x="202040" y="433463"/>
                  </a:moveTo>
                  <a:lnTo>
                    <a:pt x="193437" y="482397"/>
                  </a:lnTo>
                  <a:lnTo>
                    <a:pt x="211229" y="430765"/>
                  </a:lnTo>
                  <a:close/>
                  <a:moveTo>
                    <a:pt x="211229" y="430765"/>
                  </a:moveTo>
                  <a:lnTo>
                    <a:pt x="193437" y="482397"/>
                  </a:lnTo>
                  <a:lnTo>
                    <a:pt x="195277" y="484703"/>
                  </a:lnTo>
                  <a:close/>
                  <a:moveTo>
                    <a:pt x="124850" y="350540"/>
                  </a:moveTo>
                  <a:lnTo>
                    <a:pt x="97449" y="372668"/>
                  </a:lnTo>
                  <a:lnTo>
                    <a:pt x="147824" y="340227"/>
                  </a:lnTo>
                  <a:close/>
                  <a:moveTo>
                    <a:pt x="538271" y="835069"/>
                  </a:moveTo>
                  <a:lnTo>
                    <a:pt x="549014" y="843599"/>
                  </a:lnTo>
                  <a:lnTo>
                    <a:pt x="550568" y="831951"/>
                  </a:lnTo>
                  <a:close/>
                  <a:moveTo>
                    <a:pt x="594945" y="822962"/>
                  </a:moveTo>
                  <a:lnTo>
                    <a:pt x="550568" y="831951"/>
                  </a:lnTo>
                  <a:lnTo>
                    <a:pt x="549014" y="843599"/>
                  </a:lnTo>
                  <a:close/>
                  <a:moveTo>
                    <a:pt x="550568" y="831951"/>
                  </a:moveTo>
                  <a:lnTo>
                    <a:pt x="594945" y="822962"/>
                  </a:lnTo>
                  <a:lnTo>
                    <a:pt x="590340" y="781959"/>
                  </a:lnTo>
                  <a:close/>
                  <a:moveTo>
                    <a:pt x="594945" y="822962"/>
                  </a:moveTo>
                  <a:lnTo>
                    <a:pt x="624447" y="781319"/>
                  </a:lnTo>
                  <a:lnTo>
                    <a:pt x="590340" y="781959"/>
                  </a:lnTo>
                  <a:close/>
                  <a:moveTo>
                    <a:pt x="545711" y="791153"/>
                  </a:moveTo>
                  <a:lnTo>
                    <a:pt x="590340" y="781959"/>
                  </a:lnTo>
                  <a:lnTo>
                    <a:pt x="574504" y="750086"/>
                  </a:lnTo>
                  <a:close/>
                  <a:moveTo>
                    <a:pt x="545711" y="791153"/>
                  </a:moveTo>
                  <a:lnTo>
                    <a:pt x="574504" y="750086"/>
                  </a:lnTo>
                  <a:lnTo>
                    <a:pt x="535744" y="754509"/>
                  </a:lnTo>
                  <a:close/>
                  <a:moveTo>
                    <a:pt x="391369" y="627919"/>
                  </a:moveTo>
                  <a:lnTo>
                    <a:pt x="376742" y="651295"/>
                  </a:lnTo>
                  <a:lnTo>
                    <a:pt x="410767" y="604239"/>
                  </a:lnTo>
                  <a:close/>
                  <a:moveTo>
                    <a:pt x="410767" y="604239"/>
                  </a:moveTo>
                  <a:lnTo>
                    <a:pt x="413907" y="597356"/>
                  </a:lnTo>
                  <a:lnTo>
                    <a:pt x="418683" y="614540"/>
                  </a:lnTo>
                  <a:close/>
                  <a:moveTo>
                    <a:pt x="419899" y="560601"/>
                  </a:moveTo>
                  <a:lnTo>
                    <a:pt x="418683" y="614540"/>
                  </a:lnTo>
                  <a:lnTo>
                    <a:pt x="413907" y="597356"/>
                  </a:lnTo>
                  <a:close/>
                  <a:moveTo>
                    <a:pt x="387934" y="569676"/>
                  </a:moveTo>
                  <a:lnTo>
                    <a:pt x="345194" y="579854"/>
                  </a:lnTo>
                  <a:lnTo>
                    <a:pt x="382410" y="594425"/>
                  </a:lnTo>
                  <a:close/>
                  <a:moveTo>
                    <a:pt x="294532" y="450336"/>
                  </a:moveTo>
                  <a:lnTo>
                    <a:pt x="261484" y="456971"/>
                  </a:lnTo>
                  <a:lnTo>
                    <a:pt x="269367" y="495310"/>
                  </a:lnTo>
                  <a:close/>
                  <a:moveTo>
                    <a:pt x="211229" y="430765"/>
                  </a:moveTo>
                  <a:lnTo>
                    <a:pt x="229479" y="467520"/>
                  </a:lnTo>
                  <a:lnTo>
                    <a:pt x="236020" y="413581"/>
                  </a:lnTo>
                  <a:close/>
                  <a:moveTo>
                    <a:pt x="231607" y="347020"/>
                  </a:moveTo>
                  <a:lnTo>
                    <a:pt x="204453" y="342007"/>
                  </a:lnTo>
                  <a:lnTo>
                    <a:pt x="244364" y="355812"/>
                  </a:lnTo>
                  <a:close/>
                  <a:moveTo>
                    <a:pt x="204453" y="342007"/>
                  </a:moveTo>
                  <a:lnTo>
                    <a:pt x="208805" y="347440"/>
                  </a:lnTo>
                  <a:lnTo>
                    <a:pt x="244364" y="355812"/>
                  </a:lnTo>
                  <a:close/>
                  <a:moveTo>
                    <a:pt x="413907" y="597356"/>
                  </a:moveTo>
                  <a:lnTo>
                    <a:pt x="410767" y="604239"/>
                  </a:lnTo>
                  <a:lnTo>
                    <a:pt x="466088" y="590291"/>
                  </a:lnTo>
                  <a:close/>
                  <a:moveTo>
                    <a:pt x="419899" y="560601"/>
                  </a:moveTo>
                  <a:lnTo>
                    <a:pt x="461436" y="581756"/>
                  </a:lnTo>
                  <a:lnTo>
                    <a:pt x="449097" y="547039"/>
                  </a:lnTo>
                  <a:close/>
                  <a:moveTo>
                    <a:pt x="461436" y="581756"/>
                  </a:moveTo>
                  <a:lnTo>
                    <a:pt x="466628" y="580173"/>
                  </a:lnTo>
                  <a:lnTo>
                    <a:pt x="467507" y="567228"/>
                  </a:lnTo>
                  <a:close/>
                  <a:moveTo>
                    <a:pt x="449097" y="547039"/>
                  </a:moveTo>
                  <a:lnTo>
                    <a:pt x="461436" y="581756"/>
                  </a:lnTo>
                  <a:lnTo>
                    <a:pt x="467507" y="567228"/>
                  </a:lnTo>
                  <a:close/>
                  <a:moveTo>
                    <a:pt x="367510" y="470874"/>
                  </a:moveTo>
                  <a:lnTo>
                    <a:pt x="346432" y="488278"/>
                  </a:lnTo>
                  <a:lnTo>
                    <a:pt x="365652" y="469908"/>
                  </a:lnTo>
                  <a:close/>
                  <a:moveTo>
                    <a:pt x="367510" y="470874"/>
                  </a:moveTo>
                  <a:lnTo>
                    <a:pt x="367694" y="469908"/>
                  </a:lnTo>
                  <a:lnTo>
                    <a:pt x="347580" y="487091"/>
                  </a:lnTo>
                  <a:close/>
                  <a:moveTo>
                    <a:pt x="316444" y="450336"/>
                  </a:moveTo>
                  <a:lnTo>
                    <a:pt x="367002" y="468976"/>
                  </a:lnTo>
                  <a:lnTo>
                    <a:pt x="365652" y="469908"/>
                  </a:lnTo>
                  <a:close/>
                  <a:moveTo>
                    <a:pt x="367002" y="468976"/>
                  </a:moveTo>
                  <a:lnTo>
                    <a:pt x="344861" y="443364"/>
                  </a:lnTo>
                  <a:lnTo>
                    <a:pt x="367694" y="469908"/>
                  </a:lnTo>
                  <a:close/>
                  <a:moveTo>
                    <a:pt x="367694" y="469908"/>
                  </a:moveTo>
                  <a:lnTo>
                    <a:pt x="344861" y="443364"/>
                  </a:lnTo>
                  <a:lnTo>
                    <a:pt x="342074" y="450336"/>
                  </a:lnTo>
                  <a:close/>
                  <a:moveTo>
                    <a:pt x="367694" y="469908"/>
                  </a:moveTo>
                  <a:lnTo>
                    <a:pt x="342074" y="450336"/>
                  </a:lnTo>
                  <a:lnTo>
                    <a:pt x="347580" y="487091"/>
                  </a:lnTo>
                  <a:close/>
                  <a:moveTo>
                    <a:pt x="244364" y="355812"/>
                  </a:moveTo>
                  <a:lnTo>
                    <a:pt x="208805" y="347440"/>
                  </a:lnTo>
                  <a:lnTo>
                    <a:pt x="267655" y="346687"/>
                  </a:lnTo>
                  <a:close/>
                  <a:moveTo>
                    <a:pt x="301914" y="350197"/>
                  </a:moveTo>
                  <a:lnTo>
                    <a:pt x="244364" y="355812"/>
                  </a:lnTo>
                  <a:lnTo>
                    <a:pt x="267655" y="346687"/>
                  </a:lnTo>
                  <a:close/>
                  <a:moveTo>
                    <a:pt x="624923" y="780931"/>
                  </a:moveTo>
                  <a:lnTo>
                    <a:pt x="619226" y="789119"/>
                  </a:lnTo>
                  <a:lnTo>
                    <a:pt x="630986" y="763948"/>
                  </a:lnTo>
                  <a:close/>
                  <a:moveTo>
                    <a:pt x="613808" y="807627"/>
                  </a:moveTo>
                  <a:lnTo>
                    <a:pt x="619226" y="789119"/>
                  </a:lnTo>
                  <a:lnTo>
                    <a:pt x="624923" y="780931"/>
                  </a:lnTo>
                  <a:close/>
                  <a:moveTo>
                    <a:pt x="557113" y="585256"/>
                  </a:moveTo>
                  <a:lnTo>
                    <a:pt x="531934" y="562990"/>
                  </a:lnTo>
                  <a:lnTo>
                    <a:pt x="554704" y="604853"/>
                  </a:lnTo>
                  <a:close/>
                  <a:moveTo>
                    <a:pt x="554704" y="604853"/>
                  </a:moveTo>
                  <a:lnTo>
                    <a:pt x="531934" y="562990"/>
                  </a:lnTo>
                  <a:lnTo>
                    <a:pt x="511149" y="568428"/>
                  </a:lnTo>
                  <a:close/>
                  <a:moveTo>
                    <a:pt x="554704" y="604853"/>
                  </a:moveTo>
                  <a:lnTo>
                    <a:pt x="584882" y="607408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93151" y="595421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54704" y="604853"/>
                  </a:lnTo>
                  <a:lnTo>
                    <a:pt x="595668" y="604831"/>
                  </a:lnTo>
                  <a:close/>
                  <a:moveTo>
                    <a:pt x="554704" y="604853"/>
                  </a:moveTo>
                  <a:lnTo>
                    <a:pt x="564784" y="613935"/>
                  </a:lnTo>
                  <a:lnTo>
                    <a:pt x="595668" y="604831"/>
                  </a:lnTo>
                  <a:close/>
                  <a:moveTo>
                    <a:pt x="584882" y="607408"/>
                  </a:moveTo>
                  <a:lnTo>
                    <a:pt x="604754" y="599745"/>
                  </a:lnTo>
                  <a:lnTo>
                    <a:pt x="593151" y="595421"/>
                  </a:lnTo>
                  <a:close/>
                  <a:moveTo>
                    <a:pt x="584882" y="607408"/>
                  </a:moveTo>
                  <a:lnTo>
                    <a:pt x="595668" y="604831"/>
                  </a:lnTo>
                  <a:lnTo>
                    <a:pt x="604754" y="599745"/>
                  </a:lnTo>
                  <a:close/>
                  <a:moveTo>
                    <a:pt x="466628" y="580173"/>
                  </a:moveTo>
                  <a:lnTo>
                    <a:pt x="511149" y="568428"/>
                  </a:lnTo>
                  <a:lnTo>
                    <a:pt x="459599" y="543418"/>
                  </a:lnTo>
                  <a:close/>
                  <a:moveTo>
                    <a:pt x="709820" y="710010"/>
                  </a:moveTo>
                  <a:lnTo>
                    <a:pt x="727976" y="729581"/>
                  </a:lnTo>
                  <a:lnTo>
                    <a:pt x="742890" y="692826"/>
                  </a:lnTo>
                  <a:close/>
                  <a:moveTo>
                    <a:pt x="616433" y="626505"/>
                  </a:moveTo>
                  <a:lnTo>
                    <a:pt x="604754" y="599745"/>
                  </a:lnTo>
                  <a:lnTo>
                    <a:pt x="595668" y="604831"/>
                  </a:lnTo>
                  <a:close/>
                  <a:moveTo>
                    <a:pt x="633158" y="595248"/>
                  </a:moveTo>
                  <a:lnTo>
                    <a:pt x="604754" y="599745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33158" y="595248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80969" y="628214"/>
                  </a:lnTo>
                  <a:lnTo>
                    <a:pt x="665920" y="595702"/>
                  </a:lnTo>
                  <a:close/>
                  <a:moveTo>
                    <a:pt x="651031" y="625465"/>
                  </a:moveTo>
                  <a:lnTo>
                    <a:pt x="665920" y="595702"/>
                  </a:lnTo>
                  <a:lnTo>
                    <a:pt x="633158" y="595248"/>
                  </a:lnTo>
                  <a:close/>
                  <a:moveTo>
                    <a:pt x="633158" y="595248"/>
                  </a:moveTo>
                  <a:lnTo>
                    <a:pt x="593151" y="595421"/>
                  </a:lnTo>
                  <a:lnTo>
                    <a:pt x="604754" y="599745"/>
                  </a:lnTo>
                  <a:close/>
                  <a:moveTo>
                    <a:pt x="600604" y="549879"/>
                  </a:moveTo>
                  <a:lnTo>
                    <a:pt x="593151" y="595421"/>
                  </a:lnTo>
                  <a:lnTo>
                    <a:pt x="633158" y="595248"/>
                  </a:lnTo>
                  <a:close/>
                  <a:moveTo>
                    <a:pt x="531934" y="562990"/>
                  </a:moveTo>
                  <a:lnTo>
                    <a:pt x="557113" y="585256"/>
                  </a:lnTo>
                  <a:lnTo>
                    <a:pt x="559609" y="556118"/>
                  </a:lnTo>
                  <a:close/>
                  <a:moveTo>
                    <a:pt x="559609" y="556118"/>
                  </a:moveTo>
                  <a:lnTo>
                    <a:pt x="512187" y="541862"/>
                  </a:lnTo>
                  <a:lnTo>
                    <a:pt x="531934" y="562990"/>
                  </a:lnTo>
                  <a:close/>
                  <a:moveTo>
                    <a:pt x="600604" y="549879"/>
                  </a:moveTo>
                  <a:lnTo>
                    <a:pt x="557113" y="585256"/>
                  </a:lnTo>
                  <a:lnTo>
                    <a:pt x="593151" y="595421"/>
                  </a:lnTo>
                  <a:close/>
                  <a:moveTo>
                    <a:pt x="600604" y="549879"/>
                  </a:moveTo>
                  <a:lnTo>
                    <a:pt x="559609" y="556118"/>
                  </a:lnTo>
                  <a:lnTo>
                    <a:pt x="557113" y="585256"/>
                  </a:lnTo>
                  <a:close/>
                  <a:moveTo>
                    <a:pt x="559609" y="556118"/>
                  </a:moveTo>
                  <a:lnTo>
                    <a:pt x="600604" y="549879"/>
                  </a:lnTo>
                  <a:lnTo>
                    <a:pt x="594529" y="510070"/>
                  </a:lnTo>
                  <a:close/>
                  <a:moveTo>
                    <a:pt x="638813" y="545904"/>
                  </a:moveTo>
                  <a:lnTo>
                    <a:pt x="598011" y="509051"/>
                  </a:lnTo>
                  <a:lnTo>
                    <a:pt x="594529" y="510070"/>
                  </a:lnTo>
                  <a:close/>
                  <a:moveTo>
                    <a:pt x="598011" y="509051"/>
                  </a:moveTo>
                  <a:lnTo>
                    <a:pt x="646671" y="494769"/>
                  </a:lnTo>
                  <a:lnTo>
                    <a:pt x="592432" y="496522"/>
                  </a:lnTo>
                  <a:close/>
                  <a:moveTo>
                    <a:pt x="592432" y="496522"/>
                  </a:moveTo>
                  <a:lnTo>
                    <a:pt x="646671" y="494769"/>
                  </a:lnTo>
                  <a:lnTo>
                    <a:pt x="648244" y="484409"/>
                  </a:lnTo>
                  <a:close/>
                  <a:moveTo>
                    <a:pt x="839924" y="535504"/>
                  </a:moveTo>
                  <a:lnTo>
                    <a:pt x="882910" y="546488"/>
                  </a:lnTo>
                  <a:lnTo>
                    <a:pt x="870151" y="531011"/>
                  </a:lnTo>
                  <a:close/>
                  <a:moveTo>
                    <a:pt x="665590" y="434640"/>
                  </a:moveTo>
                  <a:lnTo>
                    <a:pt x="706202" y="384115"/>
                  </a:lnTo>
                  <a:lnTo>
                    <a:pt x="706156" y="384002"/>
                  </a:lnTo>
                  <a:close/>
                  <a:moveTo>
                    <a:pt x="676759" y="363154"/>
                  </a:moveTo>
                  <a:lnTo>
                    <a:pt x="666914" y="364420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676759" y="363154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737097" y="385936"/>
                  </a:lnTo>
                  <a:lnTo>
                    <a:pt x="676759" y="363154"/>
                  </a:lnTo>
                  <a:close/>
                  <a:moveTo>
                    <a:pt x="737097" y="385936"/>
                  </a:moveTo>
                  <a:lnTo>
                    <a:pt x="706156" y="384002"/>
                  </a:lnTo>
                  <a:lnTo>
                    <a:pt x="739812" y="385197"/>
                  </a:lnTo>
                  <a:close/>
                  <a:moveTo>
                    <a:pt x="706156" y="384002"/>
                  </a:moveTo>
                  <a:lnTo>
                    <a:pt x="706202" y="384115"/>
                  </a:lnTo>
                  <a:lnTo>
                    <a:pt x="739812" y="385197"/>
                  </a:lnTo>
                  <a:close/>
                  <a:moveTo>
                    <a:pt x="962977" y="641276"/>
                  </a:moveTo>
                  <a:lnTo>
                    <a:pt x="975892" y="678031"/>
                  </a:lnTo>
                  <a:lnTo>
                    <a:pt x="999943" y="660848"/>
                  </a:lnTo>
                  <a:close/>
                  <a:moveTo>
                    <a:pt x="990573" y="603662"/>
                  </a:moveTo>
                  <a:lnTo>
                    <a:pt x="970280" y="623999"/>
                  </a:lnTo>
                  <a:lnTo>
                    <a:pt x="962977" y="641276"/>
                  </a:lnTo>
                  <a:close/>
                  <a:moveTo>
                    <a:pt x="870151" y="531011"/>
                  </a:moveTo>
                  <a:lnTo>
                    <a:pt x="882910" y="546488"/>
                  </a:lnTo>
                  <a:lnTo>
                    <a:pt x="882253" y="528179"/>
                  </a:lnTo>
                  <a:close/>
                  <a:moveTo>
                    <a:pt x="882253" y="528179"/>
                  </a:moveTo>
                  <a:lnTo>
                    <a:pt x="875916" y="520339"/>
                  </a:lnTo>
                  <a:lnTo>
                    <a:pt x="870151" y="531011"/>
                  </a:lnTo>
                  <a:close/>
                  <a:moveTo>
                    <a:pt x="729097" y="373507"/>
                  </a:moveTo>
                  <a:lnTo>
                    <a:pt x="758208" y="368773"/>
                  </a:lnTo>
                  <a:lnTo>
                    <a:pt x="739812" y="385197"/>
                  </a:lnTo>
                  <a:close/>
                  <a:moveTo>
                    <a:pt x="729097" y="373507"/>
                  </a:moveTo>
                  <a:lnTo>
                    <a:pt x="739812" y="385197"/>
                  </a:lnTo>
                  <a:lnTo>
                    <a:pt x="706202" y="384115"/>
                  </a:lnTo>
                  <a:close/>
                  <a:moveTo>
                    <a:pt x="741500" y="383991"/>
                  </a:moveTo>
                  <a:lnTo>
                    <a:pt x="739812" y="385197"/>
                  </a:lnTo>
                  <a:lnTo>
                    <a:pt x="758208" y="368773"/>
                  </a:lnTo>
                  <a:close/>
                  <a:moveTo>
                    <a:pt x="758208" y="368773"/>
                  </a:moveTo>
                  <a:lnTo>
                    <a:pt x="760443" y="366128"/>
                  </a:lnTo>
                  <a:lnTo>
                    <a:pt x="741500" y="383991"/>
                  </a:lnTo>
                  <a:close/>
                  <a:moveTo>
                    <a:pt x="741500" y="383991"/>
                  </a:moveTo>
                  <a:lnTo>
                    <a:pt x="760443" y="366128"/>
                  </a:lnTo>
                  <a:lnTo>
                    <a:pt x="760460" y="330053"/>
                  </a:lnTo>
                  <a:close/>
                  <a:moveTo>
                    <a:pt x="741500" y="383991"/>
                  </a:moveTo>
                  <a:lnTo>
                    <a:pt x="760460" y="330053"/>
                  </a:lnTo>
                  <a:lnTo>
                    <a:pt x="737098" y="347236"/>
                  </a:lnTo>
                  <a:close/>
                  <a:moveTo>
                    <a:pt x="1010691" y="656926"/>
                  </a:moveTo>
                  <a:lnTo>
                    <a:pt x="1056784" y="646542"/>
                  </a:lnTo>
                  <a:lnTo>
                    <a:pt x="1048258" y="608727"/>
                  </a:lnTo>
                  <a:close/>
                  <a:moveTo>
                    <a:pt x="1010691" y="656926"/>
                  </a:moveTo>
                  <a:lnTo>
                    <a:pt x="1048258" y="608727"/>
                  </a:lnTo>
                  <a:lnTo>
                    <a:pt x="1007497" y="614776"/>
                  </a:lnTo>
                  <a:close/>
                  <a:moveTo>
                    <a:pt x="1007497" y="614776"/>
                  </a:moveTo>
                  <a:lnTo>
                    <a:pt x="1024775" y="606963"/>
                  </a:lnTo>
                  <a:lnTo>
                    <a:pt x="990573" y="603662"/>
                  </a:lnTo>
                  <a:close/>
                  <a:moveTo>
                    <a:pt x="1007497" y="614776"/>
                  </a:moveTo>
                  <a:lnTo>
                    <a:pt x="1048258" y="608727"/>
                  </a:lnTo>
                  <a:lnTo>
                    <a:pt x="1024775" y="606963"/>
                  </a:lnTo>
                  <a:close/>
                  <a:moveTo>
                    <a:pt x="980451" y="323534"/>
                  </a:moveTo>
                  <a:lnTo>
                    <a:pt x="945085" y="332441"/>
                  </a:lnTo>
                  <a:lnTo>
                    <a:pt x="994653" y="330292"/>
                  </a:lnTo>
                  <a:close/>
                  <a:moveTo>
                    <a:pt x="994653" y="330292"/>
                  </a:moveTo>
                  <a:lnTo>
                    <a:pt x="945085" y="332441"/>
                  </a:lnTo>
                  <a:lnTo>
                    <a:pt x="937342" y="336801"/>
                  </a:lnTo>
                  <a:close/>
                  <a:moveTo>
                    <a:pt x="980451" y="323534"/>
                  </a:moveTo>
                  <a:lnTo>
                    <a:pt x="933967" y="324181"/>
                  </a:lnTo>
                  <a:lnTo>
                    <a:pt x="945085" y="332441"/>
                  </a:lnTo>
                  <a:close/>
                  <a:moveTo>
                    <a:pt x="1066907" y="325083"/>
                  </a:moveTo>
                  <a:lnTo>
                    <a:pt x="1084804" y="334829"/>
                  </a:lnTo>
                  <a:lnTo>
                    <a:pt x="1062804" y="364314"/>
                  </a:lnTo>
                  <a:close/>
                  <a:moveTo>
                    <a:pt x="944179" y="102199"/>
                  </a:moveTo>
                  <a:lnTo>
                    <a:pt x="948702" y="90650"/>
                  </a:lnTo>
                  <a:lnTo>
                    <a:pt x="900234" y="110838"/>
                  </a:lnTo>
                  <a:close/>
                  <a:moveTo>
                    <a:pt x="952178" y="50949"/>
                  </a:moveTo>
                  <a:lnTo>
                    <a:pt x="948702" y="90650"/>
                  </a:lnTo>
                  <a:lnTo>
                    <a:pt x="993806" y="43178"/>
                  </a:lnTo>
                  <a:close/>
                  <a:moveTo>
                    <a:pt x="993806" y="43178"/>
                  </a:moveTo>
                  <a:lnTo>
                    <a:pt x="971155" y="97116"/>
                  </a:lnTo>
                  <a:lnTo>
                    <a:pt x="995526" y="44933"/>
                  </a:lnTo>
                  <a:close/>
                  <a:moveTo>
                    <a:pt x="1180422" y="209770"/>
                  </a:moveTo>
                  <a:lnTo>
                    <a:pt x="1196560" y="202053"/>
                  </a:lnTo>
                  <a:lnTo>
                    <a:pt x="1164437" y="210475"/>
                  </a:lnTo>
                  <a:close/>
                  <a:moveTo>
                    <a:pt x="1164437" y="210475"/>
                  </a:moveTo>
                  <a:lnTo>
                    <a:pt x="1196560" y="202053"/>
                  </a:lnTo>
                  <a:lnTo>
                    <a:pt x="1184701" y="176342"/>
                  </a:lnTo>
                  <a:close/>
                  <a:moveTo>
                    <a:pt x="1164437" y="210475"/>
                  </a:moveTo>
                  <a:lnTo>
                    <a:pt x="1184701" y="176342"/>
                  </a:lnTo>
                  <a:lnTo>
                    <a:pt x="1152983" y="175040"/>
                  </a:lnTo>
                  <a:close/>
                  <a:moveTo>
                    <a:pt x="1184701" y="176342"/>
                  </a:moveTo>
                  <a:lnTo>
                    <a:pt x="1196560" y="202053"/>
                  </a:lnTo>
                  <a:lnTo>
                    <a:pt x="1206546" y="173014"/>
                  </a:lnTo>
                  <a:close/>
                  <a:moveTo>
                    <a:pt x="1060407" y="66728"/>
                  </a:moveTo>
                  <a:lnTo>
                    <a:pt x="1035153" y="79933"/>
                  </a:lnTo>
                  <a:lnTo>
                    <a:pt x="1011780" y="105703"/>
                  </a:lnTo>
                  <a:close/>
                  <a:moveTo>
                    <a:pt x="1083843" y="69919"/>
                  </a:moveTo>
                  <a:lnTo>
                    <a:pt x="1045836" y="73730"/>
                  </a:lnTo>
                  <a:lnTo>
                    <a:pt x="1095672" y="74002"/>
                  </a:lnTo>
                  <a:close/>
                  <a:moveTo>
                    <a:pt x="1045836" y="73730"/>
                  </a:moveTo>
                  <a:lnTo>
                    <a:pt x="1060407" y="66728"/>
                  </a:lnTo>
                  <a:lnTo>
                    <a:pt x="1095672" y="74002"/>
                  </a:lnTo>
                  <a:close/>
                  <a:moveTo>
                    <a:pt x="1122307" y="65737"/>
                  </a:moveTo>
                  <a:lnTo>
                    <a:pt x="1083843" y="69919"/>
                  </a:lnTo>
                  <a:lnTo>
                    <a:pt x="1129545" y="76070"/>
                  </a:lnTo>
                  <a:close/>
                  <a:moveTo>
                    <a:pt x="1083843" y="69919"/>
                  </a:moveTo>
                  <a:lnTo>
                    <a:pt x="1095672" y="74002"/>
                  </a:lnTo>
                  <a:lnTo>
                    <a:pt x="1129545" y="76070"/>
                  </a:lnTo>
                  <a:close/>
                  <a:moveTo>
                    <a:pt x="995663" y="42685"/>
                  </a:moveTo>
                  <a:lnTo>
                    <a:pt x="1041296" y="32675"/>
                  </a:lnTo>
                  <a:lnTo>
                    <a:pt x="1026446" y="0"/>
                  </a:lnTo>
                  <a:close/>
                  <a:moveTo>
                    <a:pt x="1180422" y="209770"/>
                  </a:moveTo>
                  <a:lnTo>
                    <a:pt x="1208965" y="246110"/>
                  </a:lnTo>
                  <a:lnTo>
                    <a:pt x="1199986" y="208662"/>
                  </a:lnTo>
                  <a:close/>
                  <a:moveTo>
                    <a:pt x="1208965" y="246110"/>
                  </a:moveTo>
                  <a:lnTo>
                    <a:pt x="1251758" y="238408"/>
                  </a:lnTo>
                  <a:lnTo>
                    <a:pt x="1245833" y="198478"/>
                  </a:lnTo>
                  <a:close/>
                  <a:moveTo>
                    <a:pt x="1208965" y="246110"/>
                  </a:moveTo>
                  <a:lnTo>
                    <a:pt x="1245833" y="198478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27203" y="168877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61990" y="167683"/>
                  </a:lnTo>
                  <a:lnTo>
                    <a:pt x="1227203" y="16887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71" name="Input_density__162">
              <a:extLst>
                <a:ext uri="{FF2B5EF4-FFF2-40B4-BE49-F238E27FC236}">
                  <a16:creationId xmlns:a16="http://schemas.microsoft.com/office/drawing/2014/main" id="{CC67A110-CB6B-D995-2071-AD043F11CE72}"/>
                </a:ext>
              </a:extLst>
            </p:cNvPr>
            <p:cNvSpPr>
              <a:spLocks noGrp="1"/>
            </p:cNvSpPr>
            <p:nvPr/>
          </p:nvSpPr>
          <p:spPr>
            <a:xfrm>
              <a:off x="567381" y="1538036"/>
              <a:ext cx="1162777" cy="942946"/>
            </a:xfrm>
            <a:custGeom>
              <a:avLst/>
              <a:gdLst/>
              <a:ahLst/>
              <a:cxnLst/>
              <a:rect l="0" t="0" r="0" b="0"/>
              <a:pathLst>
                <a:path w="1162777" h="942946">
                  <a:moveTo>
                    <a:pt x="268623" y="903803"/>
                  </a:moveTo>
                  <a:lnTo>
                    <a:pt x="277372" y="940558"/>
                  </a:lnTo>
                  <a:lnTo>
                    <a:pt x="318989" y="923375"/>
                  </a:lnTo>
                  <a:close/>
                  <a:moveTo>
                    <a:pt x="268623" y="903803"/>
                  </a:moveTo>
                  <a:lnTo>
                    <a:pt x="318989" y="923375"/>
                  </a:lnTo>
                  <a:lnTo>
                    <a:pt x="317993" y="886620"/>
                  </a:lnTo>
                  <a:close/>
                  <a:moveTo>
                    <a:pt x="107430" y="702845"/>
                  </a:moveTo>
                  <a:lnTo>
                    <a:pt x="130498" y="680374"/>
                  </a:lnTo>
                  <a:lnTo>
                    <a:pt x="101897" y="703895"/>
                  </a:lnTo>
                  <a:close/>
                  <a:moveTo>
                    <a:pt x="120841" y="670835"/>
                  </a:moveTo>
                  <a:lnTo>
                    <a:pt x="130498" y="680374"/>
                  </a:lnTo>
                  <a:lnTo>
                    <a:pt x="162069" y="673835"/>
                  </a:lnTo>
                  <a:close/>
                  <a:moveTo>
                    <a:pt x="178909" y="695462"/>
                  </a:moveTo>
                  <a:lnTo>
                    <a:pt x="226472" y="693843"/>
                  </a:lnTo>
                  <a:lnTo>
                    <a:pt x="216394" y="685662"/>
                  </a:lnTo>
                  <a:close/>
                  <a:moveTo>
                    <a:pt x="130498" y="680374"/>
                  </a:moveTo>
                  <a:lnTo>
                    <a:pt x="107430" y="702845"/>
                  </a:lnTo>
                  <a:lnTo>
                    <a:pt x="143409" y="697235"/>
                  </a:lnTo>
                  <a:close/>
                  <a:moveTo>
                    <a:pt x="143409" y="697235"/>
                  </a:moveTo>
                  <a:lnTo>
                    <a:pt x="162069" y="673835"/>
                  </a:lnTo>
                  <a:lnTo>
                    <a:pt x="130498" y="680374"/>
                  </a:lnTo>
                  <a:close/>
                  <a:moveTo>
                    <a:pt x="143409" y="697235"/>
                  </a:moveTo>
                  <a:lnTo>
                    <a:pt x="178909" y="695462"/>
                  </a:lnTo>
                  <a:lnTo>
                    <a:pt x="162069" y="673835"/>
                  </a:lnTo>
                  <a:close/>
                  <a:moveTo>
                    <a:pt x="219563" y="668010"/>
                  </a:moveTo>
                  <a:lnTo>
                    <a:pt x="162069" y="673835"/>
                  </a:lnTo>
                  <a:lnTo>
                    <a:pt x="216394" y="685662"/>
                  </a:lnTo>
                  <a:close/>
                  <a:moveTo>
                    <a:pt x="216394" y="685662"/>
                  </a:moveTo>
                  <a:lnTo>
                    <a:pt x="162069" y="673835"/>
                  </a:lnTo>
                  <a:lnTo>
                    <a:pt x="178909" y="695462"/>
                  </a:lnTo>
                  <a:close/>
                  <a:moveTo>
                    <a:pt x="402804" y="906191"/>
                  </a:moveTo>
                  <a:lnTo>
                    <a:pt x="412379" y="942946"/>
                  </a:lnTo>
                  <a:lnTo>
                    <a:pt x="426526" y="889008"/>
                  </a:lnTo>
                  <a:close/>
                  <a:moveTo>
                    <a:pt x="426526" y="889008"/>
                  </a:moveTo>
                  <a:lnTo>
                    <a:pt x="413279" y="852253"/>
                  </a:lnTo>
                  <a:lnTo>
                    <a:pt x="402804" y="906191"/>
                  </a:lnTo>
                  <a:close/>
                  <a:moveTo>
                    <a:pt x="299342" y="668478"/>
                  </a:moveTo>
                  <a:lnTo>
                    <a:pt x="268609" y="722416"/>
                  </a:lnTo>
                  <a:lnTo>
                    <a:pt x="301855" y="705233"/>
                  </a:lnTo>
                  <a:close/>
                  <a:moveTo>
                    <a:pt x="219563" y="668010"/>
                  </a:moveTo>
                  <a:lnTo>
                    <a:pt x="216394" y="685662"/>
                  </a:lnTo>
                  <a:lnTo>
                    <a:pt x="230038" y="680983"/>
                  </a:lnTo>
                  <a:close/>
                  <a:moveTo>
                    <a:pt x="230038" y="680983"/>
                  </a:moveTo>
                  <a:lnTo>
                    <a:pt x="221364" y="648906"/>
                  </a:lnTo>
                  <a:lnTo>
                    <a:pt x="219563" y="668010"/>
                  </a:lnTo>
                  <a:close/>
                  <a:moveTo>
                    <a:pt x="124300" y="521458"/>
                  </a:moveTo>
                  <a:lnTo>
                    <a:pt x="130448" y="487772"/>
                  </a:lnTo>
                  <a:lnTo>
                    <a:pt x="127920" y="486092"/>
                  </a:lnTo>
                  <a:close/>
                  <a:moveTo>
                    <a:pt x="93467" y="531760"/>
                  </a:moveTo>
                  <a:lnTo>
                    <a:pt x="124300" y="521458"/>
                  </a:lnTo>
                  <a:lnTo>
                    <a:pt x="127920" y="486092"/>
                  </a:lnTo>
                  <a:close/>
                  <a:moveTo>
                    <a:pt x="127920" y="486092"/>
                  </a:moveTo>
                  <a:lnTo>
                    <a:pt x="130851" y="484703"/>
                  </a:lnTo>
                  <a:lnTo>
                    <a:pt x="129011" y="482397"/>
                  </a:lnTo>
                  <a:close/>
                  <a:moveTo>
                    <a:pt x="121532" y="484703"/>
                  </a:moveTo>
                  <a:lnTo>
                    <a:pt x="127920" y="486092"/>
                  </a:lnTo>
                  <a:lnTo>
                    <a:pt x="129011" y="482397"/>
                  </a:lnTo>
                  <a:close/>
                  <a:moveTo>
                    <a:pt x="127920" y="486092"/>
                  </a:moveTo>
                  <a:lnTo>
                    <a:pt x="130448" y="487772"/>
                  </a:lnTo>
                  <a:lnTo>
                    <a:pt x="130851" y="484703"/>
                  </a:lnTo>
                  <a:close/>
                  <a:moveTo>
                    <a:pt x="19914" y="411193"/>
                  </a:moveTo>
                  <a:lnTo>
                    <a:pt x="31726" y="374438"/>
                  </a:lnTo>
                  <a:lnTo>
                    <a:pt x="0" y="428377"/>
                  </a:lnTo>
                  <a:close/>
                  <a:moveTo>
                    <a:pt x="33023" y="372668"/>
                  </a:moveTo>
                  <a:lnTo>
                    <a:pt x="30803" y="376628"/>
                  </a:lnTo>
                  <a:lnTo>
                    <a:pt x="31726" y="374438"/>
                  </a:lnTo>
                  <a:close/>
                  <a:moveTo>
                    <a:pt x="413279" y="852253"/>
                  </a:moveTo>
                  <a:lnTo>
                    <a:pt x="446371" y="881944"/>
                  </a:lnTo>
                  <a:lnTo>
                    <a:pt x="439674" y="842641"/>
                  </a:lnTo>
                  <a:close/>
                  <a:moveTo>
                    <a:pt x="473845" y="835069"/>
                  </a:moveTo>
                  <a:lnTo>
                    <a:pt x="454903" y="798315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30875" y="805048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43464" y="761560"/>
                  </a:lnTo>
                  <a:lnTo>
                    <a:pt x="430875" y="805048"/>
                  </a:lnTo>
                  <a:close/>
                  <a:moveTo>
                    <a:pt x="443464" y="761560"/>
                  </a:moveTo>
                  <a:lnTo>
                    <a:pt x="417177" y="771437"/>
                  </a:lnTo>
                  <a:lnTo>
                    <a:pt x="430875" y="805048"/>
                  </a:lnTo>
                  <a:close/>
                  <a:moveTo>
                    <a:pt x="156118" y="507914"/>
                  </a:moveTo>
                  <a:lnTo>
                    <a:pt x="130448" y="487772"/>
                  </a:lnTo>
                  <a:lnTo>
                    <a:pt x="124300" y="521458"/>
                  </a:lnTo>
                  <a:close/>
                  <a:moveTo>
                    <a:pt x="130448" y="487772"/>
                  </a:moveTo>
                  <a:lnTo>
                    <a:pt x="156118" y="507914"/>
                  </a:lnTo>
                  <a:lnTo>
                    <a:pt x="130851" y="484703"/>
                  </a:lnTo>
                  <a:close/>
                  <a:moveTo>
                    <a:pt x="130851" y="484703"/>
                  </a:moveTo>
                  <a:lnTo>
                    <a:pt x="156118" y="507914"/>
                  </a:lnTo>
                  <a:lnTo>
                    <a:pt x="169278" y="504275"/>
                  </a:lnTo>
                  <a:close/>
                  <a:moveTo>
                    <a:pt x="130851" y="484703"/>
                  </a:moveTo>
                  <a:lnTo>
                    <a:pt x="169278" y="504275"/>
                  </a:lnTo>
                  <a:lnTo>
                    <a:pt x="165053" y="467520"/>
                  </a:lnTo>
                  <a:close/>
                  <a:moveTo>
                    <a:pt x="146803" y="430765"/>
                  </a:moveTo>
                  <a:lnTo>
                    <a:pt x="130851" y="484703"/>
                  </a:lnTo>
                  <a:lnTo>
                    <a:pt x="165053" y="467520"/>
                  </a:lnTo>
                  <a:close/>
                  <a:moveTo>
                    <a:pt x="31726" y="374438"/>
                  </a:moveTo>
                  <a:lnTo>
                    <a:pt x="64222" y="394206"/>
                  </a:lnTo>
                  <a:lnTo>
                    <a:pt x="36656" y="371870"/>
                  </a:lnTo>
                  <a:close/>
                  <a:moveTo>
                    <a:pt x="33023" y="372668"/>
                  </a:moveTo>
                  <a:lnTo>
                    <a:pt x="31726" y="374438"/>
                  </a:lnTo>
                  <a:lnTo>
                    <a:pt x="36656" y="371870"/>
                  </a:lnTo>
                  <a:close/>
                  <a:moveTo>
                    <a:pt x="83398" y="340227"/>
                  </a:moveTo>
                  <a:lnTo>
                    <a:pt x="36656" y="371870"/>
                  </a:lnTo>
                  <a:lnTo>
                    <a:pt x="64637" y="357255"/>
                  </a:lnTo>
                  <a:close/>
                  <a:moveTo>
                    <a:pt x="33023" y="372668"/>
                  </a:moveTo>
                  <a:lnTo>
                    <a:pt x="36656" y="371870"/>
                  </a:lnTo>
                  <a:lnTo>
                    <a:pt x="83398" y="340227"/>
                  </a:lnTo>
                  <a:close/>
                  <a:moveTo>
                    <a:pt x="454903" y="798315"/>
                  </a:moveTo>
                  <a:lnTo>
                    <a:pt x="486143" y="831951"/>
                  </a:lnTo>
                  <a:lnTo>
                    <a:pt x="481286" y="791153"/>
                  </a:lnTo>
                  <a:close/>
                  <a:moveTo>
                    <a:pt x="454903" y="798315"/>
                  </a:moveTo>
                  <a:lnTo>
                    <a:pt x="473845" y="835069"/>
                  </a:lnTo>
                  <a:lnTo>
                    <a:pt x="486143" y="831951"/>
                  </a:lnTo>
                  <a:close/>
                  <a:moveTo>
                    <a:pt x="486143" y="831951"/>
                  </a:moveTo>
                  <a:lnTo>
                    <a:pt x="525914" y="781959"/>
                  </a:lnTo>
                  <a:lnTo>
                    <a:pt x="481286" y="791153"/>
                  </a:lnTo>
                  <a:close/>
                  <a:moveTo>
                    <a:pt x="443464" y="761560"/>
                  </a:moveTo>
                  <a:lnTo>
                    <a:pt x="481286" y="791153"/>
                  </a:lnTo>
                  <a:lnTo>
                    <a:pt x="471318" y="754509"/>
                  </a:lnTo>
                  <a:close/>
                  <a:moveTo>
                    <a:pt x="443464" y="761560"/>
                  </a:moveTo>
                  <a:lnTo>
                    <a:pt x="454903" y="798315"/>
                  </a:lnTo>
                  <a:lnTo>
                    <a:pt x="481286" y="791153"/>
                  </a:lnTo>
                  <a:close/>
                  <a:moveTo>
                    <a:pt x="326943" y="627919"/>
                  </a:moveTo>
                  <a:lnTo>
                    <a:pt x="346342" y="604239"/>
                  </a:lnTo>
                  <a:lnTo>
                    <a:pt x="354257" y="614540"/>
                  </a:lnTo>
                  <a:close/>
                  <a:moveTo>
                    <a:pt x="323508" y="569676"/>
                  </a:moveTo>
                  <a:lnTo>
                    <a:pt x="317985" y="594425"/>
                  </a:lnTo>
                  <a:lnTo>
                    <a:pt x="355473" y="560601"/>
                  </a:lnTo>
                  <a:close/>
                  <a:moveTo>
                    <a:pt x="83398" y="340227"/>
                  </a:moveTo>
                  <a:lnTo>
                    <a:pt x="64637" y="357255"/>
                  </a:lnTo>
                  <a:lnTo>
                    <a:pt x="100655" y="346928"/>
                  </a:lnTo>
                  <a:close/>
                  <a:moveTo>
                    <a:pt x="100655" y="346928"/>
                  </a:moveTo>
                  <a:lnTo>
                    <a:pt x="113288" y="327403"/>
                  </a:lnTo>
                  <a:lnTo>
                    <a:pt x="83398" y="340227"/>
                  </a:lnTo>
                  <a:close/>
                  <a:moveTo>
                    <a:pt x="100655" y="346928"/>
                  </a:moveTo>
                  <a:lnTo>
                    <a:pt x="140028" y="342007"/>
                  </a:lnTo>
                  <a:lnTo>
                    <a:pt x="113288" y="327403"/>
                  </a:lnTo>
                  <a:close/>
                  <a:moveTo>
                    <a:pt x="397010" y="581756"/>
                  </a:moveTo>
                  <a:lnTo>
                    <a:pt x="349481" y="597356"/>
                  </a:lnTo>
                  <a:lnTo>
                    <a:pt x="401662" y="590291"/>
                  </a:lnTo>
                  <a:close/>
                  <a:moveTo>
                    <a:pt x="355473" y="560601"/>
                  </a:moveTo>
                  <a:lnTo>
                    <a:pt x="349481" y="597356"/>
                  </a:lnTo>
                  <a:lnTo>
                    <a:pt x="397010" y="581756"/>
                  </a:lnTo>
                  <a:close/>
                  <a:moveTo>
                    <a:pt x="578451" y="752969"/>
                  </a:moveTo>
                  <a:lnTo>
                    <a:pt x="560498" y="780931"/>
                  </a:lnTo>
                  <a:lnTo>
                    <a:pt x="566560" y="763948"/>
                  </a:lnTo>
                  <a:close/>
                  <a:moveTo>
                    <a:pt x="590322" y="756685"/>
                  </a:moveTo>
                  <a:lnTo>
                    <a:pt x="566560" y="763948"/>
                  </a:lnTo>
                  <a:lnTo>
                    <a:pt x="605087" y="756347"/>
                  </a:lnTo>
                  <a:close/>
                  <a:moveTo>
                    <a:pt x="578451" y="752969"/>
                  </a:moveTo>
                  <a:lnTo>
                    <a:pt x="566560" y="763948"/>
                  </a:lnTo>
                  <a:lnTo>
                    <a:pt x="590322" y="756685"/>
                  </a:lnTo>
                  <a:close/>
                  <a:moveTo>
                    <a:pt x="633518" y="738070"/>
                  </a:moveTo>
                  <a:lnTo>
                    <a:pt x="590322" y="756685"/>
                  </a:lnTo>
                  <a:lnTo>
                    <a:pt x="624520" y="746765"/>
                  </a:lnTo>
                  <a:close/>
                  <a:moveTo>
                    <a:pt x="578451" y="752969"/>
                  </a:moveTo>
                  <a:lnTo>
                    <a:pt x="590322" y="756685"/>
                  </a:lnTo>
                  <a:lnTo>
                    <a:pt x="633518" y="738070"/>
                  </a:lnTo>
                  <a:close/>
                  <a:moveTo>
                    <a:pt x="606597" y="733624"/>
                  </a:moveTo>
                  <a:lnTo>
                    <a:pt x="578451" y="752969"/>
                  </a:lnTo>
                  <a:lnTo>
                    <a:pt x="633518" y="738070"/>
                  </a:lnTo>
                  <a:close/>
                  <a:moveTo>
                    <a:pt x="633518" y="738070"/>
                  </a:moveTo>
                  <a:lnTo>
                    <a:pt x="624520" y="746765"/>
                  </a:lnTo>
                  <a:lnTo>
                    <a:pt x="648463" y="736505"/>
                  </a:lnTo>
                  <a:close/>
                  <a:moveTo>
                    <a:pt x="633518" y="738070"/>
                  </a:moveTo>
                  <a:lnTo>
                    <a:pt x="648463" y="736505"/>
                  </a:lnTo>
                  <a:lnTo>
                    <a:pt x="645395" y="710010"/>
                  </a:lnTo>
                  <a:close/>
                  <a:moveTo>
                    <a:pt x="645395" y="710010"/>
                  </a:moveTo>
                  <a:lnTo>
                    <a:pt x="648463" y="736505"/>
                  </a:lnTo>
                  <a:lnTo>
                    <a:pt x="663550" y="729581"/>
                  </a:lnTo>
                  <a:close/>
                  <a:moveTo>
                    <a:pt x="495183" y="556118"/>
                  </a:moveTo>
                  <a:lnTo>
                    <a:pt x="530104" y="510070"/>
                  </a:lnTo>
                  <a:lnTo>
                    <a:pt x="483421" y="520935"/>
                  </a:lnTo>
                  <a:close/>
                  <a:moveTo>
                    <a:pt x="528006" y="496522"/>
                  </a:moveTo>
                  <a:lnTo>
                    <a:pt x="530104" y="510070"/>
                  </a:lnTo>
                  <a:lnTo>
                    <a:pt x="533585" y="509051"/>
                  </a:lnTo>
                  <a:close/>
                  <a:moveTo>
                    <a:pt x="530044" y="407934"/>
                  </a:moveTo>
                  <a:lnTo>
                    <a:pt x="490710" y="435541"/>
                  </a:lnTo>
                  <a:lnTo>
                    <a:pt x="515856" y="418358"/>
                  </a:lnTo>
                  <a:close/>
                  <a:moveTo>
                    <a:pt x="530044" y="407934"/>
                  </a:moveTo>
                  <a:lnTo>
                    <a:pt x="504549" y="408822"/>
                  </a:lnTo>
                  <a:lnTo>
                    <a:pt x="490710" y="435541"/>
                  </a:lnTo>
                  <a:close/>
                  <a:moveTo>
                    <a:pt x="530044" y="407934"/>
                  </a:moveTo>
                  <a:lnTo>
                    <a:pt x="515856" y="418358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40226" y="381603"/>
                  </a:lnTo>
                  <a:lnTo>
                    <a:pt x="580299" y="375044"/>
                  </a:lnTo>
                  <a:close/>
                  <a:moveTo>
                    <a:pt x="540226" y="381603"/>
                  </a:moveTo>
                  <a:lnTo>
                    <a:pt x="530044" y="407934"/>
                  </a:lnTo>
                  <a:lnTo>
                    <a:pt x="580299" y="375044"/>
                  </a:lnTo>
                  <a:close/>
                  <a:moveTo>
                    <a:pt x="580299" y="375044"/>
                  </a:moveTo>
                  <a:lnTo>
                    <a:pt x="530044" y="407934"/>
                  </a:lnTo>
                  <a:lnTo>
                    <a:pt x="566427" y="401175"/>
                  </a:lnTo>
                  <a:close/>
                  <a:moveTo>
                    <a:pt x="566427" y="401175"/>
                  </a:moveTo>
                  <a:lnTo>
                    <a:pt x="530044" y="407934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80299" y="375044"/>
                  </a:lnTo>
                  <a:lnTo>
                    <a:pt x="602488" y="364420"/>
                  </a:lnTo>
                  <a:close/>
                  <a:moveTo>
                    <a:pt x="580299" y="375044"/>
                  </a:moveTo>
                  <a:lnTo>
                    <a:pt x="566427" y="401175"/>
                  </a:lnTo>
                  <a:lnTo>
                    <a:pt x="601650" y="389498"/>
                  </a:lnTo>
                  <a:close/>
                  <a:moveTo>
                    <a:pt x="601650" y="389498"/>
                  </a:moveTo>
                  <a:lnTo>
                    <a:pt x="602488" y="364420"/>
                  </a:lnTo>
                  <a:lnTo>
                    <a:pt x="580299" y="375044"/>
                  </a:lnTo>
                  <a:close/>
                  <a:moveTo>
                    <a:pt x="898551" y="641276"/>
                  </a:moveTo>
                  <a:lnTo>
                    <a:pt x="935517" y="660848"/>
                  </a:lnTo>
                  <a:lnTo>
                    <a:pt x="915713" y="624093"/>
                  </a:lnTo>
                  <a:close/>
                  <a:moveTo>
                    <a:pt x="926147" y="603662"/>
                  </a:moveTo>
                  <a:lnTo>
                    <a:pt x="898551" y="641276"/>
                  </a:lnTo>
                  <a:lnTo>
                    <a:pt x="915713" y="624093"/>
                  </a:lnTo>
                  <a:close/>
                  <a:moveTo>
                    <a:pt x="663797" y="310481"/>
                  </a:moveTo>
                  <a:lnTo>
                    <a:pt x="696034" y="330053"/>
                  </a:lnTo>
                  <a:lnTo>
                    <a:pt x="686981" y="293298"/>
                  </a:lnTo>
                  <a:close/>
                  <a:moveTo>
                    <a:pt x="915713" y="624093"/>
                  </a:moveTo>
                  <a:lnTo>
                    <a:pt x="946266" y="656926"/>
                  </a:lnTo>
                  <a:lnTo>
                    <a:pt x="943072" y="614776"/>
                  </a:lnTo>
                  <a:close/>
                  <a:moveTo>
                    <a:pt x="926147" y="603662"/>
                  </a:moveTo>
                  <a:lnTo>
                    <a:pt x="915713" y="624093"/>
                  </a:lnTo>
                  <a:lnTo>
                    <a:pt x="943072" y="614776"/>
                  </a:lnTo>
                  <a:close/>
                  <a:moveTo>
                    <a:pt x="686981" y="293298"/>
                  </a:moveTo>
                  <a:lnTo>
                    <a:pt x="696034" y="330053"/>
                  </a:lnTo>
                  <a:lnTo>
                    <a:pt x="712631" y="312870"/>
                  </a:lnTo>
                  <a:close/>
                  <a:moveTo>
                    <a:pt x="686981" y="293298"/>
                  </a:moveTo>
                  <a:lnTo>
                    <a:pt x="712631" y="312870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686981" y="293298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707623" y="276115"/>
                  </a:lnTo>
                  <a:lnTo>
                    <a:pt x="697214" y="239360"/>
                  </a:lnTo>
                  <a:close/>
                  <a:moveTo>
                    <a:pt x="670436" y="219788"/>
                  </a:moveTo>
                  <a:lnTo>
                    <a:pt x="697214" y="239360"/>
                  </a:lnTo>
                  <a:lnTo>
                    <a:pt x="681540" y="202605"/>
                  </a:lnTo>
                  <a:close/>
                  <a:moveTo>
                    <a:pt x="697214" y="239360"/>
                  </a:moveTo>
                  <a:lnTo>
                    <a:pt x="707623" y="276115"/>
                  </a:lnTo>
                  <a:lnTo>
                    <a:pt x="751240" y="258931"/>
                  </a:lnTo>
                  <a:close/>
                  <a:moveTo>
                    <a:pt x="697214" y="239360"/>
                  </a:moveTo>
                  <a:lnTo>
                    <a:pt x="751240" y="258931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697214" y="239360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734544" y="222176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681540" y="202605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711257" y="185421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678400" y="165850"/>
                  </a:lnTo>
                  <a:lnTo>
                    <a:pt x="705450" y="148666"/>
                  </a:lnTo>
                  <a:close/>
                  <a:moveTo>
                    <a:pt x="705450" y="148666"/>
                  </a:moveTo>
                  <a:lnTo>
                    <a:pt x="751349" y="159802"/>
                  </a:lnTo>
                  <a:lnTo>
                    <a:pt x="738601" y="135688"/>
                  </a:lnTo>
                  <a:close/>
                  <a:moveTo>
                    <a:pt x="711257" y="185421"/>
                  </a:moveTo>
                  <a:lnTo>
                    <a:pt x="751123" y="168238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705450" y="148666"/>
                  </a:lnTo>
                  <a:lnTo>
                    <a:pt x="738601" y="135688"/>
                  </a:lnTo>
                  <a:close/>
                  <a:moveTo>
                    <a:pt x="772036" y="112569"/>
                  </a:moveTo>
                  <a:lnTo>
                    <a:pt x="738601" y="135688"/>
                  </a:lnTo>
                  <a:lnTo>
                    <a:pt x="753020" y="131483"/>
                  </a:lnTo>
                  <a:close/>
                  <a:moveTo>
                    <a:pt x="717454" y="129282"/>
                  </a:moveTo>
                  <a:lnTo>
                    <a:pt x="738601" y="135688"/>
                  </a:lnTo>
                  <a:lnTo>
                    <a:pt x="772036" y="112569"/>
                  </a:lnTo>
                  <a:close/>
                  <a:moveTo>
                    <a:pt x="738601" y="135688"/>
                  </a:moveTo>
                  <a:lnTo>
                    <a:pt x="751349" y="159802"/>
                  </a:lnTo>
                  <a:lnTo>
                    <a:pt x="753020" y="131483"/>
                  </a:lnTo>
                  <a:close/>
                  <a:moveTo>
                    <a:pt x="983852" y="340228"/>
                  </a:moveTo>
                  <a:lnTo>
                    <a:pt x="998378" y="364314"/>
                  </a:lnTo>
                  <a:lnTo>
                    <a:pt x="1020379" y="334829"/>
                  </a:lnTo>
                  <a:close/>
                  <a:moveTo>
                    <a:pt x="797194" y="110426"/>
                  </a:moveTo>
                  <a:lnTo>
                    <a:pt x="772036" y="112569"/>
                  </a:lnTo>
                  <a:lnTo>
                    <a:pt x="753020" y="131483"/>
                  </a:lnTo>
                  <a:close/>
                  <a:moveTo>
                    <a:pt x="825186" y="90505"/>
                  </a:moveTo>
                  <a:lnTo>
                    <a:pt x="793770" y="94728"/>
                  </a:lnTo>
                  <a:lnTo>
                    <a:pt x="772036" y="112569"/>
                  </a:lnTo>
                  <a:close/>
                  <a:moveTo>
                    <a:pt x="825186" y="90505"/>
                  </a:moveTo>
                  <a:lnTo>
                    <a:pt x="772036" y="112569"/>
                  </a:lnTo>
                  <a:lnTo>
                    <a:pt x="797194" y="110426"/>
                  </a:lnTo>
                  <a:close/>
                  <a:moveTo>
                    <a:pt x="817306" y="81132"/>
                  </a:moveTo>
                  <a:lnTo>
                    <a:pt x="825186" y="90505"/>
                  </a:lnTo>
                  <a:lnTo>
                    <a:pt x="822475" y="77544"/>
                  </a:lnTo>
                  <a:close/>
                  <a:moveTo>
                    <a:pt x="801095" y="111970"/>
                  </a:moveTo>
                  <a:lnTo>
                    <a:pt x="825186" y="90505"/>
                  </a:lnTo>
                  <a:lnTo>
                    <a:pt x="797194" y="110426"/>
                  </a:lnTo>
                  <a:close/>
                  <a:moveTo>
                    <a:pt x="801095" y="111970"/>
                  </a:moveTo>
                  <a:lnTo>
                    <a:pt x="835809" y="110838"/>
                  </a:lnTo>
                  <a:lnTo>
                    <a:pt x="825186" y="90505"/>
                  </a:lnTo>
                  <a:close/>
                  <a:moveTo>
                    <a:pt x="835809" y="110838"/>
                  </a:moveTo>
                  <a:lnTo>
                    <a:pt x="884276" y="90650"/>
                  </a:lnTo>
                  <a:lnTo>
                    <a:pt x="822475" y="77544"/>
                  </a:lnTo>
                  <a:close/>
                  <a:moveTo>
                    <a:pt x="822475" y="77544"/>
                  </a:moveTo>
                  <a:lnTo>
                    <a:pt x="884276" y="90650"/>
                  </a:lnTo>
                  <a:lnTo>
                    <a:pt x="856673" y="60361"/>
                  </a:lnTo>
                  <a:close/>
                  <a:moveTo>
                    <a:pt x="822475" y="77544"/>
                  </a:moveTo>
                  <a:lnTo>
                    <a:pt x="825186" y="90505"/>
                  </a:lnTo>
                  <a:lnTo>
                    <a:pt x="835809" y="110838"/>
                  </a:lnTo>
                  <a:close/>
                  <a:moveTo>
                    <a:pt x="820261" y="40790"/>
                  </a:moveTo>
                  <a:lnTo>
                    <a:pt x="822475" y="77544"/>
                  </a:lnTo>
                  <a:lnTo>
                    <a:pt x="856673" y="60361"/>
                  </a:lnTo>
                  <a:close/>
                  <a:moveTo>
                    <a:pt x="820261" y="40790"/>
                  </a:moveTo>
                  <a:lnTo>
                    <a:pt x="856673" y="60361"/>
                  </a:lnTo>
                  <a:lnTo>
                    <a:pt x="854361" y="23606"/>
                  </a:lnTo>
                  <a:close/>
                  <a:moveTo>
                    <a:pt x="856673" y="60361"/>
                  </a:moveTo>
                  <a:lnTo>
                    <a:pt x="884276" y="90650"/>
                  </a:lnTo>
                  <a:lnTo>
                    <a:pt x="887753" y="50949"/>
                  </a:lnTo>
                  <a:close/>
                  <a:moveTo>
                    <a:pt x="854361" y="23606"/>
                  </a:moveTo>
                  <a:lnTo>
                    <a:pt x="887753" y="50949"/>
                  </a:lnTo>
                  <a:lnTo>
                    <a:pt x="874128" y="17279"/>
                  </a:lnTo>
                  <a:close/>
                  <a:moveTo>
                    <a:pt x="854361" y="23606"/>
                  </a:moveTo>
                  <a:lnTo>
                    <a:pt x="856673" y="60361"/>
                  </a:lnTo>
                  <a:lnTo>
                    <a:pt x="887753" y="50949"/>
                  </a:lnTo>
                  <a:close/>
                  <a:moveTo>
                    <a:pt x="929381" y="43178"/>
                  </a:moveTo>
                  <a:lnTo>
                    <a:pt x="917346" y="6423"/>
                  </a:lnTo>
                  <a:lnTo>
                    <a:pt x="887753" y="50949"/>
                  </a:lnTo>
                  <a:close/>
                  <a:moveTo>
                    <a:pt x="917346" y="6423"/>
                  </a:moveTo>
                  <a:lnTo>
                    <a:pt x="874128" y="17279"/>
                  </a:lnTo>
                  <a:lnTo>
                    <a:pt x="887753" y="50949"/>
                  </a:lnTo>
                  <a:close/>
                  <a:moveTo>
                    <a:pt x="862658" y="9821"/>
                  </a:moveTo>
                  <a:lnTo>
                    <a:pt x="854361" y="23606"/>
                  </a:lnTo>
                  <a:lnTo>
                    <a:pt x="874128" y="17279"/>
                  </a:lnTo>
                  <a:close/>
                  <a:moveTo>
                    <a:pt x="919669" y="2192"/>
                  </a:moveTo>
                  <a:lnTo>
                    <a:pt x="874128" y="17279"/>
                  </a:lnTo>
                  <a:lnTo>
                    <a:pt x="917346" y="6423"/>
                  </a:lnTo>
                  <a:close/>
                  <a:moveTo>
                    <a:pt x="862658" y="9821"/>
                  </a:moveTo>
                  <a:lnTo>
                    <a:pt x="874128" y="17279"/>
                  </a:lnTo>
                  <a:lnTo>
                    <a:pt x="919669" y="2192"/>
                  </a:lnTo>
                  <a:close/>
                  <a:moveTo>
                    <a:pt x="981411" y="73730"/>
                  </a:moveTo>
                  <a:lnTo>
                    <a:pt x="970727" y="79933"/>
                  </a:lnTo>
                  <a:lnTo>
                    <a:pt x="995982" y="66728"/>
                  </a:lnTo>
                  <a:close/>
                  <a:moveTo>
                    <a:pt x="981411" y="73730"/>
                  </a:moveTo>
                  <a:lnTo>
                    <a:pt x="931100" y="44933"/>
                  </a:lnTo>
                  <a:lnTo>
                    <a:pt x="970727" y="79933"/>
                  </a:lnTo>
                  <a:close/>
                  <a:moveTo>
                    <a:pt x="931237" y="42685"/>
                  </a:moveTo>
                  <a:lnTo>
                    <a:pt x="931100" y="44933"/>
                  </a:lnTo>
                  <a:lnTo>
                    <a:pt x="981411" y="73730"/>
                  </a:lnTo>
                  <a:close/>
                  <a:moveTo>
                    <a:pt x="976870" y="32675"/>
                  </a:moveTo>
                  <a:lnTo>
                    <a:pt x="931237" y="42685"/>
                  </a:lnTo>
                  <a:lnTo>
                    <a:pt x="981411" y="73730"/>
                  </a:lnTo>
                  <a:close/>
                  <a:moveTo>
                    <a:pt x="981411" y="73730"/>
                  </a:moveTo>
                  <a:lnTo>
                    <a:pt x="1019417" y="69919"/>
                  </a:lnTo>
                  <a:lnTo>
                    <a:pt x="1011895" y="31288"/>
                  </a:lnTo>
                  <a:close/>
                  <a:moveTo>
                    <a:pt x="981411" y="73730"/>
                  </a:moveTo>
                  <a:lnTo>
                    <a:pt x="1011895" y="31288"/>
                  </a:lnTo>
                  <a:lnTo>
                    <a:pt x="976870" y="32675"/>
                  </a:lnTo>
                  <a:close/>
                  <a:moveTo>
                    <a:pt x="929381" y="43178"/>
                  </a:moveTo>
                  <a:lnTo>
                    <a:pt x="931100" y="44933"/>
                  </a:lnTo>
                  <a:lnTo>
                    <a:pt x="931237" y="42685"/>
                  </a:lnTo>
                  <a:close/>
                  <a:moveTo>
                    <a:pt x="917346" y="6423"/>
                  </a:moveTo>
                  <a:lnTo>
                    <a:pt x="931237" y="42685"/>
                  </a:lnTo>
                  <a:lnTo>
                    <a:pt x="922505" y="5037"/>
                  </a:lnTo>
                  <a:close/>
                  <a:moveTo>
                    <a:pt x="917346" y="6423"/>
                  </a:moveTo>
                  <a:lnTo>
                    <a:pt x="929381" y="43178"/>
                  </a:lnTo>
                  <a:lnTo>
                    <a:pt x="931237" y="42685"/>
                  </a:lnTo>
                  <a:close/>
                  <a:moveTo>
                    <a:pt x="931237" y="42685"/>
                  </a:moveTo>
                  <a:lnTo>
                    <a:pt x="962020" y="0"/>
                  </a:lnTo>
                  <a:lnTo>
                    <a:pt x="922505" y="5037"/>
                  </a:lnTo>
                  <a:close/>
                  <a:moveTo>
                    <a:pt x="919669" y="2192"/>
                  </a:moveTo>
                  <a:lnTo>
                    <a:pt x="917346" y="6423"/>
                  </a:lnTo>
                  <a:lnTo>
                    <a:pt x="922505" y="5037"/>
                  </a:lnTo>
                  <a:close/>
                  <a:moveTo>
                    <a:pt x="1132134" y="202053"/>
                  </a:moveTo>
                  <a:lnTo>
                    <a:pt x="1115997" y="209770"/>
                  </a:lnTo>
                  <a:lnTo>
                    <a:pt x="1135560" y="208662"/>
                  </a:lnTo>
                  <a:close/>
                  <a:moveTo>
                    <a:pt x="1135560" y="208662"/>
                  </a:moveTo>
                  <a:lnTo>
                    <a:pt x="1142120" y="173014"/>
                  </a:lnTo>
                  <a:lnTo>
                    <a:pt x="1132134" y="202053"/>
                  </a:lnTo>
                  <a:close/>
                  <a:moveTo>
                    <a:pt x="1162777" y="168877"/>
                  </a:moveTo>
                  <a:lnTo>
                    <a:pt x="1142120" y="173014"/>
                  </a:lnTo>
                  <a:lnTo>
                    <a:pt x="1135560" y="20866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72" name="Input_density__163">
              <a:extLst>
                <a:ext uri="{FF2B5EF4-FFF2-40B4-BE49-F238E27FC236}">
                  <a16:creationId xmlns:a16="http://schemas.microsoft.com/office/drawing/2014/main" id="{E3CAD3CE-FBEC-2D0D-204E-1E4380E69D85}"/>
                </a:ext>
              </a:extLst>
            </p:cNvPr>
            <p:cNvSpPr>
              <a:spLocks noGrp="1"/>
            </p:cNvSpPr>
            <p:nvPr/>
          </p:nvSpPr>
          <p:spPr>
            <a:xfrm>
              <a:off x="712693" y="1643190"/>
              <a:ext cx="824287" cy="732304"/>
            </a:xfrm>
            <a:custGeom>
              <a:avLst/>
              <a:gdLst/>
              <a:ahLst/>
              <a:cxnLst/>
              <a:rect l="0" t="0" r="0" b="0"/>
              <a:pathLst>
                <a:path w="824287" h="732304">
                  <a:moveTo>
                    <a:pt x="0" y="688384"/>
                  </a:moveTo>
                  <a:lnTo>
                    <a:pt x="19387" y="674723"/>
                  </a:lnTo>
                  <a:lnTo>
                    <a:pt x="36854" y="643818"/>
                  </a:lnTo>
                  <a:close/>
                  <a:moveTo>
                    <a:pt x="237565" y="607315"/>
                  </a:moveTo>
                  <a:lnTo>
                    <a:pt x="225858" y="631851"/>
                  </a:lnTo>
                  <a:lnTo>
                    <a:pt x="264959" y="585162"/>
                  </a:lnTo>
                  <a:close/>
                  <a:moveTo>
                    <a:pt x="260131" y="595478"/>
                  </a:moveTo>
                  <a:lnTo>
                    <a:pt x="237565" y="607315"/>
                  </a:lnTo>
                  <a:lnTo>
                    <a:pt x="290079" y="582872"/>
                  </a:lnTo>
                  <a:close/>
                  <a:moveTo>
                    <a:pt x="456278" y="732304"/>
                  </a:moveTo>
                  <a:lnTo>
                    <a:pt x="485892" y="720471"/>
                  </a:lnTo>
                  <a:lnTo>
                    <a:pt x="504648" y="694386"/>
                  </a:lnTo>
                  <a:close/>
                  <a:moveTo>
                    <a:pt x="504648" y="694386"/>
                  </a:moveTo>
                  <a:lnTo>
                    <a:pt x="531541" y="680107"/>
                  </a:lnTo>
                  <a:lnTo>
                    <a:pt x="530647" y="678366"/>
                  </a:lnTo>
                  <a:close/>
                  <a:moveTo>
                    <a:pt x="515673" y="707242"/>
                  </a:moveTo>
                  <a:lnTo>
                    <a:pt x="531541" y="680107"/>
                  </a:lnTo>
                  <a:lnTo>
                    <a:pt x="504648" y="694386"/>
                  </a:lnTo>
                  <a:close/>
                  <a:moveTo>
                    <a:pt x="485892" y="720471"/>
                  </a:moveTo>
                  <a:lnTo>
                    <a:pt x="515673" y="707242"/>
                  </a:lnTo>
                  <a:lnTo>
                    <a:pt x="504648" y="694386"/>
                  </a:lnTo>
                  <a:close/>
                  <a:moveTo>
                    <a:pt x="431015" y="568101"/>
                  </a:moveTo>
                  <a:lnTo>
                    <a:pt x="404262" y="612823"/>
                  </a:lnTo>
                  <a:lnTo>
                    <a:pt x="418603" y="593466"/>
                  </a:lnTo>
                  <a:close/>
                  <a:moveTo>
                    <a:pt x="430175" y="574097"/>
                  </a:moveTo>
                  <a:lnTo>
                    <a:pt x="431015" y="568101"/>
                  </a:lnTo>
                  <a:lnTo>
                    <a:pt x="418603" y="593466"/>
                  </a:lnTo>
                  <a:close/>
                  <a:moveTo>
                    <a:pt x="558097" y="673440"/>
                  </a:moveTo>
                  <a:lnTo>
                    <a:pt x="530647" y="678366"/>
                  </a:lnTo>
                  <a:lnTo>
                    <a:pt x="535641" y="676773"/>
                  </a:lnTo>
                  <a:close/>
                  <a:moveTo>
                    <a:pt x="504648" y="694386"/>
                  </a:moveTo>
                  <a:lnTo>
                    <a:pt x="530647" y="678366"/>
                  </a:lnTo>
                  <a:lnTo>
                    <a:pt x="558097" y="673440"/>
                  </a:lnTo>
                  <a:close/>
                  <a:moveTo>
                    <a:pt x="571531" y="661182"/>
                  </a:moveTo>
                  <a:lnTo>
                    <a:pt x="589877" y="615021"/>
                  </a:lnTo>
                  <a:lnTo>
                    <a:pt x="582841" y="607244"/>
                  </a:lnTo>
                  <a:close/>
                  <a:moveTo>
                    <a:pt x="594772" y="521548"/>
                  </a:moveTo>
                  <a:lnTo>
                    <a:pt x="605822" y="533734"/>
                  </a:lnTo>
                  <a:lnTo>
                    <a:pt x="599641" y="511775"/>
                  </a:lnTo>
                  <a:close/>
                  <a:moveTo>
                    <a:pt x="599641" y="511775"/>
                  </a:moveTo>
                  <a:lnTo>
                    <a:pt x="605822" y="533734"/>
                  </a:lnTo>
                  <a:lnTo>
                    <a:pt x="605386" y="504885"/>
                  </a:lnTo>
                  <a:close/>
                  <a:moveTo>
                    <a:pt x="599641" y="511775"/>
                  </a:moveTo>
                  <a:lnTo>
                    <a:pt x="605386" y="504885"/>
                  </a:lnTo>
                  <a:lnTo>
                    <a:pt x="625369" y="483392"/>
                  </a:lnTo>
                  <a:close/>
                  <a:moveTo>
                    <a:pt x="625369" y="483392"/>
                  </a:moveTo>
                  <a:lnTo>
                    <a:pt x="626001" y="478500"/>
                  </a:lnTo>
                  <a:lnTo>
                    <a:pt x="620966" y="495297"/>
                  </a:lnTo>
                  <a:close/>
                  <a:moveTo>
                    <a:pt x="599641" y="511775"/>
                  </a:moveTo>
                  <a:lnTo>
                    <a:pt x="625369" y="483392"/>
                  </a:lnTo>
                  <a:lnTo>
                    <a:pt x="620966" y="495297"/>
                  </a:lnTo>
                  <a:close/>
                  <a:moveTo>
                    <a:pt x="626001" y="478500"/>
                  </a:moveTo>
                  <a:lnTo>
                    <a:pt x="625369" y="483392"/>
                  </a:lnTo>
                  <a:lnTo>
                    <a:pt x="630815" y="479796"/>
                  </a:lnTo>
                  <a:close/>
                  <a:moveTo>
                    <a:pt x="768779" y="164809"/>
                  </a:moveTo>
                  <a:lnTo>
                    <a:pt x="758767" y="155744"/>
                  </a:lnTo>
                  <a:lnTo>
                    <a:pt x="732240" y="152769"/>
                  </a:lnTo>
                  <a:close/>
                  <a:moveTo>
                    <a:pt x="824287" y="151559"/>
                  </a:moveTo>
                  <a:lnTo>
                    <a:pt x="783268" y="163427"/>
                  </a:lnTo>
                  <a:lnTo>
                    <a:pt x="768779" y="164809"/>
                  </a:lnTo>
                  <a:close/>
                  <a:moveTo>
                    <a:pt x="757624" y="26893"/>
                  </a:moveTo>
                  <a:lnTo>
                    <a:pt x="776163" y="0"/>
                  </a:lnTo>
                  <a:lnTo>
                    <a:pt x="726274" y="3425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73" name="Input_density__164">
              <a:extLst>
                <a:ext uri="{FF2B5EF4-FFF2-40B4-BE49-F238E27FC236}">
                  <a16:creationId xmlns:a16="http://schemas.microsoft.com/office/drawing/2014/main" id="{A9C18767-F244-E686-8CB8-6D713CCFCF0D}"/>
                </a:ext>
              </a:extLst>
            </p:cNvPr>
            <p:cNvSpPr>
              <a:spLocks noGrp="1"/>
            </p:cNvSpPr>
            <p:nvPr/>
          </p:nvSpPr>
          <p:spPr>
            <a:xfrm>
              <a:off x="652713" y="1635152"/>
              <a:ext cx="939477" cy="767243"/>
            </a:xfrm>
            <a:custGeom>
              <a:avLst/>
              <a:gdLst/>
              <a:ahLst/>
              <a:cxnLst/>
              <a:rect l="0" t="0" r="0" b="0"/>
              <a:pathLst>
                <a:path w="939477" h="767243">
                  <a:moveTo>
                    <a:pt x="0" y="538966"/>
                  </a:moveTo>
                  <a:lnTo>
                    <a:pt x="969" y="574711"/>
                  </a:lnTo>
                  <a:lnTo>
                    <a:pt x="1744" y="532219"/>
                  </a:lnTo>
                  <a:close/>
                  <a:moveTo>
                    <a:pt x="87382" y="679239"/>
                  </a:moveTo>
                  <a:lnTo>
                    <a:pt x="96833" y="651856"/>
                  </a:lnTo>
                  <a:lnTo>
                    <a:pt x="96716" y="640541"/>
                  </a:lnTo>
                  <a:close/>
                  <a:moveTo>
                    <a:pt x="253386" y="767243"/>
                  </a:moveTo>
                  <a:lnTo>
                    <a:pt x="283267" y="754386"/>
                  </a:lnTo>
                  <a:lnTo>
                    <a:pt x="301042" y="724635"/>
                  </a:lnTo>
                  <a:close/>
                  <a:moveTo>
                    <a:pt x="273205" y="745134"/>
                  </a:moveTo>
                  <a:lnTo>
                    <a:pt x="253386" y="767243"/>
                  </a:lnTo>
                  <a:lnTo>
                    <a:pt x="301042" y="724635"/>
                  </a:lnTo>
                  <a:close/>
                  <a:moveTo>
                    <a:pt x="290179" y="681106"/>
                  </a:moveTo>
                  <a:lnTo>
                    <a:pt x="308404" y="664444"/>
                  </a:lnTo>
                  <a:lnTo>
                    <a:pt x="311239" y="701199"/>
                  </a:lnTo>
                  <a:close/>
                  <a:moveTo>
                    <a:pt x="272580" y="627689"/>
                  </a:moveTo>
                  <a:lnTo>
                    <a:pt x="285838" y="639889"/>
                  </a:lnTo>
                  <a:lnTo>
                    <a:pt x="297545" y="615353"/>
                  </a:lnTo>
                  <a:close/>
                  <a:moveTo>
                    <a:pt x="195436" y="482738"/>
                  </a:moveTo>
                  <a:lnTo>
                    <a:pt x="199544" y="476879"/>
                  </a:lnTo>
                  <a:lnTo>
                    <a:pt x="180969" y="517424"/>
                  </a:lnTo>
                  <a:close/>
                  <a:moveTo>
                    <a:pt x="199544" y="476879"/>
                  </a:moveTo>
                  <a:lnTo>
                    <a:pt x="193603" y="475884"/>
                  </a:lnTo>
                  <a:lnTo>
                    <a:pt x="176537" y="443914"/>
                  </a:lnTo>
                  <a:close/>
                  <a:moveTo>
                    <a:pt x="241244" y="433221"/>
                  </a:moveTo>
                  <a:lnTo>
                    <a:pt x="235721" y="429809"/>
                  </a:lnTo>
                  <a:lnTo>
                    <a:pt x="270141" y="463485"/>
                  </a:lnTo>
                  <a:close/>
                  <a:moveTo>
                    <a:pt x="361890" y="560401"/>
                  </a:moveTo>
                  <a:lnTo>
                    <a:pt x="320111" y="603516"/>
                  </a:lnTo>
                  <a:lnTo>
                    <a:pt x="350059" y="590910"/>
                  </a:lnTo>
                  <a:close/>
                  <a:moveTo>
                    <a:pt x="241244" y="433221"/>
                  </a:moveTo>
                  <a:lnTo>
                    <a:pt x="302978" y="443254"/>
                  </a:lnTo>
                  <a:lnTo>
                    <a:pt x="266144" y="430111"/>
                  </a:lnTo>
                  <a:close/>
                  <a:moveTo>
                    <a:pt x="521566" y="576139"/>
                  </a:moveTo>
                  <a:lnTo>
                    <a:pt x="528065" y="578403"/>
                  </a:lnTo>
                  <a:lnTo>
                    <a:pt x="531419" y="578263"/>
                  </a:lnTo>
                  <a:close/>
                  <a:moveTo>
                    <a:pt x="490994" y="576139"/>
                  </a:moveTo>
                  <a:lnTo>
                    <a:pt x="490155" y="582135"/>
                  </a:lnTo>
                  <a:lnTo>
                    <a:pt x="496628" y="572762"/>
                  </a:lnTo>
                  <a:close/>
                  <a:moveTo>
                    <a:pt x="521566" y="576139"/>
                  </a:moveTo>
                  <a:lnTo>
                    <a:pt x="531419" y="578263"/>
                  </a:lnTo>
                  <a:lnTo>
                    <a:pt x="531954" y="575241"/>
                  </a:lnTo>
                  <a:close/>
                  <a:moveTo>
                    <a:pt x="531954" y="575241"/>
                  </a:moveTo>
                  <a:lnTo>
                    <a:pt x="496628" y="572762"/>
                  </a:lnTo>
                  <a:lnTo>
                    <a:pt x="521566" y="576139"/>
                  </a:lnTo>
                  <a:close/>
                  <a:moveTo>
                    <a:pt x="519242" y="436528"/>
                  </a:moveTo>
                  <a:lnTo>
                    <a:pt x="537970" y="410342"/>
                  </a:lnTo>
                  <a:lnTo>
                    <a:pt x="489150" y="448594"/>
                  </a:lnTo>
                  <a:close/>
                  <a:moveTo>
                    <a:pt x="548023" y="383190"/>
                  </a:moveTo>
                  <a:lnTo>
                    <a:pt x="537970" y="410342"/>
                  </a:lnTo>
                  <a:lnTo>
                    <a:pt x="566072" y="394752"/>
                  </a:lnTo>
                  <a:close/>
                  <a:moveTo>
                    <a:pt x="552405" y="368104"/>
                  </a:moveTo>
                  <a:lnTo>
                    <a:pt x="566887" y="393879"/>
                  </a:lnTo>
                  <a:lnTo>
                    <a:pt x="586382" y="370559"/>
                  </a:lnTo>
                  <a:close/>
                  <a:moveTo>
                    <a:pt x="685981" y="486538"/>
                  </a:moveTo>
                  <a:lnTo>
                    <a:pt x="690795" y="487833"/>
                  </a:lnTo>
                  <a:lnTo>
                    <a:pt x="690166" y="438388"/>
                  </a:lnTo>
                  <a:close/>
                  <a:moveTo>
                    <a:pt x="607912" y="354850"/>
                  </a:moveTo>
                  <a:lnTo>
                    <a:pt x="565891" y="368663"/>
                  </a:lnTo>
                  <a:lnTo>
                    <a:pt x="552405" y="368104"/>
                  </a:lnTo>
                  <a:close/>
                  <a:moveTo>
                    <a:pt x="607912" y="354850"/>
                  </a:moveTo>
                  <a:lnTo>
                    <a:pt x="552405" y="368104"/>
                  </a:lnTo>
                  <a:lnTo>
                    <a:pt x="586382" y="370559"/>
                  </a:lnTo>
                  <a:close/>
                  <a:moveTo>
                    <a:pt x="617666" y="362952"/>
                  </a:moveTo>
                  <a:lnTo>
                    <a:pt x="626578" y="360385"/>
                  </a:lnTo>
                  <a:lnTo>
                    <a:pt x="607912" y="354850"/>
                  </a:lnTo>
                  <a:close/>
                  <a:moveTo>
                    <a:pt x="617666" y="362952"/>
                  </a:moveTo>
                  <a:lnTo>
                    <a:pt x="607912" y="354850"/>
                  </a:lnTo>
                  <a:lnTo>
                    <a:pt x="586382" y="370559"/>
                  </a:lnTo>
                  <a:close/>
                  <a:moveTo>
                    <a:pt x="697112" y="387994"/>
                  </a:moveTo>
                  <a:lnTo>
                    <a:pt x="707210" y="397140"/>
                  </a:lnTo>
                  <a:lnTo>
                    <a:pt x="720182" y="351580"/>
                  </a:lnTo>
                  <a:close/>
                  <a:moveTo>
                    <a:pt x="717187" y="321843"/>
                  </a:moveTo>
                  <a:lnTo>
                    <a:pt x="741153" y="289784"/>
                  </a:lnTo>
                  <a:lnTo>
                    <a:pt x="740303" y="289264"/>
                  </a:lnTo>
                  <a:close/>
                  <a:moveTo>
                    <a:pt x="728400" y="335399"/>
                  </a:moveTo>
                  <a:lnTo>
                    <a:pt x="741153" y="289784"/>
                  </a:lnTo>
                  <a:lnTo>
                    <a:pt x="717187" y="321843"/>
                  </a:lnTo>
                  <a:close/>
                  <a:moveTo>
                    <a:pt x="694293" y="332455"/>
                  </a:moveTo>
                  <a:lnTo>
                    <a:pt x="728400" y="335399"/>
                  </a:lnTo>
                  <a:lnTo>
                    <a:pt x="717187" y="321843"/>
                  </a:lnTo>
                  <a:close/>
                  <a:moveTo>
                    <a:pt x="788302" y="323288"/>
                  </a:moveTo>
                  <a:lnTo>
                    <a:pt x="848596" y="345590"/>
                  </a:lnTo>
                  <a:lnTo>
                    <a:pt x="813236" y="335591"/>
                  </a:lnTo>
                  <a:close/>
                  <a:moveTo>
                    <a:pt x="788302" y="323288"/>
                  </a:moveTo>
                  <a:lnTo>
                    <a:pt x="848817" y="345925"/>
                  </a:lnTo>
                  <a:lnTo>
                    <a:pt x="848596" y="345590"/>
                  </a:lnTo>
                  <a:close/>
                  <a:moveTo>
                    <a:pt x="720016" y="324627"/>
                  </a:moveTo>
                  <a:lnTo>
                    <a:pt x="740303" y="289264"/>
                  </a:lnTo>
                  <a:lnTo>
                    <a:pt x="743294" y="288043"/>
                  </a:lnTo>
                  <a:close/>
                  <a:moveTo>
                    <a:pt x="722287" y="252509"/>
                  </a:moveTo>
                  <a:lnTo>
                    <a:pt x="729341" y="242707"/>
                  </a:lnTo>
                  <a:lnTo>
                    <a:pt x="746121" y="209236"/>
                  </a:lnTo>
                  <a:close/>
                  <a:moveTo>
                    <a:pt x="885374" y="356153"/>
                  </a:moveTo>
                  <a:lnTo>
                    <a:pt x="848817" y="345925"/>
                  </a:lnTo>
                  <a:lnTo>
                    <a:pt x="871268" y="354762"/>
                  </a:lnTo>
                  <a:close/>
                  <a:moveTo>
                    <a:pt x="848596" y="345590"/>
                  </a:moveTo>
                  <a:lnTo>
                    <a:pt x="849969" y="344989"/>
                  </a:lnTo>
                  <a:lnTo>
                    <a:pt x="813236" y="335591"/>
                  </a:lnTo>
                  <a:close/>
                  <a:moveTo>
                    <a:pt x="849969" y="344989"/>
                  </a:moveTo>
                  <a:lnTo>
                    <a:pt x="898082" y="332962"/>
                  </a:lnTo>
                  <a:lnTo>
                    <a:pt x="868822" y="322636"/>
                  </a:lnTo>
                  <a:close/>
                  <a:moveTo>
                    <a:pt x="918167" y="354181"/>
                  </a:moveTo>
                  <a:lnTo>
                    <a:pt x="939477" y="337649"/>
                  </a:lnTo>
                  <a:lnTo>
                    <a:pt x="885374" y="356153"/>
                  </a:lnTo>
                  <a:close/>
                  <a:moveTo>
                    <a:pt x="825948" y="185530"/>
                  </a:moveTo>
                  <a:lnTo>
                    <a:pt x="828759" y="172846"/>
                  </a:lnTo>
                  <a:lnTo>
                    <a:pt x="792219" y="160807"/>
                  </a:lnTo>
                  <a:close/>
                  <a:moveTo>
                    <a:pt x="783433" y="181387"/>
                  </a:moveTo>
                  <a:lnTo>
                    <a:pt x="787821" y="189438"/>
                  </a:lnTo>
                  <a:lnTo>
                    <a:pt x="792219" y="160807"/>
                  </a:lnTo>
                  <a:close/>
                  <a:moveTo>
                    <a:pt x="786254" y="42294"/>
                  </a:moveTo>
                  <a:lnTo>
                    <a:pt x="821397" y="0"/>
                  </a:lnTo>
                  <a:lnTo>
                    <a:pt x="794421" y="5083"/>
                  </a:lnTo>
                  <a:close/>
                  <a:moveTo>
                    <a:pt x="836143" y="8038"/>
                  </a:moveTo>
                  <a:lnTo>
                    <a:pt x="821397" y="0"/>
                  </a:lnTo>
                  <a:lnTo>
                    <a:pt x="786254" y="422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74" name="Input_density__165">
              <a:extLst>
                <a:ext uri="{FF2B5EF4-FFF2-40B4-BE49-F238E27FC236}">
                  <a16:creationId xmlns:a16="http://schemas.microsoft.com/office/drawing/2014/main" id="{DA2E6033-F800-1188-2CE2-4AF21884503F}"/>
                </a:ext>
              </a:extLst>
            </p:cNvPr>
            <p:cNvSpPr>
              <a:spLocks noGrp="1"/>
            </p:cNvSpPr>
            <p:nvPr/>
          </p:nvSpPr>
          <p:spPr>
            <a:xfrm>
              <a:off x="1248333" y="2304372"/>
              <a:ext cx="35890" cy="15591"/>
            </a:xfrm>
            <a:custGeom>
              <a:avLst/>
              <a:gdLst/>
              <a:ahLst/>
              <a:cxnLst/>
              <a:rect l="0" t="0" r="0" b="0"/>
              <a:pathLst>
                <a:path w="35890" h="15591">
                  <a:moveTo>
                    <a:pt x="35890" y="0"/>
                  </a:moveTo>
                  <a:lnTo>
                    <a:pt x="22456" y="12258"/>
                  </a:lnTo>
                  <a:lnTo>
                    <a:pt x="0" y="15591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75" name="Input_density__166">
              <a:extLst>
                <a:ext uri="{FF2B5EF4-FFF2-40B4-BE49-F238E27FC236}">
                  <a16:creationId xmlns:a16="http://schemas.microsoft.com/office/drawing/2014/main" id="{57DD788E-CDA5-9EFD-722B-54493EBC9AD5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12039"/>
              <a:ext cx="1245635" cy="682781"/>
            </a:xfrm>
            <a:custGeom>
              <a:avLst/>
              <a:gdLst/>
              <a:ahLst/>
              <a:cxnLst/>
              <a:rect l="0" t="0" r="0" b="0"/>
              <a:pathLst>
                <a:path w="1245635" h="682781">
                  <a:moveTo>
                    <a:pt x="15707" y="553715"/>
                  </a:moveTo>
                  <a:lnTo>
                    <a:pt x="0" y="544626"/>
                  </a:lnTo>
                  <a:lnTo>
                    <a:pt x="26512" y="572516"/>
                  </a:lnTo>
                  <a:close/>
                  <a:moveTo>
                    <a:pt x="110434" y="682781"/>
                  </a:moveTo>
                  <a:lnTo>
                    <a:pt x="115739" y="665597"/>
                  </a:lnTo>
                  <a:lnTo>
                    <a:pt x="90236" y="646026"/>
                  </a:lnTo>
                  <a:close/>
                  <a:moveTo>
                    <a:pt x="75939" y="609271"/>
                  </a:moveTo>
                  <a:lnTo>
                    <a:pt x="111460" y="597682"/>
                  </a:lnTo>
                  <a:lnTo>
                    <a:pt x="59820" y="594068"/>
                  </a:lnTo>
                  <a:close/>
                  <a:moveTo>
                    <a:pt x="26512" y="572516"/>
                  </a:moveTo>
                  <a:lnTo>
                    <a:pt x="44739" y="555332"/>
                  </a:lnTo>
                  <a:lnTo>
                    <a:pt x="15707" y="553715"/>
                  </a:lnTo>
                  <a:close/>
                  <a:moveTo>
                    <a:pt x="44739" y="555332"/>
                  </a:moveTo>
                  <a:lnTo>
                    <a:pt x="40143" y="548870"/>
                  </a:lnTo>
                  <a:lnTo>
                    <a:pt x="15707" y="553715"/>
                  </a:lnTo>
                  <a:close/>
                  <a:moveTo>
                    <a:pt x="25216" y="518577"/>
                  </a:moveTo>
                  <a:lnTo>
                    <a:pt x="15707" y="553715"/>
                  </a:lnTo>
                  <a:lnTo>
                    <a:pt x="40143" y="548870"/>
                  </a:lnTo>
                  <a:close/>
                  <a:moveTo>
                    <a:pt x="215819" y="656510"/>
                  </a:moveTo>
                  <a:lnTo>
                    <a:pt x="165733" y="628842"/>
                  </a:lnTo>
                  <a:lnTo>
                    <a:pt x="189999" y="639220"/>
                  </a:lnTo>
                  <a:close/>
                  <a:moveTo>
                    <a:pt x="25216" y="518577"/>
                  </a:moveTo>
                  <a:lnTo>
                    <a:pt x="23810" y="480522"/>
                  </a:lnTo>
                  <a:lnTo>
                    <a:pt x="23834" y="487891"/>
                  </a:lnTo>
                  <a:close/>
                  <a:moveTo>
                    <a:pt x="30323" y="464639"/>
                  </a:moveTo>
                  <a:lnTo>
                    <a:pt x="23810" y="480522"/>
                  </a:lnTo>
                  <a:lnTo>
                    <a:pt x="25216" y="518577"/>
                  </a:lnTo>
                  <a:close/>
                  <a:moveTo>
                    <a:pt x="139724" y="479616"/>
                  </a:moveTo>
                  <a:lnTo>
                    <a:pt x="173165" y="484211"/>
                  </a:lnTo>
                  <a:lnTo>
                    <a:pt x="118585" y="457648"/>
                  </a:lnTo>
                  <a:close/>
                  <a:moveTo>
                    <a:pt x="173165" y="484211"/>
                  </a:moveTo>
                  <a:lnTo>
                    <a:pt x="139724" y="479616"/>
                  </a:lnTo>
                  <a:lnTo>
                    <a:pt x="142587" y="482882"/>
                  </a:lnTo>
                  <a:close/>
                  <a:moveTo>
                    <a:pt x="127557" y="360860"/>
                  </a:moveTo>
                  <a:lnTo>
                    <a:pt x="86212" y="367384"/>
                  </a:lnTo>
                  <a:lnTo>
                    <a:pt x="139173" y="381348"/>
                  </a:lnTo>
                  <a:close/>
                  <a:moveTo>
                    <a:pt x="162852" y="345303"/>
                  </a:moveTo>
                  <a:lnTo>
                    <a:pt x="123073" y="320007"/>
                  </a:lnTo>
                  <a:lnTo>
                    <a:pt x="160728" y="360981"/>
                  </a:lnTo>
                  <a:close/>
                  <a:moveTo>
                    <a:pt x="229897" y="339579"/>
                  </a:moveTo>
                  <a:lnTo>
                    <a:pt x="218579" y="332872"/>
                  </a:lnTo>
                  <a:lnTo>
                    <a:pt x="197760" y="351242"/>
                  </a:lnTo>
                  <a:close/>
                  <a:moveTo>
                    <a:pt x="197760" y="351242"/>
                  </a:moveTo>
                  <a:lnTo>
                    <a:pt x="218579" y="332872"/>
                  </a:lnTo>
                  <a:lnTo>
                    <a:pt x="162852" y="345303"/>
                  </a:lnTo>
                  <a:close/>
                  <a:moveTo>
                    <a:pt x="473468" y="582487"/>
                  </a:moveTo>
                  <a:lnTo>
                    <a:pt x="505525" y="583514"/>
                  </a:lnTo>
                  <a:lnTo>
                    <a:pt x="472807" y="564301"/>
                  </a:lnTo>
                  <a:close/>
                  <a:moveTo>
                    <a:pt x="505525" y="583514"/>
                  </a:moveTo>
                  <a:lnTo>
                    <a:pt x="509329" y="576272"/>
                  </a:lnTo>
                  <a:lnTo>
                    <a:pt x="472807" y="564301"/>
                  </a:lnTo>
                  <a:close/>
                  <a:moveTo>
                    <a:pt x="472807" y="564301"/>
                  </a:moveTo>
                  <a:lnTo>
                    <a:pt x="441975" y="542926"/>
                  </a:lnTo>
                  <a:lnTo>
                    <a:pt x="473468" y="582487"/>
                  </a:lnTo>
                  <a:close/>
                  <a:moveTo>
                    <a:pt x="437307" y="556148"/>
                  </a:moveTo>
                  <a:lnTo>
                    <a:pt x="458492" y="579681"/>
                  </a:lnTo>
                  <a:lnTo>
                    <a:pt x="473468" y="582487"/>
                  </a:lnTo>
                  <a:close/>
                  <a:moveTo>
                    <a:pt x="431601" y="544689"/>
                  </a:moveTo>
                  <a:lnTo>
                    <a:pt x="437307" y="556148"/>
                  </a:lnTo>
                  <a:lnTo>
                    <a:pt x="473468" y="582487"/>
                  </a:lnTo>
                  <a:close/>
                  <a:moveTo>
                    <a:pt x="505525" y="583514"/>
                  </a:moveTo>
                  <a:lnTo>
                    <a:pt x="513516" y="579681"/>
                  </a:lnTo>
                  <a:lnTo>
                    <a:pt x="509329" y="576272"/>
                  </a:lnTo>
                  <a:close/>
                  <a:moveTo>
                    <a:pt x="431601" y="544689"/>
                  </a:moveTo>
                  <a:lnTo>
                    <a:pt x="404645" y="530236"/>
                  </a:lnTo>
                  <a:lnTo>
                    <a:pt x="395190" y="547203"/>
                  </a:lnTo>
                  <a:close/>
                  <a:moveTo>
                    <a:pt x="279028" y="338098"/>
                  </a:moveTo>
                  <a:lnTo>
                    <a:pt x="229897" y="339579"/>
                  </a:lnTo>
                  <a:lnTo>
                    <a:pt x="257483" y="353752"/>
                  </a:lnTo>
                  <a:close/>
                  <a:moveTo>
                    <a:pt x="238776" y="324617"/>
                  </a:moveTo>
                  <a:lnTo>
                    <a:pt x="240226" y="317602"/>
                  </a:lnTo>
                  <a:lnTo>
                    <a:pt x="229897" y="339579"/>
                  </a:lnTo>
                  <a:close/>
                  <a:moveTo>
                    <a:pt x="470369" y="458977"/>
                  </a:moveTo>
                  <a:lnTo>
                    <a:pt x="505026" y="494426"/>
                  </a:lnTo>
                  <a:lnTo>
                    <a:pt x="506064" y="467859"/>
                  </a:lnTo>
                  <a:close/>
                  <a:moveTo>
                    <a:pt x="453476" y="469416"/>
                  </a:moveTo>
                  <a:lnTo>
                    <a:pt x="505026" y="494426"/>
                  </a:lnTo>
                  <a:lnTo>
                    <a:pt x="470369" y="458977"/>
                  </a:lnTo>
                  <a:close/>
                  <a:moveTo>
                    <a:pt x="387322" y="415477"/>
                  </a:moveTo>
                  <a:lnTo>
                    <a:pt x="361387" y="396871"/>
                  </a:lnTo>
                  <a:lnTo>
                    <a:pt x="359529" y="395906"/>
                  </a:lnTo>
                  <a:close/>
                  <a:moveTo>
                    <a:pt x="387322" y="415477"/>
                  </a:moveTo>
                  <a:lnTo>
                    <a:pt x="359529" y="395906"/>
                  </a:lnTo>
                  <a:lnTo>
                    <a:pt x="366661" y="378722"/>
                  </a:lnTo>
                  <a:close/>
                  <a:moveTo>
                    <a:pt x="423431" y="417090"/>
                  </a:moveTo>
                  <a:lnTo>
                    <a:pt x="424697" y="412792"/>
                  </a:lnTo>
                  <a:lnTo>
                    <a:pt x="387725" y="419030"/>
                  </a:lnTo>
                  <a:close/>
                  <a:moveTo>
                    <a:pt x="387725" y="419030"/>
                  </a:moveTo>
                  <a:lnTo>
                    <a:pt x="424697" y="412792"/>
                  </a:lnTo>
                  <a:lnTo>
                    <a:pt x="361571" y="395906"/>
                  </a:lnTo>
                  <a:close/>
                  <a:moveTo>
                    <a:pt x="361571" y="395906"/>
                  </a:moveTo>
                  <a:lnTo>
                    <a:pt x="424697" y="412792"/>
                  </a:lnTo>
                  <a:lnTo>
                    <a:pt x="382726" y="378722"/>
                  </a:lnTo>
                  <a:close/>
                  <a:moveTo>
                    <a:pt x="361571" y="395906"/>
                  </a:moveTo>
                  <a:lnTo>
                    <a:pt x="361387" y="396871"/>
                  </a:lnTo>
                  <a:lnTo>
                    <a:pt x="387725" y="419030"/>
                  </a:lnTo>
                  <a:close/>
                  <a:moveTo>
                    <a:pt x="426357" y="415477"/>
                  </a:moveTo>
                  <a:lnTo>
                    <a:pt x="423431" y="417090"/>
                  </a:lnTo>
                  <a:lnTo>
                    <a:pt x="409779" y="453225"/>
                  </a:lnTo>
                  <a:close/>
                  <a:moveTo>
                    <a:pt x="366661" y="378722"/>
                  </a:moveTo>
                  <a:lnTo>
                    <a:pt x="359529" y="395906"/>
                  </a:lnTo>
                  <a:lnTo>
                    <a:pt x="382163" y="378342"/>
                  </a:lnTo>
                  <a:close/>
                  <a:moveTo>
                    <a:pt x="382726" y="378722"/>
                  </a:moveTo>
                  <a:lnTo>
                    <a:pt x="382163" y="378342"/>
                  </a:lnTo>
                  <a:lnTo>
                    <a:pt x="360879" y="394973"/>
                  </a:lnTo>
                  <a:close/>
                  <a:moveTo>
                    <a:pt x="356044" y="280686"/>
                  </a:moveTo>
                  <a:lnTo>
                    <a:pt x="322179" y="266242"/>
                  </a:lnTo>
                  <a:lnTo>
                    <a:pt x="346302" y="272631"/>
                  </a:lnTo>
                  <a:close/>
                  <a:moveTo>
                    <a:pt x="356044" y="280686"/>
                  </a:moveTo>
                  <a:lnTo>
                    <a:pt x="346302" y="272631"/>
                  </a:lnTo>
                  <a:lnTo>
                    <a:pt x="378070" y="266832"/>
                  </a:lnTo>
                  <a:close/>
                  <a:moveTo>
                    <a:pt x="287127" y="267650"/>
                  </a:moveTo>
                  <a:lnTo>
                    <a:pt x="322179" y="266242"/>
                  </a:lnTo>
                  <a:lnTo>
                    <a:pt x="318667" y="265517"/>
                  </a:lnTo>
                  <a:close/>
                  <a:moveTo>
                    <a:pt x="398289" y="276201"/>
                  </a:moveTo>
                  <a:lnTo>
                    <a:pt x="414688" y="279163"/>
                  </a:lnTo>
                  <a:lnTo>
                    <a:pt x="378070" y="266832"/>
                  </a:lnTo>
                  <a:close/>
                  <a:moveTo>
                    <a:pt x="398289" y="276201"/>
                  </a:moveTo>
                  <a:lnTo>
                    <a:pt x="423903" y="282465"/>
                  </a:lnTo>
                  <a:lnTo>
                    <a:pt x="414688" y="279163"/>
                  </a:lnTo>
                  <a:close/>
                  <a:moveTo>
                    <a:pt x="616827" y="344207"/>
                  </a:moveTo>
                  <a:lnTo>
                    <a:pt x="659953" y="315496"/>
                  </a:lnTo>
                  <a:lnTo>
                    <a:pt x="624730" y="327172"/>
                  </a:lnTo>
                  <a:close/>
                  <a:moveTo>
                    <a:pt x="655754" y="365170"/>
                  </a:moveTo>
                  <a:lnTo>
                    <a:pt x="696040" y="391217"/>
                  </a:lnTo>
                  <a:lnTo>
                    <a:pt x="689207" y="346744"/>
                  </a:lnTo>
                  <a:close/>
                  <a:moveTo>
                    <a:pt x="1050662" y="572539"/>
                  </a:moveTo>
                  <a:lnTo>
                    <a:pt x="1004569" y="582924"/>
                  </a:lnTo>
                  <a:lnTo>
                    <a:pt x="1001366" y="592907"/>
                  </a:lnTo>
                  <a:close/>
                  <a:moveTo>
                    <a:pt x="1129552" y="177514"/>
                  </a:moveTo>
                  <a:lnTo>
                    <a:pt x="1166777" y="174339"/>
                  </a:lnTo>
                  <a:lnTo>
                    <a:pt x="1158314" y="136472"/>
                  </a:lnTo>
                  <a:close/>
                  <a:moveTo>
                    <a:pt x="1157032" y="223938"/>
                  </a:moveTo>
                  <a:lnTo>
                    <a:pt x="1197927" y="172522"/>
                  </a:lnTo>
                  <a:lnTo>
                    <a:pt x="1166777" y="174339"/>
                  </a:lnTo>
                  <a:close/>
                  <a:moveTo>
                    <a:pt x="1202587" y="173475"/>
                  </a:moveTo>
                  <a:lnTo>
                    <a:pt x="1197927" y="172522"/>
                  </a:lnTo>
                  <a:lnTo>
                    <a:pt x="1157032" y="223938"/>
                  </a:lnTo>
                  <a:close/>
                  <a:moveTo>
                    <a:pt x="1104335" y="99012"/>
                  </a:moveTo>
                  <a:lnTo>
                    <a:pt x="1090410" y="127795"/>
                  </a:lnTo>
                  <a:lnTo>
                    <a:pt x="1097046" y="114447"/>
                  </a:lnTo>
                  <a:close/>
                  <a:moveTo>
                    <a:pt x="1097046" y="114447"/>
                  </a:moveTo>
                  <a:lnTo>
                    <a:pt x="1090410" y="127795"/>
                  </a:lnTo>
                  <a:lnTo>
                    <a:pt x="1090906" y="137098"/>
                  </a:lnTo>
                  <a:close/>
                  <a:moveTo>
                    <a:pt x="1097046" y="114447"/>
                  </a:moveTo>
                  <a:lnTo>
                    <a:pt x="1146860" y="101037"/>
                  </a:lnTo>
                  <a:lnTo>
                    <a:pt x="1113666" y="90165"/>
                  </a:lnTo>
                  <a:close/>
                  <a:moveTo>
                    <a:pt x="1245635" y="164406"/>
                  </a:moveTo>
                  <a:lnTo>
                    <a:pt x="1202842" y="172107"/>
                  </a:lnTo>
                  <a:lnTo>
                    <a:pt x="1202587" y="173475"/>
                  </a:lnTo>
                  <a:close/>
                  <a:moveTo>
                    <a:pt x="1087949" y="50007"/>
                  </a:moveTo>
                  <a:lnTo>
                    <a:pt x="1107272" y="16639"/>
                  </a:lnTo>
                  <a:lnTo>
                    <a:pt x="1079132" y="12428"/>
                  </a:lnTo>
                  <a:close/>
                  <a:moveTo>
                    <a:pt x="1079132" y="12428"/>
                  </a:moveTo>
                  <a:lnTo>
                    <a:pt x="1107272" y="16639"/>
                  </a:lnTo>
                  <a:lnTo>
                    <a:pt x="1089550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76" name="Input_density__167">
              <a:extLst>
                <a:ext uri="{FF2B5EF4-FFF2-40B4-BE49-F238E27FC236}">
                  <a16:creationId xmlns:a16="http://schemas.microsoft.com/office/drawing/2014/main" id="{0E5550AD-5C1F-1BAA-0AD2-AFC610742106}"/>
                </a:ext>
              </a:extLst>
            </p:cNvPr>
            <p:cNvSpPr>
              <a:spLocks noGrp="1"/>
            </p:cNvSpPr>
            <p:nvPr/>
          </p:nvSpPr>
          <p:spPr>
            <a:xfrm>
              <a:off x="568898" y="1666880"/>
              <a:ext cx="1106958" cy="735515"/>
            </a:xfrm>
            <a:custGeom>
              <a:avLst/>
              <a:gdLst/>
              <a:ahLst/>
              <a:cxnLst/>
              <a:rect l="0" t="0" r="0" b="0"/>
              <a:pathLst>
                <a:path w="1106958" h="735515">
                  <a:moveTo>
                    <a:pt x="52834" y="631365"/>
                  </a:moveTo>
                  <a:lnTo>
                    <a:pt x="82321" y="664694"/>
                  </a:lnTo>
                  <a:lnTo>
                    <a:pt x="60379" y="640396"/>
                  </a:lnTo>
                  <a:close/>
                  <a:moveTo>
                    <a:pt x="60379" y="640396"/>
                  </a:moveTo>
                  <a:lnTo>
                    <a:pt x="82321" y="664694"/>
                  </a:lnTo>
                  <a:lnTo>
                    <a:pt x="74764" y="658283"/>
                  </a:lnTo>
                  <a:close/>
                  <a:moveTo>
                    <a:pt x="0" y="539226"/>
                  </a:moveTo>
                  <a:lnTo>
                    <a:pt x="55497" y="525937"/>
                  </a:lnTo>
                  <a:lnTo>
                    <a:pt x="21107" y="521932"/>
                  </a:lnTo>
                  <a:close/>
                  <a:moveTo>
                    <a:pt x="269844" y="703838"/>
                  </a:moveTo>
                  <a:lnTo>
                    <a:pt x="299717" y="686654"/>
                  </a:lnTo>
                  <a:lnTo>
                    <a:pt x="259805" y="695296"/>
                  </a:lnTo>
                  <a:close/>
                  <a:moveTo>
                    <a:pt x="299717" y="686654"/>
                  </a:moveTo>
                  <a:lnTo>
                    <a:pt x="278380" y="668536"/>
                  </a:lnTo>
                  <a:lnTo>
                    <a:pt x="259805" y="695296"/>
                  </a:lnTo>
                  <a:close/>
                  <a:moveTo>
                    <a:pt x="300863" y="724228"/>
                  </a:moveTo>
                  <a:lnTo>
                    <a:pt x="337201" y="735515"/>
                  </a:lnTo>
                  <a:lnTo>
                    <a:pt x="357020" y="713406"/>
                  </a:lnTo>
                  <a:close/>
                  <a:moveTo>
                    <a:pt x="321410" y="704845"/>
                  </a:moveTo>
                  <a:lnTo>
                    <a:pt x="357020" y="713406"/>
                  </a:lnTo>
                  <a:lnTo>
                    <a:pt x="375396" y="685902"/>
                  </a:lnTo>
                  <a:close/>
                  <a:moveTo>
                    <a:pt x="357020" y="713406"/>
                  </a:moveTo>
                  <a:lnTo>
                    <a:pt x="384857" y="692907"/>
                  </a:lnTo>
                  <a:lnTo>
                    <a:pt x="375396" y="685902"/>
                  </a:lnTo>
                  <a:close/>
                  <a:moveTo>
                    <a:pt x="67737" y="306019"/>
                  </a:moveTo>
                  <a:lnTo>
                    <a:pt x="88860" y="338676"/>
                  </a:lnTo>
                  <a:lnTo>
                    <a:pt x="98550" y="352803"/>
                  </a:lnTo>
                  <a:close/>
                  <a:moveTo>
                    <a:pt x="384372" y="658600"/>
                  </a:moveTo>
                  <a:lnTo>
                    <a:pt x="375396" y="685902"/>
                  </a:lnTo>
                  <a:lnTo>
                    <a:pt x="395054" y="669471"/>
                  </a:lnTo>
                  <a:close/>
                  <a:moveTo>
                    <a:pt x="403235" y="615533"/>
                  </a:moveTo>
                  <a:lnTo>
                    <a:pt x="385797" y="628581"/>
                  </a:lnTo>
                  <a:lnTo>
                    <a:pt x="395054" y="669471"/>
                  </a:lnTo>
                  <a:close/>
                  <a:moveTo>
                    <a:pt x="386422" y="534710"/>
                  </a:moveTo>
                  <a:lnTo>
                    <a:pt x="403926" y="571788"/>
                  </a:lnTo>
                  <a:lnTo>
                    <a:pt x="413649" y="527646"/>
                  </a:lnTo>
                  <a:close/>
                  <a:moveTo>
                    <a:pt x="445705" y="528673"/>
                  </a:moveTo>
                  <a:lnTo>
                    <a:pt x="413649" y="527646"/>
                  </a:lnTo>
                  <a:lnTo>
                    <a:pt x="403926" y="571788"/>
                  </a:lnTo>
                  <a:close/>
                  <a:moveTo>
                    <a:pt x="174348" y="318269"/>
                  </a:moveTo>
                  <a:lnTo>
                    <a:pt x="170077" y="284737"/>
                  </a:lnTo>
                  <a:lnTo>
                    <a:pt x="219208" y="283257"/>
                  </a:lnTo>
                  <a:close/>
                  <a:moveTo>
                    <a:pt x="461193" y="561594"/>
                  </a:moveTo>
                  <a:lnTo>
                    <a:pt x="473918" y="577572"/>
                  </a:lnTo>
                  <a:lnTo>
                    <a:pt x="501956" y="592945"/>
                  </a:lnTo>
                  <a:close/>
                  <a:moveTo>
                    <a:pt x="363611" y="362249"/>
                  </a:moveTo>
                  <a:lnTo>
                    <a:pt x="321008" y="414574"/>
                  </a:lnTo>
                  <a:lnTo>
                    <a:pt x="349959" y="398384"/>
                  </a:lnTo>
                  <a:close/>
                  <a:moveTo>
                    <a:pt x="320987" y="414561"/>
                  </a:moveTo>
                  <a:lnTo>
                    <a:pt x="321008" y="414574"/>
                  </a:lnTo>
                  <a:lnTo>
                    <a:pt x="363611" y="362249"/>
                  </a:lnTo>
                  <a:close/>
                  <a:moveTo>
                    <a:pt x="327906" y="364189"/>
                  </a:moveTo>
                  <a:lnTo>
                    <a:pt x="320987" y="414561"/>
                  </a:lnTo>
                  <a:lnTo>
                    <a:pt x="363611" y="362249"/>
                  </a:lnTo>
                  <a:close/>
                  <a:moveTo>
                    <a:pt x="402094" y="397391"/>
                  </a:moveTo>
                  <a:lnTo>
                    <a:pt x="397275" y="406716"/>
                  </a:lnTo>
                  <a:lnTo>
                    <a:pt x="410550" y="404136"/>
                  </a:lnTo>
                  <a:close/>
                  <a:moveTo>
                    <a:pt x="631308" y="638034"/>
                  </a:moveTo>
                  <a:lnTo>
                    <a:pt x="630958" y="691431"/>
                  </a:lnTo>
                  <a:lnTo>
                    <a:pt x="667556" y="645950"/>
                  </a:lnTo>
                  <a:close/>
                  <a:moveTo>
                    <a:pt x="417519" y="380208"/>
                  </a:moveTo>
                  <a:lnTo>
                    <a:pt x="402094" y="397391"/>
                  </a:lnTo>
                  <a:lnTo>
                    <a:pt x="410550" y="404136"/>
                  </a:lnTo>
                  <a:close/>
                  <a:moveTo>
                    <a:pt x="410550" y="404136"/>
                  </a:moveTo>
                  <a:lnTo>
                    <a:pt x="446245" y="413018"/>
                  </a:lnTo>
                  <a:lnTo>
                    <a:pt x="431072" y="384658"/>
                  </a:lnTo>
                  <a:close/>
                  <a:moveTo>
                    <a:pt x="458598" y="383950"/>
                  </a:moveTo>
                  <a:lnTo>
                    <a:pt x="481904" y="392091"/>
                  </a:lnTo>
                  <a:lnTo>
                    <a:pt x="462549" y="377768"/>
                  </a:lnTo>
                  <a:close/>
                  <a:moveTo>
                    <a:pt x="570126" y="338413"/>
                  </a:moveTo>
                  <a:lnTo>
                    <a:pt x="542833" y="332577"/>
                  </a:lnTo>
                  <a:lnTo>
                    <a:pt x="595934" y="310328"/>
                  </a:lnTo>
                  <a:close/>
                  <a:moveTo>
                    <a:pt x="1039374" y="269841"/>
                  </a:moveTo>
                  <a:lnTo>
                    <a:pt x="1008099" y="279932"/>
                  </a:lnTo>
                  <a:lnTo>
                    <a:pt x="986585" y="293255"/>
                  </a:lnTo>
                  <a:close/>
                  <a:moveTo>
                    <a:pt x="1039374" y="269841"/>
                  </a:moveTo>
                  <a:lnTo>
                    <a:pt x="1052220" y="226404"/>
                  </a:lnTo>
                  <a:lnTo>
                    <a:pt x="1009182" y="279495"/>
                  </a:lnTo>
                  <a:close/>
                  <a:moveTo>
                    <a:pt x="1052238" y="225557"/>
                  </a:moveTo>
                  <a:lnTo>
                    <a:pt x="1052220" y="226404"/>
                  </a:lnTo>
                  <a:lnTo>
                    <a:pt x="1048205" y="206650"/>
                  </a:lnTo>
                  <a:close/>
                  <a:moveTo>
                    <a:pt x="1052220" y="226404"/>
                  </a:moveTo>
                  <a:lnTo>
                    <a:pt x="1060521" y="225557"/>
                  </a:lnTo>
                  <a:lnTo>
                    <a:pt x="1048205" y="206650"/>
                  </a:lnTo>
                  <a:close/>
                  <a:moveTo>
                    <a:pt x="1065625" y="175572"/>
                  </a:moveTo>
                  <a:lnTo>
                    <a:pt x="1060521" y="225557"/>
                  </a:lnTo>
                  <a:lnTo>
                    <a:pt x="1095729" y="173374"/>
                  </a:lnTo>
                  <a:close/>
                  <a:moveTo>
                    <a:pt x="1095729" y="173374"/>
                  </a:moveTo>
                  <a:lnTo>
                    <a:pt x="1082962" y="171619"/>
                  </a:lnTo>
                  <a:lnTo>
                    <a:pt x="1065625" y="175572"/>
                  </a:lnTo>
                  <a:close/>
                  <a:moveTo>
                    <a:pt x="1082962" y="171619"/>
                  </a:moveTo>
                  <a:lnTo>
                    <a:pt x="1095729" y="173374"/>
                  </a:lnTo>
                  <a:lnTo>
                    <a:pt x="1097213" y="169096"/>
                  </a:lnTo>
                  <a:close/>
                  <a:moveTo>
                    <a:pt x="1066901" y="169722"/>
                  </a:moveTo>
                  <a:lnTo>
                    <a:pt x="1082962" y="171619"/>
                  </a:lnTo>
                  <a:lnTo>
                    <a:pt x="1106958" y="119498"/>
                  </a:lnTo>
                  <a:close/>
                  <a:moveTo>
                    <a:pt x="1055503" y="0"/>
                  </a:moveTo>
                  <a:lnTo>
                    <a:pt x="1044515" y="44171"/>
                  </a:lnTo>
                  <a:lnTo>
                    <a:pt x="1053846" y="35324"/>
                  </a:lnTo>
                  <a:close/>
                  <a:moveTo>
                    <a:pt x="1028182" y="39870"/>
                  </a:moveTo>
                  <a:lnTo>
                    <a:pt x="1044515" y="44171"/>
                  </a:lnTo>
                  <a:lnTo>
                    <a:pt x="1055503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77" name="Input_density__168">
              <a:extLst>
                <a:ext uri="{FF2B5EF4-FFF2-40B4-BE49-F238E27FC236}">
                  <a16:creationId xmlns:a16="http://schemas.microsoft.com/office/drawing/2014/main" id="{7B0B13EA-6CFF-D576-06C6-0F1ED62F7E20}"/>
                </a:ext>
              </a:extLst>
            </p:cNvPr>
            <p:cNvSpPr>
              <a:spLocks noGrp="1"/>
            </p:cNvSpPr>
            <p:nvPr/>
          </p:nvSpPr>
          <p:spPr>
            <a:xfrm>
              <a:off x="535590" y="1628678"/>
              <a:ext cx="1163809" cy="762431"/>
            </a:xfrm>
            <a:custGeom>
              <a:avLst/>
              <a:gdLst/>
              <a:ahLst/>
              <a:cxnLst/>
              <a:rect l="0" t="0" r="0" b="0"/>
              <a:pathLst>
                <a:path w="1163809" h="762431">
                  <a:moveTo>
                    <a:pt x="83922" y="666142"/>
                  </a:moveTo>
                  <a:lnTo>
                    <a:pt x="86141" y="669567"/>
                  </a:lnTo>
                  <a:lnTo>
                    <a:pt x="93686" y="678599"/>
                  </a:lnTo>
                  <a:close/>
                  <a:moveTo>
                    <a:pt x="83922" y="666142"/>
                  </a:moveTo>
                  <a:lnTo>
                    <a:pt x="63724" y="629387"/>
                  </a:lnTo>
                  <a:lnTo>
                    <a:pt x="63953" y="642859"/>
                  </a:lnTo>
                  <a:close/>
                  <a:moveTo>
                    <a:pt x="83922" y="666142"/>
                  </a:moveTo>
                  <a:lnTo>
                    <a:pt x="93686" y="678599"/>
                  </a:lnTo>
                  <a:lnTo>
                    <a:pt x="105963" y="685713"/>
                  </a:lnTo>
                  <a:close/>
                  <a:moveTo>
                    <a:pt x="33308" y="577429"/>
                  </a:moveTo>
                  <a:lnTo>
                    <a:pt x="84949" y="581042"/>
                  </a:lnTo>
                  <a:lnTo>
                    <a:pt x="88805" y="564139"/>
                  </a:lnTo>
                  <a:close/>
                  <a:moveTo>
                    <a:pt x="18227" y="538693"/>
                  </a:moveTo>
                  <a:lnTo>
                    <a:pt x="33308" y="577429"/>
                  </a:lnTo>
                  <a:lnTo>
                    <a:pt x="54414" y="560135"/>
                  </a:lnTo>
                  <a:close/>
                  <a:moveTo>
                    <a:pt x="18227" y="538693"/>
                  </a:moveTo>
                  <a:lnTo>
                    <a:pt x="0" y="555877"/>
                  </a:lnTo>
                  <a:lnTo>
                    <a:pt x="33308" y="577429"/>
                  </a:lnTo>
                  <a:close/>
                  <a:moveTo>
                    <a:pt x="333025" y="724856"/>
                  </a:moveTo>
                  <a:lnTo>
                    <a:pt x="334170" y="762431"/>
                  </a:lnTo>
                  <a:lnTo>
                    <a:pt x="354718" y="743047"/>
                  </a:lnTo>
                  <a:close/>
                  <a:moveTo>
                    <a:pt x="333025" y="724856"/>
                  </a:moveTo>
                  <a:lnTo>
                    <a:pt x="303152" y="742040"/>
                  </a:lnTo>
                  <a:lnTo>
                    <a:pt x="334170" y="762431"/>
                  </a:lnTo>
                  <a:close/>
                  <a:moveTo>
                    <a:pt x="354718" y="743047"/>
                  </a:moveTo>
                  <a:lnTo>
                    <a:pt x="334170" y="762431"/>
                  </a:lnTo>
                  <a:lnTo>
                    <a:pt x="390327" y="751608"/>
                  </a:lnTo>
                  <a:close/>
                  <a:moveTo>
                    <a:pt x="92073" y="441009"/>
                  </a:moveTo>
                  <a:lnTo>
                    <a:pt x="125258" y="441119"/>
                  </a:lnTo>
                  <a:lnTo>
                    <a:pt x="99678" y="412375"/>
                  </a:lnTo>
                  <a:close/>
                  <a:moveTo>
                    <a:pt x="125258" y="441119"/>
                  </a:moveTo>
                  <a:lnTo>
                    <a:pt x="129982" y="401102"/>
                  </a:lnTo>
                  <a:lnTo>
                    <a:pt x="99678" y="412375"/>
                  </a:lnTo>
                  <a:close/>
                  <a:moveTo>
                    <a:pt x="101045" y="344221"/>
                  </a:moveTo>
                  <a:lnTo>
                    <a:pt x="131858" y="391005"/>
                  </a:lnTo>
                  <a:lnTo>
                    <a:pt x="134216" y="344342"/>
                  </a:lnTo>
                  <a:close/>
                  <a:moveTo>
                    <a:pt x="368678" y="530564"/>
                  </a:moveTo>
                  <a:lnTo>
                    <a:pt x="378133" y="513597"/>
                  </a:lnTo>
                  <a:lnTo>
                    <a:pt x="383783" y="489532"/>
                  </a:lnTo>
                  <a:close/>
                  <a:moveTo>
                    <a:pt x="261970" y="396450"/>
                  </a:moveTo>
                  <a:lnTo>
                    <a:pt x="280288" y="342512"/>
                  </a:lnTo>
                  <a:lnTo>
                    <a:pt x="261897" y="359695"/>
                  </a:lnTo>
                  <a:close/>
                  <a:moveTo>
                    <a:pt x="261897" y="359695"/>
                  </a:moveTo>
                  <a:lnTo>
                    <a:pt x="280288" y="342512"/>
                  </a:lnTo>
                  <a:lnTo>
                    <a:pt x="230971" y="337113"/>
                  </a:lnTo>
                  <a:close/>
                  <a:moveTo>
                    <a:pt x="280288" y="342512"/>
                  </a:moveTo>
                  <a:lnTo>
                    <a:pt x="252516" y="321459"/>
                  </a:lnTo>
                  <a:lnTo>
                    <a:pt x="230971" y="337113"/>
                  </a:lnTo>
                  <a:close/>
                  <a:moveTo>
                    <a:pt x="591380" y="746817"/>
                  </a:moveTo>
                  <a:lnTo>
                    <a:pt x="578322" y="710061"/>
                  </a:lnTo>
                  <a:lnTo>
                    <a:pt x="581174" y="716985"/>
                  </a:lnTo>
                  <a:close/>
                  <a:moveTo>
                    <a:pt x="494501" y="599796"/>
                  </a:moveTo>
                  <a:lnTo>
                    <a:pt x="535264" y="631148"/>
                  </a:lnTo>
                  <a:lnTo>
                    <a:pt x="534632" y="619368"/>
                  </a:lnTo>
                  <a:close/>
                  <a:moveTo>
                    <a:pt x="430583" y="444918"/>
                  </a:moveTo>
                  <a:lnTo>
                    <a:pt x="426964" y="452777"/>
                  </a:lnTo>
                  <a:lnTo>
                    <a:pt x="443857" y="442338"/>
                  </a:lnTo>
                  <a:close/>
                  <a:moveTo>
                    <a:pt x="361213" y="402391"/>
                  </a:moveTo>
                  <a:lnTo>
                    <a:pt x="334875" y="380232"/>
                  </a:lnTo>
                  <a:lnTo>
                    <a:pt x="360810" y="398838"/>
                  </a:lnTo>
                  <a:close/>
                  <a:moveTo>
                    <a:pt x="399845" y="398838"/>
                  </a:moveTo>
                  <a:lnTo>
                    <a:pt x="430583" y="444918"/>
                  </a:lnTo>
                  <a:lnTo>
                    <a:pt x="435401" y="435593"/>
                  </a:lnTo>
                  <a:close/>
                  <a:moveTo>
                    <a:pt x="383267" y="436586"/>
                  </a:moveTo>
                  <a:lnTo>
                    <a:pt x="430583" y="444918"/>
                  </a:lnTo>
                  <a:lnTo>
                    <a:pt x="399845" y="398838"/>
                  </a:lnTo>
                  <a:close/>
                  <a:moveTo>
                    <a:pt x="583798" y="535863"/>
                  </a:moveTo>
                  <a:lnTo>
                    <a:pt x="594353" y="572029"/>
                  </a:lnTo>
                  <a:lnTo>
                    <a:pt x="618396" y="534824"/>
                  </a:lnTo>
                  <a:close/>
                  <a:moveTo>
                    <a:pt x="491905" y="422153"/>
                  </a:moveTo>
                  <a:lnTo>
                    <a:pt x="479552" y="451220"/>
                  </a:lnTo>
                  <a:lnTo>
                    <a:pt x="526974" y="465477"/>
                  </a:lnTo>
                  <a:close/>
                  <a:moveTo>
                    <a:pt x="450827" y="418410"/>
                  </a:moveTo>
                  <a:lnTo>
                    <a:pt x="402670" y="395776"/>
                  </a:lnTo>
                  <a:lnTo>
                    <a:pt x="399845" y="398838"/>
                  </a:lnTo>
                  <a:close/>
                  <a:moveTo>
                    <a:pt x="450827" y="418410"/>
                  </a:moveTo>
                  <a:lnTo>
                    <a:pt x="399845" y="398838"/>
                  </a:lnTo>
                  <a:lnTo>
                    <a:pt x="435401" y="435593"/>
                  </a:lnTo>
                  <a:close/>
                  <a:moveTo>
                    <a:pt x="416596" y="294960"/>
                  </a:moveTo>
                  <a:lnTo>
                    <a:pt x="436388" y="305957"/>
                  </a:lnTo>
                  <a:lnTo>
                    <a:pt x="397391" y="265826"/>
                  </a:lnTo>
                  <a:close/>
                  <a:moveTo>
                    <a:pt x="645477" y="330105"/>
                  </a:moveTo>
                  <a:lnTo>
                    <a:pt x="629242" y="348530"/>
                  </a:lnTo>
                  <a:lnTo>
                    <a:pt x="632955" y="343999"/>
                  </a:lnTo>
                  <a:close/>
                  <a:moveTo>
                    <a:pt x="632955" y="343999"/>
                  </a:moveTo>
                  <a:lnTo>
                    <a:pt x="633441" y="298857"/>
                  </a:lnTo>
                  <a:lnTo>
                    <a:pt x="590315" y="327568"/>
                  </a:lnTo>
                  <a:close/>
                  <a:moveTo>
                    <a:pt x="669528" y="374578"/>
                  </a:moveTo>
                  <a:lnTo>
                    <a:pt x="683014" y="375137"/>
                  </a:lnTo>
                  <a:lnTo>
                    <a:pt x="662695" y="330105"/>
                  </a:lnTo>
                  <a:close/>
                  <a:moveTo>
                    <a:pt x="776295" y="460631"/>
                  </a:moveTo>
                  <a:lnTo>
                    <a:pt x="796443" y="471340"/>
                  </a:lnTo>
                  <a:lnTo>
                    <a:pt x="782730" y="437741"/>
                  </a:lnTo>
                  <a:close/>
                  <a:moveTo>
                    <a:pt x="1085528" y="264607"/>
                  </a:moveTo>
                  <a:lnTo>
                    <a:pt x="1072682" y="308043"/>
                  </a:lnTo>
                  <a:lnTo>
                    <a:pt x="1093828" y="263759"/>
                  </a:lnTo>
                  <a:close/>
                  <a:moveTo>
                    <a:pt x="1072682" y="308043"/>
                  </a:moveTo>
                  <a:lnTo>
                    <a:pt x="1091005" y="317698"/>
                  </a:lnTo>
                  <a:lnTo>
                    <a:pt x="1093828" y="263759"/>
                  </a:lnTo>
                  <a:close/>
                  <a:moveTo>
                    <a:pt x="1093828" y="263759"/>
                  </a:moveTo>
                  <a:lnTo>
                    <a:pt x="1121348" y="269215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093828" y="263759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163809" y="210395"/>
                  </a:lnTo>
                  <a:lnTo>
                    <a:pt x="1130520" y="207299"/>
                  </a:lnTo>
                  <a:close/>
                  <a:moveTo>
                    <a:pt x="1140265" y="157700"/>
                  </a:moveTo>
                  <a:lnTo>
                    <a:pt x="1116270" y="209821"/>
                  </a:lnTo>
                  <a:lnTo>
                    <a:pt x="1130520" y="207299"/>
                  </a:lnTo>
                  <a:close/>
                  <a:moveTo>
                    <a:pt x="1103040" y="160875"/>
                  </a:moveTo>
                  <a:lnTo>
                    <a:pt x="1100209" y="207924"/>
                  </a:lnTo>
                  <a:lnTo>
                    <a:pt x="1140265" y="157700"/>
                  </a:lnTo>
                  <a:close/>
                  <a:moveTo>
                    <a:pt x="1120348" y="84398"/>
                  </a:moveTo>
                  <a:lnTo>
                    <a:pt x="1118558" y="66368"/>
                  </a:lnTo>
                  <a:lnTo>
                    <a:pt x="1087154" y="73526"/>
                  </a:lnTo>
                  <a:close/>
                  <a:moveTo>
                    <a:pt x="1077823" y="82373"/>
                  </a:moveTo>
                  <a:lnTo>
                    <a:pt x="1070534" y="97808"/>
                  </a:lnTo>
                  <a:lnTo>
                    <a:pt x="1087154" y="73526"/>
                  </a:lnTo>
                  <a:close/>
                  <a:moveTo>
                    <a:pt x="1061437" y="33368"/>
                  </a:moveTo>
                  <a:lnTo>
                    <a:pt x="1088810" y="38202"/>
                  </a:lnTo>
                  <a:lnTo>
                    <a:pt x="1080760" y="0"/>
                  </a:lnTo>
                  <a:close/>
                  <a:moveTo>
                    <a:pt x="1117467" y="41994"/>
                  </a:moveTo>
                  <a:lnTo>
                    <a:pt x="1087154" y="73526"/>
                  </a:lnTo>
                  <a:lnTo>
                    <a:pt x="1118558" y="66368"/>
                  </a:lnTo>
                  <a:close/>
                  <a:moveTo>
                    <a:pt x="1117467" y="41994"/>
                  </a:moveTo>
                  <a:lnTo>
                    <a:pt x="1088810" y="38202"/>
                  </a:lnTo>
                  <a:lnTo>
                    <a:pt x="1087154" y="73526"/>
                  </a:lnTo>
                  <a:close/>
                  <a:moveTo>
                    <a:pt x="1088810" y="38202"/>
                  </a:moveTo>
                  <a:lnTo>
                    <a:pt x="1107979" y="4960"/>
                  </a:lnTo>
                  <a:lnTo>
                    <a:pt x="108076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78" name="Input_density__169">
              <a:extLst>
                <a:ext uri="{FF2B5EF4-FFF2-40B4-BE49-F238E27FC236}">
                  <a16:creationId xmlns:a16="http://schemas.microsoft.com/office/drawing/2014/main" id="{8400D2C2-1AB4-F811-B23E-CD9F268505DF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04765"/>
              <a:ext cx="1202842" cy="740898"/>
            </a:xfrm>
            <a:custGeom>
              <a:avLst/>
              <a:gdLst/>
              <a:ahLst/>
              <a:cxnLst/>
              <a:rect l="0" t="0" r="0" b="0"/>
              <a:pathLst>
                <a:path w="1202842" h="740898">
                  <a:moveTo>
                    <a:pt x="6967" y="543035"/>
                  </a:moveTo>
                  <a:lnTo>
                    <a:pt x="0" y="551900"/>
                  </a:lnTo>
                  <a:lnTo>
                    <a:pt x="15707" y="560989"/>
                  </a:lnTo>
                  <a:close/>
                  <a:moveTo>
                    <a:pt x="115739" y="672871"/>
                  </a:moveTo>
                  <a:lnTo>
                    <a:pt x="130151" y="643514"/>
                  </a:lnTo>
                  <a:lnTo>
                    <a:pt x="90236" y="653300"/>
                  </a:lnTo>
                  <a:close/>
                  <a:moveTo>
                    <a:pt x="75939" y="616545"/>
                  </a:moveTo>
                  <a:lnTo>
                    <a:pt x="121685" y="641391"/>
                  </a:lnTo>
                  <a:lnTo>
                    <a:pt x="111460" y="604956"/>
                  </a:lnTo>
                  <a:close/>
                  <a:moveTo>
                    <a:pt x="75939" y="616545"/>
                  </a:moveTo>
                  <a:lnTo>
                    <a:pt x="90236" y="653300"/>
                  </a:lnTo>
                  <a:lnTo>
                    <a:pt x="121685" y="641391"/>
                  </a:lnTo>
                  <a:close/>
                  <a:moveTo>
                    <a:pt x="121685" y="641391"/>
                  </a:moveTo>
                  <a:lnTo>
                    <a:pt x="144604" y="605098"/>
                  </a:lnTo>
                  <a:lnTo>
                    <a:pt x="111460" y="604956"/>
                  </a:lnTo>
                  <a:close/>
                  <a:moveTo>
                    <a:pt x="25216" y="525851"/>
                  </a:moveTo>
                  <a:lnTo>
                    <a:pt x="6967" y="543035"/>
                  </a:lnTo>
                  <a:lnTo>
                    <a:pt x="15707" y="560989"/>
                  </a:lnTo>
                  <a:close/>
                  <a:moveTo>
                    <a:pt x="23834" y="495165"/>
                  </a:moveTo>
                  <a:lnTo>
                    <a:pt x="6967" y="543035"/>
                  </a:lnTo>
                  <a:lnTo>
                    <a:pt x="25216" y="525851"/>
                  </a:lnTo>
                  <a:close/>
                  <a:moveTo>
                    <a:pt x="23834" y="495165"/>
                  </a:moveTo>
                  <a:lnTo>
                    <a:pt x="7603" y="530691"/>
                  </a:lnTo>
                  <a:lnTo>
                    <a:pt x="6967" y="543035"/>
                  </a:lnTo>
                  <a:close/>
                  <a:moveTo>
                    <a:pt x="7603" y="530691"/>
                  </a:moveTo>
                  <a:lnTo>
                    <a:pt x="23834" y="495165"/>
                  </a:lnTo>
                  <a:lnTo>
                    <a:pt x="12243" y="506280"/>
                  </a:lnTo>
                  <a:close/>
                  <a:moveTo>
                    <a:pt x="23834" y="495165"/>
                  </a:moveTo>
                  <a:lnTo>
                    <a:pt x="24987" y="489096"/>
                  </a:lnTo>
                  <a:lnTo>
                    <a:pt x="12243" y="506280"/>
                  </a:lnTo>
                  <a:close/>
                  <a:moveTo>
                    <a:pt x="189999" y="646494"/>
                  </a:moveTo>
                  <a:lnTo>
                    <a:pt x="162718" y="640703"/>
                  </a:lnTo>
                  <a:lnTo>
                    <a:pt x="130151" y="643514"/>
                  </a:lnTo>
                  <a:close/>
                  <a:moveTo>
                    <a:pt x="201712" y="630507"/>
                  </a:moveTo>
                  <a:lnTo>
                    <a:pt x="165733" y="636116"/>
                  </a:lnTo>
                  <a:lnTo>
                    <a:pt x="215819" y="663784"/>
                  </a:lnTo>
                  <a:close/>
                  <a:moveTo>
                    <a:pt x="189999" y="646494"/>
                  </a:moveTo>
                  <a:lnTo>
                    <a:pt x="165733" y="636116"/>
                  </a:lnTo>
                  <a:lnTo>
                    <a:pt x="162718" y="640703"/>
                  </a:lnTo>
                  <a:close/>
                  <a:moveTo>
                    <a:pt x="24987" y="489096"/>
                  </a:moveTo>
                  <a:lnTo>
                    <a:pt x="23834" y="495165"/>
                  </a:lnTo>
                  <a:lnTo>
                    <a:pt x="23810" y="487796"/>
                  </a:lnTo>
                  <a:close/>
                  <a:moveTo>
                    <a:pt x="23810" y="487796"/>
                  </a:moveTo>
                  <a:lnTo>
                    <a:pt x="37833" y="451299"/>
                  </a:lnTo>
                  <a:lnTo>
                    <a:pt x="24987" y="489096"/>
                  </a:lnTo>
                  <a:close/>
                  <a:moveTo>
                    <a:pt x="24987" y="489096"/>
                  </a:moveTo>
                  <a:lnTo>
                    <a:pt x="37833" y="451299"/>
                  </a:lnTo>
                  <a:lnTo>
                    <a:pt x="49413" y="435158"/>
                  </a:lnTo>
                  <a:close/>
                  <a:moveTo>
                    <a:pt x="24987" y="489096"/>
                  </a:moveTo>
                  <a:lnTo>
                    <a:pt x="49413" y="435158"/>
                  </a:lnTo>
                  <a:lnTo>
                    <a:pt x="36307" y="452341"/>
                  </a:lnTo>
                  <a:close/>
                  <a:moveTo>
                    <a:pt x="49413" y="435158"/>
                  </a:moveTo>
                  <a:lnTo>
                    <a:pt x="48046" y="398403"/>
                  </a:lnTo>
                  <a:lnTo>
                    <a:pt x="36307" y="452341"/>
                  </a:lnTo>
                  <a:close/>
                  <a:moveTo>
                    <a:pt x="118585" y="464922"/>
                  </a:moveTo>
                  <a:lnTo>
                    <a:pt x="173165" y="491485"/>
                  </a:lnTo>
                  <a:lnTo>
                    <a:pt x="174248" y="491504"/>
                  </a:lnTo>
                  <a:close/>
                  <a:moveTo>
                    <a:pt x="118585" y="464922"/>
                  </a:moveTo>
                  <a:lnTo>
                    <a:pt x="174248" y="491504"/>
                  </a:lnTo>
                  <a:lnTo>
                    <a:pt x="151770" y="465032"/>
                  </a:lnTo>
                  <a:close/>
                  <a:moveTo>
                    <a:pt x="48046" y="398403"/>
                  </a:moveTo>
                  <a:lnTo>
                    <a:pt x="49413" y="435158"/>
                  </a:lnTo>
                  <a:lnTo>
                    <a:pt x="70083" y="417975"/>
                  </a:lnTo>
                  <a:close/>
                  <a:moveTo>
                    <a:pt x="160728" y="368255"/>
                  </a:moveTo>
                  <a:lnTo>
                    <a:pt x="123073" y="327281"/>
                  </a:lnTo>
                  <a:lnTo>
                    <a:pt x="122525" y="327478"/>
                  </a:lnTo>
                  <a:close/>
                  <a:moveTo>
                    <a:pt x="160728" y="368255"/>
                  </a:moveTo>
                  <a:lnTo>
                    <a:pt x="122525" y="327478"/>
                  </a:lnTo>
                  <a:lnTo>
                    <a:pt x="127557" y="368134"/>
                  </a:lnTo>
                  <a:close/>
                  <a:moveTo>
                    <a:pt x="288482" y="420363"/>
                  </a:moveTo>
                  <a:lnTo>
                    <a:pt x="288409" y="383608"/>
                  </a:lnTo>
                  <a:lnTo>
                    <a:pt x="263244" y="428582"/>
                  </a:lnTo>
                  <a:close/>
                  <a:moveTo>
                    <a:pt x="229897" y="346853"/>
                  </a:moveTo>
                  <a:lnTo>
                    <a:pt x="255361" y="390243"/>
                  </a:lnTo>
                  <a:lnTo>
                    <a:pt x="257483" y="361026"/>
                  </a:lnTo>
                  <a:close/>
                  <a:moveTo>
                    <a:pt x="223356" y="400791"/>
                  </a:moveTo>
                  <a:lnTo>
                    <a:pt x="255361" y="390243"/>
                  </a:lnTo>
                  <a:lnTo>
                    <a:pt x="229897" y="346853"/>
                  </a:lnTo>
                  <a:close/>
                  <a:moveTo>
                    <a:pt x="123073" y="327281"/>
                  </a:moveTo>
                  <a:lnTo>
                    <a:pt x="162852" y="352577"/>
                  </a:lnTo>
                  <a:lnTo>
                    <a:pt x="172137" y="314232"/>
                  </a:lnTo>
                  <a:close/>
                  <a:moveTo>
                    <a:pt x="162852" y="352577"/>
                  </a:moveTo>
                  <a:lnTo>
                    <a:pt x="189188" y="310098"/>
                  </a:lnTo>
                  <a:lnTo>
                    <a:pt x="172137" y="314232"/>
                  </a:lnTo>
                  <a:close/>
                  <a:moveTo>
                    <a:pt x="218579" y="340146"/>
                  </a:moveTo>
                  <a:lnTo>
                    <a:pt x="189188" y="310098"/>
                  </a:lnTo>
                  <a:lnTo>
                    <a:pt x="162852" y="352577"/>
                  </a:lnTo>
                  <a:close/>
                  <a:moveTo>
                    <a:pt x="172137" y="314232"/>
                  </a:moveTo>
                  <a:lnTo>
                    <a:pt x="202682" y="280712"/>
                  </a:lnTo>
                  <a:lnTo>
                    <a:pt x="198331" y="275278"/>
                  </a:lnTo>
                  <a:close/>
                  <a:moveTo>
                    <a:pt x="473468" y="589761"/>
                  </a:moveTo>
                  <a:lnTo>
                    <a:pt x="441975" y="550200"/>
                  </a:lnTo>
                  <a:lnTo>
                    <a:pt x="431601" y="551963"/>
                  </a:lnTo>
                  <a:close/>
                  <a:moveTo>
                    <a:pt x="229897" y="346853"/>
                  </a:moveTo>
                  <a:lnTo>
                    <a:pt x="240226" y="324876"/>
                  </a:lnTo>
                  <a:lnTo>
                    <a:pt x="239922" y="292915"/>
                  </a:lnTo>
                  <a:close/>
                  <a:moveTo>
                    <a:pt x="227853" y="296024"/>
                  </a:moveTo>
                  <a:lnTo>
                    <a:pt x="218579" y="340146"/>
                  </a:lnTo>
                  <a:lnTo>
                    <a:pt x="229897" y="346853"/>
                  </a:lnTo>
                  <a:close/>
                  <a:moveTo>
                    <a:pt x="613103" y="722390"/>
                  </a:moveTo>
                  <a:lnTo>
                    <a:pt x="607686" y="740898"/>
                  </a:lnTo>
                  <a:lnTo>
                    <a:pt x="604834" y="733974"/>
                  </a:lnTo>
                  <a:close/>
                  <a:moveTo>
                    <a:pt x="663390" y="689619"/>
                  </a:moveTo>
                  <a:lnTo>
                    <a:pt x="624863" y="697220"/>
                  </a:lnTo>
                  <a:lnTo>
                    <a:pt x="613103" y="722390"/>
                  </a:lnTo>
                  <a:close/>
                  <a:moveTo>
                    <a:pt x="663390" y="689619"/>
                  </a:moveTo>
                  <a:lnTo>
                    <a:pt x="613103" y="722390"/>
                  </a:lnTo>
                  <a:lnTo>
                    <a:pt x="631362" y="694449"/>
                  </a:lnTo>
                  <a:close/>
                  <a:moveTo>
                    <a:pt x="513516" y="586955"/>
                  </a:moveTo>
                  <a:lnTo>
                    <a:pt x="521012" y="623710"/>
                  </a:lnTo>
                  <a:lnTo>
                    <a:pt x="545807" y="606526"/>
                  </a:lnTo>
                  <a:close/>
                  <a:moveTo>
                    <a:pt x="441975" y="550200"/>
                  </a:moveTo>
                  <a:lnTo>
                    <a:pt x="472807" y="571575"/>
                  </a:lnTo>
                  <a:lnTo>
                    <a:pt x="474902" y="543849"/>
                  </a:lnTo>
                  <a:close/>
                  <a:moveTo>
                    <a:pt x="513516" y="586955"/>
                  </a:moveTo>
                  <a:lnTo>
                    <a:pt x="558661" y="547207"/>
                  </a:lnTo>
                  <a:lnTo>
                    <a:pt x="513376" y="539658"/>
                  </a:lnTo>
                  <a:close/>
                  <a:moveTo>
                    <a:pt x="513376" y="539658"/>
                  </a:moveTo>
                  <a:lnTo>
                    <a:pt x="558661" y="547207"/>
                  </a:lnTo>
                  <a:lnTo>
                    <a:pt x="548582" y="538125"/>
                  </a:lnTo>
                  <a:close/>
                  <a:moveTo>
                    <a:pt x="513516" y="586955"/>
                  </a:moveTo>
                  <a:lnTo>
                    <a:pt x="513376" y="539658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2807" y="571575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4902" y="543849"/>
                  </a:lnTo>
                  <a:lnTo>
                    <a:pt x="472807" y="571575"/>
                  </a:lnTo>
                  <a:close/>
                  <a:moveTo>
                    <a:pt x="513376" y="539658"/>
                  </a:moveTo>
                  <a:lnTo>
                    <a:pt x="505026" y="501699"/>
                  </a:lnTo>
                  <a:lnTo>
                    <a:pt x="474902" y="543849"/>
                  </a:lnTo>
                  <a:close/>
                  <a:moveTo>
                    <a:pt x="548582" y="538125"/>
                  </a:moveTo>
                  <a:lnTo>
                    <a:pt x="505026" y="501699"/>
                  </a:lnTo>
                  <a:lnTo>
                    <a:pt x="513376" y="539658"/>
                  </a:lnTo>
                  <a:close/>
                  <a:moveTo>
                    <a:pt x="505026" y="501699"/>
                  </a:moveTo>
                  <a:lnTo>
                    <a:pt x="525811" y="496261"/>
                  </a:lnTo>
                  <a:lnTo>
                    <a:pt x="506064" y="475133"/>
                  </a:lnTo>
                  <a:close/>
                  <a:moveTo>
                    <a:pt x="423431" y="424364"/>
                  </a:moveTo>
                  <a:lnTo>
                    <a:pt x="426357" y="422751"/>
                  </a:lnTo>
                  <a:lnTo>
                    <a:pt x="424697" y="420066"/>
                  </a:lnTo>
                  <a:close/>
                  <a:moveTo>
                    <a:pt x="359529" y="403180"/>
                  </a:moveTo>
                  <a:lnTo>
                    <a:pt x="360879" y="402247"/>
                  </a:lnTo>
                  <a:lnTo>
                    <a:pt x="382163" y="385616"/>
                  </a:lnTo>
                  <a:close/>
                  <a:moveTo>
                    <a:pt x="361571" y="403180"/>
                  </a:moveTo>
                  <a:lnTo>
                    <a:pt x="382726" y="385996"/>
                  </a:lnTo>
                  <a:lnTo>
                    <a:pt x="360879" y="402247"/>
                  </a:lnTo>
                  <a:close/>
                  <a:moveTo>
                    <a:pt x="318667" y="272791"/>
                  </a:moveTo>
                  <a:lnTo>
                    <a:pt x="261532" y="279958"/>
                  </a:lnTo>
                  <a:lnTo>
                    <a:pt x="285704" y="274125"/>
                  </a:lnTo>
                  <a:close/>
                  <a:moveTo>
                    <a:pt x="682823" y="680036"/>
                  </a:moveTo>
                  <a:lnTo>
                    <a:pt x="663390" y="689619"/>
                  </a:lnTo>
                  <a:lnTo>
                    <a:pt x="719242" y="677656"/>
                  </a:lnTo>
                  <a:close/>
                  <a:moveTo>
                    <a:pt x="719242" y="677656"/>
                  </a:moveTo>
                  <a:lnTo>
                    <a:pt x="663390" y="689619"/>
                  </a:lnTo>
                  <a:lnTo>
                    <a:pt x="696855" y="699608"/>
                  </a:lnTo>
                  <a:close/>
                  <a:moveTo>
                    <a:pt x="696855" y="699608"/>
                  </a:moveTo>
                  <a:lnTo>
                    <a:pt x="663390" y="689619"/>
                  </a:lnTo>
                  <a:lnTo>
                    <a:pt x="691128" y="700149"/>
                  </a:lnTo>
                  <a:close/>
                  <a:moveTo>
                    <a:pt x="721853" y="662853"/>
                  </a:moveTo>
                  <a:lnTo>
                    <a:pt x="706766" y="669777"/>
                  </a:lnTo>
                  <a:lnTo>
                    <a:pt x="719242" y="677656"/>
                  </a:lnTo>
                  <a:close/>
                  <a:moveTo>
                    <a:pt x="558661" y="547207"/>
                  </a:moveTo>
                  <a:lnTo>
                    <a:pt x="544970" y="569771"/>
                  </a:lnTo>
                  <a:lnTo>
                    <a:pt x="580951" y="556556"/>
                  </a:lnTo>
                  <a:close/>
                  <a:moveTo>
                    <a:pt x="580951" y="556556"/>
                  </a:moveTo>
                  <a:lnTo>
                    <a:pt x="589546" y="538102"/>
                  </a:lnTo>
                  <a:lnTo>
                    <a:pt x="558661" y="547207"/>
                  </a:lnTo>
                  <a:close/>
                  <a:moveTo>
                    <a:pt x="580951" y="556556"/>
                  </a:moveTo>
                  <a:lnTo>
                    <a:pt x="610310" y="559776"/>
                  </a:lnTo>
                  <a:lnTo>
                    <a:pt x="589546" y="538102"/>
                  </a:lnTo>
                  <a:close/>
                  <a:moveTo>
                    <a:pt x="424697" y="420066"/>
                  </a:moveTo>
                  <a:lnTo>
                    <a:pt x="426357" y="422751"/>
                  </a:lnTo>
                  <a:lnTo>
                    <a:pt x="429182" y="419689"/>
                  </a:lnTo>
                  <a:close/>
                  <a:moveTo>
                    <a:pt x="287127" y="274924"/>
                  </a:moveTo>
                  <a:lnTo>
                    <a:pt x="318667" y="272791"/>
                  </a:lnTo>
                  <a:lnTo>
                    <a:pt x="285704" y="274125"/>
                  </a:lnTo>
                  <a:close/>
                  <a:moveTo>
                    <a:pt x="719242" y="677656"/>
                  </a:moveTo>
                  <a:lnTo>
                    <a:pt x="696855" y="699608"/>
                  </a:lnTo>
                  <a:lnTo>
                    <a:pt x="719123" y="659730"/>
                  </a:lnTo>
                  <a:close/>
                  <a:moveTo>
                    <a:pt x="721853" y="662853"/>
                  </a:moveTo>
                  <a:lnTo>
                    <a:pt x="719242" y="677656"/>
                  </a:lnTo>
                  <a:lnTo>
                    <a:pt x="719123" y="659730"/>
                  </a:lnTo>
                  <a:close/>
                  <a:moveTo>
                    <a:pt x="689207" y="354018"/>
                  </a:moveTo>
                  <a:lnTo>
                    <a:pt x="659467" y="367912"/>
                  </a:lnTo>
                  <a:lnTo>
                    <a:pt x="655754" y="372444"/>
                  </a:lnTo>
                  <a:close/>
                  <a:moveTo>
                    <a:pt x="689207" y="354018"/>
                  </a:moveTo>
                  <a:lnTo>
                    <a:pt x="700080" y="317386"/>
                  </a:lnTo>
                  <a:lnTo>
                    <a:pt x="659467" y="367912"/>
                  </a:lnTo>
                  <a:close/>
                  <a:moveTo>
                    <a:pt x="659467" y="367912"/>
                  </a:moveTo>
                  <a:lnTo>
                    <a:pt x="700033" y="317274"/>
                  </a:lnTo>
                  <a:lnTo>
                    <a:pt x="659953" y="322770"/>
                  </a:lnTo>
                  <a:close/>
                  <a:moveTo>
                    <a:pt x="751883" y="300079"/>
                  </a:moveTo>
                  <a:lnTo>
                    <a:pt x="752086" y="302044"/>
                  </a:lnTo>
                  <a:lnTo>
                    <a:pt x="722975" y="306779"/>
                  </a:lnTo>
                  <a:close/>
                  <a:moveTo>
                    <a:pt x="754321" y="299400"/>
                  </a:moveTo>
                  <a:lnTo>
                    <a:pt x="752086" y="302044"/>
                  </a:lnTo>
                  <a:lnTo>
                    <a:pt x="751883" y="300079"/>
                  </a:lnTo>
                  <a:close/>
                  <a:moveTo>
                    <a:pt x="993820" y="594119"/>
                  </a:moveTo>
                  <a:lnTo>
                    <a:pt x="1001366" y="600181"/>
                  </a:lnTo>
                  <a:lnTo>
                    <a:pt x="1004569" y="590198"/>
                  </a:lnTo>
                  <a:close/>
                  <a:moveTo>
                    <a:pt x="974016" y="557364"/>
                  </a:moveTo>
                  <a:lnTo>
                    <a:pt x="993820" y="594119"/>
                  </a:lnTo>
                  <a:lnTo>
                    <a:pt x="1004569" y="590198"/>
                  </a:lnTo>
                  <a:close/>
                  <a:moveTo>
                    <a:pt x="751235" y="316232"/>
                  </a:moveTo>
                  <a:lnTo>
                    <a:pt x="773631" y="282896"/>
                  </a:lnTo>
                  <a:lnTo>
                    <a:pt x="751883" y="300079"/>
                  </a:lnTo>
                  <a:close/>
                  <a:moveTo>
                    <a:pt x="774174" y="277420"/>
                  </a:moveTo>
                  <a:lnTo>
                    <a:pt x="754321" y="299400"/>
                  </a:lnTo>
                  <a:lnTo>
                    <a:pt x="751883" y="300079"/>
                  </a:lnTo>
                  <a:close/>
                  <a:moveTo>
                    <a:pt x="862951" y="175019"/>
                  </a:moveTo>
                  <a:lnTo>
                    <a:pt x="833699" y="138264"/>
                  </a:lnTo>
                  <a:lnTo>
                    <a:pt x="811351" y="191456"/>
                  </a:lnTo>
                  <a:close/>
                  <a:moveTo>
                    <a:pt x="811351" y="191456"/>
                  </a:moveTo>
                  <a:lnTo>
                    <a:pt x="835531" y="189830"/>
                  </a:lnTo>
                  <a:lnTo>
                    <a:pt x="862951" y="175019"/>
                  </a:lnTo>
                  <a:close/>
                  <a:moveTo>
                    <a:pt x="1042155" y="273500"/>
                  </a:moveTo>
                  <a:lnTo>
                    <a:pt x="1006536" y="275369"/>
                  </a:lnTo>
                  <a:lnTo>
                    <a:pt x="1056681" y="297586"/>
                  </a:lnTo>
                  <a:close/>
                  <a:moveTo>
                    <a:pt x="833699" y="138264"/>
                  </a:moveTo>
                  <a:lnTo>
                    <a:pt x="862951" y="175019"/>
                  </a:lnTo>
                  <a:lnTo>
                    <a:pt x="864134" y="157836"/>
                  </a:lnTo>
                  <a:close/>
                  <a:moveTo>
                    <a:pt x="940002" y="42652"/>
                  </a:moveTo>
                  <a:lnTo>
                    <a:pt x="970979" y="33895"/>
                  </a:lnTo>
                  <a:lnTo>
                    <a:pt x="914253" y="42591"/>
                  </a:lnTo>
                  <a:close/>
                  <a:moveTo>
                    <a:pt x="1129552" y="184788"/>
                  </a:moveTo>
                  <a:lnTo>
                    <a:pt x="1158314" y="143746"/>
                  </a:lnTo>
                  <a:lnTo>
                    <a:pt x="1120697" y="147240"/>
                  </a:lnTo>
                  <a:close/>
                  <a:moveTo>
                    <a:pt x="1197927" y="179796"/>
                  </a:moveTo>
                  <a:lnTo>
                    <a:pt x="1174300" y="143041"/>
                  </a:lnTo>
                  <a:lnTo>
                    <a:pt x="1166777" y="181613"/>
                  </a:lnTo>
                  <a:close/>
                  <a:moveTo>
                    <a:pt x="1174300" y="143041"/>
                  </a:moveTo>
                  <a:lnTo>
                    <a:pt x="1158314" y="143746"/>
                  </a:lnTo>
                  <a:lnTo>
                    <a:pt x="1166777" y="181613"/>
                  </a:lnTo>
                  <a:close/>
                  <a:moveTo>
                    <a:pt x="1097046" y="121721"/>
                  </a:moveTo>
                  <a:lnTo>
                    <a:pt x="1090906" y="144372"/>
                  </a:lnTo>
                  <a:lnTo>
                    <a:pt x="1120697" y="147240"/>
                  </a:lnTo>
                  <a:close/>
                  <a:moveTo>
                    <a:pt x="1120697" y="147240"/>
                  </a:moveTo>
                  <a:lnTo>
                    <a:pt x="1158314" y="143746"/>
                  </a:lnTo>
                  <a:lnTo>
                    <a:pt x="1146860" y="108311"/>
                  </a:lnTo>
                  <a:close/>
                  <a:moveTo>
                    <a:pt x="1120697" y="147240"/>
                  </a:moveTo>
                  <a:lnTo>
                    <a:pt x="1146860" y="108311"/>
                  </a:lnTo>
                  <a:lnTo>
                    <a:pt x="1097046" y="121721"/>
                  </a:lnTo>
                  <a:close/>
                  <a:moveTo>
                    <a:pt x="1024354" y="12670"/>
                  </a:moveTo>
                  <a:lnTo>
                    <a:pt x="970979" y="33895"/>
                  </a:lnTo>
                  <a:lnTo>
                    <a:pt x="992773" y="19170"/>
                  </a:lnTo>
                  <a:close/>
                  <a:moveTo>
                    <a:pt x="1054285" y="0"/>
                  </a:moveTo>
                  <a:lnTo>
                    <a:pt x="1005657" y="38975"/>
                  </a:lnTo>
                  <a:lnTo>
                    <a:pt x="1024354" y="12670"/>
                  </a:lnTo>
                  <a:close/>
                  <a:moveTo>
                    <a:pt x="1197927" y="179796"/>
                  </a:moveTo>
                  <a:lnTo>
                    <a:pt x="1202587" y="180749"/>
                  </a:lnTo>
                  <a:lnTo>
                    <a:pt x="1202842" y="179381"/>
                  </a:lnTo>
                  <a:close/>
                  <a:moveTo>
                    <a:pt x="1174300" y="143041"/>
                  </a:moveTo>
                  <a:lnTo>
                    <a:pt x="1197927" y="179796"/>
                  </a:lnTo>
                  <a:lnTo>
                    <a:pt x="1202842" y="179381"/>
                  </a:lnTo>
                  <a:close/>
                  <a:moveTo>
                    <a:pt x="1043189" y="21835"/>
                  </a:moveTo>
                  <a:lnTo>
                    <a:pt x="1054285" y="0"/>
                  </a:lnTo>
                  <a:lnTo>
                    <a:pt x="1024354" y="12670"/>
                  </a:lnTo>
                  <a:close/>
                  <a:moveTo>
                    <a:pt x="1043189" y="21835"/>
                  </a:moveTo>
                  <a:lnTo>
                    <a:pt x="1079132" y="19702"/>
                  </a:lnTo>
                  <a:lnTo>
                    <a:pt x="1054285" y="0"/>
                  </a:lnTo>
                  <a:close/>
                  <a:moveTo>
                    <a:pt x="1079132" y="19702"/>
                  </a:moveTo>
                  <a:lnTo>
                    <a:pt x="1089550" y="7274"/>
                  </a:lnTo>
                  <a:lnTo>
                    <a:pt x="1054285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79" name="Input_density__170">
              <a:extLst>
                <a:ext uri="{FF2B5EF4-FFF2-40B4-BE49-F238E27FC236}">
                  <a16:creationId xmlns:a16="http://schemas.microsoft.com/office/drawing/2014/main" id="{83F94162-B378-D01F-2E7B-AAEBBF50E483}"/>
                </a:ext>
              </a:extLst>
            </p:cNvPr>
            <p:cNvSpPr>
              <a:spLocks noGrp="1"/>
            </p:cNvSpPr>
            <p:nvPr/>
          </p:nvSpPr>
          <p:spPr>
            <a:xfrm>
              <a:off x="557124" y="1647356"/>
              <a:ext cx="891955" cy="647365"/>
            </a:xfrm>
            <a:custGeom>
              <a:avLst/>
              <a:gdLst/>
              <a:ahLst/>
              <a:cxnLst/>
              <a:rect l="0" t="0" r="0" b="0"/>
              <a:pathLst>
                <a:path w="891955" h="647365">
                  <a:moveTo>
                    <a:pt x="42189" y="610708"/>
                  </a:moveTo>
                  <a:lnTo>
                    <a:pt x="82104" y="600923"/>
                  </a:lnTo>
                  <a:lnTo>
                    <a:pt x="73639" y="598799"/>
                  </a:lnTo>
                  <a:close/>
                  <a:moveTo>
                    <a:pt x="73639" y="598799"/>
                  </a:moveTo>
                  <a:lnTo>
                    <a:pt x="112154" y="594575"/>
                  </a:lnTo>
                  <a:lnTo>
                    <a:pt x="96558" y="562507"/>
                  </a:lnTo>
                  <a:close/>
                  <a:moveTo>
                    <a:pt x="112154" y="594575"/>
                  </a:moveTo>
                  <a:lnTo>
                    <a:pt x="73639" y="598799"/>
                  </a:lnTo>
                  <a:lnTo>
                    <a:pt x="114672" y="598111"/>
                  </a:lnTo>
                  <a:close/>
                  <a:moveTo>
                    <a:pt x="73639" y="598799"/>
                  </a:moveTo>
                  <a:lnTo>
                    <a:pt x="82104" y="600923"/>
                  </a:lnTo>
                  <a:lnTo>
                    <a:pt x="114672" y="598111"/>
                  </a:lnTo>
                  <a:close/>
                  <a:moveTo>
                    <a:pt x="112154" y="594575"/>
                  </a:moveTo>
                  <a:lnTo>
                    <a:pt x="114672" y="598111"/>
                  </a:lnTo>
                  <a:lnTo>
                    <a:pt x="117686" y="593525"/>
                  </a:lnTo>
                  <a:close/>
                  <a:moveTo>
                    <a:pt x="126271" y="448894"/>
                  </a:moveTo>
                  <a:lnTo>
                    <a:pt x="126202" y="448913"/>
                  </a:lnTo>
                  <a:lnTo>
                    <a:pt x="126236" y="448932"/>
                  </a:lnTo>
                  <a:close/>
                  <a:moveTo>
                    <a:pt x="126271" y="448894"/>
                  </a:moveTo>
                  <a:lnTo>
                    <a:pt x="134556" y="412138"/>
                  </a:lnTo>
                  <a:lnTo>
                    <a:pt x="126202" y="448913"/>
                  </a:lnTo>
                  <a:close/>
                  <a:moveTo>
                    <a:pt x="134556" y="412138"/>
                  </a:moveTo>
                  <a:lnTo>
                    <a:pt x="103723" y="422440"/>
                  </a:lnTo>
                  <a:lnTo>
                    <a:pt x="126202" y="448913"/>
                  </a:lnTo>
                  <a:close/>
                  <a:moveTo>
                    <a:pt x="126236" y="448932"/>
                  </a:moveTo>
                  <a:lnTo>
                    <a:pt x="126202" y="448913"/>
                  </a:lnTo>
                  <a:lnTo>
                    <a:pt x="125119" y="448894"/>
                  </a:lnTo>
                  <a:close/>
                  <a:moveTo>
                    <a:pt x="0" y="355812"/>
                  </a:moveTo>
                  <a:lnTo>
                    <a:pt x="22036" y="375383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0" y="355812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3945" y="337068"/>
                  </a:lnTo>
                  <a:lnTo>
                    <a:pt x="0" y="355812"/>
                  </a:lnTo>
                  <a:close/>
                  <a:moveTo>
                    <a:pt x="27131" y="327545"/>
                  </a:moveTo>
                  <a:lnTo>
                    <a:pt x="30170" y="301873"/>
                  </a:lnTo>
                  <a:lnTo>
                    <a:pt x="10257" y="319057"/>
                  </a:lnTo>
                  <a:close/>
                  <a:moveTo>
                    <a:pt x="126236" y="448932"/>
                  </a:moveTo>
                  <a:lnTo>
                    <a:pt x="125119" y="448894"/>
                  </a:lnTo>
                  <a:lnTo>
                    <a:pt x="154950" y="460080"/>
                  </a:lnTo>
                  <a:close/>
                  <a:moveTo>
                    <a:pt x="176732" y="434921"/>
                  </a:moveTo>
                  <a:lnTo>
                    <a:pt x="126271" y="448894"/>
                  </a:lnTo>
                  <a:lnTo>
                    <a:pt x="182609" y="438916"/>
                  </a:lnTo>
                  <a:close/>
                  <a:moveTo>
                    <a:pt x="182609" y="438916"/>
                  </a:moveTo>
                  <a:lnTo>
                    <a:pt x="126271" y="448894"/>
                  </a:lnTo>
                  <a:lnTo>
                    <a:pt x="126236" y="448932"/>
                  </a:lnTo>
                  <a:close/>
                  <a:moveTo>
                    <a:pt x="134556" y="412138"/>
                  </a:moveTo>
                  <a:lnTo>
                    <a:pt x="176732" y="434921"/>
                  </a:lnTo>
                  <a:lnTo>
                    <a:pt x="166374" y="398594"/>
                  </a:lnTo>
                  <a:close/>
                  <a:moveTo>
                    <a:pt x="134556" y="412138"/>
                  </a:moveTo>
                  <a:lnTo>
                    <a:pt x="126271" y="448894"/>
                  </a:lnTo>
                  <a:lnTo>
                    <a:pt x="176732" y="434921"/>
                  </a:lnTo>
                  <a:close/>
                  <a:moveTo>
                    <a:pt x="187538" y="431710"/>
                  </a:moveTo>
                  <a:lnTo>
                    <a:pt x="179535" y="394955"/>
                  </a:lnTo>
                  <a:lnTo>
                    <a:pt x="176732" y="434921"/>
                  </a:lnTo>
                  <a:close/>
                  <a:moveTo>
                    <a:pt x="179535" y="394955"/>
                  </a:moveTo>
                  <a:lnTo>
                    <a:pt x="166374" y="398594"/>
                  </a:lnTo>
                  <a:lnTo>
                    <a:pt x="176732" y="434921"/>
                  </a:lnTo>
                  <a:close/>
                  <a:moveTo>
                    <a:pt x="176732" y="434921"/>
                  </a:moveTo>
                  <a:lnTo>
                    <a:pt x="182609" y="438916"/>
                  </a:lnTo>
                  <a:lnTo>
                    <a:pt x="187538" y="431710"/>
                  </a:lnTo>
                  <a:close/>
                  <a:moveTo>
                    <a:pt x="27131" y="327545"/>
                  </a:moveTo>
                  <a:lnTo>
                    <a:pt x="25279" y="338628"/>
                  </a:lnTo>
                  <a:lnTo>
                    <a:pt x="38166" y="332067"/>
                  </a:lnTo>
                  <a:close/>
                  <a:moveTo>
                    <a:pt x="38166" y="332067"/>
                  </a:moveTo>
                  <a:lnTo>
                    <a:pt x="30170" y="301873"/>
                  </a:lnTo>
                  <a:lnTo>
                    <a:pt x="27131" y="327545"/>
                  </a:lnTo>
                  <a:close/>
                  <a:moveTo>
                    <a:pt x="74478" y="284886"/>
                  </a:moveTo>
                  <a:lnTo>
                    <a:pt x="30170" y="301873"/>
                  </a:lnTo>
                  <a:lnTo>
                    <a:pt x="38166" y="332067"/>
                  </a:lnTo>
                  <a:close/>
                  <a:moveTo>
                    <a:pt x="79510" y="325543"/>
                  </a:moveTo>
                  <a:lnTo>
                    <a:pt x="74478" y="284886"/>
                  </a:lnTo>
                  <a:lnTo>
                    <a:pt x="38166" y="332067"/>
                  </a:lnTo>
                  <a:close/>
                  <a:moveTo>
                    <a:pt x="41982" y="265118"/>
                  </a:moveTo>
                  <a:lnTo>
                    <a:pt x="30170" y="301873"/>
                  </a:lnTo>
                  <a:lnTo>
                    <a:pt x="74478" y="284886"/>
                  </a:lnTo>
                  <a:close/>
                  <a:moveTo>
                    <a:pt x="75027" y="284690"/>
                  </a:moveTo>
                  <a:lnTo>
                    <a:pt x="74893" y="247935"/>
                  </a:lnTo>
                  <a:lnTo>
                    <a:pt x="74478" y="284886"/>
                  </a:lnTo>
                  <a:close/>
                  <a:moveTo>
                    <a:pt x="74893" y="247935"/>
                  </a:moveTo>
                  <a:lnTo>
                    <a:pt x="46912" y="262550"/>
                  </a:lnTo>
                  <a:lnTo>
                    <a:pt x="74478" y="284886"/>
                  </a:lnTo>
                  <a:close/>
                  <a:moveTo>
                    <a:pt x="179535" y="394955"/>
                  </a:moveTo>
                  <a:lnTo>
                    <a:pt x="230209" y="396101"/>
                  </a:lnTo>
                  <a:lnTo>
                    <a:pt x="215197" y="385990"/>
                  </a:lnTo>
                  <a:close/>
                  <a:moveTo>
                    <a:pt x="223239" y="414527"/>
                  </a:moveTo>
                  <a:lnTo>
                    <a:pt x="230209" y="396101"/>
                  </a:lnTo>
                  <a:lnTo>
                    <a:pt x="179535" y="394955"/>
                  </a:lnTo>
                  <a:close/>
                  <a:moveTo>
                    <a:pt x="187538" y="431710"/>
                  </a:moveTo>
                  <a:lnTo>
                    <a:pt x="223239" y="414527"/>
                  </a:lnTo>
                  <a:lnTo>
                    <a:pt x="179535" y="394955"/>
                  </a:lnTo>
                  <a:close/>
                  <a:moveTo>
                    <a:pt x="175310" y="358200"/>
                  </a:moveTo>
                  <a:lnTo>
                    <a:pt x="215197" y="385990"/>
                  </a:lnTo>
                  <a:lnTo>
                    <a:pt x="207315" y="347652"/>
                  </a:lnTo>
                  <a:close/>
                  <a:moveTo>
                    <a:pt x="175310" y="358200"/>
                  </a:moveTo>
                  <a:lnTo>
                    <a:pt x="179535" y="394955"/>
                  </a:lnTo>
                  <a:lnTo>
                    <a:pt x="215197" y="385990"/>
                  </a:lnTo>
                  <a:close/>
                  <a:moveTo>
                    <a:pt x="215197" y="385990"/>
                  </a:moveTo>
                  <a:lnTo>
                    <a:pt x="230209" y="396101"/>
                  </a:lnTo>
                  <a:lnTo>
                    <a:pt x="240435" y="377772"/>
                  </a:lnTo>
                  <a:close/>
                  <a:moveTo>
                    <a:pt x="74893" y="247935"/>
                  </a:moveTo>
                  <a:lnTo>
                    <a:pt x="124090" y="271641"/>
                  </a:lnTo>
                  <a:lnTo>
                    <a:pt x="110912" y="237608"/>
                  </a:lnTo>
                  <a:close/>
                  <a:moveTo>
                    <a:pt x="74893" y="247935"/>
                  </a:moveTo>
                  <a:lnTo>
                    <a:pt x="75027" y="284690"/>
                  </a:lnTo>
                  <a:lnTo>
                    <a:pt x="124090" y="271641"/>
                  </a:lnTo>
                  <a:close/>
                  <a:moveTo>
                    <a:pt x="141142" y="267507"/>
                  </a:moveTo>
                  <a:lnTo>
                    <a:pt x="154636" y="238120"/>
                  </a:lnTo>
                  <a:lnTo>
                    <a:pt x="124090" y="271641"/>
                  </a:lnTo>
                  <a:close/>
                  <a:moveTo>
                    <a:pt x="124090" y="271641"/>
                  </a:moveTo>
                  <a:lnTo>
                    <a:pt x="150284" y="232687"/>
                  </a:lnTo>
                  <a:lnTo>
                    <a:pt x="110912" y="237608"/>
                  </a:lnTo>
                  <a:close/>
                  <a:moveTo>
                    <a:pt x="411919" y="480971"/>
                  </a:moveTo>
                  <a:lnTo>
                    <a:pt x="356598" y="494919"/>
                  </a:lnTo>
                  <a:lnTo>
                    <a:pt x="393929" y="507608"/>
                  </a:lnTo>
                  <a:close/>
                  <a:moveTo>
                    <a:pt x="393929" y="507608"/>
                  </a:moveTo>
                  <a:lnTo>
                    <a:pt x="356598" y="494919"/>
                  </a:lnTo>
                  <a:lnTo>
                    <a:pt x="383555" y="509372"/>
                  </a:lnTo>
                  <a:close/>
                  <a:moveTo>
                    <a:pt x="407267" y="472436"/>
                  </a:moveTo>
                  <a:lnTo>
                    <a:pt x="411919" y="480971"/>
                  </a:lnTo>
                  <a:lnTo>
                    <a:pt x="412459" y="470853"/>
                  </a:lnTo>
                  <a:close/>
                  <a:moveTo>
                    <a:pt x="191876" y="250323"/>
                  </a:moveTo>
                  <a:lnTo>
                    <a:pt x="179807" y="253433"/>
                  </a:lnTo>
                  <a:lnTo>
                    <a:pt x="181851" y="304261"/>
                  </a:lnTo>
                  <a:close/>
                  <a:moveTo>
                    <a:pt x="170532" y="297555"/>
                  </a:moveTo>
                  <a:lnTo>
                    <a:pt x="179807" y="253433"/>
                  </a:lnTo>
                  <a:lnTo>
                    <a:pt x="141142" y="267507"/>
                  </a:lnTo>
                  <a:close/>
                  <a:moveTo>
                    <a:pt x="154636" y="238120"/>
                  </a:moveTo>
                  <a:lnTo>
                    <a:pt x="141142" y="267507"/>
                  </a:lnTo>
                  <a:lnTo>
                    <a:pt x="179807" y="253433"/>
                  </a:lnTo>
                  <a:close/>
                  <a:moveTo>
                    <a:pt x="213486" y="237367"/>
                  </a:moveTo>
                  <a:lnTo>
                    <a:pt x="179807" y="253433"/>
                  </a:lnTo>
                  <a:lnTo>
                    <a:pt x="191876" y="250323"/>
                  </a:lnTo>
                  <a:close/>
                  <a:moveTo>
                    <a:pt x="154636" y="238120"/>
                  </a:moveTo>
                  <a:lnTo>
                    <a:pt x="179807" y="253433"/>
                  </a:lnTo>
                  <a:lnTo>
                    <a:pt x="213486" y="237367"/>
                  </a:lnTo>
                  <a:close/>
                  <a:moveTo>
                    <a:pt x="600579" y="647365"/>
                  </a:moveTo>
                  <a:lnTo>
                    <a:pt x="615344" y="647027"/>
                  </a:lnTo>
                  <a:lnTo>
                    <a:pt x="634777" y="637445"/>
                  </a:lnTo>
                  <a:close/>
                  <a:moveTo>
                    <a:pt x="465469" y="544363"/>
                  </a:moveTo>
                  <a:lnTo>
                    <a:pt x="497761" y="563935"/>
                  </a:lnTo>
                  <a:lnTo>
                    <a:pt x="496923" y="527180"/>
                  </a:lnTo>
                  <a:close/>
                  <a:moveTo>
                    <a:pt x="496923" y="527180"/>
                  </a:moveTo>
                  <a:lnTo>
                    <a:pt x="510615" y="504615"/>
                  </a:lnTo>
                  <a:lnTo>
                    <a:pt x="465469" y="544363"/>
                  </a:lnTo>
                  <a:close/>
                  <a:moveTo>
                    <a:pt x="411919" y="480971"/>
                  </a:moveTo>
                  <a:lnTo>
                    <a:pt x="393929" y="507608"/>
                  </a:lnTo>
                  <a:lnTo>
                    <a:pt x="426855" y="501257"/>
                  </a:lnTo>
                  <a:close/>
                  <a:moveTo>
                    <a:pt x="426855" y="501257"/>
                  </a:moveTo>
                  <a:lnTo>
                    <a:pt x="412459" y="470853"/>
                  </a:lnTo>
                  <a:lnTo>
                    <a:pt x="411919" y="480971"/>
                  </a:lnTo>
                  <a:close/>
                  <a:moveTo>
                    <a:pt x="456979" y="459108"/>
                  </a:moveTo>
                  <a:lnTo>
                    <a:pt x="412459" y="470853"/>
                  </a:lnTo>
                  <a:lnTo>
                    <a:pt x="426855" y="501257"/>
                  </a:lnTo>
                  <a:close/>
                  <a:moveTo>
                    <a:pt x="237658" y="231534"/>
                  </a:moveTo>
                  <a:lnTo>
                    <a:pt x="191876" y="250323"/>
                  </a:lnTo>
                  <a:lnTo>
                    <a:pt x="235823" y="233140"/>
                  </a:lnTo>
                  <a:close/>
                  <a:moveTo>
                    <a:pt x="237658" y="231534"/>
                  </a:moveTo>
                  <a:lnTo>
                    <a:pt x="213486" y="237367"/>
                  </a:lnTo>
                  <a:lnTo>
                    <a:pt x="191876" y="250323"/>
                  </a:lnTo>
                  <a:close/>
                  <a:moveTo>
                    <a:pt x="658720" y="627185"/>
                  </a:moveTo>
                  <a:lnTo>
                    <a:pt x="634777" y="637445"/>
                  </a:lnTo>
                  <a:lnTo>
                    <a:pt x="671196" y="635064"/>
                  </a:lnTo>
                  <a:close/>
                  <a:moveTo>
                    <a:pt x="726127" y="234829"/>
                  </a:moveTo>
                  <a:lnTo>
                    <a:pt x="703836" y="257488"/>
                  </a:lnTo>
                  <a:lnTo>
                    <a:pt x="725585" y="240305"/>
                  </a:lnTo>
                  <a:close/>
                  <a:moveTo>
                    <a:pt x="706274" y="256809"/>
                  </a:moveTo>
                  <a:lnTo>
                    <a:pt x="726127" y="234829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2888" y="203550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5585" y="240305"/>
                  </a:lnTo>
                  <a:lnTo>
                    <a:pt x="742397" y="228269"/>
                  </a:lnTo>
                  <a:close/>
                  <a:moveTo>
                    <a:pt x="726127" y="234829"/>
                  </a:moveTo>
                  <a:lnTo>
                    <a:pt x="742397" y="228269"/>
                  </a:lnTo>
                  <a:lnTo>
                    <a:pt x="722888" y="203550"/>
                  </a:lnTo>
                  <a:close/>
                  <a:moveTo>
                    <a:pt x="722888" y="203550"/>
                  </a:moveTo>
                  <a:lnTo>
                    <a:pt x="748950" y="223121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22888" y="203550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48717" y="186366"/>
                  </a:lnTo>
                  <a:lnTo>
                    <a:pt x="761496" y="149611"/>
                  </a:lnTo>
                  <a:close/>
                  <a:moveTo>
                    <a:pt x="761496" y="149611"/>
                  </a:moveTo>
                  <a:lnTo>
                    <a:pt x="787484" y="147239"/>
                  </a:lnTo>
                  <a:lnTo>
                    <a:pt x="763305" y="148865"/>
                  </a:lnTo>
                  <a:close/>
                  <a:moveTo>
                    <a:pt x="748717" y="186366"/>
                  </a:moveTo>
                  <a:lnTo>
                    <a:pt x="777211" y="169183"/>
                  </a:lnTo>
                  <a:lnTo>
                    <a:pt x="761496" y="149611"/>
                  </a:lnTo>
                  <a:close/>
                  <a:moveTo>
                    <a:pt x="744800" y="112856"/>
                  </a:moveTo>
                  <a:lnTo>
                    <a:pt x="763305" y="148865"/>
                  </a:lnTo>
                  <a:lnTo>
                    <a:pt x="761271" y="105771"/>
                  </a:lnTo>
                  <a:close/>
                  <a:moveTo>
                    <a:pt x="744800" y="112856"/>
                  </a:moveTo>
                  <a:lnTo>
                    <a:pt x="761496" y="149611"/>
                  </a:lnTo>
                  <a:lnTo>
                    <a:pt x="763305" y="148865"/>
                  </a:lnTo>
                  <a:close/>
                  <a:moveTo>
                    <a:pt x="785653" y="95673"/>
                  </a:moveTo>
                  <a:lnTo>
                    <a:pt x="761271" y="105771"/>
                  </a:lnTo>
                  <a:lnTo>
                    <a:pt x="763305" y="148865"/>
                  </a:lnTo>
                  <a:close/>
                  <a:moveTo>
                    <a:pt x="761380" y="58918"/>
                  </a:moveTo>
                  <a:lnTo>
                    <a:pt x="761271" y="105771"/>
                  </a:lnTo>
                  <a:lnTo>
                    <a:pt x="765738" y="65934"/>
                  </a:lnTo>
                  <a:close/>
                  <a:moveTo>
                    <a:pt x="744800" y="112856"/>
                  </a:moveTo>
                  <a:lnTo>
                    <a:pt x="761271" y="105771"/>
                  </a:lnTo>
                  <a:lnTo>
                    <a:pt x="761380" y="58918"/>
                  </a:lnTo>
                  <a:close/>
                  <a:moveTo>
                    <a:pt x="721513" y="76101"/>
                  </a:moveTo>
                  <a:lnTo>
                    <a:pt x="744800" y="112856"/>
                  </a:lnTo>
                  <a:lnTo>
                    <a:pt x="761380" y="58918"/>
                  </a:lnTo>
                  <a:close/>
                  <a:moveTo>
                    <a:pt x="761271" y="105771"/>
                  </a:moveTo>
                  <a:lnTo>
                    <a:pt x="785653" y="95673"/>
                  </a:lnTo>
                  <a:lnTo>
                    <a:pt x="765738" y="65934"/>
                  </a:lnTo>
                  <a:close/>
                  <a:moveTo>
                    <a:pt x="761380" y="58918"/>
                  </a:moveTo>
                  <a:lnTo>
                    <a:pt x="761606" y="50482"/>
                  </a:lnTo>
                  <a:lnTo>
                    <a:pt x="715706" y="39346"/>
                  </a:lnTo>
                  <a:close/>
                  <a:moveTo>
                    <a:pt x="766945" y="56412"/>
                  </a:moveTo>
                  <a:lnTo>
                    <a:pt x="765738" y="65934"/>
                  </a:lnTo>
                  <a:lnTo>
                    <a:pt x="798854" y="41735"/>
                  </a:lnTo>
                  <a:close/>
                  <a:moveTo>
                    <a:pt x="798854" y="41735"/>
                  </a:moveTo>
                  <a:lnTo>
                    <a:pt x="765738" y="65934"/>
                  </a:lnTo>
                  <a:lnTo>
                    <a:pt x="785653" y="95673"/>
                  </a:lnTo>
                  <a:close/>
                  <a:moveTo>
                    <a:pt x="798854" y="41735"/>
                  </a:moveTo>
                  <a:lnTo>
                    <a:pt x="785653" y="95673"/>
                  </a:lnTo>
                  <a:lnTo>
                    <a:pt x="817313" y="78490"/>
                  </a:lnTo>
                  <a:close/>
                  <a:moveTo>
                    <a:pt x="761380" y="58918"/>
                  </a:moveTo>
                  <a:lnTo>
                    <a:pt x="765738" y="65934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1380" y="58918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6945" y="56412"/>
                  </a:lnTo>
                  <a:lnTo>
                    <a:pt x="763277" y="22163"/>
                  </a:lnTo>
                  <a:close/>
                  <a:moveTo>
                    <a:pt x="763277" y="22163"/>
                  </a:moveTo>
                  <a:lnTo>
                    <a:pt x="766945" y="56412"/>
                  </a:lnTo>
                  <a:lnTo>
                    <a:pt x="798854" y="41735"/>
                  </a:lnTo>
                  <a:close/>
                  <a:moveTo>
                    <a:pt x="763277" y="22163"/>
                  </a:moveTo>
                  <a:lnTo>
                    <a:pt x="798854" y="41735"/>
                  </a:lnTo>
                  <a:lnTo>
                    <a:pt x="804246" y="4979"/>
                  </a:lnTo>
                  <a:close/>
                  <a:moveTo>
                    <a:pt x="807451" y="1106"/>
                  </a:moveTo>
                  <a:lnTo>
                    <a:pt x="763277" y="22163"/>
                  </a:lnTo>
                  <a:lnTo>
                    <a:pt x="804246" y="4979"/>
                  </a:lnTo>
                  <a:close/>
                  <a:moveTo>
                    <a:pt x="798854" y="41735"/>
                  </a:moveTo>
                  <a:lnTo>
                    <a:pt x="837433" y="70941"/>
                  </a:lnTo>
                  <a:lnTo>
                    <a:pt x="833535" y="29363"/>
                  </a:lnTo>
                  <a:close/>
                  <a:moveTo>
                    <a:pt x="798854" y="41735"/>
                  </a:moveTo>
                  <a:lnTo>
                    <a:pt x="817313" y="78490"/>
                  </a:lnTo>
                  <a:lnTo>
                    <a:pt x="837433" y="70941"/>
                  </a:lnTo>
                  <a:close/>
                  <a:moveTo>
                    <a:pt x="804246" y="4979"/>
                  </a:moveTo>
                  <a:lnTo>
                    <a:pt x="833535" y="29363"/>
                  </a:lnTo>
                  <a:lnTo>
                    <a:pt x="811352" y="2651"/>
                  </a:lnTo>
                  <a:close/>
                  <a:moveTo>
                    <a:pt x="804246" y="4979"/>
                  </a:moveTo>
                  <a:lnTo>
                    <a:pt x="798854" y="41735"/>
                  </a:lnTo>
                  <a:lnTo>
                    <a:pt x="833535" y="29363"/>
                  </a:lnTo>
                  <a:close/>
                  <a:moveTo>
                    <a:pt x="848815" y="24551"/>
                  </a:moveTo>
                  <a:lnTo>
                    <a:pt x="866207" y="0"/>
                  </a:lnTo>
                  <a:lnTo>
                    <a:pt x="833535" y="29363"/>
                  </a:lnTo>
                  <a:close/>
                  <a:moveTo>
                    <a:pt x="833535" y="29363"/>
                  </a:moveTo>
                  <a:lnTo>
                    <a:pt x="866207" y="0"/>
                  </a:lnTo>
                  <a:lnTo>
                    <a:pt x="846065" y="1518"/>
                  </a:lnTo>
                  <a:close/>
                  <a:moveTo>
                    <a:pt x="833535" y="29363"/>
                  </a:moveTo>
                  <a:lnTo>
                    <a:pt x="846065" y="1518"/>
                  </a:lnTo>
                  <a:lnTo>
                    <a:pt x="811352" y="2651"/>
                  </a:lnTo>
                  <a:close/>
                  <a:moveTo>
                    <a:pt x="807451" y="1106"/>
                  </a:moveTo>
                  <a:lnTo>
                    <a:pt x="804246" y="4979"/>
                  </a:lnTo>
                  <a:lnTo>
                    <a:pt x="811352" y="2651"/>
                  </a:lnTo>
                  <a:close/>
                  <a:moveTo>
                    <a:pt x="891955" y="61"/>
                  </a:moveTo>
                  <a:lnTo>
                    <a:pt x="866207" y="0"/>
                  </a:lnTo>
                  <a:lnTo>
                    <a:pt x="848815" y="2455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80" name="Input_density__171">
              <a:extLst>
                <a:ext uri="{FF2B5EF4-FFF2-40B4-BE49-F238E27FC236}">
                  <a16:creationId xmlns:a16="http://schemas.microsoft.com/office/drawing/2014/main" id="{215952AA-122A-57E3-FB62-B69AA620C7A0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836602"/>
              <a:ext cx="1061856" cy="550403"/>
            </a:xfrm>
            <a:custGeom>
              <a:avLst/>
              <a:gdLst/>
              <a:ahLst/>
              <a:cxnLst/>
              <a:rect l="0" t="0" r="0" b="0"/>
              <a:pathLst>
                <a:path w="1061856" h="550403">
                  <a:moveTo>
                    <a:pt x="152968" y="550403"/>
                  </a:moveTo>
                  <a:lnTo>
                    <a:pt x="117858" y="543708"/>
                  </a:lnTo>
                  <a:lnTo>
                    <a:pt x="93298" y="528169"/>
                  </a:lnTo>
                  <a:close/>
                  <a:moveTo>
                    <a:pt x="238698" y="525574"/>
                  </a:moveTo>
                  <a:lnTo>
                    <a:pt x="217390" y="508549"/>
                  </a:lnTo>
                  <a:lnTo>
                    <a:pt x="248738" y="534115"/>
                  </a:lnTo>
                  <a:close/>
                  <a:moveTo>
                    <a:pt x="0" y="352210"/>
                  </a:moveTo>
                  <a:lnTo>
                    <a:pt x="34391" y="356215"/>
                  </a:lnTo>
                  <a:lnTo>
                    <a:pt x="56707" y="343445"/>
                  </a:lnTo>
                  <a:close/>
                  <a:moveTo>
                    <a:pt x="226059" y="506686"/>
                  </a:moveTo>
                  <a:lnTo>
                    <a:pt x="230464" y="534115"/>
                  </a:lnTo>
                  <a:lnTo>
                    <a:pt x="238698" y="525574"/>
                  </a:lnTo>
                  <a:close/>
                  <a:moveTo>
                    <a:pt x="354289" y="516180"/>
                  </a:moveTo>
                  <a:lnTo>
                    <a:pt x="369521" y="510880"/>
                  </a:lnTo>
                  <a:lnTo>
                    <a:pt x="373947" y="499749"/>
                  </a:lnTo>
                  <a:close/>
                  <a:moveTo>
                    <a:pt x="363750" y="523185"/>
                  </a:moveTo>
                  <a:lnTo>
                    <a:pt x="369521" y="510880"/>
                  </a:lnTo>
                  <a:lnTo>
                    <a:pt x="354289" y="516180"/>
                  </a:lnTo>
                  <a:close/>
                  <a:moveTo>
                    <a:pt x="77444" y="183081"/>
                  </a:moveTo>
                  <a:lnTo>
                    <a:pt x="67753" y="168954"/>
                  </a:lnTo>
                  <a:lnTo>
                    <a:pt x="75568" y="193177"/>
                  </a:lnTo>
                  <a:close/>
                  <a:moveTo>
                    <a:pt x="371113" y="462994"/>
                  </a:moveTo>
                  <a:lnTo>
                    <a:pt x="382128" y="445810"/>
                  </a:lnTo>
                  <a:lnTo>
                    <a:pt x="373947" y="499749"/>
                  </a:lnTo>
                  <a:close/>
                  <a:moveTo>
                    <a:pt x="362269" y="409055"/>
                  </a:moveTo>
                  <a:lnTo>
                    <a:pt x="382128" y="445810"/>
                  </a:lnTo>
                  <a:lnTo>
                    <a:pt x="335289" y="426239"/>
                  </a:lnTo>
                  <a:close/>
                  <a:moveTo>
                    <a:pt x="355806" y="405448"/>
                  </a:moveTo>
                  <a:lnTo>
                    <a:pt x="382128" y="445810"/>
                  </a:lnTo>
                  <a:lnTo>
                    <a:pt x="362269" y="409055"/>
                  </a:lnTo>
                  <a:close/>
                  <a:moveTo>
                    <a:pt x="355806" y="405448"/>
                  </a:moveTo>
                  <a:lnTo>
                    <a:pt x="382820" y="402066"/>
                  </a:lnTo>
                  <a:lnTo>
                    <a:pt x="365315" y="364987"/>
                  </a:lnTo>
                  <a:close/>
                  <a:moveTo>
                    <a:pt x="299902" y="244852"/>
                  </a:moveTo>
                  <a:lnTo>
                    <a:pt x="299818" y="244889"/>
                  </a:lnTo>
                  <a:lnTo>
                    <a:pt x="328853" y="228662"/>
                  </a:lnTo>
                  <a:close/>
                  <a:moveTo>
                    <a:pt x="480218" y="411444"/>
                  </a:moveTo>
                  <a:lnTo>
                    <a:pt x="480849" y="423223"/>
                  </a:lnTo>
                  <a:lnTo>
                    <a:pt x="487600" y="424314"/>
                  </a:lnTo>
                  <a:close/>
                  <a:moveTo>
                    <a:pt x="409965" y="214936"/>
                  </a:moveTo>
                  <a:lnTo>
                    <a:pt x="437491" y="214228"/>
                  </a:lnTo>
                  <a:lnTo>
                    <a:pt x="420876" y="210485"/>
                  </a:lnTo>
                  <a:close/>
                  <a:moveTo>
                    <a:pt x="425138" y="243296"/>
                  </a:moveTo>
                  <a:lnTo>
                    <a:pt x="437491" y="214228"/>
                  </a:lnTo>
                  <a:lnTo>
                    <a:pt x="409965" y="214936"/>
                  </a:lnTo>
                  <a:close/>
                  <a:moveTo>
                    <a:pt x="705530" y="413832"/>
                  </a:moveTo>
                  <a:lnTo>
                    <a:pt x="720597" y="370333"/>
                  </a:lnTo>
                  <a:lnTo>
                    <a:pt x="711165" y="359894"/>
                  </a:lnTo>
                  <a:close/>
                  <a:moveTo>
                    <a:pt x="705530" y="413832"/>
                  </a:moveTo>
                  <a:lnTo>
                    <a:pt x="711165" y="359894"/>
                  </a:lnTo>
                  <a:lnTo>
                    <a:pt x="714270" y="396648"/>
                  </a:lnTo>
                  <a:close/>
                  <a:moveTo>
                    <a:pt x="720597" y="370333"/>
                  </a:moveTo>
                  <a:lnTo>
                    <a:pt x="717460" y="328136"/>
                  </a:lnTo>
                  <a:lnTo>
                    <a:pt x="711165" y="359894"/>
                  </a:lnTo>
                  <a:close/>
                  <a:moveTo>
                    <a:pt x="717460" y="328136"/>
                  </a:moveTo>
                  <a:lnTo>
                    <a:pt x="711157" y="323139"/>
                  </a:lnTo>
                  <a:lnTo>
                    <a:pt x="711165" y="359894"/>
                  </a:lnTo>
                  <a:close/>
                  <a:moveTo>
                    <a:pt x="711157" y="323139"/>
                  </a:moveTo>
                  <a:lnTo>
                    <a:pt x="743055" y="305955"/>
                  </a:lnTo>
                  <a:lnTo>
                    <a:pt x="711165" y="359894"/>
                  </a:lnTo>
                  <a:close/>
                  <a:moveTo>
                    <a:pt x="742028" y="263415"/>
                  </a:moveTo>
                  <a:lnTo>
                    <a:pt x="743655" y="301885"/>
                  </a:lnTo>
                  <a:lnTo>
                    <a:pt x="740897" y="269200"/>
                  </a:lnTo>
                  <a:close/>
                  <a:moveTo>
                    <a:pt x="720017" y="117300"/>
                  </a:moveTo>
                  <a:lnTo>
                    <a:pt x="678583" y="153666"/>
                  </a:lnTo>
                  <a:lnTo>
                    <a:pt x="670621" y="153400"/>
                  </a:lnTo>
                  <a:close/>
                  <a:moveTo>
                    <a:pt x="747110" y="122390"/>
                  </a:moveTo>
                  <a:lnTo>
                    <a:pt x="720017" y="117300"/>
                  </a:lnTo>
                  <a:lnTo>
                    <a:pt x="779896" y="120393"/>
                  </a:lnTo>
                  <a:close/>
                  <a:moveTo>
                    <a:pt x="875944" y="134141"/>
                  </a:moveTo>
                  <a:lnTo>
                    <a:pt x="912678" y="143539"/>
                  </a:lnTo>
                  <a:lnTo>
                    <a:pt x="931531" y="121186"/>
                  </a:lnTo>
                  <a:close/>
                  <a:moveTo>
                    <a:pt x="988075" y="109773"/>
                  </a:moveTo>
                  <a:lnTo>
                    <a:pt x="986993" y="110210"/>
                  </a:lnTo>
                  <a:lnTo>
                    <a:pt x="1018268" y="100119"/>
                  </a:lnTo>
                  <a:close/>
                  <a:moveTo>
                    <a:pt x="931531" y="121186"/>
                  </a:moveTo>
                  <a:lnTo>
                    <a:pt x="965478" y="123533"/>
                  </a:lnTo>
                  <a:lnTo>
                    <a:pt x="940419" y="120985"/>
                  </a:lnTo>
                  <a:close/>
                  <a:moveTo>
                    <a:pt x="988075" y="109773"/>
                  </a:moveTo>
                  <a:lnTo>
                    <a:pt x="1031114" y="56682"/>
                  </a:lnTo>
                  <a:lnTo>
                    <a:pt x="1031131" y="55835"/>
                  </a:lnTo>
                  <a:close/>
                  <a:moveTo>
                    <a:pt x="1031131" y="55835"/>
                  </a:moveTo>
                  <a:lnTo>
                    <a:pt x="1027099" y="36928"/>
                  </a:lnTo>
                  <a:lnTo>
                    <a:pt x="1044518" y="5849"/>
                  </a:lnTo>
                  <a:close/>
                  <a:moveTo>
                    <a:pt x="1027099" y="36928"/>
                  </a:moveTo>
                  <a:lnTo>
                    <a:pt x="1039414" y="55835"/>
                  </a:lnTo>
                  <a:lnTo>
                    <a:pt x="1044518" y="5849"/>
                  </a:lnTo>
                  <a:close/>
                  <a:moveTo>
                    <a:pt x="1045794" y="0"/>
                  </a:moveTo>
                  <a:lnTo>
                    <a:pt x="1044518" y="5849"/>
                  </a:lnTo>
                  <a:lnTo>
                    <a:pt x="1061856" y="18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81" name="Input_density__172">
              <a:extLst>
                <a:ext uri="{FF2B5EF4-FFF2-40B4-BE49-F238E27FC236}">
                  <a16:creationId xmlns:a16="http://schemas.microsoft.com/office/drawing/2014/main" id="{5C4C4359-2F87-075D-A22E-998526BC47AA}"/>
                </a:ext>
              </a:extLst>
            </p:cNvPr>
            <p:cNvSpPr>
              <a:spLocks noGrp="1"/>
            </p:cNvSpPr>
            <p:nvPr/>
          </p:nvSpPr>
          <p:spPr>
            <a:xfrm>
              <a:off x="624395" y="1892437"/>
              <a:ext cx="996741" cy="494045"/>
            </a:xfrm>
            <a:custGeom>
              <a:avLst/>
              <a:gdLst/>
              <a:ahLst/>
              <a:cxnLst/>
              <a:rect l="0" t="0" r="0" b="0"/>
              <a:pathLst>
                <a:path w="996741" h="494045">
                  <a:moveTo>
                    <a:pt x="196073" y="478280"/>
                  </a:moveTo>
                  <a:lnTo>
                    <a:pt x="149822" y="486812"/>
                  </a:lnTo>
                  <a:lnTo>
                    <a:pt x="204308" y="469739"/>
                  </a:lnTo>
                  <a:close/>
                  <a:moveTo>
                    <a:pt x="0" y="300380"/>
                  </a:moveTo>
                  <a:lnTo>
                    <a:pt x="28318" y="281681"/>
                  </a:lnTo>
                  <a:lnTo>
                    <a:pt x="52820" y="277079"/>
                  </a:lnTo>
                  <a:close/>
                  <a:moveTo>
                    <a:pt x="22316" y="287610"/>
                  </a:moveTo>
                  <a:lnTo>
                    <a:pt x="0" y="300380"/>
                  </a:lnTo>
                  <a:lnTo>
                    <a:pt x="52820" y="277079"/>
                  </a:lnTo>
                  <a:close/>
                  <a:moveTo>
                    <a:pt x="176208" y="489254"/>
                  </a:moveTo>
                  <a:lnTo>
                    <a:pt x="120562" y="494045"/>
                  </a:lnTo>
                  <a:lnTo>
                    <a:pt x="156507" y="491911"/>
                  </a:lnTo>
                  <a:close/>
                  <a:moveTo>
                    <a:pt x="196073" y="478280"/>
                  </a:moveTo>
                  <a:lnTo>
                    <a:pt x="176208" y="489254"/>
                  </a:lnTo>
                  <a:lnTo>
                    <a:pt x="156507" y="491911"/>
                  </a:lnTo>
                  <a:close/>
                  <a:moveTo>
                    <a:pt x="41177" y="137342"/>
                  </a:moveTo>
                  <a:lnTo>
                    <a:pt x="24773" y="159767"/>
                  </a:lnTo>
                  <a:lnTo>
                    <a:pt x="10873" y="148615"/>
                  </a:lnTo>
                  <a:close/>
                  <a:moveTo>
                    <a:pt x="327878" y="353220"/>
                  </a:moveTo>
                  <a:lnTo>
                    <a:pt x="300898" y="370404"/>
                  </a:lnTo>
                  <a:lnTo>
                    <a:pt x="348429" y="346231"/>
                  </a:lnTo>
                  <a:close/>
                  <a:moveTo>
                    <a:pt x="327878" y="353220"/>
                  </a:moveTo>
                  <a:lnTo>
                    <a:pt x="348429" y="346231"/>
                  </a:lnTo>
                  <a:lnTo>
                    <a:pt x="321415" y="349613"/>
                  </a:lnTo>
                  <a:close/>
                  <a:moveTo>
                    <a:pt x="544576" y="483057"/>
                  </a:moveTo>
                  <a:lnTo>
                    <a:pt x="575461" y="465874"/>
                  </a:lnTo>
                  <a:lnTo>
                    <a:pt x="568457" y="478159"/>
                  </a:lnTo>
                  <a:close/>
                  <a:moveTo>
                    <a:pt x="575461" y="465874"/>
                  </a:moveTo>
                  <a:lnTo>
                    <a:pt x="544576" y="483057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75461" y="465874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92945" y="445139"/>
                  </a:lnTo>
                  <a:lnTo>
                    <a:pt x="646395" y="424193"/>
                  </a:lnTo>
                  <a:close/>
                  <a:moveTo>
                    <a:pt x="386485" y="154650"/>
                  </a:moveTo>
                  <a:lnTo>
                    <a:pt x="403101" y="158393"/>
                  </a:lnTo>
                  <a:lnTo>
                    <a:pt x="407051" y="152211"/>
                  </a:lnTo>
                  <a:close/>
                  <a:moveTo>
                    <a:pt x="612059" y="420393"/>
                  </a:moveTo>
                  <a:lnTo>
                    <a:pt x="646395" y="424193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65863" y="400774"/>
                  </a:lnTo>
                  <a:lnTo>
                    <a:pt x="646395" y="424193"/>
                  </a:lnTo>
                  <a:close/>
                  <a:moveTo>
                    <a:pt x="659829" y="411935"/>
                  </a:moveTo>
                  <a:lnTo>
                    <a:pt x="670733" y="394752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71139" y="357997"/>
                  </a:lnTo>
                  <a:lnTo>
                    <a:pt x="670733" y="394752"/>
                  </a:lnTo>
                  <a:close/>
                  <a:moveTo>
                    <a:pt x="411753" y="151359"/>
                  </a:moveTo>
                  <a:lnTo>
                    <a:pt x="386485" y="154650"/>
                  </a:lnTo>
                  <a:lnTo>
                    <a:pt x="407051" y="152211"/>
                  </a:lnTo>
                  <a:close/>
                  <a:moveTo>
                    <a:pt x="671139" y="357997"/>
                  </a:moveTo>
                  <a:lnTo>
                    <a:pt x="679879" y="340813"/>
                  </a:lnTo>
                  <a:lnTo>
                    <a:pt x="670733" y="394752"/>
                  </a:lnTo>
                  <a:close/>
                  <a:moveTo>
                    <a:pt x="682761" y="339375"/>
                  </a:moveTo>
                  <a:lnTo>
                    <a:pt x="686206" y="314498"/>
                  </a:lnTo>
                  <a:lnTo>
                    <a:pt x="671139" y="357997"/>
                  </a:lnTo>
                  <a:close/>
                  <a:moveTo>
                    <a:pt x="676766" y="267304"/>
                  </a:moveTo>
                  <a:lnTo>
                    <a:pt x="683070" y="272301"/>
                  </a:lnTo>
                  <a:lnTo>
                    <a:pt x="687939" y="262528"/>
                  </a:lnTo>
                  <a:close/>
                  <a:moveTo>
                    <a:pt x="676766" y="267304"/>
                  </a:moveTo>
                  <a:lnTo>
                    <a:pt x="687939" y="262528"/>
                  </a:lnTo>
                  <a:lnTo>
                    <a:pt x="709264" y="246050"/>
                  </a:lnTo>
                  <a:close/>
                  <a:moveTo>
                    <a:pt x="709264" y="246050"/>
                  </a:moveTo>
                  <a:lnTo>
                    <a:pt x="714299" y="229253"/>
                  </a:lnTo>
                  <a:lnTo>
                    <a:pt x="706506" y="213365"/>
                  </a:lnTo>
                  <a:close/>
                  <a:moveTo>
                    <a:pt x="841554" y="78306"/>
                  </a:moveTo>
                  <a:lnTo>
                    <a:pt x="897141" y="65351"/>
                  </a:lnTo>
                  <a:lnTo>
                    <a:pt x="864585" y="68207"/>
                  </a:lnTo>
                  <a:close/>
                  <a:moveTo>
                    <a:pt x="864585" y="68207"/>
                  </a:moveTo>
                  <a:lnTo>
                    <a:pt x="897141" y="65351"/>
                  </a:lnTo>
                  <a:lnTo>
                    <a:pt x="867268" y="69573"/>
                  </a:lnTo>
                  <a:close/>
                  <a:moveTo>
                    <a:pt x="897141" y="65351"/>
                  </a:moveTo>
                  <a:lnTo>
                    <a:pt x="906029" y="65150"/>
                  </a:lnTo>
                  <a:lnTo>
                    <a:pt x="867268" y="69573"/>
                  </a:lnTo>
                  <a:close/>
                  <a:moveTo>
                    <a:pt x="931087" y="67698"/>
                  </a:moveTo>
                  <a:lnTo>
                    <a:pt x="952602" y="54375"/>
                  </a:lnTo>
                  <a:lnTo>
                    <a:pt x="906029" y="65150"/>
                  </a:lnTo>
                  <a:close/>
                  <a:moveTo>
                    <a:pt x="953685" y="53938"/>
                  </a:moveTo>
                  <a:lnTo>
                    <a:pt x="996741" y="0"/>
                  </a:lnTo>
                  <a:lnTo>
                    <a:pt x="983524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82" name="Input_density__173">
              <a:extLst>
                <a:ext uri="{FF2B5EF4-FFF2-40B4-BE49-F238E27FC236}">
                  <a16:creationId xmlns:a16="http://schemas.microsoft.com/office/drawing/2014/main" id="{4AC2C282-4A8D-6D41-EB60-EB5868C733BA}"/>
                </a:ext>
              </a:extLst>
            </p:cNvPr>
            <p:cNvSpPr>
              <a:spLocks noGrp="1"/>
            </p:cNvSpPr>
            <p:nvPr/>
          </p:nvSpPr>
          <p:spPr>
            <a:xfrm>
              <a:off x="534294" y="1624467"/>
              <a:ext cx="1104336" cy="755843"/>
            </a:xfrm>
            <a:custGeom>
              <a:avLst/>
              <a:gdLst/>
              <a:ahLst/>
              <a:cxnLst/>
              <a:rect l="0" t="0" r="0" b="0"/>
              <a:pathLst>
                <a:path w="1104336" h="755843">
                  <a:moveTo>
                    <a:pt x="109367" y="700696"/>
                  </a:moveTo>
                  <a:lnTo>
                    <a:pt x="134410" y="726679"/>
                  </a:lnTo>
                  <a:lnTo>
                    <a:pt x="131440" y="722913"/>
                  </a:lnTo>
                  <a:close/>
                  <a:moveTo>
                    <a:pt x="90523" y="653169"/>
                  </a:moveTo>
                  <a:lnTo>
                    <a:pt x="85217" y="670352"/>
                  </a:lnTo>
                  <a:lnTo>
                    <a:pt x="107258" y="689924"/>
                  </a:lnTo>
                  <a:close/>
                  <a:moveTo>
                    <a:pt x="107258" y="689924"/>
                  </a:moveTo>
                  <a:lnTo>
                    <a:pt x="109367" y="700696"/>
                  </a:lnTo>
                  <a:lnTo>
                    <a:pt x="131440" y="722913"/>
                  </a:lnTo>
                  <a:close/>
                  <a:moveTo>
                    <a:pt x="174428" y="709496"/>
                  </a:moveTo>
                  <a:lnTo>
                    <a:pt x="173568" y="755843"/>
                  </a:lnTo>
                  <a:lnTo>
                    <a:pt x="193316" y="733471"/>
                  </a:lnTo>
                  <a:close/>
                  <a:moveTo>
                    <a:pt x="174428" y="709496"/>
                  </a:moveTo>
                  <a:lnTo>
                    <a:pt x="134410" y="726679"/>
                  </a:lnTo>
                  <a:lnTo>
                    <a:pt x="173568" y="755843"/>
                  </a:lnTo>
                  <a:close/>
                  <a:moveTo>
                    <a:pt x="152298" y="672741"/>
                  </a:moveTo>
                  <a:lnTo>
                    <a:pt x="131440" y="722913"/>
                  </a:lnTo>
                  <a:lnTo>
                    <a:pt x="134410" y="726679"/>
                  </a:lnTo>
                  <a:close/>
                  <a:moveTo>
                    <a:pt x="107258" y="689924"/>
                  </a:moveTo>
                  <a:lnTo>
                    <a:pt x="131440" y="722913"/>
                  </a:lnTo>
                  <a:lnTo>
                    <a:pt x="139349" y="676321"/>
                  </a:lnTo>
                  <a:close/>
                  <a:moveTo>
                    <a:pt x="127882" y="613402"/>
                  </a:moveTo>
                  <a:lnTo>
                    <a:pt x="90523" y="653169"/>
                  </a:lnTo>
                  <a:lnTo>
                    <a:pt x="105297" y="635986"/>
                  </a:lnTo>
                  <a:close/>
                  <a:moveTo>
                    <a:pt x="164783" y="626791"/>
                  </a:moveTo>
                  <a:lnTo>
                    <a:pt x="104935" y="623812"/>
                  </a:lnTo>
                  <a:lnTo>
                    <a:pt x="127882" y="613402"/>
                  </a:lnTo>
                  <a:close/>
                  <a:moveTo>
                    <a:pt x="0" y="506149"/>
                  </a:moveTo>
                  <a:lnTo>
                    <a:pt x="14927" y="536442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0" y="506149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5107" y="452211"/>
                  </a:lnTo>
                  <a:lnTo>
                    <a:pt x="0" y="506149"/>
                  </a:lnTo>
                  <a:close/>
                  <a:moveTo>
                    <a:pt x="361527" y="711884"/>
                  </a:moveTo>
                  <a:lnTo>
                    <a:pt x="334321" y="729067"/>
                  </a:lnTo>
                  <a:lnTo>
                    <a:pt x="356014" y="747258"/>
                  </a:lnTo>
                  <a:close/>
                  <a:moveTo>
                    <a:pt x="379627" y="657946"/>
                  </a:moveTo>
                  <a:lnTo>
                    <a:pt x="361527" y="711884"/>
                  </a:lnTo>
                  <a:lnTo>
                    <a:pt x="383938" y="659245"/>
                  </a:lnTo>
                  <a:close/>
                  <a:moveTo>
                    <a:pt x="383938" y="659245"/>
                  </a:moveTo>
                  <a:lnTo>
                    <a:pt x="361527" y="711884"/>
                  </a:lnTo>
                  <a:lnTo>
                    <a:pt x="379270" y="706205"/>
                  </a:lnTo>
                  <a:close/>
                  <a:moveTo>
                    <a:pt x="379627" y="657946"/>
                  </a:moveTo>
                  <a:lnTo>
                    <a:pt x="383938" y="659245"/>
                  </a:lnTo>
                  <a:lnTo>
                    <a:pt x="384212" y="657441"/>
                  </a:lnTo>
                  <a:close/>
                  <a:moveTo>
                    <a:pt x="422732" y="653213"/>
                  </a:moveTo>
                  <a:lnTo>
                    <a:pt x="383938" y="659245"/>
                  </a:lnTo>
                  <a:lnTo>
                    <a:pt x="420400" y="670994"/>
                  </a:lnTo>
                  <a:close/>
                  <a:moveTo>
                    <a:pt x="422732" y="653213"/>
                  </a:moveTo>
                  <a:lnTo>
                    <a:pt x="384212" y="657441"/>
                  </a:lnTo>
                  <a:lnTo>
                    <a:pt x="383938" y="659245"/>
                  </a:lnTo>
                  <a:close/>
                  <a:moveTo>
                    <a:pt x="406385" y="532261"/>
                  </a:moveTo>
                  <a:lnTo>
                    <a:pt x="369974" y="534775"/>
                  </a:lnTo>
                  <a:lnTo>
                    <a:pt x="412091" y="543720"/>
                  </a:lnTo>
                  <a:close/>
                  <a:moveTo>
                    <a:pt x="261379" y="389895"/>
                  </a:moveTo>
                  <a:lnTo>
                    <a:pt x="246069" y="437416"/>
                  </a:lnTo>
                  <a:lnTo>
                    <a:pt x="233950" y="429853"/>
                  </a:lnTo>
                  <a:close/>
                  <a:moveTo>
                    <a:pt x="394943" y="559222"/>
                  </a:moveTo>
                  <a:lnTo>
                    <a:pt x="423173" y="563359"/>
                  </a:lnTo>
                  <a:lnTo>
                    <a:pt x="412091" y="543720"/>
                  </a:lnTo>
                  <a:close/>
                  <a:moveTo>
                    <a:pt x="665912" y="680447"/>
                  </a:moveTo>
                  <a:lnTo>
                    <a:pt x="702159" y="688363"/>
                  </a:lnTo>
                  <a:lnTo>
                    <a:pt x="671639" y="679905"/>
                  </a:lnTo>
                  <a:close/>
                  <a:moveTo>
                    <a:pt x="665912" y="680447"/>
                  </a:moveTo>
                  <a:lnTo>
                    <a:pt x="657869" y="679905"/>
                  </a:lnTo>
                  <a:lnTo>
                    <a:pt x="657905" y="716660"/>
                  </a:lnTo>
                  <a:close/>
                  <a:moveTo>
                    <a:pt x="340913" y="334335"/>
                  </a:moveTo>
                  <a:lnTo>
                    <a:pt x="315328" y="312356"/>
                  </a:lnTo>
                  <a:lnTo>
                    <a:pt x="324314" y="365819"/>
                  </a:lnTo>
                  <a:close/>
                  <a:moveTo>
                    <a:pt x="324314" y="365819"/>
                  </a:moveTo>
                  <a:lnTo>
                    <a:pt x="315328" y="312356"/>
                  </a:lnTo>
                  <a:lnTo>
                    <a:pt x="287950" y="323546"/>
                  </a:lnTo>
                  <a:close/>
                  <a:moveTo>
                    <a:pt x="340913" y="334335"/>
                  </a:moveTo>
                  <a:lnTo>
                    <a:pt x="341445" y="366294"/>
                  </a:lnTo>
                  <a:lnTo>
                    <a:pt x="356947" y="365914"/>
                  </a:lnTo>
                  <a:close/>
                  <a:moveTo>
                    <a:pt x="340913" y="334335"/>
                  </a:moveTo>
                  <a:lnTo>
                    <a:pt x="356947" y="365914"/>
                  </a:lnTo>
                  <a:lnTo>
                    <a:pt x="376947" y="344484"/>
                  </a:lnTo>
                  <a:close/>
                  <a:moveTo>
                    <a:pt x="357510" y="366294"/>
                  </a:moveTo>
                  <a:lnTo>
                    <a:pt x="399480" y="400363"/>
                  </a:lnTo>
                  <a:lnTo>
                    <a:pt x="412452" y="385866"/>
                  </a:lnTo>
                  <a:close/>
                  <a:moveTo>
                    <a:pt x="390103" y="349111"/>
                  </a:moveTo>
                  <a:lnTo>
                    <a:pt x="357510" y="366294"/>
                  </a:lnTo>
                  <a:lnTo>
                    <a:pt x="412452" y="385866"/>
                  </a:lnTo>
                  <a:close/>
                  <a:moveTo>
                    <a:pt x="693907" y="640028"/>
                  </a:moveTo>
                  <a:lnTo>
                    <a:pt x="671639" y="679905"/>
                  </a:lnTo>
                  <a:lnTo>
                    <a:pt x="679058" y="669759"/>
                  </a:lnTo>
                  <a:close/>
                  <a:moveTo>
                    <a:pt x="412452" y="385866"/>
                  </a:moveTo>
                  <a:lnTo>
                    <a:pt x="427817" y="410099"/>
                  </a:lnTo>
                  <a:lnTo>
                    <a:pt x="441601" y="405437"/>
                  </a:lnTo>
                  <a:close/>
                  <a:moveTo>
                    <a:pt x="376947" y="344484"/>
                  </a:moveTo>
                  <a:lnTo>
                    <a:pt x="390103" y="349111"/>
                  </a:lnTo>
                  <a:lnTo>
                    <a:pt x="389565" y="295451"/>
                  </a:lnTo>
                  <a:close/>
                  <a:moveTo>
                    <a:pt x="389565" y="295451"/>
                  </a:moveTo>
                  <a:lnTo>
                    <a:pt x="390103" y="349111"/>
                  </a:lnTo>
                  <a:lnTo>
                    <a:pt x="417892" y="299171"/>
                  </a:lnTo>
                  <a:close/>
                  <a:moveTo>
                    <a:pt x="417892" y="299171"/>
                  </a:moveTo>
                  <a:lnTo>
                    <a:pt x="390103" y="349111"/>
                  </a:lnTo>
                  <a:lnTo>
                    <a:pt x="428295" y="335460"/>
                  </a:lnTo>
                  <a:close/>
                  <a:moveTo>
                    <a:pt x="417892" y="299171"/>
                  </a:moveTo>
                  <a:lnTo>
                    <a:pt x="389903" y="295172"/>
                  </a:lnTo>
                  <a:lnTo>
                    <a:pt x="389565" y="295451"/>
                  </a:lnTo>
                  <a:close/>
                  <a:moveTo>
                    <a:pt x="428295" y="335460"/>
                  </a:moveTo>
                  <a:lnTo>
                    <a:pt x="461212" y="314174"/>
                  </a:lnTo>
                  <a:lnTo>
                    <a:pt x="437684" y="310168"/>
                  </a:lnTo>
                  <a:close/>
                  <a:moveTo>
                    <a:pt x="428295" y="335460"/>
                  </a:moveTo>
                  <a:lnTo>
                    <a:pt x="437684" y="310168"/>
                  </a:lnTo>
                  <a:lnTo>
                    <a:pt x="417892" y="299171"/>
                  </a:lnTo>
                  <a:close/>
                  <a:moveTo>
                    <a:pt x="376947" y="344484"/>
                  </a:moveTo>
                  <a:lnTo>
                    <a:pt x="389565" y="295451"/>
                  </a:lnTo>
                  <a:lnTo>
                    <a:pt x="340913" y="334335"/>
                  </a:lnTo>
                  <a:close/>
                  <a:moveTo>
                    <a:pt x="373073" y="263772"/>
                  </a:moveTo>
                  <a:lnTo>
                    <a:pt x="389903" y="295172"/>
                  </a:lnTo>
                  <a:lnTo>
                    <a:pt x="417892" y="299171"/>
                  </a:lnTo>
                  <a:close/>
                  <a:moveTo>
                    <a:pt x="373073" y="263772"/>
                  </a:moveTo>
                  <a:lnTo>
                    <a:pt x="417892" y="299171"/>
                  </a:lnTo>
                  <a:lnTo>
                    <a:pt x="398687" y="270037"/>
                  </a:lnTo>
                  <a:close/>
                  <a:moveTo>
                    <a:pt x="761042" y="567790"/>
                  </a:moveTo>
                  <a:lnTo>
                    <a:pt x="746703" y="518090"/>
                  </a:lnTo>
                  <a:lnTo>
                    <a:pt x="731388" y="520062"/>
                  </a:lnTo>
                  <a:close/>
                  <a:moveTo>
                    <a:pt x="777590" y="464842"/>
                  </a:moveTo>
                  <a:lnTo>
                    <a:pt x="778802" y="465507"/>
                  </a:lnTo>
                  <a:lnTo>
                    <a:pt x="818491" y="500907"/>
                  </a:lnTo>
                  <a:close/>
                  <a:moveTo>
                    <a:pt x="694375" y="478319"/>
                  </a:moveTo>
                  <a:lnTo>
                    <a:pt x="727385" y="478570"/>
                  </a:lnTo>
                  <a:lnTo>
                    <a:pt x="728927" y="432570"/>
                  </a:lnTo>
                  <a:close/>
                  <a:moveTo>
                    <a:pt x="727385" y="478570"/>
                  </a:moveTo>
                  <a:lnTo>
                    <a:pt x="765619" y="429828"/>
                  </a:lnTo>
                  <a:lnTo>
                    <a:pt x="728927" y="432570"/>
                  </a:lnTo>
                  <a:close/>
                  <a:moveTo>
                    <a:pt x="1078218" y="160094"/>
                  </a:moveTo>
                  <a:lnTo>
                    <a:pt x="1077463" y="161238"/>
                  </a:lnTo>
                  <a:lnTo>
                    <a:pt x="1104336" y="165086"/>
                  </a:lnTo>
                  <a:close/>
                  <a:moveTo>
                    <a:pt x="1075799" y="155018"/>
                  </a:moveTo>
                  <a:lnTo>
                    <a:pt x="1078218" y="160094"/>
                  </a:lnTo>
                  <a:lnTo>
                    <a:pt x="1065689" y="124670"/>
                  </a:lnTo>
                  <a:close/>
                  <a:moveTo>
                    <a:pt x="1065689" y="124670"/>
                  </a:moveTo>
                  <a:lnTo>
                    <a:pt x="1078218" y="160094"/>
                  </a:lnTo>
                  <a:lnTo>
                    <a:pt x="1104336" y="165086"/>
                  </a:lnTo>
                  <a:close/>
                  <a:moveTo>
                    <a:pt x="1065689" y="124670"/>
                  </a:moveTo>
                  <a:lnTo>
                    <a:pt x="1104336" y="165086"/>
                  </a:lnTo>
                  <a:lnTo>
                    <a:pt x="1095481" y="127538"/>
                  </a:lnTo>
                  <a:close/>
                  <a:moveTo>
                    <a:pt x="1057693" y="123339"/>
                  </a:moveTo>
                  <a:lnTo>
                    <a:pt x="1065689" y="124670"/>
                  </a:lnTo>
                  <a:lnTo>
                    <a:pt x="1065194" y="115367"/>
                  </a:lnTo>
                  <a:close/>
                  <a:moveTo>
                    <a:pt x="1075799" y="155018"/>
                  </a:moveTo>
                  <a:lnTo>
                    <a:pt x="1065689" y="124670"/>
                  </a:lnTo>
                  <a:lnTo>
                    <a:pt x="1057693" y="123339"/>
                  </a:lnTo>
                  <a:close/>
                  <a:moveTo>
                    <a:pt x="1034354" y="78310"/>
                  </a:moveTo>
                  <a:lnTo>
                    <a:pt x="1062733" y="37579"/>
                  </a:lnTo>
                  <a:lnTo>
                    <a:pt x="1032842" y="34792"/>
                  </a:lnTo>
                  <a:close/>
                  <a:moveTo>
                    <a:pt x="1032842" y="34792"/>
                  </a:moveTo>
                  <a:lnTo>
                    <a:pt x="1062733" y="37579"/>
                  </a:lnTo>
                  <a:lnTo>
                    <a:pt x="1053916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83" name="Input_density__174">
              <a:extLst>
                <a:ext uri="{FF2B5EF4-FFF2-40B4-BE49-F238E27FC236}">
                  <a16:creationId xmlns:a16="http://schemas.microsoft.com/office/drawing/2014/main" id="{FAFDB8D4-97F6-8031-27E0-C85ACD50CBA8}"/>
                </a:ext>
              </a:extLst>
            </p:cNvPr>
            <p:cNvSpPr>
              <a:spLocks noGrp="1"/>
            </p:cNvSpPr>
            <p:nvPr/>
          </p:nvSpPr>
          <p:spPr>
            <a:xfrm>
              <a:off x="552044" y="1817418"/>
              <a:ext cx="1083755" cy="577648"/>
            </a:xfrm>
            <a:custGeom>
              <a:avLst/>
              <a:gdLst/>
              <a:ahLst/>
              <a:cxnLst/>
              <a:rect l="0" t="0" r="0" b="0"/>
              <a:pathLst>
                <a:path w="1083755" h="577648">
                  <a:moveTo>
                    <a:pt x="91618" y="507746"/>
                  </a:moveTo>
                  <a:lnTo>
                    <a:pt x="131258" y="547354"/>
                  </a:lnTo>
                  <a:lnTo>
                    <a:pt x="116660" y="533729"/>
                  </a:lnTo>
                  <a:close/>
                  <a:moveTo>
                    <a:pt x="116660" y="533729"/>
                  </a:moveTo>
                  <a:lnTo>
                    <a:pt x="131258" y="547354"/>
                  </a:lnTo>
                  <a:lnTo>
                    <a:pt x="155818" y="562892"/>
                  </a:lnTo>
                  <a:close/>
                  <a:moveTo>
                    <a:pt x="190928" y="569588"/>
                  </a:moveTo>
                  <a:lnTo>
                    <a:pt x="191364" y="553300"/>
                  </a:lnTo>
                  <a:lnTo>
                    <a:pt x="175566" y="540520"/>
                  </a:lnTo>
                  <a:close/>
                  <a:moveTo>
                    <a:pt x="190928" y="569588"/>
                  </a:moveTo>
                  <a:lnTo>
                    <a:pt x="175566" y="540520"/>
                  </a:lnTo>
                  <a:lnTo>
                    <a:pt x="155818" y="562892"/>
                  </a:lnTo>
                  <a:close/>
                  <a:moveTo>
                    <a:pt x="37960" y="371395"/>
                  </a:moveTo>
                  <a:lnTo>
                    <a:pt x="0" y="349064"/>
                  </a:lnTo>
                  <a:lnTo>
                    <a:pt x="1773" y="349954"/>
                  </a:lnTo>
                  <a:close/>
                  <a:moveTo>
                    <a:pt x="28992" y="366233"/>
                  </a:moveTo>
                  <a:lnTo>
                    <a:pt x="0" y="349064"/>
                  </a:lnTo>
                  <a:lnTo>
                    <a:pt x="37960" y="371395"/>
                  </a:lnTo>
                  <a:close/>
                  <a:moveTo>
                    <a:pt x="191364" y="553300"/>
                  </a:moveTo>
                  <a:lnTo>
                    <a:pt x="192913" y="569064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31885" y="537382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64019" y="525870"/>
                  </a:lnTo>
                  <a:lnTo>
                    <a:pt x="233284" y="535533"/>
                  </a:lnTo>
                  <a:close/>
                  <a:moveTo>
                    <a:pt x="264019" y="525870"/>
                  </a:moveTo>
                  <a:lnTo>
                    <a:pt x="295234" y="517999"/>
                  </a:lnTo>
                  <a:lnTo>
                    <a:pt x="318113" y="507333"/>
                  </a:lnTo>
                  <a:close/>
                  <a:moveTo>
                    <a:pt x="411908" y="518933"/>
                  </a:moveTo>
                  <a:lnTo>
                    <a:pt x="402650" y="478043"/>
                  </a:lnTo>
                  <a:lnTo>
                    <a:pt x="401226" y="508063"/>
                  </a:lnTo>
                  <a:close/>
                  <a:moveTo>
                    <a:pt x="366462" y="464490"/>
                  </a:moveTo>
                  <a:lnTo>
                    <a:pt x="393766" y="424633"/>
                  </a:lnTo>
                  <a:lnTo>
                    <a:pt x="372042" y="415207"/>
                  </a:lnTo>
                  <a:close/>
                  <a:moveTo>
                    <a:pt x="393766" y="424633"/>
                  </a:moveTo>
                  <a:lnTo>
                    <a:pt x="404982" y="460262"/>
                  </a:lnTo>
                  <a:lnTo>
                    <a:pt x="420089" y="464995"/>
                  </a:lnTo>
                  <a:close/>
                  <a:moveTo>
                    <a:pt x="393766" y="424633"/>
                  </a:moveTo>
                  <a:lnTo>
                    <a:pt x="403275" y="384172"/>
                  </a:lnTo>
                  <a:lnTo>
                    <a:pt x="374299" y="400410"/>
                  </a:lnTo>
                  <a:close/>
                  <a:moveTo>
                    <a:pt x="354628" y="337547"/>
                  </a:moveTo>
                  <a:lnTo>
                    <a:pt x="352224" y="341824"/>
                  </a:lnTo>
                  <a:lnTo>
                    <a:pt x="356150" y="332557"/>
                  </a:lnTo>
                  <a:close/>
                  <a:moveTo>
                    <a:pt x="358589" y="341673"/>
                  </a:moveTo>
                  <a:lnTo>
                    <a:pt x="352224" y="341824"/>
                  </a:lnTo>
                  <a:lnTo>
                    <a:pt x="354628" y="337547"/>
                  </a:lnTo>
                  <a:close/>
                  <a:moveTo>
                    <a:pt x="559973" y="549764"/>
                  </a:moveTo>
                  <a:lnTo>
                    <a:pt x="606500" y="577648"/>
                  </a:lnTo>
                  <a:lnTo>
                    <a:pt x="576999" y="563758"/>
                  </a:lnTo>
                  <a:close/>
                  <a:moveTo>
                    <a:pt x="356150" y="332557"/>
                  </a:moveTo>
                  <a:lnTo>
                    <a:pt x="356902" y="293274"/>
                  </a:lnTo>
                  <a:lnTo>
                    <a:pt x="354628" y="337547"/>
                  </a:lnTo>
                  <a:close/>
                  <a:moveTo>
                    <a:pt x="344356" y="210099"/>
                  </a:moveTo>
                  <a:lnTo>
                    <a:pt x="323911" y="240386"/>
                  </a:lnTo>
                  <a:lnTo>
                    <a:pt x="344760" y="213651"/>
                  </a:lnTo>
                  <a:close/>
                  <a:moveTo>
                    <a:pt x="344760" y="213651"/>
                  </a:moveTo>
                  <a:lnTo>
                    <a:pt x="323911" y="240386"/>
                  </a:lnTo>
                  <a:lnTo>
                    <a:pt x="322440" y="249456"/>
                  </a:lnTo>
                  <a:close/>
                  <a:moveTo>
                    <a:pt x="645676" y="534265"/>
                  </a:moveTo>
                  <a:lnTo>
                    <a:pt x="647812" y="540893"/>
                  </a:lnTo>
                  <a:lnTo>
                    <a:pt x="648162" y="487496"/>
                  </a:lnTo>
                  <a:close/>
                  <a:moveTo>
                    <a:pt x="645676" y="534265"/>
                  </a:moveTo>
                  <a:lnTo>
                    <a:pt x="648162" y="487496"/>
                  </a:lnTo>
                  <a:lnTo>
                    <a:pt x="640155" y="523710"/>
                  </a:lnTo>
                  <a:close/>
                  <a:moveTo>
                    <a:pt x="324900" y="202708"/>
                  </a:moveTo>
                  <a:lnTo>
                    <a:pt x="323911" y="240386"/>
                  </a:lnTo>
                  <a:lnTo>
                    <a:pt x="344356" y="210099"/>
                  </a:lnTo>
                  <a:close/>
                  <a:moveTo>
                    <a:pt x="640120" y="486955"/>
                  </a:moveTo>
                  <a:lnTo>
                    <a:pt x="612127" y="474314"/>
                  </a:lnTo>
                  <a:lnTo>
                    <a:pt x="661309" y="476809"/>
                  </a:lnTo>
                  <a:close/>
                  <a:moveTo>
                    <a:pt x="670510" y="471813"/>
                  </a:moveTo>
                  <a:lnTo>
                    <a:pt x="661309" y="476809"/>
                  </a:lnTo>
                  <a:lnTo>
                    <a:pt x="684410" y="495412"/>
                  </a:lnTo>
                  <a:close/>
                  <a:moveTo>
                    <a:pt x="434373" y="229670"/>
                  </a:moveTo>
                  <a:lnTo>
                    <a:pt x="447926" y="234120"/>
                  </a:lnTo>
                  <a:lnTo>
                    <a:pt x="423597" y="221393"/>
                  </a:lnTo>
                  <a:close/>
                  <a:moveTo>
                    <a:pt x="743292" y="374840"/>
                  </a:moveTo>
                  <a:lnTo>
                    <a:pt x="752230" y="415833"/>
                  </a:lnTo>
                  <a:lnTo>
                    <a:pt x="749125" y="379078"/>
                  </a:lnTo>
                  <a:close/>
                  <a:moveTo>
                    <a:pt x="749125" y="379078"/>
                  </a:moveTo>
                  <a:lnTo>
                    <a:pt x="752693" y="337511"/>
                  </a:lnTo>
                  <a:lnTo>
                    <a:pt x="743292" y="374840"/>
                  </a:lnTo>
                  <a:close/>
                  <a:moveTo>
                    <a:pt x="752693" y="337511"/>
                  </a:moveTo>
                  <a:lnTo>
                    <a:pt x="728953" y="325140"/>
                  </a:lnTo>
                  <a:lnTo>
                    <a:pt x="743292" y="374840"/>
                  </a:lnTo>
                  <a:close/>
                  <a:moveTo>
                    <a:pt x="759841" y="271892"/>
                  </a:moveTo>
                  <a:lnTo>
                    <a:pt x="781615" y="321070"/>
                  </a:lnTo>
                  <a:lnTo>
                    <a:pt x="779989" y="282600"/>
                  </a:lnTo>
                  <a:close/>
                  <a:moveTo>
                    <a:pt x="918007" y="4614"/>
                  </a:moveTo>
                  <a:lnTo>
                    <a:pt x="896743" y="21322"/>
                  </a:lnTo>
                  <a:lnTo>
                    <a:pt x="911440" y="1510"/>
                  </a:lnTo>
                  <a:close/>
                  <a:moveTo>
                    <a:pt x="896743" y="21322"/>
                  </a:moveTo>
                  <a:lnTo>
                    <a:pt x="893688" y="18693"/>
                  </a:lnTo>
                  <a:lnTo>
                    <a:pt x="911440" y="1510"/>
                  </a:lnTo>
                  <a:close/>
                  <a:moveTo>
                    <a:pt x="918007" y="4614"/>
                  </a:moveTo>
                  <a:lnTo>
                    <a:pt x="930833" y="24203"/>
                  </a:lnTo>
                  <a:lnTo>
                    <a:pt x="896743" y="21322"/>
                  </a:lnTo>
                  <a:close/>
                  <a:moveTo>
                    <a:pt x="911440" y="1510"/>
                  </a:moveTo>
                  <a:lnTo>
                    <a:pt x="893688" y="18693"/>
                  </a:lnTo>
                  <a:lnTo>
                    <a:pt x="916773" y="0"/>
                  </a:lnTo>
                  <a:close/>
                  <a:moveTo>
                    <a:pt x="1052410" y="107073"/>
                  </a:moveTo>
                  <a:lnTo>
                    <a:pt x="1058571" y="60223"/>
                  </a:lnTo>
                  <a:lnTo>
                    <a:pt x="1032360" y="86801"/>
                  </a:lnTo>
                  <a:close/>
                  <a:moveTo>
                    <a:pt x="1059055" y="56924"/>
                  </a:moveTo>
                  <a:lnTo>
                    <a:pt x="1058571" y="60223"/>
                  </a:lnTo>
                  <a:lnTo>
                    <a:pt x="1060240" y="57836"/>
                  </a:lnTo>
                  <a:close/>
                  <a:moveTo>
                    <a:pt x="1059055" y="56924"/>
                  </a:moveTo>
                  <a:lnTo>
                    <a:pt x="1060240" y="57836"/>
                  </a:lnTo>
                  <a:lnTo>
                    <a:pt x="1083755" y="19185"/>
                  </a:lnTo>
                  <a:close/>
                  <a:moveTo>
                    <a:pt x="1064010" y="8149"/>
                  </a:moveTo>
                  <a:lnTo>
                    <a:pt x="1059055" y="56924"/>
                  </a:lnTo>
                  <a:lnTo>
                    <a:pt x="1083755" y="1918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84" name="Input_density__175">
              <a:extLst>
                <a:ext uri="{FF2B5EF4-FFF2-40B4-BE49-F238E27FC236}">
                  <a16:creationId xmlns:a16="http://schemas.microsoft.com/office/drawing/2014/main" id="{572D01DD-361C-5F88-57F8-375D99803301}"/>
                </a:ext>
              </a:extLst>
            </p:cNvPr>
            <p:cNvSpPr>
              <a:spLocks noGrp="1"/>
            </p:cNvSpPr>
            <p:nvPr/>
          </p:nvSpPr>
          <p:spPr>
            <a:xfrm>
              <a:off x="549221" y="1662046"/>
              <a:ext cx="1089409" cy="709679"/>
            </a:xfrm>
            <a:custGeom>
              <a:avLst/>
              <a:gdLst/>
              <a:ahLst/>
              <a:cxnLst/>
              <a:rect l="0" t="0" r="0" b="0"/>
              <a:pathLst>
                <a:path w="1089409" h="709679">
                  <a:moveTo>
                    <a:pt x="92331" y="652345"/>
                  </a:moveTo>
                  <a:lnTo>
                    <a:pt x="80055" y="645231"/>
                  </a:lnTo>
                  <a:lnTo>
                    <a:pt x="94440" y="663117"/>
                  </a:lnTo>
                  <a:close/>
                  <a:moveTo>
                    <a:pt x="0" y="498863"/>
                  </a:moveTo>
                  <a:lnTo>
                    <a:pt x="4596" y="505325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0" y="498863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2822" y="504436"/>
                  </a:lnTo>
                  <a:lnTo>
                    <a:pt x="31815" y="521605"/>
                  </a:lnTo>
                  <a:close/>
                  <a:moveTo>
                    <a:pt x="346599" y="674305"/>
                  </a:moveTo>
                  <a:lnTo>
                    <a:pt x="341087" y="709679"/>
                  </a:lnTo>
                  <a:lnTo>
                    <a:pt x="359703" y="683074"/>
                  </a:lnTo>
                  <a:close/>
                  <a:moveTo>
                    <a:pt x="319393" y="691488"/>
                  </a:moveTo>
                  <a:lnTo>
                    <a:pt x="346599" y="674305"/>
                  </a:lnTo>
                  <a:lnTo>
                    <a:pt x="298056" y="673370"/>
                  </a:lnTo>
                  <a:close/>
                  <a:moveTo>
                    <a:pt x="346599" y="674305"/>
                  </a:moveTo>
                  <a:lnTo>
                    <a:pt x="320935" y="662704"/>
                  </a:lnTo>
                  <a:lnTo>
                    <a:pt x="298056" y="673370"/>
                  </a:lnTo>
                  <a:close/>
                  <a:moveTo>
                    <a:pt x="359703" y="683074"/>
                  </a:moveTo>
                  <a:lnTo>
                    <a:pt x="341087" y="709679"/>
                  </a:lnTo>
                  <a:lnTo>
                    <a:pt x="395072" y="690736"/>
                  </a:lnTo>
                  <a:close/>
                  <a:moveTo>
                    <a:pt x="123984" y="460110"/>
                  </a:moveTo>
                  <a:lnTo>
                    <a:pt x="102444" y="432875"/>
                  </a:lnTo>
                  <a:lnTo>
                    <a:pt x="101414" y="453775"/>
                  </a:lnTo>
                  <a:close/>
                  <a:moveTo>
                    <a:pt x="346599" y="674305"/>
                  </a:moveTo>
                  <a:lnTo>
                    <a:pt x="359703" y="683074"/>
                  </a:lnTo>
                  <a:lnTo>
                    <a:pt x="364342" y="668626"/>
                  </a:lnTo>
                  <a:close/>
                  <a:moveTo>
                    <a:pt x="320935" y="662704"/>
                  </a:moveTo>
                  <a:lnTo>
                    <a:pt x="346599" y="674305"/>
                  </a:lnTo>
                  <a:lnTo>
                    <a:pt x="364700" y="620367"/>
                  </a:lnTo>
                  <a:close/>
                  <a:moveTo>
                    <a:pt x="404048" y="663434"/>
                  </a:moveTo>
                  <a:lnTo>
                    <a:pt x="359703" y="683074"/>
                  </a:lnTo>
                  <a:lnTo>
                    <a:pt x="395072" y="690736"/>
                  </a:lnTo>
                  <a:close/>
                  <a:moveTo>
                    <a:pt x="404048" y="663434"/>
                  </a:moveTo>
                  <a:lnTo>
                    <a:pt x="364342" y="668626"/>
                  </a:lnTo>
                  <a:lnTo>
                    <a:pt x="359703" y="683074"/>
                  </a:lnTo>
                  <a:close/>
                  <a:moveTo>
                    <a:pt x="364342" y="668626"/>
                  </a:moveTo>
                  <a:lnTo>
                    <a:pt x="404048" y="663434"/>
                  </a:lnTo>
                  <a:lnTo>
                    <a:pt x="369011" y="621666"/>
                  </a:lnTo>
                  <a:close/>
                  <a:moveTo>
                    <a:pt x="404048" y="663434"/>
                  </a:moveTo>
                  <a:lnTo>
                    <a:pt x="405473" y="633415"/>
                  </a:lnTo>
                  <a:lnTo>
                    <a:pt x="369011" y="621666"/>
                  </a:lnTo>
                  <a:close/>
                  <a:moveTo>
                    <a:pt x="369284" y="619862"/>
                  </a:moveTo>
                  <a:lnTo>
                    <a:pt x="407804" y="615634"/>
                  </a:lnTo>
                  <a:lnTo>
                    <a:pt x="396589" y="580005"/>
                  </a:lnTo>
                  <a:close/>
                  <a:moveTo>
                    <a:pt x="407804" y="615634"/>
                  </a:moveTo>
                  <a:lnTo>
                    <a:pt x="405473" y="633415"/>
                  </a:lnTo>
                  <a:lnTo>
                    <a:pt x="422911" y="620367"/>
                  </a:lnTo>
                  <a:close/>
                  <a:moveTo>
                    <a:pt x="406098" y="539544"/>
                  </a:moveTo>
                  <a:lnTo>
                    <a:pt x="433325" y="532480"/>
                  </a:lnTo>
                  <a:lnTo>
                    <a:pt x="418349" y="529673"/>
                  </a:lnTo>
                  <a:close/>
                  <a:moveTo>
                    <a:pt x="355047" y="497196"/>
                  </a:moveTo>
                  <a:lnTo>
                    <a:pt x="361411" y="497045"/>
                  </a:lnTo>
                  <a:lnTo>
                    <a:pt x="397164" y="506141"/>
                  </a:lnTo>
                  <a:close/>
                  <a:moveTo>
                    <a:pt x="408246" y="525780"/>
                  </a:moveTo>
                  <a:lnTo>
                    <a:pt x="377121" y="555782"/>
                  </a:lnTo>
                  <a:lnTo>
                    <a:pt x="406098" y="539544"/>
                  </a:lnTo>
                  <a:close/>
                  <a:moveTo>
                    <a:pt x="408246" y="525780"/>
                  </a:moveTo>
                  <a:lnTo>
                    <a:pt x="380016" y="521643"/>
                  </a:lnTo>
                  <a:lnTo>
                    <a:pt x="377121" y="555782"/>
                  </a:lnTo>
                  <a:close/>
                  <a:moveTo>
                    <a:pt x="380016" y="521643"/>
                  </a:moveTo>
                  <a:lnTo>
                    <a:pt x="397164" y="506141"/>
                  </a:lnTo>
                  <a:lnTo>
                    <a:pt x="361411" y="497045"/>
                  </a:lnTo>
                  <a:close/>
                  <a:moveTo>
                    <a:pt x="408246" y="525780"/>
                  </a:moveTo>
                  <a:lnTo>
                    <a:pt x="406098" y="539544"/>
                  </a:lnTo>
                  <a:lnTo>
                    <a:pt x="418349" y="529673"/>
                  </a:lnTo>
                  <a:close/>
                  <a:moveTo>
                    <a:pt x="408246" y="525780"/>
                  </a:moveTo>
                  <a:lnTo>
                    <a:pt x="418349" y="529673"/>
                  </a:lnTo>
                  <a:lnTo>
                    <a:pt x="397164" y="506141"/>
                  </a:lnTo>
                  <a:close/>
                  <a:moveTo>
                    <a:pt x="559923" y="696265"/>
                  </a:moveTo>
                  <a:lnTo>
                    <a:pt x="561552" y="661398"/>
                  </a:lnTo>
                  <a:lnTo>
                    <a:pt x="562795" y="705135"/>
                  </a:lnTo>
                  <a:close/>
                  <a:moveTo>
                    <a:pt x="521001" y="586000"/>
                  </a:moveTo>
                  <a:lnTo>
                    <a:pt x="551288" y="612449"/>
                  </a:lnTo>
                  <a:lnTo>
                    <a:pt x="545902" y="605572"/>
                  </a:lnTo>
                  <a:close/>
                  <a:moveTo>
                    <a:pt x="412889" y="372520"/>
                  </a:moveTo>
                  <a:lnTo>
                    <a:pt x="389038" y="362408"/>
                  </a:lnTo>
                  <a:lnTo>
                    <a:pt x="437195" y="385042"/>
                  </a:lnTo>
                  <a:close/>
                  <a:moveTo>
                    <a:pt x="309387" y="328240"/>
                  </a:moveTo>
                  <a:lnTo>
                    <a:pt x="347178" y="365470"/>
                  </a:lnTo>
                  <a:lnTo>
                    <a:pt x="326518" y="328715"/>
                  </a:lnTo>
                  <a:close/>
                  <a:moveTo>
                    <a:pt x="309387" y="328240"/>
                  </a:moveTo>
                  <a:lnTo>
                    <a:pt x="327723" y="358080"/>
                  </a:lnTo>
                  <a:lnTo>
                    <a:pt x="347178" y="365470"/>
                  </a:lnTo>
                  <a:close/>
                  <a:moveTo>
                    <a:pt x="309387" y="328240"/>
                  </a:moveTo>
                  <a:lnTo>
                    <a:pt x="273023" y="285967"/>
                  </a:lnTo>
                  <a:lnTo>
                    <a:pt x="281565" y="323770"/>
                  </a:lnTo>
                  <a:close/>
                  <a:moveTo>
                    <a:pt x="309387" y="328240"/>
                  </a:moveTo>
                  <a:lnTo>
                    <a:pt x="326518" y="328715"/>
                  </a:lnTo>
                  <a:lnTo>
                    <a:pt x="325986" y="296756"/>
                  </a:lnTo>
                  <a:close/>
                  <a:moveTo>
                    <a:pt x="342583" y="328715"/>
                  </a:moveTo>
                  <a:lnTo>
                    <a:pt x="375176" y="311532"/>
                  </a:lnTo>
                  <a:lnTo>
                    <a:pt x="342020" y="328335"/>
                  </a:lnTo>
                  <a:close/>
                  <a:moveTo>
                    <a:pt x="375176" y="311532"/>
                  </a:moveTo>
                  <a:lnTo>
                    <a:pt x="362020" y="306905"/>
                  </a:lnTo>
                  <a:lnTo>
                    <a:pt x="342020" y="328335"/>
                  </a:lnTo>
                  <a:close/>
                  <a:moveTo>
                    <a:pt x="642942" y="642326"/>
                  </a:moveTo>
                  <a:lnTo>
                    <a:pt x="664131" y="632180"/>
                  </a:lnTo>
                  <a:lnTo>
                    <a:pt x="673333" y="627184"/>
                  </a:lnTo>
                  <a:close/>
                  <a:moveTo>
                    <a:pt x="687232" y="650784"/>
                  </a:moveTo>
                  <a:lnTo>
                    <a:pt x="664131" y="632180"/>
                  </a:lnTo>
                  <a:lnTo>
                    <a:pt x="656712" y="642326"/>
                  </a:lnTo>
                  <a:close/>
                  <a:moveTo>
                    <a:pt x="678980" y="602449"/>
                  </a:moveTo>
                  <a:lnTo>
                    <a:pt x="664131" y="632180"/>
                  </a:lnTo>
                  <a:lnTo>
                    <a:pt x="651181" y="597961"/>
                  </a:lnTo>
                  <a:close/>
                  <a:moveTo>
                    <a:pt x="412889" y="372520"/>
                  </a:moveTo>
                  <a:lnTo>
                    <a:pt x="437195" y="385042"/>
                  </a:lnTo>
                  <a:lnTo>
                    <a:pt x="426420" y="376765"/>
                  </a:lnTo>
                  <a:close/>
                  <a:moveTo>
                    <a:pt x="734099" y="517267"/>
                  </a:moveTo>
                  <a:lnTo>
                    <a:pt x="731499" y="527666"/>
                  </a:lnTo>
                  <a:lnTo>
                    <a:pt x="746115" y="530211"/>
                  </a:lnTo>
                  <a:close/>
                  <a:moveTo>
                    <a:pt x="746115" y="530211"/>
                  </a:moveTo>
                  <a:lnTo>
                    <a:pt x="731499" y="527666"/>
                  </a:lnTo>
                  <a:lnTo>
                    <a:pt x="728937" y="561835"/>
                  </a:lnTo>
                  <a:close/>
                  <a:moveTo>
                    <a:pt x="725024" y="503457"/>
                  </a:moveTo>
                  <a:lnTo>
                    <a:pt x="734099" y="517267"/>
                  </a:lnTo>
                  <a:lnTo>
                    <a:pt x="746115" y="530211"/>
                  </a:lnTo>
                  <a:close/>
                  <a:moveTo>
                    <a:pt x="762663" y="427263"/>
                  </a:moveTo>
                  <a:lnTo>
                    <a:pt x="769099" y="404373"/>
                  </a:lnTo>
                  <a:lnTo>
                    <a:pt x="750692" y="392249"/>
                  </a:lnTo>
                  <a:close/>
                  <a:moveTo>
                    <a:pt x="714000" y="394991"/>
                  </a:moveTo>
                  <a:lnTo>
                    <a:pt x="750692" y="392249"/>
                  </a:lnTo>
                  <a:lnTo>
                    <a:pt x="717859" y="380461"/>
                  </a:lnTo>
                  <a:close/>
                  <a:moveTo>
                    <a:pt x="750692" y="392249"/>
                  </a:moveTo>
                  <a:lnTo>
                    <a:pt x="751415" y="381345"/>
                  </a:lnTo>
                  <a:lnTo>
                    <a:pt x="717859" y="380461"/>
                  </a:lnTo>
                  <a:close/>
                  <a:moveTo>
                    <a:pt x="751415" y="381345"/>
                  </a:moveTo>
                  <a:lnTo>
                    <a:pt x="739212" y="364087"/>
                  </a:lnTo>
                  <a:lnTo>
                    <a:pt x="717859" y="380461"/>
                  </a:lnTo>
                  <a:close/>
                  <a:moveTo>
                    <a:pt x="1089409" y="127507"/>
                  </a:moveTo>
                  <a:lnTo>
                    <a:pt x="1062536" y="123659"/>
                  </a:lnTo>
                  <a:lnTo>
                    <a:pt x="1066832" y="163520"/>
                  </a:lnTo>
                  <a:close/>
                  <a:moveTo>
                    <a:pt x="1089409" y="127507"/>
                  </a:moveTo>
                  <a:lnTo>
                    <a:pt x="1066832" y="163520"/>
                  </a:lnTo>
                  <a:lnTo>
                    <a:pt x="1086577" y="174556"/>
                  </a:lnTo>
                  <a:close/>
                  <a:moveTo>
                    <a:pt x="1022367" y="83087"/>
                  </a:moveTo>
                  <a:lnTo>
                    <a:pt x="1060872" y="117439"/>
                  </a:lnTo>
                  <a:lnTo>
                    <a:pt x="1042765" y="85760"/>
                  </a:lnTo>
                  <a:close/>
                  <a:moveTo>
                    <a:pt x="1062433" y="122350"/>
                  </a:moveTo>
                  <a:lnTo>
                    <a:pt x="1060872" y="117439"/>
                  </a:lnTo>
                  <a:lnTo>
                    <a:pt x="1022367" y="83087"/>
                  </a:lnTo>
                  <a:close/>
                  <a:moveTo>
                    <a:pt x="1062433" y="122350"/>
                  </a:moveTo>
                  <a:lnTo>
                    <a:pt x="1062536" y="123659"/>
                  </a:lnTo>
                  <a:lnTo>
                    <a:pt x="1063291" y="122515"/>
                  </a:lnTo>
                  <a:close/>
                  <a:moveTo>
                    <a:pt x="1062433" y="122350"/>
                  </a:moveTo>
                  <a:lnTo>
                    <a:pt x="1063291" y="122515"/>
                  </a:lnTo>
                  <a:lnTo>
                    <a:pt x="1060872" y="117439"/>
                  </a:lnTo>
                  <a:close/>
                  <a:moveTo>
                    <a:pt x="1047859" y="44704"/>
                  </a:moveTo>
                  <a:lnTo>
                    <a:pt x="1042765" y="85760"/>
                  </a:lnTo>
                  <a:lnTo>
                    <a:pt x="1050267" y="77788"/>
                  </a:lnTo>
                  <a:close/>
                  <a:moveTo>
                    <a:pt x="1022367" y="83087"/>
                  </a:moveTo>
                  <a:lnTo>
                    <a:pt x="1042765" y="85760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22367" y="83087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47859" y="44704"/>
                  </a:lnTo>
                  <a:lnTo>
                    <a:pt x="1047806" y="0"/>
                  </a:lnTo>
                  <a:close/>
                  <a:moveTo>
                    <a:pt x="1047859" y="44704"/>
                  </a:moveTo>
                  <a:lnTo>
                    <a:pt x="1050267" y="77788"/>
                  </a:lnTo>
                  <a:lnTo>
                    <a:pt x="1064192" y="49005"/>
                  </a:lnTo>
                  <a:close/>
                  <a:moveTo>
                    <a:pt x="1047806" y="0"/>
                  </a:moveTo>
                  <a:lnTo>
                    <a:pt x="1047859" y="44704"/>
                  </a:lnTo>
                  <a:lnTo>
                    <a:pt x="1075179" y="483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85" name="Input_density__176">
              <a:extLst>
                <a:ext uri="{FF2B5EF4-FFF2-40B4-BE49-F238E27FC236}">
                  <a16:creationId xmlns:a16="http://schemas.microsoft.com/office/drawing/2014/main" id="{2D1D01C3-071B-71AE-40A8-89818E3F739D}"/>
                </a:ext>
              </a:extLst>
            </p:cNvPr>
            <p:cNvSpPr>
              <a:spLocks noGrp="1"/>
            </p:cNvSpPr>
            <p:nvPr/>
          </p:nvSpPr>
          <p:spPr>
            <a:xfrm>
              <a:off x="532888" y="1623935"/>
              <a:ext cx="1055322" cy="727211"/>
            </a:xfrm>
            <a:custGeom>
              <a:avLst/>
              <a:gdLst/>
              <a:ahLst/>
              <a:cxnLst/>
              <a:rect l="0" t="0" r="0" b="0"/>
              <a:pathLst>
                <a:path w="1055322" h="727211">
                  <a:moveTo>
                    <a:pt x="140755" y="676853"/>
                  </a:moveTo>
                  <a:lnTo>
                    <a:pt x="132847" y="723445"/>
                  </a:lnTo>
                  <a:lnTo>
                    <a:pt x="153704" y="673272"/>
                  </a:lnTo>
                  <a:close/>
                  <a:moveTo>
                    <a:pt x="153704" y="673272"/>
                  </a:moveTo>
                  <a:lnTo>
                    <a:pt x="135816" y="727211"/>
                  </a:lnTo>
                  <a:lnTo>
                    <a:pt x="175834" y="710028"/>
                  </a:lnTo>
                  <a:close/>
                  <a:moveTo>
                    <a:pt x="108664" y="690456"/>
                  </a:moveTo>
                  <a:lnTo>
                    <a:pt x="140755" y="676853"/>
                  </a:lnTo>
                  <a:lnTo>
                    <a:pt x="106703" y="636518"/>
                  </a:lnTo>
                  <a:close/>
                  <a:moveTo>
                    <a:pt x="91929" y="653701"/>
                  </a:moveTo>
                  <a:lnTo>
                    <a:pt x="108664" y="690456"/>
                  </a:lnTo>
                  <a:lnTo>
                    <a:pt x="106703" y="636518"/>
                  </a:lnTo>
                  <a:close/>
                  <a:moveTo>
                    <a:pt x="129288" y="613933"/>
                  </a:moveTo>
                  <a:lnTo>
                    <a:pt x="106341" y="624343"/>
                  </a:lnTo>
                  <a:lnTo>
                    <a:pt x="91929" y="653701"/>
                  </a:lnTo>
                  <a:close/>
                  <a:moveTo>
                    <a:pt x="14023" y="432128"/>
                  </a:moveTo>
                  <a:lnTo>
                    <a:pt x="0" y="468625"/>
                  </a:lnTo>
                  <a:lnTo>
                    <a:pt x="6513" y="452743"/>
                  </a:lnTo>
                  <a:close/>
                  <a:moveTo>
                    <a:pt x="192763" y="661660"/>
                  </a:moveTo>
                  <a:lnTo>
                    <a:pt x="206664" y="656089"/>
                  </a:lnTo>
                  <a:lnTo>
                    <a:pt x="227548" y="635948"/>
                  </a:lnTo>
                  <a:close/>
                  <a:moveTo>
                    <a:pt x="4048" y="489498"/>
                  </a:moveTo>
                  <a:lnTo>
                    <a:pt x="19330" y="435559"/>
                  </a:lnTo>
                  <a:lnTo>
                    <a:pt x="6513" y="452743"/>
                  </a:lnTo>
                  <a:close/>
                  <a:moveTo>
                    <a:pt x="32671" y="405641"/>
                  </a:moveTo>
                  <a:lnTo>
                    <a:pt x="6513" y="452743"/>
                  </a:lnTo>
                  <a:lnTo>
                    <a:pt x="19330" y="435559"/>
                  </a:lnTo>
                  <a:close/>
                  <a:moveTo>
                    <a:pt x="32671" y="405641"/>
                  </a:moveTo>
                  <a:lnTo>
                    <a:pt x="14023" y="432128"/>
                  </a:lnTo>
                  <a:lnTo>
                    <a:pt x="6513" y="452743"/>
                  </a:lnTo>
                  <a:close/>
                  <a:moveTo>
                    <a:pt x="14023" y="432128"/>
                  </a:moveTo>
                  <a:lnTo>
                    <a:pt x="32671" y="405641"/>
                  </a:lnTo>
                  <a:lnTo>
                    <a:pt x="25603" y="415988"/>
                  </a:lnTo>
                  <a:close/>
                  <a:moveTo>
                    <a:pt x="32671" y="405641"/>
                  </a:moveTo>
                  <a:lnTo>
                    <a:pt x="46273" y="398804"/>
                  </a:lnTo>
                  <a:lnTo>
                    <a:pt x="25603" y="415988"/>
                  </a:lnTo>
                  <a:close/>
                  <a:moveTo>
                    <a:pt x="140318" y="498221"/>
                  </a:moveTo>
                  <a:lnTo>
                    <a:pt x="149355" y="472314"/>
                  </a:lnTo>
                  <a:lnTo>
                    <a:pt x="118777" y="470985"/>
                  </a:lnTo>
                  <a:close/>
                  <a:moveTo>
                    <a:pt x="32671" y="405641"/>
                  </a:moveTo>
                  <a:lnTo>
                    <a:pt x="55791" y="395875"/>
                  </a:lnTo>
                  <a:lnTo>
                    <a:pt x="46273" y="398804"/>
                  </a:lnTo>
                  <a:close/>
                  <a:moveTo>
                    <a:pt x="59859" y="381621"/>
                  </a:moveTo>
                  <a:lnTo>
                    <a:pt x="77600" y="352840"/>
                  </a:lnTo>
                  <a:lnTo>
                    <a:pt x="49515" y="362049"/>
                  </a:lnTo>
                  <a:close/>
                  <a:moveTo>
                    <a:pt x="46273" y="398804"/>
                  </a:moveTo>
                  <a:lnTo>
                    <a:pt x="59859" y="381621"/>
                  </a:lnTo>
                  <a:lnTo>
                    <a:pt x="49515" y="362049"/>
                  </a:lnTo>
                  <a:close/>
                  <a:moveTo>
                    <a:pt x="264288" y="457519"/>
                  </a:moveTo>
                  <a:lnTo>
                    <a:pt x="235356" y="430385"/>
                  </a:lnTo>
                  <a:lnTo>
                    <a:pt x="247475" y="437948"/>
                  </a:lnTo>
                  <a:close/>
                  <a:moveTo>
                    <a:pt x="264288" y="457519"/>
                  </a:moveTo>
                  <a:lnTo>
                    <a:pt x="247475" y="437948"/>
                  </a:lnTo>
                  <a:lnTo>
                    <a:pt x="245061" y="474702"/>
                  </a:lnTo>
                  <a:close/>
                  <a:moveTo>
                    <a:pt x="521997" y="587356"/>
                  </a:moveTo>
                  <a:lnTo>
                    <a:pt x="497202" y="604539"/>
                  </a:lnTo>
                  <a:lnTo>
                    <a:pt x="537334" y="624111"/>
                  </a:lnTo>
                  <a:close/>
                  <a:moveTo>
                    <a:pt x="242626" y="293316"/>
                  </a:moveTo>
                  <a:lnTo>
                    <a:pt x="221897" y="307086"/>
                  </a:lnTo>
                  <a:lnTo>
                    <a:pt x="239605" y="296195"/>
                  </a:lnTo>
                  <a:close/>
                  <a:moveTo>
                    <a:pt x="221897" y="307086"/>
                  </a:moveTo>
                  <a:lnTo>
                    <a:pt x="202146" y="296055"/>
                  </a:lnTo>
                  <a:lnTo>
                    <a:pt x="239605" y="296195"/>
                  </a:lnTo>
                  <a:close/>
                  <a:moveTo>
                    <a:pt x="216416" y="305706"/>
                  </a:moveTo>
                  <a:lnTo>
                    <a:pt x="221897" y="307086"/>
                  </a:lnTo>
                  <a:lnTo>
                    <a:pt x="216112" y="273744"/>
                  </a:lnTo>
                  <a:close/>
                  <a:moveTo>
                    <a:pt x="216112" y="273744"/>
                  </a:moveTo>
                  <a:lnTo>
                    <a:pt x="221897" y="307086"/>
                  </a:lnTo>
                  <a:lnTo>
                    <a:pt x="242626" y="293316"/>
                  </a:lnTo>
                  <a:close/>
                  <a:moveTo>
                    <a:pt x="639580" y="670448"/>
                  </a:moveTo>
                  <a:lnTo>
                    <a:pt x="659275" y="680437"/>
                  </a:lnTo>
                  <a:lnTo>
                    <a:pt x="667318" y="680979"/>
                  </a:lnTo>
                  <a:close/>
                  <a:moveTo>
                    <a:pt x="521997" y="587356"/>
                  </a:moveTo>
                  <a:lnTo>
                    <a:pt x="537334" y="624111"/>
                  </a:lnTo>
                  <a:lnTo>
                    <a:pt x="553716" y="606927"/>
                  </a:lnTo>
                  <a:close/>
                  <a:moveTo>
                    <a:pt x="521997" y="587356"/>
                  </a:moveTo>
                  <a:lnTo>
                    <a:pt x="553716" y="606927"/>
                  </a:lnTo>
                  <a:lnTo>
                    <a:pt x="548822" y="570172"/>
                  </a:lnTo>
                  <a:close/>
                  <a:moveTo>
                    <a:pt x="521997" y="587356"/>
                  </a:moveTo>
                  <a:lnTo>
                    <a:pt x="548822" y="570172"/>
                  </a:lnTo>
                  <a:lnTo>
                    <a:pt x="521160" y="550601"/>
                  </a:lnTo>
                  <a:close/>
                  <a:moveTo>
                    <a:pt x="413859" y="386397"/>
                  </a:moveTo>
                  <a:lnTo>
                    <a:pt x="400887" y="400895"/>
                  </a:lnTo>
                  <a:lnTo>
                    <a:pt x="405371" y="400519"/>
                  </a:lnTo>
                  <a:close/>
                  <a:moveTo>
                    <a:pt x="285319" y="282613"/>
                  </a:moveTo>
                  <a:lnTo>
                    <a:pt x="322492" y="260734"/>
                  </a:lnTo>
                  <a:lnTo>
                    <a:pt x="298369" y="254345"/>
                  </a:lnTo>
                  <a:close/>
                  <a:moveTo>
                    <a:pt x="285319" y="282613"/>
                  </a:moveTo>
                  <a:lnTo>
                    <a:pt x="298369" y="254345"/>
                  </a:lnTo>
                  <a:lnTo>
                    <a:pt x="263317" y="255753"/>
                  </a:lnTo>
                  <a:close/>
                  <a:moveTo>
                    <a:pt x="413859" y="386397"/>
                  </a:moveTo>
                  <a:lnTo>
                    <a:pt x="405371" y="400519"/>
                  </a:lnTo>
                  <a:lnTo>
                    <a:pt x="429223" y="410631"/>
                  </a:lnTo>
                  <a:close/>
                  <a:moveTo>
                    <a:pt x="391509" y="349642"/>
                  </a:moveTo>
                  <a:lnTo>
                    <a:pt x="437096" y="343860"/>
                  </a:lnTo>
                  <a:lnTo>
                    <a:pt x="429701" y="335992"/>
                  </a:lnTo>
                  <a:close/>
                  <a:moveTo>
                    <a:pt x="434866" y="369214"/>
                  </a:moveTo>
                  <a:lnTo>
                    <a:pt x="437096" y="343860"/>
                  </a:lnTo>
                  <a:lnTo>
                    <a:pt x="391509" y="349642"/>
                  </a:lnTo>
                  <a:close/>
                  <a:moveTo>
                    <a:pt x="413859" y="386397"/>
                  </a:moveTo>
                  <a:lnTo>
                    <a:pt x="434866" y="369214"/>
                  </a:lnTo>
                  <a:lnTo>
                    <a:pt x="391509" y="349642"/>
                  </a:lnTo>
                  <a:close/>
                  <a:moveTo>
                    <a:pt x="348002" y="303488"/>
                  </a:moveTo>
                  <a:lnTo>
                    <a:pt x="390816" y="295403"/>
                  </a:lnTo>
                  <a:lnTo>
                    <a:pt x="374479" y="264304"/>
                  </a:lnTo>
                  <a:close/>
                  <a:moveTo>
                    <a:pt x="390816" y="295403"/>
                  </a:moveTo>
                  <a:lnTo>
                    <a:pt x="391309" y="295704"/>
                  </a:lnTo>
                  <a:lnTo>
                    <a:pt x="374479" y="264304"/>
                  </a:lnTo>
                  <a:close/>
                  <a:moveTo>
                    <a:pt x="333911" y="270196"/>
                  </a:moveTo>
                  <a:lnTo>
                    <a:pt x="354260" y="254935"/>
                  </a:lnTo>
                  <a:lnTo>
                    <a:pt x="322492" y="260734"/>
                  </a:lnTo>
                  <a:close/>
                  <a:moveTo>
                    <a:pt x="333911" y="270196"/>
                  </a:moveTo>
                  <a:lnTo>
                    <a:pt x="374479" y="264304"/>
                  </a:lnTo>
                  <a:lnTo>
                    <a:pt x="354260" y="254935"/>
                  </a:lnTo>
                  <a:close/>
                  <a:moveTo>
                    <a:pt x="672720" y="587093"/>
                  </a:moveTo>
                  <a:lnTo>
                    <a:pt x="698067" y="572561"/>
                  </a:lnTo>
                  <a:lnTo>
                    <a:pt x="688016" y="562920"/>
                  </a:lnTo>
                  <a:close/>
                  <a:moveTo>
                    <a:pt x="674146" y="572561"/>
                  </a:moveTo>
                  <a:lnTo>
                    <a:pt x="672720" y="587093"/>
                  </a:lnTo>
                  <a:lnTo>
                    <a:pt x="688016" y="562920"/>
                  </a:lnTo>
                  <a:close/>
                  <a:moveTo>
                    <a:pt x="672720" y="587093"/>
                  </a:moveTo>
                  <a:lnTo>
                    <a:pt x="693297" y="582662"/>
                  </a:lnTo>
                  <a:lnTo>
                    <a:pt x="698067" y="572561"/>
                  </a:lnTo>
                  <a:close/>
                  <a:moveTo>
                    <a:pt x="484581" y="300614"/>
                  </a:moveTo>
                  <a:lnTo>
                    <a:pt x="439547" y="332459"/>
                  </a:lnTo>
                  <a:lnTo>
                    <a:pt x="469860" y="315276"/>
                  </a:lnTo>
                  <a:close/>
                  <a:moveTo>
                    <a:pt x="484581" y="300614"/>
                  </a:moveTo>
                  <a:lnTo>
                    <a:pt x="462618" y="314706"/>
                  </a:lnTo>
                  <a:lnTo>
                    <a:pt x="439547" y="332459"/>
                  </a:lnTo>
                  <a:close/>
                  <a:moveTo>
                    <a:pt x="732794" y="520594"/>
                  </a:moveTo>
                  <a:lnTo>
                    <a:pt x="741357" y="541567"/>
                  </a:lnTo>
                  <a:lnTo>
                    <a:pt x="762448" y="568322"/>
                  </a:lnTo>
                  <a:close/>
                  <a:moveTo>
                    <a:pt x="732794" y="520594"/>
                  </a:moveTo>
                  <a:lnTo>
                    <a:pt x="730395" y="500584"/>
                  </a:lnTo>
                  <a:lnTo>
                    <a:pt x="695621" y="495145"/>
                  </a:lnTo>
                  <a:close/>
                  <a:moveTo>
                    <a:pt x="732794" y="520594"/>
                  </a:moveTo>
                  <a:lnTo>
                    <a:pt x="748109" y="518622"/>
                  </a:lnTo>
                  <a:lnTo>
                    <a:pt x="730395" y="500584"/>
                  </a:lnTo>
                  <a:close/>
                  <a:moveTo>
                    <a:pt x="748109" y="518622"/>
                  </a:moveTo>
                  <a:lnTo>
                    <a:pt x="780208" y="466039"/>
                  </a:lnTo>
                  <a:lnTo>
                    <a:pt x="728791" y="479102"/>
                  </a:lnTo>
                  <a:close/>
                  <a:moveTo>
                    <a:pt x="728791" y="479102"/>
                  </a:moveTo>
                  <a:lnTo>
                    <a:pt x="780208" y="466039"/>
                  </a:lnTo>
                  <a:lnTo>
                    <a:pt x="778997" y="465374"/>
                  </a:lnTo>
                  <a:close/>
                  <a:moveTo>
                    <a:pt x="748109" y="518622"/>
                  </a:moveTo>
                  <a:lnTo>
                    <a:pt x="728791" y="479102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695621" y="495145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778997" y="465374"/>
                  </a:lnTo>
                  <a:lnTo>
                    <a:pt x="767025" y="430360"/>
                  </a:lnTo>
                  <a:close/>
                  <a:moveTo>
                    <a:pt x="749821" y="263726"/>
                  </a:moveTo>
                  <a:lnTo>
                    <a:pt x="727425" y="297061"/>
                  </a:lnTo>
                  <a:lnTo>
                    <a:pt x="773341" y="247950"/>
                  </a:lnTo>
                  <a:close/>
                  <a:moveTo>
                    <a:pt x="773341" y="247950"/>
                  </a:moveTo>
                  <a:lnTo>
                    <a:pt x="727425" y="297061"/>
                  </a:lnTo>
                  <a:lnTo>
                    <a:pt x="760052" y="283297"/>
                  </a:lnTo>
                  <a:close/>
                  <a:moveTo>
                    <a:pt x="811720" y="170660"/>
                  </a:moveTo>
                  <a:lnTo>
                    <a:pt x="837159" y="169562"/>
                  </a:lnTo>
                  <a:lnTo>
                    <a:pt x="839140" y="155849"/>
                  </a:lnTo>
                  <a:close/>
                  <a:moveTo>
                    <a:pt x="837159" y="169562"/>
                  </a:moveTo>
                  <a:lnTo>
                    <a:pt x="840324" y="138665"/>
                  </a:lnTo>
                  <a:lnTo>
                    <a:pt x="839140" y="155849"/>
                  </a:lnTo>
                  <a:close/>
                  <a:moveTo>
                    <a:pt x="947169" y="14725"/>
                  </a:moveTo>
                  <a:lnTo>
                    <a:pt x="916192" y="23482"/>
                  </a:lnTo>
                  <a:lnTo>
                    <a:pt x="968963" y="0"/>
                  </a:lnTo>
                  <a:close/>
                  <a:moveTo>
                    <a:pt x="997277" y="38292"/>
                  </a:moveTo>
                  <a:lnTo>
                    <a:pt x="1034248" y="35324"/>
                  </a:lnTo>
                  <a:lnTo>
                    <a:pt x="1019379" y="2665"/>
                  </a:lnTo>
                  <a:close/>
                  <a:moveTo>
                    <a:pt x="1034248" y="35324"/>
                  </a:moveTo>
                  <a:lnTo>
                    <a:pt x="1055322" y="532"/>
                  </a:lnTo>
                  <a:lnTo>
                    <a:pt x="1019379" y="26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86" name="Input_density__177">
              <a:extLst>
                <a:ext uri="{FF2B5EF4-FFF2-40B4-BE49-F238E27FC236}">
                  <a16:creationId xmlns:a16="http://schemas.microsoft.com/office/drawing/2014/main" id="{80798846-B649-4D92-70C9-6F7559AECE19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17418"/>
              <a:ext cx="1054762" cy="579172"/>
            </a:xfrm>
            <a:custGeom>
              <a:avLst/>
              <a:gdLst/>
              <a:ahLst/>
              <a:cxnLst/>
              <a:rect l="0" t="0" r="0" b="0"/>
              <a:pathLst>
                <a:path w="1054762" h="579172">
                  <a:moveTo>
                    <a:pt x="163921" y="569064"/>
                  </a:moveTo>
                  <a:lnTo>
                    <a:pt x="162372" y="553300"/>
                  </a:lnTo>
                  <a:lnTo>
                    <a:pt x="161936" y="569588"/>
                  </a:lnTo>
                  <a:close/>
                  <a:moveTo>
                    <a:pt x="33378" y="366452"/>
                  </a:moveTo>
                  <a:lnTo>
                    <a:pt x="0" y="366233"/>
                  </a:lnTo>
                  <a:lnTo>
                    <a:pt x="8968" y="371395"/>
                  </a:lnTo>
                  <a:close/>
                  <a:moveTo>
                    <a:pt x="219566" y="564274"/>
                  </a:moveTo>
                  <a:lnTo>
                    <a:pt x="185694" y="562208"/>
                  </a:lnTo>
                  <a:lnTo>
                    <a:pt x="163921" y="569064"/>
                  </a:lnTo>
                  <a:close/>
                  <a:moveTo>
                    <a:pt x="227796" y="544223"/>
                  </a:moveTo>
                  <a:lnTo>
                    <a:pt x="185694" y="562208"/>
                  </a:lnTo>
                  <a:lnTo>
                    <a:pt x="219566" y="564274"/>
                  </a:lnTo>
                  <a:close/>
                  <a:moveTo>
                    <a:pt x="227796" y="544223"/>
                  </a:moveTo>
                  <a:lnTo>
                    <a:pt x="219566" y="564274"/>
                  </a:lnTo>
                  <a:lnTo>
                    <a:pt x="239432" y="553300"/>
                  </a:lnTo>
                  <a:close/>
                  <a:moveTo>
                    <a:pt x="227796" y="544223"/>
                  </a:moveTo>
                  <a:lnTo>
                    <a:pt x="239432" y="553300"/>
                  </a:lnTo>
                  <a:lnTo>
                    <a:pt x="235027" y="525870"/>
                  </a:lnTo>
                  <a:close/>
                  <a:moveTo>
                    <a:pt x="235027" y="525870"/>
                  </a:moveTo>
                  <a:lnTo>
                    <a:pt x="247667" y="544759"/>
                  </a:lnTo>
                  <a:lnTo>
                    <a:pt x="266241" y="517999"/>
                  </a:lnTo>
                  <a:close/>
                  <a:moveTo>
                    <a:pt x="343049" y="415207"/>
                  </a:moveTo>
                  <a:lnTo>
                    <a:pt x="364774" y="424633"/>
                  </a:lnTo>
                  <a:lnTo>
                    <a:pt x="345307" y="400410"/>
                  </a:lnTo>
                  <a:close/>
                  <a:moveTo>
                    <a:pt x="327158" y="332557"/>
                  </a:moveTo>
                  <a:lnTo>
                    <a:pt x="323232" y="341824"/>
                  </a:lnTo>
                  <a:lnTo>
                    <a:pt x="338337" y="300792"/>
                  </a:lnTo>
                  <a:close/>
                  <a:moveTo>
                    <a:pt x="530980" y="549764"/>
                  </a:moveTo>
                  <a:lnTo>
                    <a:pt x="583167" y="579172"/>
                  </a:lnTo>
                  <a:lnTo>
                    <a:pt x="577508" y="577648"/>
                  </a:lnTo>
                  <a:close/>
                  <a:moveTo>
                    <a:pt x="325636" y="337547"/>
                  </a:moveTo>
                  <a:lnTo>
                    <a:pt x="327909" y="293274"/>
                  </a:lnTo>
                  <a:lnTo>
                    <a:pt x="317943" y="283608"/>
                  </a:lnTo>
                  <a:close/>
                  <a:moveTo>
                    <a:pt x="327909" y="293274"/>
                  </a:moveTo>
                  <a:lnTo>
                    <a:pt x="327158" y="332557"/>
                  </a:lnTo>
                  <a:lnTo>
                    <a:pt x="338337" y="300792"/>
                  </a:lnTo>
                  <a:close/>
                  <a:moveTo>
                    <a:pt x="293448" y="249456"/>
                  </a:moveTo>
                  <a:lnTo>
                    <a:pt x="317943" y="283608"/>
                  </a:lnTo>
                  <a:lnTo>
                    <a:pt x="327909" y="293274"/>
                  </a:lnTo>
                  <a:close/>
                  <a:moveTo>
                    <a:pt x="293448" y="249456"/>
                  </a:moveTo>
                  <a:lnTo>
                    <a:pt x="327909" y="293274"/>
                  </a:lnTo>
                  <a:lnTo>
                    <a:pt x="308848" y="264023"/>
                  </a:lnTo>
                  <a:close/>
                  <a:moveTo>
                    <a:pt x="315767" y="213651"/>
                  </a:moveTo>
                  <a:lnTo>
                    <a:pt x="293448" y="249456"/>
                  </a:lnTo>
                  <a:lnTo>
                    <a:pt x="308848" y="264023"/>
                  </a:lnTo>
                  <a:close/>
                  <a:moveTo>
                    <a:pt x="489186" y="430628"/>
                  </a:moveTo>
                  <a:lnTo>
                    <a:pt x="496568" y="443499"/>
                  </a:lnTo>
                  <a:lnTo>
                    <a:pt x="519473" y="457077"/>
                  </a:lnTo>
                  <a:close/>
                  <a:moveTo>
                    <a:pt x="603124" y="549050"/>
                  </a:moveTo>
                  <a:lnTo>
                    <a:pt x="616684" y="534265"/>
                  </a:lnTo>
                  <a:lnTo>
                    <a:pt x="611163" y="523710"/>
                  </a:lnTo>
                  <a:close/>
                  <a:moveTo>
                    <a:pt x="405381" y="229670"/>
                  </a:moveTo>
                  <a:lnTo>
                    <a:pt x="398411" y="253598"/>
                  </a:lnTo>
                  <a:lnTo>
                    <a:pt x="418933" y="234120"/>
                  </a:lnTo>
                  <a:close/>
                  <a:moveTo>
                    <a:pt x="681080" y="495153"/>
                  </a:moveTo>
                  <a:lnTo>
                    <a:pt x="641518" y="471813"/>
                  </a:lnTo>
                  <a:lnTo>
                    <a:pt x="655417" y="495412"/>
                  </a:lnTo>
                  <a:close/>
                  <a:moveTo>
                    <a:pt x="716746" y="462345"/>
                  </a:moveTo>
                  <a:lnTo>
                    <a:pt x="709768" y="452588"/>
                  </a:lnTo>
                  <a:lnTo>
                    <a:pt x="709222" y="475794"/>
                  </a:lnTo>
                  <a:close/>
                  <a:moveTo>
                    <a:pt x="709768" y="452588"/>
                  </a:moveTo>
                  <a:lnTo>
                    <a:pt x="716746" y="462345"/>
                  </a:lnTo>
                  <a:lnTo>
                    <a:pt x="722103" y="427744"/>
                  </a:lnTo>
                  <a:close/>
                  <a:moveTo>
                    <a:pt x="714300" y="374840"/>
                  </a:moveTo>
                  <a:lnTo>
                    <a:pt x="697122" y="406463"/>
                  </a:lnTo>
                  <a:lnTo>
                    <a:pt x="731894" y="405283"/>
                  </a:lnTo>
                  <a:close/>
                  <a:moveTo>
                    <a:pt x="739627" y="354249"/>
                  </a:moveTo>
                  <a:lnTo>
                    <a:pt x="699961" y="325140"/>
                  </a:lnTo>
                  <a:lnTo>
                    <a:pt x="723701" y="337511"/>
                  </a:lnTo>
                  <a:close/>
                  <a:moveTo>
                    <a:pt x="719600" y="225973"/>
                  </a:moveTo>
                  <a:lnTo>
                    <a:pt x="718877" y="236878"/>
                  </a:lnTo>
                  <a:lnTo>
                    <a:pt x="736861" y="197691"/>
                  </a:lnTo>
                  <a:close/>
                  <a:moveTo>
                    <a:pt x="732960" y="225428"/>
                  </a:moveTo>
                  <a:lnTo>
                    <a:pt x="721127" y="217263"/>
                  </a:lnTo>
                  <a:lnTo>
                    <a:pt x="719600" y="225973"/>
                  </a:lnTo>
                  <a:close/>
                  <a:moveTo>
                    <a:pt x="875533" y="146624"/>
                  </a:moveTo>
                  <a:lnTo>
                    <a:pt x="842439" y="147470"/>
                  </a:lnTo>
                  <a:lnTo>
                    <a:pt x="838512" y="149046"/>
                  </a:lnTo>
                  <a:close/>
                  <a:moveTo>
                    <a:pt x="864696" y="18693"/>
                  </a:moveTo>
                  <a:lnTo>
                    <a:pt x="865511" y="19943"/>
                  </a:lnTo>
                  <a:lnTo>
                    <a:pt x="866572" y="16913"/>
                  </a:lnTo>
                  <a:close/>
                  <a:moveTo>
                    <a:pt x="867751" y="21322"/>
                  </a:moveTo>
                  <a:lnTo>
                    <a:pt x="865511" y="19943"/>
                  </a:lnTo>
                  <a:lnTo>
                    <a:pt x="864696" y="18693"/>
                  </a:lnTo>
                  <a:close/>
                  <a:moveTo>
                    <a:pt x="893072" y="1510"/>
                  </a:moveTo>
                  <a:lnTo>
                    <a:pt x="907484" y="12908"/>
                  </a:lnTo>
                  <a:lnTo>
                    <a:pt x="889015" y="4614"/>
                  </a:lnTo>
                  <a:close/>
                  <a:moveTo>
                    <a:pt x="864696" y="18693"/>
                  </a:moveTo>
                  <a:lnTo>
                    <a:pt x="866572" y="16913"/>
                  </a:lnTo>
                  <a:lnTo>
                    <a:pt x="887780" y="0"/>
                  </a:lnTo>
                  <a:close/>
                  <a:moveTo>
                    <a:pt x="893072" y="1510"/>
                  </a:moveTo>
                  <a:lnTo>
                    <a:pt x="887780" y="0"/>
                  </a:lnTo>
                  <a:lnTo>
                    <a:pt x="907484" y="12908"/>
                  </a:lnTo>
                  <a:close/>
                  <a:moveTo>
                    <a:pt x="1026883" y="111775"/>
                  </a:moveTo>
                  <a:lnTo>
                    <a:pt x="1029579" y="60223"/>
                  </a:lnTo>
                  <a:lnTo>
                    <a:pt x="1023418" y="107073"/>
                  </a:lnTo>
                  <a:close/>
                  <a:moveTo>
                    <a:pt x="1031248" y="57836"/>
                  </a:moveTo>
                  <a:lnTo>
                    <a:pt x="1029579" y="60223"/>
                  </a:lnTo>
                  <a:lnTo>
                    <a:pt x="1026883" y="111775"/>
                  </a:lnTo>
                  <a:close/>
                  <a:moveTo>
                    <a:pt x="1040100" y="75020"/>
                  </a:moveTo>
                  <a:lnTo>
                    <a:pt x="1031248" y="57836"/>
                  </a:lnTo>
                  <a:lnTo>
                    <a:pt x="1026883" y="111775"/>
                  </a:lnTo>
                  <a:close/>
                  <a:moveTo>
                    <a:pt x="1031248" y="57836"/>
                  </a:moveTo>
                  <a:lnTo>
                    <a:pt x="1040100" y="75020"/>
                  </a:lnTo>
                  <a:lnTo>
                    <a:pt x="1053486" y="25034"/>
                  </a:lnTo>
                  <a:close/>
                  <a:moveTo>
                    <a:pt x="1054762" y="19185"/>
                  </a:moveTo>
                  <a:lnTo>
                    <a:pt x="1031248" y="57836"/>
                  </a:lnTo>
                  <a:lnTo>
                    <a:pt x="1053486" y="250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87" name="Input_density__178">
              <a:extLst>
                <a:ext uri="{FF2B5EF4-FFF2-40B4-BE49-F238E27FC236}">
                  <a16:creationId xmlns:a16="http://schemas.microsoft.com/office/drawing/2014/main" id="{D19203E0-5C77-EEBC-F1F1-FE02E5274A74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924491"/>
              <a:ext cx="1017915" cy="473540"/>
            </a:xfrm>
            <a:custGeom>
              <a:avLst/>
              <a:gdLst/>
              <a:ahLst/>
              <a:cxnLst/>
              <a:rect l="0" t="0" r="0" b="0"/>
              <a:pathLst>
                <a:path w="1017915" h="473540">
                  <a:moveTo>
                    <a:pt x="24410" y="259379"/>
                  </a:moveTo>
                  <a:lnTo>
                    <a:pt x="0" y="264322"/>
                  </a:lnTo>
                  <a:lnTo>
                    <a:pt x="56707" y="255556"/>
                  </a:lnTo>
                  <a:close/>
                  <a:moveTo>
                    <a:pt x="24410" y="259379"/>
                  </a:moveTo>
                  <a:lnTo>
                    <a:pt x="56707" y="255556"/>
                  </a:lnTo>
                  <a:lnTo>
                    <a:pt x="33026" y="256116"/>
                  </a:lnTo>
                  <a:close/>
                  <a:moveTo>
                    <a:pt x="580107" y="470575"/>
                  </a:moveTo>
                  <a:lnTo>
                    <a:pt x="574199" y="472099"/>
                  </a:lnTo>
                  <a:lnTo>
                    <a:pt x="602848" y="446105"/>
                  </a:lnTo>
                  <a:close/>
                  <a:moveTo>
                    <a:pt x="568540" y="470575"/>
                  </a:moveTo>
                  <a:lnTo>
                    <a:pt x="574199" y="472099"/>
                  </a:lnTo>
                  <a:lnTo>
                    <a:pt x="576866" y="473540"/>
                  </a:lnTo>
                  <a:close/>
                  <a:moveTo>
                    <a:pt x="580107" y="470575"/>
                  </a:moveTo>
                  <a:lnTo>
                    <a:pt x="576866" y="473540"/>
                  </a:lnTo>
                  <a:lnTo>
                    <a:pt x="574199" y="472099"/>
                  </a:lnTo>
                  <a:close/>
                  <a:moveTo>
                    <a:pt x="568540" y="470575"/>
                  </a:moveTo>
                  <a:lnTo>
                    <a:pt x="576866" y="473540"/>
                  </a:lnTo>
                  <a:lnTo>
                    <a:pt x="582905" y="465021"/>
                  </a:lnTo>
                  <a:close/>
                  <a:moveTo>
                    <a:pt x="582905" y="465021"/>
                  </a:moveTo>
                  <a:lnTo>
                    <a:pt x="576866" y="473540"/>
                  </a:lnTo>
                  <a:lnTo>
                    <a:pt x="580107" y="470575"/>
                  </a:lnTo>
                  <a:close/>
                  <a:moveTo>
                    <a:pt x="594156" y="441976"/>
                  </a:moveTo>
                  <a:lnTo>
                    <a:pt x="602848" y="446105"/>
                  </a:lnTo>
                  <a:lnTo>
                    <a:pt x="607716" y="427192"/>
                  </a:lnTo>
                  <a:close/>
                  <a:moveTo>
                    <a:pt x="582905" y="465021"/>
                  </a:moveTo>
                  <a:lnTo>
                    <a:pt x="602848" y="446105"/>
                  </a:lnTo>
                  <a:lnTo>
                    <a:pt x="594156" y="441976"/>
                  </a:lnTo>
                  <a:close/>
                  <a:moveTo>
                    <a:pt x="580107" y="470575"/>
                  </a:moveTo>
                  <a:lnTo>
                    <a:pt x="602848" y="446105"/>
                  </a:lnTo>
                  <a:lnTo>
                    <a:pt x="582905" y="465021"/>
                  </a:lnTo>
                  <a:close/>
                  <a:moveTo>
                    <a:pt x="607716" y="427192"/>
                  </a:moveTo>
                  <a:lnTo>
                    <a:pt x="602848" y="446105"/>
                  </a:lnTo>
                  <a:lnTo>
                    <a:pt x="609852" y="433820"/>
                  </a:lnTo>
                  <a:close/>
                  <a:moveTo>
                    <a:pt x="672112" y="388080"/>
                  </a:moveTo>
                  <a:lnTo>
                    <a:pt x="646449" y="388339"/>
                  </a:lnTo>
                  <a:lnTo>
                    <a:pt x="700254" y="368721"/>
                  </a:lnTo>
                  <a:close/>
                  <a:moveTo>
                    <a:pt x="700800" y="345515"/>
                  </a:moveTo>
                  <a:lnTo>
                    <a:pt x="692815" y="385096"/>
                  </a:lnTo>
                  <a:lnTo>
                    <a:pt x="700254" y="368721"/>
                  </a:lnTo>
                  <a:close/>
                  <a:moveTo>
                    <a:pt x="707778" y="355272"/>
                  </a:moveTo>
                  <a:lnTo>
                    <a:pt x="700254" y="368721"/>
                  </a:lnTo>
                  <a:lnTo>
                    <a:pt x="705123" y="362698"/>
                  </a:lnTo>
                  <a:close/>
                  <a:moveTo>
                    <a:pt x="705123" y="362698"/>
                  </a:moveTo>
                  <a:lnTo>
                    <a:pt x="713134" y="320671"/>
                  </a:lnTo>
                  <a:lnTo>
                    <a:pt x="707778" y="355272"/>
                  </a:lnTo>
                  <a:close/>
                  <a:moveTo>
                    <a:pt x="743055" y="218067"/>
                  </a:moveTo>
                  <a:lnTo>
                    <a:pt x="714733" y="230438"/>
                  </a:lnTo>
                  <a:lnTo>
                    <a:pt x="711165" y="272005"/>
                  </a:lnTo>
                  <a:close/>
                  <a:moveTo>
                    <a:pt x="727893" y="90618"/>
                  </a:moveTo>
                  <a:lnTo>
                    <a:pt x="723991" y="118355"/>
                  </a:lnTo>
                  <a:lnTo>
                    <a:pt x="710632" y="118900"/>
                  </a:lnTo>
                  <a:close/>
                  <a:moveTo>
                    <a:pt x="829543" y="41973"/>
                  </a:moveTo>
                  <a:lnTo>
                    <a:pt x="827317" y="39068"/>
                  </a:lnTo>
                  <a:lnTo>
                    <a:pt x="811220" y="53413"/>
                  </a:lnTo>
                  <a:close/>
                  <a:moveTo>
                    <a:pt x="795402" y="42641"/>
                  </a:moveTo>
                  <a:lnTo>
                    <a:pt x="804856" y="56252"/>
                  </a:lnTo>
                  <a:lnTo>
                    <a:pt x="811220" y="53413"/>
                  </a:lnTo>
                  <a:close/>
                  <a:moveTo>
                    <a:pt x="811220" y="53413"/>
                  </a:moveTo>
                  <a:lnTo>
                    <a:pt x="843840" y="50797"/>
                  </a:lnTo>
                  <a:lnTo>
                    <a:pt x="829543" y="41973"/>
                  </a:lnTo>
                  <a:close/>
                  <a:moveTo>
                    <a:pt x="843840" y="50797"/>
                  </a:moveTo>
                  <a:lnTo>
                    <a:pt x="865458" y="39863"/>
                  </a:lnTo>
                  <a:lnTo>
                    <a:pt x="829543" y="41973"/>
                  </a:lnTo>
                  <a:close/>
                  <a:moveTo>
                    <a:pt x="869384" y="39068"/>
                  </a:moveTo>
                  <a:lnTo>
                    <a:pt x="865458" y="39863"/>
                  </a:lnTo>
                  <a:lnTo>
                    <a:pt x="898975" y="36154"/>
                  </a:lnTo>
                  <a:close/>
                  <a:moveTo>
                    <a:pt x="866564" y="39551"/>
                  </a:moveTo>
                  <a:lnTo>
                    <a:pt x="829543" y="41973"/>
                  </a:lnTo>
                  <a:lnTo>
                    <a:pt x="865458" y="39863"/>
                  </a:lnTo>
                  <a:close/>
                  <a:moveTo>
                    <a:pt x="869384" y="39068"/>
                  </a:moveTo>
                  <a:lnTo>
                    <a:pt x="866564" y="39551"/>
                  </a:lnTo>
                  <a:lnTo>
                    <a:pt x="865458" y="39863"/>
                  </a:lnTo>
                  <a:close/>
                  <a:moveTo>
                    <a:pt x="927215" y="45529"/>
                  </a:moveTo>
                  <a:lnTo>
                    <a:pt x="869384" y="39068"/>
                  </a:lnTo>
                  <a:lnTo>
                    <a:pt x="901659" y="37520"/>
                  </a:lnTo>
                  <a:close/>
                  <a:moveTo>
                    <a:pt x="866564" y="39551"/>
                  </a:moveTo>
                  <a:lnTo>
                    <a:pt x="869384" y="39068"/>
                  </a:lnTo>
                  <a:lnTo>
                    <a:pt x="927215" y="45529"/>
                  </a:lnTo>
                  <a:close/>
                  <a:moveTo>
                    <a:pt x="927215" y="45529"/>
                  </a:moveTo>
                  <a:lnTo>
                    <a:pt x="958075" y="36332"/>
                  </a:lnTo>
                  <a:lnTo>
                    <a:pt x="982729" y="32304"/>
                  </a:lnTo>
                  <a:close/>
                  <a:moveTo>
                    <a:pt x="982729" y="32304"/>
                  </a:moveTo>
                  <a:lnTo>
                    <a:pt x="958075" y="36332"/>
                  </a:lnTo>
                  <a:lnTo>
                    <a:pt x="1010900" y="13053"/>
                  </a:lnTo>
                  <a:close/>
                  <a:moveTo>
                    <a:pt x="988075" y="21885"/>
                  </a:moveTo>
                  <a:lnTo>
                    <a:pt x="1017915" y="4702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982729" y="32304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1010900" y="13053"/>
                  </a:lnTo>
                  <a:lnTo>
                    <a:pt x="1017915" y="470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88" name="Input_density__179">
              <a:extLst>
                <a:ext uri="{FF2B5EF4-FFF2-40B4-BE49-F238E27FC236}">
                  <a16:creationId xmlns:a16="http://schemas.microsoft.com/office/drawing/2014/main" id="{82DE7B4E-0142-5FFB-7FDC-81D1937611F2}"/>
                </a:ext>
              </a:extLst>
            </p:cNvPr>
            <p:cNvSpPr>
              <a:spLocks noGrp="1"/>
            </p:cNvSpPr>
            <p:nvPr/>
          </p:nvSpPr>
          <p:spPr>
            <a:xfrm>
              <a:off x="582403" y="1617435"/>
              <a:ext cx="969864" cy="509612"/>
            </a:xfrm>
            <a:custGeom>
              <a:avLst/>
              <a:gdLst/>
              <a:ahLst/>
              <a:cxnLst/>
              <a:rect l="0" t="0" r="0" b="0"/>
              <a:pathLst>
                <a:path w="969864" h="509612">
                  <a:moveTo>
                    <a:pt x="129671" y="490001"/>
                  </a:moveTo>
                  <a:lnTo>
                    <a:pt x="99840" y="478814"/>
                  </a:lnTo>
                  <a:lnTo>
                    <a:pt x="90802" y="504721"/>
                  </a:lnTo>
                  <a:close/>
                  <a:moveTo>
                    <a:pt x="90802" y="504721"/>
                  </a:moveTo>
                  <a:lnTo>
                    <a:pt x="123525" y="498386"/>
                  </a:lnTo>
                  <a:lnTo>
                    <a:pt x="129671" y="490001"/>
                  </a:lnTo>
                  <a:close/>
                  <a:moveTo>
                    <a:pt x="157330" y="468837"/>
                  </a:moveTo>
                  <a:lnTo>
                    <a:pt x="100957" y="478853"/>
                  </a:lnTo>
                  <a:lnTo>
                    <a:pt x="129671" y="490001"/>
                  </a:lnTo>
                  <a:close/>
                  <a:moveTo>
                    <a:pt x="0" y="368549"/>
                  </a:moveTo>
                  <a:lnTo>
                    <a:pt x="28085" y="359340"/>
                  </a:lnTo>
                  <a:lnTo>
                    <a:pt x="12887" y="361988"/>
                  </a:lnTo>
                  <a:close/>
                  <a:moveTo>
                    <a:pt x="129671" y="490001"/>
                  </a:moveTo>
                  <a:lnTo>
                    <a:pt x="123525" y="498386"/>
                  </a:lnTo>
                  <a:lnTo>
                    <a:pt x="134781" y="496055"/>
                  </a:lnTo>
                  <a:close/>
                  <a:moveTo>
                    <a:pt x="134781" y="496055"/>
                  </a:moveTo>
                  <a:lnTo>
                    <a:pt x="157330" y="468837"/>
                  </a:lnTo>
                  <a:lnTo>
                    <a:pt x="129671" y="490001"/>
                  </a:lnTo>
                  <a:close/>
                  <a:moveTo>
                    <a:pt x="134781" y="496055"/>
                  </a:moveTo>
                  <a:lnTo>
                    <a:pt x="181681" y="485014"/>
                  </a:lnTo>
                  <a:lnTo>
                    <a:pt x="157330" y="468837"/>
                  </a:lnTo>
                  <a:close/>
                  <a:moveTo>
                    <a:pt x="157330" y="468837"/>
                  </a:moveTo>
                  <a:lnTo>
                    <a:pt x="181681" y="485014"/>
                  </a:lnTo>
                  <a:lnTo>
                    <a:pt x="162259" y="461631"/>
                  </a:lnTo>
                  <a:close/>
                  <a:moveTo>
                    <a:pt x="162259" y="461631"/>
                  </a:moveTo>
                  <a:lnTo>
                    <a:pt x="181681" y="485014"/>
                  </a:lnTo>
                  <a:lnTo>
                    <a:pt x="195546" y="481202"/>
                  </a:lnTo>
                  <a:close/>
                  <a:moveTo>
                    <a:pt x="162259" y="461631"/>
                  </a:moveTo>
                  <a:lnTo>
                    <a:pt x="195546" y="481202"/>
                  </a:lnTo>
                  <a:lnTo>
                    <a:pt x="197960" y="444448"/>
                  </a:lnTo>
                  <a:close/>
                  <a:moveTo>
                    <a:pt x="181681" y="485014"/>
                  </a:moveTo>
                  <a:lnTo>
                    <a:pt x="193968" y="509612"/>
                  </a:lnTo>
                  <a:lnTo>
                    <a:pt x="195546" y="481202"/>
                  </a:lnTo>
                  <a:close/>
                  <a:moveTo>
                    <a:pt x="166597" y="280244"/>
                  </a:moveTo>
                  <a:lnTo>
                    <a:pt x="193111" y="299816"/>
                  </a:lnTo>
                  <a:lnTo>
                    <a:pt x="210545" y="263061"/>
                  </a:lnTo>
                  <a:close/>
                  <a:moveTo>
                    <a:pt x="258926" y="282632"/>
                  </a:moveTo>
                  <a:lnTo>
                    <a:pt x="235804" y="289113"/>
                  </a:lnTo>
                  <a:lnTo>
                    <a:pt x="239841" y="330578"/>
                  </a:lnTo>
                  <a:close/>
                  <a:moveTo>
                    <a:pt x="210545" y="263061"/>
                  </a:moveTo>
                  <a:lnTo>
                    <a:pt x="235804" y="289113"/>
                  </a:lnTo>
                  <a:lnTo>
                    <a:pt x="213802" y="262253"/>
                  </a:lnTo>
                  <a:close/>
                  <a:moveTo>
                    <a:pt x="210545" y="263061"/>
                  </a:moveTo>
                  <a:lnTo>
                    <a:pt x="193111" y="299816"/>
                  </a:lnTo>
                  <a:lnTo>
                    <a:pt x="235804" y="289113"/>
                  </a:lnTo>
                  <a:close/>
                  <a:moveTo>
                    <a:pt x="258926" y="282632"/>
                  </a:moveTo>
                  <a:lnTo>
                    <a:pt x="272976" y="267234"/>
                  </a:lnTo>
                  <a:lnTo>
                    <a:pt x="235804" y="289113"/>
                  </a:lnTo>
                  <a:close/>
                  <a:moveTo>
                    <a:pt x="212379" y="261455"/>
                  </a:moveTo>
                  <a:lnTo>
                    <a:pt x="210545" y="263061"/>
                  </a:lnTo>
                  <a:lnTo>
                    <a:pt x="213802" y="262253"/>
                  </a:lnTo>
                  <a:close/>
                  <a:moveTo>
                    <a:pt x="390032" y="338959"/>
                  </a:moveTo>
                  <a:lnTo>
                    <a:pt x="413103" y="321206"/>
                  </a:lnTo>
                  <a:lnTo>
                    <a:pt x="380186" y="342492"/>
                  </a:lnTo>
                  <a:close/>
                  <a:moveTo>
                    <a:pt x="380186" y="342492"/>
                  </a:moveTo>
                  <a:lnTo>
                    <a:pt x="387581" y="350360"/>
                  </a:lnTo>
                  <a:lnTo>
                    <a:pt x="390032" y="338959"/>
                  </a:lnTo>
                  <a:close/>
                  <a:moveTo>
                    <a:pt x="258926" y="282632"/>
                  </a:moveTo>
                  <a:lnTo>
                    <a:pt x="298487" y="309988"/>
                  </a:lnTo>
                  <a:lnTo>
                    <a:pt x="284396" y="276696"/>
                  </a:lnTo>
                  <a:close/>
                  <a:moveTo>
                    <a:pt x="298487" y="309988"/>
                  </a:moveTo>
                  <a:lnTo>
                    <a:pt x="324964" y="270804"/>
                  </a:lnTo>
                  <a:lnTo>
                    <a:pt x="284396" y="276696"/>
                  </a:lnTo>
                  <a:close/>
                  <a:moveTo>
                    <a:pt x="272976" y="267234"/>
                  </a:moveTo>
                  <a:lnTo>
                    <a:pt x="258926" y="282632"/>
                  </a:lnTo>
                  <a:lnTo>
                    <a:pt x="284396" y="276696"/>
                  </a:lnTo>
                  <a:close/>
                  <a:moveTo>
                    <a:pt x="717118" y="258190"/>
                  </a:moveTo>
                  <a:lnTo>
                    <a:pt x="700306" y="270226"/>
                  </a:lnTo>
                  <a:lnTo>
                    <a:pt x="723826" y="254450"/>
                  </a:lnTo>
                  <a:close/>
                  <a:moveTo>
                    <a:pt x="697609" y="233471"/>
                  </a:moveTo>
                  <a:lnTo>
                    <a:pt x="717118" y="258190"/>
                  </a:lnTo>
                  <a:lnTo>
                    <a:pt x="723671" y="253042"/>
                  </a:lnTo>
                  <a:close/>
                  <a:moveTo>
                    <a:pt x="717118" y="258190"/>
                  </a:moveTo>
                  <a:lnTo>
                    <a:pt x="723826" y="254450"/>
                  </a:lnTo>
                  <a:lnTo>
                    <a:pt x="723671" y="253042"/>
                  </a:lnTo>
                  <a:close/>
                  <a:moveTo>
                    <a:pt x="723826" y="254450"/>
                  </a:moveTo>
                  <a:lnTo>
                    <a:pt x="750237" y="276012"/>
                  </a:lnTo>
                  <a:lnTo>
                    <a:pt x="723671" y="253042"/>
                  </a:lnTo>
                  <a:close/>
                  <a:moveTo>
                    <a:pt x="723438" y="216287"/>
                  </a:moveTo>
                  <a:lnTo>
                    <a:pt x="723671" y="253042"/>
                  </a:lnTo>
                  <a:lnTo>
                    <a:pt x="750376" y="235859"/>
                  </a:lnTo>
                  <a:close/>
                  <a:moveTo>
                    <a:pt x="723438" y="216287"/>
                  </a:moveTo>
                  <a:lnTo>
                    <a:pt x="750376" y="235859"/>
                  </a:lnTo>
                  <a:lnTo>
                    <a:pt x="751933" y="199104"/>
                  </a:lnTo>
                  <a:close/>
                  <a:moveTo>
                    <a:pt x="751933" y="199104"/>
                  </a:moveTo>
                  <a:lnTo>
                    <a:pt x="762205" y="177160"/>
                  </a:lnTo>
                  <a:lnTo>
                    <a:pt x="736217" y="179532"/>
                  </a:lnTo>
                  <a:close/>
                  <a:moveTo>
                    <a:pt x="787644" y="176062"/>
                  </a:moveTo>
                  <a:lnTo>
                    <a:pt x="751933" y="199104"/>
                  </a:lnTo>
                  <a:lnTo>
                    <a:pt x="786842" y="181921"/>
                  </a:lnTo>
                  <a:close/>
                  <a:moveTo>
                    <a:pt x="787644" y="176062"/>
                  </a:moveTo>
                  <a:lnTo>
                    <a:pt x="762205" y="177160"/>
                  </a:lnTo>
                  <a:lnTo>
                    <a:pt x="751933" y="199104"/>
                  </a:lnTo>
                  <a:close/>
                  <a:moveTo>
                    <a:pt x="760374" y="125594"/>
                  </a:moveTo>
                  <a:lnTo>
                    <a:pt x="790809" y="145165"/>
                  </a:lnTo>
                  <a:lnTo>
                    <a:pt x="792034" y="108411"/>
                  </a:lnTo>
                  <a:close/>
                  <a:moveTo>
                    <a:pt x="787644" y="176062"/>
                  </a:moveTo>
                  <a:lnTo>
                    <a:pt x="792393" y="179334"/>
                  </a:lnTo>
                  <a:lnTo>
                    <a:pt x="790809" y="145165"/>
                  </a:lnTo>
                  <a:close/>
                  <a:moveTo>
                    <a:pt x="792034" y="108411"/>
                  </a:moveTo>
                  <a:lnTo>
                    <a:pt x="829225" y="110741"/>
                  </a:lnTo>
                  <a:lnTo>
                    <a:pt x="812154" y="100862"/>
                  </a:lnTo>
                  <a:close/>
                  <a:moveTo>
                    <a:pt x="821820" y="127982"/>
                  </a:moveTo>
                  <a:lnTo>
                    <a:pt x="829225" y="110741"/>
                  </a:lnTo>
                  <a:lnTo>
                    <a:pt x="792034" y="108411"/>
                  </a:lnTo>
                  <a:close/>
                  <a:moveTo>
                    <a:pt x="790809" y="145165"/>
                  </a:moveTo>
                  <a:lnTo>
                    <a:pt x="821820" y="127982"/>
                  </a:lnTo>
                  <a:lnTo>
                    <a:pt x="792034" y="108411"/>
                  </a:lnTo>
                  <a:close/>
                  <a:moveTo>
                    <a:pt x="838031" y="91227"/>
                  </a:moveTo>
                  <a:lnTo>
                    <a:pt x="823536" y="54472"/>
                  </a:lnTo>
                  <a:lnTo>
                    <a:pt x="812154" y="100862"/>
                  </a:lnTo>
                  <a:close/>
                  <a:moveTo>
                    <a:pt x="823536" y="54472"/>
                  </a:moveTo>
                  <a:lnTo>
                    <a:pt x="808256" y="59284"/>
                  </a:lnTo>
                  <a:lnTo>
                    <a:pt x="812154" y="100862"/>
                  </a:lnTo>
                  <a:close/>
                  <a:moveTo>
                    <a:pt x="812154" y="100862"/>
                  </a:moveTo>
                  <a:lnTo>
                    <a:pt x="829225" y="110741"/>
                  </a:lnTo>
                  <a:lnTo>
                    <a:pt x="838031" y="91227"/>
                  </a:lnTo>
                  <a:close/>
                  <a:moveTo>
                    <a:pt x="829225" y="110741"/>
                  </a:moveTo>
                  <a:lnTo>
                    <a:pt x="846990" y="117288"/>
                  </a:lnTo>
                  <a:lnTo>
                    <a:pt x="838031" y="91227"/>
                  </a:lnTo>
                  <a:close/>
                  <a:moveTo>
                    <a:pt x="838031" y="91227"/>
                  </a:moveTo>
                  <a:lnTo>
                    <a:pt x="860170" y="110799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38031" y="91227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63476" y="74044"/>
                  </a:lnTo>
                  <a:lnTo>
                    <a:pt x="862587" y="37289"/>
                  </a:lnTo>
                  <a:close/>
                  <a:moveTo>
                    <a:pt x="866677" y="29982"/>
                  </a:moveTo>
                  <a:lnTo>
                    <a:pt x="823536" y="54472"/>
                  </a:lnTo>
                  <a:lnTo>
                    <a:pt x="862587" y="37289"/>
                  </a:lnTo>
                  <a:close/>
                  <a:moveTo>
                    <a:pt x="862587" y="37289"/>
                  </a:moveTo>
                  <a:lnTo>
                    <a:pt x="898392" y="52353"/>
                  </a:lnTo>
                  <a:lnTo>
                    <a:pt x="874646" y="32398"/>
                  </a:lnTo>
                  <a:close/>
                  <a:moveTo>
                    <a:pt x="866677" y="29982"/>
                  </a:moveTo>
                  <a:lnTo>
                    <a:pt x="862587" y="37289"/>
                  </a:lnTo>
                  <a:lnTo>
                    <a:pt x="874646" y="32398"/>
                  </a:lnTo>
                  <a:close/>
                  <a:moveTo>
                    <a:pt x="919447" y="6500"/>
                  </a:moveTo>
                  <a:lnTo>
                    <a:pt x="874646" y="32398"/>
                  </a:lnTo>
                  <a:lnTo>
                    <a:pt x="906455" y="20106"/>
                  </a:lnTo>
                  <a:close/>
                  <a:moveTo>
                    <a:pt x="866677" y="29982"/>
                  </a:moveTo>
                  <a:lnTo>
                    <a:pt x="874646" y="32398"/>
                  </a:lnTo>
                  <a:lnTo>
                    <a:pt x="919447" y="6500"/>
                  </a:lnTo>
                  <a:close/>
                  <a:moveTo>
                    <a:pt x="874646" y="32398"/>
                  </a:moveTo>
                  <a:lnTo>
                    <a:pt x="898392" y="52353"/>
                  </a:lnTo>
                  <a:lnTo>
                    <a:pt x="906455" y="20106"/>
                  </a:lnTo>
                  <a:close/>
                  <a:moveTo>
                    <a:pt x="947762" y="44792"/>
                  </a:moveTo>
                  <a:lnTo>
                    <a:pt x="969864" y="9165"/>
                  </a:lnTo>
                  <a:lnTo>
                    <a:pt x="931182" y="13524"/>
                  </a:lnTo>
                  <a:close/>
                  <a:moveTo>
                    <a:pt x="919447" y="6500"/>
                  </a:moveTo>
                  <a:lnTo>
                    <a:pt x="906455" y="20106"/>
                  </a:lnTo>
                  <a:lnTo>
                    <a:pt x="931182" y="13524"/>
                  </a:lnTo>
                  <a:close/>
                  <a:moveTo>
                    <a:pt x="931182" y="13524"/>
                  </a:moveTo>
                  <a:lnTo>
                    <a:pt x="951028" y="0"/>
                  </a:lnTo>
                  <a:lnTo>
                    <a:pt x="919447" y="6500"/>
                  </a:lnTo>
                  <a:close/>
                  <a:moveTo>
                    <a:pt x="931182" y="13524"/>
                  </a:moveTo>
                  <a:lnTo>
                    <a:pt x="969864" y="9165"/>
                  </a:lnTo>
                  <a:lnTo>
                    <a:pt x="951028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89" name="Input_density__180">
              <a:extLst>
                <a:ext uri="{FF2B5EF4-FFF2-40B4-BE49-F238E27FC236}">
                  <a16:creationId xmlns:a16="http://schemas.microsoft.com/office/drawing/2014/main" id="{958C10C5-A1FC-0A17-04D7-832697C6EA65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47327" cy="698679"/>
            </a:xfrm>
            <a:custGeom>
              <a:avLst/>
              <a:gdLst/>
              <a:ahLst/>
              <a:cxnLst/>
              <a:rect l="0" t="0" r="0" b="0"/>
              <a:pathLst>
                <a:path w="1047327" h="698679">
                  <a:moveTo>
                    <a:pt x="102654" y="601194"/>
                  </a:moveTo>
                  <a:lnTo>
                    <a:pt x="136707" y="641529"/>
                  </a:lnTo>
                  <a:lnTo>
                    <a:pt x="139028" y="630161"/>
                  </a:lnTo>
                  <a:close/>
                  <a:moveTo>
                    <a:pt x="136707" y="641529"/>
                  </a:moveTo>
                  <a:lnTo>
                    <a:pt x="149655" y="637949"/>
                  </a:lnTo>
                  <a:lnTo>
                    <a:pt x="139028" y="630161"/>
                  </a:lnTo>
                  <a:close/>
                  <a:moveTo>
                    <a:pt x="205300" y="657521"/>
                  </a:moveTo>
                  <a:lnTo>
                    <a:pt x="190674" y="698679"/>
                  </a:lnTo>
                  <a:lnTo>
                    <a:pt x="205515" y="657962"/>
                  </a:lnTo>
                  <a:close/>
                  <a:moveTo>
                    <a:pt x="205300" y="657521"/>
                  </a:moveTo>
                  <a:lnTo>
                    <a:pt x="171786" y="674704"/>
                  </a:lnTo>
                  <a:lnTo>
                    <a:pt x="190674" y="698679"/>
                  </a:lnTo>
                  <a:close/>
                  <a:moveTo>
                    <a:pt x="188715" y="626336"/>
                  </a:moveTo>
                  <a:lnTo>
                    <a:pt x="139028" y="630161"/>
                  </a:lnTo>
                  <a:lnTo>
                    <a:pt x="149655" y="637949"/>
                  </a:lnTo>
                  <a:close/>
                  <a:moveTo>
                    <a:pt x="15872" y="447222"/>
                  </a:moveTo>
                  <a:lnTo>
                    <a:pt x="9138" y="440240"/>
                  </a:lnTo>
                  <a:lnTo>
                    <a:pt x="29208" y="473746"/>
                  </a:lnTo>
                  <a:close/>
                  <a:moveTo>
                    <a:pt x="29208" y="473746"/>
                  </a:moveTo>
                  <a:lnTo>
                    <a:pt x="9138" y="440240"/>
                  </a:lnTo>
                  <a:lnTo>
                    <a:pt x="0" y="454174"/>
                  </a:lnTo>
                  <a:close/>
                  <a:moveTo>
                    <a:pt x="9138" y="440240"/>
                  </a:moveTo>
                  <a:lnTo>
                    <a:pt x="11740" y="431775"/>
                  </a:lnTo>
                  <a:lnTo>
                    <a:pt x="0" y="454174"/>
                  </a:lnTo>
                  <a:close/>
                  <a:moveTo>
                    <a:pt x="0" y="454174"/>
                  </a:moveTo>
                  <a:lnTo>
                    <a:pt x="11740" y="431775"/>
                  </a:lnTo>
                  <a:lnTo>
                    <a:pt x="15282" y="400236"/>
                  </a:lnTo>
                  <a:close/>
                  <a:moveTo>
                    <a:pt x="205515" y="657962"/>
                  </a:moveTo>
                  <a:lnTo>
                    <a:pt x="238370" y="640337"/>
                  </a:lnTo>
                  <a:lnTo>
                    <a:pt x="205738" y="657244"/>
                  </a:lnTo>
                  <a:close/>
                  <a:moveTo>
                    <a:pt x="238370" y="640337"/>
                  </a:moveTo>
                  <a:lnTo>
                    <a:pt x="203640" y="614202"/>
                  </a:lnTo>
                  <a:lnTo>
                    <a:pt x="202616" y="620766"/>
                  </a:lnTo>
                  <a:close/>
                  <a:moveTo>
                    <a:pt x="205260" y="657008"/>
                  </a:moveTo>
                  <a:lnTo>
                    <a:pt x="205738" y="657244"/>
                  </a:lnTo>
                  <a:lnTo>
                    <a:pt x="238370" y="640337"/>
                  </a:lnTo>
                  <a:close/>
                  <a:moveTo>
                    <a:pt x="202616" y="620766"/>
                  </a:moveTo>
                  <a:lnTo>
                    <a:pt x="205260" y="657008"/>
                  </a:lnTo>
                  <a:lnTo>
                    <a:pt x="238370" y="640337"/>
                  </a:lnTo>
                  <a:close/>
                  <a:moveTo>
                    <a:pt x="136269" y="462897"/>
                  </a:moveTo>
                  <a:lnTo>
                    <a:pt x="147226" y="468396"/>
                  </a:lnTo>
                  <a:lnTo>
                    <a:pt x="168991" y="456562"/>
                  </a:lnTo>
                  <a:close/>
                  <a:moveTo>
                    <a:pt x="51742" y="360552"/>
                  </a:moveTo>
                  <a:lnTo>
                    <a:pt x="55811" y="346297"/>
                  </a:lnTo>
                  <a:lnTo>
                    <a:pt x="42224" y="363481"/>
                  </a:lnTo>
                  <a:close/>
                  <a:moveTo>
                    <a:pt x="212745" y="476134"/>
                  </a:moveTo>
                  <a:lnTo>
                    <a:pt x="239435" y="467789"/>
                  </a:lnTo>
                  <a:lnTo>
                    <a:pt x="208129" y="476311"/>
                  </a:lnTo>
                  <a:close/>
                  <a:moveTo>
                    <a:pt x="208129" y="476311"/>
                  </a:moveTo>
                  <a:lnTo>
                    <a:pt x="208529" y="476812"/>
                  </a:lnTo>
                  <a:lnTo>
                    <a:pt x="212745" y="476134"/>
                  </a:lnTo>
                  <a:close/>
                  <a:moveTo>
                    <a:pt x="208529" y="476812"/>
                  </a:moveTo>
                  <a:lnTo>
                    <a:pt x="208129" y="476311"/>
                  </a:lnTo>
                  <a:lnTo>
                    <a:pt x="207063" y="476134"/>
                  </a:lnTo>
                  <a:close/>
                  <a:moveTo>
                    <a:pt x="73552" y="317517"/>
                  </a:moveTo>
                  <a:lnTo>
                    <a:pt x="55811" y="346297"/>
                  </a:lnTo>
                  <a:lnTo>
                    <a:pt x="69031" y="328985"/>
                  </a:lnTo>
                  <a:close/>
                  <a:moveTo>
                    <a:pt x="94147" y="298310"/>
                  </a:moveTo>
                  <a:lnTo>
                    <a:pt x="73552" y="317517"/>
                  </a:lnTo>
                  <a:lnTo>
                    <a:pt x="69031" y="328985"/>
                  </a:lnTo>
                  <a:close/>
                  <a:moveTo>
                    <a:pt x="358856" y="569279"/>
                  </a:moveTo>
                  <a:lnTo>
                    <a:pt x="326601" y="532461"/>
                  </a:lnTo>
                  <a:lnTo>
                    <a:pt x="311884" y="535631"/>
                  </a:lnTo>
                  <a:close/>
                  <a:moveTo>
                    <a:pt x="311884" y="535631"/>
                  </a:moveTo>
                  <a:lnTo>
                    <a:pt x="284119" y="495706"/>
                  </a:lnTo>
                  <a:lnTo>
                    <a:pt x="255304" y="509794"/>
                  </a:lnTo>
                  <a:close/>
                  <a:moveTo>
                    <a:pt x="311884" y="535631"/>
                  </a:moveTo>
                  <a:lnTo>
                    <a:pt x="255304" y="509794"/>
                  </a:lnTo>
                  <a:lnTo>
                    <a:pt x="272842" y="540283"/>
                  </a:lnTo>
                  <a:close/>
                  <a:moveTo>
                    <a:pt x="311884" y="535631"/>
                  </a:moveTo>
                  <a:lnTo>
                    <a:pt x="326601" y="532461"/>
                  </a:lnTo>
                  <a:lnTo>
                    <a:pt x="311267" y="515574"/>
                  </a:lnTo>
                  <a:close/>
                  <a:moveTo>
                    <a:pt x="212745" y="476134"/>
                  </a:moveTo>
                  <a:lnTo>
                    <a:pt x="267791" y="477600"/>
                  </a:lnTo>
                  <a:lnTo>
                    <a:pt x="258945" y="458951"/>
                  </a:lnTo>
                  <a:close/>
                  <a:moveTo>
                    <a:pt x="255304" y="509794"/>
                  </a:moveTo>
                  <a:lnTo>
                    <a:pt x="284119" y="495706"/>
                  </a:lnTo>
                  <a:lnTo>
                    <a:pt x="267791" y="477600"/>
                  </a:lnTo>
                  <a:close/>
                  <a:moveTo>
                    <a:pt x="259323" y="445942"/>
                  </a:moveTo>
                  <a:lnTo>
                    <a:pt x="212745" y="476134"/>
                  </a:lnTo>
                  <a:lnTo>
                    <a:pt x="258945" y="458951"/>
                  </a:lnTo>
                  <a:close/>
                  <a:moveTo>
                    <a:pt x="259323" y="445942"/>
                  </a:moveTo>
                  <a:lnTo>
                    <a:pt x="260239" y="422196"/>
                  </a:lnTo>
                  <a:lnTo>
                    <a:pt x="241012" y="439379"/>
                  </a:lnTo>
                  <a:close/>
                  <a:moveTo>
                    <a:pt x="124788" y="275176"/>
                  </a:moveTo>
                  <a:lnTo>
                    <a:pt x="127404" y="291115"/>
                  </a:lnTo>
                  <a:lnTo>
                    <a:pt x="115777" y="282973"/>
                  </a:lnTo>
                  <a:close/>
                  <a:moveTo>
                    <a:pt x="143649" y="262607"/>
                  </a:moveTo>
                  <a:lnTo>
                    <a:pt x="124788" y="275176"/>
                  </a:lnTo>
                  <a:lnTo>
                    <a:pt x="159901" y="264696"/>
                  </a:lnTo>
                  <a:close/>
                  <a:moveTo>
                    <a:pt x="198097" y="260732"/>
                  </a:moveTo>
                  <a:lnTo>
                    <a:pt x="159901" y="264696"/>
                  </a:lnTo>
                  <a:lnTo>
                    <a:pt x="201914" y="259665"/>
                  </a:lnTo>
                  <a:close/>
                  <a:moveTo>
                    <a:pt x="159901" y="264696"/>
                  </a:moveTo>
                  <a:lnTo>
                    <a:pt x="171220" y="269480"/>
                  </a:lnTo>
                  <a:lnTo>
                    <a:pt x="201914" y="259665"/>
                  </a:lnTo>
                  <a:close/>
                  <a:moveTo>
                    <a:pt x="198097" y="260732"/>
                  </a:moveTo>
                  <a:lnTo>
                    <a:pt x="201914" y="259665"/>
                  </a:lnTo>
                  <a:lnTo>
                    <a:pt x="235556" y="260872"/>
                  </a:lnTo>
                  <a:close/>
                  <a:moveTo>
                    <a:pt x="564428" y="645114"/>
                  </a:moveTo>
                  <a:lnTo>
                    <a:pt x="558187" y="608359"/>
                  </a:lnTo>
                  <a:lnTo>
                    <a:pt x="568864" y="662297"/>
                  </a:lnTo>
                  <a:close/>
                  <a:moveTo>
                    <a:pt x="549668" y="571604"/>
                  </a:moveTo>
                  <a:lnTo>
                    <a:pt x="533286" y="588787"/>
                  </a:lnTo>
                  <a:lnTo>
                    <a:pt x="558187" y="608359"/>
                  </a:lnTo>
                  <a:close/>
                  <a:moveTo>
                    <a:pt x="229589" y="279877"/>
                  </a:moveTo>
                  <a:lnTo>
                    <a:pt x="235556" y="260872"/>
                  </a:lnTo>
                  <a:lnTo>
                    <a:pt x="201914" y="259665"/>
                  </a:lnTo>
                  <a:close/>
                  <a:moveTo>
                    <a:pt x="229589" y="279877"/>
                  </a:moveTo>
                  <a:lnTo>
                    <a:pt x="259787" y="282414"/>
                  </a:lnTo>
                  <a:lnTo>
                    <a:pt x="235556" y="260872"/>
                  </a:lnTo>
                  <a:close/>
                  <a:moveTo>
                    <a:pt x="259787" y="282414"/>
                  </a:moveTo>
                  <a:lnTo>
                    <a:pt x="238577" y="257992"/>
                  </a:lnTo>
                  <a:lnTo>
                    <a:pt x="235556" y="260872"/>
                  </a:lnTo>
                  <a:close/>
                  <a:moveTo>
                    <a:pt x="281270" y="247289"/>
                  </a:moveTo>
                  <a:lnTo>
                    <a:pt x="238577" y="257992"/>
                  </a:lnTo>
                  <a:lnTo>
                    <a:pt x="259787" y="282414"/>
                  </a:lnTo>
                  <a:close/>
                  <a:moveTo>
                    <a:pt x="285308" y="288755"/>
                  </a:moveTo>
                  <a:lnTo>
                    <a:pt x="281270" y="247289"/>
                  </a:lnTo>
                  <a:lnTo>
                    <a:pt x="259787" y="282414"/>
                  </a:lnTo>
                  <a:close/>
                  <a:moveTo>
                    <a:pt x="312686" y="277564"/>
                  </a:moveTo>
                  <a:lnTo>
                    <a:pt x="304393" y="240809"/>
                  </a:lnTo>
                  <a:lnTo>
                    <a:pt x="285308" y="288755"/>
                  </a:lnTo>
                  <a:close/>
                  <a:moveTo>
                    <a:pt x="549668" y="571604"/>
                  </a:moveTo>
                  <a:lnTo>
                    <a:pt x="608598" y="591175"/>
                  </a:lnTo>
                  <a:lnTo>
                    <a:pt x="598580" y="554576"/>
                  </a:lnTo>
                  <a:close/>
                  <a:moveTo>
                    <a:pt x="599521" y="554420"/>
                  </a:moveTo>
                  <a:lnTo>
                    <a:pt x="598580" y="554576"/>
                  </a:lnTo>
                  <a:lnTo>
                    <a:pt x="608559" y="591016"/>
                  </a:lnTo>
                  <a:close/>
                  <a:moveTo>
                    <a:pt x="430817" y="333891"/>
                  </a:moveTo>
                  <a:lnTo>
                    <a:pt x="409810" y="351074"/>
                  </a:lnTo>
                  <a:lnTo>
                    <a:pt x="438959" y="370645"/>
                  </a:lnTo>
                  <a:close/>
                  <a:moveTo>
                    <a:pt x="312686" y="277564"/>
                  </a:moveTo>
                  <a:lnTo>
                    <a:pt x="338271" y="299543"/>
                  </a:lnTo>
                  <a:lnTo>
                    <a:pt x="343954" y="268165"/>
                  </a:lnTo>
                  <a:close/>
                  <a:moveTo>
                    <a:pt x="338271" y="299543"/>
                  </a:moveTo>
                  <a:lnTo>
                    <a:pt x="386573" y="260381"/>
                  </a:lnTo>
                  <a:lnTo>
                    <a:pt x="343954" y="268165"/>
                  </a:lnTo>
                  <a:close/>
                  <a:moveTo>
                    <a:pt x="386922" y="260659"/>
                  </a:moveTo>
                  <a:lnTo>
                    <a:pt x="386573" y="260381"/>
                  </a:lnTo>
                  <a:lnTo>
                    <a:pt x="338271" y="299543"/>
                  </a:lnTo>
                  <a:close/>
                  <a:moveTo>
                    <a:pt x="386573" y="260381"/>
                  </a:moveTo>
                  <a:lnTo>
                    <a:pt x="386767" y="260080"/>
                  </a:lnTo>
                  <a:lnTo>
                    <a:pt x="343954" y="268165"/>
                  </a:lnTo>
                  <a:close/>
                  <a:moveTo>
                    <a:pt x="599521" y="554420"/>
                  </a:moveTo>
                  <a:lnTo>
                    <a:pt x="608607" y="591171"/>
                  </a:lnTo>
                  <a:lnTo>
                    <a:pt x="634419" y="573992"/>
                  </a:lnTo>
                  <a:close/>
                  <a:moveTo>
                    <a:pt x="689248" y="547339"/>
                  </a:moveTo>
                  <a:lnTo>
                    <a:pt x="668671" y="551769"/>
                  </a:lnTo>
                  <a:lnTo>
                    <a:pt x="670098" y="537237"/>
                  </a:lnTo>
                  <a:close/>
                  <a:moveTo>
                    <a:pt x="430817" y="333891"/>
                  </a:moveTo>
                  <a:lnTo>
                    <a:pt x="438959" y="370645"/>
                  </a:lnTo>
                  <a:lnTo>
                    <a:pt x="450083" y="353462"/>
                  </a:lnTo>
                  <a:close/>
                  <a:moveTo>
                    <a:pt x="386573" y="260381"/>
                  </a:moveTo>
                  <a:lnTo>
                    <a:pt x="386922" y="260659"/>
                  </a:lnTo>
                  <a:lnTo>
                    <a:pt x="386914" y="260327"/>
                  </a:lnTo>
                  <a:close/>
                  <a:moveTo>
                    <a:pt x="386767" y="260080"/>
                  </a:moveTo>
                  <a:lnTo>
                    <a:pt x="386573" y="260381"/>
                  </a:lnTo>
                  <a:lnTo>
                    <a:pt x="386914" y="260327"/>
                  </a:lnTo>
                  <a:close/>
                  <a:moveTo>
                    <a:pt x="386914" y="260327"/>
                  </a:moveTo>
                  <a:lnTo>
                    <a:pt x="386922" y="260659"/>
                  </a:lnTo>
                  <a:lnTo>
                    <a:pt x="387260" y="260381"/>
                  </a:lnTo>
                  <a:close/>
                  <a:moveTo>
                    <a:pt x="386914" y="260327"/>
                  </a:moveTo>
                  <a:lnTo>
                    <a:pt x="387260" y="260381"/>
                  </a:lnTo>
                  <a:lnTo>
                    <a:pt x="386767" y="260080"/>
                  </a:lnTo>
                  <a:close/>
                  <a:moveTo>
                    <a:pt x="670098" y="537237"/>
                  </a:moveTo>
                  <a:lnTo>
                    <a:pt x="706620" y="565665"/>
                  </a:lnTo>
                  <a:lnTo>
                    <a:pt x="689248" y="547339"/>
                  </a:lnTo>
                  <a:close/>
                  <a:moveTo>
                    <a:pt x="694018" y="537237"/>
                  </a:moveTo>
                  <a:lnTo>
                    <a:pt x="743784" y="530453"/>
                  </a:lnTo>
                  <a:lnTo>
                    <a:pt x="736373" y="520054"/>
                  </a:lnTo>
                  <a:close/>
                  <a:moveTo>
                    <a:pt x="694018" y="537237"/>
                  </a:moveTo>
                  <a:lnTo>
                    <a:pt x="689248" y="547339"/>
                  </a:lnTo>
                  <a:lnTo>
                    <a:pt x="706620" y="565665"/>
                  </a:lnTo>
                  <a:close/>
                  <a:moveTo>
                    <a:pt x="688137" y="491197"/>
                  </a:moveTo>
                  <a:lnTo>
                    <a:pt x="670098" y="537237"/>
                  </a:lnTo>
                  <a:lnTo>
                    <a:pt x="683968" y="527596"/>
                  </a:lnTo>
                  <a:close/>
                  <a:moveTo>
                    <a:pt x="736373" y="520054"/>
                  </a:moveTo>
                  <a:lnTo>
                    <a:pt x="737309" y="506244"/>
                  </a:lnTo>
                  <a:lnTo>
                    <a:pt x="694018" y="537237"/>
                  </a:lnTo>
                  <a:close/>
                  <a:moveTo>
                    <a:pt x="694018" y="537237"/>
                  </a:moveTo>
                  <a:lnTo>
                    <a:pt x="737309" y="5062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37309" y="506244"/>
                  </a:lnTo>
                  <a:lnTo>
                    <a:pt x="728746" y="485271"/>
                  </a:lnTo>
                  <a:close/>
                  <a:moveTo>
                    <a:pt x="694018" y="537237"/>
                  </a:moveTo>
                  <a:lnTo>
                    <a:pt x="688137" y="491197"/>
                  </a:lnTo>
                  <a:lnTo>
                    <a:pt x="683968" y="527596"/>
                  </a:lnTo>
                  <a:close/>
                  <a:moveTo>
                    <a:pt x="691573" y="459821"/>
                  </a:moveTo>
                  <a:lnTo>
                    <a:pt x="679243" y="4465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28746" y="485271"/>
                  </a:lnTo>
                  <a:lnTo>
                    <a:pt x="691573" y="459821"/>
                  </a:lnTo>
                  <a:close/>
                  <a:moveTo>
                    <a:pt x="501962" y="249204"/>
                  </a:moveTo>
                  <a:lnTo>
                    <a:pt x="480533" y="265291"/>
                  </a:lnTo>
                  <a:lnTo>
                    <a:pt x="465812" y="279952"/>
                  </a:lnTo>
                  <a:close/>
                  <a:moveTo>
                    <a:pt x="752494" y="466811"/>
                  </a:moveTo>
                  <a:lnTo>
                    <a:pt x="736373" y="520054"/>
                  </a:lnTo>
                  <a:lnTo>
                    <a:pt x="750701" y="502870"/>
                  </a:lnTo>
                  <a:close/>
                  <a:moveTo>
                    <a:pt x="752494" y="466811"/>
                  </a:moveTo>
                  <a:lnTo>
                    <a:pt x="737309" y="506244"/>
                  </a:lnTo>
                  <a:lnTo>
                    <a:pt x="736373" y="520054"/>
                  </a:lnTo>
                  <a:close/>
                  <a:moveTo>
                    <a:pt x="752534" y="466115"/>
                  </a:moveTo>
                  <a:lnTo>
                    <a:pt x="776159" y="430715"/>
                  </a:lnTo>
                  <a:lnTo>
                    <a:pt x="744060" y="483299"/>
                  </a:lnTo>
                  <a:close/>
                  <a:moveTo>
                    <a:pt x="679243" y="446544"/>
                  </a:moveTo>
                  <a:lnTo>
                    <a:pt x="691573" y="459821"/>
                  </a:lnTo>
                  <a:lnTo>
                    <a:pt x="691733" y="443527"/>
                  </a:lnTo>
                  <a:close/>
                  <a:moveTo>
                    <a:pt x="724743" y="443778"/>
                  </a:moveTo>
                  <a:lnTo>
                    <a:pt x="691733" y="443527"/>
                  </a:lnTo>
                  <a:lnTo>
                    <a:pt x="691573" y="459821"/>
                  </a:lnTo>
                  <a:close/>
                  <a:moveTo>
                    <a:pt x="554396" y="224462"/>
                  </a:moveTo>
                  <a:lnTo>
                    <a:pt x="531696" y="235797"/>
                  </a:lnTo>
                  <a:lnTo>
                    <a:pt x="501962" y="249204"/>
                  </a:lnTo>
                  <a:close/>
                  <a:moveTo>
                    <a:pt x="585013" y="214357"/>
                  </a:moveTo>
                  <a:lnTo>
                    <a:pt x="531696" y="235797"/>
                  </a:lnTo>
                  <a:lnTo>
                    <a:pt x="554396" y="224462"/>
                  </a:lnTo>
                  <a:close/>
                  <a:moveTo>
                    <a:pt x="750701" y="502870"/>
                  </a:moveTo>
                  <a:lnTo>
                    <a:pt x="753799" y="464903"/>
                  </a:lnTo>
                  <a:lnTo>
                    <a:pt x="752494" y="466811"/>
                  </a:lnTo>
                  <a:close/>
                  <a:moveTo>
                    <a:pt x="752534" y="466115"/>
                  </a:moveTo>
                  <a:lnTo>
                    <a:pt x="752494" y="466811"/>
                  </a:lnTo>
                  <a:lnTo>
                    <a:pt x="753799" y="464903"/>
                  </a:lnTo>
                  <a:close/>
                  <a:moveTo>
                    <a:pt x="585013" y="214357"/>
                  </a:moveTo>
                  <a:lnTo>
                    <a:pt x="554396" y="224462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44139" y="214637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62192" y="216719"/>
                  </a:lnTo>
                  <a:lnTo>
                    <a:pt x="644139" y="214637"/>
                  </a:lnTo>
                  <a:close/>
                  <a:moveTo>
                    <a:pt x="802965" y="242312"/>
                  </a:moveTo>
                  <a:lnTo>
                    <a:pt x="756003" y="247974"/>
                  </a:lnTo>
                  <a:lnTo>
                    <a:pt x="746472" y="251879"/>
                  </a:lnTo>
                  <a:close/>
                  <a:moveTo>
                    <a:pt x="802965" y="242312"/>
                  </a:moveTo>
                  <a:lnTo>
                    <a:pt x="746472" y="251879"/>
                  </a:lnTo>
                  <a:lnTo>
                    <a:pt x="771142" y="247908"/>
                  </a:lnTo>
                  <a:close/>
                  <a:moveTo>
                    <a:pt x="995592" y="180035"/>
                  </a:moveTo>
                  <a:lnTo>
                    <a:pt x="996379" y="178525"/>
                  </a:lnTo>
                  <a:lnTo>
                    <a:pt x="955979" y="185152"/>
                  </a:lnTo>
                  <a:close/>
                  <a:moveTo>
                    <a:pt x="995592" y="180035"/>
                  </a:moveTo>
                  <a:lnTo>
                    <a:pt x="955979" y="185152"/>
                  </a:lnTo>
                  <a:lnTo>
                    <a:pt x="996973" y="180748"/>
                  </a:lnTo>
                  <a:close/>
                  <a:moveTo>
                    <a:pt x="955979" y="185152"/>
                  </a:moveTo>
                  <a:lnTo>
                    <a:pt x="970266" y="205469"/>
                  </a:lnTo>
                  <a:lnTo>
                    <a:pt x="996973" y="180748"/>
                  </a:lnTo>
                  <a:close/>
                  <a:moveTo>
                    <a:pt x="995592" y="180035"/>
                  </a:moveTo>
                  <a:lnTo>
                    <a:pt x="997931" y="179240"/>
                  </a:lnTo>
                  <a:lnTo>
                    <a:pt x="996379" y="178525"/>
                  </a:lnTo>
                  <a:close/>
                  <a:moveTo>
                    <a:pt x="995592" y="180035"/>
                  </a:moveTo>
                  <a:lnTo>
                    <a:pt x="996973" y="180748"/>
                  </a:lnTo>
                  <a:lnTo>
                    <a:pt x="997931" y="179240"/>
                  </a:lnTo>
                  <a:close/>
                  <a:moveTo>
                    <a:pt x="1015027" y="208982"/>
                  </a:moveTo>
                  <a:lnTo>
                    <a:pt x="997931" y="179240"/>
                  </a:lnTo>
                  <a:lnTo>
                    <a:pt x="996973" y="180748"/>
                  </a:lnTo>
                  <a:close/>
                  <a:moveTo>
                    <a:pt x="1046354" y="165855"/>
                  </a:moveTo>
                  <a:lnTo>
                    <a:pt x="997931" y="179240"/>
                  </a:lnTo>
                  <a:lnTo>
                    <a:pt x="1015027" y="208982"/>
                  </a:lnTo>
                  <a:close/>
                  <a:moveTo>
                    <a:pt x="997931" y="179240"/>
                  </a:moveTo>
                  <a:lnTo>
                    <a:pt x="1046354" y="165855"/>
                  </a:lnTo>
                  <a:lnTo>
                    <a:pt x="996379" y="178525"/>
                  </a:lnTo>
                  <a:close/>
                  <a:moveTo>
                    <a:pt x="996379" y="178525"/>
                  </a:moveTo>
                  <a:lnTo>
                    <a:pt x="1047327" y="148228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96379" y="178525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55067" y="142485"/>
                  </a:lnTo>
                  <a:lnTo>
                    <a:pt x="996379" y="178525"/>
                  </a:lnTo>
                  <a:close/>
                  <a:moveTo>
                    <a:pt x="967030" y="88547"/>
                  </a:moveTo>
                  <a:lnTo>
                    <a:pt x="955067" y="142485"/>
                  </a:lnTo>
                  <a:lnTo>
                    <a:pt x="1004108" y="125302"/>
                  </a:lnTo>
                  <a:close/>
                  <a:moveTo>
                    <a:pt x="1045623" y="121702"/>
                  </a:moveTo>
                  <a:lnTo>
                    <a:pt x="1009464" y="124010"/>
                  </a:lnTo>
                  <a:lnTo>
                    <a:pt x="1009414" y="131053"/>
                  </a:lnTo>
                  <a:close/>
                  <a:moveTo>
                    <a:pt x="1000211" y="42038"/>
                  </a:moveTo>
                  <a:lnTo>
                    <a:pt x="963881" y="44486"/>
                  </a:lnTo>
                  <a:lnTo>
                    <a:pt x="1005992" y="82086"/>
                  </a:lnTo>
                  <a:close/>
                  <a:moveTo>
                    <a:pt x="963881" y="44486"/>
                  </a:moveTo>
                  <a:lnTo>
                    <a:pt x="1000211" y="42038"/>
                  </a:lnTo>
                  <a:lnTo>
                    <a:pt x="993229" y="2968"/>
                  </a:lnTo>
                  <a:close/>
                  <a:moveTo>
                    <a:pt x="1000211" y="42038"/>
                  </a:moveTo>
                  <a:lnTo>
                    <a:pt x="1030199" y="0"/>
                  </a:lnTo>
                  <a:lnTo>
                    <a:pt x="993229" y="2968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90" name="Input_density__181">
              <a:extLst>
                <a:ext uri="{FF2B5EF4-FFF2-40B4-BE49-F238E27FC236}">
                  <a16:creationId xmlns:a16="http://schemas.microsoft.com/office/drawing/2014/main" id="{32FB0234-F045-EA99-6FC2-E227181B3E5B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01744"/>
              <a:ext cx="1030063" cy="579431"/>
            </a:xfrm>
            <a:custGeom>
              <a:avLst/>
              <a:gdLst/>
              <a:ahLst/>
              <a:cxnLst/>
              <a:rect l="0" t="0" r="0" b="0"/>
              <a:pathLst>
                <a:path w="1030063" h="579431">
                  <a:moveTo>
                    <a:pt x="162372" y="568974"/>
                  </a:moveTo>
                  <a:lnTo>
                    <a:pt x="185694" y="577881"/>
                  </a:lnTo>
                  <a:lnTo>
                    <a:pt x="202892" y="553055"/>
                  </a:lnTo>
                  <a:close/>
                  <a:moveTo>
                    <a:pt x="202892" y="553055"/>
                  </a:moveTo>
                  <a:lnTo>
                    <a:pt x="227796" y="559897"/>
                  </a:lnTo>
                  <a:lnTo>
                    <a:pt x="204292" y="551206"/>
                  </a:lnTo>
                  <a:close/>
                  <a:moveTo>
                    <a:pt x="133510" y="448132"/>
                  </a:moveTo>
                  <a:lnTo>
                    <a:pt x="103327" y="445582"/>
                  </a:lnTo>
                  <a:lnTo>
                    <a:pt x="144615" y="483851"/>
                  </a:lnTo>
                  <a:close/>
                  <a:moveTo>
                    <a:pt x="7506" y="368015"/>
                  </a:moveTo>
                  <a:lnTo>
                    <a:pt x="0" y="381907"/>
                  </a:lnTo>
                  <a:lnTo>
                    <a:pt x="4452" y="382295"/>
                  </a:lnTo>
                  <a:close/>
                  <a:moveTo>
                    <a:pt x="7506" y="368015"/>
                  </a:moveTo>
                  <a:lnTo>
                    <a:pt x="4452" y="382295"/>
                  </a:lnTo>
                  <a:lnTo>
                    <a:pt x="30609" y="400140"/>
                  </a:lnTo>
                  <a:close/>
                  <a:moveTo>
                    <a:pt x="204292" y="551206"/>
                  </a:moveTo>
                  <a:lnTo>
                    <a:pt x="235027" y="541544"/>
                  </a:lnTo>
                  <a:lnTo>
                    <a:pt x="252504" y="510680"/>
                  </a:lnTo>
                  <a:close/>
                  <a:moveTo>
                    <a:pt x="70629" y="293177"/>
                  </a:moveTo>
                  <a:lnTo>
                    <a:pt x="64773" y="277322"/>
                  </a:lnTo>
                  <a:lnTo>
                    <a:pt x="69600" y="314077"/>
                  </a:lnTo>
                  <a:close/>
                  <a:moveTo>
                    <a:pt x="159541" y="471717"/>
                  </a:moveTo>
                  <a:lnTo>
                    <a:pt x="151125" y="461097"/>
                  </a:lnTo>
                  <a:lnTo>
                    <a:pt x="111673" y="438797"/>
                  </a:lnTo>
                  <a:close/>
                  <a:moveTo>
                    <a:pt x="343049" y="430880"/>
                  </a:moveTo>
                  <a:lnTo>
                    <a:pt x="345307" y="416084"/>
                  </a:lnTo>
                  <a:lnTo>
                    <a:pt x="314716" y="426288"/>
                  </a:lnTo>
                  <a:close/>
                  <a:moveTo>
                    <a:pt x="187208" y="252576"/>
                  </a:moveTo>
                  <a:lnTo>
                    <a:pt x="179037" y="242956"/>
                  </a:lnTo>
                  <a:lnTo>
                    <a:pt x="142000" y="217495"/>
                  </a:lnTo>
                  <a:close/>
                  <a:moveTo>
                    <a:pt x="316846" y="380348"/>
                  </a:moveTo>
                  <a:lnTo>
                    <a:pt x="329597" y="357347"/>
                  </a:lnTo>
                  <a:lnTo>
                    <a:pt x="318387" y="336037"/>
                  </a:lnTo>
                  <a:close/>
                  <a:moveTo>
                    <a:pt x="290732" y="262527"/>
                  </a:moveTo>
                  <a:lnTo>
                    <a:pt x="293448" y="265129"/>
                  </a:lnTo>
                  <a:lnTo>
                    <a:pt x="294919" y="256059"/>
                  </a:lnTo>
                  <a:close/>
                  <a:moveTo>
                    <a:pt x="299422" y="272895"/>
                  </a:moveTo>
                  <a:lnTo>
                    <a:pt x="293448" y="265129"/>
                  </a:lnTo>
                  <a:lnTo>
                    <a:pt x="290732" y="262527"/>
                  </a:lnTo>
                  <a:close/>
                  <a:moveTo>
                    <a:pt x="179037" y="242956"/>
                  </a:moveTo>
                  <a:lnTo>
                    <a:pt x="206408" y="270495"/>
                  </a:lnTo>
                  <a:lnTo>
                    <a:pt x="191286" y="225772"/>
                  </a:lnTo>
                  <a:close/>
                  <a:moveTo>
                    <a:pt x="548006" y="579431"/>
                  </a:moveTo>
                  <a:lnTo>
                    <a:pt x="603124" y="564723"/>
                  </a:lnTo>
                  <a:lnTo>
                    <a:pt x="571362" y="570546"/>
                  </a:lnTo>
                  <a:close/>
                  <a:moveTo>
                    <a:pt x="290732" y="262527"/>
                  </a:moveTo>
                  <a:lnTo>
                    <a:pt x="278685" y="250042"/>
                  </a:lnTo>
                  <a:lnTo>
                    <a:pt x="299422" y="272895"/>
                  </a:lnTo>
                  <a:close/>
                  <a:moveTo>
                    <a:pt x="295908" y="218382"/>
                  </a:moveTo>
                  <a:lnTo>
                    <a:pt x="290732" y="262527"/>
                  </a:lnTo>
                  <a:lnTo>
                    <a:pt x="294919" y="256059"/>
                  </a:lnTo>
                  <a:close/>
                  <a:moveTo>
                    <a:pt x="278685" y="250042"/>
                  </a:moveTo>
                  <a:lnTo>
                    <a:pt x="290732" y="262527"/>
                  </a:lnTo>
                  <a:lnTo>
                    <a:pt x="295908" y="218382"/>
                  </a:lnTo>
                  <a:close/>
                  <a:moveTo>
                    <a:pt x="611127" y="502628"/>
                  </a:moveTo>
                  <a:lnTo>
                    <a:pt x="611031" y="527445"/>
                  </a:lnTo>
                  <a:lnTo>
                    <a:pt x="611163" y="539383"/>
                  </a:lnTo>
                  <a:close/>
                  <a:moveTo>
                    <a:pt x="641518" y="487486"/>
                  </a:moveTo>
                  <a:lnTo>
                    <a:pt x="611031" y="527445"/>
                  </a:lnTo>
                  <a:lnTo>
                    <a:pt x="611127" y="502628"/>
                  </a:lnTo>
                  <a:close/>
                  <a:moveTo>
                    <a:pt x="554577" y="411583"/>
                  </a:moveTo>
                  <a:lnTo>
                    <a:pt x="546611" y="411935"/>
                  </a:lnTo>
                  <a:lnTo>
                    <a:pt x="518607" y="414167"/>
                  </a:lnTo>
                  <a:close/>
                  <a:moveTo>
                    <a:pt x="518607" y="414167"/>
                  </a:moveTo>
                  <a:lnTo>
                    <a:pt x="494235" y="389234"/>
                  </a:lnTo>
                  <a:lnTo>
                    <a:pt x="554577" y="411583"/>
                  </a:lnTo>
                  <a:close/>
                  <a:moveTo>
                    <a:pt x="632598" y="482504"/>
                  </a:moveTo>
                  <a:lnTo>
                    <a:pt x="647912" y="479803"/>
                  </a:lnTo>
                  <a:lnTo>
                    <a:pt x="656323" y="468262"/>
                  </a:lnTo>
                  <a:close/>
                  <a:moveTo>
                    <a:pt x="671532" y="468262"/>
                  </a:moveTo>
                  <a:lnTo>
                    <a:pt x="647912" y="479803"/>
                  </a:lnTo>
                  <a:lnTo>
                    <a:pt x="641518" y="487486"/>
                  </a:lnTo>
                  <a:close/>
                  <a:moveTo>
                    <a:pt x="647912" y="479803"/>
                  </a:moveTo>
                  <a:lnTo>
                    <a:pt x="671532" y="468262"/>
                  </a:lnTo>
                  <a:lnTo>
                    <a:pt x="660806" y="463394"/>
                  </a:lnTo>
                  <a:close/>
                  <a:moveTo>
                    <a:pt x="656323" y="468262"/>
                  </a:moveTo>
                  <a:lnTo>
                    <a:pt x="647912" y="479803"/>
                  </a:lnTo>
                  <a:lnTo>
                    <a:pt x="660806" y="463394"/>
                  </a:lnTo>
                  <a:close/>
                  <a:moveTo>
                    <a:pt x="671532" y="468262"/>
                  </a:moveTo>
                  <a:lnTo>
                    <a:pt x="714877" y="497197"/>
                  </a:lnTo>
                  <a:lnTo>
                    <a:pt x="701292" y="463494"/>
                  </a:lnTo>
                  <a:close/>
                  <a:moveTo>
                    <a:pt x="701292" y="463494"/>
                  </a:moveTo>
                  <a:lnTo>
                    <a:pt x="708481" y="505017"/>
                  </a:lnTo>
                  <a:lnTo>
                    <a:pt x="709768" y="468262"/>
                  </a:lnTo>
                  <a:close/>
                  <a:moveTo>
                    <a:pt x="701292" y="463494"/>
                  </a:moveTo>
                  <a:lnTo>
                    <a:pt x="709768" y="468262"/>
                  </a:lnTo>
                  <a:lnTo>
                    <a:pt x="731894" y="420957"/>
                  </a:lnTo>
                  <a:close/>
                  <a:moveTo>
                    <a:pt x="697122" y="422137"/>
                  </a:moveTo>
                  <a:lnTo>
                    <a:pt x="701292" y="463494"/>
                  </a:lnTo>
                  <a:lnTo>
                    <a:pt x="731894" y="420957"/>
                  </a:lnTo>
                  <a:close/>
                  <a:moveTo>
                    <a:pt x="558546" y="274544"/>
                  </a:moveTo>
                  <a:lnTo>
                    <a:pt x="579311" y="304059"/>
                  </a:lnTo>
                  <a:lnTo>
                    <a:pt x="602002" y="311051"/>
                  </a:lnTo>
                  <a:close/>
                  <a:moveTo>
                    <a:pt x="558546" y="274544"/>
                  </a:moveTo>
                  <a:lnTo>
                    <a:pt x="556652" y="231337"/>
                  </a:lnTo>
                  <a:lnTo>
                    <a:pt x="554023" y="267304"/>
                  </a:lnTo>
                  <a:close/>
                  <a:moveTo>
                    <a:pt x="739627" y="369923"/>
                  </a:moveTo>
                  <a:lnTo>
                    <a:pt x="702285" y="377569"/>
                  </a:lnTo>
                  <a:lnTo>
                    <a:pt x="693209" y="363758"/>
                  </a:lnTo>
                  <a:close/>
                  <a:moveTo>
                    <a:pt x="719600" y="241647"/>
                  </a:moveTo>
                  <a:lnTo>
                    <a:pt x="721127" y="232937"/>
                  </a:lnTo>
                  <a:lnTo>
                    <a:pt x="707397" y="224389"/>
                  </a:lnTo>
                  <a:close/>
                  <a:moveTo>
                    <a:pt x="856720" y="144632"/>
                  </a:moveTo>
                  <a:lnTo>
                    <a:pt x="842439" y="163143"/>
                  </a:lnTo>
                  <a:lnTo>
                    <a:pt x="864394" y="149023"/>
                  </a:lnTo>
                  <a:close/>
                  <a:moveTo>
                    <a:pt x="836285" y="161815"/>
                  </a:moveTo>
                  <a:lnTo>
                    <a:pt x="856720" y="144632"/>
                  </a:lnTo>
                  <a:lnTo>
                    <a:pt x="807199" y="155961"/>
                  </a:lnTo>
                  <a:close/>
                  <a:moveTo>
                    <a:pt x="864394" y="149023"/>
                  </a:moveTo>
                  <a:lnTo>
                    <a:pt x="842439" y="163143"/>
                  </a:lnTo>
                  <a:lnTo>
                    <a:pt x="899643" y="156234"/>
                  </a:lnTo>
                  <a:close/>
                  <a:moveTo>
                    <a:pt x="899643" y="156234"/>
                  </a:moveTo>
                  <a:lnTo>
                    <a:pt x="921068" y="140128"/>
                  </a:lnTo>
                  <a:lnTo>
                    <a:pt x="864394" y="149023"/>
                  </a:lnTo>
                  <a:close/>
                  <a:moveTo>
                    <a:pt x="899643" y="156234"/>
                  </a:moveTo>
                  <a:lnTo>
                    <a:pt x="936183" y="168276"/>
                  </a:lnTo>
                  <a:lnTo>
                    <a:pt x="958003" y="153648"/>
                  </a:lnTo>
                  <a:close/>
                  <a:moveTo>
                    <a:pt x="921068" y="140128"/>
                  </a:moveTo>
                  <a:lnTo>
                    <a:pt x="899643" y="156234"/>
                  </a:lnTo>
                  <a:lnTo>
                    <a:pt x="958003" y="153648"/>
                  </a:lnTo>
                  <a:close/>
                  <a:moveTo>
                    <a:pt x="1004201" y="111281"/>
                  </a:moveTo>
                  <a:lnTo>
                    <a:pt x="958003" y="153648"/>
                  </a:lnTo>
                  <a:lnTo>
                    <a:pt x="991698" y="155050"/>
                  </a:lnTo>
                  <a:close/>
                  <a:moveTo>
                    <a:pt x="1004201" y="111281"/>
                  </a:moveTo>
                  <a:lnTo>
                    <a:pt x="1023418" y="122747"/>
                  </a:lnTo>
                  <a:lnTo>
                    <a:pt x="1003368" y="102475"/>
                  </a:lnTo>
                  <a:close/>
                  <a:moveTo>
                    <a:pt x="893072" y="17183"/>
                  </a:moveTo>
                  <a:lnTo>
                    <a:pt x="910968" y="0"/>
                  </a:lnTo>
                  <a:lnTo>
                    <a:pt x="887780" y="15674"/>
                  </a:lnTo>
                  <a:close/>
                  <a:moveTo>
                    <a:pt x="1030063" y="72597"/>
                  </a:moveTo>
                  <a:lnTo>
                    <a:pt x="1003368" y="102475"/>
                  </a:lnTo>
                  <a:lnTo>
                    <a:pt x="1029579" y="758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91" name="Input_density__182">
              <a:extLst>
                <a:ext uri="{FF2B5EF4-FFF2-40B4-BE49-F238E27FC236}">
                  <a16:creationId xmlns:a16="http://schemas.microsoft.com/office/drawing/2014/main" id="{89323959-5B17-103F-CC23-51C596208FB0}"/>
                </a:ext>
              </a:extLst>
            </p:cNvPr>
            <p:cNvSpPr>
              <a:spLocks noGrp="1"/>
            </p:cNvSpPr>
            <p:nvPr/>
          </p:nvSpPr>
          <p:spPr>
            <a:xfrm>
              <a:off x="551961" y="1702777"/>
              <a:ext cx="1064093" cy="678399"/>
            </a:xfrm>
            <a:custGeom>
              <a:avLst/>
              <a:gdLst/>
              <a:ahLst/>
              <a:cxnLst/>
              <a:rect l="0" t="0" r="0" b="0"/>
              <a:pathLst>
                <a:path w="1064093" h="678399">
                  <a:moveTo>
                    <a:pt x="191447" y="667941"/>
                  </a:moveTo>
                  <a:lnTo>
                    <a:pt x="231967" y="652023"/>
                  </a:lnTo>
                  <a:lnTo>
                    <a:pt x="175649" y="655161"/>
                  </a:lnTo>
                  <a:close/>
                  <a:moveTo>
                    <a:pt x="175649" y="655161"/>
                  </a:moveTo>
                  <a:lnTo>
                    <a:pt x="231967" y="652023"/>
                  </a:lnTo>
                  <a:lnTo>
                    <a:pt x="233367" y="650174"/>
                  </a:lnTo>
                  <a:close/>
                  <a:moveTo>
                    <a:pt x="124004" y="586643"/>
                  </a:moveTo>
                  <a:lnTo>
                    <a:pt x="132402" y="544550"/>
                  </a:lnTo>
                  <a:lnTo>
                    <a:pt x="87630" y="557676"/>
                  </a:lnTo>
                  <a:close/>
                  <a:moveTo>
                    <a:pt x="87630" y="557676"/>
                  </a:moveTo>
                  <a:lnTo>
                    <a:pt x="132402" y="544550"/>
                  </a:lnTo>
                  <a:lnTo>
                    <a:pt x="110216" y="535092"/>
                  </a:lnTo>
                  <a:close/>
                  <a:moveTo>
                    <a:pt x="0" y="447411"/>
                  </a:moveTo>
                  <a:lnTo>
                    <a:pt x="29075" y="480874"/>
                  </a:lnTo>
                  <a:lnTo>
                    <a:pt x="36581" y="466983"/>
                  </a:lnTo>
                  <a:close/>
                  <a:moveTo>
                    <a:pt x="247770" y="607816"/>
                  </a:moveTo>
                  <a:lnTo>
                    <a:pt x="233367" y="650174"/>
                  </a:lnTo>
                  <a:lnTo>
                    <a:pt x="281580" y="609648"/>
                  </a:lnTo>
                  <a:close/>
                  <a:moveTo>
                    <a:pt x="281580" y="609648"/>
                  </a:moveTo>
                  <a:lnTo>
                    <a:pt x="264102" y="640511"/>
                  </a:lnTo>
                  <a:lnTo>
                    <a:pt x="318196" y="621974"/>
                  </a:lnTo>
                  <a:close/>
                  <a:moveTo>
                    <a:pt x="214638" y="531870"/>
                  </a:moveTo>
                  <a:lnTo>
                    <a:pt x="187592" y="577248"/>
                  </a:lnTo>
                  <a:lnTo>
                    <a:pt x="188616" y="570684"/>
                  </a:lnTo>
                  <a:close/>
                  <a:moveTo>
                    <a:pt x="330325" y="581489"/>
                  </a:moveTo>
                  <a:lnTo>
                    <a:pt x="318196" y="621974"/>
                  </a:lnTo>
                  <a:lnTo>
                    <a:pt x="361960" y="579636"/>
                  </a:lnTo>
                  <a:close/>
                  <a:moveTo>
                    <a:pt x="291413" y="586035"/>
                  </a:moveTo>
                  <a:lnTo>
                    <a:pt x="247770" y="607816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253874" y="589466"/>
                  </a:lnTo>
                  <a:lnTo>
                    <a:pt x="247770" y="607816"/>
                  </a:lnTo>
                  <a:close/>
                  <a:moveTo>
                    <a:pt x="296503" y="569238"/>
                  </a:moveTo>
                  <a:lnTo>
                    <a:pt x="260662" y="542881"/>
                  </a:lnTo>
                  <a:lnTo>
                    <a:pt x="291413" y="586035"/>
                  </a:lnTo>
                  <a:close/>
                  <a:moveTo>
                    <a:pt x="330325" y="581489"/>
                  </a:moveTo>
                  <a:lnTo>
                    <a:pt x="281580" y="609648"/>
                  </a:lnTo>
                  <a:lnTo>
                    <a:pt x="318196" y="621974"/>
                  </a:lnTo>
                  <a:close/>
                  <a:moveTo>
                    <a:pt x="330325" y="581489"/>
                  </a:moveTo>
                  <a:lnTo>
                    <a:pt x="291413" y="586035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330325" y="581489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31769" y="576514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61960" y="579636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31769" y="576514"/>
                  </a:lnTo>
                  <a:lnTo>
                    <a:pt x="366545" y="579131"/>
                  </a:lnTo>
                  <a:close/>
                  <a:moveTo>
                    <a:pt x="372125" y="529848"/>
                  </a:moveTo>
                  <a:lnTo>
                    <a:pt x="343831" y="525761"/>
                  </a:lnTo>
                  <a:lnTo>
                    <a:pt x="366545" y="579131"/>
                  </a:lnTo>
                  <a:close/>
                  <a:moveTo>
                    <a:pt x="343831" y="525761"/>
                  </a:moveTo>
                  <a:lnTo>
                    <a:pt x="296503" y="569238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72125" y="529848"/>
                  </a:lnTo>
                  <a:lnTo>
                    <a:pt x="343791" y="525255"/>
                  </a:lnTo>
                  <a:close/>
                  <a:moveTo>
                    <a:pt x="208113" y="341923"/>
                  </a:moveTo>
                  <a:lnTo>
                    <a:pt x="216283" y="351544"/>
                  </a:lnTo>
                  <a:lnTo>
                    <a:pt x="235483" y="369462"/>
                  </a:lnTo>
                  <a:close/>
                  <a:moveTo>
                    <a:pt x="311577" y="488943"/>
                  </a:moveTo>
                  <a:lnTo>
                    <a:pt x="345922" y="479315"/>
                  </a:lnTo>
                  <a:lnTo>
                    <a:pt x="346424" y="438888"/>
                  </a:lnTo>
                  <a:close/>
                  <a:moveTo>
                    <a:pt x="296243" y="472056"/>
                  </a:moveTo>
                  <a:lnTo>
                    <a:pt x="311577" y="488943"/>
                  </a:lnTo>
                  <a:lnTo>
                    <a:pt x="346424" y="438888"/>
                  </a:lnTo>
                  <a:close/>
                  <a:moveTo>
                    <a:pt x="377276" y="480912"/>
                  </a:moveTo>
                  <a:lnTo>
                    <a:pt x="343791" y="525255"/>
                  </a:lnTo>
                  <a:lnTo>
                    <a:pt x="374382" y="515051"/>
                  </a:lnTo>
                  <a:close/>
                  <a:moveTo>
                    <a:pt x="377276" y="480912"/>
                  </a:moveTo>
                  <a:lnTo>
                    <a:pt x="345922" y="479315"/>
                  </a:lnTo>
                  <a:lnTo>
                    <a:pt x="343791" y="525255"/>
                  </a:lnTo>
                  <a:close/>
                  <a:moveTo>
                    <a:pt x="377276" y="480912"/>
                  </a:moveTo>
                  <a:lnTo>
                    <a:pt x="358672" y="456314"/>
                  </a:lnTo>
                  <a:lnTo>
                    <a:pt x="345922" y="479315"/>
                  </a:lnTo>
                  <a:close/>
                  <a:moveTo>
                    <a:pt x="235483" y="369462"/>
                  </a:moveTo>
                  <a:lnTo>
                    <a:pt x="245215" y="378678"/>
                  </a:lnTo>
                  <a:lnTo>
                    <a:pt x="255487" y="364419"/>
                  </a:lnTo>
                  <a:close/>
                  <a:moveTo>
                    <a:pt x="557184" y="655534"/>
                  </a:moveTo>
                  <a:lnTo>
                    <a:pt x="560056" y="664405"/>
                  </a:lnTo>
                  <a:lnTo>
                    <a:pt x="577082" y="678399"/>
                  </a:lnTo>
                  <a:close/>
                  <a:moveTo>
                    <a:pt x="572885" y="638351"/>
                  </a:moveTo>
                  <a:lnTo>
                    <a:pt x="577082" y="678399"/>
                  </a:lnTo>
                  <a:lnTo>
                    <a:pt x="600437" y="669514"/>
                  </a:lnTo>
                  <a:close/>
                  <a:moveTo>
                    <a:pt x="295620" y="314132"/>
                  </a:moveTo>
                  <a:lnTo>
                    <a:pt x="307760" y="349010"/>
                  </a:lnTo>
                  <a:lnTo>
                    <a:pt x="324983" y="317349"/>
                  </a:lnTo>
                  <a:close/>
                  <a:moveTo>
                    <a:pt x="523310" y="488201"/>
                  </a:moveTo>
                  <a:lnTo>
                    <a:pt x="529749" y="491331"/>
                  </a:lnTo>
                  <a:lnTo>
                    <a:pt x="583652" y="510550"/>
                  </a:lnTo>
                  <a:close/>
                  <a:moveTo>
                    <a:pt x="583652" y="510550"/>
                  </a:moveTo>
                  <a:lnTo>
                    <a:pt x="591885" y="459540"/>
                  </a:lnTo>
                  <a:lnTo>
                    <a:pt x="575686" y="510903"/>
                  </a:lnTo>
                  <a:close/>
                  <a:moveTo>
                    <a:pt x="575686" y="510903"/>
                  </a:moveTo>
                  <a:lnTo>
                    <a:pt x="591885" y="459540"/>
                  </a:lnTo>
                  <a:lnTo>
                    <a:pt x="586796" y="456964"/>
                  </a:lnTo>
                  <a:close/>
                  <a:moveTo>
                    <a:pt x="591885" y="459540"/>
                  </a:moveTo>
                  <a:lnTo>
                    <a:pt x="583652" y="510550"/>
                  </a:lnTo>
                  <a:lnTo>
                    <a:pt x="600325" y="456964"/>
                  </a:lnTo>
                  <a:close/>
                  <a:moveTo>
                    <a:pt x="591885" y="459540"/>
                  </a:moveTo>
                  <a:lnTo>
                    <a:pt x="600325" y="456964"/>
                  </a:lnTo>
                  <a:lnTo>
                    <a:pt x="593771" y="452176"/>
                  </a:lnTo>
                  <a:close/>
                  <a:moveTo>
                    <a:pt x="586796" y="456964"/>
                  </a:moveTo>
                  <a:lnTo>
                    <a:pt x="591885" y="459540"/>
                  </a:lnTo>
                  <a:lnTo>
                    <a:pt x="593771" y="452176"/>
                  </a:lnTo>
                  <a:close/>
                  <a:moveTo>
                    <a:pt x="730367" y="562462"/>
                  </a:moveTo>
                  <a:lnTo>
                    <a:pt x="689881" y="562362"/>
                  </a:lnTo>
                  <a:lnTo>
                    <a:pt x="700607" y="567229"/>
                  </a:lnTo>
                  <a:close/>
                  <a:moveTo>
                    <a:pt x="691596" y="522147"/>
                  </a:moveTo>
                  <a:lnTo>
                    <a:pt x="689881" y="562362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691596" y="522147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728759" y="486935"/>
                  </a:lnTo>
                  <a:lnTo>
                    <a:pt x="691596" y="522147"/>
                  </a:lnTo>
                  <a:close/>
                  <a:moveTo>
                    <a:pt x="600325" y="456964"/>
                  </a:moveTo>
                  <a:lnTo>
                    <a:pt x="618903" y="493719"/>
                  </a:lnTo>
                  <a:lnTo>
                    <a:pt x="647040" y="486534"/>
                  </a:lnTo>
                  <a:close/>
                  <a:moveTo>
                    <a:pt x="631077" y="410018"/>
                  </a:moveTo>
                  <a:lnTo>
                    <a:pt x="608386" y="403026"/>
                  </a:lnTo>
                  <a:lnTo>
                    <a:pt x="593771" y="452176"/>
                  </a:lnTo>
                  <a:close/>
                  <a:moveTo>
                    <a:pt x="627718" y="368002"/>
                  </a:moveTo>
                  <a:lnTo>
                    <a:pt x="585727" y="330304"/>
                  </a:lnTo>
                  <a:lnTo>
                    <a:pt x="587621" y="373512"/>
                  </a:lnTo>
                  <a:close/>
                  <a:moveTo>
                    <a:pt x="585727" y="330304"/>
                  </a:moveTo>
                  <a:lnTo>
                    <a:pt x="580300" y="329516"/>
                  </a:lnTo>
                  <a:lnTo>
                    <a:pt x="583098" y="366271"/>
                  </a:lnTo>
                  <a:close/>
                  <a:moveTo>
                    <a:pt x="717048" y="501455"/>
                  </a:moveTo>
                  <a:lnTo>
                    <a:pt x="728759" y="486935"/>
                  </a:lnTo>
                  <a:lnTo>
                    <a:pt x="741140" y="508957"/>
                  </a:lnTo>
                  <a:close/>
                  <a:moveTo>
                    <a:pt x="728759" y="486935"/>
                  </a:moveTo>
                  <a:lnTo>
                    <a:pt x="731360" y="476536"/>
                  </a:lnTo>
                  <a:lnTo>
                    <a:pt x="741140" y="508957"/>
                  </a:lnTo>
                  <a:close/>
                  <a:moveTo>
                    <a:pt x="737510" y="422597"/>
                  </a:moveTo>
                  <a:lnTo>
                    <a:pt x="729036" y="439781"/>
                  </a:lnTo>
                  <a:lnTo>
                    <a:pt x="768702" y="468890"/>
                  </a:lnTo>
                  <a:close/>
                  <a:moveTo>
                    <a:pt x="722284" y="462726"/>
                  </a:moveTo>
                  <a:lnTo>
                    <a:pt x="737470" y="423293"/>
                  </a:lnTo>
                  <a:lnTo>
                    <a:pt x="768702" y="468890"/>
                  </a:lnTo>
                  <a:close/>
                  <a:moveTo>
                    <a:pt x="673380" y="357968"/>
                  </a:moveTo>
                  <a:lnTo>
                    <a:pt x="711260" y="354260"/>
                  </a:lnTo>
                  <a:lnTo>
                    <a:pt x="679309" y="330416"/>
                  </a:lnTo>
                  <a:close/>
                  <a:moveTo>
                    <a:pt x="711260" y="354260"/>
                  </a:moveTo>
                  <a:lnTo>
                    <a:pt x="715120" y="339730"/>
                  </a:lnTo>
                  <a:lnTo>
                    <a:pt x="679309" y="330416"/>
                  </a:lnTo>
                  <a:close/>
                  <a:moveTo>
                    <a:pt x="642049" y="315685"/>
                  </a:moveTo>
                  <a:lnTo>
                    <a:pt x="694671" y="295149"/>
                  </a:lnTo>
                  <a:lnTo>
                    <a:pt x="642913" y="310901"/>
                  </a:lnTo>
                  <a:close/>
                  <a:moveTo>
                    <a:pt x="695846" y="296036"/>
                  </a:moveTo>
                  <a:lnTo>
                    <a:pt x="694671" y="295149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695846" y="296036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715120" y="339730"/>
                  </a:lnTo>
                  <a:lnTo>
                    <a:pt x="736472" y="323357"/>
                  </a:lnTo>
                  <a:close/>
                  <a:moveTo>
                    <a:pt x="695846" y="296036"/>
                  </a:moveTo>
                  <a:lnTo>
                    <a:pt x="679309" y="330416"/>
                  </a:lnTo>
                  <a:lnTo>
                    <a:pt x="736472" y="323357"/>
                  </a:lnTo>
                  <a:close/>
                  <a:moveTo>
                    <a:pt x="736472" y="323357"/>
                  </a:moveTo>
                  <a:lnTo>
                    <a:pt x="750202" y="331904"/>
                  </a:lnTo>
                  <a:lnTo>
                    <a:pt x="743993" y="327649"/>
                  </a:lnTo>
                  <a:close/>
                  <a:moveTo>
                    <a:pt x="824273" y="260782"/>
                  </a:moveTo>
                  <a:lnTo>
                    <a:pt x="833445" y="264355"/>
                  </a:lnTo>
                  <a:lnTo>
                    <a:pt x="836274" y="254929"/>
                  </a:lnTo>
                  <a:close/>
                  <a:moveTo>
                    <a:pt x="885795" y="243599"/>
                  </a:moveTo>
                  <a:lnTo>
                    <a:pt x="852901" y="220885"/>
                  </a:lnTo>
                  <a:lnTo>
                    <a:pt x="836274" y="254929"/>
                  </a:lnTo>
                  <a:close/>
                  <a:moveTo>
                    <a:pt x="1033277" y="210248"/>
                  </a:moveTo>
                  <a:lnTo>
                    <a:pt x="1000682" y="209659"/>
                  </a:lnTo>
                  <a:lnTo>
                    <a:pt x="987078" y="252615"/>
                  </a:lnTo>
                  <a:close/>
                  <a:moveTo>
                    <a:pt x="1033277" y="210248"/>
                  </a:moveTo>
                  <a:lnTo>
                    <a:pt x="1032443" y="201442"/>
                  </a:lnTo>
                  <a:lnTo>
                    <a:pt x="1000694" y="207316"/>
                  </a:lnTo>
                  <a:close/>
                  <a:moveTo>
                    <a:pt x="894387" y="107657"/>
                  </a:moveTo>
                  <a:lnTo>
                    <a:pt x="918090" y="119255"/>
                  </a:lnTo>
                  <a:lnTo>
                    <a:pt x="911523" y="116151"/>
                  </a:lnTo>
                  <a:close/>
                  <a:moveTo>
                    <a:pt x="922148" y="116151"/>
                  </a:moveTo>
                  <a:lnTo>
                    <a:pt x="981354" y="135007"/>
                  </a:lnTo>
                  <a:lnTo>
                    <a:pt x="940043" y="98967"/>
                  </a:lnTo>
                  <a:close/>
                  <a:moveTo>
                    <a:pt x="922148" y="116151"/>
                  </a:moveTo>
                  <a:lnTo>
                    <a:pt x="918090" y="119255"/>
                  </a:lnTo>
                  <a:lnTo>
                    <a:pt x="940955" y="141634"/>
                  </a:lnTo>
                  <a:close/>
                  <a:moveTo>
                    <a:pt x="899867" y="79490"/>
                  </a:moveTo>
                  <a:lnTo>
                    <a:pt x="911523" y="116151"/>
                  </a:lnTo>
                  <a:lnTo>
                    <a:pt x="916856" y="114641"/>
                  </a:lnTo>
                  <a:close/>
                  <a:moveTo>
                    <a:pt x="940043" y="98967"/>
                  </a:moveTo>
                  <a:lnTo>
                    <a:pt x="937855" y="96947"/>
                  </a:lnTo>
                  <a:lnTo>
                    <a:pt x="916856" y="114641"/>
                  </a:lnTo>
                  <a:close/>
                  <a:moveTo>
                    <a:pt x="1030285" y="167933"/>
                  </a:moveTo>
                  <a:lnTo>
                    <a:pt x="1000694" y="207316"/>
                  </a:lnTo>
                  <a:lnTo>
                    <a:pt x="1032443" y="201442"/>
                  </a:lnTo>
                  <a:close/>
                  <a:moveTo>
                    <a:pt x="1059138" y="171565"/>
                  </a:moveTo>
                  <a:lnTo>
                    <a:pt x="1030285" y="167933"/>
                  </a:lnTo>
                  <a:lnTo>
                    <a:pt x="1032443" y="201442"/>
                  </a:lnTo>
                  <a:close/>
                  <a:moveTo>
                    <a:pt x="1030285" y="167933"/>
                  </a:moveTo>
                  <a:lnTo>
                    <a:pt x="1059138" y="171565"/>
                  </a:lnTo>
                  <a:lnTo>
                    <a:pt x="1064093" y="122790"/>
                  </a:lnTo>
                  <a:close/>
                  <a:moveTo>
                    <a:pt x="1030285" y="167933"/>
                  </a:moveTo>
                  <a:lnTo>
                    <a:pt x="1064093" y="122790"/>
                  </a:lnTo>
                  <a:lnTo>
                    <a:pt x="1031330" y="122337"/>
                  </a:lnTo>
                  <a:close/>
                  <a:moveTo>
                    <a:pt x="1064093" y="122790"/>
                  </a:moveTo>
                  <a:lnTo>
                    <a:pt x="1059796" y="82928"/>
                  </a:lnTo>
                  <a:lnTo>
                    <a:pt x="1032303" y="104710"/>
                  </a:lnTo>
                  <a:close/>
                  <a:moveTo>
                    <a:pt x="990968" y="38568"/>
                  </a:moveTo>
                  <a:lnTo>
                    <a:pt x="1019628" y="42356"/>
                  </a:lnTo>
                  <a:lnTo>
                    <a:pt x="101668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92" name="Input_density__183">
              <a:extLst>
                <a:ext uri="{FF2B5EF4-FFF2-40B4-BE49-F238E27FC236}">
                  <a16:creationId xmlns:a16="http://schemas.microsoft.com/office/drawing/2014/main" id="{06B86F2D-C8F6-B5E5-8159-70567B8067EB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79117" cy="721916"/>
            </a:xfrm>
            <a:custGeom>
              <a:avLst/>
              <a:gdLst/>
              <a:ahLst/>
              <a:cxnLst/>
              <a:rect l="0" t="0" r="0" b="0"/>
              <a:pathLst>
                <a:path w="1079117" h="721916">
                  <a:moveTo>
                    <a:pt x="190674" y="698679"/>
                  </a:moveTo>
                  <a:lnTo>
                    <a:pt x="248391" y="693691"/>
                  </a:lnTo>
                  <a:lnTo>
                    <a:pt x="205515" y="657962"/>
                  </a:lnTo>
                  <a:close/>
                  <a:moveTo>
                    <a:pt x="147426" y="588067"/>
                  </a:moveTo>
                  <a:lnTo>
                    <a:pt x="139028" y="630161"/>
                  </a:lnTo>
                  <a:lnTo>
                    <a:pt x="188715" y="626336"/>
                  </a:lnTo>
                  <a:close/>
                  <a:moveTo>
                    <a:pt x="29208" y="473746"/>
                  </a:moveTo>
                  <a:lnTo>
                    <a:pt x="15024" y="490929"/>
                  </a:lnTo>
                  <a:lnTo>
                    <a:pt x="51605" y="510501"/>
                  </a:lnTo>
                  <a:close/>
                  <a:moveTo>
                    <a:pt x="29208" y="473746"/>
                  </a:moveTo>
                  <a:lnTo>
                    <a:pt x="0" y="454174"/>
                  </a:lnTo>
                  <a:lnTo>
                    <a:pt x="15024" y="490929"/>
                  </a:lnTo>
                  <a:close/>
                  <a:moveTo>
                    <a:pt x="262794" y="651334"/>
                  </a:moveTo>
                  <a:lnTo>
                    <a:pt x="238370" y="640337"/>
                  </a:lnTo>
                  <a:lnTo>
                    <a:pt x="205515" y="657962"/>
                  </a:lnTo>
                  <a:close/>
                  <a:moveTo>
                    <a:pt x="248391" y="693691"/>
                  </a:moveTo>
                  <a:lnTo>
                    <a:pt x="262794" y="651334"/>
                  </a:lnTo>
                  <a:lnTo>
                    <a:pt x="205515" y="657962"/>
                  </a:lnTo>
                  <a:close/>
                  <a:moveTo>
                    <a:pt x="147226" y="468396"/>
                  </a:moveTo>
                  <a:lnTo>
                    <a:pt x="136269" y="462897"/>
                  </a:lnTo>
                  <a:lnTo>
                    <a:pt x="113699" y="456562"/>
                  </a:lnTo>
                  <a:close/>
                  <a:moveTo>
                    <a:pt x="208129" y="476311"/>
                  </a:moveTo>
                  <a:lnTo>
                    <a:pt x="168991" y="456562"/>
                  </a:lnTo>
                  <a:lnTo>
                    <a:pt x="171545" y="463112"/>
                  </a:lnTo>
                  <a:close/>
                  <a:moveTo>
                    <a:pt x="171545" y="463112"/>
                  </a:moveTo>
                  <a:lnTo>
                    <a:pt x="168991" y="456562"/>
                  </a:lnTo>
                  <a:lnTo>
                    <a:pt x="147226" y="468396"/>
                  </a:lnTo>
                  <a:close/>
                  <a:moveTo>
                    <a:pt x="208129" y="476311"/>
                  </a:moveTo>
                  <a:lnTo>
                    <a:pt x="171545" y="463112"/>
                  </a:lnTo>
                  <a:lnTo>
                    <a:pt x="207063" y="476134"/>
                  </a:lnTo>
                  <a:close/>
                  <a:moveTo>
                    <a:pt x="381569" y="622649"/>
                  </a:moveTo>
                  <a:lnTo>
                    <a:pt x="346793" y="620031"/>
                  </a:lnTo>
                  <a:lnTo>
                    <a:pt x="376984" y="623154"/>
                  </a:lnTo>
                  <a:close/>
                  <a:moveTo>
                    <a:pt x="358816" y="568773"/>
                  </a:moveTo>
                  <a:lnTo>
                    <a:pt x="326601" y="532461"/>
                  </a:lnTo>
                  <a:lnTo>
                    <a:pt x="358856" y="569279"/>
                  </a:lnTo>
                  <a:close/>
                  <a:moveTo>
                    <a:pt x="311267" y="515574"/>
                  </a:moveTo>
                  <a:lnTo>
                    <a:pt x="284119" y="495706"/>
                  </a:lnTo>
                  <a:lnTo>
                    <a:pt x="311884" y="535631"/>
                  </a:lnTo>
                  <a:close/>
                  <a:moveTo>
                    <a:pt x="250508" y="412980"/>
                  </a:moveTo>
                  <a:lnTo>
                    <a:pt x="231307" y="395062"/>
                  </a:lnTo>
                  <a:lnTo>
                    <a:pt x="260239" y="422196"/>
                  </a:lnTo>
                  <a:close/>
                  <a:moveTo>
                    <a:pt x="360946" y="522833"/>
                  </a:moveTo>
                  <a:lnTo>
                    <a:pt x="326601" y="532461"/>
                  </a:lnTo>
                  <a:lnTo>
                    <a:pt x="358816" y="568773"/>
                  </a:lnTo>
                  <a:close/>
                  <a:moveTo>
                    <a:pt x="260239" y="422196"/>
                  </a:moveTo>
                  <a:lnTo>
                    <a:pt x="259323" y="445942"/>
                  </a:lnTo>
                  <a:lnTo>
                    <a:pt x="270511" y="407937"/>
                  </a:lnTo>
                  <a:close/>
                  <a:moveTo>
                    <a:pt x="587909" y="681869"/>
                  </a:moveTo>
                  <a:lnTo>
                    <a:pt x="572208" y="699052"/>
                  </a:lnTo>
                  <a:lnTo>
                    <a:pt x="592106" y="721916"/>
                  </a:lnTo>
                  <a:close/>
                  <a:moveTo>
                    <a:pt x="568864" y="662297"/>
                  </a:moveTo>
                  <a:lnTo>
                    <a:pt x="572208" y="699052"/>
                  </a:lnTo>
                  <a:lnTo>
                    <a:pt x="587909" y="681869"/>
                  </a:lnTo>
                  <a:close/>
                  <a:moveTo>
                    <a:pt x="568864" y="662297"/>
                  </a:moveTo>
                  <a:lnTo>
                    <a:pt x="587909" y="681869"/>
                  </a:lnTo>
                  <a:lnTo>
                    <a:pt x="564428" y="645114"/>
                  </a:lnTo>
                  <a:close/>
                  <a:moveTo>
                    <a:pt x="267987" y="365242"/>
                  </a:moveTo>
                  <a:lnTo>
                    <a:pt x="310645" y="357650"/>
                  </a:lnTo>
                  <a:lnTo>
                    <a:pt x="293850" y="326557"/>
                  </a:lnTo>
                  <a:close/>
                  <a:moveTo>
                    <a:pt x="267987" y="365242"/>
                  </a:moveTo>
                  <a:lnTo>
                    <a:pt x="293850" y="326557"/>
                  </a:lnTo>
                  <a:lnTo>
                    <a:pt x="266764" y="321489"/>
                  </a:lnTo>
                  <a:close/>
                  <a:moveTo>
                    <a:pt x="310645" y="357650"/>
                  </a:moveTo>
                  <a:lnTo>
                    <a:pt x="340008" y="360867"/>
                  </a:lnTo>
                  <a:lnTo>
                    <a:pt x="321671" y="331027"/>
                  </a:lnTo>
                  <a:close/>
                  <a:moveTo>
                    <a:pt x="310645" y="357650"/>
                  </a:moveTo>
                  <a:lnTo>
                    <a:pt x="321671" y="331027"/>
                  </a:lnTo>
                  <a:lnTo>
                    <a:pt x="293850" y="326557"/>
                  </a:lnTo>
                  <a:close/>
                  <a:moveTo>
                    <a:pt x="266764" y="321489"/>
                  </a:moveTo>
                  <a:lnTo>
                    <a:pt x="293850" y="326557"/>
                  </a:lnTo>
                  <a:lnTo>
                    <a:pt x="285308" y="288755"/>
                  </a:lnTo>
                  <a:close/>
                  <a:moveTo>
                    <a:pt x="266764" y="321489"/>
                  </a:moveTo>
                  <a:lnTo>
                    <a:pt x="285308" y="288755"/>
                  </a:lnTo>
                  <a:lnTo>
                    <a:pt x="259787" y="282414"/>
                  </a:lnTo>
                  <a:close/>
                  <a:moveTo>
                    <a:pt x="544774" y="534849"/>
                  </a:moveTo>
                  <a:lnTo>
                    <a:pt x="549668" y="571604"/>
                  </a:lnTo>
                  <a:lnTo>
                    <a:pt x="598677" y="554068"/>
                  </a:lnTo>
                  <a:close/>
                  <a:moveTo>
                    <a:pt x="598677" y="554068"/>
                  </a:moveTo>
                  <a:lnTo>
                    <a:pt x="549668" y="571604"/>
                  </a:lnTo>
                  <a:lnTo>
                    <a:pt x="598580" y="554576"/>
                  </a:lnTo>
                  <a:close/>
                  <a:moveTo>
                    <a:pt x="598677" y="554068"/>
                  </a:moveTo>
                  <a:lnTo>
                    <a:pt x="598580" y="554576"/>
                  </a:lnTo>
                  <a:lnTo>
                    <a:pt x="599521" y="554420"/>
                  </a:lnTo>
                  <a:close/>
                  <a:moveTo>
                    <a:pt x="438959" y="370645"/>
                  </a:moveTo>
                  <a:lnTo>
                    <a:pt x="425174" y="375307"/>
                  </a:lnTo>
                  <a:lnTo>
                    <a:pt x="438705" y="379552"/>
                  </a:lnTo>
                  <a:close/>
                  <a:moveTo>
                    <a:pt x="615349" y="500482"/>
                  </a:moveTo>
                  <a:lnTo>
                    <a:pt x="598677" y="554068"/>
                  </a:lnTo>
                  <a:lnTo>
                    <a:pt x="599521" y="554420"/>
                  </a:lnTo>
                  <a:close/>
                  <a:moveTo>
                    <a:pt x="615349" y="500482"/>
                  </a:moveTo>
                  <a:lnTo>
                    <a:pt x="599521" y="554420"/>
                  </a:lnTo>
                  <a:lnTo>
                    <a:pt x="633927" y="537237"/>
                  </a:lnTo>
                  <a:close/>
                  <a:moveTo>
                    <a:pt x="662065" y="530052"/>
                  </a:moveTo>
                  <a:lnTo>
                    <a:pt x="706620" y="565665"/>
                  </a:lnTo>
                  <a:lnTo>
                    <a:pt x="670098" y="537237"/>
                  </a:lnTo>
                  <a:close/>
                  <a:moveTo>
                    <a:pt x="706620" y="565665"/>
                  </a:moveTo>
                  <a:lnTo>
                    <a:pt x="743784" y="530453"/>
                  </a:lnTo>
                  <a:lnTo>
                    <a:pt x="694018" y="537237"/>
                  </a:lnTo>
                  <a:close/>
                  <a:moveTo>
                    <a:pt x="654335" y="491588"/>
                  </a:moveTo>
                  <a:lnTo>
                    <a:pt x="615349" y="500482"/>
                  </a:lnTo>
                  <a:lnTo>
                    <a:pt x="662065" y="530052"/>
                  </a:lnTo>
                  <a:close/>
                  <a:moveTo>
                    <a:pt x="662065" y="530052"/>
                  </a:moveTo>
                  <a:lnTo>
                    <a:pt x="670098" y="537237"/>
                  </a:lnTo>
                  <a:lnTo>
                    <a:pt x="688137" y="491197"/>
                  </a:lnTo>
                  <a:close/>
                  <a:moveTo>
                    <a:pt x="654335" y="491588"/>
                  </a:moveTo>
                  <a:lnTo>
                    <a:pt x="662065" y="530052"/>
                  </a:lnTo>
                  <a:lnTo>
                    <a:pt x="688137" y="491197"/>
                  </a:lnTo>
                  <a:close/>
                  <a:moveTo>
                    <a:pt x="608796" y="495693"/>
                  </a:moveTo>
                  <a:lnTo>
                    <a:pt x="615349" y="500482"/>
                  </a:lnTo>
                  <a:lnTo>
                    <a:pt x="654335" y="491588"/>
                  </a:lnTo>
                  <a:close/>
                  <a:moveTo>
                    <a:pt x="654335" y="491588"/>
                  </a:moveTo>
                  <a:lnTo>
                    <a:pt x="646101" y="453536"/>
                  </a:lnTo>
                  <a:lnTo>
                    <a:pt x="608796" y="495693"/>
                  </a:lnTo>
                  <a:close/>
                  <a:moveTo>
                    <a:pt x="688137" y="491197"/>
                  </a:moveTo>
                  <a:lnTo>
                    <a:pt x="679243" y="446544"/>
                  </a:lnTo>
                  <a:lnTo>
                    <a:pt x="646101" y="453536"/>
                  </a:lnTo>
                  <a:close/>
                  <a:moveTo>
                    <a:pt x="688137" y="491197"/>
                  </a:moveTo>
                  <a:lnTo>
                    <a:pt x="646101" y="453536"/>
                  </a:lnTo>
                  <a:lnTo>
                    <a:pt x="654335" y="491588"/>
                  </a:lnTo>
                  <a:close/>
                  <a:moveTo>
                    <a:pt x="679243" y="446544"/>
                  </a:moveTo>
                  <a:lnTo>
                    <a:pt x="649982" y="409789"/>
                  </a:lnTo>
                  <a:lnTo>
                    <a:pt x="646101" y="453536"/>
                  </a:lnTo>
                  <a:close/>
                  <a:moveTo>
                    <a:pt x="649982" y="409789"/>
                  </a:moveTo>
                  <a:lnTo>
                    <a:pt x="642742" y="411520"/>
                  </a:lnTo>
                  <a:lnTo>
                    <a:pt x="646101" y="453536"/>
                  </a:lnTo>
                  <a:close/>
                  <a:moveTo>
                    <a:pt x="602645" y="417030"/>
                  </a:moveTo>
                  <a:lnTo>
                    <a:pt x="646101" y="453536"/>
                  </a:lnTo>
                  <a:lnTo>
                    <a:pt x="642742" y="411520"/>
                  </a:lnTo>
                  <a:close/>
                  <a:moveTo>
                    <a:pt x="644054" y="406732"/>
                  </a:moveTo>
                  <a:lnTo>
                    <a:pt x="602835" y="373034"/>
                  </a:lnTo>
                  <a:lnTo>
                    <a:pt x="642742" y="411520"/>
                  </a:lnTo>
                  <a:close/>
                  <a:moveTo>
                    <a:pt x="642742" y="411520"/>
                  </a:moveTo>
                  <a:lnTo>
                    <a:pt x="602835" y="373034"/>
                  </a:lnTo>
                  <a:lnTo>
                    <a:pt x="600751" y="373822"/>
                  </a:lnTo>
                  <a:close/>
                  <a:moveTo>
                    <a:pt x="644054" y="406732"/>
                  </a:moveTo>
                  <a:lnTo>
                    <a:pt x="642742" y="411520"/>
                  </a:lnTo>
                  <a:lnTo>
                    <a:pt x="649982" y="409789"/>
                  </a:lnTo>
                  <a:close/>
                  <a:moveTo>
                    <a:pt x="601412" y="371880"/>
                  </a:moveTo>
                  <a:lnTo>
                    <a:pt x="600751" y="373822"/>
                  </a:lnTo>
                  <a:lnTo>
                    <a:pt x="602835" y="373034"/>
                  </a:lnTo>
                  <a:close/>
                  <a:moveTo>
                    <a:pt x="595324" y="373034"/>
                  </a:moveTo>
                  <a:lnTo>
                    <a:pt x="600751" y="373822"/>
                  </a:lnTo>
                  <a:lnTo>
                    <a:pt x="601412" y="371880"/>
                  </a:lnTo>
                  <a:close/>
                  <a:moveTo>
                    <a:pt x="736373" y="520054"/>
                  </a:moveTo>
                  <a:lnTo>
                    <a:pt x="743784" y="530453"/>
                  </a:lnTo>
                  <a:lnTo>
                    <a:pt x="750701" y="502870"/>
                  </a:lnTo>
                  <a:close/>
                  <a:moveTo>
                    <a:pt x="649982" y="409789"/>
                  </a:moveTo>
                  <a:lnTo>
                    <a:pt x="691733" y="443527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79243" y="446544"/>
                  </a:lnTo>
                  <a:lnTo>
                    <a:pt x="691733" y="443527"/>
                  </a:lnTo>
                  <a:close/>
                  <a:moveTo>
                    <a:pt x="691733" y="443527"/>
                  </a:moveTo>
                  <a:lnTo>
                    <a:pt x="726284" y="397778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88405" y="401485"/>
                  </a:lnTo>
                  <a:lnTo>
                    <a:pt x="644054" y="406732"/>
                  </a:lnTo>
                  <a:close/>
                  <a:moveTo>
                    <a:pt x="644054" y="406732"/>
                  </a:moveTo>
                  <a:lnTo>
                    <a:pt x="688405" y="401485"/>
                  </a:lnTo>
                  <a:lnTo>
                    <a:pt x="694333" y="373934"/>
                  </a:lnTo>
                  <a:close/>
                  <a:moveTo>
                    <a:pt x="644054" y="406732"/>
                  </a:moveTo>
                  <a:lnTo>
                    <a:pt x="694333" y="373934"/>
                  </a:lnTo>
                  <a:lnTo>
                    <a:pt x="657073" y="359203"/>
                  </a:lnTo>
                  <a:close/>
                  <a:moveTo>
                    <a:pt x="595324" y="373034"/>
                  </a:moveTo>
                  <a:lnTo>
                    <a:pt x="601412" y="371880"/>
                  </a:lnTo>
                  <a:lnTo>
                    <a:pt x="617403" y="335458"/>
                  </a:lnTo>
                  <a:close/>
                  <a:moveTo>
                    <a:pt x="650406" y="355850"/>
                  </a:moveTo>
                  <a:lnTo>
                    <a:pt x="644054" y="406732"/>
                  </a:lnTo>
                  <a:lnTo>
                    <a:pt x="657073" y="359203"/>
                  </a:lnTo>
                  <a:close/>
                  <a:moveTo>
                    <a:pt x="650406" y="355850"/>
                  </a:moveTo>
                  <a:lnTo>
                    <a:pt x="602835" y="373034"/>
                  </a:lnTo>
                  <a:lnTo>
                    <a:pt x="644054" y="406732"/>
                  </a:lnTo>
                  <a:close/>
                  <a:moveTo>
                    <a:pt x="602835" y="373034"/>
                  </a:moveTo>
                  <a:lnTo>
                    <a:pt x="650406" y="355850"/>
                  </a:lnTo>
                  <a:lnTo>
                    <a:pt x="601412" y="371880"/>
                  </a:lnTo>
                  <a:close/>
                  <a:moveTo>
                    <a:pt x="650406" y="355850"/>
                  </a:moveTo>
                  <a:lnTo>
                    <a:pt x="617403" y="335458"/>
                  </a:lnTo>
                  <a:lnTo>
                    <a:pt x="601412" y="371880"/>
                  </a:lnTo>
                  <a:close/>
                  <a:moveTo>
                    <a:pt x="776159" y="430715"/>
                  </a:moveTo>
                  <a:lnTo>
                    <a:pt x="752534" y="466115"/>
                  </a:lnTo>
                  <a:lnTo>
                    <a:pt x="797949" y="415977"/>
                  </a:lnTo>
                  <a:close/>
                  <a:moveTo>
                    <a:pt x="657937" y="354419"/>
                  </a:moveTo>
                  <a:lnTo>
                    <a:pt x="650406" y="355850"/>
                  </a:lnTo>
                  <a:lnTo>
                    <a:pt x="657073" y="359203"/>
                  </a:lnTo>
                  <a:close/>
                  <a:moveTo>
                    <a:pt x="644139" y="214637"/>
                  </a:moveTo>
                  <a:lnTo>
                    <a:pt x="585013" y="214357"/>
                  </a:lnTo>
                  <a:lnTo>
                    <a:pt x="610872" y="214831"/>
                  </a:lnTo>
                  <a:close/>
                  <a:moveTo>
                    <a:pt x="867925" y="264403"/>
                  </a:moveTo>
                  <a:lnTo>
                    <a:pt x="839298" y="304300"/>
                  </a:lnTo>
                  <a:lnTo>
                    <a:pt x="851298" y="298446"/>
                  </a:lnTo>
                  <a:close/>
                  <a:moveTo>
                    <a:pt x="955979" y="185152"/>
                  </a:moveTo>
                  <a:lnTo>
                    <a:pt x="933114" y="162773"/>
                  </a:lnTo>
                  <a:lnTo>
                    <a:pt x="909411" y="151175"/>
                  </a:lnTo>
                  <a:close/>
                  <a:moveTo>
                    <a:pt x="955979" y="185152"/>
                  </a:moveTo>
                  <a:lnTo>
                    <a:pt x="996379" y="178525"/>
                  </a:lnTo>
                  <a:lnTo>
                    <a:pt x="937172" y="159669"/>
                  </a:lnTo>
                  <a:close/>
                  <a:moveTo>
                    <a:pt x="909411" y="151175"/>
                  </a:moveTo>
                  <a:lnTo>
                    <a:pt x="926548" y="159669"/>
                  </a:lnTo>
                  <a:lnTo>
                    <a:pt x="914891" y="123008"/>
                  </a:lnTo>
                  <a:close/>
                  <a:moveTo>
                    <a:pt x="914891" y="123008"/>
                  </a:moveTo>
                  <a:lnTo>
                    <a:pt x="931880" y="158159"/>
                  </a:lnTo>
                  <a:lnTo>
                    <a:pt x="952879" y="140465"/>
                  </a:lnTo>
                  <a:close/>
                  <a:moveTo>
                    <a:pt x="1045310" y="211451"/>
                  </a:moveTo>
                  <a:lnTo>
                    <a:pt x="1015027" y="208982"/>
                  </a:lnTo>
                  <a:lnTo>
                    <a:pt x="1015718" y="250833"/>
                  </a:lnTo>
                  <a:close/>
                  <a:moveTo>
                    <a:pt x="1045310" y="211451"/>
                  </a:moveTo>
                  <a:lnTo>
                    <a:pt x="1046354" y="165855"/>
                  </a:lnTo>
                  <a:lnTo>
                    <a:pt x="1015027" y="208982"/>
                  </a:lnTo>
                  <a:close/>
                  <a:moveTo>
                    <a:pt x="996379" y="178525"/>
                  </a:moveTo>
                  <a:lnTo>
                    <a:pt x="1046354" y="165855"/>
                  </a:lnTo>
                  <a:lnTo>
                    <a:pt x="1047327" y="148228"/>
                  </a:lnTo>
                  <a:close/>
                  <a:moveTo>
                    <a:pt x="1046354" y="165855"/>
                  </a:moveTo>
                  <a:lnTo>
                    <a:pt x="1079117" y="166307"/>
                  </a:lnTo>
                  <a:lnTo>
                    <a:pt x="1047327" y="148228"/>
                  </a:lnTo>
                  <a:close/>
                  <a:moveTo>
                    <a:pt x="967030" y="88547"/>
                  </a:moveTo>
                  <a:lnTo>
                    <a:pt x="952879" y="140465"/>
                  </a:lnTo>
                  <a:lnTo>
                    <a:pt x="955067" y="142485"/>
                  </a:lnTo>
                  <a:close/>
                  <a:moveTo>
                    <a:pt x="1045623" y="121702"/>
                  </a:moveTo>
                  <a:lnTo>
                    <a:pt x="1009414" y="131053"/>
                  </a:lnTo>
                  <a:lnTo>
                    <a:pt x="1047327" y="148228"/>
                  </a:lnTo>
                  <a:close/>
                  <a:moveTo>
                    <a:pt x="1009464" y="124010"/>
                  </a:moveTo>
                  <a:lnTo>
                    <a:pt x="1045623" y="121702"/>
                  </a:lnTo>
                  <a:lnTo>
                    <a:pt x="1034652" y="85874"/>
                  </a:lnTo>
                  <a:close/>
                  <a:moveTo>
                    <a:pt x="1009464" y="124010"/>
                  </a:moveTo>
                  <a:lnTo>
                    <a:pt x="1034652" y="85874"/>
                  </a:lnTo>
                  <a:lnTo>
                    <a:pt x="1005992" y="82086"/>
                  </a:lnTo>
                  <a:close/>
                  <a:moveTo>
                    <a:pt x="1074717" y="125137"/>
                  </a:moveTo>
                  <a:lnTo>
                    <a:pt x="1047327" y="148228"/>
                  </a:lnTo>
                  <a:lnTo>
                    <a:pt x="1074820" y="126446"/>
                  </a:lnTo>
                  <a:close/>
                  <a:moveTo>
                    <a:pt x="1074717" y="125137"/>
                  </a:moveTo>
                  <a:lnTo>
                    <a:pt x="1045623" y="121702"/>
                  </a:lnTo>
                  <a:lnTo>
                    <a:pt x="1047327" y="148228"/>
                  </a:lnTo>
                  <a:close/>
                  <a:moveTo>
                    <a:pt x="1045623" y="121702"/>
                  </a:moveTo>
                  <a:lnTo>
                    <a:pt x="1074717" y="125137"/>
                  </a:lnTo>
                  <a:lnTo>
                    <a:pt x="1034652" y="85874"/>
                  </a:lnTo>
                  <a:close/>
                  <a:moveTo>
                    <a:pt x="1005992" y="82086"/>
                  </a:moveTo>
                  <a:lnTo>
                    <a:pt x="1031711" y="43518"/>
                  </a:lnTo>
                  <a:lnTo>
                    <a:pt x="1000211" y="42038"/>
                  </a:lnTo>
                  <a:close/>
                  <a:moveTo>
                    <a:pt x="1000211" y="42038"/>
                  </a:moveTo>
                  <a:lnTo>
                    <a:pt x="1031711" y="43518"/>
                  </a:lnTo>
                  <a:lnTo>
                    <a:pt x="1030199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93" name="Input_density__184">
              <a:extLst>
                <a:ext uri="{FF2B5EF4-FFF2-40B4-BE49-F238E27FC236}">
                  <a16:creationId xmlns:a16="http://schemas.microsoft.com/office/drawing/2014/main" id="{BD17BB3F-43E2-3294-9555-BA428340E30D}"/>
                </a:ext>
              </a:extLst>
            </p:cNvPr>
            <p:cNvSpPr>
              <a:spLocks noGrp="1"/>
            </p:cNvSpPr>
            <p:nvPr/>
          </p:nvSpPr>
          <p:spPr>
            <a:xfrm>
              <a:off x="546075" y="1630959"/>
              <a:ext cx="984090" cy="703004"/>
            </a:xfrm>
            <a:custGeom>
              <a:avLst/>
              <a:gdLst/>
              <a:ahLst/>
              <a:cxnLst/>
              <a:rect l="0" t="0" r="0" b="0"/>
              <a:pathLst>
                <a:path w="984090" h="703004">
                  <a:moveTo>
                    <a:pt x="140517" y="666248"/>
                  </a:moveTo>
                  <a:lnTo>
                    <a:pt x="196122" y="685307"/>
                  </a:lnTo>
                  <a:lnTo>
                    <a:pt x="179576" y="654636"/>
                  </a:lnTo>
                  <a:close/>
                  <a:moveTo>
                    <a:pt x="196162" y="685820"/>
                  </a:moveTo>
                  <a:lnTo>
                    <a:pt x="196122" y="685307"/>
                  </a:lnTo>
                  <a:lnTo>
                    <a:pt x="140517" y="666248"/>
                  </a:lnTo>
                  <a:close/>
                  <a:moveTo>
                    <a:pt x="162647" y="703004"/>
                  </a:moveTo>
                  <a:lnTo>
                    <a:pt x="196162" y="685820"/>
                  </a:lnTo>
                  <a:lnTo>
                    <a:pt x="140517" y="666248"/>
                  </a:lnTo>
                  <a:close/>
                  <a:moveTo>
                    <a:pt x="179576" y="654636"/>
                  </a:moveTo>
                  <a:lnTo>
                    <a:pt x="196122" y="685307"/>
                  </a:lnTo>
                  <a:lnTo>
                    <a:pt x="193478" y="649065"/>
                  </a:lnTo>
                  <a:close/>
                  <a:moveTo>
                    <a:pt x="1983" y="465290"/>
                  </a:moveTo>
                  <a:lnTo>
                    <a:pt x="0" y="468540"/>
                  </a:lnTo>
                  <a:lnTo>
                    <a:pt x="6734" y="475522"/>
                  </a:lnTo>
                  <a:close/>
                  <a:moveTo>
                    <a:pt x="2602" y="460075"/>
                  </a:moveTo>
                  <a:lnTo>
                    <a:pt x="0" y="468540"/>
                  </a:lnTo>
                  <a:lnTo>
                    <a:pt x="1983" y="465290"/>
                  </a:lnTo>
                  <a:close/>
                  <a:moveTo>
                    <a:pt x="196162" y="685820"/>
                  </a:moveTo>
                  <a:lnTo>
                    <a:pt x="196377" y="686261"/>
                  </a:lnTo>
                  <a:lnTo>
                    <a:pt x="196600" y="685543"/>
                  </a:lnTo>
                  <a:close/>
                  <a:moveTo>
                    <a:pt x="196162" y="685820"/>
                  </a:moveTo>
                  <a:lnTo>
                    <a:pt x="196600" y="685543"/>
                  </a:lnTo>
                  <a:lnTo>
                    <a:pt x="196122" y="685307"/>
                  </a:lnTo>
                  <a:close/>
                  <a:moveTo>
                    <a:pt x="1983" y="465290"/>
                  </a:moveTo>
                  <a:lnTo>
                    <a:pt x="6734" y="475522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1983" y="465290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7456" y="462478"/>
                  </a:lnTo>
                  <a:lnTo>
                    <a:pt x="6144" y="428535"/>
                  </a:lnTo>
                  <a:close/>
                  <a:moveTo>
                    <a:pt x="6144" y="428535"/>
                  </a:moveTo>
                  <a:lnTo>
                    <a:pt x="7456" y="462478"/>
                  </a:lnTo>
                  <a:lnTo>
                    <a:pt x="39525" y="448107"/>
                  </a:lnTo>
                  <a:close/>
                  <a:moveTo>
                    <a:pt x="6144" y="428535"/>
                  </a:moveTo>
                  <a:lnTo>
                    <a:pt x="39525" y="448107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6144" y="428535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19484" y="398617"/>
                  </a:lnTo>
                  <a:lnTo>
                    <a:pt x="6144" y="428535"/>
                  </a:lnTo>
                  <a:close/>
                  <a:moveTo>
                    <a:pt x="171109" y="482531"/>
                  </a:moveTo>
                  <a:lnTo>
                    <a:pt x="159853" y="484862"/>
                  </a:lnTo>
                  <a:lnTo>
                    <a:pt x="198991" y="504611"/>
                  </a:lnTo>
                  <a:close/>
                  <a:moveTo>
                    <a:pt x="198991" y="504611"/>
                  </a:moveTo>
                  <a:lnTo>
                    <a:pt x="230297" y="496088"/>
                  </a:lnTo>
                  <a:lnTo>
                    <a:pt x="218010" y="471490"/>
                  </a:lnTo>
                  <a:close/>
                  <a:moveTo>
                    <a:pt x="198991" y="504611"/>
                  </a:moveTo>
                  <a:lnTo>
                    <a:pt x="218010" y="471490"/>
                  </a:lnTo>
                  <a:lnTo>
                    <a:pt x="171109" y="482531"/>
                  </a:lnTo>
                  <a:close/>
                  <a:moveTo>
                    <a:pt x="37871" y="411352"/>
                  </a:moveTo>
                  <a:lnTo>
                    <a:pt x="59682" y="357613"/>
                  </a:lnTo>
                  <a:lnTo>
                    <a:pt x="42604" y="388851"/>
                  </a:lnTo>
                  <a:close/>
                  <a:moveTo>
                    <a:pt x="46673" y="374597"/>
                  </a:moveTo>
                  <a:lnTo>
                    <a:pt x="42604" y="388851"/>
                  </a:lnTo>
                  <a:lnTo>
                    <a:pt x="59682" y="357613"/>
                  </a:lnTo>
                  <a:close/>
                  <a:moveTo>
                    <a:pt x="59893" y="357284"/>
                  </a:moveTo>
                  <a:lnTo>
                    <a:pt x="46673" y="374597"/>
                  </a:lnTo>
                  <a:lnTo>
                    <a:pt x="59682" y="357613"/>
                  </a:lnTo>
                  <a:close/>
                  <a:moveTo>
                    <a:pt x="250185" y="474241"/>
                  </a:moveTo>
                  <a:lnTo>
                    <a:pt x="230297" y="496088"/>
                  </a:lnTo>
                  <a:lnTo>
                    <a:pt x="203607" y="504433"/>
                  </a:lnTo>
                  <a:close/>
                  <a:moveTo>
                    <a:pt x="230297" y="496088"/>
                  </a:moveTo>
                  <a:lnTo>
                    <a:pt x="250185" y="474241"/>
                  </a:lnTo>
                  <a:lnTo>
                    <a:pt x="231874" y="467678"/>
                  </a:lnTo>
                  <a:close/>
                  <a:moveTo>
                    <a:pt x="85008" y="326609"/>
                  </a:moveTo>
                  <a:lnTo>
                    <a:pt x="59893" y="357284"/>
                  </a:lnTo>
                  <a:lnTo>
                    <a:pt x="106638" y="311272"/>
                  </a:lnTo>
                  <a:close/>
                  <a:moveTo>
                    <a:pt x="150763" y="292996"/>
                  </a:moveTo>
                  <a:lnTo>
                    <a:pt x="115649" y="303475"/>
                  </a:lnTo>
                  <a:lnTo>
                    <a:pt x="162082" y="297780"/>
                  </a:lnTo>
                  <a:close/>
                  <a:moveTo>
                    <a:pt x="115649" y="303475"/>
                  </a:moveTo>
                  <a:lnTo>
                    <a:pt x="106638" y="311272"/>
                  </a:lnTo>
                  <a:lnTo>
                    <a:pt x="162082" y="297780"/>
                  </a:lnTo>
                  <a:close/>
                  <a:moveTo>
                    <a:pt x="599460" y="619475"/>
                  </a:moveTo>
                  <a:lnTo>
                    <a:pt x="599421" y="619316"/>
                  </a:lnTo>
                  <a:lnTo>
                    <a:pt x="589442" y="582875"/>
                  </a:lnTo>
                  <a:close/>
                  <a:moveTo>
                    <a:pt x="549049" y="636658"/>
                  </a:moveTo>
                  <a:lnTo>
                    <a:pt x="599460" y="619475"/>
                  </a:lnTo>
                  <a:lnTo>
                    <a:pt x="540529" y="599903"/>
                  </a:lnTo>
                  <a:close/>
                  <a:moveTo>
                    <a:pt x="295254" y="269108"/>
                  </a:moveTo>
                  <a:lnTo>
                    <a:pt x="303548" y="305864"/>
                  </a:lnTo>
                  <a:lnTo>
                    <a:pt x="334815" y="296464"/>
                  </a:lnTo>
                  <a:close/>
                  <a:moveTo>
                    <a:pt x="599468" y="619471"/>
                  </a:moveTo>
                  <a:lnTo>
                    <a:pt x="599421" y="619316"/>
                  </a:lnTo>
                  <a:lnTo>
                    <a:pt x="599460" y="619475"/>
                  </a:lnTo>
                  <a:close/>
                  <a:moveTo>
                    <a:pt x="599421" y="619316"/>
                  </a:moveTo>
                  <a:lnTo>
                    <a:pt x="599468" y="619471"/>
                  </a:lnTo>
                  <a:lnTo>
                    <a:pt x="590382" y="582720"/>
                  </a:lnTo>
                  <a:close/>
                  <a:moveTo>
                    <a:pt x="421679" y="362190"/>
                  </a:moveTo>
                  <a:lnTo>
                    <a:pt x="440944" y="381762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1679" y="362190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3909" y="336836"/>
                  </a:lnTo>
                  <a:lnTo>
                    <a:pt x="421679" y="362190"/>
                  </a:lnTo>
                  <a:close/>
                  <a:moveTo>
                    <a:pt x="423909" y="336836"/>
                  </a:moveTo>
                  <a:lnTo>
                    <a:pt x="449662" y="336914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56674" y="308252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69818" y="316064"/>
                  </a:lnTo>
                  <a:lnTo>
                    <a:pt x="456674" y="308252"/>
                  </a:lnTo>
                  <a:close/>
                  <a:moveTo>
                    <a:pt x="469818" y="316064"/>
                  </a:moveTo>
                  <a:lnTo>
                    <a:pt x="479117" y="291068"/>
                  </a:lnTo>
                  <a:lnTo>
                    <a:pt x="456674" y="308252"/>
                  </a:lnTo>
                  <a:close/>
                  <a:moveTo>
                    <a:pt x="492824" y="277503"/>
                  </a:moveTo>
                  <a:lnTo>
                    <a:pt x="456674" y="308252"/>
                  </a:lnTo>
                  <a:lnTo>
                    <a:pt x="479117" y="291068"/>
                  </a:lnTo>
                  <a:close/>
                  <a:moveTo>
                    <a:pt x="545258" y="252762"/>
                  </a:moveTo>
                  <a:lnTo>
                    <a:pt x="492824" y="277503"/>
                  </a:lnTo>
                  <a:lnTo>
                    <a:pt x="516215" y="268750"/>
                  </a:lnTo>
                  <a:close/>
                  <a:moveTo>
                    <a:pt x="786565" y="262488"/>
                  </a:moveTo>
                  <a:lnTo>
                    <a:pt x="746865" y="276273"/>
                  </a:lnTo>
                  <a:lnTo>
                    <a:pt x="793827" y="270612"/>
                  </a:lnTo>
                  <a:close/>
                  <a:moveTo>
                    <a:pt x="760154" y="240926"/>
                  </a:moveTo>
                  <a:lnTo>
                    <a:pt x="746865" y="276273"/>
                  </a:lnTo>
                  <a:lnTo>
                    <a:pt x="786565" y="262488"/>
                  </a:lnTo>
                  <a:close/>
                  <a:moveTo>
                    <a:pt x="759999" y="239518"/>
                  </a:moveTo>
                  <a:lnTo>
                    <a:pt x="786565" y="262488"/>
                  </a:lnTo>
                  <a:lnTo>
                    <a:pt x="793118" y="259090"/>
                  </a:lnTo>
                  <a:close/>
                  <a:moveTo>
                    <a:pt x="759999" y="239518"/>
                  </a:moveTo>
                  <a:lnTo>
                    <a:pt x="793118" y="259090"/>
                  </a:lnTo>
                  <a:lnTo>
                    <a:pt x="786704" y="222335"/>
                  </a:lnTo>
                  <a:close/>
                  <a:moveTo>
                    <a:pt x="786565" y="262488"/>
                  </a:moveTo>
                  <a:lnTo>
                    <a:pt x="793827" y="270612"/>
                  </a:lnTo>
                  <a:lnTo>
                    <a:pt x="793118" y="259090"/>
                  </a:lnTo>
                  <a:close/>
                  <a:moveTo>
                    <a:pt x="793827" y="270612"/>
                  </a:moveTo>
                  <a:lnTo>
                    <a:pt x="805783" y="291611"/>
                  </a:lnTo>
                  <a:lnTo>
                    <a:pt x="793118" y="259090"/>
                  </a:lnTo>
                  <a:close/>
                  <a:moveTo>
                    <a:pt x="793118" y="259090"/>
                  </a:moveTo>
                  <a:lnTo>
                    <a:pt x="843315" y="278662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793118" y="259090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828845" y="241907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786704" y="222335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823485" y="205152"/>
                  </a:lnTo>
                  <a:lnTo>
                    <a:pt x="823170" y="168397"/>
                  </a:lnTo>
                  <a:close/>
                  <a:moveTo>
                    <a:pt x="823485" y="205152"/>
                  </a:moveTo>
                  <a:lnTo>
                    <a:pt x="859215" y="230513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44280" y="197907"/>
                  </a:lnTo>
                  <a:lnTo>
                    <a:pt x="859215" y="230513"/>
                  </a:lnTo>
                  <a:close/>
                  <a:moveTo>
                    <a:pt x="823170" y="168397"/>
                  </a:moveTo>
                  <a:lnTo>
                    <a:pt x="844280" y="197907"/>
                  </a:lnTo>
                  <a:lnTo>
                    <a:pt x="828721" y="165810"/>
                  </a:lnTo>
                  <a:close/>
                  <a:moveTo>
                    <a:pt x="823170" y="168397"/>
                  </a:moveTo>
                  <a:lnTo>
                    <a:pt x="823485" y="205152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56202" y="151213"/>
                  </a:lnTo>
                  <a:lnTo>
                    <a:pt x="844280" y="197907"/>
                  </a:lnTo>
                  <a:close/>
                  <a:moveTo>
                    <a:pt x="856202" y="151213"/>
                  </a:moveTo>
                  <a:lnTo>
                    <a:pt x="828721" y="165810"/>
                  </a:lnTo>
                  <a:lnTo>
                    <a:pt x="844280" y="197907"/>
                  </a:lnTo>
                  <a:close/>
                  <a:moveTo>
                    <a:pt x="823972" y="162538"/>
                  </a:moveTo>
                  <a:lnTo>
                    <a:pt x="823170" y="168397"/>
                  </a:lnTo>
                  <a:lnTo>
                    <a:pt x="828721" y="165810"/>
                  </a:lnTo>
                  <a:close/>
                  <a:moveTo>
                    <a:pt x="827137" y="131641"/>
                  </a:moveTo>
                  <a:lnTo>
                    <a:pt x="828721" y="165810"/>
                  </a:lnTo>
                  <a:lnTo>
                    <a:pt x="856202" y="151213"/>
                  </a:lnTo>
                  <a:close/>
                  <a:moveTo>
                    <a:pt x="827137" y="131641"/>
                  </a:moveTo>
                  <a:lnTo>
                    <a:pt x="856202" y="151213"/>
                  </a:lnTo>
                  <a:lnTo>
                    <a:pt x="858148" y="114458"/>
                  </a:lnTo>
                  <a:close/>
                  <a:moveTo>
                    <a:pt x="877650" y="187968"/>
                  </a:moveTo>
                  <a:lnTo>
                    <a:pt x="900273" y="179475"/>
                  </a:lnTo>
                  <a:lnTo>
                    <a:pt x="891229" y="134030"/>
                  </a:lnTo>
                  <a:close/>
                  <a:moveTo>
                    <a:pt x="856202" y="151213"/>
                  </a:moveTo>
                  <a:lnTo>
                    <a:pt x="877650" y="187968"/>
                  </a:lnTo>
                  <a:lnTo>
                    <a:pt x="891229" y="134030"/>
                  </a:lnTo>
                  <a:close/>
                  <a:moveTo>
                    <a:pt x="858148" y="114458"/>
                  </a:moveTo>
                  <a:lnTo>
                    <a:pt x="895217" y="111916"/>
                  </a:lnTo>
                  <a:lnTo>
                    <a:pt x="883319" y="103764"/>
                  </a:lnTo>
                  <a:close/>
                  <a:moveTo>
                    <a:pt x="891229" y="134030"/>
                  </a:moveTo>
                  <a:lnTo>
                    <a:pt x="895217" y="111916"/>
                  </a:lnTo>
                  <a:lnTo>
                    <a:pt x="858148" y="114458"/>
                  </a:lnTo>
                  <a:close/>
                  <a:moveTo>
                    <a:pt x="856202" y="151213"/>
                  </a:moveTo>
                  <a:lnTo>
                    <a:pt x="891229" y="134030"/>
                  </a:lnTo>
                  <a:lnTo>
                    <a:pt x="858148" y="114458"/>
                  </a:lnTo>
                  <a:close/>
                  <a:moveTo>
                    <a:pt x="865553" y="97217"/>
                  </a:moveTo>
                  <a:lnTo>
                    <a:pt x="858148" y="114458"/>
                  </a:lnTo>
                  <a:lnTo>
                    <a:pt x="883319" y="103764"/>
                  </a:lnTo>
                  <a:close/>
                  <a:moveTo>
                    <a:pt x="874359" y="77703"/>
                  </a:moveTo>
                  <a:lnTo>
                    <a:pt x="883319" y="103764"/>
                  </a:lnTo>
                  <a:lnTo>
                    <a:pt x="896499" y="97275"/>
                  </a:lnTo>
                  <a:close/>
                  <a:moveTo>
                    <a:pt x="883319" y="103764"/>
                  </a:moveTo>
                  <a:lnTo>
                    <a:pt x="895217" y="111916"/>
                  </a:lnTo>
                  <a:lnTo>
                    <a:pt x="896499" y="97275"/>
                  </a:lnTo>
                  <a:close/>
                  <a:moveTo>
                    <a:pt x="907695" y="128694"/>
                  </a:moveTo>
                  <a:lnTo>
                    <a:pt x="954920" y="114354"/>
                  </a:lnTo>
                  <a:lnTo>
                    <a:pt x="896499" y="97275"/>
                  </a:lnTo>
                  <a:close/>
                  <a:moveTo>
                    <a:pt x="896499" y="97275"/>
                  </a:moveTo>
                  <a:lnTo>
                    <a:pt x="954920" y="114354"/>
                  </a:lnTo>
                  <a:lnTo>
                    <a:pt x="929325" y="80092"/>
                  </a:lnTo>
                  <a:close/>
                  <a:moveTo>
                    <a:pt x="896499" y="97275"/>
                  </a:moveTo>
                  <a:lnTo>
                    <a:pt x="895217" y="111916"/>
                  </a:lnTo>
                  <a:lnTo>
                    <a:pt x="907695" y="128694"/>
                  </a:lnTo>
                  <a:close/>
                  <a:moveTo>
                    <a:pt x="899804" y="60520"/>
                  </a:moveTo>
                  <a:lnTo>
                    <a:pt x="896499" y="97275"/>
                  </a:lnTo>
                  <a:lnTo>
                    <a:pt x="929325" y="80092"/>
                  </a:lnTo>
                  <a:close/>
                  <a:moveTo>
                    <a:pt x="899804" y="60520"/>
                  </a:moveTo>
                  <a:lnTo>
                    <a:pt x="929325" y="80092"/>
                  </a:lnTo>
                  <a:lnTo>
                    <a:pt x="933833" y="43336"/>
                  </a:lnTo>
                  <a:close/>
                  <a:moveTo>
                    <a:pt x="933833" y="43336"/>
                  </a:moveTo>
                  <a:lnTo>
                    <a:pt x="934720" y="38829"/>
                  </a:lnTo>
                  <a:lnTo>
                    <a:pt x="898916" y="23765"/>
                  </a:lnTo>
                  <a:close/>
                  <a:moveTo>
                    <a:pt x="899804" y="60520"/>
                  </a:moveTo>
                  <a:lnTo>
                    <a:pt x="933833" y="43336"/>
                  </a:lnTo>
                  <a:lnTo>
                    <a:pt x="898916" y="23765"/>
                  </a:lnTo>
                  <a:close/>
                  <a:moveTo>
                    <a:pt x="933833" y="43336"/>
                  </a:moveTo>
                  <a:lnTo>
                    <a:pt x="954743" y="72785"/>
                  </a:lnTo>
                  <a:lnTo>
                    <a:pt x="937344" y="42184"/>
                  </a:lnTo>
                  <a:close/>
                  <a:moveTo>
                    <a:pt x="933833" y="43336"/>
                  </a:moveTo>
                  <a:lnTo>
                    <a:pt x="929325" y="80092"/>
                  </a:lnTo>
                  <a:lnTo>
                    <a:pt x="954743" y="72785"/>
                  </a:lnTo>
                  <a:close/>
                  <a:moveTo>
                    <a:pt x="954743" y="72785"/>
                  </a:moveTo>
                  <a:lnTo>
                    <a:pt x="984090" y="31268"/>
                  </a:lnTo>
                  <a:lnTo>
                    <a:pt x="937344" y="42184"/>
                  </a:lnTo>
                  <a:close/>
                  <a:moveTo>
                    <a:pt x="934720" y="38829"/>
                  </a:moveTo>
                  <a:lnTo>
                    <a:pt x="933833" y="43336"/>
                  </a:lnTo>
                  <a:lnTo>
                    <a:pt x="937344" y="42184"/>
                  </a:lnTo>
                  <a:close/>
                  <a:moveTo>
                    <a:pt x="937344" y="42184"/>
                  </a:moveTo>
                  <a:lnTo>
                    <a:pt x="942783" y="6582"/>
                  </a:lnTo>
                  <a:lnTo>
                    <a:pt x="934720" y="38829"/>
                  </a:lnTo>
                  <a:close/>
                  <a:moveTo>
                    <a:pt x="967510" y="0"/>
                  </a:moveTo>
                  <a:lnTo>
                    <a:pt x="942783" y="6582"/>
                  </a:lnTo>
                  <a:lnTo>
                    <a:pt x="937344" y="42184"/>
                  </a:lnTo>
                  <a:close/>
                  <a:moveTo>
                    <a:pt x="984090" y="31268"/>
                  </a:moveTo>
                  <a:lnTo>
                    <a:pt x="967510" y="0"/>
                  </a:lnTo>
                  <a:lnTo>
                    <a:pt x="937344" y="4218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94" name="Input_density__185">
              <a:extLst>
                <a:ext uri="{FF2B5EF4-FFF2-40B4-BE49-F238E27FC236}">
                  <a16:creationId xmlns:a16="http://schemas.microsoft.com/office/drawing/2014/main" id="{28C340E6-A8A2-B2DF-1AF7-1B2CF4E9B040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913025"/>
              <a:ext cx="1023418" cy="482041"/>
            </a:xfrm>
            <a:custGeom>
              <a:avLst/>
              <a:gdLst/>
              <a:ahLst/>
              <a:cxnLst/>
              <a:rect l="0" t="0" r="0" b="0"/>
              <a:pathLst>
                <a:path w="1023418" h="482041">
                  <a:moveTo>
                    <a:pt x="60968" y="341650"/>
                  </a:moveTo>
                  <a:lnTo>
                    <a:pt x="92043" y="330244"/>
                  </a:lnTo>
                  <a:lnTo>
                    <a:pt x="76803" y="336993"/>
                  </a:lnTo>
                  <a:close/>
                  <a:moveTo>
                    <a:pt x="0" y="270626"/>
                  </a:moveTo>
                  <a:lnTo>
                    <a:pt x="33378" y="270845"/>
                  </a:lnTo>
                  <a:lnTo>
                    <a:pt x="4452" y="271014"/>
                  </a:lnTo>
                  <a:close/>
                  <a:moveTo>
                    <a:pt x="318387" y="224756"/>
                  </a:moveTo>
                  <a:lnTo>
                    <a:pt x="329597" y="246066"/>
                  </a:lnTo>
                  <a:lnTo>
                    <a:pt x="325636" y="241939"/>
                  </a:lnTo>
                  <a:close/>
                  <a:moveTo>
                    <a:pt x="317348" y="228640"/>
                  </a:moveTo>
                  <a:lnTo>
                    <a:pt x="316846" y="269067"/>
                  </a:lnTo>
                  <a:lnTo>
                    <a:pt x="318387" y="224756"/>
                  </a:lnTo>
                  <a:close/>
                  <a:moveTo>
                    <a:pt x="299422" y="161614"/>
                  </a:moveTo>
                  <a:lnTo>
                    <a:pt x="317943" y="188001"/>
                  </a:lnTo>
                  <a:lnTo>
                    <a:pt x="293448" y="153848"/>
                  </a:lnTo>
                  <a:close/>
                  <a:moveTo>
                    <a:pt x="577508" y="482041"/>
                  </a:moveTo>
                  <a:lnTo>
                    <a:pt x="591874" y="476486"/>
                  </a:lnTo>
                  <a:lnTo>
                    <a:pt x="548006" y="468150"/>
                  </a:lnTo>
                  <a:close/>
                  <a:moveTo>
                    <a:pt x="548006" y="468150"/>
                  </a:moveTo>
                  <a:lnTo>
                    <a:pt x="591874" y="476486"/>
                  </a:lnTo>
                  <a:lnTo>
                    <a:pt x="603124" y="453442"/>
                  </a:lnTo>
                  <a:close/>
                  <a:moveTo>
                    <a:pt x="611031" y="416164"/>
                  </a:moveTo>
                  <a:lnTo>
                    <a:pt x="603124" y="453442"/>
                  </a:lnTo>
                  <a:lnTo>
                    <a:pt x="611163" y="428102"/>
                  </a:lnTo>
                  <a:close/>
                  <a:moveTo>
                    <a:pt x="615939" y="405145"/>
                  </a:moveTo>
                  <a:lnTo>
                    <a:pt x="611031" y="416164"/>
                  </a:lnTo>
                  <a:lnTo>
                    <a:pt x="641518" y="376205"/>
                  </a:lnTo>
                  <a:close/>
                  <a:moveTo>
                    <a:pt x="606656" y="410919"/>
                  </a:moveTo>
                  <a:lnTo>
                    <a:pt x="611031" y="416164"/>
                  </a:lnTo>
                  <a:lnTo>
                    <a:pt x="615939" y="405145"/>
                  </a:lnTo>
                  <a:close/>
                  <a:moveTo>
                    <a:pt x="546611" y="300654"/>
                  </a:moveTo>
                  <a:lnTo>
                    <a:pt x="522096" y="303437"/>
                  </a:lnTo>
                  <a:lnTo>
                    <a:pt x="518607" y="302886"/>
                  </a:lnTo>
                  <a:close/>
                  <a:moveTo>
                    <a:pt x="641518" y="376205"/>
                  </a:moveTo>
                  <a:lnTo>
                    <a:pt x="647912" y="368522"/>
                  </a:lnTo>
                  <a:lnTo>
                    <a:pt x="632598" y="371223"/>
                  </a:lnTo>
                  <a:close/>
                  <a:moveTo>
                    <a:pt x="615939" y="405145"/>
                  </a:moveTo>
                  <a:lnTo>
                    <a:pt x="641518" y="376205"/>
                  </a:lnTo>
                  <a:lnTo>
                    <a:pt x="632598" y="371223"/>
                  </a:lnTo>
                  <a:close/>
                  <a:moveTo>
                    <a:pt x="671532" y="356981"/>
                  </a:moveTo>
                  <a:lnTo>
                    <a:pt x="701783" y="396561"/>
                  </a:lnTo>
                  <a:lnTo>
                    <a:pt x="696824" y="393736"/>
                  </a:lnTo>
                  <a:close/>
                  <a:moveTo>
                    <a:pt x="641518" y="376205"/>
                  </a:moveTo>
                  <a:lnTo>
                    <a:pt x="701783" y="396561"/>
                  </a:lnTo>
                  <a:lnTo>
                    <a:pt x="671532" y="356981"/>
                  </a:lnTo>
                  <a:close/>
                  <a:moveTo>
                    <a:pt x="701292" y="352213"/>
                  </a:moveTo>
                  <a:lnTo>
                    <a:pt x="714877" y="385916"/>
                  </a:lnTo>
                  <a:lnTo>
                    <a:pt x="708481" y="393736"/>
                  </a:lnTo>
                  <a:close/>
                  <a:moveTo>
                    <a:pt x="804370" y="54106"/>
                  </a:moveTo>
                  <a:lnTo>
                    <a:pt x="784978" y="87531"/>
                  </a:lnTo>
                  <a:lnTo>
                    <a:pt x="802462" y="100405"/>
                  </a:lnTo>
                  <a:close/>
                  <a:moveTo>
                    <a:pt x="836285" y="50534"/>
                  </a:moveTo>
                  <a:lnTo>
                    <a:pt x="838512" y="53438"/>
                  </a:lnTo>
                  <a:lnTo>
                    <a:pt x="842439" y="51862"/>
                  </a:lnTo>
                  <a:close/>
                  <a:moveTo>
                    <a:pt x="820188" y="64878"/>
                  </a:moveTo>
                  <a:lnTo>
                    <a:pt x="836285" y="50534"/>
                  </a:lnTo>
                  <a:lnTo>
                    <a:pt x="807199" y="44680"/>
                  </a:lnTo>
                  <a:close/>
                  <a:moveTo>
                    <a:pt x="807199" y="44680"/>
                  </a:moveTo>
                  <a:lnTo>
                    <a:pt x="804370" y="54106"/>
                  </a:lnTo>
                  <a:lnTo>
                    <a:pt x="820188" y="64878"/>
                  </a:lnTo>
                  <a:close/>
                  <a:moveTo>
                    <a:pt x="856720" y="33351"/>
                  </a:moveTo>
                  <a:lnTo>
                    <a:pt x="836285" y="50534"/>
                  </a:lnTo>
                  <a:lnTo>
                    <a:pt x="842439" y="51862"/>
                  </a:lnTo>
                  <a:close/>
                  <a:moveTo>
                    <a:pt x="842439" y="51862"/>
                  </a:moveTo>
                  <a:lnTo>
                    <a:pt x="875533" y="51017"/>
                  </a:lnTo>
                  <a:lnTo>
                    <a:pt x="899643" y="44953"/>
                  </a:lnTo>
                  <a:close/>
                  <a:moveTo>
                    <a:pt x="899643" y="44953"/>
                  </a:moveTo>
                  <a:lnTo>
                    <a:pt x="875533" y="51017"/>
                  </a:lnTo>
                  <a:lnTo>
                    <a:pt x="936183" y="56994"/>
                  </a:lnTo>
                  <a:close/>
                  <a:moveTo>
                    <a:pt x="958003" y="42367"/>
                  </a:moveTo>
                  <a:lnTo>
                    <a:pt x="936183" y="56994"/>
                  </a:lnTo>
                  <a:lnTo>
                    <a:pt x="991698" y="43769"/>
                  </a:lnTo>
                  <a:close/>
                  <a:moveTo>
                    <a:pt x="1023418" y="11466"/>
                  </a:moveTo>
                  <a:lnTo>
                    <a:pt x="1004201" y="0"/>
                  </a:lnTo>
                  <a:lnTo>
                    <a:pt x="991698" y="4376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95" name="Input_density__186">
              <a:extLst>
                <a:ext uri="{FF2B5EF4-FFF2-40B4-BE49-F238E27FC236}">
                  <a16:creationId xmlns:a16="http://schemas.microsoft.com/office/drawing/2014/main" id="{7CC26DFD-0873-3EE2-4C4B-9C4F3E27BB83}"/>
                </a:ext>
              </a:extLst>
            </p:cNvPr>
            <p:cNvSpPr>
              <a:spLocks noGrp="1"/>
            </p:cNvSpPr>
            <p:nvPr/>
          </p:nvSpPr>
          <p:spPr>
            <a:xfrm>
              <a:off x="585488" y="1967132"/>
              <a:ext cx="809372" cy="345439"/>
            </a:xfrm>
            <a:custGeom>
              <a:avLst/>
              <a:gdLst/>
              <a:ahLst/>
              <a:cxnLst/>
              <a:rect l="0" t="0" r="0" b="0"/>
              <a:pathLst>
                <a:path w="809372" h="345439">
                  <a:moveTo>
                    <a:pt x="28926" y="216738"/>
                  </a:moveTo>
                  <a:lnTo>
                    <a:pt x="37541" y="213475"/>
                  </a:lnTo>
                  <a:lnTo>
                    <a:pt x="0" y="216907"/>
                  </a:lnTo>
                  <a:close/>
                  <a:moveTo>
                    <a:pt x="60938" y="104960"/>
                  </a:moveTo>
                  <a:lnTo>
                    <a:pt x="60321" y="111935"/>
                  </a:lnTo>
                  <a:lnTo>
                    <a:pt x="71560" y="87516"/>
                  </a:lnTo>
                  <a:close/>
                  <a:moveTo>
                    <a:pt x="676628" y="345439"/>
                  </a:moveTo>
                  <a:lnTo>
                    <a:pt x="697331" y="342455"/>
                  </a:lnTo>
                  <a:lnTo>
                    <a:pt x="637066" y="322099"/>
                  </a:lnTo>
                  <a:close/>
                  <a:moveTo>
                    <a:pt x="704029" y="339629"/>
                  </a:moveTo>
                  <a:lnTo>
                    <a:pt x="697331" y="342455"/>
                  </a:lnTo>
                  <a:lnTo>
                    <a:pt x="705316" y="302874"/>
                  </a:lnTo>
                  <a:close/>
                  <a:moveTo>
                    <a:pt x="667079" y="302874"/>
                  </a:moveTo>
                  <a:lnTo>
                    <a:pt x="692371" y="339629"/>
                  </a:lnTo>
                  <a:lnTo>
                    <a:pt x="710424" y="331810"/>
                  </a:lnTo>
                  <a:close/>
                  <a:moveTo>
                    <a:pt x="800067" y="50366"/>
                  </a:moveTo>
                  <a:lnTo>
                    <a:pt x="799918" y="0"/>
                  </a:lnTo>
                  <a:lnTo>
                    <a:pt x="798010" y="46298"/>
                  </a:lnTo>
                  <a:close/>
                  <a:moveTo>
                    <a:pt x="809372" y="13611"/>
                  </a:moveTo>
                  <a:lnTo>
                    <a:pt x="799918" y="0"/>
                  </a:lnTo>
                  <a:lnTo>
                    <a:pt x="800067" y="5036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96" name="Input_density__187">
              <a:extLst>
                <a:ext uri="{FF2B5EF4-FFF2-40B4-BE49-F238E27FC236}">
                  <a16:creationId xmlns:a16="http://schemas.microsoft.com/office/drawing/2014/main" id="{514F0AFC-C990-7587-7F14-EAE40E9B04D0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40897"/>
              <a:ext cx="841465" cy="431394"/>
            </a:xfrm>
            <a:custGeom>
              <a:avLst/>
              <a:gdLst/>
              <a:ahLst/>
              <a:cxnLst/>
              <a:rect l="0" t="0" r="0" b="0"/>
              <a:pathLst>
                <a:path w="841465" h="431394">
                  <a:moveTo>
                    <a:pt x="38804" y="302373"/>
                  </a:moveTo>
                  <a:lnTo>
                    <a:pt x="32473" y="313779"/>
                  </a:lnTo>
                  <a:lnTo>
                    <a:pt x="48308" y="309122"/>
                  </a:lnTo>
                  <a:close/>
                  <a:moveTo>
                    <a:pt x="36923" y="294922"/>
                  </a:moveTo>
                  <a:lnTo>
                    <a:pt x="27685" y="290584"/>
                  </a:lnTo>
                  <a:lnTo>
                    <a:pt x="48308" y="309122"/>
                  </a:lnTo>
                  <a:close/>
                  <a:moveTo>
                    <a:pt x="38804" y="302373"/>
                  </a:moveTo>
                  <a:lnTo>
                    <a:pt x="27685" y="290584"/>
                  </a:lnTo>
                  <a:lnTo>
                    <a:pt x="4058" y="265045"/>
                  </a:lnTo>
                  <a:close/>
                  <a:moveTo>
                    <a:pt x="0" y="248435"/>
                  </a:moveTo>
                  <a:lnTo>
                    <a:pt x="2114" y="260988"/>
                  </a:lnTo>
                  <a:lnTo>
                    <a:pt x="4058" y="265045"/>
                  </a:lnTo>
                  <a:close/>
                  <a:moveTo>
                    <a:pt x="122630" y="321944"/>
                  </a:moveTo>
                  <a:lnTo>
                    <a:pt x="150519" y="345911"/>
                  </a:lnTo>
                  <a:lnTo>
                    <a:pt x="113519" y="319725"/>
                  </a:lnTo>
                  <a:close/>
                  <a:moveTo>
                    <a:pt x="196627" y="297516"/>
                  </a:moveTo>
                  <a:lnTo>
                    <a:pt x="200248" y="258646"/>
                  </a:lnTo>
                  <a:lnTo>
                    <a:pt x="193951" y="304761"/>
                  </a:lnTo>
                  <a:close/>
                  <a:moveTo>
                    <a:pt x="184616" y="250823"/>
                  </a:moveTo>
                  <a:lnTo>
                    <a:pt x="217876" y="280756"/>
                  </a:lnTo>
                  <a:lnTo>
                    <a:pt x="193951" y="304761"/>
                  </a:lnTo>
                  <a:close/>
                  <a:moveTo>
                    <a:pt x="254759" y="241417"/>
                  </a:moveTo>
                  <a:lnTo>
                    <a:pt x="250980" y="287578"/>
                  </a:lnTo>
                  <a:lnTo>
                    <a:pt x="231124" y="234080"/>
                  </a:lnTo>
                  <a:close/>
                  <a:moveTo>
                    <a:pt x="253270" y="287375"/>
                  </a:moveTo>
                  <a:lnTo>
                    <a:pt x="250980" y="287578"/>
                  </a:lnTo>
                  <a:lnTo>
                    <a:pt x="254759" y="241417"/>
                  </a:lnTo>
                  <a:close/>
                  <a:moveTo>
                    <a:pt x="288854" y="200768"/>
                  </a:moveTo>
                  <a:lnTo>
                    <a:pt x="254759" y="241417"/>
                  </a:lnTo>
                  <a:lnTo>
                    <a:pt x="238673" y="233937"/>
                  </a:lnTo>
                  <a:close/>
                  <a:moveTo>
                    <a:pt x="542868" y="431394"/>
                  </a:moveTo>
                  <a:lnTo>
                    <a:pt x="574630" y="425571"/>
                  </a:lnTo>
                  <a:lnTo>
                    <a:pt x="561358" y="404321"/>
                  </a:lnTo>
                  <a:close/>
                  <a:moveTo>
                    <a:pt x="569501" y="371802"/>
                  </a:moveTo>
                  <a:lnTo>
                    <a:pt x="561358" y="404321"/>
                  </a:lnTo>
                  <a:lnTo>
                    <a:pt x="578161" y="383048"/>
                  </a:lnTo>
                  <a:close/>
                  <a:moveTo>
                    <a:pt x="569331" y="337920"/>
                  </a:moveTo>
                  <a:lnTo>
                    <a:pt x="578161" y="383048"/>
                  </a:lnTo>
                  <a:lnTo>
                    <a:pt x="587444" y="377274"/>
                  </a:lnTo>
                  <a:close/>
                  <a:moveTo>
                    <a:pt x="610675" y="320670"/>
                  </a:moveTo>
                  <a:lnTo>
                    <a:pt x="604103" y="343351"/>
                  </a:lnTo>
                  <a:lnTo>
                    <a:pt x="627828" y="329109"/>
                  </a:lnTo>
                  <a:close/>
                  <a:moveTo>
                    <a:pt x="610675" y="320670"/>
                  </a:moveTo>
                  <a:lnTo>
                    <a:pt x="632312" y="324242"/>
                  </a:lnTo>
                  <a:lnTo>
                    <a:pt x="614202" y="284902"/>
                  </a:lnTo>
                  <a:close/>
                  <a:moveTo>
                    <a:pt x="540002" y="74213"/>
                  </a:moveTo>
                  <a:lnTo>
                    <a:pt x="522730" y="91396"/>
                  </a:lnTo>
                  <a:lnTo>
                    <a:pt x="544809" y="53820"/>
                  </a:lnTo>
                  <a:close/>
                  <a:moveTo>
                    <a:pt x="599861" y="38865"/>
                  </a:moveTo>
                  <a:lnTo>
                    <a:pt x="567934" y="59847"/>
                  </a:lnTo>
                  <a:lnTo>
                    <a:pt x="544809" y="53820"/>
                  </a:lnTo>
                  <a:close/>
                  <a:moveTo>
                    <a:pt x="656837" y="39846"/>
                  </a:moveTo>
                  <a:lnTo>
                    <a:pt x="638276" y="57917"/>
                  </a:lnTo>
                  <a:lnTo>
                    <a:pt x="660064" y="43169"/>
                  </a:lnTo>
                  <a:close/>
                  <a:moveTo>
                    <a:pt x="656837" y="39846"/>
                  </a:moveTo>
                  <a:lnTo>
                    <a:pt x="637101" y="57029"/>
                  </a:lnTo>
                  <a:lnTo>
                    <a:pt x="638276" y="57917"/>
                  </a:lnTo>
                  <a:close/>
                  <a:moveTo>
                    <a:pt x="637101" y="57029"/>
                  </a:moveTo>
                  <a:lnTo>
                    <a:pt x="656837" y="39846"/>
                  </a:lnTo>
                  <a:lnTo>
                    <a:pt x="599861" y="38865"/>
                  </a:lnTo>
                  <a:close/>
                  <a:moveTo>
                    <a:pt x="656837" y="39846"/>
                  </a:moveTo>
                  <a:lnTo>
                    <a:pt x="624040" y="33058"/>
                  </a:lnTo>
                  <a:lnTo>
                    <a:pt x="599861" y="38865"/>
                  </a:lnTo>
                  <a:close/>
                  <a:moveTo>
                    <a:pt x="763613" y="98610"/>
                  </a:moveTo>
                  <a:lnTo>
                    <a:pt x="756483" y="59660"/>
                  </a:lnTo>
                  <a:lnTo>
                    <a:pt x="764440" y="96173"/>
                  </a:lnTo>
                  <a:close/>
                  <a:moveTo>
                    <a:pt x="828226" y="5479"/>
                  </a:moveTo>
                  <a:lnTo>
                    <a:pt x="835900" y="9871"/>
                  </a:lnTo>
                  <a:lnTo>
                    <a:pt x="841465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97" name="Input_density__188">
              <a:extLst>
                <a:ext uri="{FF2B5EF4-FFF2-40B4-BE49-F238E27FC236}">
                  <a16:creationId xmlns:a16="http://schemas.microsoft.com/office/drawing/2014/main" id="{427332ED-6701-813D-9F32-AB6A7EF189C5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2436"/>
              <a:ext cx="964101" cy="459854"/>
            </a:xfrm>
            <a:custGeom>
              <a:avLst/>
              <a:gdLst/>
              <a:ahLst/>
              <a:cxnLst/>
              <a:rect l="0" t="0" r="0" b="0"/>
              <a:pathLst>
                <a:path w="964101" h="459854">
                  <a:moveTo>
                    <a:pt x="152035" y="361025"/>
                  </a:moveTo>
                  <a:lnTo>
                    <a:pt x="171508" y="374372"/>
                  </a:lnTo>
                  <a:lnTo>
                    <a:pt x="143619" y="350405"/>
                  </a:lnTo>
                  <a:close/>
                  <a:moveTo>
                    <a:pt x="0" y="257324"/>
                  </a:moveTo>
                  <a:lnTo>
                    <a:pt x="23103" y="289449"/>
                  </a:lnTo>
                  <a:lnTo>
                    <a:pt x="20989" y="276895"/>
                  </a:lnTo>
                  <a:close/>
                  <a:moveTo>
                    <a:pt x="211189" y="398157"/>
                  </a:moveTo>
                  <a:lnTo>
                    <a:pt x="217293" y="379807"/>
                  </a:lnTo>
                  <a:lnTo>
                    <a:pt x="186765" y="387160"/>
                  </a:lnTo>
                  <a:close/>
                  <a:moveTo>
                    <a:pt x="217383" y="334986"/>
                  </a:moveTo>
                  <a:lnTo>
                    <a:pt x="214939" y="333222"/>
                  </a:lnTo>
                  <a:lnTo>
                    <a:pt x="171508" y="374372"/>
                  </a:lnTo>
                  <a:close/>
                  <a:moveTo>
                    <a:pt x="171508" y="374372"/>
                  </a:moveTo>
                  <a:lnTo>
                    <a:pt x="186765" y="387160"/>
                  </a:lnTo>
                  <a:lnTo>
                    <a:pt x="217293" y="379807"/>
                  </a:lnTo>
                  <a:close/>
                  <a:moveTo>
                    <a:pt x="217293" y="379807"/>
                  </a:moveTo>
                  <a:lnTo>
                    <a:pt x="217383" y="334986"/>
                  </a:lnTo>
                  <a:lnTo>
                    <a:pt x="171508" y="374372"/>
                  </a:lnTo>
                  <a:close/>
                  <a:moveTo>
                    <a:pt x="254832" y="376376"/>
                  </a:moveTo>
                  <a:lnTo>
                    <a:pt x="224081" y="333222"/>
                  </a:lnTo>
                  <a:lnTo>
                    <a:pt x="217383" y="334986"/>
                  </a:lnTo>
                  <a:close/>
                  <a:moveTo>
                    <a:pt x="254832" y="376376"/>
                  </a:moveTo>
                  <a:lnTo>
                    <a:pt x="217383" y="334986"/>
                  </a:lnTo>
                  <a:lnTo>
                    <a:pt x="217293" y="379807"/>
                  </a:lnTo>
                  <a:close/>
                  <a:moveTo>
                    <a:pt x="217383" y="334986"/>
                  </a:moveTo>
                  <a:lnTo>
                    <a:pt x="224081" y="333222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17383" y="334986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21236" y="287107"/>
                  </a:lnTo>
                  <a:lnTo>
                    <a:pt x="205605" y="279284"/>
                  </a:lnTo>
                  <a:close/>
                  <a:moveTo>
                    <a:pt x="273842" y="316174"/>
                  </a:moveTo>
                  <a:lnTo>
                    <a:pt x="224081" y="333222"/>
                  </a:lnTo>
                  <a:lnTo>
                    <a:pt x="259922" y="359579"/>
                  </a:lnTo>
                  <a:close/>
                  <a:moveTo>
                    <a:pt x="224081" y="333222"/>
                  </a:moveTo>
                  <a:lnTo>
                    <a:pt x="273842" y="316174"/>
                  </a:lnTo>
                  <a:lnTo>
                    <a:pt x="221236" y="287107"/>
                  </a:lnTo>
                  <a:close/>
                  <a:moveTo>
                    <a:pt x="224081" y="333222"/>
                  </a:moveTo>
                  <a:lnTo>
                    <a:pt x="221236" y="287107"/>
                  </a:lnTo>
                  <a:lnTo>
                    <a:pt x="217616" y="325977"/>
                  </a:lnTo>
                  <a:close/>
                  <a:moveTo>
                    <a:pt x="307250" y="316102"/>
                  </a:moveTo>
                  <a:lnTo>
                    <a:pt x="273842" y="316174"/>
                  </a:lnTo>
                  <a:lnTo>
                    <a:pt x="259922" y="359579"/>
                  </a:lnTo>
                  <a:close/>
                  <a:moveTo>
                    <a:pt x="178017" y="250408"/>
                  </a:moveTo>
                  <a:lnTo>
                    <a:pt x="205605" y="279284"/>
                  </a:lnTo>
                  <a:lnTo>
                    <a:pt x="221236" y="287107"/>
                  </a:lnTo>
                  <a:close/>
                  <a:moveTo>
                    <a:pt x="147657" y="205774"/>
                  </a:moveTo>
                  <a:lnTo>
                    <a:pt x="156923" y="223635"/>
                  </a:lnTo>
                  <a:lnTo>
                    <a:pt x="155458" y="222957"/>
                  </a:lnTo>
                  <a:close/>
                  <a:moveTo>
                    <a:pt x="225343" y="239021"/>
                  </a:moveTo>
                  <a:lnTo>
                    <a:pt x="275748" y="269878"/>
                  </a:lnTo>
                  <a:lnTo>
                    <a:pt x="253262" y="262100"/>
                  </a:lnTo>
                  <a:close/>
                  <a:moveTo>
                    <a:pt x="232514" y="242529"/>
                  </a:moveTo>
                  <a:lnTo>
                    <a:pt x="275748" y="269878"/>
                  </a:lnTo>
                  <a:lnTo>
                    <a:pt x="225343" y="239021"/>
                  </a:lnTo>
                  <a:close/>
                  <a:moveTo>
                    <a:pt x="259662" y="262397"/>
                  </a:moveTo>
                  <a:lnTo>
                    <a:pt x="275748" y="269878"/>
                  </a:lnTo>
                  <a:lnTo>
                    <a:pt x="232514" y="242529"/>
                  </a:lnTo>
                  <a:close/>
                  <a:moveTo>
                    <a:pt x="209903" y="188590"/>
                  </a:moveTo>
                  <a:lnTo>
                    <a:pt x="207340" y="205774"/>
                  </a:lnTo>
                  <a:lnTo>
                    <a:pt x="229821" y="225345"/>
                  </a:lnTo>
                  <a:close/>
                  <a:moveTo>
                    <a:pt x="209903" y="188590"/>
                  </a:moveTo>
                  <a:lnTo>
                    <a:pt x="207718" y="192765"/>
                  </a:lnTo>
                  <a:lnTo>
                    <a:pt x="207340" y="205774"/>
                  </a:lnTo>
                  <a:close/>
                  <a:moveTo>
                    <a:pt x="216382" y="112065"/>
                  </a:moveTo>
                  <a:lnTo>
                    <a:pt x="268931" y="134652"/>
                  </a:lnTo>
                  <a:lnTo>
                    <a:pt x="271179" y="139351"/>
                  </a:lnTo>
                  <a:close/>
                  <a:moveTo>
                    <a:pt x="182356" y="67892"/>
                  </a:moveTo>
                  <a:lnTo>
                    <a:pt x="141749" y="73816"/>
                  </a:lnTo>
                  <a:lnTo>
                    <a:pt x="177888" y="115080"/>
                  </a:lnTo>
                  <a:close/>
                  <a:moveTo>
                    <a:pt x="183780" y="115080"/>
                  </a:moveTo>
                  <a:lnTo>
                    <a:pt x="216382" y="112065"/>
                  </a:lnTo>
                  <a:lnTo>
                    <a:pt x="182356" y="67892"/>
                  </a:lnTo>
                  <a:close/>
                  <a:moveTo>
                    <a:pt x="561531" y="411508"/>
                  </a:moveTo>
                  <a:lnTo>
                    <a:pt x="563856" y="459854"/>
                  </a:lnTo>
                  <a:lnTo>
                    <a:pt x="582347" y="432781"/>
                  </a:lnTo>
                  <a:close/>
                  <a:moveTo>
                    <a:pt x="561531" y="411508"/>
                  </a:moveTo>
                  <a:lnTo>
                    <a:pt x="582347" y="432781"/>
                  </a:lnTo>
                  <a:lnTo>
                    <a:pt x="590490" y="400263"/>
                  </a:lnTo>
                  <a:close/>
                  <a:moveTo>
                    <a:pt x="590490" y="400263"/>
                  </a:moveTo>
                  <a:lnTo>
                    <a:pt x="599150" y="411508"/>
                  </a:lnTo>
                  <a:lnTo>
                    <a:pt x="590319" y="366380"/>
                  </a:lnTo>
                  <a:close/>
                  <a:moveTo>
                    <a:pt x="590319" y="366380"/>
                  </a:moveTo>
                  <a:lnTo>
                    <a:pt x="608433" y="405735"/>
                  </a:lnTo>
                  <a:lnTo>
                    <a:pt x="625092" y="371812"/>
                  </a:lnTo>
                  <a:close/>
                  <a:moveTo>
                    <a:pt x="631663" y="349131"/>
                  </a:moveTo>
                  <a:lnTo>
                    <a:pt x="590319" y="366380"/>
                  </a:lnTo>
                  <a:lnTo>
                    <a:pt x="625092" y="371812"/>
                  </a:lnTo>
                  <a:close/>
                  <a:moveTo>
                    <a:pt x="635191" y="313362"/>
                  </a:moveTo>
                  <a:lnTo>
                    <a:pt x="600282" y="307419"/>
                  </a:lnTo>
                  <a:lnTo>
                    <a:pt x="582814" y="320815"/>
                  </a:lnTo>
                  <a:close/>
                  <a:moveTo>
                    <a:pt x="635191" y="313362"/>
                  </a:moveTo>
                  <a:lnTo>
                    <a:pt x="655014" y="312488"/>
                  </a:lnTo>
                  <a:lnTo>
                    <a:pt x="639355" y="303632"/>
                  </a:lnTo>
                  <a:close/>
                  <a:moveTo>
                    <a:pt x="635191" y="313362"/>
                  </a:moveTo>
                  <a:lnTo>
                    <a:pt x="653300" y="352703"/>
                  </a:lnTo>
                  <a:lnTo>
                    <a:pt x="655014" y="312488"/>
                  </a:lnTo>
                  <a:close/>
                  <a:moveTo>
                    <a:pt x="648817" y="357570"/>
                  </a:moveTo>
                  <a:lnTo>
                    <a:pt x="653300" y="352703"/>
                  </a:lnTo>
                  <a:lnTo>
                    <a:pt x="631663" y="349131"/>
                  </a:lnTo>
                  <a:close/>
                  <a:moveTo>
                    <a:pt x="582814" y="320815"/>
                  </a:moveTo>
                  <a:lnTo>
                    <a:pt x="597748" y="304868"/>
                  </a:lnTo>
                  <a:lnTo>
                    <a:pt x="629307" y="291363"/>
                  </a:lnTo>
                  <a:close/>
                  <a:moveTo>
                    <a:pt x="629307" y="291363"/>
                  </a:moveTo>
                  <a:lnTo>
                    <a:pt x="610459" y="276875"/>
                  </a:lnTo>
                  <a:lnTo>
                    <a:pt x="582322" y="284060"/>
                  </a:lnTo>
                  <a:close/>
                  <a:moveTo>
                    <a:pt x="629307" y="291363"/>
                  </a:moveTo>
                  <a:lnTo>
                    <a:pt x="639355" y="303632"/>
                  </a:lnTo>
                  <a:lnTo>
                    <a:pt x="610459" y="276875"/>
                  </a:lnTo>
                  <a:close/>
                  <a:moveTo>
                    <a:pt x="639355" y="303632"/>
                  </a:moveTo>
                  <a:lnTo>
                    <a:pt x="655014" y="312488"/>
                  </a:lnTo>
                  <a:lnTo>
                    <a:pt x="610459" y="276875"/>
                  </a:lnTo>
                  <a:close/>
                  <a:moveTo>
                    <a:pt x="635191" y="313362"/>
                  </a:moveTo>
                  <a:lnTo>
                    <a:pt x="639355" y="303632"/>
                  </a:lnTo>
                  <a:lnTo>
                    <a:pt x="638254" y="299026"/>
                  </a:lnTo>
                  <a:close/>
                  <a:moveTo>
                    <a:pt x="638254" y="299026"/>
                  </a:moveTo>
                  <a:lnTo>
                    <a:pt x="639355" y="303632"/>
                  </a:lnTo>
                  <a:lnTo>
                    <a:pt x="629307" y="291363"/>
                  </a:lnTo>
                  <a:close/>
                  <a:moveTo>
                    <a:pt x="598800" y="102673"/>
                  </a:moveTo>
                  <a:lnTo>
                    <a:pt x="606332" y="101242"/>
                  </a:lnTo>
                  <a:lnTo>
                    <a:pt x="620849" y="67326"/>
                  </a:lnTo>
                  <a:close/>
                  <a:moveTo>
                    <a:pt x="565798" y="82281"/>
                  </a:moveTo>
                  <a:lnTo>
                    <a:pt x="598800" y="102673"/>
                  </a:lnTo>
                  <a:lnTo>
                    <a:pt x="620849" y="67326"/>
                  </a:lnTo>
                  <a:close/>
                  <a:moveTo>
                    <a:pt x="606332" y="101242"/>
                  </a:moveTo>
                  <a:lnTo>
                    <a:pt x="658090" y="85490"/>
                  </a:lnTo>
                  <a:lnTo>
                    <a:pt x="620849" y="67326"/>
                  </a:lnTo>
                  <a:close/>
                  <a:moveTo>
                    <a:pt x="699891" y="113698"/>
                  </a:moveTo>
                  <a:lnTo>
                    <a:pt x="701188" y="105062"/>
                  </a:lnTo>
                  <a:lnTo>
                    <a:pt x="681052" y="71629"/>
                  </a:lnTo>
                  <a:close/>
                  <a:moveTo>
                    <a:pt x="699891" y="113698"/>
                  </a:moveTo>
                  <a:lnTo>
                    <a:pt x="681052" y="71629"/>
                  </a:lnTo>
                  <a:lnTo>
                    <a:pt x="659264" y="86377"/>
                  </a:lnTo>
                  <a:close/>
                  <a:moveTo>
                    <a:pt x="777472" y="88120"/>
                  </a:moveTo>
                  <a:lnTo>
                    <a:pt x="774606" y="87878"/>
                  </a:lnTo>
                  <a:lnTo>
                    <a:pt x="785429" y="124633"/>
                  </a:lnTo>
                  <a:close/>
                  <a:moveTo>
                    <a:pt x="787692" y="51123"/>
                  </a:moveTo>
                  <a:lnTo>
                    <a:pt x="776789" y="84211"/>
                  </a:lnTo>
                  <a:lnTo>
                    <a:pt x="796864" y="54696"/>
                  </a:lnTo>
                  <a:close/>
                  <a:moveTo>
                    <a:pt x="796864" y="54696"/>
                  </a:moveTo>
                  <a:lnTo>
                    <a:pt x="776789" y="84211"/>
                  </a:lnTo>
                  <a:lnTo>
                    <a:pt x="777472" y="88120"/>
                  </a:lnTo>
                  <a:close/>
                  <a:moveTo>
                    <a:pt x="874787" y="9040"/>
                  </a:moveTo>
                  <a:lnTo>
                    <a:pt x="849214" y="33940"/>
                  </a:lnTo>
                  <a:lnTo>
                    <a:pt x="862454" y="28461"/>
                  </a:lnTo>
                  <a:close/>
                  <a:moveTo>
                    <a:pt x="856888" y="38331"/>
                  </a:moveTo>
                  <a:lnTo>
                    <a:pt x="888464" y="16757"/>
                  </a:lnTo>
                  <a:lnTo>
                    <a:pt x="862454" y="28461"/>
                  </a:lnTo>
                  <a:close/>
                  <a:moveTo>
                    <a:pt x="913562" y="29437"/>
                  </a:moveTo>
                  <a:lnTo>
                    <a:pt x="888464" y="16757"/>
                  </a:lnTo>
                  <a:lnTo>
                    <a:pt x="856888" y="38331"/>
                  </a:lnTo>
                  <a:close/>
                  <a:moveTo>
                    <a:pt x="964101" y="0"/>
                  </a:moveTo>
                  <a:lnTo>
                    <a:pt x="913562" y="29437"/>
                  </a:lnTo>
                  <a:lnTo>
                    <a:pt x="950497" y="4295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98" name="Input_density__189">
              <a:extLst>
                <a:ext uri="{FF2B5EF4-FFF2-40B4-BE49-F238E27FC236}">
                  <a16:creationId xmlns:a16="http://schemas.microsoft.com/office/drawing/2014/main" id="{78FED795-F60F-1B13-7972-DEC67BB0B7BE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875254"/>
              <a:ext cx="1019093" cy="497036"/>
            </a:xfrm>
            <a:custGeom>
              <a:avLst/>
              <a:gdLst/>
              <a:ahLst/>
              <a:cxnLst/>
              <a:rect l="0" t="0" r="0" b="0"/>
              <a:pathLst>
                <a:path w="1019093" h="497036">
                  <a:moveTo>
                    <a:pt x="193905" y="411554"/>
                  </a:moveTo>
                  <a:lnTo>
                    <a:pt x="174432" y="398207"/>
                  </a:lnTo>
                  <a:lnTo>
                    <a:pt x="209162" y="424342"/>
                  </a:lnTo>
                  <a:close/>
                  <a:moveTo>
                    <a:pt x="0" y="257750"/>
                  </a:moveTo>
                  <a:lnTo>
                    <a:pt x="22397" y="294505"/>
                  </a:lnTo>
                  <a:lnTo>
                    <a:pt x="31110" y="277322"/>
                  </a:lnTo>
                  <a:close/>
                  <a:moveTo>
                    <a:pt x="243634" y="324288"/>
                  </a:moveTo>
                  <a:lnTo>
                    <a:pt x="296239" y="353356"/>
                  </a:lnTo>
                  <a:lnTo>
                    <a:pt x="282676" y="319635"/>
                  </a:lnTo>
                  <a:close/>
                  <a:moveTo>
                    <a:pt x="329648" y="353284"/>
                  </a:moveTo>
                  <a:lnTo>
                    <a:pt x="282676" y="319635"/>
                  </a:lnTo>
                  <a:lnTo>
                    <a:pt x="296239" y="353356"/>
                  </a:lnTo>
                  <a:close/>
                  <a:moveTo>
                    <a:pt x="218174" y="309876"/>
                  </a:moveTo>
                  <a:lnTo>
                    <a:pt x="228002" y="316465"/>
                  </a:lnTo>
                  <a:lnTo>
                    <a:pt x="200414" y="287590"/>
                  </a:lnTo>
                  <a:close/>
                  <a:moveTo>
                    <a:pt x="200414" y="287590"/>
                  </a:moveTo>
                  <a:lnTo>
                    <a:pt x="243634" y="324288"/>
                  </a:lnTo>
                  <a:lnTo>
                    <a:pt x="226096" y="293799"/>
                  </a:lnTo>
                  <a:close/>
                  <a:moveTo>
                    <a:pt x="200414" y="287590"/>
                  </a:moveTo>
                  <a:lnTo>
                    <a:pt x="179321" y="260817"/>
                  </a:lnTo>
                  <a:lnTo>
                    <a:pt x="176687" y="279791"/>
                  </a:lnTo>
                  <a:close/>
                  <a:moveTo>
                    <a:pt x="200414" y="287590"/>
                  </a:moveTo>
                  <a:lnTo>
                    <a:pt x="238583" y="261604"/>
                  </a:lnTo>
                  <a:lnTo>
                    <a:pt x="183537" y="260139"/>
                  </a:lnTo>
                  <a:close/>
                  <a:moveTo>
                    <a:pt x="183537" y="260139"/>
                  </a:moveTo>
                  <a:lnTo>
                    <a:pt x="179321" y="260817"/>
                  </a:lnTo>
                  <a:lnTo>
                    <a:pt x="200414" y="287590"/>
                  </a:lnTo>
                  <a:close/>
                  <a:moveTo>
                    <a:pt x="238583" y="261604"/>
                  </a:moveTo>
                  <a:lnTo>
                    <a:pt x="254911" y="279710"/>
                  </a:lnTo>
                  <a:lnTo>
                    <a:pt x="247740" y="276203"/>
                  </a:lnTo>
                  <a:close/>
                  <a:moveTo>
                    <a:pt x="252219" y="262527"/>
                  </a:moveTo>
                  <a:lnTo>
                    <a:pt x="238583" y="261604"/>
                  </a:lnTo>
                  <a:lnTo>
                    <a:pt x="247740" y="276203"/>
                  </a:lnTo>
                  <a:close/>
                  <a:moveTo>
                    <a:pt x="238779" y="149247"/>
                  </a:moveTo>
                  <a:lnTo>
                    <a:pt x="293577" y="176532"/>
                  </a:lnTo>
                  <a:lnTo>
                    <a:pt x="281437" y="141655"/>
                  </a:lnTo>
                  <a:close/>
                  <a:moveTo>
                    <a:pt x="204754" y="105073"/>
                  </a:moveTo>
                  <a:lnTo>
                    <a:pt x="237556" y="105494"/>
                  </a:lnTo>
                  <a:lnTo>
                    <a:pt x="230579" y="66419"/>
                  </a:lnTo>
                  <a:close/>
                  <a:moveTo>
                    <a:pt x="583928" y="448690"/>
                  </a:moveTo>
                  <a:lnTo>
                    <a:pt x="558701" y="465873"/>
                  </a:lnTo>
                  <a:lnTo>
                    <a:pt x="586253" y="497036"/>
                  </a:lnTo>
                  <a:close/>
                  <a:moveTo>
                    <a:pt x="583928" y="448690"/>
                  </a:moveTo>
                  <a:lnTo>
                    <a:pt x="612887" y="437445"/>
                  </a:lnTo>
                  <a:lnTo>
                    <a:pt x="602690" y="394752"/>
                  </a:lnTo>
                  <a:close/>
                  <a:moveTo>
                    <a:pt x="654061" y="386312"/>
                  </a:moveTo>
                  <a:lnTo>
                    <a:pt x="657588" y="350544"/>
                  </a:lnTo>
                  <a:lnTo>
                    <a:pt x="605211" y="357997"/>
                  </a:lnTo>
                  <a:close/>
                  <a:moveTo>
                    <a:pt x="620035" y="386887"/>
                  </a:moveTo>
                  <a:lnTo>
                    <a:pt x="654061" y="386312"/>
                  </a:lnTo>
                  <a:lnTo>
                    <a:pt x="605211" y="357997"/>
                  </a:lnTo>
                  <a:close/>
                  <a:moveTo>
                    <a:pt x="604719" y="321242"/>
                  </a:moveTo>
                  <a:lnTo>
                    <a:pt x="605211" y="357997"/>
                  </a:lnTo>
                  <a:lnTo>
                    <a:pt x="651704" y="328545"/>
                  </a:lnTo>
                  <a:close/>
                  <a:moveTo>
                    <a:pt x="721493" y="286875"/>
                  </a:moveTo>
                  <a:lnTo>
                    <a:pt x="714575" y="314457"/>
                  </a:lnTo>
                  <a:lnTo>
                    <a:pt x="702864" y="328977"/>
                  </a:lnTo>
                  <a:close/>
                  <a:moveTo>
                    <a:pt x="729809" y="155171"/>
                  </a:moveTo>
                  <a:lnTo>
                    <a:pt x="723585" y="142243"/>
                  </a:lnTo>
                  <a:lnTo>
                    <a:pt x="722289" y="150879"/>
                  </a:lnTo>
                  <a:close/>
                  <a:moveTo>
                    <a:pt x="748463" y="88305"/>
                  </a:moveTo>
                  <a:lnTo>
                    <a:pt x="759805" y="98732"/>
                  </a:lnTo>
                  <a:lnTo>
                    <a:pt x="751040" y="93164"/>
                  </a:lnTo>
                  <a:close/>
                  <a:moveTo>
                    <a:pt x="799186" y="121393"/>
                  </a:moveTo>
                  <a:lnTo>
                    <a:pt x="766844" y="88305"/>
                  </a:lnTo>
                  <a:lnTo>
                    <a:pt x="799869" y="125302"/>
                  </a:lnTo>
                  <a:close/>
                  <a:moveTo>
                    <a:pt x="799869" y="125302"/>
                  </a:moveTo>
                  <a:lnTo>
                    <a:pt x="766844" y="88305"/>
                  </a:lnTo>
                  <a:lnTo>
                    <a:pt x="751040" y="93164"/>
                  </a:lnTo>
                  <a:close/>
                  <a:moveTo>
                    <a:pt x="759805" y="98732"/>
                  </a:moveTo>
                  <a:lnTo>
                    <a:pt x="797003" y="125060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59805" y="98732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66844" y="88305"/>
                  </a:lnTo>
                  <a:lnTo>
                    <a:pt x="755259" y="81732"/>
                  </a:lnTo>
                  <a:close/>
                  <a:moveTo>
                    <a:pt x="748463" y="88305"/>
                  </a:moveTo>
                  <a:lnTo>
                    <a:pt x="751040" y="93164"/>
                  </a:lnTo>
                  <a:lnTo>
                    <a:pt x="755259" y="81732"/>
                  </a:lnTo>
                  <a:close/>
                  <a:moveTo>
                    <a:pt x="717264" y="35884"/>
                  </a:moveTo>
                  <a:lnTo>
                    <a:pt x="701039" y="17231"/>
                  </a:lnTo>
                  <a:lnTo>
                    <a:pt x="705135" y="18906"/>
                  </a:lnTo>
                  <a:close/>
                  <a:moveTo>
                    <a:pt x="717264" y="35884"/>
                  </a:moveTo>
                  <a:lnTo>
                    <a:pt x="705135" y="18906"/>
                  </a:lnTo>
                  <a:lnTo>
                    <a:pt x="741934" y="31913"/>
                  </a:lnTo>
                  <a:close/>
                  <a:moveTo>
                    <a:pt x="766844" y="88305"/>
                  </a:moveTo>
                  <a:lnTo>
                    <a:pt x="799186" y="121393"/>
                  </a:lnTo>
                  <a:lnTo>
                    <a:pt x="795043" y="84479"/>
                  </a:lnTo>
                  <a:close/>
                  <a:moveTo>
                    <a:pt x="754832" y="45334"/>
                  </a:moveTo>
                  <a:lnTo>
                    <a:pt x="748463" y="88305"/>
                  </a:lnTo>
                  <a:lnTo>
                    <a:pt x="755259" y="81732"/>
                  </a:lnTo>
                  <a:close/>
                  <a:moveTo>
                    <a:pt x="795043" y="84479"/>
                  </a:moveTo>
                  <a:lnTo>
                    <a:pt x="755259" y="81732"/>
                  </a:lnTo>
                  <a:lnTo>
                    <a:pt x="766844" y="88305"/>
                  </a:lnTo>
                  <a:close/>
                  <a:moveTo>
                    <a:pt x="754832" y="45334"/>
                  </a:moveTo>
                  <a:lnTo>
                    <a:pt x="755259" y="81732"/>
                  </a:lnTo>
                  <a:lnTo>
                    <a:pt x="795043" y="84479"/>
                  </a:lnTo>
                  <a:close/>
                  <a:moveTo>
                    <a:pt x="795043" y="84479"/>
                  </a:moveTo>
                  <a:lnTo>
                    <a:pt x="799186" y="121393"/>
                  </a:lnTo>
                  <a:lnTo>
                    <a:pt x="810090" y="88305"/>
                  </a:lnTo>
                  <a:close/>
                  <a:moveTo>
                    <a:pt x="795043" y="84479"/>
                  </a:moveTo>
                  <a:lnTo>
                    <a:pt x="810090" y="88305"/>
                  </a:lnTo>
                  <a:lnTo>
                    <a:pt x="785714" y="47316"/>
                  </a:lnTo>
                  <a:close/>
                  <a:moveTo>
                    <a:pt x="726994" y="40877"/>
                  </a:moveTo>
                  <a:lnTo>
                    <a:pt x="754832" y="45334"/>
                  </a:lnTo>
                  <a:lnTo>
                    <a:pt x="741934" y="31913"/>
                  </a:lnTo>
                  <a:close/>
                  <a:moveTo>
                    <a:pt x="838717" y="48407"/>
                  </a:moveTo>
                  <a:lnTo>
                    <a:pt x="871611" y="71122"/>
                  </a:lnTo>
                  <a:lnTo>
                    <a:pt x="865038" y="17183"/>
                  </a:lnTo>
                  <a:close/>
                  <a:moveTo>
                    <a:pt x="865038" y="17183"/>
                  </a:moveTo>
                  <a:lnTo>
                    <a:pt x="871611" y="71122"/>
                  </a:lnTo>
                  <a:lnTo>
                    <a:pt x="897184" y="46222"/>
                  </a:lnTo>
                  <a:close/>
                  <a:moveTo>
                    <a:pt x="884851" y="65642"/>
                  </a:moveTo>
                  <a:lnTo>
                    <a:pt x="910861" y="53938"/>
                  </a:lnTo>
                  <a:lnTo>
                    <a:pt x="897184" y="46222"/>
                  </a:lnTo>
                  <a:close/>
                  <a:moveTo>
                    <a:pt x="910861" y="53938"/>
                  </a:moveTo>
                  <a:lnTo>
                    <a:pt x="935959" y="66618"/>
                  </a:lnTo>
                  <a:lnTo>
                    <a:pt x="942328" y="46003"/>
                  </a:lnTo>
                  <a:close/>
                  <a:moveTo>
                    <a:pt x="897184" y="46222"/>
                  </a:moveTo>
                  <a:lnTo>
                    <a:pt x="910861" y="53938"/>
                  </a:lnTo>
                  <a:lnTo>
                    <a:pt x="936794" y="0"/>
                  </a:lnTo>
                  <a:close/>
                  <a:moveTo>
                    <a:pt x="945900" y="7577"/>
                  </a:moveTo>
                  <a:lnTo>
                    <a:pt x="910861" y="53938"/>
                  </a:lnTo>
                  <a:lnTo>
                    <a:pt x="942328" y="46003"/>
                  </a:lnTo>
                  <a:close/>
                  <a:moveTo>
                    <a:pt x="986498" y="37182"/>
                  </a:moveTo>
                  <a:lnTo>
                    <a:pt x="942328" y="46003"/>
                  </a:lnTo>
                  <a:lnTo>
                    <a:pt x="935959" y="66618"/>
                  </a:lnTo>
                  <a:close/>
                  <a:moveTo>
                    <a:pt x="942328" y="46003"/>
                  </a:moveTo>
                  <a:lnTo>
                    <a:pt x="986498" y="37182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986510" y="34838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1019093" y="37771"/>
                  </a:lnTo>
                  <a:lnTo>
                    <a:pt x="986510" y="348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99" name="Input_density__190">
              <a:extLst>
                <a:ext uri="{FF2B5EF4-FFF2-40B4-BE49-F238E27FC236}">
                  <a16:creationId xmlns:a16="http://schemas.microsoft.com/office/drawing/2014/main" id="{A896E6BD-06AB-AC5D-3357-8F5108B170DD}"/>
                </a:ext>
              </a:extLst>
            </p:cNvPr>
            <p:cNvSpPr>
              <a:spLocks noGrp="1"/>
            </p:cNvSpPr>
            <p:nvPr/>
          </p:nvSpPr>
          <p:spPr>
            <a:xfrm>
              <a:off x="637215" y="1973954"/>
              <a:ext cx="746283" cy="392513"/>
            </a:xfrm>
            <a:custGeom>
              <a:avLst/>
              <a:gdLst/>
              <a:ahLst/>
              <a:cxnLst/>
              <a:rect l="0" t="0" r="0" b="0"/>
              <a:pathLst>
                <a:path w="746283" h="392513">
                  <a:moveTo>
                    <a:pt x="20623" y="276064"/>
                  </a:moveTo>
                  <a:lnTo>
                    <a:pt x="0" y="257526"/>
                  </a:lnTo>
                  <a:lnTo>
                    <a:pt x="11120" y="269315"/>
                  </a:lnTo>
                  <a:close/>
                  <a:moveTo>
                    <a:pt x="47157" y="279061"/>
                  </a:moveTo>
                  <a:lnTo>
                    <a:pt x="9238" y="261865"/>
                  </a:lnTo>
                  <a:lnTo>
                    <a:pt x="20623" y="276064"/>
                  </a:lnTo>
                  <a:close/>
                  <a:moveTo>
                    <a:pt x="166266" y="271703"/>
                  </a:moveTo>
                  <a:lnTo>
                    <a:pt x="152359" y="308459"/>
                  </a:lnTo>
                  <a:lnTo>
                    <a:pt x="122835" y="312854"/>
                  </a:lnTo>
                  <a:close/>
                  <a:moveTo>
                    <a:pt x="122835" y="312854"/>
                  </a:moveTo>
                  <a:lnTo>
                    <a:pt x="152359" y="308459"/>
                  </a:lnTo>
                  <a:lnTo>
                    <a:pt x="141086" y="313584"/>
                  </a:lnTo>
                  <a:close/>
                  <a:moveTo>
                    <a:pt x="85835" y="286668"/>
                  </a:moveTo>
                  <a:lnTo>
                    <a:pt x="122835" y="312854"/>
                  </a:lnTo>
                  <a:lnTo>
                    <a:pt x="141086" y="313584"/>
                  </a:lnTo>
                  <a:close/>
                  <a:moveTo>
                    <a:pt x="225586" y="254317"/>
                  </a:moveTo>
                  <a:lnTo>
                    <a:pt x="254954" y="275189"/>
                  </a:lnTo>
                  <a:lnTo>
                    <a:pt x="223295" y="254520"/>
                  </a:lnTo>
                  <a:close/>
                  <a:moveTo>
                    <a:pt x="227074" y="208359"/>
                  </a:moveTo>
                  <a:lnTo>
                    <a:pt x="247844" y="200582"/>
                  </a:lnTo>
                  <a:lnTo>
                    <a:pt x="225586" y="254317"/>
                  </a:lnTo>
                  <a:close/>
                  <a:moveTo>
                    <a:pt x="533674" y="371263"/>
                  </a:moveTo>
                  <a:lnTo>
                    <a:pt x="554852" y="355235"/>
                  </a:lnTo>
                  <a:lnTo>
                    <a:pt x="550477" y="349990"/>
                  </a:lnTo>
                  <a:close/>
                  <a:moveTo>
                    <a:pt x="546945" y="392513"/>
                  </a:moveTo>
                  <a:lnTo>
                    <a:pt x="554852" y="355235"/>
                  </a:lnTo>
                  <a:lnTo>
                    <a:pt x="533674" y="371263"/>
                  </a:lnTo>
                  <a:close/>
                  <a:moveTo>
                    <a:pt x="465917" y="242508"/>
                  </a:moveTo>
                  <a:lnTo>
                    <a:pt x="490432" y="239725"/>
                  </a:lnTo>
                  <a:lnTo>
                    <a:pt x="506952" y="259297"/>
                  </a:lnTo>
                  <a:close/>
                  <a:moveTo>
                    <a:pt x="506952" y="259297"/>
                  </a:moveTo>
                  <a:lnTo>
                    <a:pt x="490432" y="239725"/>
                  </a:lnTo>
                  <a:lnTo>
                    <a:pt x="506531" y="222542"/>
                  </a:lnTo>
                  <a:close/>
                  <a:moveTo>
                    <a:pt x="465917" y="242508"/>
                  </a:moveTo>
                  <a:lnTo>
                    <a:pt x="462568" y="258356"/>
                  </a:lnTo>
                  <a:lnTo>
                    <a:pt x="435674" y="254011"/>
                  </a:lnTo>
                  <a:close/>
                  <a:moveTo>
                    <a:pt x="490432" y="239725"/>
                  </a:moveTo>
                  <a:lnTo>
                    <a:pt x="501541" y="185787"/>
                  </a:lnTo>
                  <a:lnTo>
                    <a:pt x="506531" y="222542"/>
                  </a:lnTo>
                  <a:close/>
                  <a:moveTo>
                    <a:pt x="519620" y="177802"/>
                  </a:moveTo>
                  <a:lnTo>
                    <a:pt x="501541" y="185787"/>
                  </a:lnTo>
                  <a:lnTo>
                    <a:pt x="508517" y="180998"/>
                  </a:lnTo>
                  <a:close/>
                  <a:moveTo>
                    <a:pt x="722760" y="121006"/>
                  </a:moveTo>
                  <a:lnTo>
                    <a:pt x="735472" y="155418"/>
                  </a:lnTo>
                  <a:lnTo>
                    <a:pt x="737375" y="170992"/>
                  </a:lnTo>
                  <a:close/>
                  <a:moveTo>
                    <a:pt x="735472" y="155418"/>
                  </a:moveTo>
                  <a:lnTo>
                    <a:pt x="722760" y="121006"/>
                  </a:lnTo>
                  <a:lnTo>
                    <a:pt x="734814" y="153808"/>
                  </a:lnTo>
                  <a:close/>
                  <a:moveTo>
                    <a:pt x="722760" y="121006"/>
                  </a:moveTo>
                  <a:lnTo>
                    <a:pt x="718085" y="117053"/>
                  </a:lnTo>
                  <a:lnTo>
                    <a:pt x="734814" y="153808"/>
                  </a:lnTo>
                  <a:close/>
                  <a:moveTo>
                    <a:pt x="596355" y="0"/>
                  </a:moveTo>
                  <a:lnTo>
                    <a:pt x="546327" y="23972"/>
                  </a:lnTo>
                  <a:lnTo>
                    <a:pt x="572176" y="5808"/>
                  </a:lnTo>
                  <a:close/>
                  <a:moveTo>
                    <a:pt x="718085" y="117053"/>
                  </a:moveTo>
                  <a:lnTo>
                    <a:pt x="735929" y="65552"/>
                  </a:lnTo>
                  <a:lnTo>
                    <a:pt x="736755" y="63115"/>
                  </a:lnTo>
                  <a:close/>
                  <a:moveTo>
                    <a:pt x="728799" y="26602"/>
                  </a:moveTo>
                  <a:lnTo>
                    <a:pt x="735929" y="65552"/>
                  </a:lnTo>
                  <a:lnTo>
                    <a:pt x="746283" y="3947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200" name="Input_density__191">
              <a:extLst>
                <a:ext uri="{FF2B5EF4-FFF2-40B4-BE49-F238E27FC236}">
                  <a16:creationId xmlns:a16="http://schemas.microsoft.com/office/drawing/2014/main" id="{BFE5F93C-819A-5572-E60E-B020452BE09A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703745"/>
              <a:ext cx="986510" cy="637383"/>
            </a:xfrm>
            <a:custGeom>
              <a:avLst/>
              <a:gdLst/>
              <a:ahLst/>
              <a:cxnLst/>
              <a:rect l="0" t="0" r="0" b="0"/>
              <a:pathLst>
                <a:path w="986510" h="637383">
                  <a:moveTo>
                    <a:pt x="0" y="429260"/>
                  </a:moveTo>
                  <a:lnTo>
                    <a:pt x="31110" y="448831"/>
                  </a:lnTo>
                  <a:lnTo>
                    <a:pt x="25993" y="412077"/>
                  </a:lnTo>
                  <a:close/>
                  <a:moveTo>
                    <a:pt x="19455" y="375321"/>
                  </a:moveTo>
                  <a:lnTo>
                    <a:pt x="0" y="429260"/>
                  </a:lnTo>
                  <a:lnTo>
                    <a:pt x="25993" y="412077"/>
                  </a:lnTo>
                  <a:close/>
                  <a:moveTo>
                    <a:pt x="226096" y="465308"/>
                  </a:moveTo>
                  <a:lnTo>
                    <a:pt x="238583" y="433114"/>
                  </a:lnTo>
                  <a:lnTo>
                    <a:pt x="200414" y="459099"/>
                  </a:lnTo>
                  <a:close/>
                  <a:moveTo>
                    <a:pt x="229737" y="414465"/>
                  </a:moveTo>
                  <a:lnTo>
                    <a:pt x="238583" y="433114"/>
                  </a:lnTo>
                  <a:lnTo>
                    <a:pt x="252219" y="434036"/>
                  </a:lnTo>
                  <a:close/>
                  <a:moveTo>
                    <a:pt x="204754" y="276583"/>
                  </a:moveTo>
                  <a:lnTo>
                    <a:pt x="238779" y="320756"/>
                  </a:lnTo>
                  <a:lnTo>
                    <a:pt x="237556" y="277003"/>
                  </a:lnTo>
                  <a:close/>
                  <a:moveTo>
                    <a:pt x="164146" y="282507"/>
                  </a:moveTo>
                  <a:lnTo>
                    <a:pt x="204754" y="276583"/>
                  </a:lnTo>
                  <a:lnTo>
                    <a:pt x="200380" y="235391"/>
                  </a:lnTo>
                  <a:close/>
                  <a:moveTo>
                    <a:pt x="204754" y="276583"/>
                  </a:moveTo>
                  <a:lnTo>
                    <a:pt x="230579" y="237928"/>
                  </a:lnTo>
                  <a:lnTo>
                    <a:pt x="200380" y="235391"/>
                  </a:lnTo>
                  <a:close/>
                  <a:moveTo>
                    <a:pt x="160437" y="240776"/>
                  </a:moveTo>
                  <a:lnTo>
                    <a:pt x="200380" y="235391"/>
                  </a:lnTo>
                  <a:lnTo>
                    <a:pt x="172706" y="215179"/>
                  </a:lnTo>
                  <a:close/>
                  <a:moveTo>
                    <a:pt x="535220" y="600628"/>
                  </a:moveTo>
                  <a:lnTo>
                    <a:pt x="558701" y="637383"/>
                  </a:lnTo>
                  <a:lnTo>
                    <a:pt x="583928" y="620200"/>
                  </a:lnTo>
                  <a:close/>
                  <a:moveTo>
                    <a:pt x="535220" y="600628"/>
                  </a:moveTo>
                  <a:lnTo>
                    <a:pt x="583928" y="620200"/>
                  </a:lnTo>
                  <a:lnTo>
                    <a:pt x="562830" y="583444"/>
                  </a:lnTo>
                  <a:close/>
                  <a:moveTo>
                    <a:pt x="528979" y="563873"/>
                  </a:moveTo>
                  <a:lnTo>
                    <a:pt x="535220" y="600628"/>
                  </a:lnTo>
                  <a:lnTo>
                    <a:pt x="562830" y="583444"/>
                  </a:lnTo>
                  <a:close/>
                  <a:moveTo>
                    <a:pt x="562830" y="583444"/>
                  </a:moveTo>
                  <a:lnTo>
                    <a:pt x="583928" y="620200"/>
                  </a:lnTo>
                  <a:lnTo>
                    <a:pt x="602690" y="566261"/>
                  </a:lnTo>
                  <a:close/>
                  <a:moveTo>
                    <a:pt x="570313" y="509935"/>
                  </a:moveTo>
                  <a:lnTo>
                    <a:pt x="605211" y="529506"/>
                  </a:lnTo>
                  <a:lnTo>
                    <a:pt x="604719" y="492751"/>
                  </a:lnTo>
                  <a:close/>
                  <a:moveTo>
                    <a:pt x="410425" y="317040"/>
                  </a:moveTo>
                  <a:lnTo>
                    <a:pt x="420875" y="308976"/>
                  </a:lnTo>
                  <a:lnTo>
                    <a:pt x="409751" y="326160"/>
                  </a:lnTo>
                  <a:close/>
                  <a:moveTo>
                    <a:pt x="741262" y="404446"/>
                  </a:moveTo>
                  <a:lnTo>
                    <a:pt x="724591" y="420417"/>
                  </a:lnTo>
                  <a:lnTo>
                    <a:pt x="721493" y="458385"/>
                  </a:lnTo>
                  <a:close/>
                  <a:moveTo>
                    <a:pt x="614630" y="204813"/>
                  </a:moveTo>
                  <a:lnTo>
                    <a:pt x="641521" y="173359"/>
                  </a:lnTo>
                  <a:lnTo>
                    <a:pt x="632984" y="172233"/>
                  </a:lnTo>
                  <a:close/>
                  <a:moveTo>
                    <a:pt x="614630" y="204813"/>
                  </a:moveTo>
                  <a:lnTo>
                    <a:pt x="632984" y="172233"/>
                  </a:lnTo>
                  <a:lnTo>
                    <a:pt x="594677" y="176288"/>
                  </a:lnTo>
                  <a:close/>
                  <a:moveTo>
                    <a:pt x="666393" y="189819"/>
                  </a:moveTo>
                  <a:lnTo>
                    <a:pt x="677160" y="182027"/>
                  </a:lnTo>
                  <a:lnTo>
                    <a:pt x="641521" y="173359"/>
                  </a:lnTo>
                  <a:close/>
                  <a:moveTo>
                    <a:pt x="666393" y="189819"/>
                  </a:moveTo>
                  <a:lnTo>
                    <a:pt x="701039" y="188741"/>
                  </a:lnTo>
                  <a:lnTo>
                    <a:pt x="677160" y="182027"/>
                  </a:lnTo>
                  <a:close/>
                  <a:moveTo>
                    <a:pt x="701039" y="188741"/>
                  </a:moveTo>
                  <a:lnTo>
                    <a:pt x="666393" y="189819"/>
                  </a:lnTo>
                  <a:lnTo>
                    <a:pt x="705135" y="190415"/>
                  </a:lnTo>
                  <a:close/>
                  <a:moveTo>
                    <a:pt x="785714" y="218826"/>
                  </a:moveTo>
                  <a:lnTo>
                    <a:pt x="754832" y="216843"/>
                  </a:lnTo>
                  <a:lnTo>
                    <a:pt x="795043" y="255988"/>
                  </a:lnTo>
                  <a:close/>
                  <a:moveTo>
                    <a:pt x="785714" y="218826"/>
                  </a:moveTo>
                  <a:lnTo>
                    <a:pt x="810090" y="259814"/>
                  </a:lnTo>
                  <a:lnTo>
                    <a:pt x="838717" y="219917"/>
                  </a:lnTo>
                  <a:close/>
                  <a:moveTo>
                    <a:pt x="785714" y="218826"/>
                  </a:moveTo>
                  <a:lnTo>
                    <a:pt x="838717" y="219917"/>
                  </a:lnTo>
                  <a:lnTo>
                    <a:pt x="823246" y="205876"/>
                  </a:lnTo>
                  <a:close/>
                  <a:moveTo>
                    <a:pt x="726994" y="212387"/>
                  </a:moveTo>
                  <a:lnTo>
                    <a:pt x="741934" y="203422"/>
                  </a:lnTo>
                  <a:lnTo>
                    <a:pt x="705135" y="190415"/>
                  </a:lnTo>
                  <a:close/>
                  <a:moveTo>
                    <a:pt x="754832" y="216843"/>
                  </a:moveTo>
                  <a:lnTo>
                    <a:pt x="773757" y="197826"/>
                  </a:lnTo>
                  <a:lnTo>
                    <a:pt x="741934" y="203422"/>
                  </a:lnTo>
                  <a:close/>
                  <a:moveTo>
                    <a:pt x="754832" y="216843"/>
                  </a:moveTo>
                  <a:lnTo>
                    <a:pt x="785714" y="218826"/>
                  </a:lnTo>
                  <a:lnTo>
                    <a:pt x="773757" y="197826"/>
                  </a:lnTo>
                  <a:close/>
                  <a:moveTo>
                    <a:pt x="844766" y="197905"/>
                  </a:moveTo>
                  <a:lnTo>
                    <a:pt x="838717" y="219917"/>
                  </a:lnTo>
                  <a:lnTo>
                    <a:pt x="865038" y="188693"/>
                  </a:lnTo>
                  <a:close/>
                  <a:moveTo>
                    <a:pt x="823246" y="205876"/>
                  </a:moveTo>
                  <a:lnTo>
                    <a:pt x="838717" y="219917"/>
                  </a:lnTo>
                  <a:lnTo>
                    <a:pt x="844766" y="197905"/>
                  </a:lnTo>
                  <a:close/>
                  <a:moveTo>
                    <a:pt x="902990" y="177658"/>
                  </a:moveTo>
                  <a:lnTo>
                    <a:pt x="897184" y="217732"/>
                  </a:lnTo>
                  <a:lnTo>
                    <a:pt x="936794" y="171509"/>
                  </a:lnTo>
                  <a:close/>
                  <a:moveTo>
                    <a:pt x="936794" y="171509"/>
                  </a:moveTo>
                  <a:lnTo>
                    <a:pt x="910861" y="225448"/>
                  </a:lnTo>
                  <a:lnTo>
                    <a:pt x="945900" y="179086"/>
                  </a:lnTo>
                  <a:close/>
                  <a:moveTo>
                    <a:pt x="865038" y="188693"/>
                  </a:moveTo>
                  <a:lnTo>
                    <a:pt x="897184" y="217732"/>
                  </a:lnTo>
                  <a:lnTo>
                    <a:pt x="902990" y="177658"/>
                  </a:lnTo>
                  <a:close/>
                  <a:moveTo>
                    <a:pt x="902990" y="177658"/>
                  </a:moveTo>
                  <a:lnTo>
                    <a:pt x="941058" y="160984"/>
                  </a:lnTo>
                  <a:lnTo>
                    <a:pt x="926771" y="140666"/>
                  </a:lnTo>
                  <a:close/>
                  <a:moveTo>
                    <a:pt x="902990" y="177658"/>
                  </a:moveTo>
                  <a:lnTo>
                    <a:pt x="926771" y="140666"/>
                  </a:lnTo>
                  <a:lnTo>
                    <a:pt x="892753" y="141234"/>
                  </a:lnTo>
                  <a:close/>
                  <a:moveTo>
                    <a:pt x="892753" y="141234"/>
                  </a:moveTo>
                  <a:lnTo>
                    <a:pt x="926771" y="140666"/>
                  </a:lnTo>
                  <a:lnTo>
                    <a:pt x="880203" y="106689"/>
                  </a:lnTo>
                  <a:close/>
                  <a:moveTo>
                    <a:pt x="936794" y="171509"/>
                  </a:moveTo>
                  <a:lnTo>
                    <a:pt x="945900" y="179086"/>
                  </a:lnTo>
                  <a:lnTo>
                    <a:pt x="946124" y="169680"/>
                  </a:lnTo>
                  <a:close/>
                  <a:moveTo>
                    <a:pt x="941058" y="160984"/>
                  </a:moveTo>
                  <a:lnTo>
                    <a:pt x="936794" y="171509"/>
                  </a:lnTo>
                  <a:lnTo>
                    <a:pt x="946124" y="169680"/>
                  </a:lnTo>
                  <a:close/>
                  <a:moveTo>
                    <a:pt x="985819" y="164496"/>
                  </a:moveTo>
                  <a:lnTo>
                    <a:pt x="945900" y="179086"/>
                  </a:lnTo>
                  <a:lnTo>
                    <a:pt x="986510" y="206348"/>
                  </a:lnTo>
                  <a:close/>
                  <a:moveTo>
                    <a:pt x="985819" y="164496"/>
                  </a:moveTo>
                  <a:lnTo>
                    <a:pt x="946124" y="169680"/>
                  </a:lnTo>
                  <a:lnTo>
                    <a:pt x="945900" y="179086"/>
                  </a:lnTo>
                  <a:close/>
                  <a:moveTo>
                    <a:pt x="946124" y="169680"/>
                  </a:moveTo>
                  <a:lnTo>
                    <a:pt x="967765" y="136262"/>
                  </a:lnTo>
                  <a:lnTo>
                    <a:pt x="941058" y="160984"/>
                  </a:lnTo>
                  <a:close/>
                  <a:moveTo>
                    <a:pt x="946124" y="169680"/>
                  </a:moveTo>
                  <a:lnTo>
                    <a:pt x="985819" y="164496"/>
                  </a:lnTo>
                  <a:lnTo>
                    <a:pt x="967765" y="136262"/>
                  </a:lnTo>
                  <a:close/>
                  <a:moveTo>
                    <a:pt x="934820" y="44628"/>
                  </a:moveTo>
                  <a:lnTo>
                    <a:pt x="923671" y="95979"/>
                  </a:lnTo>
                  <a:lnTo>
                    <a:pt x="937822" y="44061"/>
                  </a:lnTo>
                  <a:close/>
                  <a:moveTo>
                    <a:pt x="934820" y="44628"/>
                  </a:moveTo>
                  <a:lnTo>
                    <a:pt x="885683" y="78522"/>
                  </a:lnTo>
                  <a:lnTo>
                    <a:pt x="923671" y="95979"/>
                  </a:lnTo>
                  <a:close/>
                  <a:moveTo>
                    <a:pt x="934820" y="44628"/>
                  </a:moveTo>
                  <a:lnTo>
                    <a:pt x="934851" y="41568"/>
                  </a:lnTo>
                  <a:lnTo>
                    <a:pt x="887625" y="55908"/>
                  </a:lnTo>
                  <a:close/>
                  <a:moveTo>
                    <a:pt x="934820" y="44628"/>
                  </a:moveTo>
                  <a:lnTo>
                    <a:pt x="937822" y="44061"/>
                  </a:lnTo>
                  <a:lnTo>
                    <a:pt x="934851" y="41568"/>
                  </a:lnTo>
                  <a:close/>
                  <a:moveTo>
                    <a:pt x="974900" y="80816"/>
                  </a:moveTo>
                  <a:lnTo>
                    <a:pt x="980206" y="86568"/>
                  </a:lnTo>
                  <a:lnTo>
                    <a:pt x="980256" y="79524"/>
                  </a:lnTo>
                  <a:close/>
                  <a:moveTo>
                    <a:pt x="937822" y="44061"/>
                  </a:moveTo>
                  <a:lnTo>
                    <a:pt x="980256" y="79524"/>
                  </a:lnTo>
                  <a:lnTo>
                    <a:pt x="976784" y="37600"/>
                  </a:lnTo>
                  <a:close/>
                  <a:moveTo>
                    <a:pt x="937822" y="44061"/>
                  </a:moveTo>
                  <a:lnTo>
                    <a:pt x="974900" y="80816"/>
                  </a:lnTo>
                  <a:lnTo>
                    <a:pt x="980256" y="79524"/>
                  </a:lnTo>
                  <a:close/>
                  <a:moveTo>
                    <a:pt x="976784" y="37600"/>
                  </a:moveTo>
                  <a:lnTo>
                    <a:pt x="934851" y="41568"/>
                  </a:lnTo>
                  <a:lnTo>
                    <a:pt x="937822" y="44061"/>
                  </a:lnTo>
                  <a:close/>
                  <a:moveTo>
                    <a:pt x="934673" y="0"/>
                  </a:moveTo>
                  <a:lnTo>
                    <a:pt x="934851" y="41568"/>
                  </a:lnTo>
                  <a:lnTo>
                    <a:pt x="976784" y="3760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01" name="Input_density__192">
              <a:extLst>
                <a:ext uri="{FF2B5EF4-FFF2-40B4-BE49-F238E27FC236}">
                  <a16:creationId xmlns:a16="http://schemas.microsoft.com/office/drawing/2014/main" id="{3D3E8B3E-C253-99DF-C99C-D27633285DC3}"/>
                </a:ext>
              </a:extLst>
            </p:cNvPr>
            <p:cNvSpPr>
              <a:spLocks noGrp="1"/>
            </p:cNvSpPr>
            <p:nvPr/>
          </p:nvSpPr>
          <p:spPr>
            <a:xfrm>
              <a:off x="552808" y="1703745"/>
              <a:ext cx="954394" cy="583444"/>
            </a:xfrm>
            <a:custGeom>
              <a:avLst/>
              <a:gdLst/>
              <a:ahLst/>
              <a:cxnLst/>
              <a:rect l="0" t="0" r="0" b="0"/>
              <a:pathLst>
                <a:path w="954394" h="583444">
                  <a:moveTo>
                    <a:pt x="722" y="389693"/>
                  </a:moveTo>
                  <a:lnTo>
                    <a:pt x="0" y="402736"/>
                  </a:lnTo>
                  <a:lnTo>
                    <a:pt x="32791" y="375321"/>
                  </a:lnTo>
                  <a:close/>
                  <a:moveTo>
                    <a:pt x="32791" y="375321"/>
                  </a:moveTo>
                  <a:lnTo>
                    <a:pt x="0" y="402736"/>
                  </a:lnTo>
                  <a:lnTo>
                    <a:pt x="13336" y="429260"/>
                  </a:lnTo>
                  <a:close/>
                  <a:moveTo>
                    <a:pt x="39329" y="412077"/>
                  </a:moveTo>
                  <a:lnTo>
                    <a:pt x="53975" y="358138"/>
                  </a:lnTo>
                  <a:lnTo>
                    <a:pt x="32791" y="375321"/>
                  </a:lnTo>
                  <a:close/>
                  <a:moveTo>
                    <a:pt x="31137" y="338566"/>
                  </a:moveTo>
                  <a:lnTo>
                    <a:pt x="32791" y="375321"/>
                  </a:lnTo>
                  <a:lnTo>
                    <a:pt x="53975" y="358138"/>
                  </a:lnTo>
                  <a:close/>
                  <a:moveTo>
                    <a:pt x="31137" y="338566"/>
                  </a:moveTo>
                  <a:lnTo>
                    <a:pt x="53975" y="358138"/>
                  </a:lnTo>
                  <a:lnTo>
                    <a:pt x="55792" y="321383"/>
                  </a:lnTo>
                  <a:close/>
                  <a:moveTo>
                    <a:pt x="53112" y="284628"/>
                  </a:moveTo>
                  <a:lnTo>
                    <a:pt x="52949" y="284828"/>
                  </a:lnTo>
                  <a:lnTo>
                    <a:pt x="31137" y="338566"/>
                  </a:lnTo>
                  <a:close/>
                  <a:moveTo>
                    <a:pt x="55792" y="321383"/>
                  </a:moveTo>
                  <a:lnTo>
                    <a:pt x="53112" y="284628"/>
                  </a:lnTo>
                  <a:lnTo>
                    <a:pt x="31137" y="338566"/>
                  </a:lnTo>
                  <a:close/>
                  <a:moveTo>
                    <a:pt x="53160" y="284499"/>
                  </a:moveTo>
                  <a:lnTo>
                    <a:pt x="52949" y="284828"/>
                  </a:lnTo>
                  <a:lnTo>
                    <a:pt x="53112" y="284628"/>
                  </a:lnTo>
                  <a:close/>
                  <a:moveTo>
                    <a:pt x="55792" y="321383"/>
                  </a:moveTo>
                  <a:lnTo>
                    <a:pt x="85307" y="308484"/>
                  </a:lnTo>
                  <a:lnTo>
                    <a:pt x="78343" y="308930"/>
                  </a:lnTo>
                  <a:close/>
                  <a:moveTo>
                    <a:pt x="53112" y="284628"/>
                  </a:moveTo>
                  <a:lnTo>
                    <a:pt x="78343" y="308930"/>
                  </a:lnTo>
                  <a:lnTo>
                    <a:pt x="53377" y="284479"/>
                  </a:lnTo>
                  <a:close/>
                  <a:moveTo>
                    <a:pt x="53112" y="284628"/>
                  </a:moveTo>
                  <a:lnTo>
                    <a:pt x="55792" y="321383"/>
                  </a:lnTo>
                  <a:lnTo>
                    <a:pt x="78343" y="308930"/>
                  </a:lnTo>
                  <a:close/>
                  <a:moveTo>
                    <a:pt x="88063" y="304200"/>
                  </a:moveTo>
                  <a:lnTo>
                    <a:pt x="82535" y="267445"/>
                  </a:lnTo>
                  <a:lnTo>
                    <a:pt x="78343" y="308930"/>
                  </a:lnTo>
                  <a:close/>
                  <a:moveTo>
                    <a:pt x="82535" y="267445"/>
                  </a:moveTo>
                  <a:lnTo>
                    <a:pt x="53377" y="284479"/>
                  </a:lnTo>
                  <a:lnTo>
                    <a:pt x="78343" y="308930"/>
                  </a:lnTo>
                  <a:close/>
                  <a:moveTo>
                    <a:pt x="53160" y="284499"/>
                  </a:moveTo>
                  <a:lnTo>
                    <a:pt x="53112" y="284628"/>
                  </a:lnTo>
                  <a:lnTo>
                    <a:pt x="53377" y="284479"/>
                  </a:lnTo>
                  <a:close/>
                  <a:moveTo>
                    <a:pt x="99905" y="238487"/>
                  </a:moveTo>
                  <a:lnTo>
                    <a:pt x="53377" y="284479"/>
                  </a:lnTo>
                  <a:lnTo>
                    <a:pt x="82535" y="267445"/>
                  </a:lnTo>
                  <a:close/>
                  <a:moveTo>
                    <a:pt x="53160" y="284499"/>
                  </a:moveTo>
                  <a:lnTo>
                    <a:pt x="53377" y="284479"/>
                  </a:lnTo>
                  <a:lnTo>
                    <a:pt x="99905" y="238487"/>
                  </a:lnTo>
                  <a:close/>
                  <a:moveTo>
                    <a:pt x="82535" y="267445"/>
                  </a:moveTo>
                  <a:lnTo>
                    <a:pt x="131947" y="292439"/>
                  </a:lnTo>
                  <a:lnTo>
                    <a:pt x="124157" y="254025"/>
                  </a:lnTo>
                  <a:close/>
                  <a:moveTo>
                    <a:pt x="82535" y="267445"/>
                  </a:moveTo>
                  <a:lnTo>
                    <a:pt x="88063" y="304200"/>
                  </a:lnTo>
                  <a:lnTo>
                    <a:pt x="131947" y="292439"/>
                  </a:lnTo>
                  <a:close/>
                  <a:moveTo>
                    <a:pt x="137779" y="250261"/>
                  </a:moveTo>
                  <a:lnTo>
                    <a:pt x="124157" y="254025"/>
                  </a:lnTo>
                  <a:lnTo>
                    <a:pt x="131947" y="292439"/>
                  </a:lnTo>
                  <a:close/>
                  <a:moveTo>
                    <a:pt x="99905" y="238487"/>
                  </a:moveTo>
                  <a:lnTo>
                    <a:pt x="82535" y="267445"/>
                  </a:lnTo>
                  <a:lnTo>
                    <a:pt x="124157" y="254025"/>
                  </a:lnTo>
                  <a:close/>
                  <a:moveTo>
                    <a:pt x="155348" y="224995"/>
                  </a:moveTo>
                  <a:lnTo>
                    <a:pt x="99905" y="238487"/>
                  </a:lnTo>
                  <a:lnTo>
                    <a:pt x="137779" y="250261"/>
                  </a:lnTo>
                  <a:close/>
                  <a:moveTo>
                    <a:pt x="137779" y="250261"/>
                  </a:moveTo>
                  <a:lnTo>
                    <a:pt x="99905" y="238487"/>
                  </a:lnTo>
                  <a:lnTo>
                    <a:pt x="124157" y="254025"/>
                  </a:lnTo>
                  <a:close/>
                  <a:moveTo>
                    <a:pt x="137779" y="250261"/>
                  </a:moveTo>
                  <a:lnTo>
                    <a:pt x="177483" y="282507"/>
                  </a:lnTo>
                  <a:lnTo>
                    <a:pt x="173773" y="240776"/>
                  </a:lnTo>
                  <a:close/>
                  <a:moveTo>
                    <a:pt x="137779" y="250261"/>
                  </a:moveTo>
                  <a:lnTo>
                    <a:pt x="160074" y="287016"/>
                  </a:lnTo>
                  <a:lnTo>
                    <a:pt x="177483" y="282507"/>
                  </a:lnTo>
                  <a:close/>
                  <a:moveTo>
                    <a:pt x="177483" y="282507"/>
                  </a:moveTo>
                  <a:lnTo>
                    <a:pt x="213717" y="235391"/>
                  </a:lnTo>
                  <a:lnTo>
                    <a:pt x="173773" y="240776"/>
                  </a:lnTo>
                  <a:close/>
                  <a:moveTo>
                    <a:pt x="155348" y="224995"/>
                  </a:moveTo>
                  <a:lnTo>
                    <a:pt x="137779" y="250261"/>
                  </a:lnTo>
                  <a:lnTo>
                    <a:pt x="173773" y="240776"/>
                  </a:lnTo>
                  <a:close/>
                  <a:moveTo>
                    <a:pt x="173773" y="240776"/>
                  </a:moveTo>
                  <a:lnTo>
                    <a:pt x="186042" y="215179"/>
                  </a:lnTo>
                  <a:lnTo>
                    <a:pt x="155348" y="224995"/>
                  </a:lnTo>
                  <a:close/>
                  <a:moveTo>
                    <a:pt x="542315" y="563873"/>
                  </a:moveTo>
                  <a:lnTo>
                    <a:pt x="576166" y="583444"/>
                  </a:lnTo>
                  <a:lnTo>
                    <a:pt x="592726" y="546690"/>
                  </a:lnTo>
                  <a:close/>
                  <a:moveTo>
                    <a:pt x="616027" y="566261"/>
                  </a:moveTo>
                  <a:lnTo>
                    <a:pt x="620129" y="552922"/>
                  </a:lnTo>
                  <a:lnTo>
                    <a:pt x="592735" y="546685"/>
                  </a:lnTo>
                  <a:close/>
                  <a:moveTo>
                    <a:pt x="592726" y="546690"/>
                  </a:moveTo>
                  <a:lnTo>
                    <a:pt x="616027" y="566261"/>
                  </a:lnTo>
                  <a:lnTo>
                    <a:pt x="592735" y="546685"/>
                  </a:lnTo>
                  <a:close/>
                  <a:moveTo>
                    <a:pt x="576166" y="583444"/>
                  </a:moveTo>
                  <a:lnTo>
                    <a:pt x="616027" y="566261"/>
                  </a:lnTo>
                  <a:lnTo>
                    <a:pt x="592726" y="546690"/>
                  </a:lnTo>
                  <a:close/>
                  <a:moveTo>
                    <a:pt x="592735" y="546685"/>
                  </a:moveTo>
                  <a:lnTo>
                    <a:pt x="620129" y="552922"/>
                  </a:lnTo>
                  <a:lnTo>
                    <a:pt x="618547" y="529506"/>
                  </a:lnTo>
                  <a:close/>
                  <a:moveTo>
                    <a:pt x="618547" y="529506"/>
                  </a:moveTo>
                  <a:lnTo>
                    <a:pt x="620129" y="552922"/>
                  </a:lnTo>
                  <a:lnTo>
                    <a:pt x="633371" y="558396"/>
                  </a:lnTo>
                  <a:close/>
                  <a:moveTo>
                    <a:pt x="440730" y="272222"/>
                  </a:moveTo>
                  <a:lnTo>
                    <a:pt x="434211" y="308976"/>
                  </a:lnTo>
                  <a:lnTo>
                    <a:pt x="464214" y="291793"/>
                  </a:lnTo>
                  <a:close/>
                  <a:moveTo>
                    <a:pt x="440730" y="272222"/>
                  </a:moveTo>
                  <a:lnTo>
                    <a:pt x="464214" y="291793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0730" y="272222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2929" y="264128"/>
                  </a:lnTo>
                  <a:lnTo>
                    <a:pt x="440730" y="272222"/>
                  </a:lnTo>
                  <a:close/>
                  <a:moveTo>
                    <a:pt x="463084" y="243279"/>
                  </a:moveTo>
                  <a:lnTo>
                    <a:pt x="459454" y="255038"/>
                  </a:lnTo>
                  <a:lnTo>
                    <a:pt x="484955" y="239814"/>
                  </a:lnTo>
                  <a:close/>
                  <a:moveTo>
                    <a:pt x="463084" y="243279"/>
                  </a:moveTo>
                  <a:lnTo>
                    <a:pt x="484955" y="239814"/>
                  </a:lnTo>
                  <a:lnTo>
                    <a:pt x="472384" y="218283"/>
                  </a:lnTo>
                  <a:close/>
                  <a:moveTo>
                    <a:pt x="472384" y="218283"/>
                  </a:moveTo>
                  <a:lnTo>
                    <a:pt x="484955" y="239814"/>
                  </a:lnTo>
                  <a:lnTo>
                    <a:pt x="488066" y="237855"/>
                  </a:lnTo>
                  <a:close/>
                  <a:moveTo>
                    <a:pt x="472384" y="218283"/>
                  </a:moveTo>
                  <a:lnTo>
                    <a:pt x="488066" y="237855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72384" y="218283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86090" y="204718"/>
                  </a:lnTo>
                  <a:lnTo>
                    <a:pt x="472384" y="218283"/>
                  </a:lnTo>
                  <a:close/>
                  <a:moveTo>
                    <a:pt x="505477" y="201100"/>
                  </a:moveTo>
                  <a:lnTo>
                    <a:pt x="541102" y="217983"/>
                  </a:lnTo>
                  <a:lnTo>
                    <a:pt x="514796" y="197895"/>
                  </a:lnTo>
                  <a:close/>
                  <a:moveTo>
                    <a:pt x="509481" y="195965"/>
                  </a:moveTo>
                  <a:lnTo>
                    <a:pt x="505477" y="201100"/>
                  </a:lnTo>
                  <a:lnTo>
                    <a:pt x="514796" y="197895"/>
                  </a:lnTo>
                  <a:close/>
                  <a:moveTo>
                    <a:pt x="514796" y="197895"/>
                  </a:moveTo>
                  <a:lnTo>
                    <a:pt x="538524" y="179976"/>
                  </a:lnTo>
                  <a:lnTo>
                    <a:pt x="509481" y="195965"/>
                  </a:lnTo>
                  <a:close/>
                  <a:moveTo>
                    <a:pt x="514796" y="197895"/>
                  </a:moveTo>
                  <a:lnTo>
                    <a:pt x="556626" y="190976"/>
                  </a:lnTo>
                  <a:lnTo>
                    <a:pt x="538524" y="179976"/>
                  </a:lnTo>
                  <a:close/>
                  <a:moveTo>
                    <a:pt x="556626" y="190976"/>
                  </a:moveTo>
                  <a:lnTo>
                    <a:pt x="514796" y="197895"/>
                  </a:lnTo>
                  <a:lnTo>
                    <a:pt x="575043" y="220305"/>
                  </a:lnTo>
                  <a:close/>
                  <a:moveTo>
                    <a:pt x="595000" y="170345"/>
                  </a:moveTo>
                  <a:lnTo>
                    <a:pt x="556626" y="190976"/>
                  </a:lnTo>
                  <a:lnTo>
                    <a:pt x="580403" y="183916"/>
                  </a:lnTo>
                  <a:close/>
                  <a:moveTo>
                    <a:pt x="538524" y="179976"/>
                  </a:moveTo>
                  <a:lnTo>
                    <a:pt x="556626" y="190976"/>
                  </a:lnTo>
                  <a:lnTo>
                    <a:pt x="595000" y="170345"/>
                  </a:lnTo>
                  <a:close/>
                  <a:moveTo>
                    <a:pt x="556626" y="190976"/>
                  </a:moveTo>
                  <a:lnTo>
                    <a:pt x="575043" y="220305"/>
                  </a:lnTo>
                  <a:lnTo>
                    <a:pt x="580403" y="183916"/>
                  </a:lnTo>
                  <a:close/>
                  <a:moveTo>
                    <a:pt x="575273" y="220564"/>
                  </a:moveTo>
                  <a:lnTo>
                    <a:pt x="580403" y="183916"/>
                  </a:lnTo>
                  <a:lnTo>
                    <a:pt x="575043" y="220305"/>
                  </a:lnTo>
                  <a:close/>
                  <a:moveTo>
                    <a:pt x="608013" y="176288"/>
                  </a:moveTo>
                  <a:lnTo>
                    <a:pt x="580403" y="183916"/>
                  </a:lnTo>
                  <a:lnTo>
                    <a:pt x="575273" y="220564"/>
                  </a:lnTo>
                  <a:close/>
                  <a:moveTo>
                    <a:pt x="627966" y="204813"/>
                  </a:moveTo>
                  <a:lnTo>
                    <a:pt x="608013" y="176288"/>
                  </a:lnTo>
                  <a:lnTo>
                    <a:pt x="575273" y="220564"/>
                  </a:lnTo>
                  <a:close/>
                  <a:moveTo>
                    <a:pt x="632535" y="203488"/>
                  </a:moveTo>
                  <a:lnTo>
                    <a:pt x="654858" y="173359"/>
                  </a:lnTo>
                  <a:lnTo>
                    <a:pt x="627966" y="204813"/>
                  </a:lnTo>
                  <a:close/>
                  <a:moveTo>
                    <a:pt x="595000" y="170345"/>
                  </a:moveTo>
                  <a:lnTo>
                    <a:pt x="580403" y="183916"/>
                  </a:lnTo>
                  <a:lnTo>
                    <a:pt x="608013" y="176288"/>
                  </a:lnTo>
                  <a:close/>
                  <a:moveTo>
                    <a:pt x="654858" y="173359"/>
                  </a:moveTo>
                  <a:lnTo>
                    <a:pt x="632535" y="203488"/>
                  </a:lnTo>
                  <a:lnTo>
                    <a:pt x="679729" y="189819"/>
                  </a:lnTo>
                  <a:close/>
                  <a:moveTo>
                    <a:pt x="786384" y="186304"/>
                  </a:moveTo>
                  <a:lnTo>
                    <a:pt x="799050" y="218826"/>
                  </a:lnTo>
                  <a:lnTo>
                    <a:pt x="836582" y="205876"/>
                  </a:lnTo>
                  <a:close/>
                  <a:moveTo>
                    <a:pt x="822111" y="169121"/>
                  </a:moveTo>
                  <a:lnTo>
                    <a:pt x="858102" y="197905"/>
                  </a:lnTo>
                  <a:lnTo>
                    <a:pt x="852482" y="157728"/>
                  </a:lnTo>
                  <a:close/>
                  <a:moveTo>
                    <a:pt x="822111" y="169121"/>
                  </a:moveTo>
                  <a:lnTo>
                    <a:pt x="836582" y="205876"/>
                  </a:lnTo>
                  <a:lnTo>
                    <a:pt x="858102" y="197905"/>
                  </a:lnTo>
                  <a:close/>
                  <a:moveTo>
                    <a:pt x="878374" y="188693"/>
                  </a:moveTo>
                  <a:lnTo>
                    <a:pt x="867841" y="151938"/>
                  </a:lnTo>
                  <a:lnTo>
                    <a:pt x="858102" y="197905"/>
                  </a:lnTo>
                  <a:close/>
                  <a:moveTo>
                    <a:pt x="867841" y="151938"/>
                  </a:moveTo>
                  <a:lnTo>
                    <a:pt x="852482" y="157728"/>
                  </a:lnTo>
                  <a:lnTo>
                    <a:pt x="858102" y="197905"/>
                  </a:lnTo>
                  <a:close/>
                  <a:moveTo>
                    <a:pt x="816752" y="132366"/>
                  </a:moveTo>
                  <a:lnTo>
                    <a:pt x="822111" y="169121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870916" y="115183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916327" y="177658"/>
                  </a:lnTo>
                  <a:lnTo>
                    <a:pt x="906089" y="141234"/>
                  </a:lnTo>
                  <a:close/>
                  <a:moveTo>
                    <a:pt x="867841" y="151938"/>
                  </a:moveTo>
                  <a:lnTo>
                    <a:pt x="878374" y="188693"/>
                  </a:lnTo>
                  <a:lnTo>
                    <a:pt x="916327" y="177658"/>
                  </a:lnTo>
                  <a:close/>
                  <a:moveTo>
                    <a:pt x="950130" y="171509"/>
                  </a:moveTo>
                  <a:lnTo>
                    <a:pt x="954394" y="160984"/>
                  </a:lnTo>
                  <a:lnTo>
                    <a:pt x="916327" y="177658"/>
                  </a:lnTo>
                  <a:close/>
                  <a:moveTo>
                    <a:pt x="870916" y="115183"/>
                  </a:moveTo>
                  <a:lnTo>
                    <a:pt x="906089" y="141234"/>
                  </a:lnTo>
                  <a:lnTo>
                    <a:pt x="893540" y="106689"/>
                  </a:lnTo>
                  <a:close/>
                  <a:moveTo>
                    <a:pt x="870916" y="115183"/>
                  </a:moveTo>
                  <a:lnTo>
                    <a:pt x="867841" y="151938"/>
                  </a:lnTo>
                  <a:lnTo>
                    <a:pt x="906089" y="141234"/>
                  </a:lnTo>
                  <a:close/>
                  <a:moveTo>
                    <a:pt x="884496" y="61245"/>
                  </a:moveTo>
                  <a:lnTo>
                    <a:pt x="893540" y="106689"/>
                  </a:lnTo>
                  <a:lnTo>
                    <a:pt x="899019" y="78522"/>
                  </a:lnTo>
                  <a:close/>
                  <a:moveTo>
                    <a:pt x="884496" y="61245"/>
                  </a:moveTo>
                  <a:lnTo>
                    <a:pt x="899019" y="78522"/>
                  </a:lnTo>
                  <a:lnTo>
                    <a:pt x="900962" y="55908"/>
                  </a:lnTo>
                  <a:close/>
                  <a:moveTo>
                    <a:pt x="888483" y="39131"/>
                  </a:moveTo>
                  <a:lnTo>
                    <a:pt x="884496" y="61245"/>
                  </a:lnTo>
                  <a:lnTo>
                    <a:pt x="900962" y="55908"/>
                  </a:lnTo>
                  <a:close/>
                  <a:moveTo>
                    <a:pt x="948156" y="44628"/>
                  </a:moveTo>
                  <a:lnTo>
                    <a:pt x="900962" y="55908"/>
                  </a:lnTo>
                  <a:lnTo>
                    <a:pt x="899019" y="78522"/>
                  </a:lnTo>
                  <a:close/>
                  <a:moveTo>
                    <a:pt x="922592" y="7306"/>
                  </a:moveTo>
                  <a:lnTo>
                    <a:pt x="948187" y="41568"/>
                  </a:lnTo>
                  <a:lnTo>
                    <a:pt x="94801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02" name="Input_density__193">
              <a:extLst>
                <a:ext uri="{FF2B5EF4-FFF2-40B4-BE49-F238E27FC236}">
                  <a16:creationId xmlns:a16="http://schemas.microsoft.com/office/drawing/2014/main" id="{95EE7285-EBD4-BC13-81FE-442D06A4F412}"/>
                </a:ext>
              </a:extLst>
            </p:cNvPr>
            <p:cNvSpPr>
              <a:spLocks noGrp="1"/>
            </p:cNvSpPr>
            <p:nvPr/>
          </p:nvSpPr>
          <p:spPr>
            <a:xfrm>
              <a:off x="1103132" y="2039506"/>
              <a:ext cx="270012" cy="196937"/>
            </a:xfrm>
            <a:custGeom>
              <a:avLst/>
              <a:gdLst/>
              <a:ahLst/>
              <a:cxnLst/>
              <a:rect l="0" t="0" r="0" b="0"/>
              <a:pathLst>
                <a:path w="270012" h="196937">
                  <a:moveTo>
                    <a:pt x="0" y="176956"/>
                  </a:moveTo>
                  <a:lnTo>
                    <a:pt x="41035" y="193744"/>
                  </a:lnTo>
                  <a:lnTo>
                    <a:pt x="26295" y="196937"/>
                  </a:lnTo>
                  <a:close/>
                  <a:moveTo>
                    <a:pt x="26295" y="196937"/>
                  </a:moveTo>
                  <a:lnTo>
                    <a:pt x="2872" y="193744"/>
                  </a:lnTo>
                  <a:lnTo>
                    <a:pt x="0" y="176956"/>
                  </a:lnTo>
                  <a:close/>
                  <a:moveTo>
                    <a:pt x="257641" y="36309"/>
                  </a:moveTo>
                  <a:lnTo>
                    <a:pt x="270012" y="0"/>
                  </a:lnTo>
                  <a:lnTo>
                    <a:pt x="252168" y="51501"/>
                  </a:lnTo>
                  <a:close/>
                  <a:moveTo>
                    <a:pt x="270012" y="0"/>
                  </a:moveTo>
                  <a:lnTo>
                    <a:pt x="257641" y="36309"/>
                  </a:lnTo>
                  <a:lnTo>
                    <a:pt x="269592" y="14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03" name="Input_density__194">
              <a:extLst>
                <a:ext uri="{FF2B5EF4-FFF2-40B4-BE49-F238E27FC236}">
                  <a16:creationId xmlns:a16="http://schemas.microsoft.com/office/drawing/2014/main" id="{66C3EA5B-7E8C-FCE7-246D-FB69E197E070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6131"/>
              <a:ext cx="774606" cy="362685"/>
            </a:xfrm>
            <a:custGeom>
              <a:avLst/>
              <a:gdLst/>
              <a:ahLst/>
              <a:cxnLst/>
              <a:rect l="0" t="0" r="0" b="0"/>
              <a:pathLst>
                <a:path w="774606" h="362685">
                  <a:moveTo>
                    <a:pt x="8712" y="236445"/>
                  </a:moveTo>
                  <a:lnTo>
                    <a:pt x="0" y="253628"/>
                  </a:lnTo>
                  <a:lnTo>
                    <a:pt x="20989" y="273200"/>
                  </a:lnTo>
                  <a:close/>
                  <a:moveTo>
                    <a:pt x="20989" y="273200"/>
                  </a:moveTo>
                  <a:lnTo>
                    <a:pt x="46510" y="309955"/>
                  </a:lnTo>
                  <a:lnTo>
                    <a:pt x="57152" y="292771"/>
                  </a:lnTo>
                  <a:close/>
                  <a:moveTo>
                    <a:pt x="200917" y="272842"/>
                  </a:moveTo>
                  <a:lnTo>
                    <a:pt x="181986" y="261144"/>
                  </a:lnTo>
                  <a:lnTo>
                    <a:pt x="223564" y="276681"/>
                  </a:lnTo>
                  <a:close/>
                  <a:moveTo>
                    <a:pt x="200917" y="272842"/>
                  </a:moveTo>
                  <a:lnTo>
                    <a:pt x="205605" y="275588"/>
                  </a:lnTo>
                  <a:lnTo>
                    <a:pt x="195777" y="268999"/>
                  </a:lnTo>
                  <a:close/>
                  <a:moveTo>
                    <a:pt x="225343" y="235326"/>
                  </a:moveTo>
                  <a:lnTo>
                    <a:pt x="251864" y="257914"/>
                  </a:lnTo>
                  <a:lnTo>
                    <a:pt x="229821" y="221650"/>
                  </a:lnTo>
                  <a:close/>
                  <a:moveTo>
                    <a:pt x="229821" y="221650"/>
                  </a:moveTo>
                  <a:lnTo>
                    <a:pt x="251864" y="257914"/>
                  </a:lnTo>
                  <a:lnTo>
                    <a:pt x="252520" y="241221"/>
                  </a:lnTo>
                  <a:close/>
                  <a:moveTo>
                    <a:pt x="242536" y="204466"/>
                  </a:moveTo>
                  <a:lnTo>
                    <a:pt x="229821" y="221650"/>
                  </a:lnTo>
                  <a:lnTo>
                    <a:pt x="252520" y="241221"/>
                  </a:lnTo>
                  <a:close/>
                  <a:moveTo>
                    <a:pt x="206043" y="89686"/>
                  </a:moveTo>
                  <a:lnTo>
                    <a:pt x="174084" y="88580"/>
                  </a:lnTo>
                  <a:lnTo>
                    <a:pt x="223480" y="83951"/>
                  </a:lnTo>
                  <a:close/>
                  <a:moveTo>
                    <a:pt x="464253" y="280365"/>
                  </a:moveTo>
                  <a:lnTo>
                    <a:pt x="449991" y="307957"/>
                  </a:lnTo>
                  <a:lnTo>
                    <a:pt x="469864" y="286050"/>
                  </a:lnTo>
                  <a:close/>
                  <a:moveTo>
                    <a:pt x="464253" y="280365"/>
                  </a:moveTo>
                  <a:lnTo>
                    <a:pt x="425516" y="244816"/>
                  </a:lnTo>
                  <a:lnTo>
                    <a:pt x="409070" y="279536"/>
                  </a:lnTo>
                  <a:close/>
                  <a:moveTo>
                    <a:pt x="337192" y="135375"/>
                  </a:moveTo>
                  <a:lnTo>
                    <a:pt x="328571" y="131508"/>
                  </a:lnTo>
                  <a:lnTo>
                    <a:pt x="359901" y="124072"/>
                  </a:lnTo>
                  <a:close/>
                  <a:moveTo>
                    <a:pt x="388027" y="104654"/>
                  </a:moveTo>
                  <a:lnTo>
                    <a:pt x="337192" y="135375"/>
                  </a:lnTo>
                  <a:lnTo>
                    <a:pt x="359901" y="124072"/>
                  </a:lnTo>
                  <a:close/>
                  <a:moveTo>
                    <a:pt x="631663" y="345435"/>
                  </a:moveTo>
                  <a:lnTo>
                    <a:pt x="597637" y="346009"/>
                  </a:lnTo>
                  <a:lnTo>
                    <a:pt x="590319" y="362685"/>
                  </a:lnTo>
                  <a:close/>
                  <a:moveTo>
                    <a:pt x="588489" y="40218"/>
                  </a:moveTo>
                  <a:lnTo>
                    <a:pt x="645028" y="57823"/>
                  </a:lnTo>
                  <a:lnTo>
                    <a:pt x="610825" y="27856"/>
                  </a:lnTo>
                  <a:close/>
                  <a:moveTo>
                    <a:pt x="687464" y="84183"/>
                  </a:moveTo>
                  <a:lnTo>
                    <a:pt x="681052" y="67934"/>
                  </a:lnTo>
                  <a:lnTo>
                    <a:pt x="700960" y="92451"/>
                  </a:lnTo>
                  <a:close/>
                  <a:moveTo>
                    <a:pt x="679572" y="47428"/>
                  </a:moveTo>
                  <a:lnTo>
                    <a:pt x="677826" y="64611"/>
                  </a:lnTo>
                  <a:lnTo>
                    <a:pt x="687464" y="84183"/>
                  </a:lnTo>
                  <a:close/>
                  <a:moveTo>
                    <a:pt x="679572" y="47428"/>
                  </a:moveTo>
                  <a:lnTo>
                    <a:pt x="665243" y="37193"/>
                  </a:lnTo>
                  <a:lnTo>
                    <a:pt x="645028" y="57823"/>
                  </a:lnTo>
                  <a:close/>
                  <a:moveTo>
                    <a:pt x="709089" y="41095"/>
                  </a:moveTo>
                  <a:lnTo>
                    <a:pt x="737408" y="57855"/>
                  </a:lnTo>
                  <a:lnTo>
                    <a:pt x="726066" y="47428"/>
                  </a:lnTo>
                  <a:close/>
                  <a:moveTo>
                    <a:pt x="750330" y="79402"/>
                  </a:moveTo>
                  <a:lnTo>
                    <a:pt x="737408" y="57855"/>
                  </a:lnTo>
                  <a:lnTo>
                    <a:pt x="709089" y="41095"/>
                  </a:lnTo>
                  <a:close/>
                  <a:moveTo>
                    <a:pt x="750330" y="79402"/>
                  </a:moveTo>
                  <a:lnTo>
                    <a:pt x="774606" y="84183"/>
                  </a:lnTo>
                  <a:lnTo>
                    <a:pt x="737408" y="57855"/>
                  </a:lnTo>
                  <a:close/>
                  <a:moveTo>
                    <a:pt x="709089" y="41095"/>
                  </a:moveTo>
                  <a:lnTo>
                    <a:pt x="726066" y="47428"/>
                  </a:lnTo>
                  <a:lnTo>
                    <a:pt x="732435" y="4456"/>
                  </a:lnTo>
                  <a:close/>
                  <a:moveTo>
                    <a:pt x="704597" y="0"/>
                  </a:moveTo>
                  <a:lnTo>
                    <a:pt x="709089" y="41095"/>
                  </a:lnTo>
                  <a:lnTo>
                    <a:pt x="732435" y="445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04" name="Input_density__195">
              <a:extLst>
                <a:ext uri="{FF2B5EF4-FFF2-40B4-BE49-F238E27FC236}">
                  <a16:creationId xmlns:a16="http://schemas.microsoft.com/office/drawing/2014/main" id="{08960C3E-22E5-8785-9F89-6EEE72676C06}"/>
                </a:ext>
              </a:extLst>
            </p:cNvPr>
            <p:cNvSpPr>
              <a:spLocks noGrp="1"/>
            </p:cNvSpPr>
            <p:nvPr/>
          </p:nvSpPr>
          <p:spPr>
            <a:xfrm>
              <a:off x="613589" y="1956349"/>
              <a:ext cx="764241" cy="406739"/>
            </a:xfrm>
            <a:custGeom>
              <a:avLst/>
              <a:gdLst/>
              <a:ahLst/>
              <a:cxnLst/>
              <a:rect l="0" t="0" r="0" b="0"/>
              <a:pathLst>
                <a:path w="764241" h="406739">
                  <a:moveTo>
                    <a:pt x="21464" y="269737"/>
                  </a:moveTo>
                  <a:lnTo>
                    <a:pt x="23626" y="275131"/>
                  </a:lnTo>
                  <a:lnTo>
                    <a:pt x="32865" y="279470"/>
                  </a:lnTo>
                  <a:close/>
                  <a:moveTo>
                    <a:pt x="21464" y="269737"/>
                  </a:moveTo>
                  <a:lnTo>
                    <a:pt x="0" y="249592"/>
                  </a:lnTo>
                  <a:lnTo>
                    <a:pt x="23626" y="275131"/>
                  </a:lnTo>
                  <a:close/>
                  <a:moveTo>
                    <a:pt x="82798" y="298861"/>
                  </a:moveTo>
                  <a:lnTo>
                    <a:pt x="72951" y="289309"/>
                  </a:lnTo>
                  <a:lnTo>
                    <a:pt x="70784" y="296666"/>
                  </a:lnTo>
                  <a:close/>
                  <a:moveTo>
                    <a:pt x="70784" y="296666"/>
                  </a:moveTo>
                  <a:lnTo>
                    <a:pt x="72951" y="289309"/>
                  </a:lnTo>
                  <a:lnTo>
                    <a:pt x="58602" y="279489"/>
                  </a:lnTo>
                  <a:close/>
                  <a:moveTo>
                    <a:pt x="70784" y="296666"/>
                  </a:moveTo>
                  <a:lnTo>
                    <a:pt x="58602" y="279489"/>
                  </a:lnTo>
                  <a:lnTo>
                    <a:pt x="32865" y="279470"/>
                  </a:lnTo>
                  <a:close/>
                  <a:moveTo>
                    <a:pt x="82798" y="298861"/>
                  </a:moveTo>
                  <a:lnTo>
                    <a:pt x="130801" y="326064"/>
                  </a:lnTo>
                  <a:lnTo>
                    <a:pt x="98833" y="305331"/>
                  </a:lnTo>
                  <a:close/>
                  <a:moveTo>
                    <a:pt x="72951" y="289309"/>
                  </a:moveTo>
                  <a:lnTo>
                    <a:pt x="82798" y="298861"/>
                  </a:lnTo>
                  <a:lnTo>
                    <a:pt x="98833" y="305331"/>
                  </a:lnTo>
                  <a:close/>
                  <a:moveTo>
                    <a:pt x="217490" y="164249"/>
                  </a:moveTo>
                  <a:lnTo>
                    <a:pt x="184856" y="144677"/>
                  </a:lnTo>
                  <a:lnTo>
                    <a:pt x="204774" y="181432"/>
                  </a:lnTo>
                  <a:close/>
                  <a:moveTo>
                    <a:pt x="349678" y="235483"/>
                  </a:moveTo>
                  <a:lnTo>
                    <a:pt x="330798" y="261104"/>
                  </a:lnTo>
                  <a:lnTo>
                    <a:pt x="384023" y="239318"/>
                  </a:lnTo>
                  <a:close/>
                  <a:moveTo>
                    <a:pt x="409916" y="257330"/>
                  </a:moveTo>
                  <a:lnTo>
                    <a:pt x="384023" y="239318"/>
                  </a:lnTo>
                  <a:lnTo>
                    <a:pt x="414795" y="263318"/>
                  </a:lnTo>
                  <a:close/>
                  <a:moveTo>
                    <a:pt x="409916" y="257330"/>
                  </a:moveTo>
                  <a:lnTo>
                    <a:pt x="414795" y="263318"/>
                  </a:lnTo>
                  <a:lnTo>
                    <a:pt x="424944" y="267739"/>
                  </a:lnTo>
                  <a:close/>
                  <a:moveTo>
                    <a:pt x="557767" y="276902"/>
                  </a:moveTo>
                  <a:lnTo>
                    <a:pt x="575235" y="263506"/>
                  </a:lnTo>
                  <a:lnTo>
                    <a:pt x="572701" y="260955"/>
                  </a:lnTo>
                  <a:close/>
                  <a:moveTo>
                    <a:pt x="530324" y="259719"/>
                  </a:moveTo>
                  <a:lnTo>
                    <a:pt x="521746" y="284304"/>
                  </a:lnTo>
                  <a:lnTo>
                    <a:pt x="543213" y="268357"/>
                  </a:lnTo>
                  <a:close/>
                  <a:moveTo>
                    <a:pt x="492415" y="276902"/>
                  </a:moveTo>
                  <a:lnTo>
                    <a:pt x="530324" y="259719"/>
                  </a:lnTo>
                  <a:lnTo>
                    <a:pt x="486195" y="275961"/>
                  </a:lnTo>
                  <a:close/>
                  <a:moveTo>
                    <a:pt x="662730" y="406739"/>
                  </a:moveTo>
                  <a:lnTo>
                    <a:pt x="688838" y="399703"/>
                  </a:lnTo>
                  <a:lnTo>
                    <a:pt x="640849" y="369984"/>
                  </a:lnTo>
                  <a:close/>
                  <a:moveTo>
                    <a:pt x="610144" y="269449"/>
                  </a:moveTo>
                  <a:lnTo>
                    <a:pt x="613207" y="255113"/>
                  </a:lnTo>
                  <a:lnTo>
                    <a:pt x="605121" y="279036"/>
                  </a:lnTo>
                  <a:close/>
                  <a:moveTo>
                    <a:pt x="563442" y="0"/>
                  </a:moveTo>
                  <a:lnTo>
                    <a:pt x="569953" y="41577"/>
                  </a:lnTo>
                  <a:lnTo>
                    <a:pt x="619982" y="17605"/>
                  </a:lnTo>
                  <a:close/>
                  <a:moveTo>
                    <a:pt x="757409" y="192055"/>
                  </a:moveTo>
                  <a:lnTo>
                    <a:pt x="761458" y="244923"/>
                  </a:lnTo>
                  <a:lnTo>
                    <a:pt x="764241" y="208168"/>
                  </a:lnTo>
                  <a:close/>
                  <a:moveTo>
                    <a:pt x="748034" y="110183"/>
                  </a:moveTo>
                  <a:lnTo>
                    <a:pt x="761264" y="154230"/>
                  </a:lnTo>
                  <a:lnTo>
                    <a:pt x="757788" y="117475"/>
                  </a:lnTo>
                  <a:close/>
                  <a:moveTo>
                    <a:pt x="743452" y="69161"/>
                  </a:moveTo>
                  <a:lnTo>
                    <a:pt x="757788" y="117475"/>
                  </a:lnTo>
                  <a:lnTo>
                    <a:pt x="760382" y="80720"/>
                  </a:lnTo>
                  <a:close/>
                  <a:moveTo>
                    <a:pt x="743452" y="69161"/>
                  </a:moveTo>
                  <a:lnTo>
                    <a:pt x="748034" y="110183"/>
                  </a:lnTo>
                  <a:lnTo>
                    <a:pt x="757788" y="11747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05" name="Input_density__196">
              <a:extLst>
                <a:ext uri="{FF2B5EF4-FFF2-40B4-BE49-F238E27FC236}">
                  <a16:creationId xmlns:a16="http://schemas.microsoft.com/office/drawing/2014/main" id="{5CCB4188-71C0-F351-23D9-E96F9CB4FC3B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56349"/>
              <a:ext cx="764440" cy="279470"/>
            </a:xfrm>
            <a:custGeom>
              <a:avLst/>
              <a:gdLst/>
              <a:ahLst/>
              <a:cxnLst/>
              <a:rect l="0" t="0" r="0" b="0"/>
              <a:pathLst>
                <a:path w="764440" h="279470">
                  <a:moveTo>
                    <a:pt x="25522" y="269737"/>
                  </a:moveTo>
                  <a:lnTo>
                    <a:pt x="0" y="232982"/>
                  </a:lnTo>
                  <a:lnTo>
                    <a:pt x="4058" y="249592"/>
                  </a:lnTo>
                  <a:close/>
                  <a:moveTo>
                    <a:pt x="36163" y="252554"/>
                  </a:moveTo>
                  <a:lnTo>
                    <a:pt x="25522" y="269737"/>
                  </a:lnTo>
                  <a:lnTo>
                    <a:pt x="36923" y="279470"/>
                  </a:lnTo>
                  <a:close/>
                  <a:moveTo>
                    <a:pt x="133074" y="198616"/>
                  </a:moveTo>
                  <a:lnTo>
                    <a:pt x="133301" y="198696"/>
                  </a:lnTo>
                  <a:lnTo>
                    <a:pt x="132781" y="196301"/>
                  </a:lnTo>
                  <a:close/>
                  <a:moveTo>
                    <a:pt x="157028" y="206495"/>
                  </a:moveTo>
                  <a:lnTo>
                    <a:pt x="133301" y="198696"/>
                  </a:lnTo>
                  <a:lnTo>
                    <a:pt x="174788" y="228781"/>
                  </a:lnTo>
                  <a:close/>
                  <a:moveTo>
                    <a:pt x="133301" y="198696"/>
                  </a:moveTo>
                  <a:lnTo>
                    <a:pt x="133483" y="198923"/>
                  </a:lnTo>
                  <a:lnTo>
                    <a:pt x="174788" y="228781"/>
                  </a:lnTo>
                  <a:close/>
                  <a:moveTo>
                    <a:pt x="133483" y="198923"/>
                  </a:moveTo>
                  <a:lnTo>
                    <a:pt x="133301" y="198696"/>
                  </a:lnTo>
                  <a:lnTo>
                    <a:pt x="133074" y="198616"/>
                  </a:lnTo>
                  <a:close/>
                  <a:moveTo>
                    <a:pt x="146746" y="218187"/>
                  </a:moveTo>
                  <a:lnTo>
                    <a:pt x="133483" y="198923"/>
                  </a:lnTo>
                  <a:lnTo>
                    <a:pt x="133074" y="198616"/>
                  </a:lnTo>
                  <a:close/>
                  <a:moveTo>
                    <a:pt x="160997" y="220927"/>
                  </a:moveTo>
                  <a:lnTo>
                    <a:pt x="174788" y="228781"/>
                  </a:lnTo>
                  <a:lnTo>
                    <a:pt x="133483" y="198923"/>
                  </a:lnTo>
                  <a:close/>
                  <a:moveTo>
                    <a:pt x="160997" y="220927"/>
                  </a:moveTo>
                  <a:lnTo>
                    <a:pt x="179928" y="232624"/>
                  </a:lnTo>
                  <a:lnTo>
                    <a:pt x="174788" y="228781"/>
                  </a:lnTo>
                  <a:close/>
                  <a:moveTo>
                    <a:pt x="204354" y="195108"/>
                  </a:moveTo>
                  <a:lnTo>
                    <a:pt x="232273" y="218187"/>
                  </a:lnTo>
                  <a:lnTo>
                    <a:pt x="230875" y="217696"/>
                  </a:lnTo>
                  <a:close/>
                  <a:moveTo>
                    <a:pt x="120761" y="29903"/>
                  </a:moveTo>
                  <a:lnTo>
                    <a:pt x="143279" y="43134"/>
                  </a:lnTo>
                  <a:lnTo>
                    <a:pt x="156899" y="71167"/>
                  </a:lnTo>
                  <a:close/>
                  <a:moveTo>
                    <a:pt x="443264" y="240147"/>
                  </a:moveTo>
                  <a:lnTo>
                    <a:pt x="413974" y="257330"/>
                  </a:lnTo>
                  <a:lnTo>
                    <a:pt x="429002" y="267739"/>
                  </a:lnTo>
                  <a:close/>
                  <a:moveTo>
                    <a:pt x="413974" y="257330"/>
                  </a:moveTo>
                  <a:lnTo>
                    <a:pt x="443264" y="240147"/>
                  </a:lnTo>
                  <a:lnTo>
                    <a:pt x="388081" y="239318"/>
                  </a:lnTo>
                  <a:close/>
                  <a:moveTo>
                    <a:pt x="448875" y="245832"/>
                  </a:moveTo>
                  <a:lnTo>
                    <a:pt x="429002" y="267739"/>
                  </a:lnTo>
                  <a:lnTo>
                    <a:pt x="490253" y="275961"/>
                  </a:lnTo>
                  <a:close/>
                  <a:moveTo>
                    <a:pt x="557123" y="26095"/>
                  </a:moveTo>
                  <a:lnTo>
                    <a:pt x="595800" y="66487"/>
                  </a:lnTo>
                  <a:lnTo>
                    <a:pt x="576599" y="37350"/>
                  </a:lnTo>
                  <a:close/>
                  <a:moveTo>
                    <a:pt x="557123" y="26095"/>
                  </a:moveTo>
                  <a:lnTo>
                    <a:pt x="576599" y="37350"/>
                  </a:lnTo>
                  <a:lnTo>
                    <a:pt x="567500" y="0"/>
                  </a:lnTo>
                  <a:close/>
                  <a:moveTo>
                    <a:pt x="656837" y="24393"/>
                  </a:moveTo>
                  <a:lnTo>
                    <a:pt x="660064" y="27716"/>
                  </a:lnTo>
                  <a:lnTo>
                    <a:pt x="666475" y="43965"/>
                  </a:lnTo>
                  <a:close/>
                  <a:moveTo>
                    <a:pt x="656837" y="24393"/>
                  </a:moveTo>
                  <a:lnTo>
                    <a:pt x="658584" y="7210"/>
                  </a:lnTo>
                  <a:lnTo>
                    <a:pt x="624040" y="17605"/>
                  </a:lnTo>
                  <a:close/>
                  <a:moveTo>
                    <a:pt x="729341" y="39185"/>
                  </a:moveTo>
                  <a:lnTo>
                    <a:pt x="764440" y="80720"/>
                  </a:lnTo>
                  <a:lnTo>
                    <a:pt x="753617" y="43965"/>
                  </a:lnTo>
                  <a:close/>
                  <a:moveTo>
                    <a:pt x="729341" y="39185"/>
                  </a:moveTo>
                  <a:lnTo>
                    <a:pt x="747510" y="69161"/>
                  </a:lnTo>
                  <a:lnTo>
                    <a:pt x="764440" y="8072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06" name="Input_density__197">
              <a:extLst>
                <a:ext uri="{FF2B5EF4-FFF2-40B4-BE49-F238E27FC236}">
                  <a16:creationId xmlns:a16="http://schemas.microsoft.com/office/drawing/2014/main" id="{F07A2A6B-2FEE-4F3D-38FE-59EA84A00C0F}"/>
                </a:ext>
              </a:extLst>
            </p:cNvPr>
            <p:cNvSpPr>
              <a:spLocks noGrp="1"/>
            </p:cNvSpPr>
            <p:nvPr/>
          </p:nvSpPr>
          <p:spPr>
            <a:xfrm>
              <a:off x="684372" y="2037069"/>
              <a:ext cx="695114" cy="251059"/>
            </a:xfrm>
            <a:custGeom>
              <a:avLst/>
              <a:gdLst/>
              <a:ahLst/>
              <a:cxnLst/>
              <a:rect l="0" t="0" r="0" b="0"/>
              <a:pathLst>
                <a:path w="695114" h="251059">
                  <a:moveTo>
                    <a:pt x="0" y="215946"/>
                  </a:moveTo>
                  <a:lnTo>
                    <a:pt x="34284" y="219551"/>
                  </a:lnTo>
                  <a:lnTo>
                    <a:pt x="12015" y="218140"/>
                  </a:lnTo>
                  <a:close/>
                  <a:moveTo>
                    <a:pt x="60018" y="245344"/>
                  </a:moveTo>
                  <a:lnTo>
                    <a:pt x="62942" y="248573"/>
                  </a:lnTo>
                  <a:lnTo>
                    <a:pt x="68443" y="251059"/>
                  </a:lnTo>
                  <a:close/>
                  <a:moveTo>
                    <a:pt x="62942" y="248573"/>
                  </a:moveTo>
                  <a:lnTo>
                    <a:pt x="60018" y="245344"/>
                  </a:lnTo>
                  <a:lnTo>
                    <a:pt x="12015" y="218140"/>
                  </a:lnTo>
                  <a:close/>
                  <a:moveTo>
                    <a:pt x="38677" y="223553"/>
                  </a:moveTo>
                  <a:lnTo>
                    <a:pt x="62942" y="248573"/>
                  </a:lnTo>
                  <a:lnTo>
                    <a:pt x="12015" y="218140"/>
                  </a:lnTo>
                  <a:close/>
                  <a:moveTo>
                    <a:pt x="66926" y="100712"/>
                  </a:moveTo>
                  <a:lnTo>
                    <a:pt x="58232" y="117895"/>
                  </a:lnTo>
                  <a:lnTo>
                    <a:pt x="77911" y="94042"/>
                  </a:lnTo>
                  <a:close/>
                  <a:moveTo>
                    <a:pt x="58232" y="117895"/>
                  </a:moveTo>
                  <a:lnTo>
                    <a:pt x="57940" y="115581"/>
                  </a:lnTo>
                  <a:lnTo>
                    <a:pt x="77911" y="94042"/>
                  </a:lnTo>
                  <a:close/>
                  <a:moveTo>
                    <a:pt x="228730" y="187993"/>
                  </a:moveTo>
                  <a:lnTo>
                    <a:pt x="260015" y="180384"/>
                  </a:lnTo>
                  <a:lnTo>
                    <a:pt x="278894" y="154763"/>
                  </a:lnTo>
                  <a:close/>
                  <a:moveTo>
                    <a:pt x="260015" y="180384"/>
                  </a:moveTo>
                  <a:lnTo>
                    <a:pt x="291185" y="172349"/>
                  </a:lnTo>
                  <a:lnTo>
                    <a:pt x="313239" y="158598"/>
                  </a:lnTo>
                  <a:close/>
                  <a:moveTo>
                    <a:pt x="388517" y="190896"/>
                  </a:moveTo>
                  <a:lnTo>
                    <a:pt x="354161" y="187019"/>
                  </a:lnTo>
                  <a:lnTo>
                    <a:pt x="344012" y="182598"/>
                  </a:lnTo>
                  <a:close/>
                  <a:moveTo>
                    <a:pt x="354161" y="187019"/>
                  </a:moveTo>
                  <a:lnTo>
                    <a:pt x="388517" y="190896"/>
                  </a:lnTo>
                  <a:lnTo>
                    <a:pt x="415411" y="195241"/>
                  </a:lnTo>
                  <a:close/>
                  <a:moveTo>
                    <a:pt x="418760" y="179393"/>
                  </a:moveTo>
                  <a:lnTo>
                    <a:pt x="421631" y="196182"/>
                  </a:lnTo>
                  <a:lnTo>
                    <a:pt x="415411" y="195241"/>
                  </a:lnTo>
                  <a:close/>
                  <a:moveTo>
                    <a:pt x="421631" y="196182"/>
                  </a:moveTo>
                  <a:lnTo>
                    <a:pt x="445055" y="199374"/>
                  </a:lnTo>
                  <a:lnTo>
                    <a:pt x="450962" y="203583"/>
                  </a:lnTo>
                  <a:close/>
                  <a:moveTo>
                    <a:pt x="450962" y="203583"/>
                  </a:moveTo>
                  <a:lnTo>
                    <a:pt x="504451" y="182786"/>
                  </a:lnTo>
                  <a:lnTo>
                    <a:pt x="472429" y="187636"/>
                  </a:lnTo>
                  <a:close/>
                  <a:moveTo>
                    <a:pt x="459540" y="178998"/>
                  </a:moveTo>
                  <a:lnTo>
                    <a:pt x="421631" y="196182"/>
                  </a:lnTo>
                  <a:lnTo>
                    <a:pt x="450962" y="203583"/>
                  </a:lnTo>
                  <a:close/>
                  <a:moveTo>
                    <a:pt x="472429" y="187636"/>
                  </a:moveTo>
                  <a:lnTo>
                    <a:pt x="504451" y="182786"/>
                  </a:lnTo>
                  <a:lnTo>
                    <a:pt x="534337" y="198315"/>
                  </a:lnTo>
                  <a:close/>
                  <a:moveTo>
                    <a:pt x="534337" y="198315"/>
                  </a:moveTo>
                  <a:lnTo>
                    <a:pt x="542423" y="174392"/>
                  </a:lnTo>
                  <a:lnTo>
                    <a:pt x="540713" y="161815"/>
                  </a:lnTo>
                  <a:close/>
                  <a:moveTo>
                    <a:pt x="504451" y="182786"/>
                  </a:moveTo>
                  <a:lnTo>
                    <a:pt x="539361" y="188729"/>
                  </a:lnTo>
                  <a:lnTo>
                    <a:pt x="534337" y="198315"/>
                  </a:lnTo>
                  <a:close/>
                  <a:moveTo>
                    <a:pt x="542423" y="174392"/>
                  </a:moveTo>
                  <a:lnTo>
                    <a:pt x="533476" y="166730"/>
                  </a:lnTo>
                  <a:lnTo>
                    <a:pt x="540713" y="161815"/>
                  </a:lnTo>
                  <a:close/>
                  <a:moveTo>
                    <a:pt x="695114" y="131522"/>
                  </a:moveTo>
                  <a:lnTo>
                    <a:pt x="688315" y="92303"/>
                  </a:lnTo>
                  <a:lnTo>
                    <a:pt x="693457" y="127448"/>
                  </a:lnTo>
                  <a:close/>
                  <a:moveTo>
                    <a:pt x="688315" y="92303"/>
                  </a:moveTo>
                  <a:lnTo>
                    <a:pt x="687657" y="90693"/>
                  </a:lnTo>
                  <a:lnTo>
                    <a:pt x="693457" y="127448"/>
                  </a:lnTo>
                  <a:close/>
                  <a:moveTo>
                    <a:pt x="687657" y="90693"/>
                  </a:moveTo>
                  <a:lnTo>
                    <a:pt x="690481" y="73510"/>
                  </a:lnTo>
                  <a:lnTo>
                    <a:pt x="693457" y="127448"/>
                  </a:lnTo>
                  <a:close/>
                  <a:moveTo>
                    <a:pt x="690481" y="73510"/>
                  </a:moveTo>
                  <a:lnTo>
                    <a:pt x="687657" y="90693"/>
                  </a:lnTo>
                  <a:lnTo>
                    <a:pt x="670928" y="53938"/>
                  </a:lnTo>
                  <a:close/>
                  <a:moveTo>
                    <a:pt x="687004" y="36755"/>
                  </a:moveTo>
                  <a:lnTo>
                    <a:pt x="690481" y="73510"/>
                  </a:lnTo>
                  <a:lnTo>
                    <a:pt x="670928" y="53938"/>
                  </a:lnTo>
                  <a:close/>
                  <a:moveTo>
                    <a:pt x="670928" y="53938"/>
                  </a:moveTo>
                  <a:lnTo>
                    <a:pt x="689598" y="0"/>
                  </a:lnTo>
                  <a:lnTo>
                    <a:pt x="687004" y="36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207" name="Input_density__198">
              <a:extLst>
                <a:ext uri="{FF2B5EF4-FFF2-40B4-BE49-F238E27FC236}">
                  <a16:creationId xmlns:a16="http://schemas.microsoft.com/office/drawing/2014/main" id="{F21DF109-A7CE-D945-291A-865C49E49463}"/>
                </a:ext>
              </a:extLst>
            </p:cNvPr>
            <p:cNvSpPr>
              <a:spLocks noGrp="1"/>
            </p:cNvSpPr>
            <p:nvPr/>
          </p:nvSpPr>
          <p:spPr>
            <a:xfrm>
              <a:off x="592137" y="1894160"/>
              <a:ext cx="746735" cy="418539"/>
            </a:xfrm>
            <a:custGeom>
              <a:avLst/>
              <a:gdLst/>
              <a:ahLst/>
              <a:cxnLst/>
              <a:rect l="0" t="0" r="0" b="0"/>
              <a:pathLst>
                <a:path w="746735" h="418539">
                  <a:moveTo>
                    <a:pt x="35157" y="277988"/>
                  </a:moveTo>
                  <a:lnTo>
                    <a:pt x="13832" y="246140"/>
                  </a:lnTo>
                  <a:lnTo>
                    <a:pt x="5117" y="258416"/>
                  </a:lnTo>
                  <a:close/>
                  <a:moveTo>
                    <a:pt x="35157" y="277988"/>
                  </a:moveTo>
                  <a:lnTo>
                    <a:pt x="5117" y="258416"/>
                  </a:lnTo>
                  <a:lnTo>
                    <a:pt x="17393" y="295171"/>
                  </a:lnTo>
                  <a:close/>
                  <a:moveTo>
                    <a:pt x="0" y="221661"/>
                  </a:moveTo>
                  <a:lnTo>
                    <a:pt x="5117" y="258416"/>
                  </a:lnTo>
                  <a:lnTo>
                    <a:pt x="7659" y="206411"/>
                  </a:lnTo>
                  <a:close/>
                  <a:moveTo>
                    <a:pt x="5117" y="258416"/>
                  </a:moveTo>
                  <a:lnTo>
                    <a:pt x="13832" y="246140"/>
                  </a:lnTo>
                  <a:lnTo>
                    <a:pt x="7659" y="206411"/>
                  </a:lnTo>
                  <a:close/>
                  <a:moveTo>
                    <a:pt x="7659" y="206411"/>
                  </a:moveTo>
                  <a:lnTo>
                    <a:pt x="9415" y="202151"/>
                  </a:lnTo>
                  <a:lnTo>
                    <a:pt x="0" y="221661"/>
                  </a:lnTo>
                  <a:close/>
                  <a:moveTo>
                    <a:pt x="0" y="221661"/>
                  </a:moveTo>
                  <a:lnTo>
                    <a:pt x="9415" y="202151"/>
                  </a:lnTo>
                  <a:lnTo>
                    <a:pt x="14646" y="167723"/>
                  </a:lnTo>
                  <a:close/>
                  <a:moveTo>
                    <a:pt x="17585" y="241233"/>
                  </a:moveTo>
                  <a:lnTo>
                    <a:pt x="7659" y="206411"/>
                  </a:lnTo>
                  <a:lnTo>
                    <a:pt x="13832" y="246140"/>
                  </a:lnTo>
                  <a:close/>
                  <a:moveTo>
                    <a:pt x="17585" y="241233"/>
                  </a:moveTo>
                  <a:lnTo>
                    <a:pt x="9185" y="204478"/>
                  </a:lnTo>
                  <a:lnTo>
                    <a:pt x="7659" y="206411"/>
                  </a:lnTo>
                  <a:close/>
                  <a:moveTo>
                    <a:pt x="9415" y="202151"/>
                  </a:moveTo>
                  <a:lnTo>
                    <a:pt x="7659" y="206411"/>
                  </a:lnTo>
                  <a:lnTo>
                    <a:pt x="9185" y="204478"/>
                  </a:lnTo>
                  <a:close/>
                  <a:moveTo>
                    <a:pt x="160672" y="105323"/>
                  </a:moveTo>
                  <a:lnTo>
                    <a:pt x="103141" y="111007"/>
                  </a:lnTo>
                  <a:lnTo>
                    <a:pt x="150826" y="116173"/>
                  </a:lnTo>
                  <a:close/>
                  <a:moveTo>
                    <a:pt x="170488" y="110552"/>
                  </a:moveTo>
                  <a:lnTo>
                    <a:pt x="195321" y="110293"/>
                  </a:lnTo>
                  <a:lnTo>
                    <a:pt x="160672" y="105323"/>
                  </a:lnTo>
                  <a:close/>
                  <a:moveTo>
                    <a:pt x="576698" y="375846"/>
                  </a:moveTo>
                  <a:lnTo>
                    <a:pt x="586895" y="418539"/>
                  </a:lnTo>
                  <a:lnTo>
                    <a:pt x="586724" y="384656"/>
                  </a:lnTo>
                  <a:close/>
                  <a:moveTo>
                    <a:pt x="576698" y="375846"/>
                  </a:moveTo>
                  <a:lnTo>
                    <a:pt x="586724" y="384656"/>
                  </a:lnTo>
                  <a:lnTo>
                    <a:pt x="594042" y="367981"/>
                  </a:lnTo>
                  <a:close/>
                  <a:moveTo>
                    <a:pt x="574516" y="88284"/>
                  </a:moveTo>
                  <a:lnTo>
                    <a:pt x="584893" y="62189"/>
                  </a:lnTo>
                  <a:lnTo>
                    <a:pt x="554286" y="59984"/>
                  </a:lnTo>
                  <a:close/>
                  <a:moveTo>
                    <a:pt x="554286" y="59984"/>
                  </a:moveTo>
                  <a:lnTo>
                    <a:pt x="584893" y="62189"/>
                  </a:lnTo>
                  <a:lnTo>
                    <a:pt x="588637" y="14398"/>
                  </a:lnTo>
                  <a:close/>
                  <a:moveTo>
                    <a:pt x="607230" y="49827"/>
                  </a:moveTo>
                  <a:lnTo>
                    <a:pt x="593206" y="13072"/>
                  </a:lnTo>
                  <a:lnTo>
                    <a:pt x="584893" y="62189"/>
                  </a:lnTo>
                  <a:close/>
                  <a:moveTo>
                    <a:pt x="645348" y="32644"/>
                  </a:moveTo>
                  <a:lnTo>
                    <a:pt x="641433" y="79794"/>
                  </a:lnTo>
                  <a:lnTo>
                    <a:pt x="661647" y="59164"/>
                  </a:lnTo>
                  <a:close/>
                  <a:moveTo>
                    <a:pt x="645348" y="32644"/>
                  </a:moveTo>
                  <a:lnTo>
                    <a:pt x="607230" y="49827"/>
                  </a:lnTo>
                  <a:lnTo>
                    <a:pt x="641433" y="79794"/>
                  </a:lnTo>
                  <a:close/>
                  <a:moveTo>
                    <a:pt x="675977" y="69399"/>
                  </a:moveTo>
                  <a:lnTo>
                    <a:pt x="712988" y="101721"/>
                  </a:lnTo>
                  <a:lnTo>
                    <a:pt x="705493" y="63067"/>
                  </a:lnTo>
                  <a:close/>
                  <a:moveTo>
                    <a:pt x="712988" y="101721"/>
                  </a:moveTo>
                  <a:lnTo>
                    <a:pt x="746735" y="101373"/>
                  </a:lnTo>
                  <a:lnTo>
                    <a:pt x="705493" y="63067"/>
                  </a:lnTo>
                  <a:close/>
                  <a:moveTo>
                    <a:pt x="705493" y="63067"/>
                  </a:moveTo>
                  <a:lnTo>
                    <a:pt x="661647" y="59164"/>
                  </a:lnTo>
                  <a:lnTo>
                    <a:pt x="675977" y="69399"/>
                  </a:lnTo>
                  <a:close/>
                  <a:moveTo>
                    <a:pt x="659914" y="28287"/>
                  </a:moveTo>
                  <a:lnTo>
                    <a:pt x="661647" y="59164"/>
                  </a:lnTo>
                  <a:lnTo>
                    <a:pt x="705493" y="63067"/>
                  </a:lnTo>
                  <a:close/>
                  <a:moveTo>
                    <a:pt x="701002" y="21971"/>
                  </a:moveTo>
                  <a:lnTo>
                    <a:pt x="659914" y="28287"/>
                  </a:lnTo>
                  <a:lnTo>
                    <a:pt x="705493" y="63067"/>
                  </a:lnTo>
                  <a:close/>
                  <a:moveTo>
                    <a:pt x="659914" y="28287"/>
                  </a:moveTo>
                  <a:lnTo>
                    <a:pt x="701002" y="21971"/>
                  </a:lnTo>
                  <a:lnTo>
                    <a:pt x="679143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08" name="Input_density__199">
              <a:extLst>
                <a:ext uri="{FF2B5EF4-FFF2-40B4-BE49-F238E27FC236}">
                  <a16:creationId xmlns:a16="http://schemas.microsoft.com/office/drawing/2014/main" id="{49C516E6-E413-DE19-D971-68284EA970CF}"/>
                </a:ext>
              </a:extLst>
            </p:cNvPr>
            <p:cNvSpPr>
              <a:spLocks noGrp="1"/>
            </p:cNvSpPr>
            <p:nvPr/>
          </p:nvSpPr>
          <p:spPr>
            <a:xfrm>
              <a:off x="747314" y="2164517"/>
              <a:ext cx="632172" cy="203798"/>
            </a:xfrm>
            <a:custGeom>
              <a:avLst/>
              <a:gdLst/>
              <a:ahLst/>
              <a:cxnLst/>
              <a:rect l="0" t="0" r="0" b="0"/>
              <a:pathLst>
                <a:path w="632172" h="203798">
                  <a:moveTo>
                    <a:pt x="38048" y="120721"/>
                  </a:moveTo>
                  <a:lnTo>
                    <a:pt x="5501" y="123611"/>
                  </a:lnTo>
                  <a:lnTo>
                    <a:pt x="0" y="121125"/>
                  </a:lnTo>
                  <a:close/>
                  <a:moveTo>
                    <a:pt x="5501" y="123611"/>
                  </a:moveTo>
                  <a:lnTo>
                    <a:pt x="38048" y="120721"/>
                  </a:lnTo>
                  <a:lnTo>
                    <a:pt x="64418" y="123107"/>
                  </a:lnTo>
                  <a:close/>
                  <a:moveTo>
                    <a:pt x="165788" y="60545"/>
                  </a:moveTo>
                  <a:lnTo>
                    <a:pt x="148730" y="81474"/>
                  </a:lnTo>
                  <a:lnTo>
                    <a:pt x="197073" y="52936"/>
                  </a:lnTo>
                  <a:close/>
                  <a:moveTo>
                    <a:pt x="529004" y="198570"/>
                  </a:moveTo>
                  <a:lnTo>
                    <a:pt x="542035" y="202166"/>
                  </a:lnTo>
                  <a:lnTo>
                    <a:pt x="547856" y="203798"/>
                  </a:lnTo>
                  <a:close/>
                  <a:moveTo>
                    <a:pt x="553875" y="198570"/>
                  </a:moveTo>
                  <a:lnTo>
                    <a:pt x="547856" y="203798"/>
                  </a:lnTo>
                  <a:lnTo>
                    <a:pt x="542035" y="202166"/>
                  </a:lnTo>
                  <a:close/>
                  <a:moveTo>
                    <a:pt x="529004" y="198570"/>
                  </a:moveTo>
                  <a:lnTo>
                    <a:pt x="547856" y="203798"/>
                  </a:lnTo>
                  <a:lnTo>
                    <a:pt x="555112" y="191535"/>
                  </a:lnTo>
                  <a:close/>
                  <a:moveTo>
                    <a:pt x="555112" y="191535"/>
                  </a:moveTo>
                  <a:lnTo>
                    <a:pt x="547856" y="203798"/>
                  </a:lnTo>
                  <a:lnTo>
                    <a:pt x="553875" y="198570"/>
                  </a:lnTo>
                  <a:close/>
                  <a:moveTo>
                    <a:pt x="562989" y="164171"/>
                  </a:moveTo>
                  <a:lnTo>
                    <a:pt x="575364" y="157411"/>
                  </a:lnTo>
                  <a:lnTo>
                    <a:pt x="575715" y="144632"/>
                  </a:lnTo>
                  <a:close/>
                  <a:moveTo>
                    <a:pt x="555112" y="191535"/>
                  </a:moveTo>
                  <a:lnTo>
                    <a:pt x="571141" y="166281"/>
                  </a:lnTo>
                  <a:lnTo>
                    <a:pt x="562989" y="164171"/>
                  </a:lnTo>
                  <a:close/>
                  <a:moveTo>
                    <a:pt x="621717" y="53938"/>
                  </a:moveTo>
                  <a:lnTo>
                    <a:pt x="619387" y="58040"/>
                  </a:lnTo>
                  <a:lnTo>
                    <a:pt x="601554" y="87573"/>
                  </a:lnTo>
                  <a:close/>
                  <a:moveTo>
                    <a:pt x="621717" y="53938"/>
                  </a:moveTo>
                  <a:lnTo>
                    <a:pt x="627733" y="36755"/>
                  </a:lnTo>
                  <a:lnTo>
                    <a:pt x="619387" y="58040"/>
                  </a:lnTo>
                  <a:close/>
                  <a:moveTo>
                    <a:pt x="621717" y="53938"/>
                  </a:moveTo>
                  <a:lnTo>
                    <a:pt x="632172" y="4074"/>
                  </a:lnTo>
                  <a:lnTo>
                    <a:pt x="630515" y="0"/>
                  </a:lnTo>
                  <a:close/>
                  <a:moveTo>
                    <a:pt x="621717" y="53938"/>
                  </a:moveTo>
                  <a:lnTo>
                    <a:pt x="630515" y="0"/>
                  </a:lnTo>
                  <a:lnTo>
                    <a:pt x="627733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09" name="Input_density__200">
              <a:extLst>
                <a:ext uri="{FF2B5EF4-FFF2-40B4-BE49-F238E27FC236}">
                  <a16:creationId xmlns:a16="http://schemas.microsoft.com/office/drawing/2014/main" id="{846C7A82-6747-EC1A-72FF-2E40F50E2E92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893564"/>
              <a:ext cx="669957" cy="376442"/>
            </a:xfrm>
            <a:custGeom>
              <a:avLst/>
              <a:gdLst/>
              <a:ahLst/>
              <a:cxnLst/>
              <a:rect l="0" t="0" r="0" b="0"/>
              <a:pathLst>
                <a:path w="669957" h="376442">
                  <a:moveTo>
                    <a:pt x="20466" y="182200"/>
                  </a:moveTo>
                  <a:lnTo>
                    <a:pt x="230" y="202748"/>
                  </a:lnTo>
                  <a:lnTo>
                    <a:pt x="0" y="205074"/>
                  </a:lnTo>
                  <a:close/>
                  <a:moveTo>
                    <a:pt x="230" y="202748"/>
                  </a:moveTo>
                  <a:lnTo>
                    <a:pt x="20466" y="182200"/>
                  </a:lnTo>
                  <a:lnTo>
                    <a:pt x="5461" y="168319"/>
                  </a:lnTo>
                  <a:close/>
                  <a:moveTo>
                    <a:pt x="20466" y="182200"/>
                  </a:moveTo>
                  <a:lnTo>
                    <a:pt x="24991" y="151136"/>
                  </a:lnTo>
                  <a:lnTo>
                    <a:pt x="5461" y="168319"/>
                  </a:lnTo>
                  <a:close/>
                  <a:moveTo>
                    <a:pt x="24991" y="151136"/>
                  </a:moveTo>
                  <a:lnTo>
                    <a:pt x="36793" y="118665"/>
                  </a:lnTo>
                  <a:lnTo>
                    <a:pt x="7278" y="131564"/>
                  </a:lnTo>
                  <a:close/>
                  <a:moveTo>
                    <a:pt x="5461" y="168319"/>
                  </a:moveTo>
                  <a:lnTo>
                    <a:pt x="24991" y="151136"/>
                  </a:lnTo>
                  <a:lnTo>
                    <a:pt x="7278" y="131564"/>
                  </a:lnTo>
                  <a:close/>
                  <a:moveTo>
                    <a:pt x="39549" y="114381"/>
                  </a:moveTo>
                  <a:lnTo>
                    <a:pt x="29829" y="119110"/>
                  </a:lnTo>
                  <a:lnTo>
                    <a:pt x="36793" y="118665"/>
                  </a:lnTo>
                  <a:close/>
                  <a:moveTo>
                    <a:pt x="36793" y="118665"/>
                  </a:moveTo>
                  <a:lnTo>
                    <a:pt x="24991" y="151136"/>
                  </a:lnTo>
                  <a:lnTo>
                    <a:pt x="63491" y="136491"/>
                  </a:lnTo>
                  <a:close/>
                  <a:moveTo>
                    <a:pt x="83433" y="102620"/>
                  </a:moveTo>
                  <a:lnTo>
                    <a:pt x="39549" y="114381"/>
                  </a:lnTo>
                  <a:lnTo>
                    <a:pt x="93956" y="111604"/>
                  </a:lnTo>
                  <a:close/>
                  <a:moveTo>
                    <a:pt x="39549" y="114381"/>
                  </a:moveTo>
                  <a:lnTo>
                    <a:pt x="36793" y="118665"/>
                  </a:lnTo>
                  <a:lnTo>
                    <a:pt x="93956" y="111604"/>
                  </a:lnTo>
                  <a:close/>
                  <a:moveTo>
                    <a:pt x="93956" y="111604"/>
                  </a:moveTo>
                  <a:lnTo>
                    <a:pt x="36793" y="118665"/>
                  </a:lnTo>
                  <a:lnTo>
                    <a:pt x="73141" y="133952"/>
                  </a:lnTo>
                  <a:close/>
                  <a:moveTo>
                    <a:pt x="73141" y="133952"/>
                  </a:moveTo>
                  <a:lnTo>
                    <a:pt x="36793" y="118665"/>
                  </a:lnTo>
                  <a:lnTo>
                    <a:pt x="63491" y="136491"/>
                  </a:lnTo>
                  <a:close/>
                  <a:moveTo>
                    <a:pt x="111560" y="97197"/>
                  </a:moveTo>
                  <a:lnTo>
                    <a:pt x="83433" y="102620"/>
                  </a:lnTo>
                  <a:lnTo>
                    <a:pt x="93956" y="111604"/>
                  </a:lnTo>
                  <a:close/>
                  <a:moveTo>
                    <a:pt x="111560" y="97197"/>
                  </a:moveTo>
                  <a:lnTo>
                    <a:pt x="89265" y="60442"/>
                  </a:lnTo>
                  <a:lnTo>
                    <a:pt x="83433" y="102620"/>
                  </a:lnTo>
                  <a:close/>
                  <a:moveTo>
                    <a:pt x="93956" y="111604"/>
                  </a:moveTo>
                  <a:lnTo>
                    <a:pt x="73141" y="133952"/>
                  </a:lnTo>
                  <a:lnTo>
                    <a:pt x="112537" y="123706"/>
                  </a:lnTo>
                  <a:close/>
                  <a:moveTo>
                    <a:pt x="128969" y="92688"/>
                  </a:moveTo>
                  <a:lnTo>
                    <a:pt x="111560" y="97197"/>
                  </a:lnTo>
                  <a:lnTo>
                    <a:pt x="151487" y="105919"/>
                  </a:lnTo>
                  <a:close/>
                  <a:moveTo>
                    <a:pt x="111560" y="97197"/>
                  </a:moveTo>
                  <a:lnTo>
                    <a:pt x="93956" y="111604"/>
                  </a:lnTo>
                  <a:lnTo>
                    <a:pt x="151487" y="105919"/>
                  </a:lnTo>
                  <a:close/>
                  <a:moveTo>
                    <a:pt x="141641" y="116769"/>
                  </a:moveTo>
                  <a:lnTo>
                    <a:pt x="93956" y="111604"/>
                  </a:lnTo>
                  <a:lnTo>
                    <a:pt x="112537" y="123706"/>
                  </a:lnTo>
                  <a:close/>
                  <a:moveTo>
                    <a:pt x="567513" y="376442"/>
                  </a:moveTo>
                  <a:lnTo>
                    <a:pt x="584857" y="368577"/>
                  </a:lnTo>
                  <a:lnTo>
                    <a:pt x="571615" y="363103"/>
                  </a:lnTo>
                  <a:close/>
                  <a:moveTo>
                    <a:pt x="316691" y="155579"/>
                  </a:moveTo>
                  <a:lnTo>
                    <a:pt x="353880" y="152434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375247" y="127221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402472" y="140017"/>
                  </a:lnTo>
                  <a:lnTo>
                    <a:pt x="375247" y="127221"/>
                  </a:lnTo>
                  <a:close/>
                  <a:moveTo>
                    <a:pt x="375247" y="127221"/>
                  </a:moveTo>
                  <a:lnTo>
                    <a:pt x="402472" y="140017"/>
                  </a:lnTo>
                  <a:lnTo>
                    <a:pt x="385697" y="119157"/>
                  </a:lnTo>
                  <a:close/>
                  <a:moveTo>
                    <a:pt x="385697" y="119157"/>
                  </a:moveTo>
                  <a:lnTo>
                    <a:pt x="402472" y="140017"/>
                  </a:lnTo>
                  <a:lnTo>
                    <a:pt x="406280" y="138729"/>
                  </a:lnTo>
                  <a:close/>
                  <a:moveTo>
                    <a:pt x="385697" y="119157"/>
                  </a:moveTo>
                  <a:lnTo>
                    <a:pt x="406280" y="138729"/>
                  </a:lnTo>
                  <a:lnTo>
                    <a:pt x="415700" y="101974"/>
                  </a:lnTo>
                  <a:close/>
                  <a:moveTo>
                    <a:pt x="402472" y="140017"/>
                  </a:moveTo>
                  <a:lnTo>
                    <a:pt x="405306" y="143398"/>
                  </a:lnTo>
                  <a:lnTo>
                    <a:pt x="406280" y="138729"/>
                  </a:lnTo>
                  <a:close/>
                  <a:moveTo>
                    <a:pt x="415700" y="101974"/>
                  </a:moveTo>
                  <a:lnTo>
                    <a:pt x="406280" y="138729"/>
                  </a:lnTo>
                  <a:lnTo>
                    <a:pt x="457236" y="121545"/>
                  </a:lnTo>
                  <a:close/>
                  <a:moveTo>
                    <a:pt x="415700" y="101974"/>
                  </a:moveTo>
                  <a:lnTo>
                    <a:pt x="457236" y="121545"/>
                  </a:lnTo>
                  <a:lnTo>
                    <a:pt x="446486" y="84791"/>
                  </a:lnTo>
                  <a:close/>
                  <a:moveTo>
                    <a:pt x="410940" y="65219"/>
                  </a:moveTo>
                  <a:lnTo>
                    <a:pt x="442201" y="60557"/>
                  </a:lnTo>
                  <a:lnTo>
                    <a:pt x="436441" y="49995"/>
                  </a:lnTo>
                  <a:close/>
                  <a:moveTo>
                    <a:pt x="446486" y="84791"/>
                  </a:moveTo>
                  <a:lnTo>
                    <a:pt x="442201" y="60557"/>
                  </a:lnTo>
                  <a:lnTo>
                    <a:pt x="410940" y="65219"/>
                  </a:lnTo>
                  <a:close/>
                  <a:moveTo>
                    <a:pt x="415700" y="101974"/>
                  </a:moveTo>
                  <a:lnTo>
                    <a:pt x="446486" y="84791"/>
                  </a:lnTo>
                  <a:lnTo>
                    <a:pt x="410940" y="65219"/>
                  </a:lnTo>
                  <a:close/>
                  <a:moveTo>
                    <a:pt x="436441" y="49995"/>
                  </a:moveTo>
                  <a:lnTo>
                    <a:pt x="442201" y="60557"/>
                  </a:lnTo>
                  <a:lnTo>
                    <a:pt x="439552" y="48035"/>
                  </a:lnTo>
                  <a:close/>
                  <a:moveTo>
                    <a:pt x="446486" y="84791"/>
                  </a:moveTo>
                  <a:lnTo>
                    <a:pt x="459477" y="12076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46486" y="8479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50535" y="83284"/>
                  </a:lnTo>
                  <a:lnTo>
                    <a:pt x="439552" y="48035"/>
                  </a:lnTo>
                  <a:close/>
                  <a:moveTo>
                    <a:pt x="439552" y="48035"/>
                  </a:moveTo>
                  <a:lnTo>
                    <a:pt x="450535" y="83284"/>
                  </a:lnTo>
                  <a:lnTo>
                    <a:pt x="491588" y="67607"/>
                  </a:lnTo>
                  <a:close/>
                  <a:moveTo>
                    <a:pt x="439552" y="48035"/>
                  </a:moveTo>
                  <a:lnTo>
                    <a:pt x="491588" y="67607"/>
                  </a:lnTo>
                  <a:lnTo>
                    <a:pt x="491355" y="30852"/>
                  </a:lnTo>
                  <a:close/>
                  <a:moveTo>
                    <a:pt x="491355" y="30852"/>
                  </a:moveTo>
                  <a:lnTo>
                    <a:pt x="492588" y="28164"/>
                  </a:lnTo>
                  <a:lnTo>
                    <a:pt x="456963" y="11280"/>
                  </a:lnTo>
                  <a:close/>
                  <a:moveTo>
                    <a:pt x="439552" y="48035"/>
                  </a:moveTo>
                  <a:lnTo>
                    <a:pt x="491355" y="30852"/>
                  </a:lnTo>
                  <a:lnTo>
                    <a:pt x="456963" y="11280"/>
                  </a:lnTo>
                  <a:close/>
                  <a:moveTo>
                    <a:pt x="466282" y="8076"/>
                  </a:moveTo>
                  <a:lnTo>
                    <a:pt x="492588" y="28164"/>
                  </a:lnTo>
                  <a:lnTo>
                    <a:pt x="526529" y="30486"/>
                  </a:lnTo>
                  <a:close/>
                  <a:moveTo>
                    <a:pt x="491355" y="30852"/>
                  </a:moveTo>
                  <a:lnTo>
                    <a:pt x="509001" y="62841"/>
                  </a:lnTo>
                  <a:lnTo>
                    <a:pt x="494353" y="30002"/>
                  </a:lnTo>
                  <a:close/>
                  <a:moveTo>
                    <a:pt x="491355" y="30852"/>
                  </a:moveTo>
                  <a:lnTo>
                    <a:pt x="491588" y="67607"/>
                  </a:lnTo>
                  <a:lnTo>
                    <a:pt x="509001" y="62841"/>
                  </a:lnTo>
                  <a:close/>
                  <a:moveTo>
                    <a:pt x="509001" y="62841"/>
                  </a:moveTo>
                  <a:lnTo>
                    <a:pt x="545100" y="60580"/>
                  </a:lnTo>
                  <a:lnTo>
                    <a:pt x="526759" y="30745"/>
                  </a:lnTo>
                  <a:close/>
                  <a:moveTo>
                    <a:pt x="509001" y="62841"/>
                  </a:moveTo>
                  <a:lnTo>
                    <a:pt x="526759" y="30745"/>
                  </a:lnTo>
                  <a:lnTo>
                    <a:pt x="494353" y="30002"/>
                  </a:lnTo>
                  <a:close/>
                  <a:moveTo>
                    <a:pt x="545100" y="60580"/>
                  </a:moveTo>
                  <a:lnTo>
                    <a:pt x="579452" y="14994"/>
                  </a:lnTo>
                  <a:lnTo>
                    <a:pt x="526759" y="30745"/>
                  </a:lnTo>
                  <a:close/>
                  <a:moveTo>
                    <a:pt x="584021" y="13669"/>
                  </a:moveTo>
                  <a:lnTo>
                    <a:pt x="579452" y="14994"/>
                  </a:lnTo>
                  <a:lnTo>
                    <a:pt x="575708" y="62785"/>
                  </a:lnTo>
                  <a:close/>
                  <a:moveTo>
                    <a:pt x="492588" y="28164"/>
                  </a:moveTo>
                  <a:lnTo>
                    <a:pt x="491355" y="30852"/>
                  </a:lnTo>
                  <a:lnTo>
                    <a:pt x="494353" y="30002"/>
                  </a:lnTo>
                  <a:close/>
                  <a:moveTo>
                    <a:pt x="494353" y="30002"/>
                  </a:moveTo>
                  <a:lnTo>
                    <a:pt x="526529" y="30486"/>
                  </a:lnTo>
                  <a:lnTo>
                    <a:pt x="492588" y="28164"/>
                  </a:lnTo>
                  <a:close/>
                  <a:moveTo>
                    <a:pt x="494353" y="30002"/>
                  </a:moveTo>
                  <a:lnTo>
                    <a:pt x="526759" y="30745"/>
                  </a:lnTo>
                  <a:lnTo>
                    <a:pt x="526529" y="30486"/>
                  </a:lnTo>
                  <a:close/>
                  <a:moveTo>
                    <a:pt x="584021" y="13669"/>
                  </a:moveTo>
                  <a:lnTo>
                    <a:pt x="640360" y="14514"/>
                  </a:lnTo>
                  <a:lnTo>
                    <a:pt x="631215" y="0"/>
                  </a:lnTo>
                  <a:close/>
                  <a:moveTo>
                    <a:pt x="636163" y="33240"/>
                  </a:moveTo>
                  <a:lnTo>
                    <a:pt x="640360" y="14514"/>
                  </a:lnTo>
                  <a:lnTo>
                    <a:pt x="584021" y="13669"/>
                  </a:lnTo>
                  <a:close/>
                  <a:moveTo>
                    <a:pt x="598045" y="50424"/>
                  </a:moveTo>
                  <a:lnTo>
                    <a:pt x="636163" y="33240"/>
                  </a:lnTo>
                  <a:lnTo>
                    <a:pt x="584021" y="13669"/>
                  </a:lnTo>
                  <a:close/>
                  <a:moveTo>
                    <a:pt x="631215" y="0"/>
                  </a:moveTo>
                  <a:lnTo>
                    <a:pt x="640360" y="14514"/>
                  </a:lnTo>
                  <a:lnTo>
                    <a:pt x="669957" y="596"/>
                  </a:lnTo>
                  <a:close/>
                  <a:moveTo>
                    <a:pt x="636163" y="33240"/>
                  </a:moveTo>
                  <a:lnTo>
                    <a:pt x="652462" y="59760"/>
                  </a:lnTo>
                  <a:lnTo>
                    <a:pt x="650729" y="28883"/>
                  </a:lnTo>
                  <a:close/>
                  <a:moveTo>
                    <a:pt x="640360" y="14514"/>
                  </a:moveTo>
                  <a:lnTo>
                    <a:pt x="636163" y="33240"/>
                  </a:lnTo>
                  <a:lnTo>
                    <a:pt x="650729" y="28883"/>
                  </a:lnTo>
                  <a:close/>
                  <a:moveTo>
                    <a:pt x="650729" y="28883"/>
                  </a:moveTo>
                  <a:lnTo>
                    <a:pt x="669957" y="596"/>
                  </a:lnTo>
                  <a:lnTo>
                    <a:pt x="640360" y="1451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10" name="Input_density__201">
              <a:extLst>
                <a:ext uri="{FF2B5EF4-FFF2-40B4-BE49-F238E27FC236}">
                  <a16:creationId xmlns:a16="http://schemas.microsoft.com/office/drawing/2014/main" id="{912AF239-D699-1FCA-432C-DD7A1DE91A4C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2025510"/>
              <a:ext cx="725304" cy="305293"/>
            </a:xfrm>
            <a:custGeom>
              <a:avLst/>
              <a:gdLst/>
              <a:ahLst/>
              <a:cxnLst/>
              <a:rect l="0" t="0" r="0" b="0"/>
              <a:pathLst>
                <a:path w="725304" h="305293">
                  <a:moveTo>
                    <a:pt x="0" y="183393"/>
                  </a:moveTo>
                  <a:lnTo>
                    <a:pt x="759" y="210309"/>
                  </a:lnTo>
                  <a:lnTo>
                    <a:pt x="26497" y="210328"/>
                  </a:lnTo>
                  <a:close/>
                  <a:moveTo>
                    <a:pt x="101043" y="239720"/>
                  </a:moveTo>
                  <a:lnTo>
                    <a:pt x="91916" y="234137"/>
                  </a:lnTo>
                  <a:lnTo>
                    <a:pt x="66728" y="236170"/>
                  </a:lnTo>
                  <a:close/>
                  <a:moveTo>
                    <a:pt x="56503" y="202964"/>
                  </a:moveTo>
                  <a:lnTo>
                    <a:pt x="66728" y="236170"/>
                  </a:lnTo>
                  <a:lnTo>
                    <a:pt x="91916" y="234137"/>
                  </a:lnTo>
                  <a:close/>
                  <a:moveTo>
                    <a:pt x="56503" y="202964"/>
                  </a:moveTo>
                  <a:lnTo>
                    <a:pt x="40846" y="220148"/>
                  </a:lnTo>
                  <a:lnTo>
                    <a:pt x="66728" y="236170"/>
                  </a:lnTo>
                  <a:close/>
                  <a:moveTo>
                    <a:pt x="40846" y="220148"/>
                  </a:moveTo>
                  <a:lnTo>
                    <a:pt x="56503" y="202964"/>
                  </a:lnTo>
                  <a:lnTo>
                    <a:pt x="26497" y="210328"/>
                  </a:lnTo>
                  <a:close/>
                  <a:moveTo>
                    <a:pt x="139105" y="222536"/>
                  </a:moveTo>
                  <a:lnTo>
                    <a:pt x="101043" y="239720"/>
                  </a:lnTo>
                  <a:lnTo>
                    <a:pt x="130954" y="255517"/>
                  </a:lnTo>
                  <a:close/>
                  <a:moveTo>
                    <a:pt x="124834" y="151766"/>
                  </a:moveTo>
                  <a:lnTo>
                    <a:pt x="97319" y="129762"/>
                  </a:lnTo>
                  <a:lnTo>
                    <a:pt x="110582" y="149026"/>
                  </a:lnTo>
                  <a:close/>
                  <a:moveTo>
                    <a:pt x="131899" y="162841"/>
                  </a:moveTo>
                  <a:lnTo>
                    <a:pt x="110582" y="149026"/>
                  </a:lnTo>
                  <a:lnTo>
                    <a:pt x="151622" y="140375"/>
                  </a:lnTo>
                  <a:close/>
                  <a:moveTo>
                    <a:pt x="185385" y="95088"/>
                  </a:moveTo>
                  <a:lnTo>
                    <a:pt x="195368" y="131843"/>
                  </a:lnTo>
                  <a:lnTo>
                    <a:pt x="187294" y="83328"/>
                  </a:lnTo>
                  <a:close/>
                  <a:moveTo>
                    <a:pt x="169847" y="83938"/>
                  </a:moveTo>
                  <a:lnTo>
                    <a:pt x="187294" y="83328"/>
                  </a:lnTo>
                  <a:lnTo>
                    <a:pt x="158243" y="79858"/>
                  </a:lnTo>
                  <a:close/>
                  <a:moveTo>
                    <a:pt x="285139" y="147452"/>
                  </a:moveTo>
                  <a:lnTo>
                    <a:pt x="250621" y="165154"/>
                  </a:lnTo>
                  <a:lnTo>
                    <a:pt x="282297" y="159008"/>
                  </a:lnTo>
                  <a:close/>
                  <a:moveTo>
                    <a:pt x="324856" y="142252"/>
                  </a:moveTo>
                  <a:lnTo>
                    <a:pt x="282297" y="159008"/>
                  </a:lnTo>
                  <a:lnTo>
                    <a:pt x="317573" y="166322"/>
                  </a:lnTo>
                  <a:close/>
                  <a:moveTo>
                    <a:pt x="324856" y="142252"/>
                  </a:moveTo>
                  <a:lnTo>
                    <a:pt x="285139" y="147452"/>
                  </a:lnTo>
                  <a:lnTo>
                    <a:pt x="282297" y="159008"/>
                  </a:lnTo>
                  <a:close/>
                  <a:moveTo>
                    <a:pt x="351918" y="170157"/>
                  </a:moveTo>
                  <a:lnTo>
                    <a:pt x="368364" y="135437"/>
                  </a:lnTo>
                  <a:lnTo>
                    <a:pt x="317573" y="166322"/>
                  </a:lnTo>
                  <a:close/>
                  <a:moveTo>
                    <a:pt x="498218" y="190558"/>
                  </a:moveTo>
                  <a:lnTo>
                    <a:pt x="472465" y="179295"/>
                  </a:lnTo>
                  <a:lnTo>
                    <a:pt x="454090" y="206800"/>
                  </a:lnTo>
                  <a:close/>
                  <a:moveTo>
                    <a:pt x="454090" y="206800"/>
                  </a:moveTo>
                  <a:lnTo>
                    <a:pt x="472465" y="179295"/>
                  </a:lnTo>
                  <a:lnTo>
                    <a:pt x="412712" y="176671"/>
                  </a:lnTo>
                  <a:close/>
                  <a:moveTo>
                    <a:pt x="613317" y="294003"/>
                  </a:moveTo>
                  <a:lnTo>
                    <a:pt x="608744" y="300823"/>
                  </a:lnTo>
                  <a:lnTo>
                    <a:pt x="631856" y="305293"/>
                  </a:lnTo>
                  <a:close/>
                  <a:moveTo>
                    <a:pt x="521330" y="173374"/>
                  </a:moveTo>
                  <a:lnTo>
                    <a:pt x="511108" y="199196"/>
                  </a:lnTo>
                  <a:lnTo>
                    <a:pt x="532841" y="184247"/>
                  </a:lnTo>
                  <a:close/>
                  <a:moveTo>
                    <a:pt x="521330" y="173374"/>
                  </a:moveTo>
                  <a:lnTo>
                    <a:pt x="498218" y="190558"/>
                  </a:lnTo>
                  <a:lnTo>
                    <a:pt x="511108" y="199196"/>
                  </a:lnTo>
                  <a:close/>
                  <a:moveTo>
                    <a:pt x="498218" y="190558"/>
                  </a:moveTo>
                  <a:lnTo>
                    <a:pt x="521330" y="173374"/>
                  </a:lnTo>
                  <a:lnTo>
                    <a:pt x="472465" y="179295"/>
                  </a:lnTo>
                  <a:close/>
                  <a:moveTo>
                    <a:pt x="532841" y="184247"/>
                  </a:moveTo>
                  <a:lnTo>
                    <a:pt x="574017" y="209370"/>
                  </a:lnTo>
                  <a:lnTo>
                    <a:pt x="564436" y="156191"/>
                  </a:lnTo>
                  <a:close/>
                  <a:moveTo>
                    <a:pt x="712229" y="121824"/>
                  </a:moveTo>
                  <a:lnTo>
                    <a:pt x="696535" y="133916"/>
                  </a:lnTo>
                  <a:lnTo>
                    <a:pt x="725304" y="122894"/>
                  </a:lnTo>
                  <a:close/>
                  <a:moveTo>
                    <a:pt x="725304" y="122894"/>
                  </a:moveTo>
                  <a:lnTo>
                    <a:pt x="700549" y="160678"/>
                  </a:lnTo>
                  <a:lnTo>
                    <a:pt x="724551" y="168254"/>
                  </a:lnTo>
                  <a:close/>
                  <a:moveTo>
                    <a:pt x="712229" y="121824"/>
                  </a:moveTo>
                  <a:lnTo>
                    <a:pt x="725304" y="122894"/>
                  </a:lnTo>
                  <a:lnTo>
                    <a:pt x="724999" y="115762"/>
                  </a:lnTo>
                  <a:close/>
                  <a:moveTo>
                    <a:pt x="722736" y="80235"/>
                  </a:moveTo>
                  <a:lnTo>
                    <a:pt x="712229" y="121824"/>
                  </a:lnTo>
                  <a:lnTo>
                    <a:pt x="724999" y="115762"/>
                  </a:lnTo>
                  <a:close/>
                  <a:moveTo>
                    <a:pt x="694971" y="120466"/>
                  </a:moveTo>
                  <a:lnTo>
                    <a:pt x="712229" y="121824"/>
                  </a:lnTo>
                  <a:lnTo>
                    <a:pt x="722736" y="80235"/>
                  </a:lnTo>
                  <a:close/>
                  <a:moveTo>
                    <a:pt x="693584" y="76847"/>
                  </a:moveTo>
                  <a:lnTo>
                    <a:pt x="722736" y="80235"/>
                  </a:lnTo>
                  <a:lnTo>
                    <a:pt x="715929" y="41022"/>
                  </a:lnTo>
                  <a:close/>
                  <a:moveTo>
                    <a:pt x="693584" y="76847"/>
                  </a:moveTo>
                  <a:lnTo>
                    <a:pt x="715929" y="41022"/>
                  </a:lnTo>
                  <a:lnTo>
                    <a:pt x="688792" y="35996"/>
                  </a:lnTo>
                  <a:close/>
                  <a:moveTo>
                    <a:pt x="688792" y="35996"/>
                  </a:moveTo>
                  <a:lnTo>
                    <a:pt x="715929" y="41022"/>
                  </a:lnTo>
                  <a:lnTo>
                    <a:pt x="71134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11" name="Input_density__202">
              <a:extLst>
                <a:ext uri="{FF2B5EF4-FFF2-40B4-BE49-F238E27FC236}">
                  <a16:creationId xmlns:a16="http://schemas.microsoft.com/office/drawing/2014/main" id="{6806A3B6-8776-66D2-AF07-A3C747E63B72}"/>
                </a:ext>
              </a:extLst>
            </p:cNvPr>
            <p:cNvSpPr>
              <a:spLocks noGrp="1"/>
            </p:cNvSpPr>
            <p:nvPr/>
          </p:nvSpPr>
          <p:spPr>
            <a:xfrm>
              <a:off x="605969" y="1963559"/>
              <a:ext cx="732903" cy="272279"/>
            </a:xfrm>
            <a:custGeom>
              <a:avLst/>
              <a:gdLst/>
              <a:ahLst/>
              <a:cxnLst/>
              <a:rect l="0" t="0" r="0" b="0"/>
              <a:pathLst>
                <a:path w="732903" h="272279">
                  <a:moveTo>
                    <a:pt x="3562" y="225772"/>
                  </a:moveTo>
                  <a:lnTo>
                    <a:pt x="39725" y="245344"/>
                  </a:lnTo>
                  <a:lnTo>
                    <a:pt x="21325" y="208589"/>
                  </a:lnTo>
                  <a:close/>
                  <a:moveTo>
                    <a:pt x="8136" y="179685"/>
                  </a:moveTo>
                  <a:lnTo>
                    <a:pt x="0" y="176741"/>
                  </a:lnTo>
                  <a:lnTo>
                    <a:pt x="21325" y="208589"/>
                  </a:lnTo>
                  <a:close/>
                  <a:moveTo>
                    <a:pt x="3754" y="171834"/>
                  </a:moveTo>
                  <a:lnTo>
                    <a:pt x="0" y="176741"/>
                  </a:lnTo>
                  <a:lnTo>
                    <a:pt x="8136" y="179685"/>
                  </a:lnTo>
                  <a:close/>
                  <a:moveTo>
                    <a:pt x="71348" y="228160"/>
                  </a:moveTo>
                  <a:lnTo>
                    <a:pt x="66222" y="272279"/>
                  </a:lnTo>
                  <a:lnTo>
                    <a:pt x="85707" y="248926"/>
                  </a:lnTo>
                  <a:close/>
                  <a:moveTo>
                    <a:pt x="21325" y="208589"/>
                  </a:moveTo>
                  <a:lnTo>
                    <a:pt x="39725" y="245344"/>
                  </a:lnTo>
                  <a:lnTo>
                    <a:pt x="71348" y="228160"/>
                  </a:lnTo>
                  <a:close/>
                  <a:moveTo>
                    <a:pt x="10642" y="168089"/>
                  </a:moveTo>
                  <a:lnTo>
                    <a:pt x="8136" y="179685"/>
                  </a:lnTo>
                  <a:lnTo>
                    <a:pt x="33757" y="154650"/>
                  </a:lnTo>
                  <a:close/>
                  <a:moveTo>
                    <a:pt x="33757" y="154650"/>
                  </a:moveTo>
                  <a:lnTo>
                    <a:pt x="8136" y="179685"/>
                  </a:lnTo>
                  <a:lnTo>
                    <a:pt x="21325" y="208589"/>
                  </a:lnTo>
                  <a:close/>
                  <a:moveTo>
                    <a:pt x="33757" y="154650"/>
                  </a:moveTo>
                  <a:lnTo>
                    <a:pt x="21325" y="208589"/>
                  </a:lnTo>
                  <a:lnTo>
                    <a:pt x="56825" y="191406"/>
                  </a:lnTo>
                  <a:close/>
                  <a:moveTo>
                    <a:pt x="3754" y="171834"/>
                  </a:moveTo>
                  <a:lnTo>
                    <a:pt x="8136" y="179685"/>
                  </a:lnTo>
                  <a:lnTo>
                    <a:pt x="10642" y="168089"/>
                  </a:lnTo>
                  <a:close/>
                  <a:moveTo>
                    <a:pt x="33757" y="154650"/>
                  </a:moveTo>
                  <a:lnTo>
                    <a:pt x="56825" y="191406"/>
                  </a:lnTo>
                  <a:lnTo>
                    <a:pt x="87175" y="174222"/>
                  </a:lnTo>
                  <a:close/>
                  <a:moveTo>
                    <a:pt x="156657" y="41153"/>
                  </a:moveTo>
                  <a:lnTo>
                    <a:pt x="136994" y="46774"/>
                  </a:lnTo>
                  <a:lnTo>
                    <a:pt x="174789" y="44209"/>
                  </a:lnTo>
                  <a:close/>
                  <a:moveTo>
                    <a:pt x="146841" y="35924"/>
                  </a:moveTo>
                  <a:lnTo>
                    <a:pt x="136994" y="46774"/>
                  </a:lnTo>
                  <a:lnTo>
                    <a:pt x="156657" y="41153"/>
                  </a:lnTo>
                  <a:close/>
                  <a:moveTo>
                    <a:pt x="156657" y="41153"/>
                  </a:moveTo>
                  <a:lnTo>
                    <a:pt x="174789" y="44209"/>
                  </a:lnTo>
                  <a:lnTo>
                    <a:pt x="206053" y="36523"/>
                  </a:lnTo>
                  <a:close/>
                  <a:moveTo>
                    <a:pt x="365168" y="159427"/>
                  </a:moveTo>
                  <a:lnTo>
                    <a:pt x="364441" y="159569"/>
                  </a:lnTo>
                  <a:lnTo>
                    <a:pt x="364581" y="204203"/>
                  </a:lnTo>
                  <a:close/>
                  <a:moveTo>
                    <a:pt x="324533" y="134139"/>
                  </a:moveTo>
                  <a:lnTo>
                    <a:pt x="304352" y="122672"/>
                  </a:lnTo>
                  <a:lnTo>
                    <a:pt x="326081" y="163667"/>
                  </a:lnTo>
                  <a:close/>
                  <a:moveTo>
                    <a:pt x="326081" y="163667"/>
                  </a:moveTo>
                  <a:lnTo>
                    <a:pt x="364441" y="15956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4442" y="15877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5168" y="159427"/>
                  </a:lnTo>
                  <a:lnTo>
                    <a:pt x="364442" y="158779"/>
                  </a:lnTo>
                  <a:close/>
                  <a:moveTo>
                    <a:pt x="304352" y="122672"/>
                  </a:moveTo>
                  <a:lnTo>
                    <a:pt x="305816" y="85917"/>
                  </a:lnTo>
                  <a:lnTo>
                    <a:pt x="285994" y="124422"/>
                  </a:lnTo>
                  <a:close/>
                  <a:moveTo>
                    <a:pt x="305816" y="85917"/>
                  </a:moveTo>
                  <a:lnTo>
                    <a:pt x="277269" y="86767"/>
                  </a:lnTo>
                  <a:lnTo>
                    <a:pt x="285994" y="124422"/>
                  </a:lnTo>
                  <a:close/>
                  <a:moveTo>
                    <a:pt x="241089" y="89093"/>
                  </a:moveTo>
                  <a:lnTo>
                    <a:pt x="277269" y="86767"/>
                  </a:lnTo>
                  <a:lnTo>
                    <a:pt x="262125" y="54333"/>
                  </a:lnTo>
                  <a:close/>
                  <a:moveTo>
                    <a:pt x="241089" y="89093"/>
                  </a:moveTo>
                  <a:lnTo>
                    <a:pt x="262125" y="54333"/>
                  </a:lnTo>
                  <a:lnTo>
                    <a:pt x="229652" y="53644"/>
                  </a:lnTo>
                  <a:close/>
                  <a:moveTo>
                    <a:pt x="305816" y="85917"/>
                  </a:moveTo>
                  <a:lnTo>
                    <a:pt x="311144" y="84080"/>
                  </a:lnTo>
                  <a:lnTo>
                    <a:pt x="277269" y="86767"/>
                  </a:lnTo>
                  <a:close/>
                  <a:moveTo>
                    <a:pt x="191842" y="57295"/>
                  </a:moveTo>
                  <a:lnTo>
                    <a:pt x="229652" y="53644"/>
                  </a:lnTo>
                  <a:lnTo>
                    <a:pt x="206053" y="36523"/>
                  </a:lnTo>
                  <a:close/>
                  <a:moveTo>
                    <a:pt x="229652" y="53644"/>
                  </a:moveTo>
                  <a:lnTo>
                    <a:pt x="240649" y="41297"/>
                  </a:lnTo>
                  <a:lnTo>
                    <a:pt x="206053" y="36523"/>
                  </a:lnTo>
                  <a:close/>
                  <a:moveTo>
                    <a:pt x="408089" y="197388"/>
                  </a:moveTo>
                  <a:lnTo>
                    <a:pt x="446826" y="232937"/>
                  </a:lnTo>
                  <a:lnTo>
                    <a:pt x="435094" y="178999"/>
                  </a:lnTo>
                  <a:close/>
                  <a:moveTo>
                    <a:pt x="435094" y="178999"/>
                  </a:moveTo>
                  <a:lnTo>
                    <a:pt x="446826" y="232937"/>
                  </a:lnTo>
                  <a:lnTo>
                    <a:pt x="470855" y="211278"/>
                  </a:lnTo>
                  <a:close/>
                  <a:moveTo>
                    <a:pt x="408791" y="142244"/>
                  </a:moveTo>
                  <a:lnTo>
                    <a:pt x="410130" y="194260"/>
                  </a:lnTo>
                  <a:lnTo>
                    <a:pt x="425013" y="164456"/>
                  </a:lnTo>
                  <a:close/>
                  <a:moveTo>
                    <a:pt x="406102" y="196182"/>
                  </a:moveTo>
                  <a:lnTo>
                    <a:pt x="410130" y="194260"/>
                  </a:lnTo>
                  <a:lnTo>
                    <a:pt x="408791" y="142244"/>
                  </a:lnTo>
                  <a:close/>
                  <a:moveTo>
                    <a:pt x="365168" y="159427"/>
                  </a:moveTo>
                  <a:lnTo>
                    <a:pt x="406102" y="196182"/>
                  </a:lnTo>
                  <a:lnTo>
                    <a:pt x="408791" y="142244"/>
                  </a:lnTo>
                  <a:close/>
                  <a:moveTo>
                    <a:pt x="410130" y="194260"/>
                  </a:moveTo>
                  <a:lnTo>
                    <a:pt x="435094" y="178999"/>
                  </a:lnTo>
                  <a:lnTo>
                    <a:pt x="425013" y="164456"/>
                  </a:lnTo>
                  <a:close/>
                  <a:moveTo>
                    <a:pt x="392019" y="105489"/>
                  </a:moveTo>
                  <a:lnTo>
                    <a:pt x="364442" y="158779"/>
                  </a:lnTo>
                  <a:lnTo>
                    <a:pt x="365168" y="159427"/>
                  </a:lnTo>
                  <a:close/>
                  <a:moveTo>
                    <a:pt x="304352" y="122672"/>
                  </a:moveTo>
                  <a:lnTo>
                    <a:pt x="324533" y="134139"/>
                  </a:lnTo>
                  <a:lnTo>
                    <a:pt x="324412" y="120277"/>
                  </a:lnTo>
                  <a:close/>
                  <a:moveTo>
                    <a:pt x="305816" y="85917"/>
                  </a:moveTo>
                  <a:lnTo>
                    <a:pt x="324412" y="120277"/>
                  </a:lnTo>
                  <a:lnTo>
                    <a:pt x="312044" y="85584"/>
                  </a:lnTo>
                  <a:close/>
                  <a:moveTo>
                    <a:pt x="305816" y="85917"/>
                  </a:moveTo>
                  <a:lnTo>
                    <a:pt x="304352" y="122672"/>
                  </a:lnTo>
                  <a:lnTo>
                    <a:pt x="324412" y="120277"/>
                  </a:lnTo>
                  <a:close/>
                  <a:moveTo>
                    <a:pt x="364310" y="114929"/>
                  </a:moveTo>
                  <a:lnTo>
                    <a:pt x="324533" y="134139"/>
                  </a:lnTo>
                  <a:lnTo>
                    <a:pt x="364442" y="158779"/>
                  </a:lnTo>
                  <a:close/>
                  <a:moveTo>
                    <a:pt x="364310" y="114929"/>
                  </a:moveTo>
                  <a:lnTo>
                    <a:pt x="324412" y="120277"/>
                  </a:lnTo>
                  <a:lnTo>
                    <a:pt x="324533" y="134139"/>
                  </a:lnTo>
                  <a:close/>
                  <a:moveTo>
                    <a:pt x="324412" y="120277"/>
                  </a:moveTo>
                  <a:lnTo>
                    <a:pt x="349233" y="82439"/>
                  </a:lnTo>
                  <a:lnTo>
                    <a:pt x="312044" y="85584"/>
                  </a:lnTo>
                  <a:close/>
                  <a:moveTo>
                    <a:pt x="311144" y="84080"/>
                  </a:moveTo>
                  <a:lnTo>
                    <a:pt x="305816" y="85917"/>
                  </a:lnTo>
                  <a:lnTo>
                    <a:pt x="312044" y="85584"/>
                  </a:lnTo>
                  <a:close/>
                  <a:moveTo>
                    <a:pt x="312044" y="85584"/>
                  </a:moveTo>
                  <a:lnTo>
                    <a:pt x="342474" y="76644"/>
                  </a:lnTo>
                  <a:lnTo>
                    <a:pt x="311144" y="84080"/>
                  </a:lnTo>
                  <a:close/>
                  <a:moveTo>
                    <a:pt x="479024" y="165339"/>
                  </a:moveTo>
                  <a:lnTo>
                    <a:pt x="470855" y="211278"/>
                  </a:lnTo>
                  <a:lnTo>
                    <a:pt x="488922" y="161815"/>
                  </a:lnTo>
                  <a:close/>
                  <a:moveTo>
                    <a:pt x="488922" y="161815"/>
                  </a:moveTo>
                  <a:lnTo>
                    <a:pt x="470855" y="211278"/>
                  </a:lnTo>
                  <a:lnTo>
                    <a:pt x="477027" y="215754"/>
                  </a:lnTo>
                  <a:close/>
                  <a:moveTo>
                    <a:pt x="488922" y="161815"/>
                  </a:moveTo>
                  <a:lnTo>
                    <a:pt x="477027" y="215754"/>
                  </a:lnTo>
                  <a:lnTo>
                    <a:pt x="519393" y="198570"/>
                  </a:lnTo>
                  <a:close/>
                  <a:moveTo>
                    <a:pt x="435094" y="178999"/>
                  </a:moveTo>
                  <a:lnTo>
                    <a:pt x="470855" y="211278"/>
                  </a:lnTo>
                  <a:lnTo>
                    <a:pt x="479024" y="165339"/>
                  </a:lnTo>
                  <a:close/>
                  <a:moveTo>
                    <a:pt x="425013" y="164456"/>
                  </a:moveTo>
                  <a:lnTo>
                    <a:pt x="435094" y="178999"/>
                  </a:lnTo>
                  <a:lnTo>
                    <a:pt x="469756" y="125060"/>
                  </a:lnTo>
                  <a:close/>
                  <a:moveTo>
                    <a:pt x="475941" y="134085"/>
                  </a:moveTo>
                  <a:lnTo>
                    <a:pt x="435094" y="178999"/>
                  </a:lnTo>
                  <a:lnTo>
                    <a:pt x="479024" y="165339"/>
                  </a:lnTo>
                  <a:close/>
                  <a:moveTo>
                    <a:pt x="530097" y="61412"/>
                  </a:moveTo>
                  <a:lnTo>
                    <a:pt x="567180" y="33645"/>
                  </a:lnTo>
                  <a:lnTo>
                    <a:pt x="560684" y="18885"/>
                  </a:lnTo>
                  <a:close/>
                  <a:moveTo>
                    <a:pt x="567180" y="33645"/>
                  </a:moveTo>
                  <a:lnTo>
                    <a:pt x="585340" y="53939"/>
                  </a:lnTo>
                  <a:lnTo>
                    <a:pt x="560684" y="18885"/>
                  </a:lnTo>
                  <a:close/>
                  <a:moveTo>
                    <a:pt x="575228" y="51809"/>
                  </a:moveTo>
                  <a:lnTo>
                    <a:pt x="610260" y="70137"/>
                  </a:lnTo>
                  <a:lnTo>
                    <a:pt x="585340" y="53939"/>
                  </a:lnTo>
                  <a:close/>
                  <a:moveTo>
                    <a:pt x="639463" y="54745"/>
                  </a:moveTo>
                  <a:lnTo>
                    <a:pt x="610260" y="70137"/>
                  </a:lnTo>
                  <a:lnTo>
                    <a:pt x="661007" y="39084"/>
                  </a:lnTo>
                  <a:close/>
                  <a:moveTo>
                    <a:pt x="670037" y="36755"/>
                  </a:moveTo>
                  <a:lnTo>
                    <a:pt x="683533" y="45023"/>
                  </a:lnTo>
                  <a:lnTo>
                    <a:pt x="661007" y="39084"/>
                  </a:lnTo>
                  <a:close/>
                  <a:moveTo>
                    <a:pt x="567180" y="33645"/>
                  </a:moveTo>
                  <a:lnTo>
                    <a:pt x="563537" y="53939"/>
                  </a:lnTo>
                  <a:lnTo>
                    <a:pt x="575228" y="51809"/>
                  </a:lnTo>
                  <a:close/>
                  <a:moveTo>
                    <a:pt x="575228" y="51809"/>
                  </a:moveTo>
                  <a:lnTo>
                    <a:pt x="585340" y="53939"/>
                  </a:lnTo>
                  <a:lnTo>
                    <a:pt x="567180" y="33645"/>
                  </a:lnTo>
                  <a:close/>
                  <a:moveTo>
                    <a:pt x="719857" y="60240"/>
                  </a:moveTo>
                  <a:lnTo>
                    <a:pt x="699156" y="32322"/>
                  </a:lnTo>
                  <a:lnTo>
                    <a:pt x="684284" y="62072"/>
                  </a:lnTo>
                  <a:close/>
                  <a:moveTo>
                    <a:pt x="719857" y="60240"/>
                  </a:moveTo>
                  <a:lnTo>
                    <a:pt x="732903" y="31975"/>
                  </a:lnTo>
                  <a:lnTo>
                    <a:pt x="699156" y="32322"/>
                  </a:lnTo>
                  <a:close/>
                  <a:moveTo>
                    <a:pt x="662145" y="0"/>
                  </a:moveTo>
                  <a:lnTo>
                    <a:pt x="670037" y="36755"/>
                  </a:lnTo>
                  <a:lnTo>
                    <a:pt x="699156" y="323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12" name="Input_density__203">
              <a:extLst>
                <a:ext uri="{FF2B5EF4-FFF2-40B4-BE49-F238E27FC236}">
                  <a16:creationId xmlns:a16="http://schemas.microsoft.com/office/drawing/2014/main" id="{C7091E52-3200-0066-3C31-089793CF56D0}"/>
                </a:ext>
              </a:extLst>
            </p:cNvPr>
            <p:cNvSpPr>
              <a:spLocks noGrp="1"/>
            </p:cNvSpPr>
            <p:nvPr/>
          </p:nvSpPr>
          <p:spPr>
            <a:xfrm>
              <a:off x="712422" y="2066532"/>
              <a:ext cx="665408" cy="289521"/>
            </a:xfrm>
            <a:custGeom>
              <a:avLst/>
              <a:gdLst/>
              <a:ahLst/>
              <a:cxnLst/>
              <a:rect l="0" t="0" r="0" b="0"/>
              <a:pathLst>
                <a:path w="665408" h="289521">
                  <a:moveTo>
                    <a:pt x="34315" y="198698"/>
                  </a:moveTo>
                  <a:lnTo>
                    <a:pt x="40393" y="221596"/>
                  </a:lnTo>
                  <a:lnTo>
                    <a:pt x="64226" y="214496"/>
                  </a:lnTo>
                  <a:close/>
                  <a:moveTo>
                    <a:pt x="34315" y="198698"/>
                  </a:moveTo>
                  <a:lnTo>
                    <a:pt x="31968" y="215881"/>
                  </a:lnTo>
                  <a:lnTo>
                    <a:pt x="40393" y="221596"/>
                  </a:lnTo>
                  <a:close/>
                  <a:moveTo>
                    <a:pt x="31968" y="215881"/>
                  </a:moveTo>
                  <a:lnTo>
                    <a:pt x="34315" y="198698"/>
                  </a:lnTo>
                  <a:lnTo>
                    <a:pt x="0" y="195148"/>
                  </a:lnTo>
                  <a:close/>
                  <a:moveTo>
                    <a:pt x="82904" y="188122"/>
                  </a:moveTo>
                  <a:lnTo>
                    <a:pt x="64226" y="214496"/>
                  </a:lnTo>
                  <a:lnTo>
                    <a:pt x="122396" y="211198"/>
                  </a:lnTo>
                  <a:close/>
                  <a:moveTo>
                    <a:pt x="43854" y="108004"/>
                  </a:moveTo>
                  <a:lnTo>
                    <a:pt x="30182" y="88433"/>
                  </a:lnTo>
                  <a:lnTo>
                    <a:pt x="38876" y="71249"/>
                  </a:lnTo>
                  <a:close/>
                  <a:moveTo>
                    <a:pt x="38876" y="71249"/>
                  </a:moveTo>
                  <a:lnTo>
                    <a:pt x="53086" y="54066"/>
                  </a:lnTo>
                  <a:lnTo>
                    <a:pt x="43854" y="108004"/>
                  </a:lnTo>
                  <a:close/>
                  <a:moveTo>
                    <a:pt x="183893" y="124132"/>
                  </a:moveTo>
                  <a:lnTo>
                    <a:pt x="200681" y="158531"/>
                  </a:lnTo>
                  <a:lnTo>
                    <a:pt x="215569" y="117987"/>
                  </a:lnTo>
                  <a:close/>
                  <a:moveTo>
                    <a:pt x="215569" y="117987"/>
                  </a:moveTo>
                  <a:lnTo>
                    <a:pt x="200681" y="158531"/>
                  </a:lnTo>
                  <a:lnTo>
                    <a:pt x="250845" y="125300"/>
                  </a:lnTo>
                  <a:close/>
                  <a:moveTo>
                    <a:pt x="103119" y="42917"/>
                  </a:moveTo>
                  <a:lnTo>
                    <a:pt x="118656" y="54066"/>
                  </a:lnTo>
                  <a:lnTo>
                    <a:pt x="120566" y="42307"/>
                  </a:lnTo>
                  <a:close/>
                  <a:moveTo>
                    <a:pt x="71241" y="48307"/>
                  </a:moveTo>
                  <a:lnTo>
                    <a:pt x="103119" y="42917"/>
                  </a:lnTo>
                  <a:lnTo>
                    <a:pt x="91515" y="38836"/>
                  </a:lnTo>
                  <a:close/>
                  <a:moveTo>
                    <a:pt x="542016" y="259801"/>
                  </a:moveTo>
                  <a:lnTo>
                    <a:pt x="590005" y="289521"/>
                  </a:lnTo>
                  <a:lnTo>
                    <a:pt x="565128" y="264271"/>
                  </a:lnTo>
                  <a:close/>
                  <a:moveTo>
                    <a:pt x="466113" y="143225"/>
                  </a:moveTo>
                  <a:lnTo>
                    <a:pt x="444380" y="158174"/>
                  </a:lnTo>
                  <a:lnTo>
                    <a:pt x="506287" y="168853"/>
                  </a:lnTo>
                  <a:close/>
                  <a:moveTo>
                    <a:pt x="658576" y="81872"/>
                  </a:moveTo>
                  <a:lnTo>
                    <a:pt x="657823" y="127232"/>
                  </a:lnTo>
                  <a:lnTo>
                    <a:pt x="662625" y="134741"/>
                  </a:lnTo>
                  <a:close/>
                  <a:moveTo>
                    <a:pt x="665408" y="97986"/>
                  </a:moveTo>
                  <a:lnTo>
                    <a:pt x="658271" y="74740"/>
                  </a:lnTo>
                  <a:lnTo>
                    <a:pt x="658576" y="81872"/>
                  </a:lnTo>
                  <a:close/>
                  <a:moveTo>
                    <a:pt x="662431" y="44047"/>
                  </a:moveTo>
                  <a:lnTo>
                    <a:pt x="658271" y="74740"/>
                  </a:lnTo>
                  <a:lnTo>
                    <a:pt x="665408" y="97986"/>
                  </a:lnTo>
                  <a:close/>
                  <a:moveTo>
                    <a:pt x="656008" y="39213"/>
                  </a:moveTo>
                  <a:lnTo>
                    <a:pt x="658271" y="74740"/>
                  </a:lnTo>
                  <a:lnTo>
                    <a:pt x="662431" y="44047"/>
                  </a:lnTo>
                  <a:close/>
                  <a:moveTo>
                    <a:pt x="649201" y="0"/>
                  </a:moveTo>
                  <a:lnTo>
                    <a:pt x="656008" y="39213"/>
                  </a:lnTo>
                  <a:lnTo>
                    <a:pt x="662431" y="4404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13" name="Input_density__204">
              <a:extLst>
                <a:ext uri="{FF2B5EF4-FFF2-40B4-BE49-F238E27FC236}">
                  <a16:creationId xmlns:a16="http://schemas.microsoft.com/office/drawing/2014/main" id="{A0EA0FB2-FEBB-1B65-65D3-7F901F989E46}"/>
                </a:ext>
              </a:extLst>
            </p:cNvPr>
            <p:cNvSpPr>
              <a:spLocks noGrp="1"/>
            </p:cNvSpPr>
            <p:nvPr/>
          </p:nvSpPr>
          <p:spPr>
            <a:xfrm>
              <a:off x="752815" y="2190664"/>
              <a:ext cx="622232" cy="165388"/>
            </a:xfrm>
            <a:custGeom>
              <a:avLst/>
              <a:gdLst/>
              <a:ahLst/>
              <a:cxnLst/>
              <a:rect l="0" t="0" r="0" b="0"/>
              <a:pathLst>
                <a:path w="622232" h="165388">
                  <a:moveTo>
                    <a:pt x="23833" y="90364"/>
                  </a:moveTo>
                  <a:lnTo>
                    <a:pt x="0" y="97464"/>
                  </a:lnTo>
                  <a:lnTo>
                    <a:pt x="58917" y="96961"/>
                  </a:lnTo>
                  <a:close/>
                  <a:moveTo>
                    <a:pt x="23833" y="90364"/>
                  </a:moveTo>
                  <a:lnTo>
                    <a:pt x="58917" y="96961"/>
                  </a:lnTo>
                  <a:lnTo>
                    <a:pt x="82003" y="87065"/>
                  </a:lnTo>
                  <a:close/>
                  <a:moveTo>
                    <a:pt x="82003" y="87065"/>
                  </a:moveTo>
                  <a:lnTo>
                    <a:pt x="114072" y="82390"/>
                  </a:lnTo>
                  <a:lnTo>
                    <a:pt x="133392" y="58418"/>
                  </a:lnTo>
                  <a:close/>
                  <a:moveTo>
                    <a:pt x="141139" y="29939"/>
                  </a:moveTo>
                  <a:lnTo>
                    <a:pt x="133392" y="58418"/>
                  </a:lnTo>
                  <a:lnTo>
                    <a:pt x="155903" y="40199"/>
                  </a:lnTo>
                  <a:close/>
                  <a:moveTo>
                    <a:pt x="141139" y="29939"/>
                  </a:moveTo>
                  <a:lnTo>
                    <a:pt x="155903" y="40199"/>
                  </a:lnTo>
                  <a:lnTo>
                    <a:pt x="143499" y="0"/>
                  </a:lnTo>
                  <a:close/>
                  <a:moveTo>
                    <a:pt x="143499" y="0"/>
                  </a:moveTo>
                  <a:lnTo>
                    <a:pt x="155903" y="40199"/>
                  </a:lnTo>
                  <a:lnTo>
                    <a:pt x="160287" y="34398"/>
                  </a:lnTo>
                  <a:close/>
                  <a:moveTo>
                    <a:pt x="524734" y="140139"/>
                  </a:moveTo>
                  <a:lnTo>
                    <a:pt x="549611" y="165388"/>
                  </a:lnTo>
                  <a:lnTo>
                    <a:pt x="557488" y="138024"/>
                  </a:lnTo>
                  <a:close/>
                  <a:moveTo>
                    <a:pt x="524734" y="140139"/>
                  </a:moveTo>
                  <a:lnTo>
                    <a:pt x="557488" y="138024"/>
                  </a:lnTo>
                  <a:lnTo>
                    <a:pt x="574589" y="105752"/>
                  </a:lnTo>
                  <a:close/>
                  <a:moveTo>
                    <a:pt x="570214" y="118485"/>
                  </a:moveTo>
                  <a:lnTo>
                    <a:pt x="574589" y="105752"/>
                  </a:lnTo>
                  <a:lnTo>
                    <a:pt x="557488" y="138024"/>
                  </a:lnTo>
                  <a:close/>
                  <a:moveTo>
                    <a:pt x="465894" y="44721"/>
                  </a:moveTo>
                  <a:lnTo>
                    <a:pt x="466895" y="44217"/>
                  </a:lnTo>
                  <a:lnTo>
                    <a:pt x="425720" y="19093"/>
                  </a:lnTo>
                  <a:close/>
                  <a:moveTo>
                    <a:pt x="617429" y="3100"/>
                  </a:moveTo>
                  <a:lnTo>
                    <a:pt x="604677" y="47364"/>
                  </a:lnTo>
                  <a:lnTo>
                    <a:pt x="613886" y="31894"/>
                  </a:lnTo>
                  <a:close/>
                  <a:moveTo>
                    <a:pt x="597305" y="37119"/>
                  </a:moveTo>
                  <a:lnTo>
                    <a:pt x="604677" y="47364"/>
                  </a:lnTo>
                  <a:lnTo>
                    <a:pt x="617429" y="3100"/>
                  </a:lnTo>
                  <a:close/>
                  <a:moveTo>
                    <a:pt x="617429" y="3100"/>
                  </a:moveTo>
                  <a:lnTo>
                    <a:pt x="613886" y="31894"/>
                  </a:lnTo>
                  <a:lnTo>
                    <a:pt x="622232" y="1060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214" name="Input_density__205">
              <a:extLst>
                <a:ext uri="{FF2B5EF4-FFF2-40B4-BE49-F238E27FC236}">
                  <a16:creationId xmlns:a16="http://schemas.microsoft.com/office/drawing/2014/main" id="{B107F561-6169-901A-15F4-435644AA5CCE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982444"/>
              <a:ext cx="722736" cy="253394"/>
            </a:xfrm>
            <a:custGeom>
              <a:avLst/>
              <a:gdLst/>
              <a:ahLst/>
              <a:cxnLst/>
              <a:rect l="0" t="0" r="0" b="0"/>
              <a:pathLst>
                <a:path w="722736" h="253394">
                  <a:moveTo>
                    <a:pt x="56503" y="246030"/>
                  </a:moveTo>
                  <a:lnTo>
                    <a:pt x="45982" y="230040"/>
                  </a:lnTo>
                  <a:lnTo>
                    <a:pt x="26497" y="253394"/>
                  </a:lnTo>
                  <a:close/>
                  <a:moveTo>
                    <a:pt x="31623" y="209275"/>
                  </a:moveTo>
                  <a:lnTo>
                    <a:pt x="0" y="226458"/>
                  </a:lnTo>
                  <a:lnTo>
                    <a:pt x="26497" y="253394"/>
                  </a:lnTo>
                  <a:close/>
                  <a:moveTo>
                    <a:pt x="124834" y="194831"/>
                  </a:moveTo>
                  <a:lnTo>
                    <a:pt x="131899" y="205906"/>
                  </a:lnTo>
                  <a:lnTo>
                    <a:pt x="166412" y="210368"/>
                  </a:lnTo>
                  <a:close/>
                  <a:moveTo>
                    <a:pt x="131899" y="205906"/>
                  </a:moveTo>
                  <a:lnTo>
                    <a:pt x="124834" y="194831"/>
                  </a:lnTo>
                  <a:lnTo>
                    <a:pt x="110582" y="192092"/>
                  </a:lnTo>
                  <a:close/>
                  <a:moveTo>
                    <a:pt x="285139" y="190518"/>
                  </a:moveTo>
                  <a:lnTo>
                    <a:pt x="324856" y="185317"/>
                  </a:lnTo>
                  <a:lnTo>
                    <a:pt x="324716" y="140684"/>
                  </a:lnTo>
                  <a:close/>
                  <a:moveTo>
                    <a:pt x="285139" y="190518"/>
                  </a:moveTo>
                  <a:lnTo>
                    <a:pt x="324716" y="140684"/>
                  </a:lnTo>
                  <a:lnTo>
                    <a:pt x="286356" y="144781"/>
                  </a:lnTo>
                  <a:close/>
                  <a:moveTo>
                    <a:pt x="317573" y="209388"/>
                  </a:moveTo>
                  <a:lnTo>
                    <a:pt x="366377" y="177297"/>
                  </a:lnTo>
                  <a:lnTo>
                    <a:pt x="324856" y="185317"/>
                  </a:lnTo>
                  <a:close/>
                  <a:moveTo>
                    <a:pt x="368364" y="178503"/>
                  </a:moveTo>
                  <a:lnTo>
                    <a:pt x="366377" y="177297"/>
                  </a:lnTo>
                  <a:lnTo>
                    <a:pt x="317573" y="209388"/>
                  </a:lnTo>
                  <a:close/>
                  <a:moveTo>
                    <a:pt x="366377" y="177297"/>
                  </a:moveTo>
                  <a:lnTo>
                    <a:pt x="325443" y="140541"/>
                  </a:lnTo>
                  <a:lnTo>
                    <a:pt x="324856" y="185317"/>
                  </a:lnTo>
                  <a:close/>
                  <a:moveTo>
                    <a:pt x="237544" y="67882"/>
                  </a:moveTo>
                  <a:lnTo>
                    <a:pt x="271419" y="65195"/>
                  </a:lnTo>
                  <a:lnTo>
                    <a:pt x="249602" y="40420"/>
                  </a:lnTo>
                  <a:close/>
                  <a:moveTo>
                    <a:pt x="237544" y="67882"/>
                  </a:moveTo>
                  <a:lnTo>
                    <a:pt x="249602" y="40420"/>
                  </a:lnTo>
                  <a:lnTo>
                    <a:pt x="222400" y="35447"/>
                  </a:lnTo>
                  <a:close/>
                  <a:moveTo>
                    <a:pt x="189927" y="34759"/>
                  </a:moveTo>
                  <a:lnTo>
                    <a:pt x="222400" y="35447"/>
                  </a:lnTo>
                  <a:lnTo>
                    <a:pt x="200924" y="22412"/>
                  </a:lnTo>
                  <a:close/>
                  <a:moveTo>
                    <a:pt x="407101" y="214052"/>
                  </a:moveTo>
                  <a:lnTo>
                    <a:pt x="412712" y="219737"/>
                  </a:lnTo>
                  <a:lnTo>
                    <a:pt x="420933" y="206132"/>
                  </a:lnTo>
                  <a:close/>
                  <a:moveTo>
                    <a:pt x="370405" y="175375"/>
                  </a:moveTo>
                  <a:lnTo>
                    <a:pt x="368364" y="178503"/>
                  </a:lnTo>
                  <a:lnTo>
                    <a:pt x="395370" y="160113"/>
                  </a:lnTo>
                  <a:close/>
                  <a:moveTo>
                    <a:pt x="431130" y="192393"/>
                  </a:moveTo>
                  <a:lnTo>
                    <a:pt x="407101" y="214052"/>
                  </a:lnTo>
                  <a:lnTo>
                    <a:pt x="420933" y="206132"/>
                  </a:lnTo>
                  <a:close/>
                  <a:moveTo>
                    <a:pt x="412712" y="219737"/>
                  </a:moveTo>
                  <a:lnTo>
                    <a:pt x="437302" y="196868"/>
                  </a:lnTo>
                  <a:lnTo>
                    <a:pt x="420933" y="206132"/>
                  </a:lnTo>
                  <a:close/>
                  <a:moveTo>
                    <a:pt x="472465" y="222360"/>
                  </a:moveTo>
                  <a:lnTo>
                    <a:pt x="437302" y="196868"/>
                  </a:lnTo>
                  <a:lnTo>
                    <a:pt x="412712" y="219737"/>
                  </a:lnTo>
                  <a:close/>
                  <a:moveTo>
                    <a:pt x="420933" y="206132"/>
                  </a:moveTo>
                  <a:lnTo>
                    <a:pt x="437302" y="196868"/>
                  </a:lnTo>
                  <a:lnTo>
                    <a:pt x="431130" y="192393"/>
                  </a:lnTo>
                  <a:close/>
                  <a:moveTo>
                    <a:pt x="366377" y="177297"/>
                  </a:moveTo>
                  <a:lnTo>
                    <a:pt x="368364" y="178503"/>
                  </a:lnTo>
                  <a:lnTo>
                    <a:pt x="370405" y="175375"/>
                  </a:lnTo>
                  <a:close/>
                  <a:moveTo>
                    <a:pt x="521330" y="216440"/>
                  </a:moveTo>
                  <a:lnTo>
                    <a:pt x="489367" y="189344"/>
                  </a:lnTo>
                  <a:lnTo>
                    <a:pt x="472465" y="222360"/>
                  </a:lnTo>
                  <a:close/>
                  <a:moveTo>
                    <a:pt x="479668" y="179685"/>
                  </a:moveTo>
                  <a:lnTo>
                    <a:pt x="472465" y="222360"/>
                  </a:lnTo>
                  <a:lnTo>
                    <a:pt x="489367" y="189344"/>
                  </a:lnTo>
                  <a:close/>
                  <a:moveTo>
                    <a:pt x="479668" y="179685"/>
                  </a:moveTo>
                  <a:lnTo>
                    <a:pt x="437302" y="196868"/>
                  </a:lnTo>
                  <a:lnTo>
                    <a:pt x="472465" y="222360"/>
                  </a:lnTo>
                  <a:close/>
                  <a:moveTo>
                    <a:pt x="521330" y="216440"/>
                  </a:moveTo>
                  <a:lnTo>
                    <a:pt x="532841" y="227312"/>
                  </a:lnTo>
                  <a:lnTo>
                    <a:pt x="537513" y="210278"/>
                  </a:lnTo>
                  <a:close/>
                  <a:moveTo>
                    <a:pt x="564436" y="199256"/>
                  </a:moveTo>
                  <a:lnTo>
                    <a:pt x="574017" y="252436"/>
                  </a:lnTo>
                  <a:lnTo>
                    <a:pt x="590736" y="236011"/>
                  </a:lnTo>
                  <a:close/>
                  <a:moveTo>
                    <a:pt x="564436" y="199256"/>
                  </a:moveTo>
                  <a:lnTo>
                    <a:pt x="537513" y="210278"/>
                  </a:lnTo>
                  <a:lnTo>
                    <a:pt x="532841" y="227312"/>
                  </a:lnTo>
                  <a:close/>
                  <a:moveTo>
                    <a:pt x="520959" y="0"/>
                  </a:moveTo>
                  <a:lnTo>
                    <a:pt x="545615" y="35053"/>
                  </a:lnTo>
                  <a:lnTo>
                    <a:pt x="559637" y="40391"/>
                  </a:lnTo>
                  <a:close/>
                  <a:moveTo>
                    <a:pt x="570535" y="51251"/>
                  </a:moveTo>
                  <a:lnTo>
                    <a:pt x="559637" y="40391"/>
                  </a:lnTo>
                  <a:lnTo>
                    <a:pt x="545615" y="35053"/>
                  </a:lnTo>
                  <a:close/>
                  <a:moveTo>
                    <a:pt x="693584" y="119912"/>
                  </a:moveTo>
                  <a:lnTo>
                    <a:pt x="694971" y="163532"/>
                  </a:lnTo>
                  <a:lnTo>
                    <a:pt x="722736" y="123300"/>
                  </a:lnTo>
                  <a:close/>
                  <a:moveTo>
                    <a:pt x="688792" y="79061"/>
                  </a:moveTo>
                  <a:lnTo>
                    <a:pt x="711347" y="43066"/>
                  </a:lnTo>
                  <a:lnTo>
                    <a:pt x="680132" y="41355"/>
                  </a:lnTo>
                  <a:close/>
                  <a:moveTo>
                    <a:pt x="680132" y="41355"/>
                  </a:moveTo>
                  <a:lnTo>
                    <a:pt x="711347" y="43066"/>
                  </a:lnTo>
                  <a:lnTo>
                    <a:pt x="693178" y="1308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15" name="Input_density__206">
              <a:extLst>
                <a:ext uri="{FF2B5EF4-FFF2-40B4-BE49-F238E27FC236}">
                  <a16:creationId xmlns:a16="http://schemas.microsoft.com/office/drawing/2014/main" id="{16E54AB9-A87B-324B-EA7F-50161B67E214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954144"/>
              <a:ext cx="703803" cy="237575"/>
            </a:xfrm>
            <a:custGeom>
              <a:avLst/>
              <a:gdLst/>
              <a:ahLst/>
              <a:cxnLst/>
              <a:rect l="0" t="0" r="0" b="0"/>
              <a:pathLst>
                <a:path w="703803" h="237575">
                  <a:moveTo>
                    <a:pt x="25972" y="218004"/>
                  </a:moveTo>
                  <a:lnTo>
                    <a:pt x="75995" y="237575"/>
                  </a:lnTo>
                  <a:lnTo>
                    <a:pt x="61471" y="200820"/>
                  </a:lnTo>
                  <a:close/>
                  <a:moveTo>
                    <a:pt x="19837" y="127310"/>
                  </a:moveTo>
                  <a:lnTo>
                    <a:pt x="15289" y="177504"/>
                  </a:lnTo>
                  <a:lnTo>
                    <a:pt x="24242" y="135734"/>
                  </a:lnTo>
                  <a:close/>
                  <a:moveTo>
                    <a:pt x="8400" y="181249"/>
                  </a:moveTo>
                  <a:lnTo>
                    <a:pt x="15289" y="177504"/>
                  </a:lnTo>
                  <a:lnTo>
                    <a:pt x="19837" y="127310"/>
                  </a:lnTo>
                  <a:close/>
                  <a:moveTo>
                    <a:pt x="0" y="144494"/>
                  </a:moveTo>
                  <a:lnTo>
                    <a:pt x="8400" y="181249"/>
                  </a:lnTo>
                  <a:lnTo>
                    <a:pt x="19837" y="127310"/>
                  </a:lnTo>
                  <a:close/>
                  <a:moveTo>
                    <a:pt x="15289" y="177504"/>
                  </a:moveTo>
                  <a:lnTo>
                    <a:pt x="38403" y="164065"/>
                  </a:lnTo>
                  <a:lnTo>
                    <a:pt x="24242" y="135734"/>
                  </a:lnTo>
                  <a:close/>
                  <a:moveTo>
                    <a:pt x="20466" y="121620"/>
                  </a:moveTo>
                  <a:lnTo>
                    <a:pt x="0" y="144494"/>
                  </a:lnTo>
                  <a:lnTo>
                    <a:pt x="19837" y="127310"/>
                  </a:lnTo>
                  <a:close/>
                  <a:moveTo>
                    <a:pt x="24481" y="125284"/>
                  </a:moveTo>
                  <a:lnTo>
                    <a:pt x="24242" y="135734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4242" y="135734"/>
                  </a:lnTo>
                  <a:lnTo>
                    <a:pt x="38403" y="164065"/>
                  </a:lnTo>
                  <a:close/>
                  <a:moveTo>
                    <a:pt x="56771" y="110127"/>
                  </a:moveTo>
                  <a:lnTo>
                    <a:pt x="38403" y="164065"/>
                  </a:lnTo>
                  <a:lnTo>
                    <a:pt x="68198" y="146882"/>
                  </a:lnTo>
                  <a:close/>
                  <a:moveTo>
                    <a:pt x="19837" y="127310"/>
                  </a:moveTo>
                  <a:lnTo>
                    <a:pt x="24242" y="135734"/>
                  </a:lnTo>
                  <a:lnTo>
                    <a:pt x="24481" y="125284"/>
                  </a:lnTo>
                  <a:close/>
                  <a:moveTo>
                    <a:pt x="20466" y="121620"/>
                  </a:moveTo>
                  <a:lnTo>
                    <a:pt x="19837" y="12731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24991" y="90555"/>
                  </a:lnTo>
                  <a:lnTo>
                    <a:pt x="67822" y="77888"/>
                  </a:lnTo>
                  <a:close/>
                  <a:moveTo>
                    <a:pt x="24991" y="90555"/>
                  </a:moveTo>
                  <a:lnTo>
                    <a:pt x="20466" y="121620"/>
                  </a:lnTo>
                  <a:lnTo>
                    <a:pt x="67822" y="77888"/>
                  </a:lnTo>
                  <a:close/>
                  <a:moveTo>
                    <a:pt x="67822" y="77888"/>
                  </a:moveTo>
                  <a:lnTo>
                    <a:pt x="20466" y="121620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0466" y="12162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67822" y="77888"/>
                  </a:lnTo>
                  <a:lnTo>
                    <a:pt x="73141" y="73372"/>
                  </a:lnTo>
                  <a:close/>
                  <a:moveTo>
                    <a:pt x="67822" y="77888"/>
                  </a:moveTo>
                  <a:lnTo>
                    <a:pt x="56771" y="110127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73141" y="73372"/>
                  </a:lnTo>
                  <a:lnTo>
                    <a:pt x="123645" y="65818"/>
                  </a:lnTo>
                  <a:close/>
                  <a:moveTo>
                    <a:pt x="73141" y="73372"/>
                  </a:moveTo>
                  <a:lnTo>
                    <a:pt x="67822" y="77888"/>
                  </a:lnTo>
                  <a:lnTo>
                    <a:pt x="123645" y="65818"/>
                  </a:lnTo>
                  <a:close/>
                  <a:moveTo>
                    <a:pt x="123645" y="65818"/>
                  </a:moveTo>
                  <a:lnTo>
                    <a:pt x="67822" y="77888"/>
                  </a:lnTo>
                  <a:lnTo>
                    <a:pt x="107720" y="92944"/>
                  </a:lnTo>
                  <a:close/>
                  <a:moveTo>
                    <a:pt x="107720" y="92944"/>
                  </a:moveTo>
                  <a:lnTo>
                    <a:pt x="67822" y="77888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123645" y="65818"/>
                  </a:lnTo>
                  <a:lnTo>
                    <a:pt x="141641" y="56189"/>
                  </a:lnTo>
                  <a:close/>
                  <a:moveTo>
                    <a:pt x="141641" y="56189"/>
                  </a:moveTo>
                  <a:lnTo>
                    <a:pt x="123645" y="65818"/>
                  </a:lnTo>
                  <a:lnTo>
                    <a:pt x="179435" y="53624"/>
                  </a:lnTo>
                  <a:close/>
                  <a:moveTo>
                    <a:pt x="179435" y="53624"/>
                  </a:moveTo>
                  <a:lnTo>
                    <a:pt x="123645" y="65818"/>
                  </a:lnTo>
                  <a:lnTo>
                    <a:pt x="163121" y="75760"/>
                  </a:lnTo>
                  <a:close/>
                  <a:moveTo>
                    <a:pt x="196489" y="66710"/>
                  </a:moveTo>
                  <a:lnTo>
                    <a:pt x="210699" y="45938"/>
                  </a:lnTo>
                  <a:lnTo>
                    <a:pt x="179435" y="53624"/>
                  </a:lnTo>
                  <a:close/>
                  <a:moveTo>
                    <a:pt x="368957" y="124343"/>
                  </a:moveTo>
                  <a:lnTo>
                    <a:pt x="369089" y="168194"/>
                  </a:lnTo>
                  <a:lnTo>
                    <a:pt x="396665" y="114904"/>
                  </a:lnTo>
                  <a:close/>
                  <a:moveTo>
                    <a:pt x="396665" y="114904"/>
                  </a:moveTo>
                  <a:lnTo>
                    <a:pt x="369814" y="168842"/>
                  </a:lnTo>
                  <a:lnTo>
                    <a:pt x="413438" y="151658"/>
                  </a:lnTo>
                  <a:close/>
                  <a:moveTo>
                    <a:pt x="329059" y="129691"/>
                  </a:moveTo>
                  <a:lnTo>
                    <a:pt x="368957" y="124343"/>
                  </a:lnTo>
                  <a:lnTo>
                    <a:pt x="353880" y="91854"/>
                  </a:lnTo>
                  <a:close/>
                  <a:moveTo>
                    <a:pt x="396665" y="114904"/>
                  </a:moveTo>
                  <a:lnTo>
                    <a:pt x="405306" y="82817"/>
                  </a:lnTo>
                  <a:lnTo>
                    <a:pt x="368957" y="124343"/>
                  </a:lnTo>
                  <a:close/>
                  <a:moveTo>
                    <a:pt x="368957" y="124343"/>
                  </a:moveTo>
                  <a:lnTo>
                    <a:pt x="405306" y="82817"/>
                  </a:lnTo>
                  <a:lnTo>
                    <a:pt x="402472" y="79437"/>
                  </a:lnTo>
                  <a:close/>
                  <a:moveTo>
                    <a:pt x="368957" y="124343"/>
                  </a:moveTo>
                  <a:lnTo>
                    <a:pt x="402472" y="79437"/>
                  </a:lnTo>
                  <a:lnTo>
                    <a:pt x="353880" y="91854"/>
                  </a:lnTo>
                  <a:close/>
                  <a:moveTo>
                    <a:pt x="431040" y="145706"/>
                  </a:moveTo>
                  <a:lnTo>
                    <a:pt x="429659" y="173871"/>
                  </a:lnTo>
                  <a:lnTo>
                    <a:pt x="474403" y="134475"/>
                  </a:lnTo>
                  <a:close/>
                  <a:moveTo>
                    <a:pt x="474403" y="134475"/>
                  </a:moveTo>
                  <a:lnTo>
                    <a:pt x="439741" y="188413"/>
                  </a:lnTo>
                  <a:lnTo>
                    <a:pt x="480588" y="143500"/>
                  </a:lnTo>
                  <a:close/>
                  <a:moveTo>
                    <a:pt x="483671" y="174753"/>
                  </a:moveTo>
                  <a:lnTo>
                    <a:pt x="493569" y="171230"/>
                  </a:lnTo>
                  <a:lnTo>
                    <a:pt x="480588" y="143500"/>
                  </a:lnTo>
                  <a:close/>
                  <a:moveTo>
                    <a:pt x="413438" y="151658"/>
                  </a:moveTo>
                  <a:lnTo>
                    <a:pt x="429659" y="173871"/>
                  </a:lnTo>
                  <a:lnTo>
                    <a:pt x="431040" y="145706"/>
                  </a:lnTo>
                  <a:close/>
                  <a:moveTo>
                    <a:pt x="396665" y="114904"/>
                  </a:moveTo>
                  <a:lnTo>
                    <a:pt x="431040" y="145706"/>
                  </a:lnTo>
                  <a:lnTo>
                    <a:pt x="424016" y="106669"/>
                  </a:lnTo>
                  <a:close/>
                  <a:moveTo>
                    <a:pt x="396665" y="114904"/>
                  </a:moveTo>
                  <a:lnTo>
                    <a:pt x="413438" y="151658"/>
                  </a:lnTo>
                  <a:lnTo>
                    <a:pt x="431040" y="145706"/>
                  </a:lnTo>
                  <a:close/>
                  <a:moveTo>
                    <a:pt x="474403" y="134475"/>
                  </a:moveTo>
                  <a:lnTo>
                    <a:pt x="461368" y="97720"/>
                  </a:lnTo>
                  <a:lnTo>
                    <a:pt x="431040" y="145706"/>
                  </a:lnTo>
                  <a:close/>
                  <a:moveTo>
                    <a:pt x="461368" y="97720"/>
                  </a:moveTo>
                  <a:lnTo>
                    <a:pt x="424016" y="106669"/>
                  </a:lnTo>
                  <a:lnTo>
                    <a:pt x="431040" y="145706"/>
                  </a:lnTo>
                  <a:close/>
                  <a:moveTo>
                    <a:pt x="405306" y="82817"/>
                  </a:moveTo>
                  <a:lnTo>
                    <a:pt x="396665" y="114904"/>
                  </a:lnTo>
                  <a:lnTo>
                    <a:pt x="424016" y="106669"/>
                  </a:lnTo>
                  <a:close/>
                  <a:moveTo>
                    <a:pt x="405306" y="82817"/>
                  </a:moveTo>
                  <a:lnTo>
                    <a:pt x="424016" y="106669"/>
                  </a:lnTo>
                  <a:lnTo>
                    <a:pt x="406280" y="78148"/>
                  </a:lnTo>
                  <a:close/>
                  <a:moveTo>
                    <a:pt x="406280" y="78148"/>
                  </a:moveTo>
                  <a:lnTo>
                    <a:pt x="424016" y="106669"/>
                  </a:lnTo>
                  <a:lnTo>
                    <a:pt x="461368" y="97720"/>
                  </a:lnTo>
                  <a:close/>
                  <a:moveTo>
                    <a:pt x="406280" y="78148"/>
                  </a:moveTo>
                  <a:lnTo>
                    <a:pt x="461368" y="97720"/>
                  </a:lnTo>
                  <a:lnTo>
                    <a:pt x="457236" y="60965"/>
                  </a:lnTo>
                  <a:close/>
                  <a:moveTo>
                    <a:pt x="479380" y="133495"/>
                  </a:moveTo>
                  <a:lnTo>
                    <a:pt x="480588" y="143500"/>
                  </a:lnTo>
                  <a:lnTo>
                    <a:pt x="524609" y="117292"/>
                  </a:lnTo>
                  <a:close/>
                  <a:moveTo>
                    <a:pt x="474403" y="134475"/>
                  </a:moveTo>
                  <a:lnTo>
                    <a:pt x="480588" y="143500"/>
                  </a:lnTo>
                  <a:lnTo>
                    <a:pt x="479380" y="133495"/>
                  </a:lnTo>
                  <a:close/>
                  <a:moveTo>
                    <a:pt x="461368" y="97720"/>
                  </a:moveTo>
                  <a:lnTo>
                    <a:pt x="479380" y="133495"/>
                  </a:lnTo>
                  <a:lnTo>
                    <a:pt x="471745" y="94955"/>
                  </a:lnTo>
                  <a:close/>
                  <a:moveTo>
                    <a:pt x="461368" y="97720"/>
                  </a:moveTo>
                  <a:lnTo>
                    <a:pt x="474403" y="134475"/>
                  </a:lnTo>
                  <a:lnTo>
                    <a:pt x="479380" y="133495"/>
                  </a:lnTo>
                  <a:close/>
                  <a:moveTo>
                    <a:pt x="524609" y="117292"/>
                  </a:moveTo>
                  <a:lnTo>
                    <a:pt x="506759" y="80537"/>
                  </a:lnTo>
                  <a:lnTo>
                    <a:pt x="479380" y="133495"/>
                  </a:lnTo>
                  <a:close/>
                  <a:moveTo>
                    <a:pt x="506759" y="80537"/>
                  </a:moveTo>
                  <a:lnTo>
                    <a:pt x="471745" y="94955"/>
                  </a:lnTo>
                  <a:lnTo>
                    <a:pt x="479380" y="133495"/>
                  </a:lnTo>
                  <a:close/>
                  <a:moveTo>
                    <a:pt x="457236" y="60965"/>
                  </a:moveTo>
                  <a:lnTo>
                    <a:pt x="471745" y="94955"/>
                  </a:lnTo>
                  <a:lnTo>
                    <a:pt x="459477" y="60181"/>
                  </a:lnTo>
                  <a:close/>
                  <a:moveTo>
                    <a:pt x="457236" y="60965"/>
                  </a:moveTo>
                  <a:lnTo>
                    <a:pt x="461368" y="97720"/>
                  </a:lnTo>
                  <a:lnTo>
                    <a:pt x="471745" y="94955"/>
                  </a:lnTo>
                  <a:close/>
                  <a:moveTo>
                    <a:pt x="506759" y="80537"/>
                  </a:moveTo>
                  <a:lnTo>
                    <a:pt x="497515" y="43782"/>
                  </a:lnTo>
                  <a:lnTo>
                    <a:pt x="471745" y="94955"/>
                  </a:lnTo>
                  <a:close/>
                  <a:moveTo>
                    <a:pt x="497515" y="43782"/>
                  </a:moveTo>
                  <a:lnTo>
                    <a:pt x="459477" y="60181"/>
                  </a:lnTo>
                  <a:lnTo>
                    <a:pt x="471745" y="94955"/>
                  </a:lnTo>
                  <a:close/>
                  <a:moveTo>
                    <a:pt x="446486" y="24210"/>
                  </a:moveTo>
                  <a:lnTo>
                    <a:pt x="457236" y="60965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491588" y="7027"/>
                  </a:lnTo>
                  <a:lnTo>
                    <a:pt x="459477" y="60181"/>
                  </a:lnTo>
                  <a:close/>
                  <a:moveTo>
                    <a:pt x="491588" y="7027"/>
                  </a:moveTo>
                  <a:lnTo>
                    <a:pt x="450535" y="22704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534743" y="70826"/>
                  </a:lnTo>
                  <a:lnTo>
                    <a:pt x="522502" y="36031"/>
                  </a:lnTo>
                  <a:close/>
                  <a:moveTo>
                    <a:pt x="497515" y="43782"/>
                  </a:moveTo>
                  <a:lnTo>
                    <a:pt x="506759" y="80537"/>
                  </a:lnTo>
                  <a:lnTo>
                    <a:pt x="534743" y="70826"/>
                  </a:lnTo>
                  <a:close/>
                  <a:moveTo>
                    <a:pt x="568184" y="63353"/>
                  </a:moveTo>
                  <a:lnTo>
                    <a:pt x="571827" y="43060"/>
                  </a:lnTo>
                  <a:lnTo>
                    <a:pt x="534743" y="70826"/>
                  </a:lnTo>
                  <a:close/>
                  <a:moveTo>
                    <a:pt x="534743" y="70826"/>
                  </a:moveTo>
                  <a:lnTo>
                    <a:pt x="565331" y="28300"/>
                  </a:lnTo>
                  <a:lnTo>
                    <a:pt x="522502" y="36031"/>
                  </a:lnTo>
                  <a:close/>
                  <a:moveTo>
                    <a:pt x="491588" y="7027"/>
                  </a:moveTo>
                  <a:lnTo>
                    <a:pt x="522502" y="36031"/>
                  </a:lnTo>
                  <a:lnTo>
                    <a:pt x="509001" y="2260"/>
                  </a:lnTo>
                  <a:close/>
                  <a:moveTo>
                    <a:pt x="491588" y="7027"/>
                  </a:moveTo>
                  <a:lnTo>
                    <a:pt x="497515" y="43782"/>
                  </a:lnTo>
                  <a:lnTo>
                    <a:pt x="522502" y="36031"/>
                  </a:lnTo>
                  <a:close/>
                  <a:moveTo>
                    <a:pt x="522502" y="36031"/>
                  </a:moveTo>
                  <a:lnTo>
                    <a:pt x="565331" y="28300"/>
                  </a:lnTo>
                  <a:lnTo>
                    <a:pt x="545100" y="0"/>
                  </a:lnTo>
                  <a:close/>
                  <a:moveTo>
                    <a:pt x="522502" y="36031"/>
                  </a:moveTo>
                  <a:lnTo>
                    <a:pt x="545100" y="0"/>
                  </a:lnTo>
                  <a:lnTo>
                    <a:pt x="509001" y="2260"/>
                  </a:lnTo>
                  <a:close/>
                  <a:moveTo>
                    <a:pt x="640981" y="83381"/>
                  </a:moveTo>
                  <a:lnTo>
                    <a:pt x="614907" y="79552"/>
                  </a:lnTo>
                  <a:lnTo>
                    <a:pt x="579874" y="61224"/>
                  </a:lnTo>
                  <a:close/>
                  <a:moveTo>
                    <a:pt x="665653" y="48499"/>
                  </a:moveTo>
                  <a:lnTo>
                    <a:pt x="640981" y="83381"/>
                  </a:lnTo>
                  <a:lnTo>
                    <a:pt x="641774" y="82925"/>
                  </a:lnTo>
                  <a:close/>
                  <a:moveTo>
                    <a:pt x="614907" y="79552"/>
                  </a:moveTo>
                  <a:lnTo>
                    <a:pt x="640981" y="83381"/>
                  </a:lnTo>
                  <a:lnTo>
                    <a:pt x="665653" y="48499"/>
                  </a:lnTo>
                  <a:close/>
                  <a:moveTo>
                    <a:pt x="665653" y="48499"/>
                  </a:moveTo>
                  <a:lnTo>
                    <a:pt x="641774" y="82925"/>
                  </a:lnTo>
                  <a:lnTo>
                    <a:pt x="688931" y="71487"/>
                  </a:lnTo>
                  <a:close/>
                  <a:moveTo>
                    <a:pt x="688931" y="71487"/>
                  </a:moveTo>
                  <a:lnTo>
                    <a:pt x="674683" y="46170"/>
                  </a:lnTo>
                  <a:lnTo>
                    <a:pt x="665653" y="48499"/>
                  </a:lnTo>
                  <a:close/>
                  <a:moveTo>
                    <a:pt x="703803" y="41737"/>
                  </a:moveTo>
                  <a:lnTo>
                    <a:pt x="674683" y="46170"/>
                  </a:lnTo>
                  <a:lnTo>
                    <a:pt x="688931" y="7148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16" name="Input_density__207">
              <a:extLst>
                <a:ext uri="{FF2B5EF4-FFF2-40B4-BE49-F238E27FC236}">
                  <a16:creationId xmlns:a16="http://schemas.microsoft.com/office/drawing/2014/main" id="{535F2CCA-DCDE-1AA7-4B8B-79747BF4A854}"/>
                </a:ext>
              </a:extLst>
            </p:cNvPr>
            <p:cNvSpPr>
              <a:spLocks noGrp="1"/>
            </p:cNvSpPr>
            <p:nvPr/>
          </p:nvSpPr>
          <p:spPr>
            <a:xfrm>
              <a:off x="751298" y="2109448"/>
              <a:ext cx="615404" cy="199701"/>
            </a:xfrm>
            <a:custGeom>
              <a:avLst/>
              <a:gdLst/>
              <a:ahLst/>
              <a:cxnLst/>
              <a:rect l="0" t="0" r="0" b="0"/>
              <a:pathLst>
                <a:path w="615404" h="199701">
                  <a:moveTo>
                    <a:pt x="83520" y="168281"/>
                  </a:moveTo>
                  <a:lnTo>
                    <a:pt x="60434" y="178177"/>
                  </a:lnTo>
                  <a:lnTo>
                    <a:pt x="115589" y="163606"/>
                  </a:lnTo>
                  <a:close/>
                  <a:moveTo>
                    <a:pt x="134910" y="139634"/>
                  </a:moveTo>
                  <a:lnTo>
                    <a:pt x="144747" y="136544"/>
                  </a:lnTo>
                  <a:lnTo>
                    <a:pt x="157420" y="121414"/>
                  </a:lnTo>
                  <a:close/>
                  <a:moveTo>
                    <a:pt x="142448" y="139450"/>
                  </a:moveTo>
                  <a:lnTo>
                    <a:pt x="144747" y="136544"/>
                  </a:lnTo>
                  <a:lnTo>
                    <a:pt x="134910" y="139634"/>
                  </a:lnTo>
                  <a:close/>
                  <a:moveTo>
                    <a:pt x="115589" y="163606"/>
                  </a:moveTo>
                  <a:lnTo>
                    <a:pt x="142448" y="139450"/>
                  </a:lnTo>
                  <a:lnTo>
                    <a:pt x="134910" y="139634"/>
                  </a:lnTo>
                  <a:close/>
                  <a:moveTo>
                    <a:pt x="157420" y="121414"/>
                  </a:moveTo>
                  <a:lnTo>
                    <a:pt x="144747" y="136544"/>
                  </a:lnTo>
                  <a:lnTo>
                    <a:pt x="161805" y="115614"/>
                  </a:lnTo>
                  <a:close/>
                  <a:moveTo>
                    <a:pt x="14210" y="11149"/>
                  </a:moveTo>
                  <a:lnTo>
                    <a:pt x="0" y="28333"/>
                  </a:lnTo>
                  <a:lnTo>
                    <a:pt x="32365" y="5390"/>
                  </a:lnTo>
                  <a:close/>
                  <a:moveTo>
                    <a:pt x="0" y="28333"/>
                  </a:moveTo>
                  <a:lnTo>
                    <a:pt x="10985" y="21663"/>
                  </a:lnTo>
                  <a:lnTo>
                    <a:pt x="32365" y="5390"/>
                  </a:lnTo>
                  <a:close/>
                  <a:moveTo>
                    <a:pt x="32365" y="5390"/>
                  </a:moveTo>
                  <a:lnTo>
                    <a:pt x="10985" y="21663"/>
                  </a:lnTo>
                  <a:lnTo>
                    <a:pt x="64243" y="0"/>
                  </a:lnTo>
                  <a:close/>
                  <a:moveTo>
                    <a:pt x="571731" y="199701"/>
                  </a:moveTo>
                  <a:lnTo>
                    <a:pt x="578600" y="182518"/>
                  </a:lnTo>
                  <a:lnTo>
                    <a:pt x="576106" y="186967"/>
                  </a:lnTo>
                  <a:close/>
                  <a:moveTo>
                    <a:pt x="578600" y="182518"/>
                  </a:moveTo>
                  <a:lnTo>
                    <a:pt x="571731" y="199701"/>
                  </a:lnTo>
                  <a:lnTo>
                    <a:pt x="594772" y="145763"/>
                  </a:lnTo>
                  <a:close/>
                  <a:moveTo>
                    <a:pt x="467411" y="125936"/>
                  </a:moveTo>
                  <a:lnTo>
                    <a:pt x="473787" y="89436"/>
                  </a:lnTo>
                  <a:lnTo>
                    <a:pt x="468413" y="125432"/>
                  </a:lnTo>
                  <a:close/>
                  <a:moveTo>
                    <a:pt x="584709" y="174556"/>
                  </a:moveTo>
                  <a:lnTo>
                    <a:pt x="576106" y="186967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311" y="158822"/>
                  </a:lnTo>
                  <a:lnTo>
                    <a:pt x="578600" y="182518"/>
                  </a:lnTo>
                  <a:close/>
                  <a:moveTo>
                    <a:pt x="594772" y="145763"/>
                  </a:moveTo>
                  <a:lnTo>
                    <a:pt x="606194" y="128579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772" y="145763"/>
                  </a:lnTo>
                  <a:lnTo>
                    <a:pt x="615404" y="113109"/>
                  </a:lnTo>
                  <a:close/>
                  <a:moveTo>
                    <a:pt x="594772" y="145763"/>
                  </a:moveTo>
                  <a:lnTo>
                    <a:pt x="597571" y="142643"/>
                  </a:lnTo>
                  <a:lnTo>
                    <a:pt x="615404" y="11310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17" name="Input_density__208">
              <a:extLst>
                <a:ext uri="{FF2B5EF4-FFF2-40B4-BE49-F238E27FC236}">
                  <a16:creationId xmlns:a16="http://schemas.microsoft.com/office/drawing/2014/main" id="{35230017-0262-11C6-B95A-3F04E1182654}"/>
                </a:ext>
              </a:extLst>
            </p:cNvPr>
            <p:cNvSpPr>
              <a:spLocks noGrp="1"/>
            </p:cNvSpPr>
            <p:nvPr/>
          </p:nvSpPr>
          <p:spPr>
            <a:xfrm>
              <a:off x="737610" y="2105368"/>
              <a:ext cx="506390" cy="232979"/>
            </a:xfrm>
            <a:custGeom>
              <a:avLst/>
              <a:gdLst/>
              <a:ahLst/>
              <a:cxnLst/>
              <a:rect l="0" t="0" r="0" b="0"/>
              <a:pathLst>
                <a:path w="506390" h="232979">
                  <a:moveTo>
                    <a:pt x="47189" y="142678"/>
                  </a:moveTo>
                  <a:lnTo>
                    <a:pt x="39038" y="175660"/>
                  </a:lnTo>
                  <a:lnTo>
                    <a:pt x="57716" y="149286"/>
                  </a:lnTo>
                  <a:close/>
                  <a:moveTo>
                    <a:pt x="9127" y="159862"/>
                  </a:moveTo>
                  <a:lnTo>
                    <a:pt x="47189" y="142678"/>
                  </a:lnTo>
                  <a:lnTo>
                    <a:pt x="0" y="154280"/>
                  </a:lnTo>
                  <a:close/>
                  <a:moveTo>
                    <a:pt x="82746" y="146660"/>
                  </a:moveTo>
                  <a:lnTo>
                    <a:pt x="57716" y="149286"/>
                  </a:lnTo>
                  <a:lnTo>
                    <a:pt x="117694" y="152750"/>
                  </a:lnTo>
                  <a:close/>
                  <a:moveTo>
                    <a:pt x="18666" y="69168"/>
                  </a:moveTo>
                  <a:lnTo>
                    <a:pt x="23598" y="50091"/>
                  </a:lnTo>
                  <a:lnTo>
                    <a:pt x="22785" y="53057"/>
                  </a:lnTo>
                  <a:close/>
                  <a:moveTo>
                    <a:pt x="27898" y="15230"/>
                  </a:moveTo>
                  <a:lnTo>
                    <a:pt x="23598" y="50091"/>
                  </a:lnTo>
                  <a:lnTo>
                    <a:pt x="18666" y="69168"/>
                  </a:lnTo>
                  <a:close/>
                  <a:moveTo>
                    <a:pt x="63994" y="46644"/>
                  </a:moveTo>
                  <a:lnTo>
                    <a:pt x="39336" y="84349"/>
                  </a:lnTo>
                  <a:lnTo>
                    <a:pt x="24716" y="51488"/>
                  </a:lnTo>
                  <a:close/>
                  <a:moveTo>
                    <a:pt x="24716" y="51488"/>
                  </a:moveTo>
                  <a:lnTo>
                    <a:pt x="27898" y="15230"/>
                  </a:lnTo>
                  <a:lnTo>
                    <a:pt x="66327" y="0"/>
                  </a:lnTo>
                  <a:close/>
                  <a:moveTo>
                    <a:pt x="24716" y="51488"/>
                  </a:moveTo>
                  <a:lnTo>
                    <a:pt x="66327" y="0"/>
                  </a:lnTo>
                  <a:lnTo>
                    <a:pt x="63994" y="46644"/>
                  </a:lnTo>
                  <a:close/>
                  <a:moveTo>
                    <a:pt x="66327" y="0"/>
                  </a:moveTo>
                  <a:lnTo>
                    <a:pt x="95378" y="3471"/>
                  </a:lnTo>
                  <a:lnTo>
                    <a:pt x="63994" y="46644"/>
                  </a:lnTo>
                  <a:close/>
                  <a:moveTo>
                    <a:pt x="164999" y="63452"/>
                  </a:moveTo>
                  <a:lnTo>
                    <a:pt x="193223" y="67595"/>
                  </a:lnTo>
                  <a:lnTo>
                    <a:pt x="194440" y="21858"/>
                  </a:lnTo>
                  <a:close/>
                  <a:moveTo>
                    <a:pt x="164999" y="63452"/>
                  </a:moveTo>
                  <a:lnTo>
                    <a:pt x="194440" y="21858"/>
                  </a:lnTo>
                  <a:lnTo>
                    <a:pt x="162480" y="20753"/>
                  </a:lnTo>
                  <a:close/>
                  <a:moveTo>
                    <a:pt x="164999" y="63452"/>
                  </a:moveTo>
                  <a:lnTo>
                    <a:pt x="162480" y="20753"/>
                  </a:lnTo>
                  <a:lnTo>
                    <a:pt x="146356" y="54373"/>
                  </a:lnTo>
                  <a:close/>
                  <a:moveTo>
                    <a:pt x="162480" y="20753"/>
                  </a:moveTo>
                  <a:lnTo>
                    <a:pt x="151467" y="17618"/>
                  </a:lnTo>
                  <a:lnTo>
                    <a:pt x="146356" y="54373"/>
                  </a:lnTo>
                  <a:close/>
                  <a:moveTo>
                    <a:pt x="482195" y="191842"/>
                  </a:moveTo>
                  <a:lnTo>
                    <a:pt x="506390" y="199260"/>
                  </a:lnTo>
                  <a:lnTo>
                    <a:pt x="486636" y="232979"/>
                  </a:lnTo>
                  <a:close/>
                  <a:moveTo>
                    <a:pt x="495275" y="149843"/>
                  </a:moveTo>
                  <a:lnTo>
                    <a:pt x="482100" y="129513"/>
                  </a:lnTo>
                  <a:lnTo>
                    <a:pt x="500733" y="15911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18" name="Input_density__209">
              <a:extLst>
                <a:ext uri="{FF2B5EF4-FFF2-40B4-BE49-F238E27FC236}">
                  <a16:creationId xmlns:a16="http://schemas.microsoft.com/office/drawing/2014/main" id="{F979DA38-7A65-9FCB-3A70-633FDEF54DA5}"/>
                </a:ext>
              </a:extLst>
            </p:cNvPr>
            <p:cNvSpPr>
              <a:spLocks noGrp="1"/>
            </p:cNvSpPr>
            <p:nvPr/>
          </p:nvSpPr>
          <p:spPr>
            <a:xfrm>
              <a:off x="699810" y="2061506"/>
              <a:ext cx="671188" cy="198142"/>
            </a:xfrm>
            <a:custGeom>
              <a:avLst/>
              <a:gdLst/>
              <a:ahLst/>
              <a:cxnLst/>
              <a:rect l="0" t="0" r="0" b="0"/>
              <a:pathLst>
                <a:path w="671188" h="198142">
                  <a:moveTo>
                    <a:pt x="84989" y="186540"/>
                  </a:moveTo>
                  <a:lnTo>
                    <a:pt x="52207" y="155797"/>
                  </a:lnTo>
                  <a:lnTo>
                    <a:pt x="37801" y="198142"/>
                  </a:lnTo>
                  <a:close/>
                  <a:moveTo>
                    <a:pt x="46786" y="149785"/>
                  </a:moveTo>
                  <a:lnTo>
                    <a:pt x="2387" y="166969"/>
                  </a:lnTo>
                  <a:lnTo>
                    <a:pt x="37801" y="198142"/>
                  </a:lnTo>
                  <a:close/>
                  <a:moveTo>
                    <a:pt x="96325" y="169357"/>
                  </a:moveTo>
                  <a:lnTo>
                    <a:pt x="95517" y="193148"/>
                  </a:lnTo>
                  <a:lnTo>
                    <a:pt x="120546" y="190522"/>
                  </a:lnTo>
                  <a:close/>
                  <a:moveTo>
                    <a:pt x="96325" y="169357"/>
                  </a:moveTo>
                  <a:lnTo>
                    <a:pt x="84989" y="186540"/>
                  </a:lnTo>
                  <a:lnTo>
                    <a:pt x="95517" y="193148"/>
                  </a:lnTo>
                  <a:close/>
                  <a:moveTo>
                    <a:pt x="73835" y="132602"/>
                  </a:moveTo>
                  <a:lnTo>
                    <a:pt x="84989" y="186540"/>
                  </a:lnTo>
                  <a:lnTo>
                    <a:pt x="96325" y="169357"/>
                  </a:lnTo>
                  <a:close/>
                  <a:moveTo>
                    <a:pt x="97506" y="104379"/>
                  </a:moveTo>
                  <a:lnTo>
                    <a:pt x="56467" y="113030"/>
                  </a:lnTo>
                  <a:lnTo>
                    <a:pt x="63255" y="139497"/>
                  </a:lnTo>
                  <a:close/>
                  <a:moveTo>
                    <a:pt x="63255" y="139497"/>
                  </a:moveTo>
                  <a:lnTo>
                    <a:pt x="56467" y="113030"/>
                  </a:lnTo>
                  <a:lnTo>
                    <a:pt x="60586" y="96919"/>
                  </a:lnTo>
                  <a:close/>
                  <a:moveTo>
                    <a:pt x="63255" y="139497"/>
                  </a:moveTo>
                  <a:lnTo>
                    <a:pt x="73835" y="132602"/>
                  </a:lnTo>
                  <a:lnTo>
                    <a:pt x="97506" y="104379"/>
                  </a:lnTo>
                  <a:close/>
                  <a:moveTo>
                    <a:pt x="3703" y="71329"/>
                  </a:moveTo>
                  <a:lnTo>
                    <a:pt x="0" y="85179"/>
                  </a:lnTo>
                  <a:lnTo>
                    <a:pt x="39985" y="59092"/>
                  </a:lnTo>
                  <a:close/>
                  <a:moveTo>
                    <a:pt x="39985" y="59092"/>
                  </a:moveTo>
                  <a:lnTo>
                    <a:pt x="31814" y="113030"/>
                  </a:lnTo>
                  <a:lnTo>
                    <a:pt x="61398" y="93953"/>
                  </a:lnTo>
                  <a:close/>
                  <a:moveTo>
                    <a:pt x="61398" y="93953"/>
                  </a:moveTo>
                  <a:lnTo>
                    <a:pt x="31814" y="113030"/>
                  </a:lnTo>
                  <a:lnTo>
                    <a:pt x="60586" y="96919"/>
                  </a:lnTo>
                  <a:close/>
                  <a:moveTo>
                    <a:pt x="232241" y="65720"/>
                  </a:moveTo>
                  <a:lnTo>
                    <a:pt x="192153" y="26475"/>
                  </a:lnTo>
                  <a:lnTo>
                    <a:pt x="200281" y="64615"/>
                  </a:lnTo>
                  <a:close/>
                  <a:moveTo>
                    <a:pt x="149401" y="34144"/>
                  </a:moveTo>
                  <a:lnTo>
                    <a:pt x="189267" y="61480"/>
                  </a:lnTo>
                  <a:lnTo>
                    <a:pt x="200281" y="64615"/>
                  </a:lnTo>
                  <a:close/>
                  <a:moveTo>
                    <a:pt x="435251" y="110283"/>
                  </a:moveTo>
                  <a:lnTo>
                    <a:pt x="467214" y="137379"/>
                  </a:lnTo>
                  <a:lnTo>
                    <a:pt x="475059" y="83440"/>
                  </a:lnTo>
                  <a:close/>
                  <a:moveTo>
                    <a:pt x="475059" y="83440"/>
                  </a:moveTo>
                  <a:lnTo>
                    <a:pt x="467214" y="137379"/>
                  </a:lnTo>
                  <a:lnTo>
                    <a:pt x="491692" y="100521"/>
                  </a:lnTo>
                  <a:close/>
                  <a:moveTo>
                    <a:pt x="491692" y="100521"/>
                  </a:moveTo>
                  <a:lnTo>
                    <a:pt x="467214" y="137379"/>
                  </a:lnTo>
                  <a:lnTo>
                    <a:pt x="483397" y="131217"/>
                  </a:lnTo>
                  <a:close/>
                  <a:moveTo>
                    <a:pt x="533075" y="193705"/>
                  </a:moveTo>
                  <a:lnTo>
                    <a:pt x="536621" y="156950"/>
                  </a:lnTo>
                  <a:lnTo>
                    <a:pt x="519901" y="173375"/>
                  </a:lnTo>
                  <a:close/>
                  <a:moveTo>
                    <a:pt x="622005" y="162202"/>
                  </a:moveTo>
                  <a:lnTo>
                    <a:pt x="650311" y="166277"/>
                  </a:lnTo>
                  <a:lnTo>
                    <a:pt x="646433" y="124682"/>
                  </a:lnTo>
                  <a:close/>
                  <a:moveTo>
                    <a:pt x="642419" y="97920"/>
                  </a:moveTo>
                  <a:lnTo>
                    <a:pt x="633346" y="85829"/>
                  </a:lnTo>
                  <a:lnTo>
                    <a:pt x="646433" y="124682"/>
                  </a:lnTo>
                  <a:close/>
                  <a:moveTo>
                    <a:pt x="671188" y="86898"/>
                  </a:moveTo>
                  <a:lnTo>
                    <a:pt x="642419" y="97920"/>
                  </a:lnTo>
                  <a:lnTo>
                    <a:pt x="646433" y="124682"/>
                  </a:lnTo>
                  <a:close/>
                  <a:moveTo>
                    <a:pt x="552905" y="57049"/>
                  </a:moveTo>
                  <a:lnTo>
                    <a:pt x="548629" y="92616"/>
                  </a:lnTo>
                  <a:lnTo>
                    <a:pt x="589166" y="49073"/>
                  </a:lnTo>
                  <a:close/>
                  <a:moveTo>
                    <a:pt x="552905" y="57049"/>
                  </a:moveTo>
                  <a:lnTo>
                    <a:pt x="589166" y="49073"/>
                  </a:lnTo>
                  <a:lnTo>
                    <a:pt x="559007" y="35209"/>
                  </a:lnTo>
                  <a:close/>
                  <a:moveTo>
                    <a:pt x="633346" y="85829"/>
                  </a:moveTo>
                  <a:lnTo>
                    <a:pt x="642419" y="9792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597369" y="54064"/>
                  </a:lnTo>
                  <a:lnTo>
                    <a:pt x="633346" y="85829"/>
                  </a:lnTo>
                  <a:close/>
                  <a:moveTo>
                    <a:pt x="597626" y="47780"/>
                  </a:moveTo>
                  <a:lnTo>
                    <a:pt x="597369" y="54064"/>
                  </a:lnTo>
                  <a:lnTo>
                    <a:pt x="640855" y="84470"/>
                  </a:lnTo>
                  <a:close/>
                  <a:moveTo>
                    <a:pt x="639468" y="40851"/>
                  </a:moveTo>
                  <a:lnTo>
                    <a:pt x="597626" y="4778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642419" y="97920"/>
                  </a:lnTo>
                  <a:lnTo>
                    <a:pt x="658113" y="85829"/>
                  </a:lnTo>
                  <a:close/>
                  <a:moveTo>
                    <a:pt x="589166" y="49073"/>
                  </a:moveTo>
                  <a:lnTo>
                    <a:pt x="597369" y="54064"/>
                  </a:lnTo>
                  <a:lnTo>
                    <a:pt x="597626" y="47780"/>
                  </a:lnTo>
                  <a:close/>
                  <a:moveTo>
                    <a:pt x="597626" y="47780"/>
                  </a:moveTo>
                  <a:lnTo>
                    <a:pt x="559007" y="35209"/>
                  </a:lnTo>
                  <a:lnTo>
                    <a:pt x="589166" y="49073"/>
                  </a:lnTo>
                  <a:close/>
                  <a:moveTo>
                    <a:pt x="597626" y="47780"/>
                  </a:moveTo>
                  <a:lnTo>
                    <a:pt x="639468" y="40851"/>
                  </a:lnTo>
                  <a:lnTo>
                    <a:pt x="634676" y="0"/>
                  </a:lnTo>
                  <a:close/>
                  <a:moveTo>
                    <a:pt x="597626" y="47780"/>
                  </a:moveTo>
                  <a:lnTo>
                    <a:pt x="634676" y="0"/>
                  </a:lnTo>
                  <a:lnTo>
                    <a:pt x="599561" y="146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19" name="Input_density__210">
              <a:extLst>
                <a:ext uri="{FF2B5EF4-FFF2-40B4-BE49-F238E27FC236}">
                  <a16:creationId xmlns:a16="http://schemas.microsoft.com/office/drawing/2014/main" id="{3F058E91-B811-3D6E-3348-9BE55687062D}"/>
                </a:ext>
              </a:extLst>
            </p:cNvPr>
            <p:cNvSpPr>
              <a:spLocks noGrp="1"/>
            </p:cNvSpPr>
            <p:nvPr/>
          </p:nvSpPr>
          <p:spPr>
            <a:xfrm>
              <a:off x="639726" y="2015368"/>
              <a:ext cx="706517" cy="281841"/>
            </a:xfrm>
            <a:custGeom>
              <a:avLst/>
              <a:gdLst/>
              <a:ahLst/>
              <a:cxnLst/>
              <a:rect l="0" t="0" r="0" b="0"/>
              <a:pathLst>
                <a:path w="706517" h="281841">
                  <a:moveTo>
                    <a:pt x="106870" y="195923"/>
                  </a:moveTo>
                  <a:lnTo>
                    <a:pt x="97885" y="244279"/>
                  </a:lnTo>
                  <a:lnTo>
                    <a:pt x="112291" y="201935"/>
                  </a:lnTo>
                  <a:close/>
                  <a:moveTo>
                    <a:pt x="55547" y="168912"/>
                  </a:moveTo>
                  <a:lnTo>
                    <a:pt x="51951" y="197117"/>
                  </a:lnTo>
                  <a:lnTo>
                    <a:pt x="91898" y="159168"/>
                  </a:lnTo>
                  <a:close/>
                  <a:moveTo>
                    <a:pt x="91898" y="159168"/>
                  </a:moveTo>
                  <a:lnTo>
                    <a:pt x="51951" y="197117"/>
                  </a:lnTo>
                  <a:lnTo>
                    <a:pt x="62471" y="213106"/>
                  </a:lnTo>
                  <a:close/>
                  <a:moveTo>
                    <a:pt x="91898" y="159168"/>
                  </a:moveTo>
                  <a:lnTo>
                    <a:pt x="62471" y="213106"/>
                  </a:lnTo>
                  <a:lnTo>
                    <a:pt x="106870" y="195923"/>
                  </a:lnTo>
                  <a:close/>
                  <a:moveTo>
                    <a:pt x="53418" y="122413"/>
                  </a:moveTo>
                  <a:lnTo>
                    <a:pt x="55547" y="168912"/>
                  </a:lnTo>
                  <a:lnTo>
                    <a:pt x="60084" y="131317"/>
                  </a:lnTo>
                  <a:close/>
                  <a:moveTo>
                    <a:pt x="37591" y="176351"/>
                  </a:moveTo>
                  <a:lnTo>
                    <a:pt x="55547" y="168912"/>
                  </a:lnTo>
                  <a:lnTo>
                    <a:pt x="53418" y="122413"/>
                  </a:lnTo>
                  <a:close/>
                  <a:moveTo>
                    <a:pt x="23068" y="139596"/>
                  </a:moveTo>
                  <a:lnTo>
                    <a:pt x="37591" y="176351"/>
                  </a:lnTo>
                  <a:lnTo>
                    <a:pt x="53418" y="122413"/>
                  </a:lnTo>
                  <a:close/>
                  <a:moveTo>
                    <a:pt x="55547" y="168912"/>
                  </a:moveTo>
                  <a:lnTo>
                    <a:pt x="91898" y="159168"/>
                  </a:lnTo>
                  <a:lnTo>
                    <a:pt x="60084" y="131317"/>
                  </a:lnTo>
                  <a:close/>
                  <a:moveTo>
                    <a:pt x="0" y="102841"/>
                  </a:moveTo>
                  <a:lnTo>
                    <a:pt x="53418" y="122413"/>
                  </a:lnTo>
                  <a:lnTo>
                    <a:pt x="29795" y="85658"/>
                  </a:lnTo>
                  <a:close/>
                  <a:moveTo>
                    <a:pt x="123339" y="185634"/>
                  </a:moveTo>
                  <a:lnTo>
                    <a:pt x="112291" y="201935"/>
                  </a:lnTo>
                  <a:lnTo>
                    <a:pt x="133919" y="178739"/>
                  </a:lnTo>
                  <a:close/>
                  <a:moveTo>
                    <a:pt x="133919" y="178739"/>
                  </a:moveTo>
                  <a:lnTo>
                    <a:pt x="112291" y="201935"/>
                  </a:lnTo>
                  <a:lnTo>
                    <a:pt x="145073" y="232678"/>
                  </a:lnTo>
                  <a:close/>
                  <a:moveTo>
                    <a:pt x="106870" y="195923"/>
                  </a:moveTo>
                  <a:lnTo>
                    <a:pt x="112291" y="201935"/>
                  </a:lnTo>
                  <a:lnTo>
                    <a:pt x="123339" y="185634"/>
                  </a:lnTo>
                  <a:close/>
                  <a:moveTo>
                    <a:pt x="91898" y="159168"/>
                  </a:moveTo>
                  <a:lnTo>
                    <a:pt x="123339" y="185634"/>
                  </a:lnTo>
                  <a:lnTo>
                    <a:pt x="120670" y="143057"/>
                  </a:lnTo>
                  <a:close/>
                  <a:moveTo>
                    <a:pt x="91898" y="159168"/>
                  </a:moveTo>
                  <a:lnTo>
                    <a:pt x="106870" y="195923"/>
                  </a:lnTo>
                  <a:lnTo>
                    <a:pt x="123339" y="185634"/>
                  </a:lnTo>
                  <a:close/>
                  <a:moveTo>
                    <a:pt x="60084" y="131317"/>
                  </a:moveTo>
                  <a:lnTo>
                    <a:pt x="91898" y="159168"/>
                  </a:lnTo>
                  <a:lnTo>
                    <a:pt x="100069" y="105229"/>
                  </a:lnTo>
                  <a:close/>
                  <a:moveTo>
                    <a:pt x="53418" y="122413"/>
                  </a:moveTo>
                  <a:lnTo>
                    <a:pt x="60084" y="131317"/>
                  </a:lnTo>
                  <a:lnTo>
                    <a:pt x="63787" y="117466"/>
                  </a:lnTo>
                  <a:close/>
                  <a:moveTo>
                    <a:pt x="29795" y="85658"/>
                  </a:moveTo>
                  <a:lnTo>
                    <a:pt x="53418" y="122413"/>
                  </a:lnTo>
                  <a:lnTo>
                    <a:pt x="63787" y="117466"/>
                  </a:lnTo>
                  <a:close/>
                  <a:moveTo>
                    <a:pt x="100069" y="105229"/>
                  </a:moveTo>
                  <a:lnTo>
                    <a:pt x="73462" y="68474"/>
                  </a:lnTo>
                  <a:lnTo>
                    <a:pt x="63787" y="117466"/>
                  </a:lnTo>
                  <a:close/>
                  <a:moveTo>
                    <a:pt x="292325" y="111857"/>
                  </a:moveTo>
                  <a:lnTo>
                    <a:pt x="270595" y="70863"/>
                  </a:lnTo>
                  <a:lnTo>
                    <a:pt x="252237" y="72613"/>
                  </a:lnTo>
                  <a:close/>
                  <a:moveTo>
                    <a:pt x="228005" y="96791"/>
                  </a:moveTo>
                  <a:lnTo>
                    <a:pt x="249351" y="107618"/>
                  </a:lnTo>
                  <a:lnTo>
                    <a:pt x="209485" y="80281"/>
                  </a:lnTo>
                  <a:close/>
                  <a:moveTo>
                    <a:pt x="209485" y="80281"/>
                  </a:moveTo>
                  <a:lnTo>
                    <a:pt x="260365" y="110752"/>
                  </a:lnTo>
                  <a:lnTo>
                    <a:pt x="252237" y="72613"/>
                  </a:lnTo>
                  <a:close/>
                  <a:moveTo>
                    <a:pt x="209485" y="80281"/>
                  </a:moveTo>
                  <a:lnTo>
                    <a:pt x="252237" y="72613"/>
                  </a:lnTo>
                  <a:lnTo>
                    <a:pt x="243513" y="34958"/>
                  </a:lnTo>
                  <a:close/>
                  <a:moveTo>
                    <a:pt x="209485" y="80281"/>
                  </a:moveTo>
                  <a:lnTo>
                    <a:pt x="243513" y="34958"/>
                  </a:lnTo>
                  <a:lnTo>
                    <a:pt x="207332" y="37284"/>
                  </a:lnTo>
                  <a:close/>
                  <a:moveTo>
                    <a:pt x="167781" y="42350"/>
                  </a:moveTo>
                  <a:lnTo>
                    <a:pt x="207332" y="37284"/>
                  </a:lnTo>
                  <a:lnTo>
                    <a:pt x="195895" y="1835"/>
                  </a:lnTo>
                  <a:close/>
                  <a:moveTo>
                    <a:pt x="498508" y="142081"/>
                  </a:moveTo>
                  <a:lnTo>
                    <a:pt x="495335" y="156420"/>
                  </a:lnTo>
                  <a:lnTo>
                    <a:pt x="535143" y="129578"/>
                  </a:lnTo>
                  <a:close/>
                  <a:moveTo>
                    <a:pt x="543481" y="177354"/>
                  </a:moveTo>
                  <a:lnTo>
                    <a:pt x="570404" y="166333"/>
                  </a:lnTo>
                  <a:lnTo>
                    <a:pt x="551776" y="146658"/>
                  </a:lnTo>
                  <a:close/>
                  <a:moveTo>
                    <a:pt x="485636" y="146761"/>
                  </a:moveTo>
                  <a:lnTo>
                    <a:pt x="495335" y="156420"/>
                  </a:lnTo>
                  <a:lnTo>
                    <a:pt x="498508" y="142081"/>
                  </a:lnTo>
                  <a:close/>
                  <a:moveTo>
                    <a:pt x="455166" y="110006"/>
                  </a:moveTo>
                  <a:lnTo>
                    <a:pt x="498508" y="142081"/>
                  </a:lnTo>
                  <a:lnTo>
                    <a:pt x="503978" y="92887"/>
                  </a:lnTo>
                  <a:close/>
                  <a:moveTo>
                    <a:pt x="455166" y="110006"/>
                  </a:moveTo>
                  <a:lnTo>
                    <a:pt x="485636" y="146761"/>
                  </a:lnTo>
                  <a:lnTo>
                    <a:pt x="498508" y="142081"/>
                  </a:lnTo>
                  <a:close/>
                  <a:moveTo>
                    <a:pt x="535143" y="129578"/>
                  </a:moveTo>
                  <a:lnTo>
                    <a:pt x="504137" y="92823"/>
                  </a:lnTo>
                  <a:lnTo>
                    <a:pt x="498508" y="142081"/>
                  </a:lnTo>
                  <a:close/>
                  <a:moveTo>
                    <a:pt x="598618" y="249111"/>
                  </a:moveTo>
                  <a:lnTo>
                    <a:pt x="582810" y="262689"/>
                  </a:lnTo>
                  <a:lnTo>
                    <a:pt x="593159" y="239843"/>
                  </a:lnTo>
                  <a:close/>
                  <a:moveTo>
                    <a:pt x="580080" y="281841"/>
                  </a:moveTo>
                  <a:lnTo>
                    <a:pt x="582810" y="262689"/>
                  </a:lnTo>
                  <a:lnTo>
                    <a:pt x="598618" y="249111"/>
                  </a:lnTo>
                  <a:close/>
                  <a:moveTo>
                    <a:pt x="570404" y="166333"/>
                  </a:moveTo>
                  <a:lnTo>
                    <a:pt x="604143" y="199872"/>
                  </a:lnTo>
                  <a:lnTo>
                    <a:pt x="605500" y="154022"/>
                  </a:lnTo>
                  <a:close/>
                  <a:moveTo>
                    <a:pt x="555800" y="122592"/>
                  </a:moveTo>
                  <a:lnTo>
                    <a:pt x="551776" y="146658"/>
                  </a:lnTo>
                  <a:lnTo>
                    <a:pt x="583613" y="112394"/>
                  </a:lnTo>
                  <a:close/>
                  <a:moveTo>
                    <a:pt x="551776" y="146658"/>
                  </a:moveTo>
                  <a:lnTo>
                    <a:pt x="570404" y="166333"/>
                  </a:lnTo>
                  <a:lnTo>
                    <a:pt x="583613" y="112394"/>
                  </a:lnTo>
                  <a:close/>
                  <a:moveTo>
                    <a:pt x="583613" y="112394"/>
                  </a:moveTo>
                  <a:lnTo>
                    <a:pt x="570404" y="166333"/>
                  </a:lnTo>
                  <a:lnTo>
                    <a:pt x="608713" y="138754"/>
                  </a:lnTo>
                  <a:close/>
                  <a:moveTo>
                    <a:pt x="608713" y="138754"/>
                  </a:moveTo>
                  <a:lnTo>
                    <a:pt x="570404" y="166333"/>
                  </a:lnTo>
                  <a:lnTo>
                    <a:pt x="605500" y="154022"/>
                  </a:lnTo>
                  <a:close/>
                  <a:moveTo>
                    <a:pt x="605500" y="154022"/>
                  </a:moveTo>
                  <a:lnTo>
                    <a:pt x="620204" y="149149"/>
                  </a:lnTo>
                  <a:lnTo>
                    <a:pt x="608713" y="138754"/>
                  </a:lnTo>
                  <a:close/>
                  <a:moveTo>
                    <a:pt x="535143" y="129578"/>
                  </a:moveTo>
                  <a:lnTo>
                    <a:pt x="551776" y="146658"/>
                  </a:lnTo>
                  <a:lnTo>
                    <a:pt x="555800" y="122592"/>
                  </a:lnTo>
                  <a:close/>
                  <a:moveTo>
                    <a:pt x="549173" y="75639"/>
                  </a:moveTo>
                  <a:lnTo>
                    <a:pt x="555800" y="122592"/>
                  </a:lnTo>
                  <a:lnTo>
                    <a:pt x="563084" y="92730"/>
                  </a:lnTo>
                  <a:close/>
                  <a:moveTo>
                    <a:pt x="535143" y="129578"/>
                  </a:moveTo>
                  <a:lnTo>
                    <a:pt x="555800" y="122592"/>
                  </a:lnTo>
                  <a:lnTo>
                    <a:pt x="549173" y="75639"/>
                  </a:lnTo>
                  <a:close/>
                  <a:moveTo>
                    <a:pt x="504137" y="92823"/>
                  </a:moveTo>
                  <a:lnTo>
                    <a:pt x="535143" y="129578"/>
                  </a:lnTo>
                  <a:lnTo>
                    <a:pt x="549173" y="75639"/>
                  </a:lnTo>
                  <a:close/>
                  <a:moveTo>
                    <a:pt x="555800" y="122592"/>
                  </a:moveTo>
                  <a:lnTo>
                    <a:pt x="583613" y="112394"/>
                  </a:lnTo>
                  <a:lnTo>
                    <a:pt x="563084" y="92730"/>
                  </a:lnTo>
                  <a:close/>
                  <a:moveTo>
                    <a:pt x="682089" y="208339"/>
                  </a:moveTo>
                  <a:lnTo>
                    <a:pt x="706517" y="170820"/>
                  </a:lnTo>
                  <a:lnTo>
                    <a:pt x="665517" y="177064"/>
                  </a:lnTo>
                  <a:close/>
                  <a:moveTo>
                    <a:pt x="706517" y="170820"/>
                  </a:moveTo>
                  <a:lnTo>
                    <a:pt x="693430" y="131966"/>
                  </a:lnTo>
                  <a:lnTo>
                    <a:pt x="654063" y="141629"/>
                  </a:lnTo>
                  <a:close/>
                  <a:moveTo>
                    <a:pt x="706517" y="170820"/>
                  </a:moveTo>
                  <a:lnTo>
                    <a:pt x="654063" y="141629"/>
                  </a:lnTo>
                  <a:lnTo>
                    <a:pt x="665517" y="177064"/>
                  </a:lnTo>
                  <a:close/>
                  <a:moveTo>
                    <a:pt x="608713" y="138754"/>
                  </a:moveTo>
                  <a:lnTo>
                    <a:pt x="620204" y="149149"/>
                  </a:lnTo>
                  <a:lnTo>
                    <a:pt x="649250" y="95211"/>
                  </a:lnTo>
                  <a:close/>
                  <a:moveTo>
                    <a:pt x="649250" y="95211"/>
                  </a:moveTo>
                  <a:lnTo>
                    <a:pt x="620204" y="149149"/>
                  </a:lnTo>
                  <a:lnTo>
                    <a:pt x="657453" y="100201"/>
                  </a:lnTo>
                  <a:close/>
                  <a:moveTo>
                    <a:pt x="657453" y="100201"/>
                  </a:moveTo>
                  <a:lnTo>
                    <a:pt x="620204" y="149149"/>
                  </a:lnTo>
                  <a:lnTo>
                    <a:pt x="654063" y="141629"/>
                  </a:lnTo>
                  <a:close/>
                  <a:moveTo>
                    <a:pt x="654063" y="141629"/>
                  </a:moveTo>
                  <a:lnTo>
                    <a:pt x="693430" y="131966"/>
                  </a:lnTo>
                  <a:lnTo>
                    <a:pt x="657453" y="100201"/>
                  </a:lnTo>
                  <a:close/>
                  <a:moveTo>
                    <a:pt x="583613" y="112394"/>
                  </a:moveTo>
                  <a:lnTo>
                    <a:pt x="608713" y="138754"/>
                  </a:lnTo>
                  <a:lnTo>
                    <a:pt x="612989" y="103187"/>
                  </a:lnTo>
                  <a:close/>
                  <a:moveTo>
                    <a:pt x="563084" y="92730"/>
                  </a:moveTo>
                  <a:lnTo>
                    <a:pt x="583613" y="112394"/>
                  </a:lnTo>
                  <a:lnTo>
                    <a:pt x="598246" y="58456"/>
                  </a:lnTo>
                  <a:close/>
                  <a:moveTo>
                    <a:pt x="598246" y="58456"/>
                  </a:moveTo>
                  <a:lnTo>
                    <a:pt x="583613" y="112394"/>
                  </a:lnTo>
                  <a:lnTo>
                    <a:pt x="619091" y="81346"/>
                  </a:lnTo>
                  <a:close/>
                  <a:moveTo>
                    <a:pt x="619091" y="81346"/>
                  </a:moveTo>
                  <a:lnTo>
                    <a:pt x="583613" y="112394"/>
                  </a:lnTo>
                  <a:lnTo>
                    <a:pt x="612989" y="103187"/>
                  </a:lnTo>
                  <a:close/>
                  <a:moveTo>
                    <a:pt x="529780" y="2129"/>
                  </a:moveTo>
                  <a:lnTo>
                    <a:pt x="552155" y="36061"/>
                  </a:lnTo>
                  <a:lnTo>
                    <a:pt x="541471" y="0"/>
                  </a:lnTo>
                  <a:close/>
                  <a:moveTo>
                    <a:pt x="619880" y="52837"/>
                  </a:moveTo>
                  <a:lnTo>
                    <a:pt x="619091" y="81346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19880" y="52837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50528" y="10262"/>
                  </a:lnTo>
                  <a:lnTo>
                    <a:pt x="619880" y="52837"/>
                  </a:lnTo>
                  <a:close/>
                  <a:moveTo>
                    <a:pt x="659645" y="47597"/>
                  </a:moveTo>
                  <a:lnTo>
                    <a:pt x="694760" y="46137"/>
                  </a:lnTo>
                  <a:lnTo>
                    <a:pt x="686100" y="8431"/>
                  </a:lnTo>
                  <a:close/>
                  <a:moveTo>
                    <a:pt x="659645" y="47597"/>
                  </a:moveTo>
                  <a:lnTo>
                    <a:pt x="686100" y="8431"/>
                  </a:lnTo>
                  <a:lnTo>
                    <a:pt x="650528" y="1026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20" name="Input_density__211">
              <a:extLst>
                <a:ext uri="{FF2B5EF4-FFF2-40B4-BE49-F238E27FC236}">
                  <a16:creationId xmlns:a16="http://schemas.microsoft.com/office/drawing/2014/main" id="{4DB64BA1-707A-A4B5-42DA-19042188EC5F}"/>
                </a:ext>
              </a:extLst>
            </p:cNvPr>
            <p:cNvSpPr>
              <a:spLocks noGrp="1"/>
            </p:cNvSpPr>
            <p:nvPr/>
          </p:nvSpPr>
          <p:spPr>
            <a:xfrm>
              <a:off x="658093" y="2007768"/>
              <a:ext cx="647150" cy="247443"/>
            </a:xfrm>
            <a:custGeom>
              <a:avLst/>
              <a:gdLst/>
              <a:ahLst/>
              <a:cxnLst/>
              <a:rect l="0" t="0" r="0" b="0"/>
              <a:pathLst>
                <a:path w="647150" h="247443">
                  <a:moveTo>
                    <a:pt x="19224" y="183952"/>
                  </a:moveTo>
                  <a:lnTo>
                    <a:pt x="33583" y="204717"/>
                  </a:lnTo>
                  <a:lnTo>
                    <a:pt x="37179" y="176513"/>
                  </a:lnTo>
                  <a:close/>
                  <a:moveTo>
                    <a:pt x="11428" y="93258"/>
                  </a:moveTo>
                  <a:lnTo>
                    <a:pt x="45420" y="125067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47392" y="78716"/>
                  </a:lnTo>
                  <a:lnTo>
                    <a:pt x="45420" y="125067"/>
                  </a:lnTo>
                  <a:close/>
                  <a:moveTo>
                    <a:pt x="0" y="56503"/>
                  </a:moveTo>
                  <a:lnTo>
                    <a:pt x="47392" y="78716"/>
                  </a:lnTo>
                  <a:lnTo>
                    <a:pt x="33958" y="44890"/>
                  </a:lnTo>
                  <a:close/>
                  <a:moveTo>
                    <a:pt x="0" y="56503"/>
                  </a:moveTo>
                  <a:lnTo>
                    <a:pt x="11428" y="93258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50949" y="39320"/>
                  </a:lnTo>
                  <a:lnTo>
                    <a:pt x="47392" y="78716"/>
                  </a:lnTo>
                  <a:close/>
                  <a:moveTo>
                    <a:pt x="50949" y="39320"/>
                  </a:moveTo>
                  <a:lnTo>
                    <a:pt x="33958" y="44890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81701" y="112830"/>
                  </a:lnTo>
                  <a:lnTo>
                    <a:pt x="113842" y="95646"/>
                  </a:lnTo>
                  <a:close/>
                  <a:moveTo>
                    <a:pt x="55095" y="76075"/>
                  </a:moveTo>
                  <a:lnTo>
                    <a:pt x="113842" y="95646"/>
                  </a:lnTo>
                  <a:lnTo>
                    <a:pt x="101918" y="58891"/>
                  </a:lnTo>
                  <a:close/>
                  <a:moveTo>
                    <a:pt x="50949" y="39320"/>
                  </a:moveTo>
                  <a:lnTo>
                    <a:pt x="103179" y="51724"/>
                  </a:lnTo>
                  <a:lnTo>
                    <a:pt x="89884" y="26512"/>
                  </a:lnTo>
                  <a:close/>
                  <a:moveTo>
                    <a:pt x="101918" y="58891"/>
                  </a:moveTo>
                  <a:lnTo>
                    <a:pt x="103179" y="51724"/>
                  </a:lnTo>
                  <a:lnTo>
                    <a:pt x="50949" y="39320"/>
                  </a:lnTo>
                  <a:close/>
                  <a:moveTo>
                    <a:pt x="55095" y="76075"/>
                  </a:moveTo>
                  <a:lnTo>
                    <a:pt x="101918" y="58891"/>
                  </a:lnTo>
                  <a:lnTo>
                    <a:pt x="50949" y="39320"/>
                  </a:lnTo>
                  <a:close/>
                  <a:moveTo>
                    <a:pt x="66874" y="12194"/>
                  </a:moveTo>
                  <a:lnTo>
                    <a:pt x="50949" y="39320"/>
                  </a:lnTo>
                  <a:lnTo>
                    <a:pt x="89884" y="26512"/>
                  </a:lnTo>
                  <a:close/>
                  <a:moveTo>
                    <a:pt x="106351" y="22136"/>
                  </a:moveTo>
                  <a:lnTo>
                    <a:pt x="66874" y="12194"/>
                  </a:lnTo>
                  <a:lnTo>
                    <a:pt x="89884" y="26512"/>
                  </a:lnTo>
                  <a:close/>
                  <a:moveTo>
                    <a:pt x="89884" y="26512"/>
                  </a:moveTo>
                  <a:lnTo>
                    <a:pt x="103179" y="51724"/>
                  </a:lnTo>
                  <a:lnTo>
                    <a:pt x="106351" y="22136"/>
                  </a:lnTo>
                  <a:close/>
                  <a:moveTo>
                    <a:pt x="115650" y="95059"/>
                  </a:moveTo>
                  <a:lnTo>
                    <a:pt x="149926" y="94281"/>
                  </a:lnTo>
                  <a:lnTo>
                    <a:pt x="149414" y="49951"/>
                  </a:lnTo>
                  <a:close/>
                  <a:moveTo>
                    <a:pt x="115650" y="95059"/>
                  </a:moveTo>
                  <a:lnTo>
                    <a:pt x="149414" y="49951"/>
                  </a:lnTo>
                  <a:lnTo>
                    <a:pt x="107212" y="57171"/>
                  </a:lnTo>
                  <a:close/>
                  <a:moveTo>
                    <a:pt x="149926" y="94281"/>
                  </a:moveTo>
                  <a:lnTo>
                    <a:pt x="191117" y="87882"/>
                  </a:lnTo>
                  <a:lnTo>
                    <a:pt x="188965" y="44884"/>
                  </a:lnTo>
                  <a:close/>
                  <a:moveTo>
                    <a:pt x="149926" y="94281"/>
                  </a:moveTo>
                  <a:lnTo>
                    <a:pt x="188965" y="44884"/>
                  </a:lnTo>
                  <a:lnTo>
                    <a:pt x="149414" y="49951"/>
                  </a:lnTo>
                  <a:close/>
                  <a:moveTo>
                    <a:pt x="191117" y="87882"/>
                  </a:moveTo>
                  <a:lnTo>
                    <a:pt x="149926" y="94281"/>
                  </a:lnTo>
                  <a:lnTo>
                    <a:pt x="209637" y="104391"/>
                  </a:lnTo>
                  <a:close/>
                  <a:moveTo>
                    <a:pt x="103179" y="51724"/>
                  </a:moveTo>
                  <a:lnTo>
                    <a:pt x="101918" y="58891"/>
                  </a:lnTo>
                  <a:lnTo>
                    <a:pt x="107212" y="57171"/>
                  </a:lnTo>
                  <a:close/>
                  <a:moveTo>
                    <a:pt x="107212" y="57171"/>
                  </a:moveTo>
                  <a:lnTo>
                    <a:pt x="106351" y="22136"/>
                  </a:lnTo>
                  <a:lnTo>
                    <a:pt x="103179" y="51724"/>
                  </a:lnTo>
                  <a:close/>
                  <a:moveTo>
                    <a:pt x="139718" y="13086"/>
                  </a:moveTo>
                  <a:lnTo>
                    <a:pt x="106351" y="2213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39718" y="1308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77528" y="9435"/>
                  </a:lnTo>
                  <a:lnTo>
                    <a:pt x="139718" y="13086"/>
                  </a:lnTo>
                  <a:close/>
                  <a:moveTo>
                    <a:pt x="122665" y="0"/>
                  </a:moveTo>
                  <a:lnTo>
                    <a:pt x="106351" y="22136"/>
                  </a:lnTo>
                  <a:lnTo>
                    <a:pt x="139718" y="13086"/>
                  </a:lnTo>
                  <a:close/>
                  <a:moveTo>
                    <a:pt x="485770" y="100423"/>
                  </a:moveTo>
                  <a:lnTo>
                    <a:pt x="485610" y="100487"/>
                  </a:lnTo>
                  <a:lnTo>
                    <a:pt x="480140" y="149681"/>
                  </a:lnTo>
                  <a:close/>
                  <a:moveTo>
                    <a:pt x="423817" y="89876"/>
                  </a:moveTo>
                  <a:lnTo>
                    <a:pt x="436798" y="117606"/>
                  </a:lnTo>
                  <a:lnTo>
                    <a:pt x="467839" y="63668"/>
                  </a:lnTo>
                  <a:close/>
                  <a:moveTo>
                    <a:pt x="467839" y="63668"/>
                  </a:moveTo>
                  <a:lnTo>
                    <a:pt x="436798" y="117606"/>
                  </a:lnTo>
                  <a:lnTo>
                    <a:pt x="485582" y="100022"/>
                  </a:lnTo>
                  <a:close/>
                  <a:moveTo>
                    <a:pt x="485582" y="100022"/>
                  </a:moveTo>
                  <a:lnTo>
                    <a:pt x="436798" y="117606"/>
                  </a:lnTo>
                  <a:lnTo>
                    <a:pt x="485610" y="100487"/>
                  </a:lnTo>
                  <a:close/>
                  <a:moveTo>
                    <a:pt x="485610" y="100487"/>
                  </a:moveTo>
                  <a:lnTo>
                    <a:pt x="485770" y="100423"/>
                  </a:lnTo>
                  <a:lnTo>
                    <a:pt x="485582" y="100022"/>
                  </a:lnTo>
                  <a:close/>
                  <a:moveTo>
                    <a:pt x="578337" y="210688"/>
                  </a:moveTo>
                  <a:lnTo>
                    <a:pt x="607688" y="211192"/>
                  </a:lnTo>
                  <a:lnTo>
                    <a:pt x="585775" y="207472"/>
                  </a:lnTo>
                  <a:close/>
                  <a:moveTo>
                    <a:pt x="601570" y="230260"/>
                  </a:moveTo>
                  <a:lnTo>
                    <a:pt x="607688" y="211192"/>
                  </a:lnTo>
                  <a:lnTo>
                    <a:pt x="578337" y="210688"/>
                  </a:lnTo>
                  <a:close/>
                  <a:moveTo>
                    <a:pt x="574792" y="247443"/>
                  </a:moveTo>
                  <a:lnTo>
                    <a:pt x="601570" y="230260"/>
                  </a:lnTo>
                  <a:lnTo>
                    <a:pt x="578337" y="210688"/>
                  </a:lnTo>
                  <a:close/>
                  <a:moveTo>
                    <a:pt x="552037" y="173933"/>
                  </a:moveTo>
                  <a:lnTo>
                    <a:pt x="578337" y="210688"/>
                  </a:lnTo>
                  <a:lnTo>
                    <a:pt x="585775" y="207472"/>
                  </a:lnTo>
                  <a:close/>
                  <a:moveTo>
                    <a:pt x="613369" y="193504"/>
                  </a:moveTo>
                  <a:lnTo>
                    <a:pt x="601837" y="156749"/>
                  </a:lnTo>
                  <a:lnTo>
                    <a:pt x="585775" y="207472"/>
                  </a:lnTo>
                  <a:close/>
                  <a:moveTo>
                    <a:pt x="601837" y="156749"/>
                  </a:moveTo>
                  <a:lnTo>
                    <a:pt x="587133" y="161622"/>
                  </a:lnTo>
                  <a:lnTo>
                    <a:pt x="585775" y="207472"/>
                  </a:lnTo>
                  <a:close/>
                  <a:moveTo>
                    <a:pt x="585775" y="207472"/>
                  </a:moveTo>
                  <a:lnTo>
                    <a:pt x="607688" y="211192"/>
                  </a:lnTo>
                  <a:lnTo>
                    <a:pt x="613369" y="193504"/>
                  </a:lnTo>
                  <a:close/>
                  <a:moveTo>
                    <a:pt x="482268" y="58457"/>
                  </a:moveTo>
                  <a:lnTo>
                    <a:pt x="485582" y="100022"/>
                  </a:lnTo>
                  <a:lnTo>
                    <a:pt x="523278" y="46485"/>
                  </a:lnTo>
                  <a:close/>
                  <a:moveTo>
                    <a:pt x="523278" y="46485"/>
                  </a:moveTo>
                  <a:lnTo>
                    <a:pt x="485582" y="100022"/>
                  </a:lnTo>
                  <a:lnTo>
                    <a:pt x="485770" y="100423"/>
                  </a:lnTo>
                  <a:close/>
                  <a:moveTo>
                    <a:pt x="523278" y="46485"/>
                  </a:moveTo>
                  <a:lnTo>
                    <a:pt x="485770" y="100423"/>
                  </a:lnTo>
                  <a:lnTo>
                    <a:pt x="530806" y="83239"/>
                  </a:lnTo>
                  <a:close/>
                  <a:moveTo>
                    <a:pt x="467839" y="63668"/>
                  </a:moveTo>
                  <a:lnTo>
                    <a:pt x="485582" y="100022"/>
                  </a:lnTo>
                  <a:lnTo>
                    <a:pt x="482268" y="58457"/>
                  </a:lnTo>
                  <a:close/>
                  <a:moveTo>
                    <a:pt x="449989" y="26913"/>
                  </a:moveTo>
                  <a:lnTo>
                    <a:pt x="482268" y="58457"/>
                  </a:lnTo>
                  <a:lnTo>
                    <a:pt x="477973" y="17203"/>
                  </a:lnTo>
                  <a:close/>
                  <a:moveTo>
                    <a:pt x="449989" y="26913"/>
                  </a:moveTo>
                  <a:lnTo>
                    <a:pt x="467839" y="63668"/>
                  </a:lnTo>
                  <a:lnTo>
                    <a:pt x="482268" y="58457"/>
                  </a:lnTo>
                  <a:close/>
                  <a:moveTo>
                    <a:pt x="523278" y="46485"/>
                  </a:moveTo>
                  <a:lnTo>
                    <a:pt x="511413" y="9730"/>
                  </a:lnTo>
                  <a:lnTo>
                    <a:pt x="482268" y="58457"/>
                  </a:lnTo>
                  <a:close/>
                  <a:moveTo>
                    <a:pt x="511413" y="9730"/>
                  </a:moveTo>
                  <a:lnTo>
                    <a:pt x="477973" y="17203"/>
                  </a:lnTo>
                  <a:lnTo>
                    <a:pt x="482268" y="58457"/>
                  </a:lnTo>
                  <a:close/>
                  <a:moveTo>
                    <a:pt x="601837" y="156749"/>
                  </a:moveTo>
                  <a:lnTo>
                    <a:pt x="647150" y="184664"/>
                  </a:lnTo>
                  <a:lnTo>
                    <a:pt x="635696" y="149229"/>
                  </a:lnTo>
                  <a:close/>
                  <a:moveTo>
                    <a:pt x="601837" y="156749"/>
                  </a:moveTo>
                  <a:lnTo>
                    <a:pt x="613369" y="193504"/>
                  </a:lnTo>
                  <a:lnTo>
                    <a:pt x="647150" y="184664"/>
                  </a:lnTo>
                  <a:close/>
                  <a:moveTo>
                    <a:pt x="546260" y="78269"/>
                  </a:moveTo>
                  <a:lnTo>
                    <a:pt x="544717" y="100330"/>
                  </a:lnTo>
                  <a:lnTo>
                    <a:pt x="579879" y="66056"/>
                  </a:lnTo>
                  <a:close/>
                  <a:moveTo>
                    <a:pt x="530806" y="83239"/>
                  </a:moveTo>
                  <a:lnTo>
                    <a:pt x="544717" y="100330"/>
                  </a:lnTo>
                  <a:lnTo>
                    <a:pt x="546260" y="78269"/>
                  </a:lnTo>
                  <a:close/>
                  <a:moveTo>
                    <a:pt x="523278" y="46485"/>
                  </a:moveTo>
                  <a:lnTo>
                    <a:pt x="546260" y="78269"/>
                  </a:lnTo>
                  <a:lnTo>
                    <a:pt x="533787" y="43661"/>
                  </a:lnTo>
                  <a:close/>
                  <a:moveTo>
                    <a:pt x="523278" y="46485"/>
                  </a:moveTo>
                  <a:lnTo>
                    <a:pt x="530806" y="83239"/>
                  </a:lnTo>
                  <a:lnTo>
                    <a:pt x="546260" y="78269"/>
                  </a:lnTo>
                  <a:close/>
                  <a:moveTo>
                    <a:pt x="579879" y="66056"/>
                  </a:moveTo>
                  <a:lnTo>
                    <a:pt x="584933" y="29909"/>
                  </a:lnTo>
                  <a:lnTo>
                    <a:pt x="546260" y="78269"/>
                  </a:lnTo>
                  <a:close/>
                  <a:moveTo>
                    <a:pt x="546260" y="78269"/>
                  </a:moveTo>
                  <a:lnTo>
                    <a:pt x="584933" y="29909"/>
                  </a:lnTo>
                  <a:lnTo>
                    <a:pt x="584210" y="29757"/>
                  </a:lnTo>
                  <a:close/>
                  <a:moveTo>
                    <a:pt x="546260" y="78269"/>
                  </a:moveTo>
                  <a:lnTo>
                    <a:pt x="584210" y="29757"/>
                  </a:lnTo>
                  <a:lnTo>
                    <a:pt x="533787" y="43661"/>
                  </a:lnTo>
                  <a:close/>
                  <a:moveTo>
                    <a:pt x="511413" y="9730"/>
                  </a:moveTo>
                  <a:lnTo>
                    <a:pt x="523278" y="46485"/>
                  </a:lnTo>
                  <a:lnTo>
                    <a:pt x="533787" y="43661"/>
                  </a:lnTo>
                  <a:close/>
                  <a:moveTo>
                    <a:pt x="533787" y="43661"/>
                  </a:moveTo>
                  <a:lnTo>
                    <a:pt x="584210" y="29757"/>
                  </a:lnTo>
                  <a:lnTo>
                    <a:pt x="523103" y="7600"/>
                  </a:lnTo>
                  <a:close/>
                  <a:moveTo>
                    <a:pt x="584210" y="29757"/>
                  </a:moveTo>
                  <a:lnTo>
                    <a:pt x="584933" y="29909"/>
                  </a:lnTo>
                  <a:lnTo>
                    <a:pt x="585003" y="29301"/>
                  </a:lnTo>
                  <a:close/>
                  <a:moveTo>
                    <a:pt x="579879" y="66056"/>
                  </a:moveTo>
                  <a:lnTo>
                    <a:pt x="600723" y="88946"/>
                  </a:lnTo>
                  <a:lnTo>
                    <a:pt x="601512" y="60438"/>
                  </a:lnTo>
                  <a:close/>
                  <a:moveTo>
                    <a:pt x="584933" y="29909"/>
                  </a:moveTo>
                  <a:lnTo>
                    <a:pt x="579879" y="66056"/>
                  </a:lnTo>
                  <a:lnTo>
                    <a:pt x="601512" y="60438"/>
                  </a:lnTo>
                  <a:close/>
                  <a:moveTo>
                    <a:pt x="601512" y="60438"/>
                  </a:moveTo>
                  <a:lnTo>
                    <a:pt x="585003" y="29301"/>
                  </a:lnTo>
                  <a:lnTo>
                    <a:pt x="584933" y="29909"/>
                  </a:lnTo>
                  <a:close/>
                  <a:moveTo>
                    <a:pt x="632160" y="17863"/>
                  </a:moveTo>
                  <a:lnTo>
                    <a:pt x="585003" y="29301"/>
                  </a:lnTo>
                  <a:lnTo>
                    <a:pt x="601512" y="6043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21" name="Input_density__212">
              <a:extLst>
                <a:ext uri="{FF2B5EF4-FFF2-40B4-BE49-F238E27FC236}">
                  <a16:creationId xmlns:a16="http://schemas.microsoft.com/office/drawing/2014/main" id="{40275CD4-1B67-4FA2-EBDB-E68DB4BBA60A}"/>
                </a:ext>
              </a:extLst>
            </p:cNvPr>
            <p:cNvSpPr>
              <a:spLocks noGrp="1"/>
            </p:cNvSpPr>
            <p:nvPr/>
          </p:nvSpPr>
          <p:spPr>
            <a:xfrm>
              <a:off x="761208" y="2105368"/>
              <a:ext cx="609036" cy="172362"/>
            </a:xfrm>
            <a:custGeom>
              <a:avLst/>
              <a:gdLst/>
              <a:ahLst/>
              <a:cxnLst/>
              <a:rect l="0" t="0" r="0" b="0"/>
              <a:pathLst>
                <a:path w="609036" h="172362">
                  <a:moveTo>
                    <a:pt x="34118" y="149286"/>
                  </a:moveTo>
                  <a:lnTo>
                    <a:pt x="73610" y="172362"/>
                  </a:lnTo>
                  <a:lnTo>
                    <a:pt x="94097" y="152750"/>
                  </a:lnTo>
                  <a:close/>
                  <a:moveTo>
                    <a:pt x="59148" y="146660"/>
                  </a:moveTo>
                  <a:lnTo>
                    <a:pt x="94097" y="152750"/>
                  </a:lnTo>
                  <a:lnTo>
                    <a:pt x="109233" y="113135"/>
                  </a:lnTo>
                  <a:close/>
                  <a:moveTo>
                    <a:pt x="109233" y="113135"/>
                  </a:moveTo>
                  <a:lnTo>
                    <a:pt x="132746" y="115236"/>
                  </a:lnTo>
                  <a:lnTo>
                    <a:pt x="116404" y="108312"/>
                  </a:lnTo>
                  <a:close/>
                  <a:moveTo>
                    <a:pt x="124999" y="143715"/>
                  </a:moveTo>
                  <a:lnTo>
                    <a:pt x="132746" y="115236"/>
                  </a:lnTo>
                  <a:lnTo>
                    <a:pt x="109233" y="113135"/>
                  </a:lnTo>
                  <a:close/>
                  <a:moveTo>
                    <a:pt x="94097" y="152750"/>
                  </a:moveTo>
                  <a:lnTo>
                    <a:pt x="124999" y="143715"/>
                  </a:lnTo>
                  <a:lnTo>
                    <a:pt x="109233" y="113135"/>
                  </a:lnTo>
                  <a:close/>
                  <a:moveTo>
                    <a:pt x="116404" y="108312"/>
                  </a:moveTo>
                  <a:lnTo>
                    <a:pt x="132746" y="115236"/>
                  </a:lnTo>
                  <a:lnTo>
                    <a:pt x="135107" y="85296"/>
                  </a:lnTo>
                  <a:close/>
                  <a:moveTo>
                    <a:pt x="0" y="50091"/>
                  </a:moveTo>
                  <a:lnTo>
                    <a:pt x="4300" y="15230"/>
                  </a:lnTo>
                  <a:lnTo>
                    <a:pt x="1118" y="51488"/>
                  </a:lnTo>
                  <a:close/>
                  <a:moveTo>
                    <a:pt x="42729" y="0"/>
                  </a:moveTo>
                  <a:lnTo>
                    <a:pt x="4300" y="15230"/>
                  </a:lnTo>
                  <a:lnTo>
                    <a:pt x="22455" y="9471"/>
                  </a:lnTo>
                  <a:close/>
                  <a:moveTo>
                    <a:pt x="119654" y="55889"/>
                  </a:moveTo>
                  <a:lnTo>
                    <a:pt x="135107" y="85296"/>
                  </a:lnTo>
                  <a:lnTo>
                    <a:pt x="141401" y="63452"/>
                  </a:lnTo>
                  <a:close/>
                  <a:moveTo>
                    <a:pt x="116404" y="108312"/>
                  </a:moveTo>
                  <a:lnTo>
                    <a:pt x="135107" y="85296"/>
                  </a:lnTo>
                  <a:lnTo>
                    <a:pt x="111256" y="105618"/>
                  </a:lnTo>
                  <a:close/>
                  <a:moveTo>
                    <a:pt x="169625" y="67595"/>
                  </a:moveTo>
                  <a:lnTo>
                    <a:pt x="141401" y="63452"/>
                  </a:lnTo>
                  <a:lnTo>
                    <a:pt x="135107" y="85296"/>
                  </a:lnTo>
                  <a:close/>
                  <a:moveTo>
                    <a:pt x="568335" y="156803"/>
                  </a:moveTo>
                  <a:lnTo>
                    <a:pt x="581924" y="169415"/>
                  </a:lnTo>
                  <a:lnTo>
                    <a:pt x="588913" y="122415"/>
                  </a:lnTo>
                  <a:close/>
                  <a:moveTo>
                    <a:pt x="585035" y="80821"/>
                  </a:moveTo>
                  <a:lnTo>
                    <a:pt x="588913" y="122415"/>
                  </a:lnTo>
                  <a:lnTo>
                    <a:pt x="609036" y="88396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22" name="Input_density__213">
              <a:extLst>
                <a:ext uri="{FF2B5EF4-FFF2-40B4-BE49-F238E27FC236}">
                  <a16:creationId xmlns:a16="http://schemas.microsoft.com/office/drawing/2014/main" id="{A084D4EC-9731-5CF3-261C-3F5788CAC3B8}"/>
                </a:ext>
              </a:extLst>
            </p:cNvPr>
            <p:cNvSpPr>
              <a:spLocks noGrp="1"/>
            </p:cNvSpPr>
            <p:nvPr/>
          </p:nvSpPr>
          <p:spPr>
            <a:xfrm>
              <a:off x="834818" y="2227783"/>
              <a:ext cx="522674" cy="49946"/>
            </a:xfrm>
            <a:custGeom>
              <a:avLst/>
              <a:gdLst/>
              <a:ahLst/>
              <a:cxnLst/>
              <a:rect l="0" t="0" r="0" b="0"/>
              <a:pathLst>
                <a:path w="522674" h="49946">
                  <a:moveTo>
                    <a:pt x="20487" y="30335"/>
                  </a:moveTo>
                  <a:lnTo>
                    <a:pt x="0" y="49946"/>
                  </a:lnTo>
                  <a:lnTo>
                    <a:pt x="51390" y="21299"/>
                  </a:lnTo>
                  <a:close/>
                  <a:moveTo>
                    <a:pt x="515303" y="0"/>
                  </a:moveTo>
                  <a:lnTo>
                    <a:pt x="508314" y="46999"/>
                  </a:lnTo>
                  <a:lnTo>
                    <a:pt x="510791" y="40488"/>
                  </a:lnTo>
                  <a:close/>
                  <a:moveTo>
                    <a:pt x="515303" y="0"/>
                  </a:moveTo>
                  <a:lnTo>
                    <a:pt x="510791" y="40488"/>
                  </a:lnTo>
                  <a:lnTo>
                    <a:pt x="522674" y="1024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223" name="Input_density__214">
              <a:extLst>
                <a:ext uri="{FF2B5EF4-FFF2-40B4-BE49-F238E27FC236}">
                  <a16:creationId xmlns:a16="http://schemas.microsoft.com/office/drawing/2014/main" id="{9721EAC7-E41A-6FE2-4E11-DDFC04D3259D}"/>
                </a:ext>
              </a:extLst>
            </p:cNvPr>
            <p:cNvSpPr>
              <a:spLocks noGrp="1"/>
            </p:cNvSpPr>
            <p:nvPr/>
          </p:nvSpPr>
          <p:spPr>
            <a:xfrm>
              <a:off x="1277550" y="2268271"/>
              <a:ext cx="68059" cy="62532"/>
            </a:xfrm>
            <a:custGeom>
              <a:avLst/>
              <a:gdLst/>
              <a:ahLst/>
              <a:cxnLst/>
              <a:rect l="0" t="0" r="0" b="0"/>
              <a:pathLst>
                <a:path w="68059" h="62532">
                  <a:moveTo>
                    <a:pt x="23002" y="52326"/>
                  </a:moveTo>
                  <a:lnTo>
                    <a:pt x="0" y="62532"/>
                  </a:lnTo>
                  <a:lnTo>
                    <a:pt x="49854" y="28145"/>
                  </a:lnTo>
                  <a:close/>
                  <a:moveTo>
                    <a:pt x="8168" y="60450"/>
                  </a:moveTo>
                  <a:lnTo>
                    <a:pt x="23002" y="52326"/>
                  </a:lnTo>
                  <a:lnTo>
                    <a:pt x="44379" y="36040"/>
                  </a:lnTo>
                  <a:close/>
                  <a:moveTo>
                    <a:pt x="44379" y="36040"/>
                  </a:moveTo>
                  <a:lnTo>
                    <a:pt x="58457" y="15734"/>
                  </a:lnTo>
                  <a:lnTo>
                    <a:pt x="65582" y="6512"/>
                  </a:lnTo>
                  <a:close/>
                  <a:moveTo>
                    <a:pt x="49854" y="28145"/>
                  </a:moveTo>
                  <a:lnTo>
                    <a:pt x="58457" y="15734"/>
                  </a:lnTo>
                  <a:lnTo>
                    <a:pt x="44379" y="36040"/>
                  </a:lnTo>
                  <a:close/>
                  <a:moveTo>
                    <a:pt x="23002" y="52326"/>
                  </a:moveTo>
                  <a:lnTo>
                    <a:pt x="49854" y="28145"/>
                  </a:lnTo>
                  <a:lnTo>
                    <a:pt x="44379" y="36040"/>
                  </a:lnTo>
                  <a:close/>
                  <a:moveTo>
                    <a:pt x="52348" y="23695"/>
                  </a:moveTo>
                  <a:lnTo>
                    <a:pt x="68059" y="0"/>
                  </a:lnTo>
                  <a:lnTo>
                    <a:pt x="58457" y="15734"/>
                  </a:lnTo>
                  <a:close/>
                  <a:moveTo>
                    <a:pt x="65582" y="6512"/>
                  </a:moveTo>
                  <a:lnTo>
                    <a:pt x="58457" y="15734"/>
                  </a:lnTo>
                  <a:lnTo>
                    <a:pt x="680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24" name="Input_density__215">
              <a:extLst>
                <a:ext uri="{FF2B5EF4-FFF2-40B4-BE49-F238E27FC236}">
                  <a16:creationId xmlns:a16="http://schemas.microsoft.com/office/drawing/2014/main" id="{5C4AB2D6-4079-0C73-A174-4FCD1D4E7D76}"/>
                </a:ext>
              </a:extLst>
            </p:cNvPr>
            <p:cNvSpPr>
              <a:spLocks noGrp="1"/>
            </p:cNvSpPr>
            <p:nvPr/>
          </p:nvSpPr>
          <p:spPr>
            <a:xfrm>
              <a:off x="820356" y="2121180"/>
              <a:ext cx="529765" cy="217166"/>
            </a:xfrm>
            <a:custGeom>
              <a:avLst/>
              <a:gdLst/>
              <a:ahLst/>
              <a:cxnLst/>
              <a:rect l="0" t="0" r="0" b="0"/>
              <a:pathLst>
                <a:path w="529765" h="217166">
                  <a:moveTo>
                    <a:pt x="656" y="92499"/>
                  </a:moveTo>
                  <a:lnTo>
                    <a:pt x="0" y="130847"/>
                  </a:lnTo>
                  <a:lnTo>
                    <a:pt x="18508" y="103836"/>
                  </a:lnTo>
                  <a:close/>
                  <a:moveTo>
                    <a:pt x="18508" y="103836"/>
                  </a:moveTo>
                  <a:lnTo>
                    <a:pt x="0" y="130847"/>
                  </a:lnTo>
                  <a:lnTo>
                    <a:pt x="50085" y="97322"/>
                  </a:lnTo>
                  <a:close/>
                  <a:moveTo>
                    <a:pt x="656" y="92499"/>
                  </a:moveTo>
                  <a:lnTo>
                    <a:pt x="18508" y="103836"/>
                  </a:lnTo>
                  <a:lnTo>
                    <a:pt x="23315" y="86125"/>
                  </a:lnTo>
                  <a:close/>
                  <a:moveTo>
                    <a:pt x="52108" y="89805"/>
                  </a:moveTo>
                  <a:lnTo>
                    <a:pt x="23315" y="86125"/>
                  </a:lnTo>
                  <a:lnTo>
                    <a:pt x="18508" y="103836"/>
                  </a:lnTo>
                  <a:close/>
                  <a:moveTo>
                    <a:pt x="23315" y="86125"/>
                  </a:moveTo>
                  <a:lnTo>
                    <a:pt x="52108" y="89805"/>
                  </a:lnTo>
                  <a:lnTo>
                    <a:pt x="29263" y="47839"/>
                  </a:lnTo>
                  <a:close/>
                  <a:moveTo>
                    <a:pt x="52108" y="89805"/>
                  </a:moveTo>
                  <a:lnTo>
                    <a:pt x="60506" y="40076"/>
                  </a:lnTo>
                  <a:lnTo>
                    <a:pt x="29263" y="47839"/>
                  </a:lnTo>
                  <a:close/>
                  <a:moveTo>
                    <a:pt x="60506" y="40076"/>
                  </a:moveTo>
                  <a:lnTo>
                    <a:pt x="82253" y="47639"/>
                  </a:lnTo>
                  <a:lnTo>
                    <a:pt x="63610" y="38561"/>
                  </a:lnTo>
                  <a:close/>
                  <a:moveTo>
                    <a:pt x="60832" y="37966"/>
                  </a:moveTo>
                  <a:lnTo>
                    <a:pt x="29263" y="47839"/>
                  </a:lnTo>
                  <a:lnTo>
                    <a:pt x="60506" y="40076"/>
                  </a:lnTo>
                  <a:close/>
                  <a:moveTo>
                    <a:pt x="60832" y="37966"/>
                  </a:moveTo>
                  <a:lnTo>
                    <a:pt x="60506" y="40076"/>
                  </a:lnTo>
                  <a:lnTo>
                    <a:pt x="63610" y="38561"/>
                  </a:lnTo>
                  <a:close/>
                  <a:moveTo>
                    <a:pt x="52491" y="0"/>
                  </a:moveTo>
                  <a:lnTo>
                    <a:pt x="60832" y="37966"/>
                  </a:lnTo>
                  <a:lnTo>
                    <a:pt x="63610" y="38561"/>
                  </a:lnTo>
                  <a:close/>
                  <a:moveTo>
                    <a:pt x="409424" y="207541"/>
                  </a:moveTo>
                  <a:lnTo>
                    <a:pt x="403890" y="217166"/>
                  </a:lnTo>
                  <a:lnTo>
                    <a:pt x="416929" y="212023"/>
                  </a:lnTo>
                  <a:close/>
                  <a:moveTo>
                    <a:pt x="501458" y="102527"/>
                  </a:moveTo>
                  <a:lnTo>
                    <a:pt x="509187" y="140991"/>
                  </a:lnTo>
                  <a:lnTo>
                    <a:pt x="529765" y="10660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225" name="Input_density__216">
              <a:extLst>
                <a:ext uri="{FF2B5EF4-FFF2-40B4-BE49-F238E27FC236}">
                  <a16:creationId xmlns:a16="http://schemas.microsoft.com/office/drawing/2014/main" id="{5BC2BA3A-D8C8-0411-801D-5A3C8178A09B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12159"/>
              <a:ext cx="589749" cy="226187"/>
            </a:xfrm>
            <a:custGeom>
              <a:avLst/>
              <a:gdLst/>
              <a:ahLst/>
              <a:cxnLst/>
              <a:rect l="0" t="0" r="0" b="0"/>
              <a:pathLst>
                <a:path w="589749" h="226187">
                  <a:moveTo>
                    <a:pt x="81217" y="101520"/>
                  </a:moveTo>
                  <a:lnTo>
                    <a:pt x="56340" y="118704"/>
                  </a:lnTo>
                  <a:lnTo>
                    <a:pt x="80562" y="139868"/>
                  </a:lnTo>
                  <a:close/>
                  <a:moveTo>
                    <a:pt x="55608" y="74938"/>
                  </a:moveTo>
                  <a:lnTo>
                    <a:pt x="37152" y="77557"/>
                  </a:lnTo>
                  <a:lnTo>
                    <a:pt x="81217" y="101520"/>
                  </a:lnTo>
                  <a:close/>
                  <a:moveTo>
                    <a:pt x="81217" y="101520"/>
                  </a:moveTo>
                  <a:lnTo>
                    <a:pt x="37152" y="77557"/>
                  </a:lnTo>
                  <a:lnTo>
                    <a:pt x="33850" y="81948"/>
                  </a:lnTo>
                  <a:close/>
                  <a:moveTo>
                    <a:pt x="81217" y="101520"/>
                  </a:moveTo>
                  <a:lnTo>
                    <a:pt x="33850" y="81948"/>
                  </a:lnTo>
                  <a:lnTo>
                    <a:pt x="56340" y="118704"/>
                  </a:lnTo>
                  <a:close/>
                  <a:moveTo>
                    <a:pt x="61809" y="39852"/>
                  </a:moveTo>
                  <a:lnTo>
                    <a:pt x="33850" y="81948"/>
                  </a:lnTo>
                  <a:lnTo>
                    <a:pt x="37152" y="77557"/>
                  </a:lnTo>
                  <a:close/>
                  <a:moveTo>
                    <a:pt x="30005" y="28010"/>
                  </a:moveTo>
                  <a:lnTo>
                    <a:pt x="21414" y="43300"/>
                  </a:lnTo>
                  <a:lnTo>
                    <a:pt x="22532" y="44696"/>
                  </a:lnTo>
                  <a:close/>
                  <a:moveTo>
                    <a:pt x="0" y="8439"/>
                  </a:moveTo>
                  <a:lnTo>
                    <a:pt x="21414" y="43300"/>
                  </a:lnTo>
                  <a:lnTo>
                    <a:pt x="30005" y="28010"/>
                  </a:lnTo>
                  <a:close/>
                  <a:moveTo>
                    <a:pt x="46271" y="64765"/>
                  </a:moveTo>
                  <a:lnTo>
                    <a:pt x="22532" y="44696"/>
                  </a:lnTo>
                  <a:lnTo>
                    <a:pt x="37152" y="77557"/>
                  </a:lnTo>
                  <a:close/>
                  <a:moveTo>
                    <a:pt x="141394" y="46987"/>
                  </a:moveTo>
                  <a:lnTo>
                    <a:pt x="111144" y="44491"/>
                  </a:lnTo>
                  <a:lnTo>
                    <a:pt x="109824" y="56860"/>
                  </a:lnTo>
                  <a:close/>
                  <a:moveTo>
                    <a:pt x="111144" y="44491"/>
                  </a:moveTo>
                  <a:lnTo>
                    <a:pt x="141394" y="46987"/>
                  </a:lnTo>
                  <a:lnTo>
                    <a:pt x="133053" y="9021"/>
                  </a:lnTo>
                  <a:close/>
                  <a:moveTo>
                    <a:pt x="133053" y="9021"/>
                  </a:moveTo>
                  <a:lnTo>
                    <a:pt x="144171" y="47582"/>
                  </a:lnTo>
                  <a:lnTo>
                    <a:pt x="149282" y="10827"/>
                  </a:lnTo>
                  <a:close/>
                  <a:moveTo>
                    <a:pt x="133053" y="9021"/>
                  </a:moveTo>
                  <a:lnTo>
                    <a:pt x="149282" y="10827"/>
                  </a:lnTo>
                  <a:lnTo>
                    <a:pt x="127936" y="0"/>
                  </a:lnTo>
                  <a:close/>
                  <a:moveTo>
                    <a:pt x="489985" y="216562"/>
                  </a:moveTo>
                  <a:lnTo>
                    <a:pt x="480011" y="185050"/>
                  </a:lnTo>
                  <a:lnTo>
                    <a:pt x="484452" y="226187"/>
                  </a:lnTo>
                  <a:close/>
                  <a:moveTo>
                    <a:pt x="556722" y="149774"/>
                  </a:moveTo>
                  <a:lnTo>
                    <a:pt x="589749" y="150012"/>
                  </a:lnTo>
                  <a:lnTo>
                    <a:pt x="582020" y="11154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26" name="Input_density__217">
              <a:extLst>
                <a:ext uri="{FF2B5EF4-FFF2-40B4-BE49-F238E27FC236}">
                  <a16:creationId xmlns:a16="http://schemas.microsoft.com/office/drawing/2014/main" id="{F9C70FD8-9297-D71F-4198-3F607E4129A6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03414"/>
              <a:ext cx="508126" cy="225307"/>
            </a:xfrm>
            <a:custGeom>
              <a:avLst/>
              <a:gdLst/>
              <a:ahLst/>
              <a:cxnLst/>
              <a:rect l="0" t="0" r="0" b="0"/>
              <a:pathLst>
                <a:path w="508126" h="225307">
                  <a:moveTo>
                    <a:pt x="32140" y="0"/>
                  </a:moveTo>
                  <a:lnTo>
                    <a:pt x="0" y="17183"/>
                  </a:lnTo>
                  <a:lnTo>
                    <a:pt x="30005" y="36755"/>
                  </a:lnTo>
                  <a:close/>
                  <a:moveTo>
                    <a:pt x="46271" y="73510"/>
                  </a:moveTo>
                  <a:lnTo>
                    <a:pt x="37152" y="86302"/>
                  </a:lnTo>
                  <a:lnTo>
                    <a:pt x="55608" y="83682"/>
                  </a:lnTo>
                  <a:close/>
                  <a:moveTo>
                    <a:pt x="46271" y="73510"/>
                  </a:moveTo>
                  <a:lnTo>
                    <a:pt x="30005" y="36755"/>
                  </a:lnTo>
                  <a:lnTo>
                    <a:pt x="22532" y="53441"/>
                  </a:lnTo>
                  <a:close/>
                  <a:moveTo>
                    <a:pt x="111144" y="53236"/>
                  </a:moveTo>
                  <a:lnTo>
                    <a:pt x="133053" y="17766"/>
                  </a:lnTo>
                  <a:lnTo>
                    <a:pt x="99282" y="18132"/>
                  </a:lnTo>
                  <a:close/>
                  <a:moveTo>
                    <a:pt x="99282" y="18132"/>
                  </a:moveTo>
                  <a:lnTo>
                    <a:pt x="127936" y="8745"/>
                  </a:lnTo>
                  <a:lnTo>
                    <a:pt x="95693" y="12769"/>
                  </a:lnTo>
                  <a:close/>
                  <a:moveTo>
                    <a:pt x="99282" y="18132"/>
                  </a:moveTo>
                  <a:lnTo>
                    <a:pt x="133053" y="17766"/>
                  </a:lnTo>
                  <a:lnTo>
                    <a:pt x="127936" y="8745"/>
                  </a:lnTo>
                  <a:close/>
                  <a:moveTo>
                    <a:pt x="489985" y="225307"/>
                  </a:moveTo>
                  <a:lnTo>
                    <a:pt x="480121" y="188551"/>
                  </a:lnTo>
                  <a:lnTo>
                    <a:pt x="480011" y="193795"/>
                  </a:lnTo>
                  <a:close/>
                  <a:moveTo>
                    <a:pt x="480121" y="188551"/>
                  </a:moveTo>
                  <a:lnTo>
                    <a:pt x="489985" y="225307"/>
                  </a:lnTo>
                  <a:lnTo>
                    <a:pt x="508126" y="21568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27" name="Input_density__218">
              <a:extLst>
                <a:ext uri="{FF2B5EF4-FFF2-40B4-BE49-F238E27FC236}">
                  <a16:creationId xmlns:a16="http://schemas.microsoft.com/office/drawing/2014/main" id="{28F797A5-0A67-0AC3-DA21-49EC58C697BF}"/>
                </a:ext>
              </a:extLst>
            </p:cNvPr>
            <p:cNvSpPr>
              <a:spLocks noGrp="1"/>
            </p:cNvSpPr>
            <p:nvPr/>
          </p:nvSpPr>
          <p:spPr>
            <a:xfrm>
              <a:off x="838864" y="2161256"/>
              <a:ext cx="490680" cy="177090"/>
            </a:xfrm>
            <a:custGeom>
              <a:avLst/>
              <a:gdLst/>
              <a:ahLst/>
              <a:cxnLst/>
              <a:rect l="0" t="0" r="0" b="0"/>
              <a:pathLst>
                <a:path w="490680" h="177090">
                  <a:moveTo>
                    <a:pt x="33601" y="49729"/>
                  </a:moveTo>
                  <a:lnTo>
                    <a:pt x="0" y="63760"/>
                  </a:lnTo>
                  <a:lnTo>
                    <a:pt x="31577" y="57246"/>
                  </a:lnTo>
                  <a:close/>
                  <a:moveTo>
                    <a:pt x="33601" y="49729"/>
                  </a:moveTo>
                  <a:lnTo>
                    <a:pt x="31577" y="57246"/>
                  </a:lnTo>
                  <a:lnTo>
                    <a:pt x="38748" y="52423"/>
                  </a:lnTo>
                  <a:close/>
                  <a:moveTo>
                    <a:pt x="33601" y="49729"/>
                  </a:moveTo>
                  <a:lnTo>
                    <a:pt x="57451" y="29408"/>
                  </a:lnTo>
                  <a:lnTo>
                    <a:pt x="41998" y="0"/>
                  </a:lnTo>
                  <a:close/>
                  <a:moveTo>
                    <a:pt x="432804" y="175921"/>
                  </a:moveTo>
                  <a:lnTo>
                    <a:pt x="398421" y="171947"/>
                  </a:lnTo>
                  <a:lnTo>
                    <a:pt x="385383" y="177090"/>
                  </a:lnTo>
                  <a:close/>
                  <a:moveTo>
                    <a:pt x="432804" y="175921"/>
                  </a:moveTo>
                  <a:lnTo>
                    <a:pt x="454015" y="159017"/>
                  </a:lnTo>
                  <a:lnTo>
                    <a:pt x="398421" y="171947"/>
                  </a:lnTo>
                  <a:close/>
                  <a:moveTo>
                    <a:pt x="458956" y="144364"/>
                  </a:moveTo>
                  <a:lnTo>
                    <a:pt x="454015" y="159017"/>
                  </a:lnTo>
                  <a:lnTo>
                    <a:pt x="470557" y="150281"/>
                  </a:lnTo>
                  <a:close/>
                  <a:moveTo>
                    <a:pt x="458956" y="144364"/>
                  </a:moveTo>
                  <a:lnTo>
                    <a:pt x="470557" y="150281"/>
                  </a:lnTo>
                  <a:lnTo>
                    <a:pt x="490680" y="10091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228" name="Input_density__219">
              <a:extLst>
                <a:ext uri="{FF2B5EF4-FFF2-40B4-BE49-F238E27FC236}">
                  <a16:creationId xmlns:a16="http://schemas.microsoft.com/office/drawing/2014/main" id="{C9EBF3F3-E505-18A7-E689-11331BFAF34C}"/>
                </a:ext>
              </a:extLst>
            </p:cNvPr>
            <p:cNvSpPr>
              <a:spLocks noGrp="1"/>
            </p:cNvSpPr>
            <p:nvPr/>
          </p:nvSpPr>
          <p:spPr>
            <a:xfrm>
              <a:off x="760011" y="2064939"/>
              <a:ext cx="561803" cy="254160"/>
            </a:xfrm>
            <a:custGeom>
              <a:avLst/>
              <a:gdLst/>
              <a:ahLst/>
              <a:cxnLst/>
              <a:rect l="0" t="0" r="0" b="0"/>
              <a:pathLst>
                <a:path w="561803" h="254160">
                  <a:moveTo>
                    <a:pt x="11923" y="38475"/>
                  </a:moveTo>
                  <a:lnTo>
                    <a:pt x="36252" y="64326"/>
                  </a:lnTo>
                  <a:lnTo>
                    <a:pt x="13731" y="37888"/>
                  </a:lnTo>
                  <a:close/>
                  <a:moveTo>
                    <a:pt x="11923" y="38475"/>
                  </a:moveTo>
                  <a:lnTo>
                    <a:pt x="9788" y="75230"/>
                  </a:lnTo>
                  <a:lnTo>
                    <a:pt x="36252" y="64326"/>
                  </a:lnTo>
                  <a:close/>
                  <a:moveTo>
                    <a:pt x="66724" y="58047"/>
                  </a:moveTo>
                  <a:lnTo>
                    <a:pt x="75476" y="51245"/>
                  </a:lnTo>
                  <a:lnTo>
                    <a:pt x="36252" y="64326"/>
                  </a:lnTo>
                  <a:close/>
                  <a:moveTo>
                    <a:pt x="36252" y="64326"/>
                  </a:moveTo>
                  <a:lnTo>
                    <a:pt x="75476" y="51245"/>
                  </a:lnTo>
                  <a:lnTo>
                    <a:pt x="48008" y="37110"/>
                  </a:lnTo>
                  <a:close/>
                  <a:moveTo>
                    <a:pt x="36252" y="64326"/>
                  </a:moveTo>
                  <a:lnTo>
                    <a:pt x="48008" y="37110"/>
                  </a:lnTo>
                  <a:lnTo>
                    <a:pt x="13731" y="37888"/>
                  </a:lnTo>
                  <a:close/>
                  <a:moveTo>
                    <a:pt x="0" y="1720"/>
                  </a:moveTo>
                  <a:lnTo>
                    <a:pt x="13731" y="37888"/>
                  </a:lnTo>
                  <a:lnTo>
                    <a:pt x="5294" y="0"/>
                  </a:lnTo>
                  <a:close/>
                  <a:moveTo>
                    <a:pt x="0" y="1720"/>
                  </a:moveTo>
                  <a:lnTo>
                    <a:pt x="11923" y="38475"/>
                  </a:lnTo>
                  <a:lnTo>
                    <a:pt x="13731" y="37888"/>
                  </a:lnTo>
                  <a:close/>
                  <a:moveTo>
                    <a:pt x="48008" y="37110"/>
                  </a:moveTo>
                  <a:lnTo>
                    <a:pt x="75476" y="51245"/>
                  </a:lnTo>
                  <a:lnTo>
                    <a:pt x="107719" y="47220"/>
                  </a:lnTo>
                  <a:close/>
                  <a:moveTo>
                    <a:pt x="75476" y="51245"/>
                  </a:moveTo>
                  <a:lnTo>
                    <a:pt x="66724" y="58047"/>
                  </a:lnTo>
                  <a:lnTo>
                    <a:pt x="79065" y="56608"/>
                  </a:lnTo>
                  <a:close/>
                  <a:moveTo>
                    <a:pt x="462524" y="213118"/>
                  </a:moveTo>
                  <a:lnTo>
                    <a:pt x="459794" y="232270"/>
                  </a:lnTo>
                  <a:lnTo>
                    <a:pt x="459904" y="227027"/>
                  </a:lnTo>
                  <a:close/>
                  <a:moveTo>
                    <a:pt x="459904" y="227027"/>
                  </a:moveTo>
                  <a:lnTo>
                    <a:pt x="487909" y="254160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59904" y="227027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72899" y="221616"/>
                  </a:lnTo>
                  <a:lnTo>
                    <a:pt x="472873" y="190272"/>
                  </a:lnTo>
                  <a:close/>
                  <a:moveTo>
                    <a:pt x="472873" y="190272"/>
                  </a:moveTo>
                  <a:lnTo>
                    <a:pt x="472899" y="221616"/>
                  </a:lnTo>
                  <a:lnTo>
                    <a:pt x="495406" y="209843"/>
                  </a:lnTo>
                  <a:close/>
                  <a:moveTo>
                    <a:pt x="472873" y="190272"/>
                  </a:moveTo>
                  <a:lnTo>
                    <a:pt x="495406" y="209843"/>
                  </a:lnTo>
                  <a:lnTo>
                    <a:pt x="499652" y="173088"/>
                  </a:lnTo>
                  <a:close/>
                  <a:moveTo>
                    <a:pt x="499652" y="173088"/>
                  </a:moveTo>
                  <a:lnTo>
                    <a:pt x="536505" y="196994"/>
                  </a:lnTo>
                  <a:lnTo>
                    <a:pt x="518038" y="167260"/>
                  </a:lnTo>
                  <a:close/>
                  <a:moveTo>
                    <a:pt x="499652" y="173088"/>
                  </a:moveTo>
                  <a:lnTo>
                    <a:pt x="495406" y="209843"/>
                  </a:lnTo>
                  <a:lnTo>
                    <a:pt x="536505" y="196994"/>
                  </a:lnTo>
                  <a:close/>
                  <a:moveTo>
                    <a:pt x="536505" y="196994"/>
                  </a:moveTo>
                  <a:lnTo>
                    <a:pt x="561803" y="158768"/>
                  </a:lnTo>
                  <a:lnTo>
                    <a:pt x="518038" y="167260"/>
                  </a:lnTo>
                  <a:close/>
                  <a:moveTo>
                    <a:pt x="505769" y="154021"/>
                  </a:moveTo>
                  <a:lnTo>
                    <a:pt x="499652" y="173088"/>
                  </a:lnTo>
                  <a:lnTo>
                    <a:pt x="518038" y="167260"/>
                  </a:lnTo>
                  <a:close/>
                  <a:moveTo>
                    <a:pt x="518038" y="167260"/>
                  </a:moveTo>
                  <a:lnTo>
                    <a:pt x="511450" y="136333"/>
                  </a:lnTo>
                  <a:lnTo>
                    <a:pt x="505769" y="154021"/>
                  </a:lnTo>
                  <a:close/>
                  <a:moveTo>
                    <a:pt x="545231" y="127493"/>
                  </a:moveTo>
                  <a:lnTo>
                    <a:pt x="511450" y="136333"/>
                  </a:lnTo>
                  <a:lnTo>
                    <a:pt x="518038" y="167260"/>
                  </a:lnTo>
                  <a:close/>
                  <a:moveTo>
                    <a:pt x="561803" y="158768"/>
                  </a:moveTo>
                  <a:lnTo>
                    <a:pt x="545231" y="127493"/>
                  </a:lnTo>
                  <a:lnTo>
                    <a:pt x="518038" y="16726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29" name="Input_density__220">
              <a:extLst>
                <a:ext uri="{FF2B5EF4-FFF2-40B4-BE49-F238E27FC236}">
                  <a16:creationId xmlns:a16="http://schemas.microsoft.com/office/drawing/2014/main" id="{15DEFCFD-B50D-FAED-52F6-BDC7C5D9EE0E}"/>
                </a:ext>
              </a:extLst>
            </p:cNvPr>
            <p:cNvSpPr>
              <a:spLocks noGrp="1"/>
            </p:cNvSpPr>
            <p:nvPr/>
          </p:nvSpPr>
          <p:spPr>
            <a:xfrm>
              <a:off x="1224246" y="2262171"/>
              <a:ext cx="118886" cy="76175"/>
            </a:xfrm>
            <a:custGeom>
              <a:avLst/>
              <a:gdLst/>
              <a:ahLst/>
              <a:cxnLst/>
              <a:rect l="0" t="0" r="0" b="0"/>
              <a:pathLst>
                <a:path w="118886" h="76175">
                  <a:moveTo>
                    <a:pt x="47421" y="75006"/>
                  </a:moveTo>
                  <a:lnTo>
                    <a:pt x="0" y="76175"/>
                  </a:lnTo>
                  <a:lnTo>
                    <a:pt x="34928" y="74868"/>
                  </a:lnTo>
                  <a:close/>
                  <a:moveTo>
                    <a:pt x="61471" y="66550"/>
                  </a:moveTo>
                  <a:lnTo>
                    <a:pt x="85174" y="49367"/>
                  </a:lnTo>
                  <a:lnTo>
                    <a:pt x="68632" y="58103"/>
                  </a:lnTo>
                  <a:close/>
                  <a:moveTo>
                    <a:pt x="105297" y="0"/>
                  </a:moveTo>
                  <a:lnTo>
                    <a:pt x="85174" y="49367"/>
                  </a:lnTo>
                  <a:lnTo>
                    <a:pt x="97682" y="42140"/>
                  </a:lnTo>
                  <a:close/>
                  <a:moveTo>
                    <a:pt x="105297" y="0"/>
                  </a:moveTo>
                  <a:lnTo>
                    <a:pt x="97682" y="42140"/>
                  </a:lnTo>
                  <a:lnTo>
                    <a:pt x="118886" y="1261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230" name="Input_density__221">
              <a:extLst>
                <a:ext uri="{FF2B5EF4-FFF2-40B4-BE49-F238E27FC236}">
                  <a16:creationId xmlns:a16="http://schemas.microsoft.com/office/drawing/2014/main" id="{B7D36AE7-4757-46E8-16F3-2B61761E1E1B}"/>
                </a:ext>
              </a:extLst>
            </p:cNvPr>
            <p:cNvSpPr>
              <a:spLocks noGrp="1"/>
            </p:cNvSpPr>
            <p:nvPr/>
          </p:nvSpPr>
          <p:spPr>
            <a:xfrm>
              <a:off x="1271667" y="2304310"/>
              <a:ext cx="50261" cy="32866"/>
            </a:xfrm>
            <a:custGeom>
              <a:avLst/>
              <a:gdLst/>
              <a:ahLst/>
              <a:cxnLst/>
              <a:rect l="0" t="0" r="0" b="0"/>
              <a:pathLst>
                <a:path w="50261" h="32866">
                  <a:moveTo>
                    <a:pt x="14050" y="24410"/>
                  </a:moveTo>
                  <a:lnTo>
                    <a:pt x="21211" y="15963"/>
                  </a:lnTo>
                  <a:lnTo>
                    <a:pt x="0" y="32866"/>
                  </a:lnTo>
                  <a:close/>
                  <a:moveTo>
                    <a:pt x="37753" y="7227"/>
                  </a:moveTo>
                  <a:lnTo>
                    <a:pt x="14050" y="24410"/>
                  </a:lnTo>
                  <a:lnTo>
                    <a:pt x="50261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231" name="Input_density__222">
              <a:extLst>
                <a:ext uri="{FF2B5EF4-FFF2-40B4-BE49-F238E27FC236}">
                  <a16:creationId xmlns:a16="http://schemas.microsoft.com/office/drawing/2014/main" id="{9315F46E-8849-56FE-C62E-A30932F7AEFB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1546"/>
              <a:ext cx="528020" cy="197552"/>
            </a:xfrm>
            <a:custGeom>
              <a:avLst/>
              <a:gdLst/>
              <a:ahLst/>
              <a:cxnLst/>
              <a:rect l="0" t="0" r="0" b="0"/>
              <a:pathLst>
                <a:path w="528020" h="197552">
                  <a:moveTo>
                    <a:pt x="34133" y="46231"/>
                  </a:moveTo>
                  <a:lnTo>
                    <a:pt x="25602" y="65550"/>
                  </a:lnTo>
                  <a:lnTo>
                    <a:pt x="58110" y="38194"/>
                  </a:lnTo>
                  <a:close/>
                  <a:moveTo>
                    <a:pt x="16266" y="55378"/>
                  </a:moveTo>
                  <a:lnTo>
                    <a:pt x="25602" y="65550"/>
                  </a:lnTo>
                  <a:lnTo>
                    <a:pt x="34133" y="46231"/>
                  </a:lnTo>
                  <a:close/>
                  <a:moveTo>
                    <a:pt x="0" y="18623"/>
                  </a:moveTo>
                  <a:lnTo>
                    <a:pt x="16266" y="55378"/>
                  </a:lnTo>
                  <a:lnTo>
                    <a:pt x="34133" y="46231"/>
                  </a:lnTo>
                  <a:close/>
                  <a:moveTo>
                    <a:pt x="58110" y="38194"/>
                  </a:moveTo>
                  <a:lnTo>
                    <a:pt x="56936" y="1439"/>
                  </a:lnTo>
                  <a:lnTo>
                    <a:pt x="34133" y="46231"/>
                  </a:lnTo>
                  <a:close/>
                  <a:moveTo>
                    <a:pt x="56936" y="1439"/>
                  </a:moveTo>
                  <a:lnTo>
                    <a:pt x="81139" y="35104"/>
                  </a:lnTo>
                  <a:lnTo>
                    <a:pt x="69277" y="0"/>
                  </a:lnTo>
                  <a:close/>
                  <a:moveTo>
                    <a:pt x="56936" y="1439"/>
                  </a:moveTo>
                  <a:lnTo>
                    <a:pt x="58110" y="38194"/>
                  </a:lnTo>
                  <a:lnTo>
                    <a:pt x="81139" y="35104"/>
                  </a:lnTo>
                  <a:close/>
                  <a:moveTo>
                    <a:pt x="494759" y="189991"/>
                  </a:moveTo>
                  <a:lnTo>
                    <a:pt x="485618" y="153236"/>
                  </a:lnTo>
                  <a:lnTo>
                    <a:pt x="478121" y="197552"/>
                  </a:lnTo>
                  <a:close/>
                  <a:moveTo>
                    <a:pt x="485618" y="153236"/>
                  </a:moveTo>
                  <a:lnTo>
                    <a:pt x="528020" y="184074"/>
                  </a:lnTo>
                  <a:lnTo>
                    <a:pt x="526717" y="140386"/>
                  </a:lnTo>
                  <a:close/>
                  <a:moveTo>
                    <a:pt x="485618" y="153236"/>
                  </a:moveTo>
                  <a:lnTo>
                    <a:pt x="494759" y="189991"/>
                  </a:lnTo>
                  <a:lnTo>
                    <a:pt x="528020" y="18407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232" name="Input_density__223">
              <a:extLst>
                <a:ext uri="{FF2B5EF4-FFF2-40B4-BE49-F238E27FC236}">
                  <a16:creationId xmlns:a16="http://schemas.microsoft.com/office/drawing/2014/main" id="{6326DD19-FA10-5D5C-C1E8-9DA8005C803B}"/>
                </a:ext>
              </a:extLst>
            </p:cNvPr>
            <p:cNvSpPr>
              <a:spLocks noGrp="1"/>
            </p:cNvSpPr>
            <p:nvPr/>
          </p:nvSpPr>
          <p:spPr>
            <a:xfrm>
              <a:off x="795402" y="2156650"/>
              <a:ext cx="534141" cy="176553"/>
            </a:xfrm>
            <a:custGeom>
              <a:avLst/>
              <a:gdLst/>
              <a:ahLst/>
              <a:cxnLst/>
              <a:rect l="0" t="0" r="0" b="0"/>
              <a:pathLst>
                <a:path w="534141" h="176553">
                  <a:moveTo>
                    <a:pt x="0" y="30447"/>
                  </a:moveTo>
                  <a:lnTo>
                    <a:pt x="25610" y="57029"/>
                  </a:lnTo>
                  <a:lnTo>
                    <a:pt x="32508" y="3091"/>
                  </a:lnTo>
                  <a:close/>
                  <a:moveTo>
                    <a:pt x="32508" y="3091"/>
                  </a:moveTo>
                  <a:lnTo>
                    <a:pt x="25610" y="57029"/>
                  </a:lnTo>
                  <a:lnTo>
                    <a:pt x="54217" y="12369"/>
                  </a:lnTo>
                  <a:close/>
                  <a:moveTo>
                    <a:pt x="54217" y="12369"/>
                  </a:moveTo>
                  <a:lnTo>
                    <a:pt x="25610" y="57029"/>
                  </a:lnTo>
                  <a:lnTo>
                    <a:pt x="48270" y="50655"/>
                  </a:lnTo>
                  <a:close/>
                  <a:moveTo>
                    <a:pt x="32508" y="3091"/>
                  </a:moveTo>
                  <a:lnTo>
                    <a:pt x="54217" y="12369"/>
                  </a:lnTo>
                  <a:lnTo>
                    <a:pt x="55537" y="0"/>
                  </a:lnTo>
                  <a:close/>
                  <a:moveTo>
                    <a:pt x="434378" y="172071"/>
                  </a:moveTo>
                  <a:lnTo>
                    <a:pt x="441883" y="176553"/>
                  </a:lnTo>
                  <a:lnTo>
                    <a:pt x="452519" y="162449"/>
                  </a:lnTo>
                  <a:close/>
                  <a:moveTo>
                    <a:pt x="441883" y="176553"/>
                  </a:moveTo>
                  <a:lnTo>
                    <a:pt x="469156" y="154887"/>
                  </a:lnTo>
                  <a:lnTo>
                    <a:pt x="452519" y="162449"/>
                  </a:lnTo>
                  <a:close/>
                  <a:moveTo>
                    <a:pt x="501115" y="105282"/>
                  </a:moveTo>
                  <a:lnTo>
                    <a:pt x="502418" y="148970"/>
                  </a:lnTo>
                  <a:lnTo>
                    <a:pt x="534141" y="1055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233" name="Input_density__224">
              <a:extLst>
                <a:ext uri="{FF2B5EF4-FFF2-40B4-BE49-F238E27FC236}">
                  <a16:creationId xmlns:a16="http://schemas.microsoft.com/office/drawing/2014/main" id="{0ED123BA-1EBC-03B6-1570-2FE87A8F79CB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2986"/>
              <a:ext cx="485618" cy="196113"/>
            </a:xfrm>
            <a:custGeom>
              <a:avLst/>
              <a:gdLst/>
              <a:ahLst/>
              <a:cxnLst/>
              <a:rect l="0" t="0" r="0" b="0"/>
              <a:pathLst>
                <a:path w="485618" h="196113">
                  <a:moveTo>
                    <a:pt x="0" y="17183"/>
                  </a:moveTo>
                  <a:lnTo>
                    <a:pt x="34133" y="44791"/>
                  </a:lnTo>
                  <a:lnTo>
                    <a:pt x="26464" y="6279"/>
                  </a:lnTo>
                  <a:close/>
                  <a:moveTo>
                    <a:pt x="56936" y="0"/>
                  </a:moveTo>
                  <a:lnTo>
                    <a:pt x="26464" y="6279"/>
                  </a:lnTo>
                  <a:lnTo>
                    <a:pt x="34133" y="44791"/>
                  </a:lnTo>
                  <a:close/>
                  <a:moveTo>
                    <a:pt x="485618" y="151796"/>
                  </a:moveTo>
                  <a:lnTo>
                    <a:pt x="463111" y="163569"/>
                  </a:lnTo>
                  <a:lnTo>
                    <a:pt x="478121" y="19611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234" name="Input_density__225">
              <a:extLst>
                <a:ext uri="{FF2B5EF4-FFF2-40B4-BE49-F238E27FC236}">
                  <a16:creationId xmlns:a16="http://schemas.microsoft.com/office/drawing/2014/main" id="{98350386-C51E-8965-8508-41AF606B780D}"/>
                </a:ext>
              </a:extLst>
            </p:cNvPr>
            <p:cNvSpPr>
              <a:spLocks noGrp="1"/>
            </p:cNvSpPr>
            <p:nvPr/>
          </p:nvSpPr>
          <p:spPr>
            <a:xfrm>
              <a:off x="1237285" y="2305620"/>
              <a:ext cx="60535" cy="27583"/>
            </a:xfrm>
            <a:custGeom>
              <a:avLst/>
              <a:gdLst/>
              <a:ahLst/>
              <a:cxnLst/>
              <a:rect l="0" t="0" r="0" b="0"/>
              <a:pathLst>
                <a:path w="60535" h="27583">
                  <a:moveTo>
                    <a:pt x="55594" y="14653"/>
                  </a:moveTo>
                  <a:lnTo>
                    <a:pt x="27274" y="5917"/>
                  </a:lnTo>
                  <a:lnTo>
                    <a:pt x="0" y="27583"/>
                  </a:lnTo>
                  <a:close/>
                  <a:moveTo>
                    <a:pt x="27274" y="5917"/>
                  </a:moveTo>
                  <a:lnTo>
                    <a:pt x="55594" y="14653"/>
                  </a:lnTo>
                  <a:lnTo>
                    <a:pt x="6053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</p:grpSp>
      <p:sp>
        <p:nvSpPr>
          <p:cNvPr id="235" name="Find | Receptor card">
            <a:extLst>
              <a:ext uri="{FF2B5EF4-FFF2-40B4-BE49-F238E27FC236}">
                <a16:creationId xmlns:a16="http://schemas.microsoft.com/office/drawing/2014/main" id="{14AB21BD-0738-3971-E58F-22FD1AF0E9C2}"/>
              </a:ext>
            </a:extLst>
          </p:cNvPr>
          <p:cNvSpPr/>
          <p:nvPr/>
        </p:nvSpPr>
        <p:spPr>
          <a:xfrm>
            <a:off x="526966" y="1028349"/>
            <a:ext cx="617009" cy="727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6" name="TextBox 6212">
            <a:extLst>
              <a:ext uri="{FF2B5EF4-FFF2-40B4-BE49-F238E27FC236}">
                <a16:creationId xmlns:a16="http://schemas.microsoft.com/office/drawing/2014/main" id="{1AFB2E9B-EC7E-ADA0-104A-56340DD72AED}"/>
              </a:ext>
            </a:extLst>
          </p:cNvPr>
          <p:cNvSpPr txBox="1"/>
          <p:nvPr/>
        </p:nvSpPr>
        <p:spPr>
          <a:xfrm>
            <a:off x="504666" y="1052746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237" name="Find | 3D voxel U-Net box">
            <a:extLst>
              <a:ext uri="{FF2B5EF4-FFF2-40B4-BE49-F238E27FC236}">
                <a16:creationId xmlns:a16="http://schemas.microsoft.com/office/drawing/2014/main" id="{0224D5DB-70D3-18F6-97AE-C711EDDE6B08}"/>
              </a:ext>
            </a:extLst>
          </p:cNvPr>
          <p:cNvSpPr/>
          <p:nvPr/>
        </p:nvSpPr>
        <p:spPr>
          <a:xfrm>
            <a:off x="1743636" y="284774"/>
            <a:ext cx="2183263" cy="743575"/>
          </a:xfrm>
          <a:prstGeom prst="roundRect">
            <a:avLst>
              <a:gd name="adj" fmla="val 5000"/>
            </a:avLst>
          </a:prstGeom>
          <a:solidFill>
            <a:srgbClr val="EDF3FA"/>
          </a:solidFill>
          <a:ln w="7290">
            <a:solidFill>
              <a:srgbClr val="C3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8" name="TextBox 6223">
            <a:extLst>
              <a:ext uri="{FF2B5EF4-FFF2-40B4-BE49-F238E27FC236}">
                <a16:creationId xmlns:a16="http://schemas.microsoft.com/office/drawing/2014/main" id="{E6960B20-6980-652D-6074-AC25569C5904}"/>
              </a:ext>
            </a:extLst>
          </p:cNvPr>
          <p:cNvSpPr txBox="1"/>
          <p:nvPr/>
        </p:nvSpPr>
        <p:spPr>
          <a:xfrm>
            <a:off x="1743636" y="310561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3D voxel U-Net</a:t>
            </a:r>
          </a:p>
        </p:txBody>
      </p:sp>
      <p:sp>
        <p:nvSpPr>
          <p:cNvPr id="239" name="TextBox 6224">
            <a:extLst>
              <a:ext uri="{FF2B5EF4-FFF2-40B4-BE49-F238E27FC236}">
                <a16:creationId xmlns:a16="http://schemas.microsoft.com/office/drawing/2014/main" id="{1F6060D3-DE65-C062-2083-854CAFD95E61}"/>
              </a:ext>
            </a:extLst>
          </p:cNvPr>
          <p:cNvSpPr txBox="1"/>
          <p:nvPr/>
        </p:nvSpPr>
        <p:spPr>
          <a:xfrm>
            <a:off x="1743491" y="415407"/>
            <a:ext cx="2183414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 dirty="0">
                <a:solidFill>
                  <a:srgbClr val="5A6B7C"/>
                </a:solidFill>
                <a:latin typeface="Arial"/>
              </a:rPr>
              <a:t>Skip connections</a:t>
            </a:r>
          </a:p>
        </p:txBody>
      </p:sp>
      <p:sp>
        <p:nvSpPr>
          <p:cNvPr id="240" name="TextBox 10003">
            <a:extLst>
              <a:ext uri="{FF2B5EF4-FFF2-40B4-BE49-F238E27FC236}">
                <a16:creationId xmlns:a16="http://schemas.microsoft.com/office/drawing/2014/main" id="{058F53CF-0188-2363-2658-06DE9D36277A}"/>
              </a:ext>
            </a:extLst>
          </p:cNvPr>
          <p:cNvSpPr txBox="1"/>
          <p:nvPr/>
        </p:nvSpPr>
        <p:spPr>
          <a:xfrm>
            <a:off x="1909753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B78A8"/>
                </a:solidFill>
                <a:latin typeface="Arial"/>
              </a:rPr>
              <a:t>Encoder</a:t>
            </a:r>
          </a:p>
        </p:txBody>
      </p:sp>
      <p:sp>
        <p:nvSpPr>
          <p:cNvPr id="241" name="TextBox 10004">
            <a:extLst>
              <a:ext uri="{FF2B5EF4-FFF2-40B4-BE49-F238E27FC236}">
                <a16:creationId xmlns:a16="http://schemas.microsoft.com/office/drawing/2014/main" id="{C82B97A2-A714-3558-F1D3-9BD3905C4445}"/>
              </a:ext>
            </a:extLst>
          </p:cNvPr>
          <p:cNvSpPr txBox="1"/>
          <p:nvPr/>
        </p:nvSpPr>
        <p:spPr>
          <a:xfrm>
            <a:off x="2558404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7E63A8"/>
                </a:solidFill>
                <a:latin typeface="Arial"/>
              </a:rPr>
              <a:t>Bottleneck</a:t>
            </a:r>
          </a:p>
        </p:txBody>
      </p:sp>
      <p:sp>
        <p:nvSpPr>
          <p:cNvPr id="242" name="TextBox 10005">
            <a:extLst>
              <a:ext uri="{FF2B5EF4-FFF2-40B4-BE49-F238E27FC236}">
                <a16:creationId xmlns:a16="http://schemas.microsoft.com/office/drawing/2014/main" id="{92EC81E4-D5C2-9F26-F151-A7A2199B384A}"/>
              </a:ext>
            </a:extLst>
          </p:cNvPr>
          <p:cNvSpPr txBox="1"/>
          <p:nvPr/>
        </p:nvSpPr>
        <p:spPr>
          <a:xfrm>
            <a:off x="3207055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68274"/>
                </a:solidFill>
                <a:latin typeface="Arial"/>
              </a:rPr>
              <a:t>Decoder</a:t>
            </a:r>
          </a:p>
        </p:txBody>
      </p:sp>
      <p:sp>
        <p:nvSpPr>
          <p:cNvPr id="243" name="Find | Point Transformer V3 box">
            <a:extLst>
              <a:ext uri="{FF2B5EF4-FFF2-40B4-BE49-F238E27FC236}">
                <a16:creationId xmlns:a16="http://schemas.microsoft.com/office/drawing/2014/main" id="{39A919B5-9E99-7528-F658-8CAE4AC0DF6C}"/>
              </a:ext>
            </a:extLst>
          </p:cNvPr>
          <p:cNvSpPr/>
          <p:nvPr/>
        </p:nvSpPr>
        <p:spPr>
          <a:xfrm>
            <a:off x="1743636" y="1170736"/>
            <a:ext cx="2183263" cy="585368"/>
          </a:xfrm>
          <a:prstGeom prst="roundRect">
            <a:avLst>
              <a:gd name="adj" fmla="val 5000"/>
            </a:avLst>
          </a:prstGeom>
          <a:solidFill>
            <a:srgbClr val="F2EEF8"/>
          </a:solidFill>
          <a:ln w="7290">
            <a:solidFill>
              <a:srgbClr val="D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244" name="Find | PTV3 stage 1 (no pseudo)">
            <a:extLst>
              <a:ext uri="{FF2B5EF4-FFF2-40B4-BE49-F238E27FC236}">
                <a16:creationId xmlns:a16="http://schemas.microsoft.com/office/drawing/2014/main" id="{D8B46DD5-63B2-D11B-3B7F-43FB99F307F6}"/>
              </a:ext>
            </a:extLst>
          </p:cNvPr>
          <p:cNvGrpSpPr/>
          <p:nvPr/>
        </p:nvGrpSpPr>
        <p:grpSpPr>
          <a:xfrm>
            <a:off x="1834605" y="1222153"/>
            <a:ext cx="276863" cy="197759"/>
            <a:chOff x="1837958" y="1438830"/>
            <a:chExt cx="279225" cy="243090"/>
          </a:xfrm>
        </p:grpSpPr>
        <p:sp>
          <p:nvSpPr>
            <p:cNvPr id="245" name="rect_1844">
              <a:extLst>
                <a:ext uri="{FF2B5EF4-FFF2-40B4-BE49-F238E27FC236}">
                  <a16:creationId xmlns:a16="http://schemas.microsoft.com/office/drawing/2014/main" id="{93572BF9-C192-BF24-40C2-7E6A3D8072C9}"/>
                </a:ext>
              </a:extLst>
            </p:cNvPr>
            <p:cNvSpPr/>
            <p:nvPr/>
          </p:nvSpPr>
          <p:spPr>
            <a:xfrm>
              <a:off x="183795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6" name="ellipse_1845">
              <a:extLst>
                <a:ext uri="{FF2B5EF4-FFF2-40B4-BE49-F238E27FC236}">
                  <a16:creationId xmlns:a16="http://schemas.microsoft.com/office/drawing/2014/main" id="{DFC17B53-AD9D-A0B2-DFD4-97B8BF06C735}"/>
                </a:ext>
              </a:extLst>
            </p:cNvPr>
            <p:cNvSpPr/>
            <p:nvPr/>
          </p:nvSpPr>
          <p:spPr>
            <a:xfrm>
              <a:off x="1911179" y="154988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1846">
              <a:extLst>
                <a:ext uri="{FF2B5EF4-FFF2-40B4-BE49-F238E27FC236}">
                  <a16:creationId xmlns:a16="http://schemas.microsoft.com/office/drawing/2014/main" id="{7CE0D72C-27F9-01CA-1CB3-4C6792214976}"/>
                </a:ext>
              </a:extLst>
            </p:cNvPr>
            <p:cNvSpPr/>
            <p:nvPr/>
          </p:nvSpPr>
          <p:spPr>
            <a:xfrm>
              <a:off x="2016057" y="15691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8" name="ellipse_1847">
              <a:extLst>
                <a:ext uri="{FF2B5EF4-FFF2-40B4-BE49-F238E27FC236}">
                  <a16:creationId xmlns:a16="http://schemas.microsoft.com/office/drawing/2014/main" id="{F049DDC3-D9E6-B1B1-E77D-DE2D60E0B72D}"/>
                </a:ext>
              </a:extLst>
            </p:cNvPr>
            <p:cNvSpPr/>
            <p:nvPr/>
          </p:nvSpPr>
          <p:spPr>
            <a:xfrm>
              <a:off x="1901005" y="1463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9" name="ellipse_1848">
              <a:extLst>
                <a:ext uri="{FF2B5EF4-FFF2-40B4-BE49-F238E27FC236}">
                  <a16:creationId xmlns:a16="http://schemas.microsoft.com/office/drawing/2014/main" id="{3E390D46-07F7-3356-E8C9-B21E734BE31C}"/>
                </a:ext>
              </a:extLst>
            </p:cNvPr>
            <p:cNvSpPr/>
            <p:nvPr/>
          </p:nvSpPr>
          <p:spPr>
            <a:xfrm>
              <a:off x="1966917" y="149122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0" name="ellipse_1849">
              <a:extLst>
                <a:ext uri="{FF2B5EF4-FFF2-40B4-BE49-F238E27FC236}">
                  <a16:creationId xmlns:a16="http://schemas.microsoft.com/office/drawing/2014/main" id="{186B5FDB-5CD4-C486-03C2-AF6661702E3F}"/>
                </a:ext>
              </a:extLst>
            </p:cNvPr>
            <p:cNvSpPr/>
            <p:nvPr/>
          </p:nvSpPr>
          <p:spPr>
            <a:xfrm>
              <a:off x="1981202" y="14619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1" name="ellipse_1850">
              <a:extLst>
                <a:ext uri="{FF2B5EF4-FFF2-40B4-BE49-F238E27FC236}">
                  <a16:creationId xmlns:a16="http://schemas.microsoft.com/office/drawing/2014/main" id="{C1F3523D-4464-AA27-0D5A-341B72BF5DC0}"/>
                </a:ext>
              </a:extLst>
            </p:cNvPr>
            <p:cNvSpPr/>
            <p:nvPr/>
          </p:nvSpPr>
          <p:spPr>
            <a:xfrm>
              <a:off x="2025801" y="15227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2" name="ellipse_1851">
              <a:extLst>
                <a:ext uri="{FF2B5EF4-FFF2-40B4-BE49-F238E27FC236}">
                  <a16:creationId xmlns:a16="http://schemas.microsoft.com/office/drawing/2014/main" id="{57550D94-17D1-3364-8853-93A620970B09}"/>
                </a:ext>
              </a:extLst>
            </p:cNvPr>
            <p:cNvSpPr/>
            <p:nvPr/>
          </p:nvSpPr>
          <p:spPr>
            <a:xfrm>
              <a:off x="1923657" y="157409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3" name="ellipse_1852">
              <a:extLst>
                <a:ext uri="{FF2B5EF4-FFF2-40B4-BE49-F238E27FC236}">
                  <a16:creationId xmlns:a16="http://schemas.microsoft.com/office/drawing/2014/main" id="{28D7C6CE-432E-67E9-319B-9494FC1BC259}"/>
                </a:ext>
              </a:extLst>
            </p:cNvPr>
            <p:cNvSpPr/>
            <p:nvPr/>
          </p:nvSpPr>
          <p:spPr>
            <a:xfrm>
              <a:off x="2046951" y="149268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4" name="ellipse_1853">
              <a:extLst>
                <a:ext uri="{FF2B5EF4-FFF2-40B4-BE49-F238E27FC236}">
                  <a16:creationId xmlns:a16="http://schemas.microsoft.com/office/drawing/2014/main" id="{05ABE63F-D27F-2AD7-F0DF-9E904210D620}"/>
                </a:ext>
              </a:extLst>
            </p:cNvPr>
            <p:cNvSpPr/>
            <p:nvPr/>
          </p:nvSpPr>
          <p:spPr>
            <a:xfrm>
              <a:off x="1971403" y="1621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5" name="ellipse_1854">
              <a:extLst>
                <a:ext uri="{FF2B5EF4-FFF2-40B4-BE49-F238E27FC236}">
                  <a16:creationId xmlns:a16="http://schemas.microsoft.com/office/drawing/2014/main" id="{233011C0-313C-AEB8-3B67-3791EE83F34E}"/>
                </a:ext>
              </a:extLst>
            </p:cNvPr>
            <p:cNvSpPr/>
            <p:nvPr/>
          </p:nvSpPr>
          <p:spPr>
            <a:xfrm>
              <a:off x="1916632" y="148370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56" name="Find | PTV3 stage 2 (no pseudo)">
            <a:extLst>
              <a:ext uri="{FF2B5EF4-FFF2-40B4-BE49-F238E27FC236}">
                <a16:creationId xmlns:a16="http://schemas.microsoft.com/office/drawing/2014/main" id="{34626515-1D87-9FDA-5AEA-4198E9C0C796}"/>
              </a:ext>
            </a:extLst>
          </p:cNvPr>
          <p:cNvGrpSpPr/>
          <p:nvPr/>
        </p:nvGrpSpPr>
        <p:grpSpPr>
          <a:xfrm>
            <a:off x="2265368" y="1218198"/>
            <a:ext cx="269656" cy="205670"/>
            <a:chOff x="2276505" y="1465110"/>
            <a:chExt cx="243090" cy="190530"/>
          </a:xfrm>
        </p:grpSpPr>
        <p:sp>
          <p:nvSpPr>
            <p:cNvPr id="257" name="rect_1860">
              <a:extLst>
                <a:ext uri="{FF2B5EF4-FFF2-40B4-BE49-F238E27FC236}">
                  <a16:creationId xmlns:a16="http://schemas.microsoft.com/office/drawing/2014/main" id="{2DCE41B2-2E01-FBE3-8235-83692EF5BE46}"/>
                </a:ext>
              </a:extLst>
            </p:cNvPr>
            <p:cNvSpPr/>
            <p:nvPr/>
          </p:nvSpPr>
          <p:spPr>
            <a:xfrm>
              <a:off x="227650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8" name="ellipse_1861">
              <a:extLst>
                <a:ext uri="{FF2B5EF4-FFF2-40B4-BE49-F238E27FC236}">
                  <a16:creationId xmlns:a16="http://schemas.microsoft.com/office/drawing/2014/main" id="{EC7471F0-B616-F446-8F29-348B52DFAE2C}"/>
                </a:ext>
              </a:extLst>
            </p:cNvPr>
            <p:cNvSpPr/>
            <p:nvPr/>
          </p:nvSpPr>
          <p:spPr>
            <a:xfrm>
              <a:off x="2443383" y="14753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9" name="ellipse_1862">
              <a:extLst>
                <a:ext uri="{FF2B5EF4-FFF2-40B4-BE49-F238E27FC236}">
                  <a16:creationId xmlns:a16="http://schemas.microsoft.com/office/drawing/2014/main" id="{A7408153-9908-5636-6A96-3F0E71520D11}"/>
                </a:ext>
              </a:extLst>
            </p:cNvPr>
            <p:cNvSpPr/>
            <p:nvPr/>
          </p:nvSpPr>
          <p:spPr>
            <a:xfrm>
              <a:off x="2334302" y="149054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0" name="ellipse_1863">
              <a:extLst>
                <a:ext uri="{FF2B5EF4-FFF2-40B4-BE49-F238E27FC236}">
                  <a16:creationId xmlns:a16="http://schemas.microsoft.com/office/drawing/2014/main" id="{7A932570-2415-843E-18DB-BC2212C80506}"/>
                </a:ext>
              </a:extLst>
            </p:cNvPr>
            <p:cNvSpPr/>
            <p:nvPr/>
          </p:nvSpPr>
          <p:spPr>
            <a:xfrm>
              <a:off x="2421391" y="151821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1" name="ellipse_1864">
              <a:extLst>
                <a:ext uri="{FF2B5EF4-FFF2-40B4-BE49-F238E27FC236}">
                  <a16:creationId xmlns:a16="http://schemas.microsoft.com/office/drawing/2014/main" id="{CA3673D2-A768-9CA4-423F-8375A7AAC506}"/>
                </a:ext>
              </a:extLst>
            </p:cNvPr>
            <p:cNvSpPr/>
            <p:nvPr/>
          </p:nvSpPr>
          <p:spPr>
            <a:xfrm>
              <a:off x="2395798" y="148175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2" name="ellipse_1865">
              <a:extLst>
                <a:ext uri="{FF2B5EF4-FFF2-40B4-BE49-F238E27FC236}">
                  <a16:creationId xmlns:a16="http://schemas.microsoft.com/office/drawing/2014/main" id="{54162E2B-08E5-057D-BCC8-A09D96285DE5}"/>
                </a:ext>
              </a:extLst>
            </p:cNvPr>
            <p:cNvSpPr/>
            <p:nvPr/>
          </p:nvSpPr>
          <p:spPr>
            <a:xfrm>
              <a:off x="2345071" y="160888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3" name="ellipse_1866">
              <a:extLst>
                <a:ext uri="{FF2B5EF4-FFF2-40B4-BE49-F238E27FC236}">
                  <a16:creationId xmlns:a16="http://schemas.microsoft.com/office/drawing/2014/main" id="{228B4CC4-5346-AC7A-296E-8F1434C52B94}"/>
                </a:ext>
              </a:extLst>
            </p:cNvPr>
            <p:cNvSpPr/>
            <p:nvPr/>
          </p:nvSpPr>
          <p:spPr>
            <a:xfrm>
              <a:off x="2455927" y="15235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4" name="ellipse_1867">
              <a:extLst>
                <a:ext uri="{FF2B5EF4-FFF2-40B4-BE49-F238E27FC236}">
                  <a16:creationId xmlns:a16="http://schemas.microsoft.com/office/drawing/2014/main" id="{C9039F06-A72E-4274-BECF-E151458F1942}"/>
                </a:ext>
              </a:extLst>
            </p:cNvPr>
            <p:cNvSpPr/>
            <p:nvPr/>
          </p:nvSpPr>
          <p:spPr>
            <a:xfrm>
              <a:off x="2415612" y="15382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5" name="ellipse_1868">
              <a:extLst>
                <a:ext uri="{FF2B5EF4-FFF2-40B4-BE49-F238E27FC236}">
                  <a16:creationId xmlns:a16="http://schemas.microsoft.com/office/drawing/2014/main" id="{EBFD3430-2730-BF3C-0DAB-1989073F6844}"/>
                </a:ext>
              </a:extLst>
            </p:cNvPr>
            <p:cNvSpPr/>
            <p:nvPr/>
          </p:nvSpPr>
          <p:spPr>
            <a:xfrm>
              <a:off x="2384162" y="155385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66" name="Find | PTV3 stage 3 (no pseudo)">
            <a:extLst>
              <a:ext uri="{FF2B5EF4-FFF2-40B4-BE49-F238E27FC236}">
                <a16:creationId xmlns:a16="http://schemas.microsoft.com/office/drawing/2014/main" id="{F1C3FEFB-CA97-898D-E70A-CE0DFBF02FA6}"/>
              </a:ext>
            </a:extLst>
          </p:cNvPr>
          <p:cNvGrpSpPr/>
          <p:nvPr/>
        </p:nvGrpSpPr>
        <p:grpSpPr>
          <a:xfrm>
            <a:off x="2713208" y="1230063"/>
            <a:ext cx="244120" cy="181939"/>
            <a:chOff x="2703555" y="1491390"/>
            <a:chExt cx="190530" cy="137970"/>
          </a:xfrm>
        </p:grpSpPr>
        <p:sp>
          <p:nvSpPr>
            <p:cNvPr id="267" name="rect_1874">
              <a:extLst>
                <a:ext uri="{FF2B5EF4-FFF2-40B4-BE49-F238E27FC236}">
                  <a16:creationId xmlns:a16="http://schemas.microsoft.com/office/drawing/2014/main" id="{93F6E4B1-3011-2CAB-4B03-6D60D3A9A05A}"/>
                </a:ext>
              </a:extLst>
            </p:cNvPr>
            <p:cNvSpPr/>
            <p:nvPr/>
          </p:nvSpPr>
          <p:spPr>
            <a:xfrm>
              <a:off x="2703555" y="1491390"/>
              <a:ext cx="190530" cy="137970"/>
            </a:xfrm>
            <a:prstGeom prst="roundRect">
              <a:avLst>
                <a:gd name="adj" fmla="val 11905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8" name="ellipse_1875">
              <a:extLst>
                <a:ext uri="{FF2B5EF4-FFF2-40B4-BE49-F238E27FC236}">
                  <a16:creationId xmlns:a16="http://schemas.microsoft.com/office/drawing/2014/main" id="{B2163DE5-2007-97BF-575D-0ADC3652DE11}"/>
                </a:ext>
              </a:extLst>
            </p:cNvPr>
            <p:cNvSpPr/>
            <p:nvPr/>
          </p:nvSpPr>
          <p:spPr>
            <a:xfrm>
              <a:off x="2782342" y="152486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9" name="ellipse_1876">
              <a:extLst>
                <a:ext uri="{FF2B5EF4-FFF2-40B4-BE49-F238E27FC236}">
                  <a16:creationId xmlns:a16="http://schemas.microsoft.com/office/drawing/2014/main" id="{E4737E89-C8AD-2FE6-D8AB-5604DADFB979}"/>
                </a:ext>
              </a:extLst>
            </p:cNvPr>
            <p:cNvSpPr/>
            <p:nvPr/>
          </p:nvSpPr>
          <p:spPr>
            <a:xfrm>
              <a:off x="2750750" y="159446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0" name="ellipse_1877">
              <a:extLst>
                <a:ext uri="{FF2B5EF4-FFF2-40B4-BE49-F238E27FC236}">
                  <a16:creationId xmlns:a16="http://schemas.microsoft.com/office/drawing/2014/main" id="{F7DE79B6-D4B1-A669-2B5B-788DBB4668E9}"/>
                </a:ext>
              </a:extLst>
            </p:cNvPr>
            <p:cNvSpPr/>
            <p:nvPr/>
          </p:nvSpPr>
          <p:spPr>
            <a:xfrm>
              <a:off x="2743887" y="14971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1" name="ellipse_1878">
              <a:extLst>
                <a:ext uri="{FF2B5EF4-FFF2-40B4-BE49-F238E27FC236}">
                  <a16:creationId xmlns:a16="http://schemas.microsoft.com/office/drawing/2014/main" id="{24402ACB-ADC4-BE0F-EAFA-77CEF2230160}"/>
                </a:ext>
              </a:extLst>
            </p:cNvPr>
            <p:cNvSpPr/>
            <p:nvPr/>
          </p:nvSpPr>
          <p:spPr>
            <a:xfrm>
              <a:off x="2833390" y="151132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2" name="ellipse_1879">
              <a:extLst>
                <a:ext uri="{FF2B5EF4-FFF2-40B4-BE49-F238E27FC236}">
                  <a16:creationId xmlns:a16="http://schemas.microsoft.com/office/drawing/2014/main" id="{5C99D413-5AC5-C399-BAA0-33BF7E141EF9}"/>
                </a:ext>
              </a:extLst>
            </p:cNvPr>
            <p:cNvSpPr/>
            <p:nvPr/>
          </p:nvSpPr>
          <p:spPr>
            <a:xfrm>
              <a:off x="2831792" y="156772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73" name="Find | PTV3 stage 4 (no pseudo)">
            <a:extLst>
              <a:ext uri="{FF2B5EF4-FFF2-40B4-BE49-F238E27FC236}">
                <a16:creationId xmlns:a16="http://schemas.microsoft.com/office/drawing/2014/main" id="{D52D8069-C97E-F538-7DA8-8C73712E278E}"/>
              </a:ext>
            </a:extLst>
          </p:cNvPr>
          <p:cNvGrpSpPr/>
          <p:nvPr/>
        </p:nvGrpSpPr>
        <p:grpSpPr>
          <a:xfrm>
            <a:off x="3135511" y="1218198"/>
            <a:ext cx="269656" cy="205670"/>
            <a:chOff x="3097755" y="1465110"/>
            <a:chExt cx="243090" cy="190530"/>
          </a:xfrm>
        </p:grpSpPr>
        <p:sp>
          <p:nvSpPr>
            <p:cNvPr id="274" name="rect_1885">
              <a:extLst>
                <a:ext uri="{FF2B5EF4-FFF2-40B4-BE49-F238E27FC236}">
                  <a16:creationId xmlns:a16="http://schemas.microsoft.com/office/drawing/2014/main" id="{458048F6-8E44-0F4D-6544-D298AF105668}"/>
                </a:ext>
              </a:extLst>
            </p:cNvPr>
            <p:cNvSpPr/>
            <p:nvPr/>
          </p:nvSpPr>
          <p:spPr>
            <a:xfrm>
              <a:off x="309775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5" name="ellipse_1886">
              <a:extLst>
                <a:ext uri="{FF2B5EF4-FFF2-40B4-BE49-F238E27FC236}">
                  <a16:creationId xmlns:a16="http://schemas.microsoft.com/office/drawing/2014/main" id="{97E80F6E-2AD2-1648-04FD-EB92CCDC094E}"/>
                </a:ext>
              </a:extLst>
            </p:cNvPr>
            <p:cNvSpPr/>
            <p:nvPr/>
          </p:nvSpPr>
          <p:spPr>
            <a:xfrm>
              <a:off x="3274804" y="154785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" name="ellipse_1887">
              <a:extLst>
                <a:ext uri="{FF2B5EF4-FFF2-40B4-BE49-F238E27FC236}">
                  <a16:creationId xmlns:a16="http://schemas.microsoft.com/office/drawing/2014/main" id="{C21535E3-74D8-98D1-DBDF-AE123E75ABBC}"/>
                </a:ext>
              </a:extLst>
            </p:cNvPr>
            <p:cNvSpPr/>
            <p:nvPr/>
          </p:nvSpPr>
          <p:spPr>
            <a:xfrm>
              <a:off x="3235593" y="156879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" name="ellipse_1888">
              <a:extLst>
                <a:ext uri="{FF2B5EF4-FFF2-40B4-BE49-F238E27FC236}">
                  <a16:creationId xmlns:a16="http://schemas.microsoft.com/office/drawing/2014/main" id="{1CBBC9D5-0A50-8784-9F9D-6B6837257A57}"/>
                </a:ext>
              </a:extLst>
            </p:cNvPr>
            <p:cNvSpPr/>
            <p:nvPr/>
          </p:nvSpPr>
          <p:spPr>
            <a:xfrm>
              <a:off x="3215524" y="154839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" name="ellipse_1889">
              <a:extLst>
                <a:ext uri="{FF2B5EF4-FFF2-40B4-BE49-F238E27FC236}">
                  <a16:creationId xmlns:a16="http://schemas.microsoft.com/office/drawing/2014/main" id="{E4E436C1-F914-C694-FC09-9A2775105A2C}"/>
                </a:ext>
              </a:extLst>
            </p:cNvPr>
            <p:cNvSpPr/>
            <p:nvPr/>
          </p:nvSpPr>
          <p:spPr>
            <a:xfrm>
              <a:off x="3114632" y="15799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9" name="ellipse_1890">
              <a:extLst>
                <a:ext uri="{FF2B5EF4-FFF2-40B4-BE49-F238E27FC236}">
                  <a16:creationId xmlns:a16="http://schemas.microsoft.com/office/drawing/2014/main" id="{E64E5D5D-42B7-B6E8-5BCE-0AF6815A1A1B}"/>
                </a:ext>
              </a:extLst>
            </p:cNvPr>
            <p:cNvSpPr/>
            <p:nvPr/>
          </p:nvSpPr>
          <p:spPr>
            <a:xfrm>
              <a:off x="3288227" y="158414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0" name="ellipse_1891">
              <a:extLst>
                <a:ext uri="{FF2B5EF4-FFF2-40B4-BE49-F238E27FC236}">
                  <a16:creationId xmlns:a16="http://schemas.microsoft.com/office/drawing/2014/main" id="{29979441-9A46-FD4F-5EF9-57D1E2D96675}"/>
                </a:ext>
              </a:extLst>
            </p:cNvPr>
            <p:cNvSpPr/>
            <p:nvPr/>
          </p:nvSpPr>
          <p:spPr>
            <a:xfrm>
              <a:off x="3206468" y="16100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1" name="ellipse_1892">
              <a:extLst>
                <a:ext uri="{FF2B5EF4-FFF2-40B4-BE49-F238E27FC236}">
                  <a16:creationId xmlns:a16="http://schemas.microsoft.com/office/drawing/2014/main" id="{5F5D3C83-AE82-D734-D3CC-10B1412F7776}"/>
                </a:ext>
              </a:extLst>
            </p:cNvPr>
            <p:cNvSpPr/>
            <p:nvPr/>
          </p:nvSpPr>
          <p:spPr>
            <a:xfrm>
              <a:off x="3224851" y="161218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" name="ellipse_1893">
              <a:extLst>
                <a:ext uri="{FF2B5EF4-FFF2-40B4-BE49-F238E27FC236}">
                  <a16:creationId xmlns:a16="http://schemas.microsoft.com/office/drawing/2014/main" id="{09FFE84E-9924-0ACA-D90F-A502C9C7874F}"/>
                </a:ext>
              </a:extLst>
            </p:cNvPr>
            <p:cNvSpPr/>
            <p:nvPr/>
          </p:nvSpPr>
          <p:spPr>
            <a:xfrm>
              <a:off x="3255857" y="14772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83" name="Find | PTV3 stage 5 (no pseudo)">
            <a:extLst>
              <a:ext uri="{FF2B5EF4-FFF2-40B4-BE49-F238E27FC236}">
                <a16:creationId xmlns:a16="http://schemas.microsoft.com/office/drawing/2014/main" id="{C384FA75-B638-A6DE-B03F-D504195EF10B}"/>
              </a:ext>
            </a:extLst>
          </p:cNvPr>
          <p:cNvGrpSpPr/>
          <p:nvPr/>
        </p:nvGrpSpPr>
        <p:grpSpPr>
          <a:xfrm>
            <a:off x="3559066" y="1222153"/>
            <a:ext cx="276863" cy="197759"/>
            <a:chOff x="3473888" y="1438830"/>
            <a:chExt cx="279225" cy="243090"/>
          </a:xfrm>
        </p:grpSpPr>
        <p:sp>
          <p:nvSpPr>
            <p:cNvPr id="284" name="rect_1899">
              <a:extLst>
                <a:ext uri="{FF2B5EF4-FFF2-40B4-BE49-F238E27FC236}">
                  <a16:creationId xmlns:a16="http://schemas.microsoft.com/office/drawing/2014/main" id="{30E7D741-3CFD-6EAA-89A5-76BD160B2CFF}"/>
                </a:ext>
              </a:extLst>
            </p:cNvPr>
            <p:cNvSpPr/>
            <p:nvPr/>
          </p:nvSpPr>
          <p:spPr>
            <a:xfrm>
              <a:off x="347388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" name="ellipse_1900">
              <a:extLst>
                <a:ext uri="{FF2B5EF4-FFF2-40B4-BE49-F238E27FC236}">
                  <a16:creationId xmlns:a16="http://schemas.microsoft.com/office/drawing/2014/main" id="{584FDB94-F506-121E-C5F9-05EF5331340A}"/>
                </a:ext>
              </a:extLst>
            </p:cNvPr>
            <p:cNvSpPr/>
            <p:nvPr/>
          </p:nvSpPr>
          <p:spPr>
            <a:xfrm>
              <a:off x="3538819" y="148253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6" name="ellipse_1901">
              <a:extLst>
                <a:ext uri="{FF2B5EF4-FFF2-40B4-BE49-F238E27FC236}">
                  <a16:creationId xmlns:a16="http://schemas.microsoft.com/office/drawing/2014/main" id="{42B24C65-7489-ECF4-C3E9-A43A2EF1AEB5}"/>
                </a:ext>
              </a:extLst>
            </p:cNvPr>
            <p:cNvSpPr/>
            <p:nvPr/>
          </p:nvSpPr>
          <p:spPr>
            <a:xfrm>
              <a:off x="3631999" y="157809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7" name="ellipse_1902">
              <a:extLst>
                <a:ext uri="{FF2B5EF4-FFF2-40B4-BE49-F238E27FC236}">
                  <a16:creationId xmlns:a16="http://schemas.microsoft.com/office/drawing/2014/main" id="{10DAC03B-268C-BD36-FEC5-73D7DBC65CDB}"/>
                </a:ext>
              </a:extLst>
            </p:cNvPr>
            <p:cNvSpPr/>
            <p:nvPr/>
          </p:nvSpPr>
          <p:spPr>
            <a:xfrm>
              <a:off x="3687564" y="15901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" name="ellipse_1903">
              <a:extLst>
                <a:ext uri="{FF2B5EF4-FFF2-40B4-BE49-F238E27FC236}">
                  <a16:creationId xmlns:a16="http://schemas.microsoft.com/office/drawing/2014/main" id="{0B3E2258-853D-1B36-3E49-3E1FC080224B}"/>
                </a:ext>
              </a:extLst>
            </p:cNvPr>
            <p:cNvSpPr/>
            <p:nvPr/>
          </p:nvSpPr>
          <p:spPr>
            <a:xfrm>
              <a:off x="3686262" y="162539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" name="ellipse_1904">
              <a:extLst>
                <a:ext uri="{FF2B5EF4-FFF2-40B4-BE49-F238E27FC236}">
                  <a16:creationId xmlns:a16="http://schemas.microsoft.com/office/drawing/2014/main" id="{809ED377-5087-C99A-6955-08DB4FF0972C}"/>
                </a:ext>
              </a:extLst>
            </p:cNvPr>
            <p:cNvSpPr/>
            <p:nvPr/>
          </p:nvSpPr>
          <p:spPr>
            <a:xfrm>
              <a:off x="3673847" y="145725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" name="ellipse_1905">
              <a:extLst>
                <a:ext uri="{FF2B5EF4-FFF2-40B4-BE49-F238E27FC236}">
                  <a16:creationId xmlns:a16="http://schemas.microsoft.com/office/drawing/2014/main" id="{0BE307F8-719A-F0E1-D336-58B62E1A92F6}"/>
                </a:ext>
              </a:extLst>
            </p:cNvPr>
            <p:cNvSpPr/>
            <p:nvPr/>
          </p:nvSpPr>
          <p:spPr>
            <a:xfrm>
              <a:off x="3580150" y="160304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" name="ellipse_1906">
              <a:extLst>
                <a:ext uri="{FF2B5EF4-FFF2-40B4-BE49-F238E27FC236}">
                  <a16:creationId xmlns:a16="http://schemas.microsoft.com/office/drawing/2014/main" id="{1DC0B83A-DEC0-965E-1008-1DBADCC8D145}"/>
                </a:ext>
              </a:extLst>
            </p:cNvPr>
            <p:cNvSpPr/>
            <p:nvPr/>
          </p:nvSpPr>
          <p:spPr>
            <a:xfrm>
              <a:off x="3499431" y="147999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" name="ellipse_1907">
              <a:extLst>
                <a:ext uri="{FF2B5EF4-FFF2-40B4-BE49-F238E27FC236}">
                  <a16:creationId xmlns:a16="http://schemas.microsoft.com/office/drawing/2014/main" id="{0B32DA57-DF68-0F03-1BC8-03B9188EC407}"/>
                </a:ext>
              </a:extLst>
            </p:cNvPr>
            <p:cNvSpPr/>
            <p:nvPr/>
          </p:nvSpPr>
          <p:spPr>
            <a:xfrm>
              <a:off x="3698498" y="163375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" name="ellipse_1908">
              <a:extLst>
                <a:ext uri="{FF2B5EF4-FFF2-40B4-BE49-F238E27FC236}">
                  <a16:creationId xmlns:a16="http://schemas.microsoft.com/office/drawing/2014/main" id="{F43A6604-BF37-CD1B-980F-9691C418A21C}"/>
                </a:ext>
              </a:extLst>
            </p:cNvPr>
            <p:cNvSpPr/>
            <p:nvPr/>
          </p:nvSpPr>
          <p:spPr>
            <a:xfrm>
              <a:off x="3664475" y="160668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4" name="ellipse_1909">
              <a:extLst>
                <a:ext uri="{FF2B5EF4-FFF2-40B4-BE49-F238E27FC236}">
                  <a16:creationId xmlns:a16="http://schemas.microsoft.com/office/drawing/2014/main" id="{71B94517-9187-EACC-C2F9-F0A100A2FF16}"/>
                </a:ext>
              </a:extLst>
            </p:cNvPr>
            <p:cNvSpPr/>
            <p:nvPr/>
          </p:nvSpPr>
          <p:spPr>
            <a:xfrm>
              <a:off x="3577670" y="157500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95" name="Rectangle 12150">
            <a:extLst>
              <a:ext uri="{FF2B5EF4-FFF2-40B4-BE49-F238E27FC236}">
                <a16:creationId xmlns:a16="http://schemas.microsoft.com/office/drawing/2014/main" id="{150A2265-B213-E00D-118C-2309C7D6B84E}"/>
              </a:ext>
            </a:extLst>
          </p:cNvPr>
          <p:cNvSpPr/>
          <p:nvPr/>
        </p:nvSpPr>
        <p:spPr>
          <a:xfrm>
            <a:off x="2629598" y="1487151"/>
            <a:ext cx="411339" cy="102835"/>
          </a:xfrm>
          <a:prstGeom prst="rect">
            <a:avLst/>
          </a:prstGeom>
          <a:solidFill>
            <a:srgbClr val="F2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96" name="TextBox 12151">
            <a:extLst>
              <a:ext uri="{FF2B5EF4-FFF2-40B4-BE49-F238E27FC236}">
                <a16:creationId xmlns:a16="http://schemas.microsoft.com/office/drawing/2014/main" id="{7BEB720C-F094-6C41-B944-10D2EA845389}"/>
              </a:ext>
            </a:extLst>
          </p:cNvPr>
          <p:cNvSpPr txBox="1"/>
          <p:nvPr/>
        </p:nvSpPr>
        <p:spPr>
          <a:xfrm>
            <a:off x="2613777" y="1495608"/>
            <a:ext cx="442981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i="1">
                <a:solidFill>
                  <a:srgbClr val="3B7DB5"/>
                </a:solidFill>
                <a:latin typeface="Arial"/>
              </a:rPr>
              <a:t>Recycle</a:t>
            </a:r>
          </a:p>
        </p:txBody>
      </p:sp>
      <p:sp>
        <p:nvSpPr>
          <p:cNvPr id="297" name="TextBox 12152">
            <a:extLst>
              <a:ext uri="{FF2B5EF4-FFF2-40B4-BE49-F238E27FC236}">
                <a16:creationId xmlns:a16="http://schemas.microsoft.com/office/drawing/2014/main" id="{56D62EE8-83F4-C44F-4AE7-E5DCA86B073C}"/>
              </a:ext>
            </a:extLst>
          </p:cNvPr>
          <p:cNvSpPr txBox="1"/>
          <p:nvPr/>
        </p:nvSpPr>
        <p:spPr>
          <a:xfrm>
            <a:off x="1743636" y="1615773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Point Transformer V3</a:t>
            </a:r>
          </a:p>
        </p:txBody>
      </p:sp>
      <p:sp>
        <p:nvSpPr>
          <p:cNvPr id="298" name="TextBox 12153">
            <a:extLst>
              <a:ext uri="{FF2B5EF4-FFF2-40B4-BE49-F238E27FC236}">
                <a16:creationId xmlns:a16="http://schemas.microsoft.com/office/drawing/2014/main" id="{BC769BC7-3981-0A8F-5443-4DB7CEC5AA84}"/>
              </a:ext>
            </a:extLst>
          </p:cNvPr>
          <p:cNvSpPr txBox="1"/>
          <p:nvPr/>
        </p:nvSpPr>
        <p:spPr>
          <a:xfrm>
            <a:off x="2590045" y="1058360"/>
            <a:ext cx="76730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588" dirty="0">
                <a:solidFill>
                  <a:srgbClr val="2B6CB0"/>
                </a:solidFill>
                <a:latin typeface="Arial"/>
              </a:rPr>
              <a:t>F</a:t>
            </a:r>
            <a:r>
              <a:rPr sz="588" dirty="0">
                <a:solidFill>
                  <a:srgbClr val="2B6CB0"/>
                </a:solidFill>
                <a:latin typeface="Arial"/>
              </a:rPr>
              <a:t>usion</a:t>
            </a:r>
          </a:p>
        </p:txBody>
      </p:sp>
      <p:sp>
        <p:nvSpPr>
          <p:cNvPr id="299" name="Find | Blobs output card">
            <a:extLst>
              <a:ext uri="{FF2B5EF4-FFF2-40B4-BE49-F238E27FC236}">
                <a16:creationId xmlns:a16="http://schemas.microsoft.com/office/drawing/2014/main" id="{8058E67F-5404-B2A7-4150-4CD685DDBA99}"/>
              </a:ext>
            </a:extLst>
          </p:cNvPr>
          <p:cNvSpPr/>
          <p:nvPr/>
        </p:nvSpPr>
        <p:spPr>
          <a:xfrm>
            <a:off x="4044180" y="284775"/>
            <a:ext cx="442980" cy="147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300" name="TextBox 12155">
            <a:extLst>
              <a:ext uri="{FF2B5EF4-FFF2-40B4-BE49-F238E27FC236}">
                <a16:creationId xmlns:a16="http://schemas.microsoft.com/office/drawing/2014/main" id="{14D129D8-CF4D-78C0-9E7C-35AA92AD1F99}"/>
              </a:ext>
            </a:extLst>
          </p:cNvPr>
          <p:cNvSpPr txBox="1"/>
          <p:nvPr/>
        </p:nvSpPr>
        <p:spPr>
          <a:xfrm>
            <a:off x="3920517" y="307007"/>
            <a:ext cx="696113" cy="111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44" dirty="0">
                <a:solidFill>
                  <a:srgbClr val="1E293B"/>
                </a:solidFill>
                <a:latin typeface="Arial"/>
              </a:rPr>
              <a:t>Blobs</a:t>
            </a:r>
          </a:p>
        </p:txBody>
      </p:sp>
      <p:sp>
        <p:nvSpPr>
          <p:cNvPr id="301" name="TextBox 12160">
            <a:extLst>
              <a:ext uri="{FF2B5EF4-FFF2-40B4-BE49-F238E27FC236}">
                <a16:creationId xmlns:a16="http://schemas.microsoft.com/office/drawing/2014/main" id="{DD89AE60-F007-F280-C3BC-2B89A7F1A62D}"/>
              </a:ext>
            </a:extLst>
          </p:cNvPr>
          <p:cNvSpPr txBox="1"/>
          <p:nvPr/>
        </p:nvSpPr>
        <p:spPr>
          <a:xfrm>
            <a:off x="534876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Candidate encoder</a:t>
            </a:r>
          </a:p>
        </p:txBody>
      </p:sp>
      <p:sp>
        <p:nvSpPr>
          <p:cNvPr id="302" name="TextBox 12161">
            <a:extLst>
              <a:ext uri="{FF2B5EF4-FFF2-40B4-BE49-F238E27FC236}">
                <a16:creationId xmlns:a16="http://schemas.microsoft.com/office/drawing/2014/main" id="{9C55D576-C82E-113B-96EE-BD026E9BA80B}"/>
              </a:ext>
            </a:extLst>
          </p:cNvPr>
          <p:cNvSpPr txBox="1"/>
          <p:nvPr/>
        </p:nvSpPr>
        <p:spPr>
          <a:xfrm>
            <a:off x="2563797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Identity encoder</a:t>
            </a:r>
          </a:p>
        </p:txBody>
      </p:sp>
      <p:sp>
        <p:nvSpPr>
          <p:cNvPr id="303" name="Match | Center divider">
            <a:extLst>
              <a:ext uri="{FF2B5EF4-FFF2-40B4-BE49-F238E27FC236}">
                <a16:creationId xmlns:a16="http://schemas.microsoft.com/office/drawing/2014/main" id="{E62C946C-0DFB-2B89-E45F-0635A47D15AD}"/>
              </a:ext>
            </a:extLst>
          </p:cNvPr>
          <p:cNvSpPr/>
          <p:nvPr/>
        </p:nvSpPr>
        <p:spPr>
          <a:xfrm>
            <a:off x="2474533" y="2119981"/>
            <a:ext cx="1" cy="1945952"/>
          </a:xfrm>
          <a:custGeom>
            <a:avLst/>
            <a:gdLst/>
            <a:ahLst/>
            <a:cxnLst/>
            <a:rect l="0" t="0" r="w" b="h"/>
            <a:pathLst>
              <a:path w="1" h="2249424">
                <a:moveTo>
                  <a:pt x="0" y="0"/>
                </a:moveTo>
                <a:lnTo>
                  <a:pt x="0" y="2249424"/>
                </a:lnTo>
              </a:path>
            </a:pathLst>
          </a:custGeom>
          <a:noFill/>
          <a:ln w="9525" cap="rnd" cmpd="sng" algn="ctr">
            <a:solidFill>
              <a:srgbClr val="D0E2D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4" name="TextBox 12164">
            <a:extLst>
              <a:ext uri="{FF2B5EF4-FFF2-40B4-BE49-F238E27FC236}">
                <a16:creationId xmlns:a16="http://schemas.microsoft.com/office/drawing/2014/main" id="{BA963F5B-43A7-680E-A112-89D10CA5E621}"/>
              </a:ext>
            </a:extLst>
          </p:cNvPr>
          <p:cNvSpPr txBox="1"/>
          <p:nvPr/>
        </p:nvSpPr>
        <p:spPr>
          <a:xfrm>
            <a:off x="526966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305" name="TextBox 12166">
            <a:extLst>
              <a:ext uri="{FF2B5EF4-FFF2-40B4-BE49-F238E27FC236}">
                <a16:creationId xmlns:a16="http://schemas.microsoft.com/office/drawing/2014/main" id="{378E1708-574E-1D32-E1FD-11235C8C30F1}"/>
              </a:ext>
            </a:extLst>
          </p:cNvPr>
          <p:cNvSpPr txBox="1"/>
          <p:nvPr/>
        </p:nvSpPr>
        <p:spPr>
          <a:xfrm>
            <a:off x="1009499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grpSp>
        <p:nvGrpSpPr>
          <p:cNvPr id="306" name="Match | Fig1 Density">
            <a:extLst>
              <a:ext uri="{FF2B5EF4-FFF2-40B4-BE49-F238E27FC236}">
                <a16:creationId xmlns:a16="http://schemas.microsoft.com/office/drawing/2014/main" id="{7647A414-DB63-4923-B9CF-04302CFA6544}"/>
              </a:ext>
            </a:extLst>
          </p:cNvPr>
          <p:cNvGrpSpPr/>
          <p:nvPr/>
        </p:nvGrpSpPr>
        <p:grpSpPr>
          <a:xfrm>
            <a:off x="1084665" y="2373113"/>
            <a:ext cx="292648" cy="348056"/>
            <a:chOff x="496477" y="1485900"/>
            <a:chExt cx="1521646" cy="1809750"/>
          </a:xfrm>
        </p:grpSpPr>
        <p:sp>
          <p:nvSpPr>
            <p:cNvPr id="307" name="Input_density__7">
              <a:extLst>
                <a:ext uri="{FF2B5EF4-FFF2-40B4-BE49-F238E27FC236}">
                  <a16:creationId xmlns:a16="http://schemas.microsoft.com/office/drawing/2014/main" id="{10C3C8E1-3249-6CFE-08B3-FFB325CC7E82}"/>
                </a:ext>
              </a:extLst>
            </p:cNvPr>
            <p:cNvSpPr>
              <a:spLocks noGrp="1"/>
            </p:cNvSpPr>
            <p:nvPr/>
          </p:nvSpPr>
          <p:spPr>
            <a:xfrm>
              <a:off x="1220655" y="3062646"/>
              <a:ext cx="46074" cy="24513"/>
            </a:xfrm>
            <a:custGeom>
              <a:avLst/>
              <a:gdLst/>
              <a:ahLst/>
              <a:cxnLst/>
              <a:rect l="0" t="0" r="0" b="0"/>
              <a:pathLst>
                <a:path w="46074" h="24513">
                  <a:moveTo>
                    <a:pt x="0" y="2106"/>
                  </a:moveTo>
                  <a:lnTo>
                    <a:pt x="6305" y="2476"/>
                  </a:lnTo>
                  <a:lnTo>
                    <a:pt x="7043" y="3162"/>
                  </a:lnTo>
                  <a:close/>
                  <a:moveTo>
                    <a:pt x="46074" y="24513"/>
                  </a:moveTo>
                  <a:lnTo>
                    <a:pt x="31930" y="0"/>
                  </a:lnTo>
                  <a:lnTo>
                    <a:pt x="7043" y="316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08" name="Input_density__8">
              <a:extLst>
                <a:ext uri="{FF2B5EF4-FFF2-40B4-BE49-F238E27FC236}">
                  <a16:creationId xmlns:a16="http://schemas.microsoft.com/office/drawing/2014/main" id="{2600CC3B-A58D-C400-0F3A-3D4423346E14}"/>
                </a:ext>
              </a:extLst>
            </p:cNvPr>
            <p:cNvSpPr>
              <a:spLocks noGrp="1"/>
            </p:cNvSpPr>
            <p:nvPr/>
          </p:nvSpPr>
          <p:spPr>
            <a:xfrm>
              <a:off x="1176575" y="3034249"/>
              <a:ext cx="50386" cy="30873"/>
            </a:xfrm>
            <a:custGeom>
              <a:avLst/>
              <a:gdLst/>
              <a:ahLst/>
              <a:cxnLst/>
              <a:rect l="0" t="0" r="0" b="0"/>
              <a:pathLst>
                <a:path w="50386" h="30873">
                  <a:moveTo>
                    <a:pt x="0" y="0"/>
                  </a:moveTo>
                  <a:lnTo>
                    <a:pt x="44081" y="30502"/>
                  </a:lnTo>
                  <a:lnTo>
                    <a:pt x="16434" y="26437"/>
                  </a:lnTo>
                  <a:close/>
                  <a:moveTo>
                    <a:pt x="50386" y="30873"/>
                  </a:moveTo>
                  <a:lnTo>
                    <a:pt x="44081" y="30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09" name="Input_density__9">
              <a:extLst>
                <a:ext uri="{FF2B5EF4-FFF2-40B4-BE49-F238E27FC236}">
                  <a16:creationId xmlns:a16="http://schemas.microsoft.com/office/drawing/2014/main" id="{FD5B258C-6D50-3B1B-BA2B-9676A4918771}"/>
                </a:ext>
              </a:extLst>
            </p:cNvPr>
            <p:cNvSpPr>
              <a:spLocks noGrp="1"/>
            </p:cNvSpPr>
            <p:nvPr/>
          </p:nvSpPr>
          <p:spPr>
            <a:xfrm>
              <a:off x="1285861" y="2960591"/>
              <a:ext cx="31800" cy="38987"/>
            </a:xfrm>
            <a:custGeom>
              <a:avLst/>
              <a:gdLst/>
              <a:ahLst/>
              <a:cxnLst/>
              <a:rect l="0" t="0" r="0" b="0"/>
              <a:pathLst>
                <a:path w="31800" h="38987">
                  <a:moveTo>
                    <a:pt x="31800" y="0"/>
                  </a:moveTo>
                  <a:lnTo>
                    <a:pt x="0" y="38987"/>
                  </a:lnTo>
                  <a:lnTo>
                    <a:pt x="26860" y="3303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10" name="Input_density__10">
              <a:extLst>
                <a:ext uri="{FF2B5EF4-FFF2-40B4-BE49-F238E27FC236}">
                  <a16:creationId xmlns:a16="http://schemas.microsoft.com/office/drawing/2014/main" id="{A4AE56FA-3045-5D0E-48BD-81228D58803B}"/>
                </a:ext>
              </a:extLst>
            </p:cNvPr>
            <p:cNvSpPr>
              <a:spLocks noGrp="1"/>
            </p:cNvSpPr>
            <p:nvPr/>
          </p:nvSpPr>
          <p:spPr>
            <a:xfrm>
              <a:off x="1165464" y="2802847"/>
              <a:ext cx="647703" cy="262961"/>
            </a:xfrm>
            <a:custGeom>
              <a:avLst/>
              <a:gdLst/>
              <a:ahLst/>
              <a:cxnLst/>
              <a:rect l="0" t="0" r="0" b="0"/>
              <a:pathLst>
                <a:path w="647703" h="262961">
                  <a:moveTo>
                    <a:pt x="11111" y="231402"/>
                  </a:moveTo>
                  <a:lnTo>
                    <a:pt x="27546" y="257839"/>
                  </a:lnTo>
                  <a:lnTo>
                    <a:pt x="0" y="225150"/>
                  </a:lnTo>
                  <a:close/>
                  <a:moveTo>
                    <a:pt x="75866" y="244721"/>
                  </a:moveTo>
                  <a:lnTo>
                    <a:pt x="55192" y="261905"/>
                  </a:lnTo>
                  <a:lnTo>
                    <a:pt x="62235" y="262961"/>
                  </a:lnTo>
                  <a:close/>
                  <a:moveTo>
                    <a:pt x="55192" y="261905"/>
                  </a:moveTo>
                  <a:lnTo>
                    <a:pt x="75866" y="244721"/>
                  </a:lnTo>
                  <a:lnTo>
                    <a:pt x="27546" y="257839"/>
                  </a:lnTo>
                  <a:close/>
                  <a:moveTo>
                    <a:pt x="647703" y="23298"/>
                  </a:moveTo>
                  <a:lnTo>
                    <a:pt x="608152" y="0"/>
                  </a:lnTo>
                  <a:lnTo>
                    <a:pt x="620178" y="1659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11" name="Input_density__11">
              <a:extLst>
                <a:ext uri="{FF2B5EF4-FFF2-40B4-BE49-F238E27FC236}">
                  <a16:creationId xmlns:a16="http://schemas.microsoft.com/office/drawing/2014/main" id="{3BF5A175-2C3B-C5F9-61B3-40D2200C8066}"/>
                </a:ext>
              </a:extLst>
            </p:cNvPr>
            <p:cNvSpPr>
              <a:spLocks noGrp="1"/>
            </p:cNvSpPr>
            <p:nvPr/>
          </p:nvSpPr>
          <p:spPr>
            <a:xfrm>
              <a:off x="1158101" y="2765470"/>
              <a:ext cx="627473" cy="318854"/>
            </a:xfrm>
            <a:custGeom>
              <a:avLst/>
              <a:gdLst/>
              <a:ahLst/>
              <a:cxnLst/>
              <a:rect l="0" t="0" r="0" b="0"/>
              <a:pathLst>
                <a:path w="627473" h="318854">
                  <a:moveTo>
                    <a:pt x="12609" y="246459"/>
                  </a:moveTo>
                  <a:lnTo>
                    <a:pt x="25966" y="299282"/>
                  </a:lnTo>
                  <a:lnTo>
                    <a:pt x="0" y="289276"/>
                  </a:lnTo>
                  <a:close/>
                  <a:moveTo>
                    <a:pt x="12609" y="246459"/>
                  </a:moveTo>
                  <a:lnTo>
                    <a:pt x="7363" y="262527"/>
                  </a:lnTo>
                  <a:lnTo>
                    <a:pt x="34908" y="295216"/>
                  </a:lnTo>
                  <a:close/>
                  <a:moveTo>
                    <a:pt x="34908" y="295216"/>
                  </a:moveTo>
                  <a:lnTo>
                    <a:pt x="49674" y="254215"/>
                  </a:lnTo>
                  <a:lnTo>
                    <a:pt x="12609" y="246459"/>
                  </a:lnTo>
                  <a:close/>
                  <a:moveTo>
                    <a:pt x="83229" y="282099"/>
                  </a:moveTo>
                  <a:lnTo>
                    <a:pt x="69598" y="300338"/>
                  </a:lnTo>
                  <a:lnTo>
                    <a:pt x="94484" y="297176"/>
                  </a:lnTo>
                  <a:close/>
                  <a:moveTo>
                    <a:pt x="83229" y="282099"/>
                  </a:moveTo>
                  <a:lnTo>
                    <a:pt x="49674" y="254215"/>
                  </a:lnTo>
                  <a:lnTo>
                    <a:pt x="34908" y="295216"/>
                  </a:lnTo>
                  <a:close/>
                  <a:moveTo>
                    <a:pt x="16407" y="225713"/>
                  </a:moveTo>
                  <a:lnTo>
                    <a:pt x="7363" y="262527"/>
                  </a:lnTo>
                  <a:lnTo>
                    <a:pt x="12609" y="246459"/>
                  </a:lnTo>
                  <a:close/>
                  <a:moveTo>
                    <a:pt x="143154" y="266341"/>
                  </a:moveTo>
                  <a:lnTo>
                    <a:pt x="106559" y="269003"/>
                  </a:lnTo>
                  <a:lnTo>
                    <a:pt x="121640" y="318854"/>
                  </a:lnTo>
                  <a:close/>
                  <a:moveTo>
                    <a:pt x="121640" y="318854"/>
                  </a:moveTo>
                  <a:lnTo>
                    <a:pt x="106559" y="269003"/>
                  </a:lnTo>
                  <a:lnTo>
                    <a:pt x="94484" y="297176"/>
                  </a:lnTo>
                  <a:close/>
                  <a:moveTo>
                    <a:pt x="112506" y="268348"/>
                  </a:moveTo>
                  <a:lnTo>
                    <a:pt x="145623" y="267592"/>
                  </a:lnTo>
                  <a:lnTo>
                    <a:pt x="121640" y="318854"/>
                  </a:lnTo>
                  <a:close/>
                  <a:moveTo>
                    <a:pt x="145623" y="267592"/>
                  </a:moveTo>
                  <a:lnTo>
                    <a:pt x="155775" y="282099"/>
                  </a:lnTo>
                  <a:lnTo>
                    <a:pt x="143154" y="266341"/>
                  </a:lnTo>
                  <a:close/>
                  <a:moveTo>
                    <a:pt x="145623" y="267592"/>
                  </a:moveTo>
                  <a:lnTo>
                    <a:pt x="147811" y="264915"/>
                  </a:lnTo>
                  <a:lnTo>
                    <a:pt x="157969" y="281384"/>
                  </a:lnTo>
                  <a:close/>
                  <a:moveTo>
                    <a:pt x="127760" y="234109"/>
                  </a:moveTo>
                  <a:lnTo>
                    <a:pt x="143154" y="266341"/>
                  </a:lnTo>
                  <a:lnTo>
                    <a:pt x="155469" y="276034"/>
                  </a:lnTo>
                  <a:close/>
                  <a:moveTo>
                    <a:pt x="58256" y="191691"/>
                  </a:moveTo>
                  <a:lnTo>
                    <a:pt x="85582" y="196563"/>
                  </a:lnTo>
                  <a:lnTo>
                    <a:pt x="67528" y="196390"/>
                  </a:lnTo>
                  <a:close/>
                  <a:moveTo>
                    <a:pt x="148099" y="180641"/>
                  </a:moveTo>
                  <a:lnTo>
                    <a:pt x="142839" y="174222"/>
                  </a:lnTo>
                  <a:lnTo>
                    <a:pt x="144021" y="176142"/>
                  </a:lnTo>
                  <a:close/>
                  <a:moveTo>
                    <a:pt x="144021" y="176142"/>
                  </a:moveTo>
                  <a:lnTo>
                    <a:pt x="159560" y="195122"/>
                  </a:lnTo>
                  <a:lnTo>
                    <a:pt x="180739" y="210977"/>
                  </a:lnTo>
                  <a:close/>
                  <a:moveTo>
                    <a:pt x="142839" y="174222"/>
                  </a:moveTo>
                  <a:lnTo>
                    <a:pt x="133210" y="140184"/>
                  </a:lnTo>
                  <a:lnTo>
                    <a:pt x="144021" y="176142"/>
                  </a:lnTo>
                  <a:close/>
                  <a:moveTo>
                    <a:pt x="627473" y="53938"/>
                  </a:moveTo>
                  <a:lnTo>
                    <a:pt x="614434" y="33339"/>
                  </a:lnTo>
                  <a:lnTo>
                    <a:pt x="611394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12" name="Input_density__12">
              <a:extLst>
                <a:ext uri="{FF2B5EF4-FFF2-40B4-BE49-F238E27FC236}">
                  <a16:creationId xmlns:a16="http://schemas.microsoft.com/office/drawing/2014/main" id="{8E7870E5-9B90-C132-CA97-9988C3C5C7A7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1611"/>
              <a:ext cx="131066" cy="142712"/>
            </a:xfrm>
            <a:custGeom>
              <a:avLst/>
              <a:gdLst/>
              <a:ahLst/>
              <a:cxnLst/>
              <a:rect l="0" t="0" r="0" b="0"/>
              <a:pathLst>
                <a:path w="131066" h="142712">
                  <a:moveTo>
                    <a:pt x="95949" y="91450"/>
                  </a:moveTo>
                  <a:lnTo>
                    <a:pt x="93480" y="90199"/>
                  </a:lnTo>
                  <a:lnTo>
                    <a:pt x="71966" y="142712"/>
                  </a:lnTo>
                  <a:close/>
                  <a:moveTo>
                    <a:pt x="33555" y="105957"/>
                  </a:moveTo>
                  <a:lnTo>
                    <a:pt x="44810" y="121035"/>
                  </a:lnTo>
                  <a:lnTo>
                    <a:pt x="56885" y="92862"/>
                  </a:lnTo>
                  <a:close/>
                  <a:moveTo>
                    <a:pt x="0" y="78073"/>
                  </a:moveTo>
                  <a:lnTo>
                    <a:pt x="33555" y="105957"/>
                  </a:lnTo>
                  <a:lnTo>
                    <a:pt x="42415" y="52019"/>
                  </a:lnTo>
                  <a:close/>
                  <a:moveTo>
                    <a:pt x="60425" y="83205"/>
                  </a:moveTo>
                  <a:lnTo>
                    <a:pt x="33555" y="105957"/>
                  </a:lnTo>
                  <a:lnTo>
                    <a:pt x="56885" y="92862"/>
                  </a:lnTo>
                  <a:close/>
                  <a:moveTo>
                    <a:pt x="78086" y="57967"/>
                  </a:moveTo>
                  <a:lnTo>
                    <a:pt x="60425" y="83205"/>
                  </a:lnTo>
                  <a:lnTo>
                    <a:pt x="56885" y="92862"/>
                  </a:lnTo>
                  <a:close/>
                  <a:moveTo>
                    <a:pt x="2105" y="65562"/>
                  </a:moveTo>
                  <a:lnTo>
                    <a:pt x="45214" y="26337"/>
                  </a:lnTo>
                  <a:lnTo>
                    <a:pt x="35909" y="20421"/>
                  </a:lnTo>
                  <a:close/>
                  <a:moveTo>
                    <a:pt x="2105" y="65562"/>
                  </a:moveTo>
                  <a:lnTo>
                    <a:pt x="35909" y="20421"/>
                  </a:lnTo>
                  <a:lnTo>
                    <a:pt x="8582" y="15549"/>
                  </a:lnTo>
                  <a:close/>
                  <a:moveTo>
                    <a:pt x="45214" y="26337"/>
                  </a:moveTo>
                  <a:lnTo>
                    <a:pt x="65955" y="52019"/>
                  </a:lnTo>
                  <a:lnTo>
                    <a:pt x="35909" y="20421"/>
                  </a:lnTo>
                  <a:close/>
                  <a:moveTo>
                    <a:pt x="65955" y="52019"/>
                  </a:moveTo>
                  <a:lnTo>
                    <a:pt x="78086" y="57967"/>
                  </a:lnTo>
                  <a:lnTo>
                    <a:pt x="35909" y="20421"/>
                  </a:lnTo>
                  <a:close/>
                  <a:moveTo>
                    <a:pt x="104946" y="52019"/>
                  </a:moveTo>
                  <a:lnTo>
                    <a:pt x="123009" y="71590"/>
                  </a:lnTo>
                  <a:lnTo>
                    <a:pt x="131066" y="34835"/>
                  </a:lnTo>
                  <a:close/>
                  <a:moveTo>
                    <a:pt x="131066" y="34835"/>
                  </a:moveTo>
                  <a:lnTo>
                    <a:pt x="109886" y="18980"/>
                  </a:lnTo>
                  <a:lnTo>
                    <a:pt x="104946" y="52019"/>
                  </a:lnTo>
                  <a:close/>
                  <a:moveTo>
                    <a:pt x="131066" y="34835"/>
                  </a:moveTo>
                  <a:lnTo>
                    <a:pt x="98426" y="4500"/>
                  </a:lnTo>
                  <a:lnTo>
                    <a:pt x="94347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13" name="Input_density__13">
              <a:extLst>
                <a:ext uri="{FF2B5EF4-FFF2-40B4-BE49-F238E27FC236}">
                  <a16:creationId xmlns:a16="http://schemas.microsoft.com/office/drawing/2014/main" id="{9E4EF4A3-0727-BCC8-96E3-10B073AEFC75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6111"/>
              <a:ext cx="157820" cy="101457"/>
            </a:xfrm>
            <a:custGeom>
              <a:avLst/>
              <a:gdLst/>
              <a:ahLst/>
              <a:cxnLst/>
              <a:rect l="0" t="0" r="0" b="0"/>
              <a:pathLst>
                <a:path w="157820" h="101457">
                  <a:moveTo>
                    <a:pt x="2105" y="61062"/>
                  </a:moveTo>
                  <a:lnTo>
                    <a:pt x="0" y="73573"/>
                  </a:lnTo>
                  <a:lnTo>
                    <a:pt x="42415" y="47519"/>
                  </a:lnTo>
                  <a:close/>
                  <a:moveTo>
                    <a:pt x="42415" y="47519"/>
                  </a:moveTo>
                  <a:lnTo>
                    <a:pt x="33555" y="101457"/>
                  </a:lnTo>
                  <a:lnTo>
                    <a:pt x="60425" y="78705"/>
                  </a:lnTo>
                  <a:close/>
                  <a:moveTo>
                    <a:pt x="65955" y="47519"/>
                  </a:moveTo>
                  <a:lnTo>
                    <a:pt x="60425" y="78705"/>
                  </a:lnTo>
                  <a:lnTo>
                    <a:pt x="78086" y="53467"/>
                  </a:lnTo>
                  <a:close/>
                  <a:moveTo>
                    <a:pt x="78086" y="53467"/>
                  </a:moveTo>
                  <a:lnTo>
                    <a:pt x="56885" y="88362"/>
                  </a:lnTo>
                  <a:lnTo>
                    <a:pt x="93480" y="85700"/>
                  </a:lnTo>
                  <a:close/>
                  <a:moveTo>
                    <a:pt x="42415" y="47519"/>
                  </a:moveTo>
                  <a:lnTo>
                    <a:pt x="45214" y="21837"/>
                  </a:lnTo>
                  <a:lnTo>
                    <a:pt x="2105" y="61062"/>
                  </a:lnTo>
                  <a:close/>
                  <a:moveTo>
                    <a:pt x="95949" y="86951"/>
                  </a:moveTo>
                  <a:lnTo>
                    <a:pt x="117014" y="69498"/>
                  </a:lnTo>
                  <a:lnTo>
                    <a:pt x="98137" y="84274"/>
                  </a:lnTo>
                  <a:close/>
                  <a:moveTo>
                    <a:pt x="104946" y="47519"/>
                  </a:moveTo>
                  <a:lnTo>
                    <a:pt x="98137" y="84274"/>
                  </a:lnTo>
                  <a:lnTo>
                    <a:pt x="123009" y="67091"/>
                  </a:lnTo>
                  <a:close/>
                  <a:moveTo>
                    <a:pt x="45214" y="21837"/>
                  </a:moveTo>
                  <a:lnTo>
                    <a:pt x="83737" y="30336"/>
                  </a:lnTo>
                  <a:lnTo>
                    <a:pt x="65955" y="47519"/>
                  </a:lnTo>
                  <a:close/>
                  <a:moveTo>
                    <a:pt x="131066" y="30336"/>
                  </a:moveTo>
                  <a:lnTo>
                    <a:pt x="157820" y="13152"/>
                  </a:lnTo>
                  <a:lnTo>
                    <a:pt x="98426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14" name="Input_density__14">
              <a:extLst>
                <a:ext uri="{FF2B5EF4-FFF2-40B4-BE49-F238E27FC236}">
                  <a16:creationId xmlns:a16="http://schemas.microsoft.com/office/drawing/2014/main" id="{4DE87168-F97C-26DD-0724-416400E40157}"/>
                </a:ext>
              </a:extLst>
            </p:cNvPr>
            <p:cNvSpPr>
              <a:spLocks noGrp="1"/>
            </p:cNvSpPr>
            <p:nvPr/>
          </p:nvSpPr>
          <p:spPr>
            <a:xfrm>
              <a:off x="1403259" y="3040359"/>
              <a:ext cx="20521" cy="19483"/>
            </a:xfrm>
            <a:custGeom>
              <a:avLst/>
              <a:gdLst/>
              <a:ahLst/>
              <a:cxnLst/>
              <a:rect l="0" t="0" r="0" b="0"/>
              <a:pathLst>
                <a:path w="20521" h="19483">
                  <a:moveTo>
                    <a:pt x="8296" y="9597"/>
                  </a:moveTo>
                  <a:lnTo>
                    <a:pt x="20521" y="0"/>
                  </a:lnTo>
                  <a:lnTo>
                    <a:pt x="0" y="1948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15" name="Input_density__15">
              <a:extLst>
                <a:ext uri="{FF2B5EF4-FFF2-40B4-BE49-F238E27FC236}">
                  <a16:creationId xmlns:a16="http://schemas.microsoft.com/office/drawing/2014/main" id="{90C36B30-7D80-D583-0E4A-65D408659731}"/>
                </a:ext>
              </a:extLst>
            </p:cNvPr>
            <p:cNvSpPr>
              <a:spLocks noGrp="1"/>
            </p:cNvSpPr>
            <p:nvPr/>
          </p:nvSpPr>
          <p:spPr>
            <a:xfrm>
              <a:off x="1171862" y="2806732"/>
              <a:ext cx="697002" cy="294774"/>
            </a:xfrm>
            <a:custGeom>
              <a:avLst/>
              <a:gdLst/>
              <a:ahLst/>
              <a:cxnLst/>
              <a:rect l="0" t="0" r="0" b="0"/>
              <a:pathLst>
                <a:path w="697002" h="294774">
                  <a:moveTo>
                    <a:pt x="12205" y="258019"/>
                  </a:moveTo>
                  <a:lnTo>
                    <a:pt x="13071" y="240836"/>
                  </a:lnTo>
                  <a:lnTo>
                    <a:pt x="0" y="294774"/>
                  </a:lnTo>
                  <a:close/>
                  <a:moveTo>
                    <a:pt x="220597" y="241101"/>
                  </a:moveTo>
                  <a:lnTo>
                    <a:pt x="202799" y="270766"/>
                  </a:lnTo>
                  <a:lnTo>
                    <a:pt x="251917" y="233627"/>
                  </a:lnTo>
                  <a:close/>
                  <a:moveTo>
                    <a:pt x="239692" y="243224"/>
                  </a:moveTo>
                  <a:lnTo>
                    <a:pt x="256646" y="226041"/>
                  </a:lnTo>
                  <a:lnTo>
                    <a:pt x="251917" y="233627"/>
                  </a:lnTo>
                  <a:close/>
                  <a:moveTo>
                    <a:pt x="280095" y="172102"/>
                  </a:moveTo>
                  <a:lnTo>
                    <a:pt x="264494" y="184443"/>
                  </a:lnTo>
                  <a:lnTo>
                    <a:pt x="256646" y="226041"/>
                  </a:lnTo>
                  <a:close/>
                  <a:moveTo>
                    <a:pt x="264494" y="184443"/>
                  </a:moveTo>
                  <a:lnTo>
                    <a:pt x="280095" y="172102"/>
                  </a:lnTo>
                  <a:lnTo>
                    <a:pt x="319565" y="169557"/>
                  </a:lnTo>
                  <a:close/>
                  <a:moveTo>
                    <a:pt x="333600" y="125823"/>
                  </a:moveTo>
                  <a:lnTo>
                    <a:pt x="328627" y="154919"/>
                  </a:lnTo>
                  <a:lnTo>
                    <a:pt x="341177" y="125786"/>
                  </a:lnTo>
                  <a:close/>
                  <a:moveTo>
                    <a:pt x="671920" y="9302"/>
                  </a:moveTo>
                  <a:lnTo>
                    <a:pt x="697002" y="15064"/>
                  </a:lnTo>
                  <a:lnTo>
                    <a:pt x="66184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16" name="Input_density__16">
              <a:extLst>
                <a:ext uri="{FF2B5EF4-FFF2-40B4-BE49-F238E27FC236}">
                  <a16:creationId xmlns:a16="http://schemas.microsoft.com/office/drawing/2014/main" id="{E45FC15B-AC34-3121-864A-0E1B274EC85E}"/>
                </a:ext>
              </a:extLst>
            </p:cNvPr>
            <p:cNvSpPr>
              <a:spLocks noGrp="1"/>
            </p:cNvSpPr>
            <p:nvPr/>
          </p:nvSpPr>
          <p:spPr>
            <a:xfrm>
              <a:off x="1117103" y="2657593"/>
              <a:ext cx="716604" cy="397153"/>
            </a:xfrm>
            <a:custGeom>
              <a:avLst/>
              <a:gdLst/>
              <a:ahLst/>
              <a:cxnLst/>
              <a:rect l="0" t="0" r="0" b="0"/>
              <a:pathLst>
                <a:path w="716604" h="397153">
                  <a:moveTo>
                    <a:pt x="50607" y="353220"/>
                  </a:moveTo>
                  <a:lnTo>
                    <a:pt x="53607" y="354336"/>
                  </a:lnTo>
                  <a:lnTo>
                    <a:pt x="24095" y="362325"/>
                  </a:lnTo>
                  <a:close/>
                  <a:moveTo>
                    <a:pt x="53607" y="354336"/>
                  </a:moveTo>
                  <a:lnTo>
                    <a:pt x="40998" y="397153"/>
                  </a:lnTo>
                  <a:lnTo>
                    <a:pt x="24095" y="362325"/>
                  </a:lnTo>
                  <a:close/>
                  <a:moveTo>
                    <a:pt x="7981" y="319594"/>
                  </a:moveTo>
                  <a:lnTo>
                    <a:pt x="50607" y="353220"/>
                  </a:lnTo>
                  <a:lnTo>
                    <a:pt x="17403" y="337305"/>
                  </a:lnTo>
                  <a:close/>
                  <a:moveTo>
                    <a:pt x="53607" y="354336"/>
                  </a:moveTo>
                  <a:lnTo>
                    <a:pt x="50607" y="353220"/>
                  </a:lnTo>
                  <a:lnTo>
                    <a:pt x="7981" y="319594"/>
                  </a:lnTo>
                  <a:close/>
                  <a:moveTo>
                    <a:pt x="50607" y="353220"/>
                  </a:moveTo>
                  <a:lnTo>
                    <a:pt x="55369" y="352903"/>
                  </a:lnTo>
                  <a:lnTo>
                    <a:pt x="17403" y="337305"/>
                  </a:lnTo>
                  <a:close/>
                  <a:moveTo>
                    <a:pt x="17403" y="337305"/>
                  </a:moveTo>
                  <a:lnTo>
                    <a:pt x="55369" y="352903"/>
                  </a:lnTo>
                  <a:lnTo>
                    <a:pt x="68273" y="306713"/>
                  </a:lnTo>
                  <a:close/>
                  <a:moveTo>
                    <a:pt x="17403" y="337305"/>
                  </a:moveTo>
                  <a:lnTo>
                    <a:pt x="68273" y="306713"/>
                  </a:lnTo>
                  <a:lnTo>
                    <a:pt x="34469" y="304901"/>
                  </a:lnTo>
                  <a:close/>
                  <a:moveTo>
                    <a:pt x="97563" y="299282"/>
                  </a:moveTo>
                  <a:lnTo>
                    <a:pt x="68273" y="306713"/>
                  </a:lnTo>
                  <a:lnTo>
                    <a:pt x="99254" y="299567"/>
                  </a:lnTo>
                  <a:close/>
                  <a:moveTo>
                    <a:pt x="99254" y="299567"/>
                  </a:moveTo>
                  <a:lnTo>
                    <a:pt x="68273" y="306713"/>
                  </a:lnTo>
                  <a:lnTo>
                    <a:pt x="55369" y="352903"/>
                  </a:lnTo>
                  <a:close/>
                  <a:moveTo>
                    <a:pt x="99254" y="299567"/>
                  </a:moveTo>
                  <a:lnTo>
                    <a:pt x="55369" y="352903"/>
                  </a:lnTo>
                  <a:lnTo>
                    <a:pt x="92777" y="349580"/>
                  </a:lnTo>
                  <a:close/>
                  <a:moveTo>
                    <a:pt x="28707" y="299282"/>
                  </a:moveTo>
                  <a:lnTo>
                    <a:pt x="0" y="316465"/>
                  </a:lnTo>
                  <a:lnTo>
                    <a:pt x="17403" y="337305"/>
                  </a:lnTo>
                  <a:close/>
                  <a:moveTo>
                    <a:pt x="153949" y="371684"/>
                  </a:moveTo>
                  <a:lnTo>
                    <a:pt x="153504" y="376225"/>
                  </a:lnTo>
                  <a:lnTo>
                    <a:pt x="149112" y="388173"/>
                  </a:lnTo>
                  <a:close/>
                  <a:moveTo>
                    <a:pt x="133087" y="336037"/>
                  </a:moveTo>
                  <a:lnTo>
                    <a:pt x="151096" y="367223"/>
                  </a:lnTo>
                  <a:lnTo>
                    <a:pt x="143304" y="355608"/>
                  </a:lnTo>
                  <a:close/>
                  <a:moveTo>
                    <a:pt x="156430" y="318853"/>
                  </a:moveTo>
                  <a:lnTo>
                    <a:pt x="133087" y="336037"/>
                  </a:lnTo>
                  <a:lnTo>
                    <a:pt x="143304" y="355608"/>
                  </a:lnTo>
                  <a:close/>
                  <a:moveTo>
                    <a:pt x="204672" y="355608"/>
                  </a:moveTo>
                  <a:lnTo>
                    <a:pt x="153949" y="371684"/>
                  </a:lnTo>
                  <a:lnTo>
                    <a:pt x="156627" y="336037"/>
                  </a:lnTo>
                  <a:close/>
                  <a:moveTo>
                    <a:pt x="174409" y="318853"/>
                  </a:moveTo>
                  <a:lnTo>
                    <a:pt x="204672" y="355608"/>
                  </a:lnTo>
                  <a:lnTo>
                    <a:pt x="156627" y="336037"/>
                  </a:lnTo>
                  <a:close/>
                  <a:moveTo>
                    <a:pt x="161867" y="311283"/>
                  </a:moveTo>
                  <a:lnTo>
                    <a:pt x="174409" y="318853"/>
                  </a:lnTo>
                  <a:lnTo>
                    <a:pt x="135886" y="310355"/>
                  </a:lnTo>
                  <a:close/>
                  <a:moveTo>
                    <a:pt x="70473" y="295877"/>
                  </a:moveTo>
                  <a:lnTo>
                    <a:pt x="68273" y="306713"/>
                  </a:lnTo>
                  <a:lnTo>
                    <a:pt x="97563" y="299282"/>
                  </a:lnTo>
                  <a:close/>
                  <a:moveTo>
                    <a:pt x="221738" y="318853"/>
                  </a:moveTo>
                  <a:lnTo>
                    <a:pt x="213681" y="355608"/>
                  </a:lnTo>
                  <a:lnTo>
                    <a:pt x="232139" y="338425"/>
                  </a:lnTo>
                  <a:close/>
                  <a:moveTo>
                    <a:pt x="221738" y="318853"/>
                  </a:moveTo>
                  <a:lnTo>
                    <a:pt x="232139" y="338425"/>
                  </a:lnTo>
                  <a:lnTo>
                    <a:pt x="248492" y="301670"/>
                  </a:lnTo>
                  <a:close/>
                  <a:moveTo>
                    <a:pt x="183837" y="282098"/>
                  </a:moveTo>
                  <a:lnTo>
                    <a:pt x="189097" y="288518"/>
                  </a:lnTo>
                  <a:lnTo>
                    <a:pt x="212078" y="278231"/>
                  </a:lnTo>
                  <a:close/>
                  <a:moveTo>
                    <a:pt x="183837" y="282098"/>
                  </a:moveTo>
                  <a:lnTo>
                    <a:pt x="212078" y="278231"/>
                  </a:lnTo>
                  <a:lnTo>
                    <a:pt x="192169" y="264915"/>
                  </a:lnTo>
                  <a:close/>
                  <a:moveTo>
                    <a:pt x="248492" y="301670"/>
                  </a:moveTo>
                  <a:lnTo>
                    <a:pt x="212078" y="278231"/>
                  </a:lnTo>
                  <a:lnTo>
                    <a:pt x="189097" y="288518"/>
                  </a:lnTo>
                  <a:close/>
                  <a:moveTo>
                    <a:pt x="174147" y="245343"/>
                  </a:moveTo>
                  <a:lnTo>
                    <a:pt x="183837" y="282098"/>
                  </a:lnTo>
                  <a:lnTo>
                    <a:pt x="192169" y="264915"/>
                  </a:lnTo>
                  <a:close/>
                  <a:moveTo>
                    <a:pt x="174147" y="245343"/>
                  </a:moveTo>
                  <a:lnTo>
                    <a:pt x="192169" y="264915"/>
                  </a:lnTo>
                  <a:lnTo>
                    <a:pt x="168455" y="228160"/>
                  </a:lnTo>
                  <a:close/>
                  <a:moveTo>
                    <a:pt x="306912" y="287438"/>
                  </a:moveTo>
                  <a:lnTo>
                    <a:pt x="316961" y="301670"/>
                  </a:lnTo>
                  <a:lnTo>
                    <a:pt x="305717" y="284816"/>
                  </a:lnTo>
                  <a:close/>
                  <a:moveTo>
                    <a:pt x="192169" y="264915"/>
                  </a:moveTo>
                  <a:lnTo>
                    <a:pt x="212078" y="278231"/>
                  </a:lnTo>
                  <a:lnTo>
                    <a:pt x="218332" y="256935"/>
                  </a:lnTo>
                  <a:close/>
                  <a:moveTo>
                    <a:pt x="218332" y="256935"/>
                  </a:moveTo>
                  <a:lnTo>
                    <a:pt x="212078" y="278231"/>
                  </a:lnTo>
                  <a:lnTo>
                    <a:pt x="255107" y="298873"/>
                  </a:lnTo>
                  <a:close/>
                  <a:moveTo>
                    <a:pt x="192169" y="264915"/>
                  </a:moveTo>
                  <a:lnTo>
                    <a:pt x="218332" y="256935"/>
                  </a:lnTo>
                  <a:lnTo>
                    <a:pt x="168455" y="228160"/>
                  </a:lnTo>
                  <a:close/>
                  <a:moveTo>
                    <a:pt x="247531" y="215538"/>
                  </a:moveTo>
                  <a:lnTo>
                    <a:pt x="218332" y="256935"/>
                  </a:lnTo>
                  <a:lnTo>
                    <a:pt x="258762" y="251155"/>
                  </a:lnTo>
                  <a:close/>
                  <a:moveTo>
                    <a:pt x="357804" y="314306"/>
                  </a:moveTo>
                  <a:lnTo>
                    <a:pt x="306912" y="287438"/>
                  </a:lnTo>
                  <a:lnTo>
                    <a:pt x="307436" y="283419"/>
                  </a:lnTo>
                  <a:close/>
                  <a:moveTo>
                    <a:pt x="307436" y="283419"/>
                  </a:moveTo>
                  <a:lnTo>
                    <a:pt x="320044" y="284487"/>
                  </a:lnTo>
                  <a:lnTo>
                    <a:pt x="357804" y="314306"/>
                  </a:lnTo>
                  <a:close/>
                  <a:moveTo>
                    <a:pt x="716604" y="149139"/>
                  </a:moveTo>
                  <a:lnTo>
                    <a:pt x="687746" y="127448"/>
                  </a:lnTo>
                  <a:lnTo>
                    <a:pt x="656513" y="145254"/>
                  </a:lnTo>
                  <a:close/>
                  <a:moveTo>
                    <a:pt x="652267" y="58453"/>
                  </a:moveTo>
                  <a:lnTo>
                    <a:pt x="674110" y="86472"/>
                  </a:lnTo>
                  <a:lnTo>
                    <a:pt x="672189" y="90693"/>
                  </a:lnTo>
                  <a:close/>
                  <a:moveTo>
                    <a:pt x="672189" y="90693"/>
                  </a:moveTo>
                  <a:lnTo>
                    <a:pt x="674110" y="86472"/>
                  </a:lnTo>
                  <a:lnTo>
                    <a:pt x="652392" y="107877"/>
                  </a:lnTo>
                  <a:close/>
                  <a:moveTo>
                    <a:pt x="652451" y="33861"/>
                  </a:moveTo>
                  <a:lnTo>
                    <a:pt x="652267" y="58453"/>
                  </a:lnTo>
                  <a:lnTo>
                    <a:pt x="651579" y="53938"/>
                  </a:lnTo>
                  <a:close/>
                  <a:moveTo>
                    <a:pt x="656520" y="0"/>
                  </a:moveTo>
                  <a:lnTo>
                    <a:pt x="653098" y="13031"/>
                  </a:lnTo>
                  <a:lnTo>
                    <a:pt x="651579" y="539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17" name="Input_density__17">
              <a:extLst>
                <a:ext uri="{FF2B5EF4-FFF2-40B4-BE49-F238E27FC236}">
                  <a16:creationId xmlns:a16="http://schemas.microsoft.com/office/drawing/2014/main" id="{1A25169E-E256-9F0D-2526-B670CA909BED}"/>
                </a:ext>
              </a:extLst>
            </p:cNvPr>
            <p:cNvSpPr>
              <a:spLocks noGrp="1"/>
            </p:cNvSpPr>
            <p:nvPr/>
          </p:nvSpPr>
          <p:spPr>
            <a:xfrm>
              <a:off x="1163090" y="2804613"/>
              <a:ext cx="711047" cy="260139"/>
            </a:xfrm>
            <a:custGeom>
              <a:avLst/>
              <a:gdLst/>
              <a:ahLst/>
              <a:cxnLst/>
              <a:rect l="0" t="0" r="0" b="0"/>
              <a:pathLst>
                <a:path w="711047" h="260139">
                  <a:moveTo>
                    <a:pt x="21843" y="242955"/>
                  </a:moveTo>
                  <a:lnTo>
                    <a:pt x="20977" y="260139"/>
                  </a:lnTo>
                  <a:lnTo>
                    <a:pt x="7620" y="207316"/>
                  </a:lnTo>
                  <a:close/>
                  <a:moveTo>
                    <a:pt x="21085" y="241116"/>
                  </a:moveTo>
                  <a:lnTo>
                    <a:pt x="4620" y="206200"/>
                  </a:lnTo>
                  <a:lnTo>
                    <a:pt x="0" y="200948"/>
                  </a:lnTo>
                  <a:close/>
                  <a:moveTo>
                    <a:pt x="21085" y="241116"/>
                  </a:moveTo>
                  <a:lnTo>
                    <a:pt x="21843" y="242955"/>
                  </a:lnTo>
                  <a:lnTo>
                    <a:pt x="46790" y="202560"/>
                  </a:lnTo>
                  <a:close/>
                  <a:moveTo>
                    <a:pt x="14032" y="112609"/>
                  </a:moveTo>
                  <a:lnTo>
                    <a:pt x="51575" y="152262"/>
                  </a:lnTo>
                  <a:lnTo>
                    <a:pt x="16398" y="115507"/>
                  </a:lnTo>
                  <a:close/>
                  <a:moveTo>
                    <a:pt x="260924" y="140418"/>
                  </a:moveTo>
                  <a:lnTo>
                    <a:pt x="288867" y="174222"/>
                  </a:lnTo>
                  <a:lnTo>
                    <a:pt x="270973" y="154650"/>
                  </a:lnTo>
                  <a:close/>
                  <a:moveTo>
                    <a:pt x="199721" y="63957"/>
                  </a:moveTo>
                  <a:lnTo>
                    <a:pt x="178812" y="82567"/>
                  </a:lnTo>
                  <a:lnTo>
                    <a:pt x="201544" y="68518"/>
                  </a:lnTo>
                  <a:close/>
                  <a:moveTo>
                    <a:pt x="184537" y="10509"/>
                  </a:moveTo>
                  <a:lnTo>
                    <a:pt x="182866" y="56615"/>
                  </a:lnTo>
                  <a:lnTo>
                    <a:pt x="199721" y="63957"/>
                  </a:lnTo>
                  <a:close/>
                  <a:moveTo>
                    <a:pt x="705774" y="17183"/>
                  </a:moveTo>
                  <a:lnTo>
                    <a:pt x="711047" y="0"/>
                  </a:lnTo>
                  <a:lnTo>
                    <a:pt x="670616" y="211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18" name="Input_density__18">
              <a:extLst>
                <a:ext uri="{FF2B5EF4-FFF2-40B4-BE49-F238E27FC236}">
                  <a16:creationId xmlns:a16="http://schemas.microsoft.com/office/drawing/2014/main" id="{3F22F04A-139E-896A-08DA-729D7EFAA5B2}"/>
                </a:ext>
              </a:extLst>
            </p:cNvPr>
            <p:cNvSpPr>
              <a:spLocks noGrp="1"/>
            </p:cNvSpPr>
            <p:nvPr/>
          </p:nvSpPr>
          <p:spPr>
            <a:xfrm>
              <a:off x="1089553" y="2798808"/>
              <a:ext cx="744154" cy="248760"/>
            </a:xfrm>
            <a:custGeom>
              <a:avLst/>
              <a:gdLst/>
              <a:ahLst/>
              <a:cxnLst/>
              <a:rect l="0" t="0" r="0" b="0"/>
              <a:pathLst>
                <a:path w="744154" h="248760">
                  <a:moveTo>
                    <a:pt x="118222" y="220876"/>
                  </a:moveTo>
                  <a:lnTo>
                    <a:pt x="95380" y="248760"/>
                  </a:lnTo>
                  <a:lnTo>
                    <a:pt x="81157" y="213121"/>
                  </a:lnTo>
                  <a:close/>
                  <a:moveTo>
                    <a:pt x="55099" y="189558"/>
                  </a:moveTo>
                  <a:lnTo>
                    <a:pt x="81157" y="213121"/>
                  </a:lnTo>
                  <a:lnTo>
                    <a:pt x="35531" y="178379"/>
                  </a:lnTo>
                  <a:close/>
                  <a:moveTo>
                    <a:pt x="27550" y="175250"/>
                  </a:moveTo>
                  <a:lnTo>
                    <a:pt x="35531" y="178379"/>
                  </a:lnTo>
                  <a:lnTo>
                    <a:pt x="44953" y="196089"/>
                  </a:lnTo>
                  <a:close/>
                  <a:moveTo>
                    <a:pt x="82920" y="211688"/>
                  </a:moveTo>
                  <a:lnTo>
                    <a:pt x="78157" y="212005"/>
                  </a:lnTo>
                  <a:lnTo>
                    <a:pt x="94623" y="246921"/>
                  </a:lnTo>
                  <a:close/>
                  <a:moveTo>
                    <a:pt x="120327" y="208365"/>
                  </a:moveTo>
                  <a:lnTo>
                    <a:pt x="95380" y="248760"/>
                  </a:lnTo>
                  <a:lnTo>
                    <a:pt x="118222" y="220876"/>
                  </a:lnTo>
                  <a:close/>
                  <a:moveTo>
                    <a:pt x="82920" y="211688"/>
                  </a:moveTo>
                  <a:lnTo>
                    <a:pt x="94623" y="246921"/>
                  </a:lnTo>
                  <a:lnTo>
                    <a:pt x="120327" y="208365"/>
                  </a:lnTo>
                  <a:close/>
                  <a:moveTo>
                    <a:pt x="56257" y="158067"/>
                  </a:moveTo>
                  <a:lnTo>
                    <a:pt x="0" y="135429"/>
                  </a:lnTo>
                  <a:lnTo>
                    <a:pt x="5778" y="138495"/>
                  </a:lnTo>
                  <a:close/>
                  <a:moveTo>
                    <a:pt x="56257" y="158067"/>
                  </a:moveTo>
                  <a:lnTo>
                    <a:pt x="5778" y="138495"/>
                  </a:lnTo>
                  <a:lnTo>
                    <a:pt x="27550" y="175250"/>
                  </a:lnTo>
                  <a:close/>
                  <a:moveTo>
                    <a:pt x="125113" y="158067"/>
                  </a:moveTo>
                  <a:lnTo>
                    <a:pt x="126804" y="158352"/>
                  </a:lnTo>
                  <a:lnTo>
                    <a:pt x="89936" y="121311"/>
                  </a:lnTo>
                  <a:close/>
                  <a:moveTo>
                    <a:pt x="61997" y="156863"/>
                  </a:moveTo>
                  <a:lnTo>
                    <a:pt x="98023" y="154662"/>
                  </a:lnTo>
                  <a:lnTo>
                    <a:pt x="87569" y="118414"/>
                  </a:lnTo>
                  <a:close/>
                  <a:moveTo>
                    <a:pt x="87569" y="118414"/>
                  </a:moveTo>
                  <a:lnTo>
                    <a:pt x="98023" y="154662"/>
                  </a:lnTo>
                  <a:lnTo>
                    <a:pt x="125113" y="158067"/>
                  </a:lnTo>
                  <a:close/>
                  <a:moveTo>
                    <a:pt x="275081" y="74323"/>
                  </a:moveTo>
                  <a:lnTo>
                    <a:pt x="252350" y="88372"/>
                  </a:lnTo>
                  <a:lnTo>
                    <a:pt x="245882" y="115720"/>
                  </a:lnTo>
                  <a:close/>
                  <a:moveTo>
                    <a:pt x="286312" y="109939"/>
                  </a:moveTo>
                  <a:lnTo>
                    <a:pt x="320295" y="109400"/>
                  </a:lnTo>
                  <a:lnTo>
                    <a:pt x="275081" y="74323"/>
                  </a:lnTo>
                  <a:close/>
                  <a:moveTo>
                    <a:pt x="196005" y="86945"/>
                  </a:moveTo>
                  <a:lnTo>
                    <a:pt x="196798" y="83789"/>
                  </a:lnTo>
                  <a:lnTo>
                    <a:pt x="192111" y="42852"/>
                  </a:lnTo>
                  <a:close/>
                  <a:moveTo>
                    <a:pt x="252350" y="88372"/>
                  </a:moveTo>
                  <a:lnTo>
                    <a:pt x="273258" y="69761"/>
                  </a:lnTo>
                  <a:lnTo>
                    <a:pt x="256403" y="62419"/>
                  </a:lnTo>
                  <a:close/>
                  <a:moveTo>
                    <a:pt x="684063" y="4039"/>
                  </a:moveTo>
                  <a:lnTo>
                    <a:pt x="683397" y="3822"/>
                  </a:lnTo>
                  <a:lnTo>
                    <a:pt x="696089" y="20632"/>
                  </a:lnTo>
                  <a:close/>
                  <a:moveTo>
                    <a:pt x="683397" y="3822"/>
                  </a:moveTo>
                  <a:lnTo>
                    <a:pt x="682982" y="0"/>
                  </a:lnTo>
                  <a:lnTo>
                    <a:pt x="696021" y="20600"/>
                  </a:lnTo>
                  <a:close/>
                  <a:moveTo>
                    <a:pt x="723614" y="27337"/>
                  </a:moveTo>
                  <a:lnTo>
                    <a:pt x="744154" y="7924"/>
                  </a:lnTo>
                  <a:lnTo>
                    <a:pt x="684063" y="403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19" name="Input_density__19">
              <a:extLst>
                <a:ext uri="{FF2B5EF4-FFF2-40B4-BE49-F238E27FC236}">
                  <a16:creationId xmlns:a16="http://schemas.microsoft.com/office/drawing/2014/main" id="{9130C448-4541-8031-414B-2468778E933B}"/>
                </a:ext>
              </a:extLst>
            </p:cNvPr>
            <p:cNvSpPr>
              <a:spLocks noGrp="1"/>
            </p:cNvSpPr>
            <p:nvPr/>
          </p:nvSpPr>
          <p:spPr>
            <a:xfrm>
              <a:off x="1250190" y="2694348"/>
              <a:ext cx="554660" cy="334929"/>
            </a:xfrm>
            <a:custGeom>
              <a:avLst/>
              <a:gdLst/>
              <a:ahLst/>
              <a:cxnLst/>
              <a:rect l="0" t="0" r="0" b="0"/>
              <a:pathLst>
                <a:path w="554660" h="334929">
                  <a:moveTo>
                    <a:pt x="28780" y="274528"/>
                  </a:moveTo>
                  <a:lnTo>
                    <a:pt x="0" y="299282"/>
                  </a:lnTo>
                  <a:lnTo>
                    <a:pt x="23344" y="282098"/>
                  </a:lnTo>
                  <a:close/>
                  <a:moveTo>
                    <a:pt x="28780" y="274528"/>
                  </a:moveTo>
                  <a:lnTo>
                    <a:pt x="2800" y="273600"/>
                  </a:lnTo>
                  <a:lnTo>
                    <a:pt x="0" y="299282"/>
                  </a:lnTo>
                  <a:close/>
                  <a:moveTo>
                    <a:pt x="23540" y="299282"/>
                  </a:moveTo>
                  <a:lnTo>
                    <a:pt x="20862" y="334929"/>
                  </a:lnTo>
                  <a:lnTo>
                    <a:pt x="18010" y="330468"/>
                  </a:lnTo>
                  <a:close/>
                  <a:moveTo>
                    <a:pt x="122020" y="262119"/>
                  </a:moveTo>
                  <a:lnTo>
                    <a:pt x="78991" y="241476"/>
                  </a:lnTo>
                  <a:lnTo>
                    <a:pt x="115405" y="264915"/>
                  </a:lnTo>
                  <a:close/>
                  <a:moveTo>
                    <a:pt x="125675" y="214400"/>
                  </a:moveTo>
                  <a:lnTo>
                    <a:pt x="85246" y="220180"/>
                  </a:lnTo>
                  <a:lnTo>
                    <a:pt x="122020" y="262119"/>
                  </a:lnTo>
                  <a:close/>
                  <a:moveTo>
                    <a:pt x="122020" y="262119"/>
                  </a:moveTo>
                  <a:lnTo>
                    <a:pt x="172631" y="248062"/>
                  </a:lnTo>
                  <a:lnTo>
                    <a:pt x="159658" y="213861"/>
                  </a:lnTo>
                  <a:close/>
                  <a:moveTo>
                    <a:pt x="122020" y="262119"/>
                  </a:moveTo>
                  <a:lnTo>
                    <a:pt x="159658" y="213861"/>
                  </a:lnTo>
                  <a:lnTo>
                    <a:pt x="125675" y="214400"/>
                  </a:lnTo>
                  <a:close/>
                  <a:moveTo>
                    <a:pt x="173825" y="250683"/>
                  </a:moveTo>
                  <a:lnTo>
                    <a:pt x="176990" y="230548"/>
                  </a:lnTo>
                  <a:lnTo>
                    <a:pt x="174350" y="246664"/>
                  </a:lnTo>
                  <a:close/>
                  <a:moveTo>
                    <a:pt x="186958" y="247732"/>
                  </a:moveTo>
                  <a:lnTo>
                    <a:pt x="174350" y="246664"/>
                  </a:lnTo>
                  <a:lnTo>
                    <a:pt x="165195" y="209359"/>
                  </a:lnTo>
                  <a:close/>
                  <a:moveTo>
                    <a:pt x="165195" y="209359"/>
                  </a:moveTo>
                  <a:lnTo>
                    <a:pt x="174350" y="246664"/>
                  </a:lnTo>
                  <a:lnTo>
                    <a:pt x="145283" y="198459"/>
                  </a:lnTo>
                  <a:close/>
                  <a:moveTo>
                    <a:pt x="357638" y="151000"/>
                  </a:moveTo>
                  <a:lnTo>
                    <a:pt x="336381" y="159427"/>
                  </a:lnTo>
                  <a:lnTo>
                    <a:pt x="365350" y="154990"/>
                  </a:lnTo>
                  <a:close/>
                  <a:moveTo>
                    <a:pt x="523426" y="108499"/>
                  </a:moveTo>
                  <a:lnTo>
                    <a:pt x="522218" y="107877"/>
                  </a:lnTo>
                  <a:lnTo>
                    <a:pt x="522760" y="108282"/>
                  </a:lnTo>
                  <a:close/>
                  <a:moveTo>
                    <a:pt x="522346" y="104460"/>
                  </a:moveTo>
                  <a:lnTo>
                    <a:pt x="522760" y="108282"/>
                  </a:lnTo>
                  <a:lnTo>
                    <a:pt x="522218" y="107877"/>
                  </a:lnTo>
                  <a:close/>
                  <a:moveTo>
                    <a:pt x="522218" y="107877"/>
                  </a:moveTo>
                  <a:lnTo>
                    <a:pt x="523426" y="108499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2218" y="107877"/>
                  </a:lnTo>
                  <a:lnTo>
                    <a:pt x="523718" y="107504"/>
                  </a:lnTo>
                  <a:close/>
                  <a:moveTo>
                    <a:pt x="523426" y="108499"/>
                  </a:moveTo>
                  <a:lnTo>
                    <a:pt x="554660" y="90693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3718" y="107504"/>
                  </a:lnTo>
                  <a:lnTo>
                    <a:pt x="519306" y="71122"/>
                  </a:lnTo>
                  <a:close/>
                  <a:moveTo>
                    <a:pt x="519306" y="71122"/>
                  </a:moveTo>
                  <a:lnTo>
                    <a:pt x="523718" y="107504"/>
                  </a:lnTo>
                  <a:lnTo>
                    <a:pt x="554660" y="90693"/>
                  </a:lnTo>
                  <a:close/>
                  <a:moveTo>
                    <a:pt x="519306" y="71122"/>
                  </a:moveTo>
                  <a:lnTo>
                    <a:pt x="554660" y="90693"/>
                  </a:lnTo>
                  <a:lnTo>
                    <a:pt x="539102" y="53938"/>
                  </a:lnTo>
                  <a:close/>
                  <a:moveTo>
                    <a:pt x="539102" y="53938"/>
                  </a:moveTo>
                  <a:lnTo>
                    <a:pt x="529364" y="34494"/>
                  </a:lnTo>
                  <a:lnTo>
                    <a:pt x="519181" y="21698"/>
                  </a:lnTo>
                  <a:close/>
                  <a:moveTo>
                    <a:pt x="518493" y="17183"/>
                  </a:moveTo>
                  <a:lnTo>
                    <a:pt x="519181" y="21698"/>
                  </a:lnTo>
                  <a:lnTo>
                    <a:pt x="529364" y="34494"/>
                  </a:lnTo>
                  <a:close/>
                  <a:moveTo>
                    <a:pt x="538954" y="0"/>
                  </a:moveTo>
                  <a:lnTo>
                    <a:pt x="518493" y="17183"/>
                  </a:lnTo>
                  <a:lnTo>
                    <a:pt x="529364" y="3449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20" name="Input_density__20">
              <a:extLst>
                <a:ext uri="{FF2B5EF4-FFF2-40B4-BE49-F238E27FC236}">
                  <a16:creationId xmlns:a16="http://schemas.microsoft.com/office/drawing/2014/main" id="{A2276867-52A6-9629-B265-1059DCFEB52F}"/>
                </a:ext>
              </a:extLst>
            </p:cNvPr>
            <p:cNvSpPr>
              <a:spLocks noGrp="1"/>
            </p:cNvSpPr>
            <p:nvPr/>
          </p:nvSpPr>
          <p:spPr>
            <a:xfrm>
              <a:off x="1188362" y="2587834"/>
              <a:ext cx="685776" cy="459999"/>
            </a:xfrm>
            <a:custGeom>
              <a:avLst/>
              <a:gdLst/>
              <a:ahLst/>
              <a:cxnLst/>
              <a:rect l="0" t="0" r="0" b="0"/>
              <a:pathLst>
                <a:path w="685776" h="459999">
                  <a:moveTo>
                    <a:pt x="238870" y="440483"/>
                  </a:moveTo>
                  <a:lnTo>
                    <a:pt x="204097" y="459999"/>
                  </a:lnTo>
                  <a:lnTo>
                    <a:pt x="235418" y="452525"/>
                  </a:lnTo>
                  <a:close/>
                  <a:moveTo>
                    <a:pt x="238870" y="440483"/>
                  </a:moveTo>
                  <a:lnTo>
                    <a:pt x="208855" y="437796"/>
                  </a:lnTo>
                  <a:lnTo>
                    <a:pt x="204097" y="459999"/>
                  </a:lnTo>
                  <a:close/>
                  <a:moveTo>
                    <a:pt x="238870" y="440483"/>
                  </a:moveTo>
                  <a:lnTo>
                    <a:pt x="235418" y="452525"/>
                  </a:lnTo>
                  <a:lnTo>
                    <a:pt x="240146" y="444938"/>
                  </a:lnTo>
                  <a:close/>
                  <a:moveTo>
                    <a:pt x="240146" y="444938"/>
                  </a:moveTo>
                  <a:lnTo>
                    <a:pt x="247995" y="403341"/>
                  </a:lnTo>
                  <a:lnTo>
                    <a:pt x="238870" y="440483"/>
                  </a:lnTo>
                  <a:close/>
                  <a:moveTo>
                    <a:pt x="263596" y="391000"/>
                  </a:moveTo>
                  <a:lnTo>
                    <a:pt x="235653" y="357196"/>
                  </a:lnTo>
                  <a:lnTo>
                    <a:pt x="286545" y="384065"/>
                  </a:lnTo>
                  <a:close/>
                  <a:moveTo>
                    <a:pt x="14057" y="96960"/>
                  </a:moveTo>
                  <a:lnTo>
                    <a:pt x="11918" y="86825"/>
                  </a:lnTo>
                  <a:lnTo>
                    <a:pt x="0" y="99010"/>
                  </a:lnTo>
                  <a:close/>
                  <a:moveTo>
                    <a:pt x="655420" y="228200"/>
                  </a:moveTo>
                  <a:lnTo>
                    <a:pt x="645345" y="218898"/>
                  </a:lnTo>
                  <a:lnTo>
                    <a:pt x="624805" y="238310"/>
                  </a:lnTo>
                  <a:close/>
                  <a:moveTo>
                    <a:pt x="685776" y="216778"/>
                  </a:moveTo>
                  <a:lnTo>
                    <a:pt x="680503" y="233962"/>
                  </a:lnTo>
                  <a:lnTo>
                    <a:pt x="683075" y="235388"/>
                  </a:lnTo>
                  <a:close/>
                  <a:moveTo>
                    <a:pt x="665054" y="106513"/>
                  </a:moveTo>
                  <a:lnTo>
                    <a:pt x="670841" y="89330"/>
                  </a:lnTo>
                  <a:lnTo>
                    <a:pt x="675837" y="143268"/>
                  </a:lnTo>
                  <a:close/>
                  <a:moveTo>
                    <a:pt x="661953" y="0"/>
                  </a:moveTo>
                  <a:lnTo>
                    <a:pt x="671281" y="52575"/>
                  </a:lnTo>
                  <a:lnTo>
                    <a:pt x="662424" y="1582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21" name="Input_density__21">
              <a:extLst>
                <a:ext uri="{FF2B5EF4-FFF2-40B4-BE49-F238E27FC236}">
                  <a16:creationId xmlns:a16="http://schemas.microsoft.com/office/drawing/2014/main" id="{A70D40EF-5118-43B8-5988-DE4AF1F10719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2410"/>
              <a:ext cx="58420" cy="16854"/>
            </a:xfrm>
            <a:custGeom>
              <a:avLst/>
              <a:gdLst/>
              <a:ahLst/>
              <a:cxnLst/>
              <a:rect l="0" t="0" r="0" b="0"/>
              <a:pathLst>
                <a:path w="58420" h="16854">
                  <a:moveTo>
                    <a:pt x="0" y="16854"/>
                  </a:moveTo>
                  <a:lnTo>
                    <a:pt x="28598" y="15700"/>
                  </a:lnTo>
                  <a:lnTo>
                    <a:pt x="6615" y="14057"/>
                  </a:lnTo>
                  <a:close/>
                  <a:moveTo>
                    <a:pt x="57226" y="0"/>
                  </a:moveTo>
                  <a:lnTo>
                    <a:pt x="6615" y="14057"/>
                  </a:lnTo>
                  <a:lnTo>
                    <a:pt x="58420" y="2621"/>
                  </a:lnTo>
                  <a:close/>
                  <a:moveTo>
                    <a:pt x="6615" y="14057"/>
                  </a:moveTo>
                  <a:lnTo>
                    <a:pt x="28598" y="15700"/>
                  </a:lnTo>
                  <a:lnTo>
                    <a:pt x="58420" y="262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22" name="Input_density__22">
              <a:extLst>
                <a:ext uri="{FF2B5EF4-FFF2-40B4-BE49-F238E27FC236}">
                  <a16:creationId xmlns:a16="http://schemas.microsoft.com/office/drawing/2014/main" id="{9854FB10-7BCB-36F9-4DBB-BF464E5AB879}"/>
                </a:ext>
              </a:extLst>
            </p:cNvPr>
            <p:cNvSpPr>
              <a:spLocks noGrp="1"/>
            </p:cNvSpPr>
            <p:nvPr/>
          </p:nvSpPr>
          <p:spPr>
            <a:xfrm>
              <a:off x="1049471" y="2456998"/>
              <a:ext cx="847717" cy="750326"/>
            </a:xfrm>
            <a:custGeom>
              <a:avLst/>
              <a:gdLst/>
              <a:ahLst/>
              <a:cxnLst/>
              <a:rect l="0" t="0" r="0" b="0"/>
              <a:pathLst>
                <a:path w="847717" h="750326">
                  <a:moveTo>
                    <a:pt x="146956" y="737590"/>
                  </a:moveTo>
                  <a:lnTo>
                    <a:pt x="146164" y="738080"/>
                  </a:lnTo>
                  <a:lnTo>
                    <a:pt x="156099" y="750326"/>
                  </a:lnTo>
                  <a:close/>
                  <a:moveTo>
                    <a:pt x="0" y="437990"/>
                  </a:moveTo>
                  <a:lnTo>
                    <a:pt x="31692" y="463122"/>
                  </a:lnTo>
                  <a:lnTo>
                    <a:pt x="22596" y="457394"/>
                  </a:lnTo>
                  <a:close/>
                  <a:moveTo>
                    <a:pt x="247790" y="720407"/>
                  </a:moveTo>
                  <a:lnTo>
                    <a:pt x="256274" y="678315"/>
                  </a:lnTo>
                  <a:lnTo>
                    <a:pt x="241179" y="666468"/>
                  </a:lnTo>
                  <a:close/>
                  <a:moveTo>
                    <a:pt x="256274" y="678315"/>
                  </a:moveTo>
                  <a:lnTo>
                    <a:pt x="278858" y="683651"/>
                  </a:lnTo>
                  <a:lnTo>
                    <a:pt x="264585" y="643062"/>
                  </a:lnTo>
                  <a:close/>
                  <a:moveTo>
                    <a:pt x="109213" y="448125"/>
                  </a:moveTo>
                  <a:lnTo>
                    <a:pt x="101564" y="445938"/>
                  </a:lnTo>
                  <a:lnTo>
                    <a:pt x="82485" y="460524"/>
                  </a:lnTo>
                  <a:close/>
                  <a:moveTo>
                    <a:pt x="102078" y="498673"/>
                  </a:moveTo>
                  <a:lnTo>
                    <a:pt x="127651" y="460224"/>
                  </a:lnTo>
                  <a:lnTo>
                    <a:pt x="109213" y="448125"/>
                  </a:lnTo>
                  <a:close/>
                  <a:moveTo>
                    <a:pt x="109213" y="448125"/>
                  </a:moveTo>
                  <a:lnTo>
                    <a:pt x="82863" y="433571"/>
                  </a:lnTo>
                  <a:lnTo>
                    <a:pt x="101564" y="445938"/>
                  </a:lnTo>
                  <a:close/>
                  <a:moveTo>
                    <a:pt x="324147" y="629713"/>
                  </a:moveTo>
                  <a:lnTo>
                    <a:pt x="325123" y="612530"/>
                  </a:lnTo>
                  <a:lnTo>
                    <a:pt x="317191" y="618962"/>
                  </a:lnTo>
                  <a:close/>
                  <a:moveTo>
                    <a:pt x="347745" y="568633"/>
                  </a:moveTo>
                  <a:lnTo>
                    <a:pt x="325123" y="612530"/>
                  </a:lnTo>
                  <a:lnTo>
                    <a:pt x="342988" y="590835"/>
                  </a:lnTo>
                  <a:close/>
                  <a:moveTo>
                    <a:pt x="347745" y="568633"/>
                  </a:moveTo>
                  <a:lnTo>
                    <a:pt x="377760" y="571319"/>
                  </a:lnTo>
                  <a:lnTo>
                    <a:pt x="357069" y="547275"/>
                  </a:lnTo>
                  <a:close/>
                  <a:moveTo>
                    <a:pt x="377760" y="571319"/>
                  </a:moveTo>
                  <a:lnTo>
                    <a:pt x="386885" y="534177"/>
                  </a:lnTo>
                  <a:lnTo>
                    <a:pt x="357069" y="547275"/>
                  </a:lnTo>
                  <a:close/>
                  <a:moveTo>
                    <a:pt x="386885" y="534177"/>
                  </a:moveTo>
                  <a:lnTo>
                    <a:pt x="410574" y="526536"/>
                  </a:lnTo>
                  <a:lnTo>
                    <a:pt x="357069" y="547275"/>
                  </a:lnTo>
                  <a:close/>
                  <a:moveTo>
                    <a:pt x="298156" y="358123"/>
                  </a:moveTo>
                  <a:lnTo>
                    <a:pt x="269244" y="371858"/>
                  </a:lnTo>
                  <a:lnTo>
                    <a:pt x="260166" y="406668"/>
                  </a:lnTo>
                  <a:close/>
                  <a:moveTo>
                    <a:pt x="298156" y="358123"/>
                  </a:moveTo>
                  <a:lnTo>
                    <a:pt x="260166" y="406668"/>
                  </a:lnTo>
                  <a:lnTo>
                    <a:pt x="296485" y="404230"/>
                  </a:lnTo>
                  <a:close/>
                  <a:moveTo>
                    <a:pt x="226030" y="374816"/>
                  </a:moveTo>
                  <a:lnTo>
                    <a:pt x="226350" y="362324"/>
                  </a:lnTo>
                  <a:lnTo>
                    <a:pt x="206343" y="333842"/>
                  </a:lnTo>
                  <a:close/>
                  <a:moveTo>
                    <a:pt x="132295" y="227797"/>
                  </a:moveTo>
                  <a:lnTo>
                    <a:pt x="138890" y="229846"/>
                  </a:lnTo>
                  <a:lnTo>
                    <a:pt x="150809" y="217661"/>
                  </a:lnTo>
                  <a:close/>
                  <a:moveTo>
                    <a:pt x="137311" y="223940"/>
                  </a:moveTo>
                  <a:lnTo>
                    <a:pt x="132295" y="227797"/>
                  </a:lnTo>
                  <a:lnTo>
                    <a:pt x="150809" y="217661"/>
                  </a:lnTo>
                  <a:close/>
                  <a:moveTo>
                    <a:pt x="418118" y="493761"/>
                  </a:moveTo>
                  <a:lnTo>
                    <a:pt x="410574" y="526536"/>
                  </a:lnTo>
                  <a:lnTo>
                    <a:pt x="449908" y="495006"/>
                  </a:lnTo>
                  <a:close/>
                  <a:moveTo>
                    <a:pt x="449908" y="495006"/>
                  </a:moveTo>
                  <a:lnTo>
                    <a:pt x="455991" y="475557"/>
                  </a:lnTo>
                  <a:lnTo>
                    <a:pt x="423235" y="477667"/>
                  </a:lnTo>
                  <a:close/>
                  <a:moveTo>
                    <a:pt x="842172" y="330431"/>
                  </a:moveTo>
                  <a:lnTo>
                    <a:pt x="824666" y="347615"/>
                  </a:lnTo>
                  <a:lnTo>
                    <a:pt x="847717" y="366297"/>
                  </a:lnTo>
                  <a:close/>
                  <a:moveTo>
                    <a:pt x="800843" y="130836"/>
                  </a:moveTo>
                  <a:lnTo>
                    <a:pt x="805805" y="171549"/>
                  </a:lnTo>
                  <a:lnTo>
                    <a:pt x="810171" y="183411"/>
                  </a:lnTo>
                  <a:close/>
                  <a:moveTo>
                    <a:pt x="805868" y="82004"/>
                  </a:moveTo>
                  <a:lnTo>
                    <a:pt x="805036" y="42674"/>
                  </a:lnTo>
                  <a:lnTo>
                    <a:pt x="775681" y="57496"/>
                  </a:lnTo>
                  <a:close/>
                  <a:moveTo>
                    <a:pt x="805282" y="37733"/>
                  </a:moveTo>
                  <a:lnTo>
                    <a:pt x="775681" y="57496"/>
                  </a:lnTo>
                  <a:lnTo>
                    <a:pt x="805036" y="42674"/>
                  </a:lnTo>
                  <a:close/>
                  <a:moveTo>
                    <a:pt x="778130" y="32719"/>
                  </a:moveTo>
                  <a:lnTo>
                    <a:pt x="805282" y="37733"/>
                  </a:lnTo>
                  <a:lnTo>
                    <a:pt x="796654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23" name="Input_density__23">
              <a:extLst>
                <a:ext uri="{FF2B5EF4-FFF2-40B4-BE49-F238E27FC236}">
                  <a16:creationId xmlns:a16="http://schemas.microsoft.com/office/drawing/2014/main" id="{DCCD180F-971B-CAAC-5085-8BEF24501079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70666"/>
              <a:ext cx="795662" cy="724412"/>
            </a:xfrm>
            <a:custGeom>
              <a:avLst/>
              <a:gdLst/>
              <a:ahLst/>
              <a:cxnLst/>
              <a:rect l="0" t="0" r="0" b="0"/>
              <a:pathLst>
                <a:path w="795662" h="724412">
                  <a:moveTo>
                    <a:pt x="101645" y="704350"/>
                  </a:moveTo>
                  <a:lnTo>
                    <a:pt x="114472" y="724412"/>
                  </a:lnTo>
                  <a:lnTo>
                    <a:pt x="115265" y="723922"/>
                  </a:lnTo>
                  <a:close/>
                  <a:moveTo>
                    <a:pt x="78161" y="657673"/>
                  </a:moveTo>
                  <a:lnTo>
                    <a:pt x="100455" y="672005"/>
                  </a:lnTo>
                  <a:lnTo>
                    <a:pt x="98992" y="687167"/>
                  </a:lnTo>
                  <a:close/>
                  <a:moveTo>
                    <a:pt x="76848" y="650412"/>
                  </a:moveTo>
                  <a:lnTo>
                    <a:pt x="71173" y="618606"/>
                  </a:lnTo>
                  <a:lnTo>
                    <a:pt x="78161" y="657673"/>
                  </a:lnTo>
                  <a:close/>
                  <a:moveTo>
                    <a:pt x="81928" y="534895"/>
                  </a:moveTo>
                  <a:lnTo>
                    <a:pt x="86547" y="540147"/>
                  </a:lnTo>
                  <a:lnTo>
                    <a:pt x="60036" y="549252"/>
                  </a:lnTo>
                  <a:close/>
                  <a:moveTo>
                    <a:pt x="31829" y="472160"/>
                  </a:moveTo>
                  <a:lnTo>
                    <a:pt x="8390" y="463572"/>
                  </a:lnTo>
                  <a:lnTo>
                    <a:pt x="64647" y="486209"/>
                  </a:lnTo>
                  <a:close/>
                  <a:moveTo>
                    <a:pt x="0" y="449454"/>
                  </a:moveTo>
                  <a:lnTo>
                    <a:pt x="8390" y="463572"/>
                  </a:lnTo>
                  <a:lnTo>
                    <a:pt x="31829" y="472160"/>
                  </a:lnTo>
                  <a:close/>
                  <a:moveTo>
                    <a:pt x="177573" y="643343"/>
                  </a:moveTo>
                  <a:lnTo>
                    <a:pt x="166675" y="633229"/>
                  </a:lnTo>
                  <a:lnTo>
                    <a:pt x="204804" y="648947"/>
                  </a:lnTo>
                  <a:close/>
                  <a:moveTo>
                    <a:pt x="177573" y="643343"/>
                  </a:moveTo>
                  <a:lnTo>
                    <a:pt x="204804" y="648947"/>
                  </a:lnTo>
                  <a:lnTo>
                    <a:pt x="224582" y="664647"/>
                  </a:lnTo>
                  <a:close/>
                  <a:moveTo>
                    <a:pt x="224582" y="664647"/>
                  </a:moveTo>
                  <a:lnTo>
                    <a:pt x="232894" y="629394"/>
                  </a:lnTo>
                  <a:lnTo>
                    <a:pt x="217606" y="616045"/>
                  </a:lnTo>
                  <a:close/>
                  <a:moveTo>
                    <a:pt x="31829" y="472160"/>
                  </a:moveTo>
                  <a:lnTo>
                    <a:pt x="64647" y="486209"/>
                  </a:lnTo>
                  <a:lnTo>
                    <a:pt x="50793" y="446856"/>
                  </a:lnTo>
                  <a:close/>
                  <a:moveTo>
                    <a:pt x="50793" y="446856"/>
                  </a:moveTo>
                  <a:lnTo>
                    <a:pt x="64647" y="486209"/>
                  </a:lnTo>
                  <a:lnTo>
                    <a:pt x="77521" y="434457"/>
                  </a:lnTo>
                  <a:close/>
                  <a:moveTo>
                    <a:pt x="77521" y="434457"/>
                  </a:moveTo>
                  <a:lnTo>
                    <a:pt x="64647" y="486209"/>
                  </a:lnTo>
                  <a:lnTo>
                    <a:pt x="70387" y="485005"/>
                  </a:lnTo>
                  <a:close/>
                  <a:moveTo>
                    <a:pt x="106413" y="482804"/>
                  </a:moveTo>
                  <a:lnTo>
                    <a:pt x="70409" y="491828"/>
                  </a:lnTo>
                  <a:lnTo>
                    <a:pt x="104213" y="493640"/>
                  </a:lnTo>
                  <a:close/>
                  <a:moveTo>
                    <a:pt x="285499" y="605294"/>
                  </a:moveTo>
                  <a:lnTo>
                    <a:pt x="271475" y="598862"/>
                  </a:lnTo>
                  <a:lnTo>
                    <a:pt x="232894" y="629394"/>
                  </a:lnTo>
                  <a:close/>
                  <a:moveTo>
                    <a:pt x="270420" y="645121"/>
                  </a:moveTo>
                  <a:lnTo>
                    <a:pt x="285499" y="605294"/>
                  </a:lnTo>
                  <a:lnTo>
                    <a:pt x="232894" y="629394"/>
                  </a:lnTo>
                  <a:close/>
                  <a:moveTo>
                    <a:pt x="207404" y="562107"/>
                  </a:moveTo>
                  <a:lnTo>
                    <a:pt x="177441" y="541642"/>
                  </a:lnTo>
                  <a:lnTo>
                    <a:pt x="179245" y="542535"/>
                  </a:lnTo>
                  <a:close/>
                  <a:moveTo>
                    <a:pt x="286618" y="596553"/>
                  </a:moveTo>
                  <a:lnTo>
                    <a:pt x="285499" y="605294"/>
                  </a:lnTo>
                  <a:lnTo>
                    <a:pt x="293432" y="598862"/>
                  </a:lnTo>
                  <a:close/>
                  <a:moveTo>
                    <a:pt x="286618" y="596553"/>
                  </a:moveTo>
                  <a:lnTo>
                    <a:pt x="293432" y="598862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86618" y="596553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65260" y="529622"/>
                  </a:lnTo>
                  <a:lnTo>
                    <a:pt x="255553" y="549974"/>
                  </a:lnTo>
                  <a:close/>
                  <a:moveTo>
                    <a:pt x="316053" y="554965"/>
                  </a:moveTo>
                  <a:lnTo>
                    <a:pt x="325378" y="533607"/>
                  </a:lnTo>
                  <a:lnTo>
                    <a:pt x="285720" y="552537"/>
                  </a:lnTo>
                  <a:close/>
                  <a:moveTo>
                    <a:pt x="285720" y="552537"/>
                  </a:moveTo>
                  <a:lnTo>
                    <a:pt x="325378" y="533607"/>
                  </a:lnTo>
                  <a:lnTo>
                    <a:pt x="268079" y="525352"/>
                  </a:lnTo>
                  <a:close/>
                  <a:moveTo>
                    <a:pt x="268079" y="525352"/>
                  </a:moveTo>
                  <a:lnTo>
                    <a:pt x="265260" y="529622"/>
                  </a:lnTo>
                  <a:lnTo>
                    <a:pt x="285720" y="552537"/>
                  </a:lnTo>
                  <a:close/>
                  <a:moveTo>
                    <a:pt x="214234" y="397903"/>
                  </a:moveTo>
                  <a:lnTo>
                    <a:pt x="194338" y="361149"/>
                  </a:lnTo>
                  <a:lnTo>
                    <a:pt x="200501" y="370994"/>
                  </a:lnTo>
                  <a:close/>
                  <a:moveTo>
                    <a:pt x="378882" y="512868"/>
                  </a:moveTo>
                  <a:lnTo>
                    <a:pt x="349939" y="490985"/>
                  </a:lnTo>
                  <a:lnTo>
                    <a:pt x="325378" y="533607"/>
                  </a:lnTo>
                  <a:close/>
                  <a:moveTo>
                    <a:pt x="194338" y="361149"/>
                  </a:moveTo>
                  <a:lnTo>
                    <a:pt x="228474" y="393000"/>
                  </a:lnTo>
                  <a:lnTo>
                    <a:pt x="201440" y="347746"/>
                  </a:lnTo>
                  <a:close/>
                  <a:moveTo>
                    <a:pt x="386427" y="480093"/>
                  </a:moveTo>
                  <a:lnTo>
                    <a:pt x="418216" y="481338"/>
                  </a:lnTo>
                  <a:lnTo>
                    <a:pt x="391544" y="463999"/>
                  </a:lnTo>
                  <a:close/>
                  <a:moveTo>
                    <a:pt x="346016" y="454230"/>
                  </a:moveTo>
                  <a:lnTo>
                    <a:pt x="364916" y="437047"/>
                  </a:lnTo>
                  <a:lnTo>
                    <a:pt x="322345" y="426061"/>
                  </a:lnTo>
                  <a:close/>
                  <a:moveTo>
                    <a:pt x="348455" y="427475"/>
                  </a:moveTo>
                  <a:lnTo>
                    <a:pt x="311087" y="417475"/>
                  </a:lnTo>
                  <a:lnTo>
                    <a:pt x="322345" y="426061"/>
                  </a:lnTo>
                  <a:close/>
                  <a:moveTo>
                    <a:pt x="792975" y="333947"/>
                  </a:moveTo>
                  <a:lnTo>
                    <a:pt x="771611" y="311147"/>
                  </a:lnTo>
                  <a:lnTo>
                    <a:pt x="752544" y="336066"/>
                  </a:lnTo>
                  <a:close/>
                  <a:moveTo>
                    <a:pt x="783036" y="260437"/>
                  </a:moveTo>
                  <a:lnTo>
                    <a:pt x="777947" y="244259"/>
                  </a:lnTo>
                  <a:lnTo>
                    <a:pt x="795662" y="276496"/>
                  </a:lnTo>
                  <a:close/>
                  <a:moveTo>
                    <a:pt x="778040" y="206498"/>
                  </a:moveTo>
                  <a:lnTo>
                    <a:pt x="777283" y="236148"/>
                  </a:lnTo>
                  <a:lnTo>
                    <a:pt x="783036" y="260437"/>
                  </a:lnTo>
                  <a:close/>
                  <a:moveTo>
                    <a:pt x="728390" y="167965"/>
                  </a:moveTo>
                  <a:lnTo>
                    <a:pt x="785007" y="168818"/>
                  </a:lnTo>
                  <a:lnTo>
                    <a:pt x="774113" y="157881"/>
                  </a:lnTo>
                  <a:close/>
                  <a:moveTo>
                    <a:pt x="728390" y="167965"/>
                  </a:moveTo>
                  <a:lnTo>
                    <a:pt x="774113" y="157881"/>
                  </a:lnTo>
                  <a:lnTo>
                    <a:pt x="769151" y="117168"/>
                  </a:lnTo>
                  <a:close/>
                  <a:moveTo>
                    <a:pt x="769151" y="117168"/>
                  </a:moveTo>
                  <a:lnTo>
                    <a:pt x="769398" y="110457"/>
                  </a:lnTo>
                  <a:lnTo>
                    <a:pt x="735636" y="108805"/>
                  </a:lnTo>
                  <a:close/>
                  <a:moveTo>
                    <a:pt x="683990" y="59478"/>
                  </a:moveTo>
                  <a:lnTo>
                    <a:pt x="689383" y="96233"/>
                  </a:lnTo>
                  <a:lnTo>
                    <a:pt x="708883" y="79050"/>
                  </a:lnTo>
                  <a:close/>
                  <a:moveTo>
                    <a:pt x="673216" y="0"/>
                  </a:moveTo>
                  <a:lnTo>
                    <a:pt x="691920" y="18627"/>
                  </a:lnTo>
                  <a:lnTo>
                    <a:pt x="673451" y="6553"/>
                  </a:lnTo>
                  <a:close/>
                  <a:moveTo>
                    <a:pt x="774176" y="68336"/>
                  </a:moveTo>
                  <a:lnTo>
                    <a:pt x="735636" y="108805"/>
                  </a:lnTo>
                  <a:lnTo>
                    <a:pt x="769398" y="11045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24" name="Input_density__24">
              <a:extLst>
                <a:ext uri="{FF2B5EF4-FFF2-40B4-BE49-F238E27FC236}">
                  <a16:creationId xmlns:a16="http://schemas.microsoft.com/office/drawing/2014/main" id="{0416DEEE-DFDF-3745-9FD6-05629453F1D7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92514"/>
              <a:ext cx="805601" cy="802074"/>
            </a:xfrm>
            <a:custGeom>
              <a:avLst/>
              <a:gdLst/>
              <a:ahLst/>
              <a:cxnLst/>
              <a:rect l="0" t="0" r="0" b="0"/>
              <a:pathLst>
                <a:path w="805601" h="802074">
                  <a:moveTo>
                    <a:pt x="94112" y="765319"/>
                  </a:moveTo>
                  <a:lnTo>
                    <a:pt x="96765" y="782502"/>
                  </a:lnTo>
                  <a:lnTo>
                    <a:pt x="110385" y="802074"/>
                  </a:lnTo>
                  <a:close/>
                  <a:moveTo>
                    <a:pt x="71968" y="728564"/>
                  </a:moveTo>
                  <a:lnTo>
                    <a:pt x="73281" y="735825"/>
                  </a:lnTo>
                  <a:lnTo>
                    <a:pt x="90196" y="758414"/>
                  </a:lnTo>
                  <a:close/>
                  <a:moveTo>
                    <a:pt x="51350" y="655054"/>
                  </a:moveTo>
                  <a:lnTo>
                    <a:pt x="67312" y="691809"/>
                  </a:lnTo>
                  <a:lnTo>
                    <a:pt x="69155" y="674626"/>
                  </a:lnTo>
                  <a:close/>
                  <a:moveTo>
                    <a:pt x="59767" y="564361"/>
                  </a:moveTo>
                  <a:lnTo>
                    <a:pt x="48464" y="602384"/>
                  </a:lnTo>
                  <a:lnTo>
                    <a:pt x="65529" y="569980"/>
                  </a:lnTo>
                  <a:close/>
                  <a:moveTo>
                    <a:pt x="186874" y="711381"/>
                  </a:moveTo>
                  <a:lnTo>
                    <a:pt x="172693" y="721495"/>
                  </a:lnTo>
                  <a:lnTo>
                    <a:pt x="219702" y="742799"/>
                  </a:lnTo>
                  <a:close/>
                  <a:moveTo>
                    <a:pt x="212726" y="694197"/>
                  </a:moveTo>
                  <a:lnTo>
                    <a:pt x="186874" y="711381"/>
                  </a:lnTo>
                  <a:lnTo>
                    <a:pt x="219702" y="742799"/>
                  </a:lnTo>
                  <a:close/>
                  <a:moveTo>
                    <a:pt x="180210" y="657442"/>
                  </a:moveTo>
                  <a:lnTo>
                    <a:pt x="180948" y="657722"/>
                  </a:lnTo>
                  <a:lnTo>
                    <a:pt x="181504" y="658232"/>
                  </a:lnTo>
                  <a:close/>
                  <a:moveTo>
                    <a:pt x="181504" y="658232"/>
                  </a:moveTo>
                  <a:lnTo>
                    <a:pt x="180948" y="657722"/>
                  </a:lnTo>
                  <a:lnTo>
                    <a:pt x="212726" y="694197"/>
                  </a:lnTo>
                  <a:close/>
                  <a:moveTo>
                    <a:pt x="212726" y="694197"/>
                  </a:moveTo>
                  <a:lnTo>
                    <a:pt x="180948" y="657722"/>
                  </a:lnTo>
                  <a:lnTo>
                    <a:pt x="177663" y="674626"/>
                  </a:lnTo>
                  <a:close/>
                  <a:moveTo>
                    <a:pt x="212726" y="694197"/>
                  </a:moveTo>
                  <a:lnTo>
                    <a:pt x="177663" y="674626"/>
                  </a:lnTo>
                  <a:lnTo>
                    <a:pt x="186874" y="711381"/>
                  </a:lnTo>
                  <a:close/>
                  <a:moveTo>
                    <a:pt x="180172" y="653252"/>
                  </a:moveTo>
                  <a:lnTo>
                    <a:pt x="180948" y="657722"/>
                  </a:lnTo>
                  <a:lnTo>
                    <a:pt x="180210" y="657442"/>
                  </a:lnTo>
                  <a:close/>
                  <a:moveTo>
                    <a:pt x="180172" y="653252"/>
                  </a:moveTo>
                  <a:lnTo>
                    <a:pt x="184564" y="641303"/>
                  </a:lnTo>
                  <a:lnTo>
                    <a:pt x="180948" y="657722"/>
                  </a:lnTo>
                  <a:close/>
                  <a:moveTo>
                    <a:pt x="180948" y="657722"/>
                  </a:moveTo>
                  <a:lnTo>
                    <a:pt x="184564" y="641303"/>
                  </a:lnTo>
                  <a:lnTo>
                    <a:pt x="177663" y="674626"/>
                  </a:lnTo>
                  <a:close/>
                  <a:moveTo>
                    <a:pt x="65529" y="569980"/>
                  </a:moveTo>
                  <a:lnTo>
                    <a:pt x="65507" y="563157"/>
                  </a:lnTo>
                  <a:lnTo>
                    <a:pt x="59767" y="564361"/>
                  </a:lnTo>
                  <a:close/>
                  <a:moveTo>
                    <a:pt x="65507" y="563157"/>
                  </a:moveTo>
                  <a:lnTo>
                    <a:pt x="65529" y="569980"/>
                  </a:lnTo>
                  <a:lnTo>
                    <a:pt x="101533" y="560956"/>
                  </a:lnTo>
                  <a:close/>
                  <a:moveTo>
                    <a:pt x="212726" y="694197"/>
                  </a:moveTo>
                  <a:lnTo>
                    <a:pt x="228014" y="707546"/>
                  </a:lnTo>
                  <a:lnTo>
                    <a:pt x="236330" y="684534"/>
                  </a:lnTo>
                  <a:close/>
                  <a:moveTo>
                    <a:pt x="263199" y="603504"/>
                  </a:moveTo>
                  <a:lnTo>
                    <a:pt x="320498" y="611759"/>
                  </a:lnTo>
                  <a:lnTo>
                    <a:pt x="295051" y="586321"/>
                  </a:lnTo>
                  <a:close/>
                  <a:moveTo>
                    <a:pt x="220218" y="485982"/>
                  </a:moveTo>
                  <a:lnTo>
                    <a:pt x="249392" y="522014"/>
                  </a:lnTo>
                  <a:lnTo>
                    <a:pt x="255860" y="494666"/>
                  </a:lnTo>
                  <a:close/>
                  <a:moveTo>
                    <a:pt x="199515" y="493239"/>
                  </a:moveTo>
                  <a:lnTo>
                    <a:pt x="249392" y="522014"/>
                  </a:lnTo>
                  <a:lnTo>
                    <a:pt x="220218" y="485982"/>
                  </a:lnTo>
                  <a:close/>
                  <a:moveTo>
                    <a:pt x="200308" y="490083"/>
                  </a:moveTo>
                  <a:lnTo>
                    <a:pt x="199515" y="493239"/>
                  </a:lnTo>
                  <a:lnTo>
                    <a:pt x="220218" y="485982"/>
                  </a:lnTo>
                  <a:close/>
                  <a:moveTo>
                    <a:pt x="18806" y="327450"/>
                  </a:moveTo>
                  <a:lnTo>
                    <a:pt x="0" y="346219"/>
                  </a:lnTo>
                  <a:lnTo>
                    <a:pt x="28464" y="342448"/>
                  </a:lnTo>
                  <a:close/>
                  <a:moveTo>
                    <a:pt x="28464" y="342448"/>
                  </a:moveTo>
                  <a:lnTo>
                    <a:pt x="32332" y="346219"/>
                  </a:lnTo>
                  <a:lnTo>
                    <a:pt x="18806" y="327450"/>
                  </a:lnTo>
                  <a:close/>
                  <a:moveTo>
                    <a:pt x="209354" y="476055"/>
                  </a:moveTo>
                  <a:lnTo>
                    <a:pt x="200308" y="490083"/>
                  </a:lnTo>
                  <a:lnTo>
                    <a:pt x="220218" y="485982"/>
                  </a:lnTo>
                  <a:close/>
                  <a:moveTo>
                    <a:pt x="209354" y="476055"/>
                  </a:moveTo>
                  <a:lnTo>
                    <a:pt x="195621" y="449146"/>
                  </a:lnTo>
                  <a:lnTo>
                    <a:pt x="200308" y="490083"/>
                  </a:lnTo>
                  <a:close/>
                  <a:moveTo>
                    <a:pt x="209354" y="476055"/>
                  </a:moveTo>
                  <a:lnTo>
                    <a:pt x="220218" y="485982"/>
                  </a:lnTo>
                  <a:lnTo>
                    <a:pt x="223594" y="471152"/>
                  </a:lnTo>
                  <a:close/>
                  <a:moveTo>
                    <a:pt x="209354" y="476055"/>
                  </a:moveTo>
                  <a:lnTo>
                    <a:pt x="223594" y="471152"/>
                  </a:lnTo>
                  <a:lnTo>
                    <a:pt x="189458" y="439300"/>
                  </a:lnTo>
                  <a:close/>
                  <a:moveTo>
                    <a:pt x="259913" y="468714"/>
                  </a:moveTo>
                  <a:lnTo>
                    <a:pt x="220218" y="485982"/>
                  </a:lnTo>
                  <a:lnTo>
                    <a:pt x="255860" y="494666"/>
                  </a:lnTo>
                  <a:close/>
                  <a:moveTo>
                    <a:pt x="259913" y="468714"/>
                  </a:moveTo>
                  <a:lnTo>
                    <a:pt x="223594" y="471152"/>
                  </a:lnTo>
                  <a:lnTo>
                    <a:pt x="220218" y="485982"/>
                  </a:lnTo>
                  <a:close/>
                  <a:moveTo>
                    <a:pt x="313467" y="489266"/>
                  </a:moveTo>
                  <a:lnTo>
                    <a:pt x="309430" y="500293"/>
                  </a:lnTo>
                  <a:lnTo>
                    <a:pt x="306207" y="495627"/>
                  </a:lnTo>
                  <a:close/>
                  <a:moveTo>
                    <a:pt x="309430" y="500293"/>
                  </a:moveTo>
                  <a:lnTo>
                    <a:pt x="341136" y="532382"/>
                  </a:lnTo>
                  <a:lnTo>
                    <a:pt x="317465" y="504213"/>
                  </a:lnTo>
                  <a:close/>
                  <a:moveTo>
                    <a:pt x="306207" y="495627"/>
                  </a:moveTo>
                  <a:lnTo>
                    <a:pt x="309430" y="500293"/>
                  </a:lnTo>
                  <a:lnTo>
                    <a:pt x="317465" y="504213"/>
                  </a:lnTo>
                  <a:close/>
                  <a:moveTo>
                    <a:pt x="374002" y="591020"/>
                  </a:moveTo>
                  <a:lnTo>
                    <a:pt x="381547" y="558245"/>
                  </a:lnTo>
                  <a:lnTo>
                    <a:pt x="345059" y="569137"/>
                  </a:lnTo>
                  <a:close/>
                  <a:moveTo>
                    <a:pt x="341136" y="532382"/>
                  </a:moveTo>
                  <a:lnTo>
                    <a:pt x="345059" y="569137"/>
                  </a:lnTo>
                  <a:lnTo>
                    <a:pt x="360036" y="515199"/>
                  </a:lnTo>
                  <a:close/>
                  <a:moveTo>
                    <a:pt x="143372" y="311852"/>
                  </a:moveTo>
                  <a:lnTo>
                    <a:pt x="161801" y="257914"/>
                  </a:lnTo>
                  <a:lnTo>
                    <a:pt x="128099" y="275097"/>
                  </a:lnTo>
                  <a:close/>
                  <a:moveTo>
                    <a:pt x="156774" y="221159"/>
                  </a:moveTo>
                  <a:lnTo>
                    <a:pt x="159369" y="227795"/>
                  </a:lnTo>
                  <a:lnTo>
                    <a:pt x="128099" y="275097"/>
                  </a:lnTo>
                  <a:close/>
                  <a:moveTo>
                    <a:pt x="518978" y="470707"/>
                  </a:moveTo>
                  <a:lnTo>
                    <a:pt x="532422" y="472104"/>
                  </a:lnTo>
                  <a:lnTo>
                    <a:pt x="574460" y="457360"/>
                  </a:lnTo>
                  <a:close/>
                  <a:moveTo>
                    <a:pt x="755474" y="375344"/>
                  </a:moveTo>
                  <a:lnTo>
                    <a:pt x="747664" y="414218"/>
                  </a:lnTo>
                  <a:lnTo>
                    <a:pt x="766731" y="389299"/>
                  </a:lnTo>
                  <a:close/>
                  <a:moveTo>
                    <a:pt x="755474" y="375344"/>
                  </a:moveTo>
                  <a:lnTo>
                    <a:pt x="718806" y="392527"/>
                  </a:lnTo>
                  <a:lnTo>
                    <a:pt x="747664" y="414218"/>
                  </a:lnTo>
                  <a:close/>
                  <a:moveTo>
                    <a:pt x="788095" y="412099"/>
                  </a:moveTo>
                  <a:lnTo>
                    <a:pt x="805601" y="394915"/>
                  </a:lnTo>
                  <a:lnTo>
                    <a:pt x="766731" y="389299"/>
                  </a:lnTo>
                  <a:close/>
                  <a:moveTo>
                    <a:pt x="790782" y="354648"/>
                  </a:moveTo>
                  <a:lnTo>
                    <a:pt x="773067" y="322411"/>
                  </a:lnTo>
                  <a:lnTo>
                    <a:pt x="776299" y="328864"/>
                  </a:lnTo>
                  <a:close/>
                  <a:moveTo>
                    <a:pt x="713647" y="315406"/>
                  </a:moveTo>
                  <a:lnTo>
                    <a:pt x="733296" y="338589"/>
                  </a:lnTo>
                  <a:lnTo>
                    <a:pt x="756942" y="284650"/>
                  </a:lnTo>
                  <a:close/>
                  <a:moveTo>
                    <a:pt x="756942" y="284650"/>
                  </a:moveTo>
                  <a:lnTo>
                    <a:pt x="733296" y="338589"/>
                  </a:lnTo>
                  <a:lnTo>
                    <a:pt x="772403" y="314299"/>
                  </a:lnTo>
                  <a:close/>
                  <a:moveTo>
                    <a:pt x="778156" y="338589"/>
                  </a:moveTo>
                  <a:lnTo>
                    <a:pt x="772403" y="314299"/>
                  </a:lnTo>
                  <a:lnTo>
                    <a:pt x="773067" y="322411"/>
                  </a:lnTo>
                  <a:close/>
                  <a:moveTo>
                    <a:pt x="695706" y="211140"/>
                  </a:moveTo>
                  <a:lnTo>
                    <a:pt x="684503" y="174385"/>
                  </a:lnTo>
                  <a:lnTo>
                    <a:pt x="679248" y="228324"/>
                  </a:lnTo>
                  <a:close/>
                  <a:moveTo>
                    <a:pt x="756942" y="284650"/>
                  </a:moveTo>
                  <a:lnTo>
                    <a:pt x="780128" y="246970"/>
                  </a:lnTo>
                  <a:lnTo>
                    <a:pt x="723510" y="246117"/>
                  </a:lnTo>
                  <a:close/>
                  <a:moveTo>
                    <a:pt x="756942" y="284650"/>
                  </a:moveTo>
                  <a:lnTo>
                    <a:pt x="723510" y="246117"/>
                  </a:lnTo>
                  <a:lnTo>
                    <a:pt x="721984" y="250368"/>
                  </a:lnTo>
                  <a:close/>
                  <a:moveTo>
                    <a:pt x="775402" y="320513"/>
                  </a:moveTo>
                  <a:lnTo>
                    <a:pt x="772403" y="314299"/>
                  </a:lnTo>
                  <a:lnTo>
                    <a:pt x="773160" y="284650"/>
                  </a:lnTo>
                  <a:close/>
                  <a:moveTo>
                    <a:pt x="723510" y="246117"/>
                  </a:moveTo>
                  <a:lnTo>
                    <a:pt x="764271" y="195320"/>
                  </a:lnTo>
                  <a:lnTo>
                    <a:pt x="728074" y="197660"/>
                  </a:lnTo>
                  <a:close/>
                  <a:moveTo>
                    <a:pt x="728074" y="197660"/>
                  </a:moveTo>
                  <a:lnTo>
                    <a:pt x="764271" y="195320"/>
                  </a:lnTo>
                  <a:lnTo>
                    <a:pt x="730756" y="186957"/>
                  </a:lnTo>
                  <a:close/>
                  <a:moveTo>
                    <a:pt x="679110" y="137630"/>
                  </a:moveTo>
                  <a:lnTo>
                    <a:pt x="704003" y="157202"/>
                  </a:lnTo>
                  <a:lnTo>
                    <a:pt x="693668" y="120447"/>
                  </a:lnTo>
                  <a:close/>
                  <a:moveTo>
                    <a:pt x="668571" y="84705"/>
                  </a:moveTo>
                  <a:lnTo>
                    <a:pt x="687881" y="122860"/>
                  </a:lnTo>
                  <a:lnTo>
                    <a:pt x="693668" y="120447"/>
                  </a:lnTo>
                  <a:close/>
                  <a:moveTo>
                    <a:pt x="693428" y="47394"/>
                  </a:moveTo>
                  <a:lnTo>
                    <a:pt x="668336" y="78152"/>
                  </a:lnTo>
                  <a:lnTo>
                    <a:pt x="699490" y="66509"/>
                  </a:lnTo>
                  <a:close/>
                  <a:moveTo>
                    <a:pt x="674918" y="34798"/>
                  </a:moveTo>
                  <a:lnTo>
                    <a:pt x="693540" y="46747"/>
                  </a:lnTo>
                  <a:lnTo>
                    <a:pt x="699490" y="66509"/>
                  </a:lnTo>
                  <a:close/>
                  <a:moveTo>
                    <a:pt x="677406" y="15857"/>
                  </a:moveTo>
                  <a:lnTo>
                    <a:pt x="693540" y="46747"/>
                  </a:lnTo>
                  <a:lnTo>
                    <a:pt x="674918" y="34798"/>
                  </a:lnTo>
                  <a:close/>
                  <a:moveTo>
                    <a:pt x="677406" y="15857"/>
                  </a:moveTo>
                  <a:lnTo>
                    <a:pt x="688612" y="23665"/>
                  </a:lnTo>
                  <a:lnTo>
                    <a:pt x="706484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25" name="Input_density__25">
              <a:extLst>
                <a:ext uri="{FF2B5EF4-FFF2-40B4-BE49-F238E27FC236}">
                  <a16:creationId xmlns:a16="http://schemas.microsoft.com/office/drawing/2014/main" id="{54951B1F-809B-A1DD-02C4-AE850F3A3F48}"/>
                </a:ext>
              </a:extLst>
            </p:cNvPr>
            <p:cNvSpPr>
              <a:spLocks noGrp="1"/>
            </p:cNvSpPr>
            <p:nvPr/>
          </p:nvSpPr>
          <p:spPr>
            <a:xfrm>
              <a:off x="1024881" y="2494732"/>
              <a:ext cx="895868" cy="718137"/>
            </a:xfrm>
            <a:custGeom>
              <a:avLst/>
              <a:gdLst/>
              <a:ahLst/>
              <a:cxnLst/>
              <a:rect l="0" t="0" r="0" b="0"/>
              <a:pathLst>
                <a:path w="895868" h="718137">
                  <a:moveTo>
                    <a:pt x="234564" y="718137"/>
                  </a:moveTo>
                  <a:lnTo>
                    <a:pt x="200940" y="716998"/>
                  </a:lnTo>
                  <a:lnTo>
                    <a:pt x="180690" y="712592"/>
                  </a:lnTo>
                  <a:close/>
                  <a:moveTo>
                    <a:pt x="47187" y="419661"/>
                  </a:moveTo>
                  <a:lnTo>
                    <a:pt x="0" y="393160"/>
                  </a:lnTo>
                  <a:lnTo>
                    <a:pt x="24591" y="400257"/>
                  </a:lnTo>
                  <a:close/>
                  <a:moveTo>
                    <a:pt x="279954" y="667059"/>
                  </a:moveTo>
                  <a:lnTo>
                    <a:pt x="280864" y="640582"/>
                  </a:lnTo>
                  <a:lnTo>
                    <a:pt x="272381" y="682673"/>
                  </a:lnTo>
                  <a:close/>
                  <a:moveTo>
                    <a:pt x="289176" y="605328"/>
                  </a:moveTo>
                  <a:lnTo>
                    <a:pt x="303449" y="645918"/>
                  </a:lnTo>
                  <a:lnTo>
                    <a:pt x="307261" y="644579"/>
                  </a:lnTo>
                  <a:close/>
                  <a:moveTo>
                    <a:pt x="289176" y="605328"/>
                  </a:moveTo>
                  <a:lnTo>
                    <a:pt x="307261" y="644579"/>
                  </a:lnTo>
                  <a:lnTo>
                    <a:pt x="326702" y="621055"/>
                  </a:lnTo>
                  <a:close/>
                  <a:moveTo>
                    <a:pt x="348738" y="591980"/>
                  </a:moveTo>
                  <a:lnTo>
                    <a:pt x="341782" y="581229"/>
                  </a:lnTo>
                  <a:lnTo>
                    <a:pt x="326702" y="621055"/>
                  </a:lnTo>
                  <a:close/>
                  <a:moveTo>
                    <a:pt x="349714" y="574797"/>
                  </a:moveTo>
                  <a:lnTo>
                    <a:pt x="348738" y="591980"/>
                  </a:lnTo>
                  <a:lnTo>
                    <a:pt x="367578" y="553102"/>
                  </a:lnTo>
                  <a:close/>
                  <a:moveTo>
                    <a:pt x="435165" y="488803"/>
                  </a:moveTo>
                  <a:lnTo>
                    <a:pt x="411476" y="496443"/>
                  </a:lnTo>
                  <a:lnTo>
                    <a:pt x="466546" y="481558"/>
                  </a:lnTo>
                  <a:close/>
                  <a:moveTo>
                    <a:pt x="323051" y="319900"/>
                  </a:moveTo>
                  <a:lnTo>
                    <a:pt x="293835" y="334124"/>
                  </a:lnTo>
                  <a:lnTo>
                    <a:pt x="322747" y="320390"/>
                  </a:lnTo>
                  <a:close/>
                  <a:moveTo>
                    <a:pt x="293835" y="334124"/>
                  </a:moveTo>
                  <a:lnTo>
                    <a:pt x="323051" y="319900"/>
                  </a:lnTo>
                  <a:lnTo>
                    <a:pt x="302644" y="309645"/>
                  </a:lnTo>
                  <a:close/>
                  <a:moveTo>
                    <a:pt x="592778" y="415739"/>
                  </a:moveTo>
                  <a:lnTo>
                    <a:pt x="627600" y="421355"/>
                  </a:lnTo>
                  <a:lnTo>
                    <a:pt x="649624" y="407493"/>
                  </a:lnTo>
                  <a:close/>
                  <a:moveTo>
                    <a:pt x="649624" y="407493"/>
                  </a:moveTo>
                  <a:lnTo>
                    <a:pt x="627600" y="421355"/>
                  </a:lnTo>
                  <a:lnTo>
                    <a:pt x="686605" y="421183"/>
                  </a:lnTo>
                  <a:close/>
                  <a:moveTo>
                    <a:pt x="849257" y="309881"/>
                  </a:moveTo>
                  <a:lnTo>
                    <a:pt x="846556" y="328491"/>
                  </a:lnTo>
                  <a:lnTo>
                    <a:pt x="872308" y="328564"/>
                  </a:lnTo>
                  <a:close/>
                  <a:moveTo>
                    <a:pt x="866763" y="292698"/>
                  </a:moveTo>
                  <a:lnTo>
                    <a:pt x="872308" y="328564"/>
                  </a:lnTo>
                  <a:lnTo>
                    <a:pt x="895868" y="320446"/>
                  </a:lnTo>
                  <a:close/>
                  <a:moveTo>
                    <a:pt x="825905" y="108923"/>
                  </a:moveTo>
                  <a:lnTo>
                    <a:pt x="825680" y="86392"/>
                  </a:lnTo>
                  <a:lnTo>
                    <a:pt x="825434" y="93103"/>
                  </a:lnTo>
                  <a:close/>
                  <a:moveTo>
                    <a:pt x="830458" y="44271"/>
                  </a:moveTo>
                  <a:lnTo>
                    <a:pt x="825680" y="86392"/>
                  </a:lnTo>
                  <a:lnTo>
                    <a:pt x="828991" y="54985"/>
                  </a:lnTo>
                  <a:close/>
                  <a:moveTo>
                    <a:pt x="828991" y="54985"/>
                  </a:moveTo>
                  <a:lnTo>
                    <a:pt x="829627" y="4940"/>
                  </a:lnTo>
                  <a:lnTo>
                    <a:pt x="830458" y="44271"/>
                  </a:lnTo>
                  <a:close/>
                  <a:moveTo>
                    <a:pt x="829801" y="1046"/>
                  </a:moveTo>
                  <a:lnTo>
                    <a:pt x="829627" y="4940"/>
                  </a:lnTo>
                  <a:lnTo>
                    <a:pt x="828991" y="54985"/>
                  </a:lnTo>
                  <a:close/>
                  <a:moveTo>
                    <a:pt x="829873" y="0"/>
                  </a:moveTo>
                  <a:lnTo>
                    <a:pt x="829627" y="4940"/>
                  </a:lnTo>
                  <a:lnTo>
                    <a:pt x="829801" y="104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26" name="Input_density__26">
              <a:extLst>
                <a:ext uri="{FF2B5EF4-FFF2-40B4-BE49-F238E27FC236}">
                  <a16:creationId xmlns:a16="http://schemas.microsoft.com/office/drawing/2014/main" id="{FA045B25-3D34-DE8E-8FCE-6A20DFCFE94A}"/>
                </a:ext>
              </a:extLst>
            </p:cNvPr>
            <p:cNvSpPr>
              <a:spLocks noGrp="1"/>
            </p:cNvSpPr>
            <p:nvPr/>
          </p:nvSpPr>
          <p:spPr>
            <a:xfrm>
              <a:off x="1259445" y="2633245"/>
              <a:ext cx="302322" cy="579624"/>
            </a:xfrm>
            <a:custGeom>
              <a:avLst/>
              <a:gdLst/>
              <a:ahLst/>
              <a:cxnLst/>
              <a:rect l="0" t="0" r="0" b="0"/>
              <a:pathLst>
                <a:path w="302322" h="579624">
                  <a:moveTo>
                    <a:pt x="19646" y="556869"/>
                  </a:moveTo>
                  <a:lnTo>
                    <a:pt x="36590" y="554710"/>
                  </a:lnTo>
                  <a:lnTo>
                    <a:pt x="37817" y="544160"/>
                  </a:lnTo>
                  <a:close/>
                  <a:moveTo>
                    <a:pt x="0" y="579624"/>
                  </a:moveTo>
                  <a:lnTo>
                    <a:pt x="29305" y="564615"/>
                  </a:lnTo>
                  <a:lnTo>
                    <a:pt x="19646" y="556869"/>
                  </a:lnTo>
                  <a:close/>
                  <a:moveTo>
                    <a:pt x="37817" y="544160"/>
                  </a:moveTo>
                  <a:lnTo>
                    <a:pt x="36590" y="554710"/>
                  </a:lnTo>
                  <a:lnTo>
                    <a:pt x="45390" y="528546"/>
                  </a:lnTo>
                  <a:close/>
                  <a:moveTo>
                    <a:pt x="46300" y="502068"/>
                  </a:moveTo>
                  <a:lnTo>
                    <a:pt x="45390" y="528546"/>
                  </a:lnTo>
                  <a:lnTo>
                    <a:pt x="68885" y="507405"/>
                  </a:lnTo>
                  <a:close/>
                  <a:moveTo>
                    <a:pt x="239934" y="318759"/>
                  </a:moveTo>
                  <a:lnTo>
                    <a:pt x="200601" y="350289"/>
                  </a:lnTo>
                  <a:lnTo>
                    <a:pt x="231982" y="343045"/>
                  </a:lnTo>
                  <a:close/>
                  <a:moveTo>
                    <a:pt x="239934" y="318759"/>
                  </a:moveTo>
                  <a:lnTo>
                    <a:pt x="231982" y="343045"/>
                  </a:lnTo>
                  <a:lnTo>
                    <a:pt x="241045" y="328407"/>
                  </a:lnTo>
                  <a:close/>
                  <a:moveTo>
                    <a:pt x="239934" y="318759"/>
                  </a:moveTo>
                  <a:lnTo>
                    <a:pt x="241045" y="328407"/>
                  </a:lnTo>
                  <a:lnTo>
                    <a:pt x="246017" y="299311"/>
                  </a:lnTo>
                  <a:close/>
                  <a:moveTo>
                    <a:pt x="246017" y="299311"/>
                  </a:moveTo>
                  <a:lnTo>
                    <a:pt x="276215" y="287637"/>
                  </a:lnTo>
                  <a:lnTo>
                    <a:pt x="302322" y="289038"/>
                  </a:lnTo>
                  <a:close/>
                  <a:moveTo>
                    <a:pt x="269155" y="289611"/>
                  </a:moveTo>
                  <a:lnTo>
                    <a:pt x="246017" y="299311"/>
                  </a:lnTo>
                  <a:lnTo>
                    <a:pt x="302322" y="289038"/>
                  </a:lnTo>
                  <a:close/>
                  <a:moveTo>
                    <a:pt x="69906" y="0"/>
                  </a:moveTo>
                  <a:lnTo>
                    <a:pt x="61549" y="11713"/>
                  </a:lnTo>
                  <a:lnTo>
                    <a:pt x="57416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27" name="Input_density__27">
              <a:extLst>
                <a:ext uri="{FF2B5EF4-FFF2-40B4-BE49-F238E27FC236}">
                  <a16:creationId xmlns:a16="http://schemas.microsoft.com/office/drawing/2014/main" id="{AA5EE187-A6CF-8DD0-378E-6612DE1FB737}"/>
                </a:ext>
              </a:extLst>
            </p:cNvPr>
            <p:cNvSpPr>
              <a:spLocks noGrp="1"/>
            </p:cNvSpPr>
            <p:nvPr/>
          </p:nvSpPr>
          <p:spPr>
            <a:xfrm>
              <a:off x="1073738" y="2408371"/>
              <a:ext cx="792433" cy="595902"/>
            </a:xfrm>
            <a:custGeom>
              <a:avLst/>
              <a:gdLst/>
              <a:ahLst/>
              <a:cxnLst/>
              <a:rect l="0" t="0" r="0" b="0"/>
              <a:pathLst>
                <a:path w="792433" h="595902">
                  <a:moveTo>
                    <a:pt x="5136" y="339052"/>
                  </a:moveTo>
                  <a:lnTo>
                    <a:pt x="12305" y="330362"/>
                  </a:lnTo>
                  <a:lnTo>
                    <a:pt x="0" y="347545"/>
                  </a:lnTo>
                  <a:close/>
                  <a:moveTo>
                    <a:pt x="275505" y="587647"/>
                  </a:moveTo>
                  <a:lnTo>
                    <a:pt x="307356" y="570464"/>
                  </a:lnTo>
                  <a:lnTo>
                    <a:pt x="291857" y="550892"/>
                  </a:lnTo>
                  <a:close/>
                  <a:moveTo>
                    <a:pt x="307356" y="570464"/>
                  </a:moveTo>
                  <a:lnTo>
                    <a:pt x="332803" y="595902"/>
                  </a:lnTo>
                  <a:lnTo>
                    <a:pt x="343574" y="556176"/>
                  </a:lnTo>
                  <a:close/>
                  <a:moveTo>
                    <a:pt x="332803" y="595902"/>
                  </a:moveTo>
                  <a:lnTo>
                    <a:pt x="357364" y="553280"/>
                  </a:lnTo>
                  <a:lnTo>
                    <a:pt x="343574" y="556176"/>
                  </a:lnTo>
                  <a:close/>
                  <a:moveTo>
                    <a:pt x="350277" y="536659"/>
                  </a:moveTo>
                  <a:lnTo>
                    <a:pt x="343574" y="556176"/>
                  </a:lnTo>
                  <a:lnTo>
                    <a:pt x="353442" y="516525"/>
                  </a:lnTo>
                  <a:close/>
                  <a:moveTo>
                    <a:pt x="353442" y="516525"/>
                  </a:moveTo>
                  <a:lnTo>
                    <a:pt x="343574" y="556176"/>
                  </a:lnTo>
                  <a:lnTo>
                    <a:pt x="357364" y="553280"/>
                  </a:lnTo>
                  <a:close/>
                  <a:moveTo>
                    <a:pt x="350802" y="532641"/>
                  </a:moveTo>
                  <a:lnTo>
                    <a:pt x="353442" y="516525"/>
                  </a:lnTo>
                  <a:lnTo>
                    <a:pt x="321735" y="484436"/>
                  </a:lnTo>
                  <a:close/>
                  <a:moveTo>
                    <a:pt x="174106" y="242057"/>
                  </a:moveTo>
                  <a:lnTo>
                    <a:pt x="169079" y="205302"/>
                  </a:lnTo>
                  <a:lnTo>
                    <a:pt x="140404" y="259240"/>
                  </a:lnTo>
                  <a:close/>
                  <a:moveTo>
                    <a:pt x="531283" y="454850"/>
                  </a:moveTo>
                  <a:lnTo>
                    <a:pt x="560564" y="439750"/>
                  </a:lnTo>
                  <a:lnTo>
                    <a:pt x="504478" y="450836"/>
                  </a:lnTo>
                  <a:close/>
                  <a:moveTo>
                    <a:pt x="586765" y="441503"/>
                  </a:moveTo>
                  <a:lnTo>
                    <a:pt x="544728" y="456247"/>
                  </a:lnTo>
                  <a:lnTo>
                    <a:pt x="577029" y="447792"/>
                  </a:lnTo>
                  <a:close/>
                  <a:moveTo>
                    <a:pt x="560564" y="439750"/>
                  </a:moveTo>
                  <a:lnTo>
                    <a:pt x="531283" y="454850"/>
                  </a:lnTo>
                  <a:lnTo>
                    <a:pt x="586765" y="441503"/>
                  </a:lnTo>
                  <a:close/>
                  <a:moveTo>
                    <a:pt x="614087" y="419080"/>
                  </a:moveTo>
                  <a:lnTo>
                    <a:pt x="560564" y="439750"/>
                  </a:lnTo>
                  <a:lnTo>
                    <a:pt x="586765" y="441503"/>
                  </a:lnTo>
                  <a:close/>
                  <a:moveTo>
                    <a:pt x="604217" y="410545"/>
                  </a:moveTo>
                  <a:lnTo>
                    <a:pt x="614087" y="419080"/>
                  </a:lnTo>
                  <a:lnTo>
                    <a:pt x="586765" y="441503"/>
                  </a:lnTo>
                  <a:close/>
                  <a:moveTo>
                    <a:pt x="715554" y="339915"/>
                  </a:moveTo>
                  <a:lnTo>
                    <a:pt x="731111" y="376670"/>
                  </a:lnTo>
                  <a:lnTo>
                    <a:pt x="767779" y="359487"/>
                  </a:lnTo>
                  <a:close/>
                  <a:moveTo>
                    <a:pt x="715554" y="339915"/>
                  </a:moveTo>
                  <a:lnTo>
                    <a:pt x="767779" y="359487"/>
                  </a:lnTo>
                  <a:lnTo>
                    <a:pt x="745601" y="322732"/>
                  </a:lnTo>
                  <a:close/>
                  <a:moveTo>
                    <a:pt x="715554" y="339915"/>
                  </a:moveTo>
                  <a:lnTo>
                    <a:pt x="745601" y="322732"/>
                  </a:lnTo>
                  <a:lnTo>
                    <a:pt x="705816" y="320471"/>
                  </a:lnTo>
                  <a:close/>
                  <a:moveTo>
                    <a:pt x="745601" y="322732"/>
                  </a:moveTo>
                  <a:lnTo>
                    <a:pt x="725953" y="299549"/>
                  </a:lnTo>
                  <a:lnTo>
                    <a:pt x="705816" y="320471"/>
                  </a:lnTo>
                  <a:close/>
                  <a:moveTo>
                    <a:pt x="715406" y="285977"/>
                  </a:moveTo>
                  <a:lnTo>
                    <a:pt x="705816" y="320471"/>
                  </a:lnTo>
                  <a:lnTo>
                    <a:pt x="725953" y="299549"/>
                  </a:lnTo>
                  <a:close/>
                  <a:moveTo>
                    <a:pt x="715406" y="285977"/>
                  </a:moveTo>
                  <a:lnTo>
                    <a:pt x="699885" y="249222"/>
                  </a:lnTo>
                  <a:lnTo>
                    <a:pt x="694945" y="303160"/>
                  </a:lnTo>
                  <a:close/>
                  <a:moveTo>
                    <a:pt x="792433" y="342303"/>
                  </a:moveTo>
                  <a:lnTo>
                    <a:pt x="767779" y="359487"/>
                  </a:lnTo>
                  <a:lnTo>
                    <a:pt x="779036" y="373442"/>
                  </a:lnTo>
                  <a:close/>
                  <a:moveTo>
                    <a:pt x="745601" y="322732"/>
                  </a:moveTo>
                  <a:lnTo>
                    <a:pt x="788604" y="313007"/>
                  </a:lnTo>
                  <a:lnTo>
                    <a:pt x="785372" y="306554"/>
                  </a:lnTo>
                  <a:close/>
                  <a:moveTo>
                    <a:pt x="792433" y="342303"/>
                  </a:moveTo>
                  <a:lnTo>
                    <a:pt x="788604" y="313007"/>
                  </a:lnTo>
                  <a:lnTo>
                    <a:pt x="745601" y="322732"/>
                  </a:lnTo>
                  <a:close/>
                  <a:moveTo>
                    <a:pt x="767779" y="359487"/>
                  </a:moveTo>
                  <a:lnTo>
                    <a:pt x="792433" y="342303"/>
                  </a:lnTo>
                  <a:lnTo>
                    <a:pt x="745601" y="322732"/>
                  </a:lnTo>
                  <a:close/>
                  <a:moveTo>
                    <a:pt x="728843" y="280676"/>
                  </a:moveTo>
                  <a:lnTo>
                    <a:pt x="725953" y="299549"/>
                  </a:lnTo>
                  <a:lnTo>
                    <a:pt x="769247" y="268793"/>
                  </a:lnTo>
                  <a:close/>
                  <a:moveTo>
                    <a:pt x="784709" y="298443"/>
                  </a:moveTo>
                  <a:lnTo>
                    <a:pt x="745601" y="322732"/>
                  </a:lnTo>
                  <a:lnTo>
                    <a:pt x="785372" y="306554"/>
                  </a:lnTo>
                  <a:close/>
                  <a:moveTo>
                    <a:pt x="715406" y="285977"/>
                  </a:moveTo>
                  <a:lnTo>
                    <a:pt x="725953" y="299549"/>
                  </a:lnTo>
                  <a:lnTo>
                    <a:pt x="728843" y="280676"/>
                  </a:lnTo>
                  <a:close/>
                  <a:moveTo>
                    <a:pt x="732375" y="232038"/>
                  </a:moveTo>
                  <a:lnTo>
                    <a:pt x="728843" y="280676"/>
                  </a:lnTo>
                  <a:lnTo>
                    <a:pt x="734289" y="234511"/>
                  </a:lnTo>
                  <a:close/>
                  <a:moveTo>
                    <a:pt x="715406" y="285977"/>
                  </a:moveTo>
                  <a:lnTo>
                    <a:pt x="728843" y="280676"/>
                  </a:lnTo>
                  <a:lnTo>
                    <a:pt x="732375" y="232038"/>
                  </a:lnTo>
                  <a:close/>
                  <a:moveTo>
                    <a:pt x="699885" y="249222"/>
                  </a:moveTo>
                  <a:lnTo>
                    <a:pt x="715406" y="285977"/>
                  </a:lnTo>
                  <a:lnTo>
                    <a:pt x="732375" y="232038"/>
                  </a:lnTo>
                  <a:close/>
                  <a:moveTo>
                    <a:pt x="728843" y="280676"/>
                  </a:moveTo>
                  <a:lnTo>
                    <a:pt x="769247" y="268793"/>
                  </a:lnTo>
                  <a:lnTo>
                    <a:pt x="734289" y="234511"/>
                  </a:lnTo>
                  <a:close/>
                  <a:moveTo>
                    <a:pt x="691553" y="212467"/>
                  </a:moveTo>
                  <a:lnTo>
                    <a:pt x="699885" y="249222"/>
                  </a:lnTo>
                  <a:lnTo>
                    <a:pt x="732375" y="232038"/>
                  </a:lnTo>
                  <a:close/>
                  <a:moveTo>
                    <a:pt x="691553" y="212467"/>
                  </a:moveTo>
                  <a:lnTo>
                    <a:pt x="732375" y="232038"/>
                  </a:lnTo>
                  <a:lnTo>
                    <a:pt x="708011" y="195283"/>
                  </a:lnTo>
                  <a:close/>
                  <a:moveTo>
                    <a:pt x="732375" y="232038"/>
                  </a:moveTo>
                  <a:lnTo>
                    <a:pt x="734289" y="234511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35815" y="230261"/>
                  </a:lnTo>
                  <a:lnTo>
                    <a:pt x="740379" y="181803"/>
                  </a:lnTo>
                  <a:close/>
                  <a:moveTo>
                    <a:pt x="708011" y="195283"/>
                  </a:moveTo>
                  <a:lnTo>
                    <a:pt x="732375" y="232038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40379" y="181803"/>
                  </a:lnTo>
                  <a:lnTo>
                    <a:pt x="716308" y="141345"/>
                  </a:lnTo>
                  <a:close/>
                  <a:moveTo>
                    <a:pt x="696808" y="158528"/>
                  </a:moveTo>
                  <a:lnTo>
                    <a:pt x="708011" y="195283"/>
                  </a:lnTo>
                  <a:lnTo>
                    <a:pt x="716308" y="141345"/>
                  </a:lnTo>
                  <a:close/>
                  <a:moveTo>
                    <a:pt x="705973" y="104590"/>
                  </a:moveTo>
                  <a:lnTo>
                    <a:pt x="682535" y="69378"/>
                  </a:lnTo>
                  <a:lnTo>
                    <a:pt x="680876" y="68848"/>
                  </a:lnTo>
                  <a:close/>
                  <a:moveTo>
                    <a:pt x="681144" y="67835"/>
                  </a:moveTo>
                  <a:lnTo>
                    <a:pt x="680876" y="68848"/>
                  </a:lnTo>
                  <a:lnTo>
                    <a:pt x="682535" y="69378"/>
                  </a:lnTo>
                  <a:close/>
                  <a:moveTo>
                    <a:pt x="680641" y="62295"/>
                  </a:moveTo>
                  <a:lnTo>
                    <a:pt x="680876" y="68848"/>
                  </a:lnTo>
                  <a:lnTo>
                    <a:pt x="681144" y="67835"/>
                  </a:lnTo>
                  <a:close/>
                  <a:moveTo>
                    <a:pt x="683747" y="66514"/>
                  </a:moveTo>
                  <a:lnTo>
                    <a:pt x="682535" y="69378"/>
                  </a:lnTo>
                  <a:lnTo>
                    <a:pt x="711795" y="50652"/>
                  </a:lnTo>
                  <a:close/>
                  <a:moveTo>
                    <a:pt x="711795" y="50652"/>
                  </a:moveTo>
                  <a:lnTo>
                    <a:pt x="682535" y="69378"/>
                  </a:lnTo>
                  <a:lnTo>
                    <a:pt x="705973" y="104590"/>
                  </a:lnTo>
                  <a:close/>
                  <a:moveTo>
                    <a:pt x="681144" y="67835"/>
                  </a:moveTo>
                  <a:lnTo>
                    <a:pt x="682535" y="69378"/>
                  </a:lnTo>
                  <a:lnTo>
                    <a:pt x="683747" y="66514"/>
                  </a:lnTo>
                  <a:close/>
                  <a:moveTo>
                    <a:pt x="681144" y="67835"/>
                  </a:moveTo>
                  <a:lnTo>
                    <a:pt x="683747" y="66514"/>
                  </a:lnTo>
                  <a:lnTo>
                    <a:pt x="680641" y="62295"/>
                  </a:lnTo>
                  <a:close/>
                  <a:moveTo>
                    <a:pt x="711795" y="50652"/>
                  </a:moveTo>
                  <a:lnTo>
                    <a:pt x="680641" y="62295"/>
                  </a:lnTo>
                  <a:lnTo>
                    <a:pt x="683747" y="66514"/>
                  </a:lnTo>
                  <a:close/>
                  <a:moveTo>
                    <a:pt x="689711" y="0"/>
                  </a:moveTo>
                  <a:lnTo>
                    <a:pt x="687223" y="18941"/>
                  </a:lnTo>
                  <a:lnTo>
                    <a:pt x="691622" y="1389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28" name="Input_density__28">
              <a:extLst>
                <a:ext uri="{FF2B5EF4-FFF2-40B4-BE49-F238E27FC236}">
                  <a16:creationId xmlns:a16="http://schemas.microsoft.com/office/drawing/2014/main" id="{ACA81071-C791-0A9B-0D5D-F2CF7366A13D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5031"/>
              <a:ext cx="58420" cy="33804"/>
            </a:xfrm>
            <a:custGeom>
              <a:avLst/>
              <a:gdLst/>
              <a:ahLst/>
              <a:cxnLst/>
              <a:rect l="0" t="0" r="0" b="0"/>
              <a:pathLst>
                <a:path w="58420" h="33804">
                  <a:moveTo>
                    <a:pt x="15499" y="33804"/>
                  </a:moveTo>
                  <a:lnTo>
                    <a:pt x="28598" y="13078"/>
                  </a:lnTo>
                  <a:lnTo>
                    <a:pt x="0" y="14233"/>
                  </a:lnTo>
                  <a:close/>
                  <a:moveTo>
                    <a:pt x="28598" y="13078"/>
                  </a:moveTo>
                  <a:lnTo>
                    <a:pt x="15499" y="33804"/>
                  </a:lnTo>
                  <a:lnTo>
                    <a:pt x="51717" y="19516"/>
                  </a:lnTo>
                  <a:close/>
                  <a:moveTo>
                    <a:pt x="28598" y="13078"/>
                  </a:moveTo>
                  <a:lnTo>
                    <a:pt x="51717" y="19516"/>
                  </a:lnTo>
                  <a:lnTo>
                    <a:pt x="5842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29" name="Input_density__29">
              <a:extLst>
                <a:ext uri="{FF2B5EF4-FFF2-40B4-BE49-F238E27FC236}">
                  <a16:creationId xmlns:a16="http://schemas.microsoft.com/office/drawing/2014/main" id="{1FBE75EC-4552-4725-876E-46F3FFEDA182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57222"/>
              <a:ext cx="823813" cy="837366"/>
            </a:xfrm>
            <a:custGeom>
              <a:avLst/>
              <a:gdLst/>
              <a:ahLst/>
              <a:cxnLst/>
              <a:rect l="0" t="0" r="0" b="0"/>
              <a:pathLst>
                <a:path w="823813" h="837366">
                  <a:moveTo>
                    <a:pt x="94112" y="800611"/>
                  </a:moveTo>
                  <a:lnTo>
                    <a:pt x="90196" y="793706"/>
                  </a:lnTo>
                  <a:lnTo>
                    <a:pt x="73281" y="771117"/>
                  </a:lnTo>
                  <a:close/>
                  <a:moveTo>
                    <a:pt x="114398" y="783427"/>
                  </a:moveTo>
                  <a:lnTo>
                    <a:pt x="151791" y="823872"/>
                  </a:lnTo>
                  <a:lnTo>
                    <a:pt x="154766" y="814337"/>
                  </a:lnTo>
                  <a:close/>
                  <a:moveTo>
                    <a:pt x="110385" y="837366"/>
                  </a:moveTo>
                  <a:lnTo>
                    <a:pt x="151791" y="823872"/>
                  </a:lnTo>
                  <a:lnTo>
                    <a:pt x="114398" y="783427"/>
                  </a:lnTo>
                  <a:close/>
                  <a:moveTo>
                    <a:pt x="94112" y="800611"/>
                  </a:moveTo>
                  <a:lnTo>
                    <a:pt x="110385" y="837366"/>
                  </a:lnTo>
                  <a:lnTo>
                    <a:pt x="114398" y="783427"/>
                  </a:lnTo>
                  <a:close/>
                  <a:moveTo>
                    <a:pt x="151791" y="823872"/>
                  </a:moveTo>
                  <a:lnTo>
                    <a:pt x="164986" y="820182"/>
                  </a:lnTo>
                  <a:lnTo>
                    <a:pt x="154766" y="814337"/>
                  </a:lnTo>
                  <a:close/>
                  <a:moveTo>
                    <a:pt x="94112" y="800611"/>
                  </a:moveTo>
                  <a:lnTo>
                    <a:pt x="114398" y="783427"/>
                  </a:lnTo>
                  <a:lnTo>
                    <a:pt x="90196" y="793706"/>
                  </a:lnTo>
                  <a:close/>
                  <a:moveTo>
                    <a:pt x="114398" y="783427"/>
                  </a:moveTo>
                  <a:lnTo>
                    <a:pt x="112832" y="782131"/>
                  </a:lnTo>
                  <a:lnTo>
                    <a:pt x="90196" y="793706"/>
                  </a:lnTo>
                  <a:close/>
                  <a:moveTo>
                    <a:pt x="67312" y="727101"/>
                  </a:moveTo>
                  <a:lnTo>
                    <a:pt x="71968" y="763856"/>
                  </a:lnTo>
                  <a:lnTo>
                    <a:pt x="88753" y="746672"/>
                  </a:lnTo>
                  <a:close/>
                  <a:moveTo>
                    <a:pt x="67312" y="727101"/>
                  </a:moveTo>
                  <a:lnTo>
                    <a:pt x="88753" y="746672"/>
                  </a:lnTo>
                  <a:lnTo>
                    <a:pt x="69155" y="709917"/>
                  </a:lnTo>
                  <a:close/>
                  <a:moveTo>
                    <a:pt x="51350" y="690346"/>
                  </a:moveTo>
                  <a:lnTo>
                    <a:pt x="69155" y="709917"/>
                  </a:lnTo>
                  <a:lnTo>
                    <a:pt x="65639" y="673162"/>
                  </a:lnTo>
                  <a:close/>
                  <a:moveTo>
                    <a:pt x="189140" y="766244"/>
                  </a:moveTo>
                  <a:lnTo>
                    <a:pt x="164986" y="820182"/>
                  </a:lnTo>
                  <a:lnTo>
                    <a:pt x="208068" y="802999"/>
                  </a:lnTo>
                  <a:close/>
                  <a:moveTo>
                    <a:pt x="114398" y="783427"/>
                  </a:moveTo>
                  <a:lnTo>
                    <a:pt x="154766" y="814337"/>
                  </a:lnTo>
                  <a:lnTo>
                    <a:pt x="164146" y="769080"/>
                  </a:lnTo>
                  <a:close/>
                  <a:moveTo>
                    <a:pt x="164146" y="769080"/>
                  </a:moveTo>
                  <a:lnTo>
                    <a:pt x="189140" y="766244"/>
                  </a:lnTo>
                  <a:lnTo>
                    <a:pt x="199924" y="762391"/>
                  </a:lnTo>
                  <a:close/>
                  <a:moveTo>
                    <a:pt x="136829" y="701794"/>
                  </a:moveTo>
                  <a:lnTo>
                    <a:pt x="120000" y="712723"/>
                  </a:lnTo>
                  <a:lnTo>
                    <a:pt x="119573" y="733482"/>
                  </a:lnTo>
                  <a:close/>
                  <a:moveTo>
                    <a:pt x="106306" y="692734"/>
                  </a:moveTo>
                  <a:lnTo>
                    <a:pt x="68881" y="658111"/>
                  </a:lnTo>
                  <a:lnTo>
                    <a:pt x="65639" y="673162"/>
                  </a:lnTo>
                  <a:close/>
                  <a:moveTo>
                    <a:pt x="106306" y="692734"/>
                  </a:moveTo>
                  <a:lnTo>
                    <a:pt x="65639" y="673162"/>
                  </a:lnTo>
                  <a:lnTo>
                    <a:pt x="69155" y="709917"/>
                  </a:lnTo>
                  <a:close/>
                  <a:moveTo>
                    <a:pt x="69337" y="655979"/>
                  </a:moveTo>
                  <a:lnTo>
                    <a:pt x="51370" y="619224"/>
                  </a:lnTo>
                  <a:lnTo>
                    <a:pt x="47755" y="630539"/>
                  </a:lnTo>
                  <a:close/>
                  <a:moveTo>
                    <a:pt x="199924" y="762391"/>
                  </a:moveTo>
                  <a:lnTo>
                    <a:pt x="189140" y="766244"/>
                  </a:lnTo>
                  <a:lnTo>
                    <a:pt x="219617" y="739813"/>
                  </a:lnTo>
                  <a:close/>
                  <a:moveTo>
                    <a:pt x="196727" y="680186"/>
                  </a:moveTo>
                  <a:lnTo>
                    <a:pt x="181504" y="693523"/>
                  </a:lnTo>
                  <a:lnTo>
                    <a:pt x="202524" y="675551"/>
                  </a:lnTo>
                  <a:close/>
                  <a:moveTo>
                    <a:pt x="181504" y="693523"/>
                  </a:moveTo>
                  <a:lnTo>
                    <a:pt x="212726" y="729489"/>
                  </a:lnTo>
                  <a:lnTo>
                    <a:pt x="202524" y="675551"/>
                  </a:lnTo>
                  <a:close/>
                  <a:moveTo>
                    <a:pt x="202524" y="675551"/>
                  </a:moveTo>
                  <a:lnTo>
                    <a:pt x="212726" y="729489"/>
                  </a:lnTo>
                  <a:lnTo>
                    <a:pt x="244316" y="707582"/>
                  </a:lnTo>
                  <a:close/>
                  <a:moveTo>
                    <a:pt x="244316" y="707582"/>
                  </a:moveTo>
                  <a:lnTo>
                    <a:pt x="212726" y="729489"/>
                  </a:lnTo>
                  <a:lnTo>
                    <a:pt x="236330" y="719825"/>
                  </a:lnTo>
                  <a:close/>
                  <a:moveTo>
                    <a:pt x="236330" y="719825"/>
                  </a:moveTo>
                  <a:lnTo>
                    <a:pt x="266595" y="712306"/>
                  </a:lnTo>
                  <a:lnTo>
                    <a:pt x="244316" y="707582"/>
                  </a:lnTo>
                  <a:close/>
                  <a:moveTo>
                    <a:pt x="180210" y="692734"/>
                  </a:moveTo>
                  <a:lnTo>
                    <a:pt x="181504" y="693523"/>
                  </a:lnTo>
                  <a:lnTo>
                    <a:pt x="196727" y="680186"/>
                  </a:lnTo>
                  <a:close/>
                  <a:moveTo>
                    <a:pt x="180210" y="692734"/>
                  </a:moveTo>
                  <a:lnTo>
                    <a:pt x="196727" y="680186"/>
                  </a:lnTo>
                  <a:lnTo>
                    <a:pt x="180172" y="688544"/>
                  </a:lnTo>
                  <a:close/>
                  <a:moveTo>
                    <a:pt x="172561" y="655086"/>
                  </a:moveTo>
                  <a:lnTo>
                    <a:pt x="202404" y="675455"/>
                  </a:lnTo>
                  <a:lnTo>
                    <a:pt x="162359" y="638796"/>
                  </a:lnTo>
                  <a:close/>
                  <a:moveTo>
                    <a:pt x="202404" y="675455"/>
                  </a:moveTo>
                  <a:lnTo>
                    <a:pt x="172561" y="655086"/>
                  </a:lnTo>
                  <a:lnTo>
                    <a:pt x="202524" y="675551"/>
                  </a:lnTo>
                  <a:close/>
                  <a:moveTo>
                    <a:pt x="180172" y="688544"/>
                  </a:moveTo>
                  <a:lnTo>
                    <a:pt x="196727" y="680186"/>
                  </a:lnTo>
                  <a:lnTo>
                    <a:pt x="202524" y="675551"/>
                  </a:lnTo>
                  <a:close/>
                  <a:moveTo>
                    <a:pt x="174365" y="655979"/>
                  </a:moveTo>
                  <a:lnTo>
                    <a:pt x="180172" y="688544"/>
                  </a:lnTo>
                  <a:lnTo>
                    <a:pt x="202524" y="675551"/>
                  </a:lnTo>
                  <a:close/>
                  <a:moveTo>
                    <a:pt x="281738" y="709997"/>
                  </a:moveTo>
                  <a:lnTo>
                    <a:pt x="244316" y="707582"/>
                  </a:lnTo>
                  <a:lnTo>
                    <a:pt x="266595" y="712306"/>
                  </a:lnTo>
                  <a:close/>
                  <a:moveTo>
                    <a:pt x="250673" y="663418"/>
                  </a:moveTo>
                  <a:lnTo>
                    <a:pt x="244316" y="707582"/>
                  </a:lnTo>
                  <a:lnTo>
                    <a:pt x="281738" y="709997"/>
                  </a:lnTo>
                  <a:close/>
                  <a:moveTo>
                    <a:pt x="280840" y="665981"/>
                  </a:moveTo>
                  <a:lnTo>
                    <a:pt x="250673" y="663418"/>
                  </a:lnTo>
                  <a:lnTo>
                    <a:pt x="281738" y="709997"/>
                  </a:lnTo>
                  <a:close/>
                  <a:moveTo>
                    <a:pt x="202524" y="675551"/>
                  </a:moveTo>
                  <a:lnTo>
                    <a:pt x="244316" y="707582"/>
                  </a:lnTo>
                  <a:lnTo>
                    <a:pt x="250673" y="663418"/>
                  </a:lnTo>
                  <a:close/>
                  <a:moveTo>
                    <a:pt x="202524" y="675551"/>
                  </a:moveTo>
                  <a:lnTo>
                    <a:pt x="250673" y="663418"/>
                  </a:lnTo>
                  <a:lnTo>
                    <a:pt x="202404" y="675455"/>
                  </a:lnTo>
                  <a:close/>
                  <a:moveTo>
                    <a:pt x="202404" y="675455"/>
                  </a:moveTo>
                  <a:lnTo>
                    <a:pt x="250673" y="663418"/>
                  </a:lnTo>
                  <a:lnTo>
                    <a:pt x="248030" y="625260"/>
                  </a:lnTo>
                  <a:close/>
                  <a:moveTo>
                    <a:pt x="196480" y="621612"/>
                  </a:moveTo>
                  <a:lnTo>
                    <a:pt x="162359" y="638796"/>
                  </a:lnTo>
                  <a:lnTo>
                    <a:pt x="202404" y="675455"/>
                  </a:lnTo>
                  <a:close/>
                  <a:moveTo>
                    <a:pt x="196480" y="621612"/>
                  </a:moveTo>
                  <a:lnTo>
                    <a:pt x="159612" y="602041"/>
                  </a:lnTo>
                  <a:lnTo>
                    <a:pt x="162359" y="638796"/>
                  </a:lnTo>
                  <a:close/>
                  <a:moveTo>
                    <a:pt x="28464" y="377740"/>
                  </a:moveTo>
                  <a:lnTo>
                    <a:pt x="0" y="381511"/>
                  </a:lnTo>
                  <a:lnTo>
                    <a:pt x="52394" y="392116"/>
                  </a:lnTo>
                  <a:close/>
                  <a:moveTo>
                    <a:pt x="345059" y="604429"/>
                  </a:moveTo>
                  <a:lnTo>
                    <a:pt x="381547" y="593537"/>
                  </a:lnTo>
                  <a:lnTo>
                    <a:pt x="360036" y="550491"/>
                  </a:lnTo>
                  <a:close/>
                  <a:moveTo>
                    <a:pt x="343575" y="540918"/>
                  </a:moveTo>
                  <a:lnTo>
                    <a:pt x="358104" y="499031"/>
                  </a:lnTo>
                  <a:lnTo>
                    <a:pt x="312462" y="506031"/>
                  </a:lnTo>
                  <a:close/>
                  <a:moveTo>
                    <a:pt x="312462" y="506031"/>
                  </a:moveTo>
                  <a:lnTo>
                    <a:pt x="358104" y="499031"/>
                  </a:lnTo>
                  <a:lnTo>
                    <a:pt x="354937" y="496552"/>
                  </a:lnTo>
                  <a:close/>
                  <a:moveTo>
                    <a:pt x="398592" y="533307"/>
                  </a:moveTo>
                  <a:lnTo>
                    <a:pt x="360036" y="550491"/>
                  </a:lnTo>
                  <a:lnTo>
                    <a:pt x="386664" y="577443"/>
                  </a:lnTo>
                  <a:close/>
                  <a:moveTo>
                    <a:pt x="399373" y="489550"/>
                  </a:moveTo>
                  <a:lnTo>
                    <a:pt x="383916" y="470960"/>
                  </a:lnTo>
                  <a:lnTo>
                    <a:pt x="383464" y="479369"/>
                  </a:lnTo>
                  <a:close/>
                  <a:moveTo>
                    <a:pt x="383916" y="470960"/>
                  </a:moveTo>
                  <a:lnTo>
                    <a:pt x="399373" y="489550"/>
                  </a:lnTo>
                  <a:lnTo>
                    <a:pt x="442575" y="469494"/>
                  </a:lnTo>
                  <a:close/>
                  <a:moveTo>
                    <a:pt x="239108" y="270096"/>
                  </a:moveTo>
                  <a:lnTo>
                    <a:pt x="215891" y="222084"/>
                  </a:lnTo>
                  <a:lnTo>
                    <a:pt x="206386" y="224863"/>
                  </a:lnTo>
                  <a:close/>
                  <a:moveTo>
                    <a:pt x="255363" y="204900"/>
                  </a:moveTo>
                  <a:lnTo>
                    <a:pt x="247234" y="237449"/>
                  </a:lnTo>
                  <a:lnTo>
                    <a:pt x="266546" y="213446"/>
                  </a:lnTo>
                  <a:close/>
                  <a:moveTo>
                    <a:pt x="255363" y="204900"/>
                  </a:moveTo>
                  <a:lnTo>
                    <a:pt x="215891" y="222084"/>
                  </a:lnTo>
                  <a:lnTo>
                    <a:pt x="247234" y="237449"/>
                  </a:lnTo>
                  <a:close/>
                  <a:moveTo>
                    <a:pt x="594890" y="528446"/>
                  </a:moveTo>
                  <a:lnTo>
                    <a:pt x="605116" y="511060"/>
                  </a:lnTo>
                  <a:lnTo>
                    <a:pt x="563767" y="526660"/>
                  </a:lnTo>
                  <a:close/>
                  <a:moveTo>
                    <a:pt x="563767" y="526660"/>
                  </a:moveTo>
                  <a:lnTo>
                    <a:pt x="605116" y="511060"/>
                  </a:lnTo>
                  <a:lnTo>
                    <a:pt x="564724" y="498940"/>
                  </a:lnTo>
                  <a:close/>
                  <a:moveTo>
                    <a:pt x="611527" y="518512"/>
                  </a:moveTo>
                  <a:lnTo>
                    <a:pt x="594890" y="528446"/>
                  </a:lnTo>
                  <a:lnTo>
                    <a:pt x="588462" y="545002"/>
                  </a:lnTo>
                  <a:close/>
                  <a:moveTo>
                    <a:pt x="611527" y="518512"/>
                  </a:moveTo>
                  <a:lnTo>
                    <a:pt x="655570" y="501329"/>
                  </a:lnTo>
                  <a:lnTo>
                    <a:pt x="605116" y="511060"/>
                  </a:lnTo>
                  <a:close/>
                  <a:moveTo>
                    <a:pt x="604811" y="413711"/>
                  </a:moveTo>
                  <a:lnTo>
                    <a:pt x="597727" y="436645"/>
                  </a:lnTo>
                  <a:lnTo>
                    <a:pt x="598491" y="427819"/>
                  </a:lnTo>
                  <a:close/>
                  <a:moveTo>
                    <a:pt x="805601" y="430207"/>
                  </a:moveTo>
                  <a:lnTo>
                    <a:pt x="787222" y="404994"/>
                  </a:lnTo>
                  <a:lnTo>
                    <a:pt x="766731" y="424591"/>
                  </a:lnTo>
                  <a:close/>
                  <a:moveTo>
                    <a:pt x="805601" y="430207"/>
                  </a:moveTo>
                  <a:lnTo>
                    <a:pt x="823813" y="413024"/>
                  </a:lnTo>
                  <a:lnTo>
                    <a:pt x="787222" y="404994"/>
                  </a:lnTo>
                  <a:close/>
                  <a:moveTo>
                    <a:pt x="775402" y="355804"/>
                  </a:moveTo>
                  <a:lnTo>
                    <a:pt x="776299" y="364156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6299" y="364156"/>
                  </a:lnTo>
                  <a:lnTo>
                    <a:pt x="792237" y="376269"/>
                  </a:lnTo>
                  <a:close/>
                  <a:moveTo>
                    <a:pt x="756942" y="319942"/>
                  </a:moveTo>
                  <a:lnTo>
                    <a:pt x="772403" y="349591"/>
                  </a:lnTo>
                  <a:lnTo>
                    <a:pt x="758724" y="302759"/>
                  </a:lnTo>
                  <a:close/>
                  <a:moveTo>
                    <a:pt x="758724" y="302759"/>
                  </a:moveTo>
                  <a:lnTo>
                    <a:pt x="772403" y="349591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2403" y="349591"/>
                  </a:lnTo>
                  <a:lnTo>
                    <a:pt x="775402" y="355804"/>
                  </a:lnTo>
                  <a:close/>
                  <a:moveTo>
                    <a:pt x="725624" y="138555"/>
                  </a:moveTo>
                  <a:lnTo>
                    <a:pt x="739290" y="179086"/>
                  </a:lnTo>
                  <a:lnTo>
                    <a:pt x="739110" y="157271"/>
                  </a:lnTo>
                  <a:close/>
                  <a:moveTo>
                    <a:pt x="699490" y="101800"/>
                  </a:moveTo>
                  <a:lnTo>
                    <a:pt x="741558" y="132495"/>
                  </a:lnTo>
                  <a:lnTo>
                    <a:pt x="740512" y="88598"/>
                  </a:lnTo>
                  <a:close/>
                  <a:moveTo>
                    <a:pt x="742951" y="75424"/>
                  </a:moveTo>
                  <a:lnTo>
                    <a:pt x="699490" y="101800"/>
                  </a:lnTo>
                  <a:lnTo>
                    <a:pt x="740512" y="88598"/>
                  </a:lnTo>
                  <a:close/>
                  <a:moveTo>
                    <a:pt x="729527" y="30679"/>
                  </a:moveTo>
                  <a:lnTo>
                    <a:pt x="706230" y="47862"/>
                  </a:lnTo>
                  <a:lnTo>
                    <a:pt x="742951" y="75424"/>
                  </a:lnTo>
                  <a:close/>
                  <a:moveTo>
                    <a:pt x="729527" y="30679"/>
                  </a:moveTo>
                  <a:lnTo>
                    <a:pt x="706090" y="0"/>
                  </a:lnTo>
                  <a:lnTo>
                    <a:pt x="705942" y="11107"/>
                  </a:lnTo>
                  <a:close/>
                  <a:moveTo>
                    <a:pt x="729527" y="30679"/>
                  </a:moveTo>
                  <a:lnTo>
                    <a:pt x="705942" y="11107"/>
                  </a:lnTo>
                  <a:lnTo>
                    <a:pt x="706230" y="4786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30" name="Input_density__30">
              <a:extLst>
                <a:ext uri="{FF2B5EF4-FFF2-40B4-BE49-F238E27FC236}">
                  <a16:creationId xmlns:a16="http://schemas.microsoft.com/office/drawing/2014/main" id="{0FE49A56-2B4E-AAF1-9604-BD4ECC9ECB13}"/>
                </a:ext>
              </a:extLst>
            </p:cNvPr>
            <p:cNvSpPr>
              <a:spLocks noGrp="1"/>
            </p:cNvSpPr>
            <p:nvPr/>
          </p:nvSpPr>
          <p:spPr>
            <a:xfrm>
              <a:off x="967511" y="2403832"/>
              <a:ext cx="1014011" cy="807898"/>
            </a:xfrm>
            <a:custGeom>
              <a:avLst/>
              <a:gdLst/>
              <a:ahLst/>
              <a:cxnLst/>
              <a:rect l="0" t="0" r="0" b="0"/>
              <a:pathLst>
                <a:path w="1014011" h="807898">
                  <a:moveTo>
                    <a:pt x="228917" y="790756"/>
                  </a:moveTo>
                  <a:lnTo>
                    <a:pt x="238060" y="803492"/>
                  </a:lnTo>
                  <a:lnTo>
                    <a:pt x="258310" y="807898"/>
                  </a:lnTo>
                  <a:close/>
                  <a:moveTo>
                    <a:pt x="311580" y="786281"/>
                  </a:moveTo>
                  <a:lnTo>
                    <a:pt x="283518" y="773573"/>
                  </a:lnTo>
                  <a:lnTo>
                    <a:pt x="258310" y="807898"/>
                  </a:lnTo>
                  <a:close/>
                  <a:moveTo>
                    <a:pt x="0" y="458865"/>
                  </a:moveTo>
                  <a:lnTo>
                    <a:pt x="44828" y="479533"/>
                  </a:lnTo>
                  <a:lnTo>
                    <a:pt x="26953" y="469566"/>
                  </a:lnTo>
                  <a:close/>
                  <a:moveTo>
                    <a:pt x="0" y="458865"/>
                  </a:moveTo>
                  <a:lnTo>
                    <a:pt x="57370" y="484060"/>
                  </a:lnTo>
                  <a:lnTo>
                    <a:pt x="44828" y="479533"/>
                  </a:lnTo>
                  <a:close/>
                  <a:moveTo>
                    <a:pt x="44828" y="479533"/>
                  </a:moveTo>
                  <a:lnTo>
                    <a:pt x="57370" y="484060"/>
                  </a:lnTo>
                  <a:lnTo>
                    <a:pt x="65959" y="490828"/>
                  </a:lnTo>
                  <a:close/>
                  <a:moveTo>
                    <a:pt x="104557" y="510560"/>
                  </a:moveTo>
                  <a:lnTo>
                    <a:pt x="65959" y="490828"/>
                  </a:lnTo>
                  <a:lnTo>
                    <a:pt x="57370" y="484060"/>
                  </a:lnTo>
                  <a:close/>
                  <a:moveTo>
                    <a:pt x="283518" y="773573"/>
                  </a:moveTo>
                  <a:lnTo>
                    <a:pt x="311580" y="786281"/>
                  </a:lnTo>
                  <a:lnTo>
                    <a:pt x="325188" y="793144"/>
                  </a:lnTo>
                  <a:close/>
                  <a:moveTo>
                    <a:pt x="113652" y="516288"/>
                  </a:moveTo>
                  <a:lnTo>
                    <a:pt x="150737" y="499104"/>
                  </a:lnTo>
                  <a:lnTo>
                    <a:pt x="104557" y="510560"/>
                  </a:lnTo>
                  <a:close/>
                  <a:moveTo>
                    <a:pt x="150737" y="499104"/>
                  </a:moveTo>
                  <a:lnTo>
                    <a:pt x="122850" y="482749"/>
                  </a:lnTo>
                  <a:lnTo>
                    <a:pt x="104557" y="510560"/>
                  </a:lnTo>
                  <a:close/>
                  <a:moveTo>
                    <a:pt x="65959" y="490828"/>
                  </a:moveTo>
                  <a:lnTo>
                    <a:pt x="44377" y="467535"/>
                  </a:lnTo>
                  <a:lnTo>
                    <a:pt x="44828" y="479533"/>
                  </a:lnTo>
                  <a:close/>
                  <a:moveTo>
                    <a:pt x="26953" y="469566"/>
                  </a:moveTo>
                  <a:lnTo>
                    <a:pt x="44828" y="479533"/>
                  </a:lnTo>
                  <a:lnTo>
                    <a:pt x="44377" y="467535"/>
                  </a:lnTo>
                  <a:close/>
                  <a:moveTo>
                    <a:pt x="65959" y="490828"/>
                  </a:moveTo>
                  <a:lnTo>
                    <a:pt x="104557" y="510560"/>
                  </a:lnTo>
                  <a:lnTo>
                    <a:pt x="122850" y="482749"/>
                  </a:lnTo>
                  <a:close/>
                  <a:moveTo>
                    <a:pt x="89063" y="480999"/>
                  </a:moveTo>
                  <a:lnTo>
                    <a:pt x="65959" y="490828"/>
                  </a:lnTo>
                  <a:lnTo>
                    <a:pt x="122850" y="482749"/>
                  </a:lnTo>
                  <a:close/>
                  <a:moveTo>
                    <a:pt x="245492" y="609370"/>
                  </a:moveTo>
                  <a:lnTo>
                    <a:pt x="235624" y="559032"/>
                  </a:lnTo>
                  <a:lnTo>
                    <a:pt x="239588" y="596173"/>
                  </a:lnTo>
                  <a:close/>
                  <a:moveTo>
                    <a:pt x="150737" y="499104"/>
                  </a:moveTo>
                  <a:lnTo>
                    <a:pt x="159588" y="481921"/>
                  </a:lnTo>
                  <a:lnTo>
                    <a:pt x="122850" y="482749"/>
                  </a:lnTo>
                  <a:close/>
                  <a:moveTo>
                    <a:pt x="177751" y="529863"/>
                  </a:moveTo>
                  <a:lnTo>
                    <a:pt x="164445" y="513690"/>
                  </a:lnTo>
                  <a:lnTo>
                    <a:pt x="183525" y="499104"/>
                  </a:lnTo>
                  <a:close/>
                  <a:moveTo>
                    <a:pt x="369301" y="575003"/>
                  </a:moveTo>
                  <a:lnTo>
                    <a:pt x="345419" y="546652"/>
                  </a:lnTo>
                  <a:lnTo>
                    <a:pt x="363192" y="566050"/>
                  </a:lnTo>
                  <a:close/>
                  <a:moveTo>
                    <a:pt x="367620" y="573350"/>
                  </a:moveTo>
                  <a:lnTo>
                    <a:pt x="363192" y="566050"/>
                  </a:lnTo>
                  <a:lnTo>
                    <a:pt x="339440" y="524424"/>
                  </a:lnTo>
                  <a:close/>
                  <a:moveTo>
                    <a:pt x="367620" y="573350"/>
                  </a:moveTo>
                  <a:lnTo>
                    <a:pt x="366563" y="578650"/>
                  </a:lnTo>
                  <a:lnTo>
                    <a:pt x="369301" y="575003"/>
                  </a:lnTo>
                  <a:close/>
                  <a:moveTo>
                    <a:pt x="367620" y="573350"/>
                  </a:moveTo>
                  <a:lnTo>
                    <a:pt x="369301" y="575003"/>
                  </a:lnTo>
                  <a:lnTo>
                    <a:pt x="363192" y="566050"/>
                  </a:lnTo>
                  <a:close/>
                  <a:moveTo>
                    <a:pt x="308310" y="415491"/>
                  </a:moveTo>
                  <a:lnTo>
                    <a:pt x="307990" y="427983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308310" y="415491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288304" y="387009"/>
                  </a:lnTo>
                  <a:lnTo>
                    <a:pt x="308310" y="415491"/>
                  </a:lnTo>
                  <a:close/>
                  <a:moveTo>
                    <a:pt x="303663" y="410800"/>
                  </a:moveTo>
                  <a:lnTo>
                    <a:pt x="315092" y="414580"/>
                  </a:lnTo>
                  <a:lnTo>
                    <a:pt x="319655" y="406268"/>
                  </a:lnTo>
                  <a:close/>
                  <a:moveTo>
                    <a:pt x="360014" y="400545"/>
                  </a:moveTo>
                  <a:lnTo>
                    <a:pt x="315092" y="414580"/>
                  </a:lnTo>
                  <a:lnTo>
                    <a:pt x="351205" y="425024"/>
                  </a:lnTo>
                  <a:close/>
                  <a:moveTo>
                    <a:pt x="360014" y="400545"/>
                  </a:moveTo>
                  <a:lnTo>
                    <a:pt x="319655" y="406268"/>
                  </a:lnTo>
                  <a:lnTo>
                    <a:pt x="315092" y="414580"/>
                  </a:lnTo>
                  <a:close/>
                  <a:moveTo>
                    <a:pt x="505196" y="530833"/>
                  </a:moveTo>
                  <a:lnTo>
                    <a:pt x="537952" y="528724"/>
                  </a:lnTo>
                  <a:lnTo>
                    <a:pt x="561089" y="519024"/>
                  </a:lnTo>
                  <a:close/>
                  <a:moveTo>
                    <a:pt x="501997" y="432759"/>
                  </a:moveTo>
                  <a:lnTo>
                    <a:pt x="502448" y="424350"/>
                  </a:lnTo>
                  <a:lnTo>
                    <a:pt x="497133" y="413188"/>
                  </a:lnTo>
                  <a:close/>
                  <a:moveTo>
                    <a:pt x="501997" y="432759"/>
                  </a:moveTo>
                  <a:lnTo>
                    <a:pt x="497133" y="413188"/>
                  </a:lnTo>
                  <a:lnTo>
                    <a:pt x="507534" y="396004"/>
                  </a:lnTo>
                  <a:close/>
                  <a:moveTo>
                    <a:pt x="713422" y="481836"/>
                  </a:moveTo>
                  <a:lnTo>
                    <a:pt x="679637" y="520686"/>
                  </a:lnTo>
                  <a:lnTo>
                    <a:pt x="706994" y="498393"/>
                  </a:lnTo>
                  <a:close/>
                  <a:moveTo>
                    <a:pt x="713422" y="481836"/>
                  </a:moveTo>
                  <a:lnTo>
                    <a:pt x="682300" y="480050"/>
                  </a:lnTo>
                  <a:lnTo>
                    <a:pt x="679637" y="520686"/>
                  </a:lnTo>
                  <a:close/>
                  <a:moveTo>
                    <a:pt x="759423" y="508657"/>
                  </a:moveTo>
                  <a:lnTo>
                    <a:pt x="760307" y="515555"/>
                  </a:lnTo>
                  <a:lnTo>
                    <a:pt x="770901" y="516544"/>
                  </a:lnTo>
                  <a:close/>
                  <a:moveTo>
                    <a:pt x="801826" y="400781"/>
                  </a:moveTo>
                  <a:lnTo>
                    <a:pt x="793143" y="381209"/>
                  </a:lnTo>
                  <a:lnTo>
                    <a:pt x="805236" y="364026"/>
                  </a:lnTo>
                  <a:close/>
                  <a:moveTo>
                    <a:pt x="942345" y="366414"/>
                  </a:moveTo>
                  <a:lnTo>
                    <a:pt x="953238" y="411345"/>
                  </a:lnTo>
                  <a:lnTo>
                    <a:pt x="974754" y="395579"/>
                  </a:lnTo>
                  <a:close/>
                  <a:moveTo>
                    <a:pt x="1014011" y="355245"/>
                  </a:moveTo>
                  <a:lnTo>
                    <a:pt x="983958" y="352590"/>
                  </a:lnTo>
                  <a:lnTo>
                    <a:pt x="974754" y="395579"/>
                  </a:lnTo>
                  <a:close/>
                  <a:moveTo>
                    <a:pt x="1005046" y="317787"/>
                  </a:moveTo>
                  <a:lnTo>
                    <a:pt x="986404" y="342928"/>
                  </a:lnTo>
                  <a:lnTo>
                    <a:pt x="983958" y="352590"/>
                  </a:lnTo>
                  <a:close/>
                  <a:moveTo>
                    <a:pt x="861483" y="28815"/>
                  </a:moveTo>
                  <a:lnTo>
                    <a:pt x="859045" y="41989"/>
                  </a:lnTo>
                  <a:lnTo>
                    <a:pt x="875638" y="1252"/>
                  </a:lnTo>
                  <a:close/>
                  <a:moveTo>
                    <a:pt x="875638" y="1252"/>
                  </a:moveTo>
                  <a:lnTo>
                    <a:pt x="879508" y="0"/>
                  </a:lnTo>
                  <a:lnTo>
                    <a:pt x="861483" y="2881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31" name="Input_density__31">
              <a:extLst>
                <a:ext uri="{FF2B5EF4-FFF2-40B4-BE49-F238E27FC236}">
                  <a16:creationId xmlns:a16="http://schemas.microsoft.com/office/drawing/2014/main" id="{7397E146-9695-9B41-0FFA-3524E854D239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45821"/>
              <a:ext cx="839586" cy="765909"/>
            </a:xfrm>
            <a:custGeom>
              <a:avLst/>
              <a:gdLst/>
              <a:ahLst/>
              <a:cxnLst/>
              <a:rect l="0" t="0" r="0" b="0"/>
              <a:pathLst>
                <a:path w="839586" h="765909">
                  <a:moveTo>
                    <a:pt x="115265" y="748767"/>
                  </a:moveTo>
                  <a:lnTo>
                    <a:pt x="144658" y="765909"/>
                  </a:lnTo>
                  <a:lnTo>
                    <a:pt x="156670" y="735274"/>
                  </a:lnTo>
                  <a:close/>
                  <a:moveTo>
                    <a:pt x="144658" y="765909"/>
                  </a:moveTo>
                  <a:lnTo>
                    <a:pt x="169866" y="731584"/>
                  </a:lnTo>
                  <a:lnTo>
                    <a:pt x="156670" y="735274"/>
                  </a:lnTo>
                  <a:close/>
                  <a:moveTo>
                    <a:pt x="204804" y="673793"/>
                  </a:moveTo>
                  <a:lnTo>
                    <a:pt x="166675" y="658074"/>
                  </a:lnTo>
                  <a:lnTo>
                    <a:pt x="169026" y="680482"/>
                  </a:lnTo>
                  <a:close/>
                  <a:moveTo>
                    <a:pt x="169026" y="680482"/>
                  </a:moveTo>
                  <a:lnTo>
                    <a:pt x="166675" y="658074"/>
                  </a:lnTo>
                  <a:lnTo>
                    <a:pt x="160663" y="642534"/>
                  </a:lnTo>
                  <a:close/>
                  <a:moveTo>
                    <a:pt x="224582" y="689492"/>
                  </a:moveTo>
                  <a:lnTo>
                    <a:pt x="204804" y="673793"/>
                  </a:lnTo>
                  <a:lnTo>
                    <a:pt x="209487" y="677646"/>
                  </a:lnTo>
                  <a:close/>
                  <a:moveTo>
                    <a:pt x="132272" y="604136"/>
                  </a:moveTo>
                  <a:lnTo>
                    <a:pt x="124880" y="624125"/>
                  </a:lnTo>
                  <a:lnTo>
                    <a:pt x="141709" y="613196"/>
                  </a:lnTo>
                  <a:close/>
                  <a:moveTo>
                    <a:pt x="141709" y="613196"/>
                  </a:moveTo>
                  <a:lnTo>
                    <a:pt x="124453" y="644884"/>
                  </a:lnTo>
                  <a:lnTo>
                    <a:pt x="160663" y="642534"/>
                  </a:lnTo>
                  <a:close/>
                  <a:moveTo>
                    <a:pt x="166675" y="658074"/>
                  </a:moveTo>
                  <a:lnTo>
                    <a:pt x="141709" y="613196"/>
                  </a:lnTo>
                  <a:lnTo>
                    <a:pt x="160663" y="642534"/>
                  </a:lnTo>
                  <a:close/>
                  <a:moveTo>
                    <a:pt x="141709" y="613196"/>
                  </a:moveTo>
                  <a:lnTo>
                    <a:pt x="128469" y="609174"/>
                  </a:lnTo>
                  <a:lnTo>
                    <a:pt x="132272" y="604136"/>
                  </a:lnTo>
                  <a:close/>
                  <a:moveTo>
                    <a:pt x="37085" y="457116"/>
                  </a:moveTo>
                  <a:lnTo>
                    <a:pt x="31829" y="497006"/>
                  </a:lnTo>
                  <a:lnTo>
                    <a:pt x="50793" y="471701"/>
                  </a:lnTo>
                  <a:close/>
                  <a:moveTo>
                    <a:pt x="37085" y="457116"/>
                  </a:moveTo>
                  <a:lnTo>
                    <a:pt x="0" y="474299"/>
                  </a:lnTo>
                  <a:lnTo>
                    <a:pt x="31829" y="497006"/>
                  </a:lnTo>
                  <a:close/>
                  <a:moveTo>
                    <a:pt x="232894" y="654239"/>
                  </a:moveTo>
                  <a:lnTo>
                    <a:pt x="271475" y="623707"/>
                  </a:lnTo>
                  <a:lnTo>
                    <a:pt x="241210" y="631227"/>
                  </a:lnTo>
                  <a:close/>
                  <a:moveTo>
                    <a:pt x="125936" y="554184"/>
                  </a:moveTo>
                  <a:lnTo>
                    <a:pt x="132272" y="604136"/>
                  </a:lnTo>
                  <a:lnTo>
                    <a:pt x="131840" y="567381"/>
                  </a:lnTo>
                  <a:close/>
                  <a:moveTo>
                    <a:pt x="37085" y="457116"/>
                  </a:moveTo>
                  <a:lnTo>
                    <a:pt x="50793" y="471701"/>
                  </a:lnTo>
                  <a:lnTo>
                    <a:pt x="56925" y="476687"/>
                  </a:lnTo>
                  <a:close/>
                  <a:moveTo>
                    <a:pt x="271475" y="623707"/>
                  </a:moveTo>
                  <a:lnTo>
                    <a:pt x="285499" y="630139"/>
                  </a:lnTo>
                  <a:lnTo>
                    <a:pt x="286618" y="621399"/>
                  </a:lnTo>
                  <a:close/>
                  <a:moveTo>
                    <a:pt x="207284" y="586857"/>
                  </a:moveTo>
                  <a:lnTo>
                    <a:pt x="252910" y="536661"/>
                  </a:lnTo>
                  <a:lnTo>
                    <a:pt x="222463" y="547401"/>
                  </a:lnTo>
                  <a:close/>
                  <a:moveTo>
                    <a:pt x="255553" y="574820"/>
                  </a:moveTo>
                  <a:lnTo>
                    <a:pt x="265260" y="554468"/>
                  </a:lnTo>
                  <a:lnTo>
                    <a:pt x="255648" y="533014"/>
                  </a:lnTo>
                  <a:close/>
                  <a:moveTo>
                    <a:pt x="252910" y="536661"/>
                  </a:moveTo>
                  <a:lnTo>
                    <a:pt x="255553" y="574820"/>
                  </a:lnTo>
                  <a:lnTo>
                    <a:pt x="255648" y="533014"/>
                  </a:lnTo>
                  <a:close/>
                  <a:moveTo>
                    <a:pt x="253968" y="531361"/>
                  </a:moveTo>
                  <a:lnTo>
                    <a:pt x="222463" y="547401"/>
                  </a:lnTo>
                  <a:lnTo>
                    <a:pt x="252910" y="536661"/>
                  </a:lnTo>
                  <a:close/>
                  <a:moveTo>
                    <a:pt x="201440" y="372592"/>
                  </a:moveTo>
                  <a:lnTo>
                    <a:pt x="228474" y="417845"/>
                  </a:lnTo>
                  <a:lnTo>
                    <a:pt x="237553" y="383035"/>
                  </a:lnTo>
                  <a:close/>
                  <a:moveTo>
                    <a:pt x="190011" y="368811"/>
                  </a:moveTo>
                  <a:lnTo>
                    <a:pt x="167030" y="332056"/>
                  </a:lnTo>
                  <a:lnTo>
                    <a:pt x="174651" y="345020"/>
                  </a:lnTo>
                  <a:close/>
                  <a:moveTo>
                    <a:pt x="364916" y="461892"/>
                  </a:moveTo>
                  <a:lnTo>
                    <a:pt x="386427" y="504939"/>
                  </a:lnTo>
                  <a:lnTo>
                    <a:pt x="391544" y="488844"/>
                  </a:lnTo>
                  <a:close/>
                  <a:moveTo>
                    <a:pt x="364916" y="461892"/>
                  </a:moveTo>
                  <a:lnTo>
                    <a:pt x="348455" y="452320"/>
                  </a:lnTo>
                  <a:lnTo>
                    <a:pt x="322345" y="450906"/>
                  </a:lnTo>
                  <a:close/>
                  <a:moveTo>
                    <a:pt x="167030" y="332056"/>
                  </a:moveTo>
                  <a:lnTo>
                    <a:pt x="206002" y="364280"/>
                  </a:lnTo>
                  <a:lnTo>
                    <a:pt x="180489" y="322629"/>
                  </a:lnTo>
                  <a:close/>
                  <a:moveTo>
                    <a:pt x="190011" y="368811"/>
                  </a:moveTo>
                  <a:lnTo>
                    <a:pt x="206002" y="364280"/>
                  </a:lnTo>
                  <a:lnTo>
                    <a:pt x="167030" y="332056"/>
                  </a:lnTo>
                  <a:close/>
                  <a:moveTo>
                    <a:pt x="167030" y="332056"/>
                  </a:moveTo>
                  <a:lnTo>
                    <a:pt x="169597" y="322041"/>
                  </a:lnTo>
                  <a:lnTo>
                    <a:pt x="153242" y="290590"/>
                  </a:lnTo>
                  <a:close/>
                  <a:moveTo>
                    <a:pt x="340680" y="461892"/>
                  </a:moveTo>
                  <a:lnTo>
                    <a:pt x="348455" y="452320"/>
                  </a:lnTo>
                  <a:lnTo>
                    <a:pt x="317342" y="417433"/>
                  </a:lnTo>
                  <a:close/>
                  <a:moveTo>
                    <a:pt x="364916" y="461892"/>
                  </a:moveTo>
                  <a:lnTo>
                    <a:pt x="403472" y="444709"/>
                  </a:lnTo>
                  <a:lnTo>
                    <a:pt x="348455" y="452320"/>
                  </a:lnTo>
                  <a:close/>
                  <a:moveTo>
                    <a:pt x="403472" y="444709"/>
                  </a:moveTo>
                  <a:lnTo>
                    <a:pt x="362984" y="410433"/>
                  </a:lnTo>
                  <a:lnTo>
                    <a:pt x="348455" y="452320"/>
                  </a:lnTo>
                  <a:close/>
                  <a:moveTo>
                    <a:pt x="406731" y="449419"/>
                  </a:moveTo>
                  <a:lnTo>
                    <a:pt x="391544" y="488844"/>
                  </a:lnTo>
                  <a:lnTo>
                    <a:pt x="447437" y="477035"/>
                  </a:lnTo>
                  <a:close/>
                  <a:moveTo>
                    <a:pt x="447437" y="477035"/>
                  </a:moveTo>
                  <a:lnTo>
                    <a:pt x="431335" y="445199"/>
                  </a:lnTo>
                  <a:lnTo>
                    <a:pt x="406731" y="449419"/>
                  </a:lnTo>
                  <a:close/>
                  <a:moveTo>
                    <a:pt x="252114" y="148851"/>
                  </a:moveTo>
                  <a:lnTo>
                    <a:pt x="220771" y="133486"/>
                  </a:lnTo>
                  <a:lnTo>
                    <a:pt x="243988" y="181498"/>
                  </a:lnTo>
                  <a:close/>
                  <a:moveTo>
                    <a:pt x="243988" y="181498"/>
                  </a:moveTo>
                  <a:lnTo>
                    <a:pt x="211266" y="136265"/>
                  </a:lnTo>
                  <a:lnTo>
                    <a:pt x="222588" y="171807"/>
                  </a:lnTo>
                  <a:close/>
                  <a:moveTo>
                    <a:pt x="523858" y="417401"/>
                  </a:moveTo>
                  <a:lnTo>
                    <a:pt x="542531" y="410342"/>
                  </a:lnTo>
                  <a:lnTo>
                    <a:pt x="537302" y="418797"/>
                  </a:lnTo>
                  <a:close/>
                  <a:moveTo>
                    <a:pt x="537302" y="418797"/>
                  </a:moveTo>
                  <a:lnTo>
                    <a:pt x="552407" y="427934"/>
                  </a:lnTo>
                  <a:lnTo>
                    <a:pt x="569604" y="410342"/>
                  </a:lnTo>
                  <a:close/>
                  <a:moveTo>
                    <a:pt x="616407" y="429914"/>
                  </a:moveTo>
                  <a:lnTo>
                    <a:pt x="646654" y="473567"/>
                  </a:lnTo>
                  <a:lnTo>
                    <a:pt x="645771" y="466669"/>
                  </a:lnTo>
                  <a:close/>
                  <a:moveTo>
                    <a:pt x="593342" y="456404"/>
                  </a:moveTo>
                  <a:lnTo>
                    <a:pt x="646654" y="473567"/>
                  </a:lnTo>
                  <a:lnTo>
                    <a:pt x="616407" y="429914"/>
                  </a:lnTo>
                  <a:close/>
                  <a:moveTo>
                    <a:pt x="616407" y="429914"/>
                  </a:moveTo>
                  <a:lnTo>
                    <a:pt x="645771" y="466669"/>
                  </a:lnTo>
                  <a:lnTo>
                    <a:pt x="660450" y="412731"/>
                  </a:lnTo>
                  <a:close/>
                  <a:moveTo>
                    <a:pt x="828693" y="324425"/>
                  </a:moveTo>
                  <a:lnTo>
                    <a:pt x="810481" y="341609"/>
                  </a:lnTo>
                  <a:lnTo>
                    <a:pt x="839586" y="369357"/>
                  </a:lnTo>
                  <a:close/>
                  <a:moveTo>
                    <a:pt x="763604" y="214160"/>
                  </a:moveTo>
                  <a:lnTo>
                    <a:pt x="762400" y="254656"/>
                  </a:lnTo>
                  <a:lnTo>
                    <a:pt x="759796" y="223980"/>
                  </a:lnTo>
                  <a:close/>
                  <a:moveTo>
                    <a:pt x="763604" y="214160"/>
                  </a:moveTo>
                  <a:lnTo>
                    <a:pt x="785007" y="193664"/>
                  </a:lnTo>
                  <a:lnTo>
                    <a:pt x="761822" y="231344"/>
                  </a:lnTo>
                  <a:close/>
                  <a:moveTo>
                    <a:pt x="774176" y="93182"/>
                  </a:moveTo>
                  <a:lnTo>
                    <a:pt x="744170" y="90488"/>
                  </a:lnTo>
                  <a:lnTo>
                    <a:pt x="735636" y="133650"/>
                  </a:lnTo>
                  <a:close/>
                  <a:moveTo>
                    <a:pt x="744170" y="90488"/>
                  </a:moveTo>
                  <a:lnTo>
                    <a:pt x="774176" y="93182"/>
                  </a:lnTo>
                  <a:lnTo>
                    <a:pt x="743990" y="68673"/>
                  </a:lnTo>
                  <a:close/>
                  <a:moveTo>
                    <a:pt x="773590" y="48911"/>
                  </a:moveTo>
                  <a:lnTo>
                    <a:pt x="746438" y="43897"/>
                  </a:lnTo>
                  <a:lnTo>
                    <a:pt x="743990" y="68673"/>
                  </a:lnTo>
                  <a:close/>
                  <a:moveTo>
                    <a:pt x="746438" y="43897"/>
                  </a:moveTo>
                  <a:lnTo>
                    <a:pt x="764963" y="11178"/>
                  </a:lnTo>
                  <a:lnTo>
                    <a:pt x="745392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32" name="Input_density__32">
              <a:extLst>
                <a:ext uri="{FF2B5EF4-FFF2-40B4-BE49-F238E27FC236}">
                  <a16:creationId xmlns:a16="http://schemas.microsoft.com/office/drawing/2014/main" id="{CFA386BD-6AAA-5222-AD07-C1EB564FABFE}"/>
                </a:ext>
              </a:extLst>
            </p:cNvPr>
            <p:cNvSpPr>
              <a:spLocks noGrp="1"/>
            </p:cNvSpPr>
            <p:nvPr/>
          </p:nvSpPr>
          <p:spPr>
            <a:xfrm>
              <a:off x="1203135" y="2594672"/>
              <a:ext cx="778387" cy="618197"/>
            </a:xfrm>
            <a:custGeom>
              <a:avLst/>
              <a:gdLst/>
              <a:ahLst/>
              <a:cxnLst/>
              <a:rect l="0" t="0" r="0" b="0"/>
              <a:pathLst>
                <a:path w="778387" h="618197">
                  <a:moveTo>
                    <a:pt x="56310" y="618197"/>
                  </a:moveTo>
                  <a:lnTo>
                    <a:pt x="75956" y="595442"/>
                  </a:lnTo>
                  <a:lnTo>
                    <a:pt x="22686" y="617058"/>
                  </a:lnTo>
                  <a:close/>
                  <a:moveTo>
                    <a:pt x="2241" y="364592"/>
                  </a:moveTo>
                  <a:lnTo>
                    <a:pt x="0" y="368192"/>
                  </a:lnTo>
                  <a:lnTo>
                    <a:pt x="9868" y="418530"/>
                  </a:lnTo>
                  <a:close/>
                  <a:moveTo>
                    <a:pt x="226483" y="303469"/>
                  </a:moveTo>
                  <a:lnTo>
                    <a:pt x="218708" y="313041"/>
                  </a:lnTo>
                  <a:lnTo>
                    <a:pt x="181641" y="324491"/>
                  </a:lnTo>
                  <a:close/>
                  <a:moveTo>
                    <a:pt x="118563" y="169695"/>
                  </a:moveTo>
                  <a:lnTo>
                    <a:pt x="94983" y="185541"/>
                  </a:lnTo>
                  <a:lnTo>
                    <a:pt x="84030" y="215429"/>
                  </a:lnTo>
                  <a:close/>
                  <a:moveTo>
                    <a:pt x="118563" y="169695"/>
                  </a:moveTo>
                  <a:lnTo>
                    <a:pt x="84030" y="215429"/>
                  </a:lnTo>
                  <a:lnTo>
                    <a:pt x="124390" y="209705"/>
                  </a:lnTo>
                  <a:close/>
                  <a:moveTo>
                    <a:pt x="126216" y="38573"/>
                  </a:moveTo>
                  <a:lnTo>
                    <a:pt x="130142" y="0"/>
                  </a:lnTo>
                  <a:lnTo>
                    <a:pt x="122016" y="32647"/>
                  </a:lnTo>
                  <a:close/>
                  <a:moveTo>
                    <a:pt x="508351" y="321243"/>
                  </a:moveTo>
                  <a:lnTo>
                    <a:pt x="524682" y="324716"/>
                  </a:lnTo>
                  <a:lnTo>
                    <a:pt x="471370" y="307553"/>
                  </a:lnTo>
                  <a:close/>
                  <a:moveTo>
                    <a:pt x="568975" y="327121"/>
                  </a:moveTo>
                  <a:lnTo>
                    <a:pt x="535276" y="325704"/>
                  </a:lnTo>
                  <a:lnTo>
                    <a:pt x="524682" y="324716"/>
                  </a:lnTo>
                  <a:close/>
                  <a:moveTo>
                    <a:pt x="772713" y="121636"/>
                  </a:moveTo>
                  <a:lnTo>
                    <a:pt x="750779" y="152088"/>
                  </a:lnTo>
                  <a:lnTo>
                    <a:pt x="769421" y="126947"/>
                  </a:lnTo>
                  <a:close/>
                  <a:moveTo>
                    <a:pt x="769421" y="126947"/>
                  </a:moveTo>
                  <a:lnTo>
                    <a:pt x="748334" y="161750"/>
                  </a:lnTo>
                  <a:lnTo>
                    <a:pt x="778387" y="16440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33" name="Input_density__33">
              <a:extLst>
                <a:ext uri="{FF2B5EF4-FFF2-40B4-BE49-F238E27FC236}">
                  <a16:creationId xmlns:a16="http://schemas.microsoft.com/office/drawing/2014/main" id="{9019DCFD-33A1-B451-4846-1AE529279CDD}"/>
                </a:ext>
              </a:extLst>
            </p:cNvPr>
            <p:cNvSpPr>
              <a:spLocks noGrp="1"/>
            </p:cNvSpPr>
            <p:nvPr/>
          </p:nvSpPr>
          <p:spPr>
            <a:xfrm>
              <a:off x="1078873" y="2368330"/>
              <a:ext cx="830982" cy="809075"/>
            </a:xfrm>
            <a:custGeom>
              <a:avLst/>
              <a:gdLst/>
              <a:ahLst/>
              <a:cxnLst/>
              <a:rect l="0" t="0" r="0" b="0"/>
              <a:pathLst>
                <a:path w="830982" h="809075">
                  <a:moveTo>
                    <a:pt x="95923" y="735565"/>
                  </a:moveTo>
                  <a:lnTo>
                    <a:pt x="97366" y="782599"/>
                  </a:lnTo>
                  <a:lnTo>
                    <a:pt x="120002" y="771024"/>
                  </a:lnTo>
                  <a:close/>
                  <a:moveTo>
                    <a:pt x="95923" y="735565"/>
                  </a:moveTo>
                  <a:lnTo>
                    <a:pt x="79137" y="752749"/>
                  </a:lnTo>
                  <a:lnTo>
                    <a:pt x="97366" y="782599"/>
                  </a:lnTo>
                  <a:close/>
                  <a:moveTo>
                    <a:pt x="171316" y="757973"/>
                  </a:moveTo>
                  <a:lnTo>
                    <a:pt x="161935" y="803230"/>
                  </a:lnTo>
                  <a:lnTo>
                    <a:pt x="196309" y="755137"/>
                  </a:lnTo>
                  <a:close/>
                  <a:moveTo>
                    <a:pt x="196309" y="755137"/>
                  </a:moveTo>
                  <a:lnTo>
                    <a:pt x="161935" y="803230"/>
                  </a:lnTo>
                  <a:lnTo>
                    <a:pt x="172155" y="809075"/>
                  </a:lnTo>
                  <a:close/>
                  <a:moveTo>
                    <a:pt x="76324" y="698810"/>
                  </a:moveTo>
                  <a:lnTo>
                    <a:pt x="95923" y="735565"/>
                  </a:lnTo>
                  <a:lnTo>
                    <a:pt x="113475" y="681627"/>
                  </a:lnTo>
                  <a:close/>
                  <a:moveTo>
                    <a:pt x="59564" y="381009"/>
                  </a:moveTo>
                  <a:lnTo>
                    <a:pt x="7169" y="370404"/>
                  </a:lnTo>
                  <a:lnTo>
                    <a:pt x="0" y="379094"/>
                  </a:lnTo>
                  <a:close/>
                  <a:moveTo>
                    <a:pt x="295399" y="514624"/>
                  </a:moveTo>
                  <a:lnTo>
                    <a:pt x="283994" y="529394"/>
                  </a:lnTo>
                  <a:lnTo>
                    <a:pt x="298560" y="502628"/>
                  </a:lnTo>
                  <a:close/>
                  <a:moveTo>
                    <a:pt x="298560" y="502628"/>
                  </a:moveTo>
                  <a:lnTo>
                    <a:pt x="292230" y="472453"/>
                  </a:lnTo>
                  <a:lnTo>
                    <a:pt x="295399" y="514624"/>
                  </a:lnTo>
                  <a:close/>
                  <a:moveTo>
                    <a:pt x="298560" y="502628"/>
                  </a:moveTo>
                  <a:lnTo>
                    <a:pt x="290373" y="465873"/>
                  </a:lnTo>
                  <a:lnTo>
                    <a:pt x="292230" y="472453"/>
                  </a:lnTo>
                  <a:close/>
                  <a:moveTo>
                    <a:pt x="405761" y="522200"/>
                  </a:moveTo>
                  <a:lnTo>
                    <a:pt x="393833" y="566336"/>
                  </a:lnTo>
                  <a:lnTo>
                    <a:pt x="409020" y="526910"/>
                  </a:lnTo>
                  <a:close/>
                  <a:moveTo>
                    <a:pt x="298560" y="502628"/>
                  </a:moveTo>
                  <a:lnTo>
                    <a:pt x="319631" y="494924"/>
                  </a:lnTo>
                  <a:lnTo>
                    <a:pt x="290373" y="465873"/>
                  </a:lnTo>
                  <a:close/>
                  <a:moveTo>
                    <a:pt x="161862" y="225707"/>
                  </a:moveTo>
                  <a:lnTo>
                    <a:pt x="163944" y="245343"/>
                  </a:lnTo>
                  <a:lnTo>
                    <a:pt x="159344" y="230741"/>
                  </a:lnTo>
                  <a:close/>
                  <a:moveTo>
                    <a:pt x="161862" y="225707"/>
                  </a:moveTo>
                  <a:lnTo>
                    <a:pt x="159344" y="230741"/>
                  </a:lnTo>
                  <a:lnTo>
                    <a:pt x="159299" y="228160"/>
                  </a:lnTo>
                  <a:close/>
                  <a:moveTo>
                    <a:pt x="422312" y="505017"/>
                  </a:moveTo>
                  <a:lnTo>
                    <a:pt x="405761" y="522200"/>
                  </a:lnTo>
                  <a:lnTo>
                    <a:pt x="409020" y="526910"/>
                  </a:lnTo>
                  <a:close/>
                  <a:moveTo>
                    <a:pt x="405761" y="522200"/>
                  </a:moveTo>
                  <a:lnTo>
                    <a:pt x="422312" y="505017"/>
                  </a:lnTo>
                  <a:lnTo>
                    <a:pt x="406542" y="478443"/>
                  </a:lnTo>
                  <a:close/>
                  <a:moveTo>
                    <a:pt x="365273" y="487924"/>
                  </a:moveTo>
                  <a:lnTo>
                    <a:pt x="405761" y="522200"/>
                  </a:lnTo>
                  <a:lnTo>
                    <a:pt x="406542" y="478443"/>
                  </a:lnTo>
                  <a:close/>
                  <a:moveTo>
                    <a:pt x="449745" y="458387"/>
                  </a:moveTo>
                  <a:lnTo>
                    <a:pt x="406542" y="478443"/>
                  </a:lnTo>
                  <a:lnTo>
                    <a:pt x="434900" y="468262"/>
                  </a:lnTo>
                  <a:close/>
                  <a:moveTo>
                    <a:pt x="406542" y="478443"/>
                  </a:moveTo>
                  <a:lnTo>
                    <a:pt x="426274" y="495212"/>
                  </a:lnTo>
                  <a:lnTo>
                    <a:pt x="434900" y="468262"/>
                  </a:lnTo>
                  <a:close/>
                  <a:moveTo>
                    <a:pt x="165384" y="225830"/>
                  </a:moveTo>
                  <a:lnTo>
                    <a:pt x="224878" y="249298"/>
                  </a:lnTo>
                  <a:lnTo>
                    <a:pt x="213555" y="213756"/>
                  </a:lnTo>
                  <a:close/>
                  <a:moveTo>
                    <a:pt x="161862" y="225707"/>
                  </a:moveTo>
                  <a:lnTo>
                    <a:pt x="159299" y="228160"/>
                  </a:lnTo>
                  <a:lnTo>
                    <a:pt x="165384" y="225830"/>
                  </a:lnTo>
                  <a:close/>
                  <a:moveTo>
                    <a:pt x="165384" y="225830"/>
                  </a:moveTo>
                  <a:lnTo>
                    <a:pt x="191465" y="211812"/>
                  </a:lnTo>
                  <a:lnTo>
                    <a:pt x="161862" y="225707"/>
                  </a:lnTo>
                  <a:close/>
                  <a:moveTo>
                    <a:pt x="165384" y="225830"/>
                  </a:moveTo>
                  <a:lnTo>
                    <a:pt x="213555" y="213756"/>
                  </a:lnTo>
                  <a:lnTo>
                    <a:pt x="191465" y="211812"/>
                  </a:lnTo>
                  <a:close/>
                  <a:moveTo>
                    <a:pt x="247216" y="199473"/>
                  </a:moveTo>
                  <a:lnTo>
                    <a:pt x="213555" y="213756"/>
                  </a:lnTo>
                  <a:lnTo>
                    <a:pt x="223060" y="210977"/>
                  </a:lnTo>
                  <a:close/>
                  <a:moveTo>
                    <a:pt x="191465" y="211812"/>
                  </a:moveTo>
                  <a:lnTo>
                    <a:pt x="213555" y="213756"/>
                  </a:lnTo>
                  <a:lnTo>
                    <a:pt x="247216" y="199473"/>
                  </a:lnTo>
                  <a:close/>
                  <a:moveTo>
                    <a:pt x="270640" y="190842"/>
                  </a:moveTo>
                  <a:lnTo>
                    <a:pt x="247216" y="199473"/>
                  </a:lnTo>
                  <a:lnTo>
                    <a:pt x="223060" y="210977"/>
                  </a:lnTo>
                  <a:close/>
                  <a:moveTo>
                    <a:pt x="571893" y="487833"/>
                  </a:moveTo>
                  <a:lnTo>
                    <a:pt x="612285" y="499953"/>
                  </a:lnTo>
                  <a:lnTo>
                    <a:pt x="593024" y="470650"/>
                  </a:lnTo>
                  <a:close/>
                  <a:moveTo>
                    <a:pt x="602059" y="517339"/>
                  </a:moveTo>
                  <a:lnTo>
                    <a:pt x="618696" y="507405"/>
                  </a:lnTo>
                  <a:lnTo>
                    <a:pt x="612285" y="499953"/>
                  </a:lnTo>
                  <a:close/>
                  <a:moveTo>
                    <a:pt x="599082" y="450587"/>
                  </a:moveTo>
                  <a:lnTo>
                    <a:pt x="581629" y="481544"/>
                  </a:lnTo>
                  <a:lnTo>
                    <a:pt x="571893" y="487833"/>
                  </a:lnTo>
                  <a:close/>
                  <a:moveTo>
                    <a:pt x="593024" y="470650"/>
                  </a:moveTo>
                  <a:lnTo>
                    <a:pt x="604897" y="425538"/>
                  </a:lnTo>
                  <a:lnTo>
                    <a:pt x="599082" y="450587"/>
                  </a:lnTo>
                  <a:close/>
                  <a:moveTo>
                    <a:pt x="605660" y="416712"/>
                  </a:moveTo>
                  <a:lnTo>
                    <a:pt x="604897" y="425538"/>
                  </a:lnTo>
                  <a:lnTo>
                    <a:pt x="593024" y="470650"/>
                  </a:lnTo>
                  <a:close/>
                  <a:moveTo>
                    <a:pt x="787298" y="382345"/>
                  </a:moveTo>
                  <a:lnTo>
                    <a:pt x="773900" y="413484"/>
                  </a:lnTo>
                  <a:lnTo>
                    <a:pt x="794391" y="393887"/>
                  </a:lnTo>
                  <a:close/>
                  <a:moveTo>
                    <a:pt x="830982" y="401916"/>
                  </a:moveTo>
                  <a:lnTo>
                    <a:pt x="819630" y="392044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94391" y="393887"/>
                  </a:lnTo>
                  <a:lnTo>
                    <a:pt x="819630" y="392044"/>
                  </a:lnTo>
                  <a:close/>
                  <a:moveTo>
                    <a:pt x="799407" y="365162"/>
                  </a:moveTo>
                  <a:lnTo>
                    <a:pt x="787298" y="382345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83468" y="353048"/>
                  </a:lnTo>
                  <a:lnTo>
                    <a:pt x="787298" y="382345"/>
                  </a:lnTo>
                  <a:close/>
                  <a:moveTo>
                    <a:pt x="711172" y="181387"/>
                  </a:moveTo>
                  <a:lnTo>
                    <a:pt x="735243" y="221844"/>
                  </a:lnTo>
                  <a:lnTo>
                    <a:pt x="737926" y="211141"/>
                  </a:lnTo>
                  <a:close/>
                  <a:moveTo>
                    <a:pt x="711172" y="181387"/>
                  </a:moveTo>
                  <a:lnTo>
                    <a:pt x="737926" y="211141"/>
                  </a:lnTo>
                  <a:lnTo>
                    <a:pt x="746460" y="167979"/>
                  </a:lnTo>
                  <a:close/>
                  <a:moveTo>
                    <a:pt x="711172" y="181387"/>
                  </a:moveTo>
                  <a:lnTo>
                    <a:pt x="746460" y="167979"/>
                  </a:lnTo>
                  <a:lnTo>
                    <a:pt x="732793" y="127448"/>
                  </a:lnTo>
                  <a:close/>
                  <a:moveTo>
                    <a:pt x="700837" y="144632"/>
                  </a:moveTo>
                  <a:lnTo>
                    <a:pt x="711172" y="181387"/>
                  </a:lnTo>
                  <a:lnTo>
                    <a:pt x="732793" y="127448"/>
                  </a:lnTo>
                  <a:close/>
                  <a:moveTo>
                    <a:pt x="706660" y="90693"/>
                  </a:moveTo>
                  <a:lnTo>
                    <a:pt x="700837" y="144632"/>
                  </a:lnTo>
                  <a:lnTo>
                    <a:pt x="732793" y="127448"/>
                  </a:lnTo>
                  <a:close/>
                  <a:moveTo>
                    <a:pt x="682088" y="58983"/>
                  </a:moveTo>
                  <a:lnTo>
                    <a:pt x="689896" y="59934"/>
                  </a:lnTo>
                  <a:lnTo>
                    <a:pt x="686486" y="53938"/>
                  </a:lnTo>
                  <a:close/>
                  <a:moveTo>
                    <a:pt x="706660" y="90693"/>
                  </a:moveTo>
                  <a:lnTo>
                    <a:pt x="689896" y="59934"/>
                  </a:lnTo>
                  <a:lnTo>
                    <a:pt x="682088" y="58983"/>
                  </a:lnTo>
                  <a:close/>
                  <a:moveTo>
                    <a:pt x="732793" y="127448"/>
                  </a:moveTo>
                  <a:lnTo>
                    <a:pt x="746279" y="146164"/>
                  </a:lnTo>
                  <a:lnTo>
                    <a:pt x="748728" y="121388"/>
                  </a:lnTo>
                  <a:close/>
                  <a:moveTo>
                    <a:pt x="706660" y="90693"/>
                  </a:moveTo>
                  <a:lnTo>
                    <a:pt x="732793" y="127448"/>
                  </a:lnTo>
                  <a:lnTo>
                    <a:pt x="748728" y="121388"/>
                  </a:lnTo>
                  <a:close/>
                  <a:moveTo>
                    <a:pt x="695782" y="47849"/>
                  </a:moveTo>
                  <a:lnTo>
                    <a:pt x="689896" y="59934"/>
                  </a:lnTo>
                  <a:lnTo>
                    <a:pt x="713399" y="36755"/>
                  </a:lnTo>
                  <a:close/>
                  <a:moveTo>
                    <a:pt x="689896" y="59934"/>
                  </a:moveTo>
                  <a:lnTo>
                    <a:pt x="706660" y="90693"/>
                  </a:lnTo>
                  <a:lnTo>
                    <a:pt x="713399" y="36755"/>
                  </a:lnTo>
                  <a:close/>
                  <a:moveTo>
                    <a:pt x="713399" y="36755"/>
                  </a:moveTo>
                  <a:lnTo>
                    <a:pt x="706660" y="90693"/>
                  </a:lnTo>
                  <a:lnTo>
                    <a:pt x="750120" y="64317"/>
                  </a:lnTo>
                  <a:close/>
                  <a:moveTo>
                    <a:pt x="686486" y="53938"/>
                  </a:moveTo>
                  <a:lnTo>
                    <a:pt x="689896" y="59934"/>
                  </a:lnTo>
                  <a:lnTo>
                    <a:pt x="695782" y="47849"/>
                  </a:lnTo>
                  <a:close/>
                  <a:moveTo>
                    <a:pt x="684575" y="40042"/>
                  </a:moveTo>
                  <a:lnTo>
                    <a:pt x="686486" y="53938"/>
                  </a:lnTo>
                  <a:lnTo>
                    <a:pt x="695782" y="47849"/>
                  </a:lnTo>
                  <a:close/>
                  <a:moveTo>
                    <a:pt x="713112" y="0"/>
                  </a:moveTo>
                  <a:lnTo>
                    <a:pt x="695782" y="47849"/>
                  </a:lnTo>
                  <a:lnTo>
                    <a:pt x="713399" y="3675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34" name="Input_density__34">
              <a:extLst>
                <a:ext uri="{FF2B5EF4-FFF2-40B4-BE49-F238E27FC236}">
                  <a16:creationId xmlns:a16="http://schemas.microsoft.com/office/drawing/2014/main" id="{56266281-E48A-82DF-E73F-643C81E6D8E4}"/>
                </a:ext>
              </a:extLst>
            </p:cNvPr>
            <p:cNvSpPr>
              <a:spLocks noGrp="1"/>
            </p:cNvSpPr>
            <p:nvPr/>
          </p:nvSpPr>
          <p:spPr>
            <a:xfrm>
              <a:off x="1279091" y="2484377"/>
              <a:ext cx="702431" cy="717302"/>
            </a:xfrm>
            <a:custGeom>
              <a:avLst/>
              <a:gdLst/>
              <a:ahLst/>
              <a:cxnLst/>
              <a:rect l="0" t="0" r="0" b="0"/>
              <a:pathLst>
                <a:path w="702431" h="717302">
                  <a:moveTo>
                    <a:pt x="18171" y="693028"/>
                  </a:moveTo>
                  <a:lnTo>
                    <a:pt x="21784" y="717302"/>
                  </a:lnTo>
                  <a:lnTo>
                    <a:pt x="0" y="705737"/>
                  </a:lnTo>
                  <a:close/>
                  <a:moveTo>
                    <a:pt x="46061" y="142941"/>
                  </a:moveTo>
                  <a:lnTo>
                    <a:pt x="41903" y="160581"/>
                  </a:lnTo>
                  <a:lnTo>
                    <a:pt x="50260" y="148868"/>
                  </a:lnTo>
                  <a:close/>
                  <a:moveTo>
                    <a:pt x="368057" y="440141"/>
                  </a:moveTo>
                  <a:lnTo>
                    <a:pt x="338568" y="426094"/>
                  </a:lnTo>
                  <a:lnTo>
                    <a:pt x="395414" y="417848"/>
                  </a:lnTo>
                  <a:close/>
                  <a:moveTo>
                    <a:pt x="320718" y="2890"/>
                  </a:moveTo>
                  <a:lnTo>
                    <a:pt x="297851" y="13604"/>
                  </a:lnTo>
                  <a:lnTo>
                    <a:pt x="353264" y="0"/>
                  </a:lnTo>
                  <a:close/>
                  <a:moveTo>
                    <a:pt x="663174" y="315034"/>
                  </a:moveTo>
                  <a:lnTo>
                    <a:pt x="641658" y="330800"/>
                  </a:lnTo>
                  <a:lnTo>
                    <a:pt x="693537" y="303980"/>
                  </a:lnTo>
                  <a:close/>
                  <a:moveTo>
                    <a:pt x="702431" y="274700"/>
                  </a:moveTo>
                  <a:lnTo>
                    <a:pt x="663174" y="315034"/>
                  </a:lnTo>
                  <a:lnTo>
                    <a:pt x="693537" y="3039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35" name="Input_density__35">
              <a:extLst>
                <a:ext uri="{FF2B5EF4-FFF2-40B4-BE49-F238E27FC236}">
                  <a16:creationId xmlns:a16="http://schemas.microsoft.com/office/drawing/2014/main" id="{6451FCB3-A0F8-140A-226B-559869B8C598}"/>
                </a:ext>
              </a:extLst>
            </p:cNvPr>
            <p:cNvSpPr>
              <a:spLocks noGrp="1"/>
            </p:cNvSpPr>
            <p:nvPr/>
          </p:nvSpPr>
          <p:spPr>
            <a:xfrm>
              <a:off x="1650767" y="2818916"/>
              <a:ext cx="27188" cy="37246"/>
            </a:xfrm>
            <a:custGeom>
              <a:avLst/>
              <a:gdLst/>
              <a:ahLst/>
              <a:cxnLst/>
              <a:rect l="0" t="0" r="0" b="0"/>
              <a:pathLst>
                <a:path w="27188" h="37246">
                  <a:moveTo>
                    <a:pt x="27188" y="0"/>
                  </a:moveTo>
                  <a:lnTo>
                    <a:pt x="0" y="37246"/>
                  </a:lnTo>
                  <a:lnTo>
                    <a:pt x="21131" y="200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36" name="Input_density__36">
              <a:extLst>
                <a:ext uri="{FF2B5EF4-FFF2-40B4-BE49-F238E27FC236}">
                  <a16:creationId xmlns:a16="http://schemas.microsoft.com/office/drawing/2014/main" id="{AD35D20F-DBCA-DBB7-0CD2-5470582E4C64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31365"/>
              <a:ext cx="1042953" cy="865612"/>
            </a:xfrm>
            <a:custGeom>
              <a:avLst/>
              <a:gdLst/>
              <a:ahLst/>
              <a:cxnLst/>
              <a:rect l="0" t="0" r="0" b="0"/>
              <a:pathLst>
                <a:path w="1042953" h="865612">
                  <a:moveTo>
                    <a:pt x="361216" y="828857"/>
                  </a:moveTo>
                  <a:lnTo>
                    <a:pt x="318134" y="846040"/>
                  </a:lnTo>
                  <a:lnTo>
                    <a:pt x="359804" y="865612"/>
                  </a:lnTo>
                  <a:close/>
                  <a:moveTo>
                    <a:pt x="87132" y="541402"/>
                  </a:moveTo>
                  <a:lnTo>
                    <a:pt x="78993" y="540002"/>
                  </a:lnTo>
                  <a:lnTo>
                    <a:pt x="100575" y="563295"/>
                  </a:lnTo>
                  <a:close/>
                  <a:moveTo>
                    <a:pt x="24747" y="512268"/>
                  </a:moveTo>
                  <a:lnTo>
                    <a:pt x="77407" y="534817"/>
                  </a:lnTo>
                  <a:lnTo>
                    <a:pt x="47724" y="518638"/>
                  </a:lnTo>
                  <a:close/>
                  <a:moveTo>
                    <a:pt x="24747" y="512268"/>
                  </a:moveTo>
                  <a:lnTo>
                    <a:pt x="78993" y="540002"/>
                  </a:lnTo>
                  <a:lnTo>
                    <a:pt x="77407" y="534817"/>
                  </a:lnTo>
                  <a:close/>
                  <a:moveTo>
                    <a:pt x="25086" y="515245"/>
                  </a:moveTo>
                  <a:lnTo>
                    <a:pt x="78993" y="540002"/>
                  </a:lnTo>
                  <a:lnTo>
                    <a:pt x="24747" y="512268"/>
                  </a:lnTo>
                  <a:close/>
                  <a:moveTo>
                    <a:pt x="77407" y="534817"/>
                  </a:moveTo>
                  <a:lnTo>
                    <a:pt x="78993" y="540002"/>
                  </a:lnTo>
                  <a:lnTo>
                    <a:pt x="87132" y="541402"/>
                  </a:lnTo>
                  <a:close/>
                  <a:moveTo>
                    <a:pt x="47724" y="518638"/>
                  </a:moveTo>
                  <a:lnTo>
                    <a:pt x="0" y="505299"/>
                  </a:lnTo>
                  <a:lnTo>
                    <a:pt x="24747" y="512268"/>
                  </a:lnTo>
                  <a:close/>
                  <a:moveTo>
                    <a:pt x="359804" y="865612"/>
                  </a:moveTo>
                  <a:lnTo>
                    <a:pt x="351899" y="856300"/>
                  </a:lnTo>
                  <a:lnTo>
                    <a:pt x="341326" y="820148"/>
                  </a:lnTo>
                  <a:close/>
                  <a:moveTo>
                    <a:pt x="361216" y="828857"/>
                  </a:moveTo>
                  <a:lnTo>
                    <a:pt x="341326" y="820148"/>
                  </a:lnTo>
                  <a:lnTo>
                    <a:pt x="322905" y="790377"/>
                  </a:lnTo>
                  <a:close/>
                  <a:moveTo>
                    <a:pt x="322851" y="745674"/>
                  </a:moveTo>
                  <a:lnTo>
                    <a:pt x="342289" y="792102"/>
                  </a:lnTo>
                  <a:lnTo>
                    <a:pt x="322905" y="790377"/>
                  </a:lnTo>
                  <a:close/>
                  <a:moveTo>
                    <a:pt x="211140" y="627898"/>
                  </a:moveTo>
                  <a:lnTo>
                    <a:pt x="228524" y="678689"/>
                  </a:lnTo>
                  <a:lnTo>
                    <a:pt x="242166" y="651107"/>
                  </a:lnTo>
                  <a:close/>
                  <a:moveTo>
                    <a:pt x="274204" y="668640"/>
                  </a:moveTo>
                  <a:lnTo>
                    <a:pt x="270240" y="631499"/>
                  </a:lnTo>
                  <a:lnTo>
                    <a:pt x="242166" y="651107"/>
                  </a:lnTo>
                  <a:close/>
                  <a:moveTo>
                    <a:pt x="194205" y="554388"/>
                  </a:moveTo>
                  <a:lnTo>
                    <a:pt x="185353" y="571572"/>
                  </a:lnTo>
                  <a:lnTo>
                    <a:pt x="205193" y="591143"/>
                  </a:lnTo>
                  <a:close/>
                  <a:moveTo>
                    <a:pt x="194205" y="554388"/>
                  </a:moveTo>
                  <a:lnTo>
                    <a:pt x="174762" y="523673"/>
                  </a:lnTo>
                  <a:lnTo>
                    <a:pt x="157466" y="555216"/>
                  </a:lnTo>
                  <a:close/>
                  <a:moveTo>
                    <a:pt x="77407" y="534817"/>
                  </a:moveTo>
                  <a:lnTo>
                    <a:pt x="87132" y="541402"/>
                  </a:lnTo>
                  <a:lnTo>
                    <a:pt x="88118" y="532583"/>
                  </a:lnTo>
                  <a:close/>
                  <a:moveTo>
                    <a:pt x="77407" y="534817"/>
                  </a:moveTo>
                  <a:lnTo>
                    <a:pt x="88118" y="532583"/>
                  </a:lnTo>
                  <a:lnTo>
                    <a:pt x="47724" y="518638"/>
                  </a:lnTo>
                  <a:close/>
                  <a:moveTo>
                    <a:pt x="133675" y="522635"/>
                  </a:moveTo>
                  <a:lnTo>
                    <a:pt x="87132" y="541402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88118" y="532583"/>
                  </a:lnTo>
                  <a:lnTo>
                    <a:pt x="87132" y="541402"/>
                  </a:lnTo>
                  <a:close/>
                  <a:moveTo>
                    <a:pt x="88118" y="532583"/>
                  </a:moveTo>
                  <a:lnTo>
                    <a:pt x="133675" y="522635"/>
                  </a:lnTo>
                  <a:lnTo>
                    <a:pt x="101928" y="500513"/>
                  </a:lnTo>
                  <a:close/>
                  <a:moveTo>
                    <a:pt x="133675" y="522635"/>
                  </a:moveTo>
                  <a:lnTo>
                    <a:pt x="136789" y="506277"/>
                  </a:lnTo>
                  <a:lnTo>
                    <a:pt x="101928" y="500513"/>
                  </a:lnTo>
                  <a:close/>
                  <a:moveTo>
                    <a:pt x="123679" y="553466"/>
                  </a:moveTo>
                  <a:lnTo>
                    <a:pt x="164611" y="517634"/>
                  </a:lnTo>
                  <a:lnTo>
                    <a:pt x="133675" y="522635"/>
                  </a:lnTo>
                  <a:close/>
                  <a:moveTo>
                    <a:pt x="174762" y="523673"/>
                  </a:moveTo>
                  <a:lnTo>
                    <a:pt x="164611" y="517634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164611" y="517634"/>
                  </a:lnTo>
                  <a:lnTo>
                    <a:pt x="136789" y="506277"/>
                  </a:lnTo>
                  <a:close/>
                  <a:moveTo>
                    <a:pt x="339106" y="811673"/>
                  </a:moveTo>
                  <a:lnTo>
                    <a:pt x="322905" y="790377"/>
                  </a:lnTo>
                  <a:lnTo>
                    <a:pt x="341326" y="820148"/>
                  </a:lnTo>
                  <a:close/>
                  <a:moveTo>
                    <a:pt x="322905" y="790377"/>
                  </a:moveTo>
                  <a:lnTo>
                    <a:pt x="320119" y="774919"/>
                  </a:lnTo>
                  <a:lnTo>
                    <a:pt x="284634" y="749655"/>
                  </a:lnTo>
                  <a:close/>
                  <a:moveTo>
                    <a:pt x="322851" y="745674"/>
                  </a:moveTo>
                  <a:lnTo>
                    <a:pt x="322905" y="790377"/>
                  </a:lnTo>
                  <a:lnTo>
                    <a:pt x="284634" y="749655"/>
                  </a:lnTo>
                  <a:close/>
                  <a:moveTo>
                    <a:pt x="330336" y="635403"/>
                  </a:moveTo>
                  <a:lnTo>
                    <a:pt x="306942" y="624366"/>
                  </a:lnTo>
                  <a:lnTo>
                    <a:pt x="349629" y="647470"/>
                  </a:lnTo>
                  <a:close/>
                  <a:moveTo>
                    <a:pt x="243445" y="621812"/>
                  </a:moveTo>
                  <a:lnTo>
                    <a:pt x="242166" y="651107"/>
                  </a:lnTo>
                  <a:lnTo>
                    <a:pt x="270726" y="626721"/>
                  </a:lnTo>
                  <a:close/>
                  <a:moveTo>
                    <a:pt x="299487" y="610715"/>
                  </a:moveTo>
                  <a:lnTo>
                    <a:pt x="306942" y="624366"/>
                  </a:lnTo>
                  <a:lnTo>
                    <a:pt x="330336" y="635403"/>
                  </a:lnTo>
                  <a:close/>
                  <a:moveTo>
                    <a:pt x="220677" y="573960"/>
                  </a:moveTo>
                  <a:lnTo>
                    <a:pt x="194205" y="554388"/>
                  </a:lnTo>
                  <a:lnTo>
                    <a:pt x="205193" y="591143"/>
                  </a:lnTo>
                  <a:close/>
                  <a:moveTo>
                    <a:pt x="174762" y="523673"/>
                  </a:moveTo>
                  <a:lnTo>
                    <a:pt x="194205" y="554388"/>
                  </a:lnTo>
                  <a:lnTo>
                    <a:pt x="199830" y="540687"/>
                  </a:lnTo>
                  <a:close/>
                  <a:moveTo>
                    <a:pt x="330336" y="635403"/>
                  </a:moveTo>
                  <a:lnTo>
                    <a:pt x="349629" y="647470"/>
                  </a:lnTo>
                  <a:lnTo>
                    <a:pt x="350154" y="613290"/>
                  </a:lnTo>
                  <a:close/>
                  <a:moveTo>
                    <a:pt x="374056" y="596892"/>
                  </a:moveTo>
                  <a:lnTo>
                    <a:pt x="349629" y="647470"/>
                  </a:lnTo>
                  <a:lnTo>
                    <a:pt x="375493" y="640470"/>
                  </a:lnTo>
                  <a:close/>
                  <a:moveTo>
                    <a:pt x="402236" y="645817"/>
                  </a:moveTo>
                  <a:lnTo>
                    <a:pt x="375493" y="640470"/>
                  </a:lnTo>
                  <a:lnTo>
                    <a:pt x="370731" y="661857"/>
                  </a:lnTo>
                  <a:close/>
                  <a:moveTo>
                    <a:pt x="312325" y="593532"/>
                  </a:moveTo>
                  <a:lnTo>
                    <a:pt x="292880" y="573960"/>
                  </a:lnTo>
                  <a:lnTo>
                    <a:pt x="299487" y="610715"/>
                  </a:lnTo>
                  <a:close/>
                  <a:moveTo>
                    <a:pt x="317866" y="436497"/>
                  </a:moveTo>
                  <a:lnTo>
                    <a:pt x="315299" y="446512"/>
                  </a:lnTo>
                  <a:lnTo>
                    <a:pt x="328758" y="437085"/>
                  </a:lnTo>
                  <a:close/>
                  <a:moveTo>
                    <a:pt x="317866" y="436497"/>
                  </a:moveTo>
                  <a:lnTo>
                    <a:pt x="328758" y="437085"/>
                  </a:lnTo>
                  <a:lnTo>
                    <a:pt x="314141" y="429328"/>
                  </a:lnTo>
                  <a:close/>
                  <a:moveTo>
                    <a:pt x="314141" y="429328"/>
                  </a:moveTo>
                  <a:lnTo>
                    <a:pt x="301511" y="405046"/>
                  </a:lnTo>
                  <a:lnTo>
                    <a:pt x="317866" y="436497"/>
                  </a:lnTo>
                  <a:close/>
                  <a:moveTo>
                    <a:pt x="314141" y="429328"/>
                  </a:moveTo>
                  <a:lnTo>
                    <a:pt x="284128" y="392574"/>
                  </a:lnTo>
                  <a:lnTo>
                    <a:pt x="301511" y="405046"/>
                  </a:lnTo>
                  <a:close/>
                  <a:moveTo>
                    <a:pt x="493558" y="559165"/>
                  </a:moveTo>
                  <a:lnTo>
                    <a:pt x="488948" y="576348"/>
                  </a:lnTo>
                  <a:lnTo>
                    <a:pt x="465610" y="531889"/>
                  </a:lnTo>
                  <a:close/>
                  <a:moveTo>
                    <a:pt x="433664" y="486026"/>
                  </a:moveTo>
                  <a:lnTo>
                    <a:pt x="436352" y="502838"/>
                  </a:lnTo>
                  <a:lnTo>
                    <a:pt x="434395" y="486682"/>
                  </a:lnTo>
                  <a:close/>
                  <a:moveTo>
                    <a:pt x="314141" y="429328"/>
                  </a:moveTo>
                  <a:lnTo>
                    <a:pt x="328758" y="437085"/>
                  </a:lnTo>
                  <a:lnTo>
                    <a:pt x="340140" y="418388"/>
                  </a:lnTo>
                  <a:close/>
                  <a:moveTo>
                    <a:pt x="314141" y="429328"/>
                  </a:moveTo>
                  <a:lnTo>
                    <a:pt x="340140" y="418388"/>
                  </a:lnTo>
                  <a:lnTo>
                    <a:pt x="284128" y="392574"/>
                  </a:lnTo>
                  <a:close/>
                  <a:moveTo>
                    <a:pt x="284024" y="392175"/>
                  </a:moveTo>
                  <a:lnTo>
                    <a:pt x="284128" y="392574"/>
                  </a:lnTo>
                  <a:lnTo>
                    <a:pt x="308508" y="389742"/>
                  </a:lnTo>
                  <a:close/>
                  <a:moveTo>
                    <a:pt x="368009" y="412145"/>
                  </a:moveTo>
                  <a:lnTo>
                    <a:pt x="389717" y="449918"/>
                  </a:lnTo>
                  <a:lnTo>
                    <a:pt x="389871" y="448900"/>
                  </a:lnTo>
                  <a:close/>
                  <a:moveTo>
                    <a:pt x="328758" y="437085"/>
                  </a:moveTo>
                  <a:lnTo>
                    <a:pt x="389717" y="449918"/>
                  </a:lnTo>
                  <a:lnTo>
                    <a:pt x="368009" y="412145"/>
                  </a:lnTo>
                  <a:close/>
                  <a:moveTo>
                    <a:pt x="368009" y="412145"/>
                  </a:moveTo>
                  <a:lnTo>
                    <a:pt x="340140" y="418388"/>
                  </a:lnTo>
                  <a:lnTo>
                    <a:pt x="328758" y="437085"/>
                  </a:lnTo>
                  <a:close/>
                  <a:moveTo>
                    <a:pt x="340140" y="418388"/>
                  </a:moveTo>
                  <a:lnTo>
                    <a:pt x="368009" y="412145"/>
                  </a:lnTo>
                  <a:lnTo>
                    <a:pt x="346688" y="407913"/>
                  </a:lnTo>
                  <a:close/>
                  <a:moveTo>
                    <a:pt x="284128" y="392574"/>
                  </a:moveTo>
                  <a:lnTo>
                    <a:pt x="284024" y="392175"/>
                  </a:lnTo>
                  <a:lnTo>
                    <a:pt x="275531" y="354331"/>
                  </a:lnTo>
                  <a:close/>
                  <a:moveTo>
                    <a:pt x="432458" y="485655"/>
                  </a:moveTo>
                  <a:lnTo>
                    <a:pt x="433664" y="486026"/>
                  </a:lnTo>
                  <a:lnTo>
                    <a:pt x="434395" y="486682"/>
                  </a:lnTo>
                  <a:close/>
                  <a:moveTo>
                    <a:pt x="389717" y="449918"/>
                  </a:moveTo>
                  <a:lnTo>
                    <a:pt x="432458" y="485655"/>
                  </a:lnTo>
                  <a:lnTo>
                    <a:pt x="391670" y="451519"/>
                  </a:lnTo>
                  <a:close/>
                  <a:moveTo>
                    <a:pt x="433664" y="486026"/>
                  </a:moveTo>
                  <a:lnTo>
                    <a:pt x="432458" y="485655"/>
                  </a:lnTo>
                  <a:lnTo>
                    <a:pt x="389717" y="449918"/>
                  </a:lnTo>
                  <a:close/>
                  <a:moveTo>
                    <a:pt x="275646" y="375390"/>
                  </a:moveTo>
                  <a:lnTo>
                    <a:pt x="275531" y="354331"/>
                  </a:lnTo>
                  <a:lnTo>
                    <a:pt x="284024" y="392175"/>
                  </a:lnTo>
                  <a:close/>
                  <a:moveTo>
                    <a:pt x="530019" y="505227"/>
                  </a:moveTo>
                  <a:lnTo>
                    <a:pt x="511252" y="524889"/>
                  </a:lnTo>
                  <a:lnTo>
                    <a:pt x="532750" y="509058"/>
                  </a:lnTo>
                  <a:close/>
                  <a:moveTo>
                    <a:pt x="508085" y="522410"/>
                  </a:moveTo>
                  <a:lnTo>
                    <a:pt x="511252" y="524889"/>
                  </a:lnTo>
                  <a:lnTo>
                    <a:pt x="530019" y="505227"/>
                  </a:lnTo>
                  <a:close/>
                  <a:moveTo>
                    <a:pt x="496996" y="468472"/>
                  </a:moveTo>
                  <a:lnTo>
                    <a:pt x="508085" y="522410"/>
                  </a:lnTo>
                  <a:lnTo>
                    <a:pt x="530019" y="505227"/>
                  </a:lnTo>
                  <a:close/>
                  <a:moveTo>
                    <a:pt x="432458" y="485655"/>
                  </a:moveTo>
                  <a:lnTo>
                    <a:pt x="434395" y="486682"/>
                  </a:lnTo>
                  <a:lnTo>
                    <a:pt x="436492" y="483727"/>
                  </a:lnTo>
                  <a:close/>
                  <a:moveTo>
                    <a:pt x="432458" y="485655"/>
                  </a:moveTo>
                  <a:lnTo>
                    <a:pt x="436492" y="483727"/>
                  </a:lnTo>
                  <a:lnTo>
                    <a:pt x="391670" y="451519"/>
                  </a:lnTo>
                  <a:close/>
                  <a:moveTo>
                    <a:pt x="484431" y="471841"/>
                  </a:moveTo>
                  <a:lnTo>
                    <a:pt x="436492" y="483727"/>
                  </a:lnTo>
                  <a:lnTo>
                    <a:pt x="434395" y="486682"/>
                  </a:lnTo>
                  <a:close/>
                  <a:moveTo>
                    <a:pt x="436492" y="483727"/>
                  </a:moveTo>
                  <a:lnTo>
                    <a:pt x="484431" y="471841"/>
                  </a:lnTo>
                  <a:lnTo>
                    <a:pt x="454246" y="464696"/>
                  </a:lnTo>
                  <a:close/>
                  <a:moveTo>
                    <a:pt x="495917" y="444845"/>
                  </a:moveTo>
                  <a:lnTo>
                    <a:pt x="485750" y="457905"/>
                  </a:lnTo>
                  <a:lnTo>
                    <a:pt x="484431" y="471841"/>
                  </a:lnTo>
                  <a:close/>
                  <a:moveTo>
                    <a:pt x="496996" y="468472"/>
                  </a:moveTo>
                  <a:lnTo>
                    <a:pt x="516243" y="447341"/>
                  </a:lnTo>
                  <a:lnTo>
                    <a:pt x="495917" y="444845"/>
                  </a:lnTo>
                  <a:close/>
                  <a:moveTo>
                    <a:pt x="484431" y="471841"/>
                  </a:moveTo>
                  <a:lnTo>
                    <a:pt x="496996" y="468472"/>
                  </a:lnTo>
                  <a:lnTo>
                    <a:pt x="495917" y="444845"/>
                  </a:lnTo>
                  <a:close/>
                  <a:moveTo>
                    <a:pt x="579603" y="559655"/>
                  </a:moveTo>
                  <a:lnTo>
                    <a:pt x="590450" y="578737"/>
                  </a:lnTo>
                  <a:lnTo>
                    <a:pt x="587591" y="576392"/>
                  </a:lnTo>
                  <a:close/>
                  <a:moveTo>
                    <a:pt x="532750" y="509058"/>
                  </a:moveTo>
                  <a:lnTo>
                    <a:pt x="536613" y="505227"/>
                  </a:lnTo>
                  <a:lnTo>
                    <a:pt x="556717" y="529656"/>
                  </a:lnTo>
                  <a:close/>
                  <a:moveTo>
                    <a:pt x="556717" y="529656"/>
                  </a:moveTo>
                  <a:lnTo>
                    <a:pt x="536613" y="505227"/>
                  </a:lnTo>
                  <a:lnTo>
                    <a:pt x="573127" y="498656"/>
                  </a:lnTo>
                  <a:close/>
                  <a:moveTo>
                    <a:pt x="536694" y="456440"/>
                  </a:moveTo>
                  <a:lnTo>
                    <a:pt x="542151" y="468472"/>
                  </a:lnTo>
                  <a:lnTo>
                    <a:pt x="516243" y="447341"/>
                  </a:lnTo>
                  <a:close/>
                  <a:moveTo>
                    <a:pt x="794039" y="581125"/>
                  </a:moveTo>
                  <a:lnTo>
                    <a:pt x="805517" y="589011"/>
                  </a:lnTo>
                  <a:lnTo>
                    <a:pt x="822810" y="565351"/>
                  </a:lnTo>
                  <a:close/>
                  <a:moveTo>
                    <a:pt x="794039" y="581125"/>
                  </a:moveTo>
                  <a:lnTo>
                    <a:pt x="822810" y="565351"/>
                  </a:lnTo>
                  <a:lnTo>
                    <a:pt x="808718" y="527187"/>
                  </a:lnTo>
                  <a:close/>
                  <a:moveTo>
                    <a:pt x="863582" y="585322"/>
                  </a:moveTo>
                  <a:lnTo>
                    <a:pt x="829922" y="559569"/>
                  </a:lnTo>
                  <a:lnTo>
                    <a:pt x="825530" y="563942"/>
                  </a:lnTo>
                  <a:close/>
                  <a:moveTo>
                    <a:pt x="846442" y="549607"/>
                  </a:moveTo>
                  <a:lnTo>
                    <a:pt x="829922" y="559569"/>
                  </a:lnTo>
                  <a:lnTo>
                    <a:pt x="863582" y="585322"/>
                  </a:lnTo>
                  <a:close/>
                  <a:moveTo>
                    <a:pt x="812441" y="510003"/>
                  </a:moveTo>
                  <a:lnTo>
                    <a:pt x="808718" y="527187"/>
                  </a:lnTo>
                  <a:lnTo>
                    <a:pt x="842734" y="546758"/>
                  </a:lnTo>
                  <a:close/>
                  <a:moveTo>
                    <a:pt x="814637" y="473248"/>
                  </a:moveTo>
                  <a:lnTo>
                    <a:pt x="808718" y="527187"/>
                  </a:lnTo>
                  <a:lnTo>
                    <a:pt x="812441" y="510003"/>
                  </a:lnTo>
                  <a:close/>
                  <a:moveTo>
                    <a:pt x="789676" y="461944"/>
                  </a:moveTo>
                  <a:lnTo>
                    <a:pt x="814637" y="473248"/>
                  </a:lnTo>
                  <a:lnTo>
                    <a:pt x="824928" y="419310"/>
                  </a:lnTo>
                  <a:close/>
                  <a:moveTo>
                    <a:pt x="824928" y="419310"/>
                  </a:moveTo>
                  <a:lnTo>
                    <a:pt x="814637" y="473248"/>
                  </a:lnTo>
                  <a:lnTo>
                    <a:pt x="838547" y="423881"/>
                  </a:lnTo>
                  <a:close/>
                  <a:moveTo>
                    <a:pt x="838547" y="423881"/>
                  </a:moveTo>
                  <a:lnTo>
                    <a:pt x="814637" y="473248"/>
                  </a:lnTo>
                  <a:lnTo>
                    <a:pt x="831861" y="468498"/>
                  </a:lnTo>
                  <a:close/>
                  <a:moveTo>
                    <a:pt x="836443" y="473248"/>
                  </a:moveTo>
                  <a:lnTo>
                    <a:pt x="838547" y="423881"/>
                  </a:lnTo>
                  <a:lnTo>
                    <a:pt x="831861" y="468498"/>
                  </a:lnTo>
                  <a:close/>
                  <a:moveTo>
                    <a:pt x="909291" y="365371"/>
                  </a:moveTo>
                  <a:lnTo>
                    <a:pt x="910668" y="369112"/>
                  </a:lnTo>
                  <a:lnTo>
                    <a:pt x="916824" y="371184"/>
                  </a:lnTo>
                  <a:close/>
                  <a:moveTo>
                    <a:pt x="908065" y="338436"/>
                  </a:moveTo>
                  <a:lnTo>
                    <a:pt x="910668" y="369112"/>
                  </a:lnTo>
                  <a:lnTo>
                    <a:pt x="909291" y="365371"/>
                  </a:lnTo>
                  <a:close/>
                  <a:moveTo>
                    <a:pt x="976961" y="438881"/>
                  </a:moveTo>
                  <a:lnTo>
                    <a:pt x="1009370" y="468046"/>
                  </a:lnTo>
                  <a:lnTo>
                    <a:pt x="1018574" y="425057"/>
                  </a:lnTo>
                  <a:close/>
                  <a:moveTo>
                    <a:pt x="909291" y="365371"/>
                  </a:moveTo>
                  <a:lnTo>
                    <a:pt x="907904" y="326612"/>
                  </a:lnTo>
                  <a:lnTo>
                    <a:pt x="908065" y="338436"/>
                  </a:lnTo>
                  <a:close/>
                  <a:moveTo>
                    <a:pt x="1013670" y="331005"/>
                  </a:moveTo>
                  <a:lnTo>
                    <a:pt x="998208" y="358474"/>
                  </a:lnTo>
                  <a:lnTo>
                    <a:pt x="1020244" y="334205"/>
                  </a:lnTo>
                  <a:close/>
                  <a:moveTo>
                    <a:pt x="1020244" y="334205"/>
                  </a:moveTo>
                  <a:lnTo>
                    <a:pt x="998208" y="358474"/>
                  </a:lnTo>
                  <a:lnTo>
                    <a:pt x="993617" y="373511"/>
                  </a:lnTo>
                  <a:close/>
                  <a:moveTo>
                    <a:pt x="1028342" y="367760"/>
                  </a:moveTo>
                  <a:lnTo>
                    <a:pt x="1032726" y="362955"/>
                  </a:lnTo>
                  <a:lnTo>
                    <a:pt x="1020244" y="334205"/>
                  </a:lnTo>
                  <a:close/>
                  <a:moveTo>
                    <a:pt x="993617" y="373511"/>
                  </a:moveTo>
                  <a:lnTo>
                    <a:pt x="1028342" y="367760"/>
                  </a:lnTo>
                  <a:lnTo>
                    <a:pt x="1020244" y="334205"/>
                  </a:lnTo>
                  <a:close/>
                  <a:moveTo>
                    <a:pt x="1042953" y="384943"/>
                  </a:moveTo>
                  <a:lnTo>
                    <a:pt x="1035691" y="374042"/>
                  </a:lnTo>
                  <a:lnTo>
                    <a:pt x="1021020" y="415395"/>
                  </a:lnTo>
                  <a:close/>
                  <a:moveTo>
                    <a:pt x="1042953" y="384943"/>
                  </a:moveTo>
                  <a:lnTo>
                    <a:pt x="1036179" y="367760"/>
                  </a:lnTo>
                  <a:lnTo>
                    <a:pt x="1035691" y="374042"/>
                  </a:lnTo>
                  <a:close/>
                  <a:moveTo>
                    <a:pt x="1036179" y="367760"/>
                  </a:moveTo>
                  <a:lnTo>
                    <a:pt x="1020244" y="334205"/>
                  </a:lnTo>
                  <a:lnTo>
                    <a:pt x="1032726" y="362955"/>
                  </a:lnTo>
                  <a:close/>
                  <a:moveTo>
                    <a:pt x="926310" y="294250"/>
                  </a:moveTo>
                  <a:lnTo>
                    <a:pt x="906070" y="274678"/>
                  </a:lnTo>
                  <a:lnTo>
                    <a:pt x="914866" y="311433"/>
                  </a:lnTo>
                  <a:close/>
                  <a:moveTo>
                    <a:pt x="997001" y="281266"/>
                  </a:moveTo>
                  <a:lnTo>
                    <a:pt x="1013670" y="331005"/>
                  </a:lnTo>
                  <a:lnTo>
                    <a:pt x="1002290" y="294250"/>
                  </a:lnTo>
                  <a:close/>
                  <a:moveTo>
                    <a:pt x="882675" y="56536"/>
                  </a:moveTo>
                  <a:lnTo>
                    <a:pt x="896099" y="101282"/>
                  </a:lnTo>
                  <a:lnTo>
                    <a:pt x="914125" y="72467"/>
                  </a:lnTo>
                  <a:close/>
                  <a:moveTo>
                    <a:pt x="913710" y="39353"/>
                  </a:moveTo>
                  <a:lnTo>
                    <a:pt x="914125" y="72467"/>
                  </a:lnTo>
                  <a:lnTo>
                    <a:pt x="936990" y="61750"/>
                  </a:lnTo>
                  <a:close/>
                  <a:moveTo>
                    <a:pt x="913710" y="39353"/>
                  </a:moveTo>
                  <a:lnTo>
                    <a:pt x="882675" y="56536"/>
                  </a:lnTo>
                  <a:lnTo>
                    <a:pt x="914125" y="72467"/>
                  </a:lnTo>
                  <a:close/>
                  <a:moveTo>
                    <a:pt x="955486" y="22170"/>
                  </a:moveTo>
                  <a:lnTo>
                    <a:pt x="966232" y="37798"/>
                  </a:lnTo>
                  <a:lnTo>
                    <a:pt x="92436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37" name="Input_density__37">
              <a:extLst>
                <a:ext uri="{FF2B5EF4-FFF2-40B4-BE49-F238E27FC236}">
                  <a16:creationId xmlns:a16="http://schemas.microsoft.com/office/drawing/2014/main" id="{FEC481DE-4685-7D4B-E255-9A8E202F2207}"/>
                </a:ext>
              </a:extLst>
            </p:cNvPr>
            <p:cNvSpPr>
              <a:spLocks noGrp="1"/>
            </p:cNvSpPr>
            <p:nvPr/>
          </p:nvSpPr>
          <p:spPr>
            <a:xfrm>
              <a:off x="1069684" y="2330936"/>
              <a:ext cx="899389" cy="829285"/>
            </a:xfrm>
            <a:custGeom>
              <a:avLst/>
              <a:gdLst/>
              <a:ahLst/>
              <a:cxnLst/>
              <a:rect l="0" t="0" r="0" b="0"/>
              <a:pathLst>
                <a:path w="899389" h="829285">
                  <a:moveTo>
                    <a:pt x="180505" y="795366"/>
                  </a:moveTo>
                  <a:lnTo>
                    <a:pt x="129191" y="808417"/>
                  </a:lnTo>
                  <a:lnTo>
                    <a:pt x="130757" y="809713"/>
                  </a:lnTo>
                  <a:close/>
                  <a:moveTo>
                    <a:pt x="135933" y="759768"/>
                  </a:moveTo>
                  <a:lnTo>
                    <a:pt x="129191" y="808417"/>
                  </a:lnTo>
                  <a:lnTo>
                    <a:pt x="180505" y="795366"/>
                  </a:lnTo>
                  <a:close/>
                  <a:moveTo>
                    <a:pt x="172142" y="757418"/>
                  </a:moveTo>
                  <a:lnTo>
                    <a:pt x="135933" y="759768"/>
                  </a:lnTo>
                  <a:lnTo>
                    <a:pt x="180505" y="795366"/>
                  </a:lnTo>
                  <a:close/>
                  <a:moveTo>
                    <a:pt x="122665" y="719020"/>
                  </a:moveTo>
                  <a:lnTo>
                    <a:pt x="135933" y="759768"/>
                  </a:lnTo>
                  <a:lnTo>
                    <a:pt x="136360" y="739009"/>
                  </a:lnTo>
                  <a:close/>
                  <a:moveTo>
                    <a:pt x="105113" y="772958"/>
                  </a:moveTo>
                  <a:lnTo>
                    <a:pt x="135933" y="759768"/>
                  </a:lnTo>
                  <a:lnTo>
                    <a:pt x="122665" y="719020"/>
                  </a:lnTo>
                  <a:close/>
                  <a:moveTo>
                    <a:pt x="88879" y="686065"/>
                  </a:moveTo>
                  <a:lnTo>
                    <a:pt x="85240" y="684398"/>
                  </a:lnTo>
                  <a:lnTo>
                    <a:pt x="122665" y="719020"/>
                  </a:lnTo>
                  <a:close/>
                  <a:moveTo>
                    <a:pt x="85696" y="682265"/>
                  </a:moveTo>
                  <a:lnTo>
                    <a:pt x="85240" y="684398"/>
                  </a:lnTo>
                  <a:lnTo>
                    <a:pt x="88879" y="686065"/>
                  </a:lnTo>
                  <a:close/>
                  <a:moveTo>
                    <a:pt x="85696" y="682265"/>
                  </a:moveTo>
                  <a:lnTo>
                    <a:pt x="64115" y="656825"/>
                  </a:lnTo>
                  <a:lnTo>
                    <a:pt x="85240" y="684398"/>
                  </a:lnTo>
                  <a:close/>
                  <a:moveTo>
                    <a:pt x="205499" y="792530"/>
                  </a:moveTo>
                  <a:lnTo>
                    <a:pt x="224427" y="829285"/>
                  </a:lnTo>
                  <a:lnTo>
                    <a:pt x="186116" y="790805"/>
                  </a:lnTo>
                  <a:close/>
                  <a:moveTo>
                    <a:pt x="122665" y="719020"/>
                  </a:moveTo>
                  <a:lnTo>
                    <a:pt x="136360" y="739009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88879" y="686065"/>
                  </a:lnTo>
                  <a:lnTo>
                    <a:pt x="122665" y="719020"/>
                  </a:lnTo>
                  <a:close/>
                  <a:moveTo>
                    <a:pt x="91735" y="679118"/>
                  </a:moveTo>
                  <a:lnTo>
                    <a:pt x="88879" y="686065"/>
                  </a:lnTo>
                  <a:lnTo>
                    <a:pt x="139182" y="712379"/>
                  </a:lnTo>
                  <a:close/>
                  <a:moveTo>
                    <a:pt x="137415" y="669068"/>
                  </a:moveTo>
                  <a:lnTo>
                    <a:pt x="91735" y="679118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136360" y="739009"/>
                  </a:lnTo>
                  <a:lnTo>
                    <a:pt x="143751" y="719020"/>
                  </a:lnTo>
                  <a:close/>
                  <a:moveTo>
                    <a:pt x="137415" y="669068"/>
                  </a:moveTo>
                  <a:lnTo>
                    <a:pt x="139182" y="712379"/>
                  </a:lnTo>
                  <a:lnTo>
                    <a:pt x="143751" y="719020"/>
                  </a:lnTo>
                  <a:close/>
                  <a:moveTo>
                    <a:pt x="85696" y="682265"/>
                  </a:moveTo>
                  <a:lnTo>
                    <a:pt x="88879" y="686065"/>
                  </a:lnTo>
                  <a:lnTo>
                    <a:pt x="91735" y="679118"/>
                  </a:lnTo>
                  <a:close/>
                  <a:moveTo>
                    <a:pt x="85696" y="682265"/>
                  </a:moveTo>
                  <a:lnTo>
                    <a:pt x="91735" y="679118"/>
                  </a:lnTo>
                  <a:lnTo>
                    <a:pt x="74351" y="628327"/>
                  </a:lnTo>
                  <a:close/>
                  <a:moveTo>
                    <a:pt x="67729" y="645510"/>
                  </a:moveTo>
                  <a:lnTo>
                    <a:pt x="85696" y="682265"/>
                  </a:lnTo>
                  <a:lnTo>
                    <a:pt x="74351" y="628327"/>
                  </a:lnTo>
                  <a:close/>
                  <a:moveTo>
                    <a:pt x="91735" y="679118"/>
                  </a:moveTo>
                  <a:lnTo>
                    <a:pt x="137415" y="669068"/>
                  </a:lnTo>
                  <a:lnTo>
                    <a:pt x="105376" y="651536"/>
                  </a:lnTo>
                  <a:close/>
                  <a:moveTo>
                    <a:pt x="74351" y="628327"/>
                  </a:moveTo>
                  <a:lnTo>
                    <a:pt x="68404" y="591572"/>
                  </a:lnTo>
                  <a:lnTo>
                    <a:pt x="67729" y="645510"/>
                  </a:lnTo>
                  <a:close/>
                  <a:moveTo>
                    <a:pt x="212840" y="647898"/>
                  </a:moveTo>
                  <a:lnTo>
                    <a:pt x="218763" y="701741"/>
                  </a:lnTo>
                  <a:lnTo>
                    <a:pt x="233942" y="662285"/>
                  </a:lnTo>
                  <a:close/>
                  <a:moveTo>
                    <a:pt x="27821" y="518062"/>
                  </a:moveTo>
                  <a:lnTo>
                    <a:pt x="37973" y="524101"/>
                  </a:lnTo>
                  <a:lnTo>
                    <a:pt x="31937" y="500878"/>
                  </a:lnTo>
                  <a:close/>
                  <a:moveTo>
                    <a:pt x="27821" y="518062"/>
                  </a:moveTo>
                  <a:lnTo>
                    <a:pt x="31937" y="500878"/>
                  </a:lnTo>
                  <a:lnTo>
                    <a:pt x="0" y="506705"/>
                  </a:lnTo>
                  <a:close/>
                  <a:moveTo>
                    <a:pt x="212840" y="647898"/>
                  </a:moveTo>
                  <a:lnTo>
                    <a:pt x="233942" y="662285"/>
                  </a:lnTo>
                  <a:lnTo>
                    <a:pt x="238704" y="640899"/>
                  </a:lnTo>
                  <a:close/>
                  <a:moveTo>
                    <a:pt x="175535" y="593960"/>
                  </a:moveTo>
                  <a:lnTo>
                    <a:pt x="162698" y="611143"/>
                  </a:lnTo>
                  <a:lnTo>
                    <a:pt x="193547" y="635831"/>
                  </a:lnTo>
                  <a:close/>
                  <a:moveTo>
                    <a:pt x="348221" y="551776"/>
                  </a:moveTo>
                  <a:lnTo>
                    <a:pt x="307750" y="540021"/>
                  </a:lnTo>
                  <a:lnTo>
                    <a:pt x="293184" y="566787"/>
                  </a:lnTo>
                  <a:close/>
                  <a:moveTo>
                    <a:pt x="328821" y="532317"/>
                  </a:moveTo>
                  <a:lnTo>
                    <a:pt x="348221" y="551776"/>
                  </a:lnTo>
                  <a:lnTo>
                    <a:pt x="356769" y="559593"/>
                  </a:lnTo>
                  <a:close/>
                  <a:moveTo>
                    <a:pt x="297605" y="487111"/>
                  </a:moveTo>
                  <a:lnTo>
                    <a:pt x="328821" y="532317"/>
                  </a:lnTo>
                  <a:lnTo>
                    <a:pt x="336642" y="508487"/>
                  </a:lnTo>
                  <a:close/>
                  <a:moveTo>
                    <a:pt x="299563" y="503267"/>
                  </a:moveTo>
                  <a:lnTo>
                    <a:pt x="328821" y="532317"/>
                  </a:lnTo>
                  <a:lnTo>
                    <a:pt x="297605" y="487111"/>
                  </a:lnTo>
                  <a:close/>
                  <a:moveTo>
                    <a:pt x="431502" y="542410"/>
                  </a:moveTo>
                  <a:lnTo>
                    <a:pt x="418210" y="564303"/>
                  </a:lnTo>
                  <a:lnTo>
                    <a:pt x="442814" y="560083"/>
                  </a:lnTo>
                  <a:close/>
                  <a:moveTo>
                    <a:pt x="415732" y="515837"/>
                  </a:moveTo>
                  <a:lnTo>
                    <a:pt x="399823" y="505655"/>
                  </a:lnTo>
                  <a:lnTo>
                    <a:pt x="395961" y="509486"/>
                  </a:lnTo>
                  <a:close/>
                  <a:moveTo>
                    <a:pt x="395961" y="509486"/>
                  </a:moveTo>
                  <a:lnTo>
                    <a:pt x="374463" y="525317"/>
                  </a:lnTo>
                  <a:lnTo>
                    <a:pt x="415732" y="515837"/>
                  </a:lnTo>
                  <a:close/>
                  <a:moveTo>
                    <a:pt x="347641" y="472270"/>
                  </a:moveTo>
                  <a:lnTo>
                    <a:pt x="336642" y="508487"/>
                  </a:lnTo>
                  <a:lnTo>
                    <a:pt x="360207" y="468900"/>
                  </a:lnTo>
                  <a:close/>
                  <a:moveTo>
                    <a:pt x="360207" y="468900"/>
                  </a:moveTo>
                  <a:lnTo>
                    <a:pt x="336642" y="508487"/>
                  </a:lnTo>
                  <a:lnTo>
                    <a:pt x="371296" y="522838"/>
                  </a:lnTo>
                  <a:close/>
                  <a:moveTo>
                    <a:pt x="347641" y="472270"/>
                  </a:moveTo>
                  <a:lnTo>
                    <a:pt x="297605" y="487111"/>
                  </a:lnTo>
                  <a:lnTo>
                    <a:pt x="336642" y="508487"/>
                  </a:lnTo>
                  <a:close/>
                  <a:moveTo>
                    <a:pt x="347641" y="472270"/>
                  </a:moveTo>
                  <a:lnTo>
                    <a:pt x="348960" y="458333"/>
                  </a:lnTo>
                  <a:lnTo>
                    <a:pt x="317457" y="465124"/>
                  </a:lnTo>
                  <a:close/>
                  <a:moveTo>
                    <a:pt x="431502" y="542410"/>
                  </a:moveTo>
                  <a:lnTo>
                    <a:pt x="450802" y="576820"/>
                  </a:lnTo>
                  <a:lnTo>
                    <a:pt x="419928" y="530084"/>
                  </a:lnTo>
                  <a:close/>
                  <a:moveTo>
                    <a:pt x="442814" y="560083"/>
                  </a:moveTo>
                  <a:lnTo>
                    <a:pt x="450802" y="576820"/>
                  </a:lnTo>
                  <a:lnTo>
                    <a:pt x="431502" y="542410"/>
                  </a:lnTo>
                  <a:close/>
                  <a:moveTo>
                    <a:pt x="435464" y="532605"/>
                  </a:moveTo>
                  <a:lnTo>
                    <a:pt x="431502" y="542410"/>
                  </a:lnTo>
                  <a:lnTo>
                    <a:pt x="419928" y="530084"/>
                  </a:lnTo>
                  <a:close/>
                  <a:moveTo>
                    <a:pt x="393229" y="505655"/>
                  </a:moveTo>
                  <a:lnTo>
                    <a:pt x="407354" y="488471"/>
                  </a:lnTo>
                  <a:lnTo>
                    <a:pt x="360207" y="468900"/>
                  </a:lnTo>
                  <a:close/>
                  <a:moveTo>
                    <a:pt x="410697" y="468373"/>
                  </a:moveTo>
                  <a:lnTo>
                    <a:pt x="405361" y="468900"/>
                  </a:lnTo>
                  <a:lnTo>
                    <a:pt x="399905" y="456869"/>
                  </a:lnTo>
                  <a:close/>
                  <a:moveTo>
                    <a:pt x="399905" y="456869"/>
                  </a:moveTo>
                  <a:lnTo>
                    <a:pt x="379454" y="447769"/>
                  </a:lnTo>
                  <a:lnTo>
                    <a:pt x="360207" y="468900"/>
                  </a:lnTo>
                  <a:close/>
                  <a:moveTo>
                    <a:pt x="279830" y="228235"/>
                  </a:moveTo>
                  <a:lnTo>
                    <a:pt x="271722" y="231186"/>
                  </a:lnTo>
                  <a:lnTo>
                    <a:pt x="297227" y="217685"/>
                  </a:lnTo>
                  <a:close/>
                  <a:moveTo>
                    <a:pt x="671929" y="527615"/>
                  </a:moveTo>
                  <a:lnTo>
                    <a:pt x="686021" y="565779"/>
                  </a:lnTo>
                  <a:lnTo>
                    <a:pt x="686435" y="559439"/>
                  </a:lnTo>
                  <a:close/>
                  <a:moveTo>
                    <a:pt x="668727" y="589439"/>
                  </a:moveTo>
                  <a:lnTo>
                    <a:pt x="688741" y="564370"/>
                  </a:lnTo>
                  <a:lnTo>
                    <a:pt x="686021" y="565779"/>
                  </a:lnTo>
                  <a:close/>
                  <a:moveTo>
                    <a:pt x="671929" y="527615"/>
                  </a:moveTo>
                  <a:lnTo>
                    <a:pt x="635698" y="494318"/>
                  </a:lnTo>
                  <a:lnTo>
                    <a:pt x="621475" y="537347"/>
                  </a:lnTo>
                  <a:close/>
                  <a:moveTo>
                    <a:pt x="705944" y="547186"/>
                  </a:moveTo>
                  <a:lnTo>
                    <a:pt x="686435" y="559439"/>
                  </a:lnTo>
                  <a:lnTo>
                    <a:pt x="693133" y="559997"/>
                  </a:lnTo>
                  <a:close/>
                  <a:moveTo>
                    <a:pt x="671929" y="527615"/>
                  </a:moveTo>
                  <a:lnTo>
                    <a:pt x="686435" y="559439"/>
                  </a:lnTo>
                  <a:lnTo>
                    <a:pt x="705944" y="547186"/>
                  </a:lnTo>
                  <a:close/>
                  <a:moveTo>
                    <a:pt x="677848" y="473676"/>
                  </a:moveTo>
                  <a:lnTo>
                    <a:pt x="635698" y="494318"/>
                  </a:lnTo>
                  <a:lnTo>
                    <a:pt x="671929" y="527615"/>
                  </a:lnTo>
                  <a:close/>
                  <a:moveTo>
                    <a:pt x="625100" y="436922"/>
                  </a:moveTo>
                  <a:lnTo>
                    <a:pt x="632494" y="490860"/>
                  </a:lnTo>
                  <a:lnTo>
                    <a:pt x="652886" y="462372"/>
                  </a:lnTo>
                  <a:close/>
                  <a:moveTo>
                    <a:pt x="637284" y="488819"/>
                  </a:moveTo>
                  <a:lnTo>
                    <a:pt x="677848" y="473676"/>
                  </a:lnTo>
                  <a:lnTo>
                    <a:pt x="652886" y="462372"/>
                  </a:lnTo>
                  <a:close/>
                  <a:moveTo>
                    <a:pt x="625100" y="436922"/>
                  </a:moveTo>
                  <a:lnTo>
                    <a:pt x="618231" y="400166"/>
                  </a:lnTo>
                  <a:lnTo>
                    <a:pt x="614850" y="454105"/>
                  </a:lnTo>
                  <a:close/>
                  <a:moveTo>
                    <a:pt x="746884" y="468452"/>
                  </a:moveTo>
                  <a:lnTo>
                    <a:pt x="699653" y="473676"/>
                  </a:lnTo>
                  <a:lnTo>
                    <a:pt x="718415" y="494696"/>
                  </a:lnTo>
                  <a:close/>
                  <a:moveTo>
                    <a:pt x="808597" y="402555"/>
                  </a:moveTo>
                  <a:lnTo>
                    <a:pt x="780034" y="371612"/>
                  </a:lnTo>
                  <a:lnTo>
                    <a:pt x="773879" y="369540"/>
                  </a:lnTo>
                  <a:close/>
                  <a:moveTo>
                    <a:pt x="840172" y="439310"/>
                  </a:moveTo>
                  <a:lnTo>
                    <a:pt x="881785" y="425485"/>
                  </a:lnTo>
                  <a:lnTo>
                    <a:pt x="828820" y="429438"/>
                  </a:lnTo>
                  <a:close/>
                  <a:moveTo>
                    <a:pt x="828820" y="429438"/>
                  </a:moveTo>
                  <a:lnTo>
                    <a:pt x="881785" y="425485"/>
                  </a:lnTo>
                  <a:lnTo>
                    <a:pt x="884231" y="415823"/>
                  </a:lnTo>
                  <a:close/>
                  <a:moveTo>
                    <a:pt x="828820" y="429438"/>
                  </a:moveTo>
                  <a:lnTo>
                    <a:pt x="884231" y="415823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28820" y="429438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08597" y="402555"/>
                  </a:lnTo>
                  <a:lnTo>
                    <a:pt x="828820" y="429438"/>
                  </a:lnTo>
                  <a:close/>
                  <a:moveTo>
                    <a:pt x="808597" y="402555"/>
                  </a:moveTo>
                  <a:lnTo>
                    <a:pt x="835004" y="385371"/>
                  </a:lnTo>
                  <a:lnTo>
                    <a:pt x="780034" y="371612"/>
                  </a:lnTo>
                  <a:close/>
                  <a:moveTo>
                    <a:pt x="835004" y="385371"/>
                  </a:moveTo>
                  <a:lnTo>
                    <a:pt x="801441" y="355440"/>
                  </a:lnTo>
                  <a:lnTo>
                    <a:pt x="780034" y="371612"/>
                  </a:lnTo>
                  <a:close/>
                  <a:moveTo>
                    <a:pt x="790919" y="348616"/>
                  </a:moveTo>
                  <a:lnTo>
                    <a:pt x="780034" y="371612"/>
                  </a:lnTo>
                  <a:lnTo>
                    <a:pt x="801441" y="355440"/>
                  </a:lnTo>
                  <a:close/>
                  <a:moveTo>
                    <a:pt x="790919" y="348616"/>
                  </a:moveTo>
                  <a:lnTo>
                    <a:pt x="772502" y="365800"/>
                  </a:lnTo>
                  <a:lnTo>
                    <a:pt x="780034" y="371612"/>
                  </a:lnTo>
                  <a:close/>
                  <a:moveTo>
                    <a:pt x="778077" y="311861"/>
                  </a:moveTo>
                  <a:lnTo>
                    <a:pt x="771114" y="327040"/>
                  </a:lnTo>
                  <a:lnTo>
                    <a:pt x="772502" y="365800"/>
                  </a:lnTo>
                  <a:close/>
                  <a:moveTo>
                    <a:pt x="790919" y="348616"/>
                  </a:moveTo>
                  <a:lnTo>
                    <a:pt x="778077" y="311861"/>
                  </a:lnTo>
                  <a:lnTo>
                    <a:pt x="772502" y="365800"/>
                  </a:lnTo>
                  <a:close/>
                  <a:moveTo>
                    <a:pt x="778077" y="311861"/>
                  </a:moveTo>
                  <a:lnTo>
                    <a:pt x="769921" y="283264"/>
                  </a:lnTo>
                  <a:lnTo>
                    <a:pt x="771114" y="327040"/>
                  </a:lnTo>
                  <a:close/>
                  <a:moveTo>
                    <a:pt x="835004" y="385371"/>
                  </a:moveTo>
                  <a:lnTo>
                    <a:pt x="845453" y="395418"/>
                  </a:lnTo>
                  <a:lnTo>
                    <a:pt x="856828" y="373939"/>
                  </a:lnTo>
                  <a:close/>
                  <a:moveTo>
                    <a:pt x="835004" y="385371"/>
                  </a:moveTo>
                  <a:lnTo>
                    <a:pt x="856828" y="373939"/>
                  </a:lnTo>
                  <a:lnTo>
                    <a:pt x="801441" y="355440"/>
                  </a:lnTo>
                  <a:close/>
                  <a:moveTo>
                    <a:pt x="845453" y="395418"/>
                  </a:moveTo>
                  <a:lnTo>
                    <a:pt x="891553" y="368188"/>
                  </a:lnTo>
                  <a:lnTo>
                    <a:pt x="856828" y="373939"/>
                  </a:lnTo>
                  <a:close/>
                  <a:moveTo>
                    <a:pt x="898902" y="374470"/>
                  </a:moveTo>
                  <a:lnTo>
                    <a:pt x="891553" y="368188"/>
                  </a:lnTo>
                  <a:lnTo>
                    <a:pt x="845453" y="395418"/>
                  </a:lnTo>
                  <a:close/>
                  <a:moveTo>
                    <a:pt x="884231" y="415823"/>
                  </a:moveTo>
                  <a:lnTo>
                    <a:pt x="898902" y="374470"/>
                  </a:lnTo>
                  <a:lnTo>
                    <a:pt x="845453" y="395418"/>
                  </a:lnTo>
                  <a:close/>
                  <a:moveTo>
                    <a:pt x="891553" y="368188"/>
                  </a:moveTo>
                  <a:lnTo>
                    <a:pt x="898902" y="374470"/>
                  </a:lnTo>
                  <a:lnTo>
                    <a:pt x="899002" y="366740"/>
                  </a:lnTo>
                  <a:close/>
                  <a:moveTo>
                    <a:pt x="899002" y="366740"/>
                  </a:moveTo>
                  <a:lnTo>
                    <a:pt x="895937" y="363383"/>
                  </a:lnTo>
                  <a:lnTo>
                    <a:pt x="891553" y="368188"/>
                  </a:lnTo>
                  <a:close/>
                  <a:moveTo>
                    <a:pt x="899002" y="366740"/>
                  </a:moveTo>
                  <a:lnTo>
                    <a:pt x="898902" y="374470"/>
                  </a:lnTo>
                  <a:lnTo>
                    <a:pt x="899389" y="368188"/>
                  </a:lnTo>
                  <a:close/>
                  <a:moveTo>
                    <a:pt x="899002" y="366740"/>
                  </a:moveTo>
                  <a:lnTo>
                    <a:pt x="899389" y="368188"/>
                  </a:lnTo>
                  <a:lnTo>
                    <a:pt x="895937" y="363383"/>
                  </a:lnTo>
                  <a:close/>
                  <a:moveTo>
                    <a:pt x="745886" y="56965"/>
                  </a:moveTo>
                  <a:lnTo>
                    <a:pt x="776920" y="39781"/>
                  </a:lnTo>
                  <a:lnTo>
                    <a:pt x="733643" y="34114"/>
                  </a:lnTo>
                  <a:close/>
                  <a:moveTo>
                    <a:pt x="754782" y="0"/>
                  </a:moveTo>
                  <a:lnTo>
                    <a:pt x="814436" y="19192"/>
                  </a:lnTo>
                  <a:lnTo>
                    <a:pt x="787575" y="428"/>
                  </a:lnTo>
                  <a:close/>
                  <a:moveTo>
                    <a:pt x="754782" y="0"/>
                  </a:moveTo>
                  <a:lnTo>
                    <a:pt x="783735" y="614"/>
                  </a:lnTo>
                  <a:lnTo>
                    <a:pt x="750434" y="687"/>
                  </a:lnTo>
                  <a:close/>
                  <a:moveTo>
                    <a:pt x="754782" y="0"/>
                  </a:moveTo>
                  <a:lnTo>
                    <a:pt x="787575" y="428"/>
                  </a:lnTo>
                  <a:lnTo>
                    <a:pt x="783735" y="614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38" name="Input_density__38">
              <a:extLst>
                <a:ext uri="{FF2B5EF4-FFF2-40B4-BE49-F238E27FC236}">
                  <a16:creationId xmlns:a16="http://schemas.microsoft.com/office/drawing/2014/main" id="{7A377BE5-EBC6-12FC-5F80-D48EBB77E84D}"/>
                </a:ext>
              </a:extLst>
            </p:cNvPr>
            <p:cNvSpPr>
              <a:spLocks noGrp="1"/>
            </p:cNvSpPr>
            <p:nvPr/>
          </p:nvSpPr>
          <p:spPr>
            <a:xfrm>
              <a:off x="1174796" y="2331551"/>
              <a:ext cx="678622" cy="807802"/>
            </a:xfrm>
            <a:custGeom>
              <a:avLst/>
              <a:gdLst/>
              <a:ahLst/>
              <a:cxnLst/>
              <a:rect l="0" t="0" r="0" b="0"/>
              <a:pathLst>
                <a:path w="678622" h="807802">
                  <a:moveTo>
                    <a:pt x="0" y="772344"/>
                  </a:moveTo>
                  <a:lnTo>
                    <a:pt x="24079" y="807802"/>
                  </a:lnTo>
                  <a:lnTo>
                    <a:pt x="30820" y="759153"/>
                  </a:lnTo>
                  <a:close/>
                  <a:moveTo>
                    <a:pt x="223708" y="531703"/>
                  </a:moveTo>
                  <a:lnTo>
                    <a:pt x="202637" y="539407"/>
                  </a:lnTo>
                  <a:lnTo>
                    <a:pt x="243108" y="551161"/>
                  </a:lnTo>
                  <a:close/>
                  <a:moveTo>
                    <a:pt x="223708" y="531703"/>
                  </a:moveTo>
                  <a:lnTo>
                    <a:pt x="266183" y="522224"/>
                  </a:lnTo>
                  <a:lnTo>
                    <a:pt x="231530" y="507873"/>
                  </a:lnTo>
                  <a:close/>
                  <a:moveTo>
                    <a:pt x="345928" y="590229"/>
                  </a:moveTo>
                  <a:lnTo>
                    <a:pt x="326010" y="611966"/>
                  </a:lnTo>
                  <a:lnTo>
                    <a:pt x="317483" y="608455"/>
                  </a:lnTo>
                  <a:close/>
                  <a:moveTo>
                    <a:pt x="310620" y="515222"/>
                  </a:moveTo>
                  <a:lnTo>
                    <a:pt x="326389" y="541795"/>
                  </a:lnTo>
                  <a:lnTo>
                    <a:pt x="330352" y="531990"/>
                  </a:lnTo>
                  <a:close/>
                  <a:moveTo>
                    <a:pt x="255094" y="468285"/>
                  </a:moveTo>
                  <a:lnTo>
                    <a:pt x="305584" y="467758"/>
                  </a:lnTo>
                  <a:lnTo>
                    <a:pt x="294792" y="456254"/>
                  </a:lnTo>
                  <a:close/>
                  <a:moveTo>
                    <a:pt x="174717" y="227620"/>
                  </a:moveTo>
                  <a:lnTo>
                    <a:pt x="127138" y="247755"/>
                  </a:lnTo>
                  <a:lnTo>
                    <a:pt x="166609" y="230572"/>
                  </a:lnTo>
                  <a:close/>
                  <a:moveTo>
                    <a:pt x="580908" y="565164"/>
                  </a:moveTo>
                  <a:lnTo>
                    <a:pt x="583628" y="563755"/>
                  </a:lnTo>
                  <a:lnTo>
                    <a:pt x="581323" y="558825"/>
                  </a:lnTo>
                  <a:close/>
                  <a:moveTo>
                    <a:pt x="527381" y="490245"/>
                  </a:moveTo>
                  <a:lnTo>
                    <a:pt x="516363" y="536732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497101" y="507429"/>
                  </a:lnTo>
                  <a:lnTo>
                    <a:pt x="516363" y="536732"/>
                  </a:lnTo>
                  <a:close/>
                  <a:moveTo>
                    <a:pt x="527381" y="490245"/>
                  </a:moveTo>
                  <a:lnTo>
                    <a:pt x="509737" y="453490"/>
                  </a:lnTo>
                  <a:lnTo>
                    <a:pt x="497101" y="507429"/>
                  </a:lnTo>
                  <a:close/>
                  <a:moveTo>
                    <a:pt x="581323" y="558825"/>
                  </a:moveTo>
                  <a:lnTo>
                    <a:pt x="583628" y="563755"/>
                  </a:lnTo>
                  <a:lnTo>
                    <a:pt x="588020" y="559383"/>
                  </a:lnTo>
                  <a:close/>
                  <a:moveTo>
                    <a:pt x="532172" y="488204"/>
                  </a:moveTo>
                  <a:lnTo>
                    <a:pt x="530586" y="493703"/>
                  </a:lnTo>
                  <a:lnTo>
                    <a:pt x="572735" y="473062"/>
                  </a:lnTo>
                  <a:close/>
                  <a:moveTo>
                    <a:pt x="532172" y="488204"/>
                  </a:moveTo>
                  <a:lnTo>
                    <a:pt x="527381" y="490245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532172" y="488204"/>
                  </a:lnTo>
                  <a:lnTo>
                    <a:pt x="547774" y="461758"/>
                  </a:lnTo>
                  <a:close/>
                  <a:moveTo>
                    <a:pt x="509737" y="453490"/>
                  </a:moveTo>
                  <a:lnTo>
                    <a:pt x="527381" y="490245"/>
                  </a:lnTo>
                  <a:lnTo>
                    <a:pt x="519988" y="436307"/>
                  </a:lnTo>
                  <a:close/>
                  <a:moveTo>
                    <a:pt x="572735" y="473062"/>
                  </a:moveTo>
                  <a:lnTo>
                    <a:pt x="613303" y="494081"/>
                  </a:lnTo>
                  <a:lnTo>
                    <a:pt x="589959" y="468312"/>
                  </a:lnTo>
                  <a:close/>
                  <a:moveTo>
                    <a:pt x="613303" y="494081"/>
                  </a:moveTo>
                  <a:lnTo>
                    <a:pt x="594541" y="473062"/>
                  </a:lnTo>
                  <a:lnTo>
                    <a:pt x="589959" y="468312"/>
                  </a:lnTo>
                  <a:close/>
                  <a:moveTo>
                    <a:pt x="628530" y="33500"/>
                  </a:moveTo>
                  <a:lnTo>
                    <a:pt x="617337" y="25672"/>
                  </a:lnTo>
                  <a:lnTo>
                    <a:pt x="640773" y="56350"/>
                  </a:lnTo>
                  <a:close/>
                  <a:moveTo>
                    <a:pt x="620847" y="19595"/>
                  </a:moveTo>
                  <a:lnTo>
                    <a:pt x="617337" y="25672"/>
                  </a:lnTo>
                  <a:lnTo>
                    <a:pt x="628530" y="33500"/>
                  </a:lnTo>
                  <a:close/>
                  <a:moveTo>
                    <a:pt x="624177" y="17226"/>
                  </a:moveTo>
                  <a:lnTo>
                    <a:pt x="617337" y="25672"/>
                  </a:lnTo>
                  <a:lnTo>
                    <a:pt x="620847" y="19595"/>
                  </a:lnTo>
                  <a:close/>
                  <a:moveTo>
                    <a:pt x="671808" y="39167"/>
                  </a:moveTo>
                  <a:lnTo>
                    <a:pt x="647995" y="10068"/>
                  </a:lnTo>
                  <a:lnTo>
                    <a:pt x="628530" y="33500"/>
                  </a:lnTo>
                  <a:close/>
                  <a:moveTo>
                    <a:pt x="647995" y="10068"/>
                  </a:moveTo>
                  <a:lnTo>
                    <a:pt x="620847" y="19595"/>
                  </a:lnTo>
                  <a:lnTo>
                    <a:pt x="628530" y="33500"/>
                  </a:lnTo>
                  <a:close/>
                  <a:moveTo>
                    <a:pt x="678622" y="0"/>
                  </a:moveTo>
                  <a:lnTo>
                    <a:pt x="624177" y="17226"/>
                  </a:lnTo>
                  <a:lnTo>
                    <a:pt x="645322" y="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39" name="Input_density__39">
              <a:extLst>
                <a:ext uri="{FF2B5EF4-FFF2-40B4-BE49-F238E27FC236}">
                  <a16:creationId xmlns:a16="http://schemas.microsoft.com/office/drawing/2014/main" id="{F451F3AD-E673-FAF6-0050-1274F5747194}"/>
                </a:ext>
              </a:extLst>
            </p:cNvPr>
            <p:cNvSpPr>
              <a:spLocks noGrp="1"/>
            </p:cNvSpPr>
            <p:nvPr/>
          </p:nvSpPr>
          <p:spPr>
            <a:xfrm>
              <a:off x="957980" y="2357082"/>
              <a:ext cx="1011093" cy="625390"/>
            </a:xfrm>
            <a:custGeom>
              <a:avLst/>
              <a:gdLst/>
              <a:ahLst/>
              <a:cxnLst/>
              <a:rect l="0" t="0" r="0" b="0"/>
              <a:pathLst>
                <a:path w="1011093" h="625390">
                  <a:moveTo>
                    <a:pt x="98593" y="527749"/>
                  </a:moveTo>
                  <a:lnTo>
                    <a:pt x="62046" y="515684"/>
                  </a:lnTo>
                  <a:lnTo>
                    <a:pt x="75490" y="537578"/>
                  </a:lnTo>
                  <a:close/>
                  <a:moveTo>
                    <a:pt x="36483" y="516316"/>
                  </a:moveTo>
                  <a:lnTo>
                    <a:pt x="53907" y="514284"/>
                  </a:lnTo>
                  <a:lnTo>
                    <a:pt x="0" y="489528"/>
                  </a:lnTo>
                  <a:close/>
                  <a:moveTo>
                    <a:pt x="132381" y="529498"/>
                  </a:moveTo>
                  <a:lnTo>
                    <a:pt x="149676" y="497956"/>
                  </a:lnTo>
                  <a:lnTo>
                    <a:pt x="98593" y="527749"/>
                  </a:lnTo>
                  <a:close/>
                  <a:moveTo>
                    <a:pt x="245640" y="601004"/>
                  </a:moveTo>
                  <a:lnTo>
                    <a:pt x="217080" y="625390"/>
                  </a:lnTo>
                  <a:lnTo>
                    <a:pt x="245155" y="605782"/>
                  </a:lnTo>
                  <a:close/>
                  <a:moveTo>
                    <a:pt x="245155" y="605782"/>
                  </a:moveTo>
                  <a:lnTo>
                    <a:pt x="247395" y="602181"/>
                  </a:lnTo>
                  <a:lnTo>
                    <a:pt x="245640" y="601004"/>
                  </a:lnTo>
                  <a:close/>
                  <a:moveTo>
                    <a:pt x="325068" y="587572"/>
                  </a:moveTo>
                  <a:lnTo>
                    <a:pt x="324543" y="621753"/>
                  </a:lnTo>
                  <a:lnTo>
                    <a:pt x="348970" y="571174"/>
                  </a:lnTo>
                  <a:close/>
                  <a:moveTo>
                    <a:pt x="348970" y="571174"/>
                  </a:moveTo>
                  <a:lnTo>
                    <a:pt x="345372" y="567814"/>
                  </a:lnTo>
                  <a:lnTo>
                    <a:pt x="325068" y="587572"/>
                  </a:lnTo>
                  <a:close/>
                  <a:moveTo>
                    <a:pt x="350408" y="614753"/>
                  </a:moveTo>
                  <a:lnTo>
                    <a:pt x="377150" y="620100"/>
                  </a:lnTo>
                  <a:lnTo>
                    <a:pt x="348970" y="571174"/>
                  </a:lnTo>
                  <a:close/>
                  <a:moveTo>
                    <a:pt x="303672" y="411367"/>
                  </a:moveTo>
                  <a:lnTo>
                    <a:pt x="329185" y="453018"/>
                  </a:lnTo>
                  <a:lnTo>
                    <a:pt x="340138" y="423131"/>
                  </a:lnTo>
                  <a:close/>
                  <a:moveTo>
                    <a:pt x="340138" y="423131"/>
                  </a:moveTo>
                  <a:lnTo>
                    <a:pt x="364631" y="424201"/>
                  </a:lnTo>
                  <a:lnTo>
                    <a:pt x="303672" y="411367"/>
                  </a:lnTo>
                  <a:close/>
                  <a:moveTo>
                    <a:pt x="385426" y="434383"/>
                  </a:moveTo>
                  <a:lnTo>
                    <a:pt x="408578" y="460308"/>
                  </a:lnTo>
                  <a:lnTo>
                    <a:pt x="364631" y="424201"/>
                  </a:lnTo>
                  <a:close/>
                  <a:moveTo>
                    <a:pt x="471362" y="405999"/>
                  </a:moveTo>
                  <a:lnTo>
                    <a:pt x="460664" y="432188"/>
                  </a:lnTo>
                  <a:lnTo>
                    <a:pt x="470831" y="419127"/>
                  </a:lnTo>
                  <a:close/>
                  <a:moveTo>
                    <a:pt x="460664" y="432188"/>
                  </a:moveTo>
                  <a:lnTo>
                    <a:pt x="471362" y="405999"/>
                  </a:lnTo>
                  <a:lnTo>
                    <a:pt x="465918" y="396033"/>
                  </a:lnTo>
                  <a:close/>
                  <a:moveTo>
                    <a:pt x="838496" y="559604"/>
                  </a:moveTo>
                  <a:lnTo>
                    <a:pt x="800444" y="538224"/>
                  </a:lnTo>
                  <a:lnTo>
                    <a:pt x="780431" y="563294"/>
                  </a:lnTo>
                  <a:close/>
                  <a:moveTo>
                    <a:pt x="814662" y="393592"/>
                  </a:moveTo>
                  <a:lnTo>
                    <a:pt x="813461" y="398164"/>
                  </a:lnTo>
                  <a:lnTo>
                    <a:pt x="811357" y="447531"/>
                  </a:lnTo>
                  <a:close/>
                  <a:moveTo>
                    <a:pt x="814767" y="410776"/>
                  </a:moveTo>
                  <a:lnTo>
                    <a:pt x="814662" y="393592"/>
                  </a:lnTo>
                  <a:lnTo>
                    <a:pt x="811357" y="447531"/>
                  </a:lnTo>
                  <a:close/>
                  <a:moveTo>
                    <a:pt x="814567" y="391699"/>
                  </a:moveTo>
                  <a:lnTo>
                    <a:pt x="813461" y="398164"/>
                  </a:lnTo>
                  <a:lnTo>
                    <a:pt x="814662" y="393592"/>
                  </a:lnTo>
                  <a:close/>
                  <a:moveTo>
                    <a:pt x="1002135" y="322471"/>
                  </a:moveTo>
                  <a:lnTo>
                    <a:pt x="995159" y="308487"/>
                  </a:lnTo>
                  <a:lnTo>
                    <a:pt x="1011093" y="342042"/>
                  </a:lnTo>
                  <a:close/>
                  <a:moveTo>
                    <a:pt x="995159" y="308487"/>
                  </a:moveTo>
                  <a:lnTo>
                    <a:pt x="976738" y="278716"/>
                  </a:lnTo>
                  <a:lnTo>
                    <a:pt x="988584" y="305287"/>
                  </a:lnTo>
                  <a:close/>
                  <a:moveTo>
                    <a:pt x="976738" y="278716"/>
                  </a:moveTo>
                  <a:lnTo>
                    <a:pt x="977205" y="268532"/>
                  </a:lnTo>
                  <a:lnTo>
                    <a:pt x="988584" y="305287"/>
                  </a:lnTo>
                  <a:close/>
                  <a:moveTo>
                    <a:pt x="949928" y="228676"/>
                  </a:moveTo>
                  <a:lnTo>
                    <a:pt x="971915" y="255549"/>
                  </a:lnTo>
                  <a:lnTo>
                    <a:pt x="977205" y="268532"/>
                  </a:lnTo>
                  <a:close/>
                  <a:moveTo>
                    <a:pt x="911904" y="36032"/>
                  </a:moveTo>
                  <a:lnTo>
                    <a:pt x="889039" y="46750"/>
                  </a:lnTo>
                  <a:lnTo>
                    <a:pt x="941974" y="23883"/>
                  </a:lnTo>
                  <a:close/>
                  <a:moveTo>
                    <a:pt x="911904" y="36032"/>
                  </a:moveTo>
                  <a:lnTo>
                    <a:pt x="941974" y="23883"/>
                  </a:lnTo>
                  <a:lnTo>
                    <a:pt x="92799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40" name="Input_density__40">
              <a:extLst>
                <a:ext uri="{FF2B5EF4-FFF2-40B4-BE49-F238E27FC236}">
                  <a16:creationId xmlns:a16="http://schemas.microsoft.com/office/drawing/2014/main" id="{7D6F98D6-6B51-D59B-E0DC-D6C0A7E0DD68}"/>
                </a:ext>
              </a:extLst>
            </p:cNvPr>
            <p:cNvSpPr>
              <a:spLocks noGrp="1"/>
            </p:cNvSpPr>
            <p:nvPr/>
          </p:nvSpPr>
          <p:spPr>
            <a:xfrm>
              <a:off x="1176339" y="2357082"/>
              <a:ext cx="723615" cy="601004"/>
            </a:xfrm>
            <a:custGeom>
              <a:avLst/>
              <a:gdLst/>
              <a:ahLst/>
              <a:cxnLst/>
              <a:rect l="0" t="0" r="0" b="0"/>
              <a:pathLst>
                <a:path w="723615" h="601004">
                  <a:moveTo>
                    <a:pt x="22288" y="560316"/>
                  </a:moveTo>
                  <a:lnTo>
                    <a:pt x="7961" y="563729"/>
                  </a:lnTo>
                  <a:lnTo>
                    <a:pt x="0" y="596094"/>
                  </a:lnTo>
                  <a:close/>
                  <a:moveTo>
                    <a:pt x="22288" y="560316"/>
                  </a:moveTo>
                  <a:lnTo>
                    <a:pt x="0" y="596094"/>
                  </a:lnTo>
                  <a:lnTo>
                    <a:pt x="27281" y="601004"/>
                  </a:lnTo>
                  <a:close/>
                  <a:moveTo>
                    <a:pt x="250113" y="533448"/>
                  </a:moveTo>
                  <a:lnTo>
                    <a:pt x="274864" y="570202"/>
                  </a:lnTo>
                  <a:lnTo>
                    <a:pt x="245504" y="550631"/>
                  </a:lnTo>
                  <a:close/>
                  <a:moveTo>
                    <a:pt x="121779" y="423131"/>
                  </a:moveTo>
                  <a:lnTo>
                    <a:pt x="143005" y="403611"/>
                  </a:lnTo>
                  <a:lnTo>
                    <a:pt x="146272" y="424201"/>
                  </a:lnTo>
                  <a:close/>
                  <a:moveTo>
                    <a:pt x="215671" y="224612"/>
                  </a:moveTo>
                  <a:lnTo>
                    <a:pt x="196117" y="231778"/>
                  </a:lnTo>
                  <a:lnTo>
                    <a:pt x="196118" y="191663"/>
                  </a:lnTo>
                  <a:close/>
                  <a:moveTo>
                    <a:pt x="644631" y="554978"/>
                  </a:moveTo>
                  <a:lnTo>
                    <a:pt x="602997" y="523889"/>
                  </a:lnTo>
                  <a:lnTo>
                    <a:pt x="620137" y="559604"/>
                  </a:lnTo>
                  <a:close/>
                  <a:moveTo>
                    <a:pt x="669062" y="521745"/>
                  </a:moveTo>
                  <a:lnTo>
                    <a:pt x="664416" y="532742"/>
                  </a:lnTo>
                  <a:lnTo>
                    <a:pt x="644631" y="554978"/>
                  </a:lnTo>
                  <a:close/>
                  <a:moveTo>
                    <a:pt x="608312" y="356837"/>
                  </a:moveTo>
                  <a:lnTo>
                    <a:pt x="610818" y="339654"/>
                  </a:lnTo>
                  <a:lnTo>
                    <a:pt x="596302" y="393592"/>
                  </a:lnTo>
                  <a:close/>
                  <a:moveTo>
                    <a:pt x="423469" y="130185"/>
                  </a:moveTo>
                  <a:lnTo>
                    <a:pt x="441599" y="119124"/>
                  </a:lnTo>
                  <a:lnTo>
                    <a:pt x="412769" y="118549"/>
                  </a:lnTo>
                  <a:close/>
                  <a:moveTo>
                    <a:pt x="423469" y="130185"/>
                  </a:moveTo>
                  <a:lnTo>
                    <a:pt x="412769" y="118549"/>
                  </a:lnTo>
                  <a:lnTo>
                    <a:pt x="390602" y="131878"/>
                  </a:lnTo>
                  <a:close/>
                  <a:moveTo>
                    <a:pt x="723615" y="23883"/>
                  </a:moveTo>
                  <a:lnTo>
                    <a:pt x="722787" y="12081"/>
                  </a:lnTo>
                  <a:lnTo>
                    <a:pt x="70964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41" name="Input_density__41">
              <a:extLst>
                <a:ext uri="{FF2B5EF4-FFF2-40B4-BE49-F238E27FC236}">
                  <a16:creationId xmlns:a16="http://schemas.microsoft.com/office/drawing/2014/main" id="{72EC6898-F71B-F88C-8115-108C4A2DBF4F}"/>
                </a:ext>
              </a:extLst>
            </p:cNvPr>
            <p:cNvSpPr>
              <a:spLocks noGrp="1"/>
            </p:cNvSpPr>
            <p:nvPr/>
          </p:nvSpPr>
          <p:spPr>
            <a:xfrm>
              <a:off x="1543126" y="2470283"/>
              <a:ext cx="136923" cy="25844"/>
            </a:xfrm>
            <a:custGeom>
              <a:avLst/>
              <a:gdLst/>
              <a:ahLst/>
              <a:cxnLst/>
              <a:rect l="0" t="0" r="0" b="0"/>
              <a:pathLst>
                <a:path w="136923" h="25844">
                  <a:moveTo>
                    <a:pt x="23815" y="18678"/>
                  </a:moveTo>
                  <a:lnTo>
                    <a:pt x="0" y="25844"/>
                  </a:lnTo>
                  <a:lnTo>
                    <a:pt x="56682" y="16984"/>
                  </a:lnTo>
                  <a:close/>
                  <a:moveTo>
                    <a:pt x="78632" y="6593"/>
                  </a:moveTo>
                  <a:lnTo>
                    <a:pt x="74812" y="5923"/>
                  </a:lnTo>
                  <a:lnTo>
                    <a:pt x="56682" y="16984"/>
                  </a:lnTo>
                  <a:close/>
                  <a:moveTo>
                    <a:pt x="80601" y="5923"/>
                  </a:moveTo>
                  <a:lnTo>
                    <a:pt x="78632" y="6593"/>
                  </a:lnTo>
                  <a:lnTo>
                    <a:pt x="111562" y="1389"/>
                  </a:lnTo>
                  <a:close/>
                  <a:moveTo>
                    <a:pt x="111562" y="1389"/>
                  </a:moveTo>
                  <a:lnTo>
                    <a:pt x="78632" y="6593"/>
                  </a:lnTo>
                  <a:lnTo>
                    <a:pt x="56682" y="16984"/>
                  </a:lnTo>
                  <a:close/>
                  <a:moveTo>
                    <a:pt x="111562" y="1389"/>
                  </a:moveTo>
                  <a:lnTo>
                    <a:pt x="56682" y="16984"/>
                  </a:lnTo>
                  <a:lnTo>
                    <a:pt x="89228" y="14094"/>
                  </a:lnTo>
                  <a:close/>
                  <a:moveTo>
                    <a:pt x="74812" y="5923"/>
                  </a:moveTo>
                  <a:lnTo>
                    <a:pt x="78632" y="6593"/>
                  </a:lnTo>
                  <a:lnTo>
                    <a:pt x="79490" y="6053"/>
                  </a:lnTo>
                  <a:close/>
                  <a:moveTo>
                    <a:pt x="80601" y="5923"/>
                  </a:moveTo>
                  <a:lnTo>
                    <a:pt x="79490" y="6053"/>
                  </a:lnTo>
                  <a:lnTo>
                    <a:pt x="78632" y="6593"/>
                  </a:lnTo>
                  <a:close/>
                  <a:moveTo>
                    <a:pt x="136923" y="0"/>
                  </a:moveTo>
                  <a:lnTo>
                    <a:pt x="80601" y="5923"/>
                  </a:lnTo>
                  <a:lnTo>
                    <a:pt x="116386" y="2988"/>
                  </a:lnTo>
                  <a:close/>
                  <a:moveTo>
                    <a:pt x="116386" y="2988"/>
                  </a:moveTo>
                  <a:lnTo>
                    <a:pt x="80601" y="5923"/>
                  </a:lnTo>
                  <a:lnTo>
                    <a:pt x="111562" y="138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42" name="Input_density__42">
              <a:extLst>
                <a:ext uri="{FF2B5EF4-FFF2-40B4-BE49-F238E27FC236}">
                  <a16:creationId xmlns:a16="http://schemas.microsoft.com/office/drawing/2014/main" id="{88091518-273C-1B05-EA89-68918754B514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16780"/>
              <a:ext cx="1008373" cy="870885"/>
            </a:xfrm>
            <a:custGeom>
              <a:avLst/>
              <a:gdLst/>
              <a:ahLst/>
              <a:cxnLst/>
              <a:rect l="0" t="0" r="0" b="0"/>
              <a:pathLst>
                <a:path w="1008373" h="870885">
                  <a:moveTo>
                    <a:pt x="2554" y="512647"/>
                  </a:moveTo>
                  <a:lnTo>
                    <a:pt x="0" y="519884"/>
                  </a:lnTo>
                  <a:lnTo>
                    <a:pt x="12871" y="527488"/>
                  </a:lnTo>
                  <a:close/>
                  <a:moveTo>
                    <a:pt x="2516" y="488773"/>
                  </a:moveTo>
                  <a:lnTo>
                    <a:pt x="0" y="519884"/>
                  </a:lnTo>
                  <a:lnTo>
                    <a:pt x="2554" y="512647"/>
                  </a:lnTo>
                  <a:close/>
                  <a:moveTo>
                    <a:pt x="17397" y="495463"/>
                  </a:moveTo>
                  <a:lnTo>
                    <a:pt x="2554" y="512647"/>
                  </a:lnTo>
                  <a:lnTo>
                    <a:pt x="12871" y="527488"/>
                  </a:lnTo>
                  <a:close/>
                  <a:moveTo>
                    <a:pt x="2554" y="512647"/>
                  </a:moveTo>
                  <a:lnTo>
                    <a:pt x="1402" y="473997"/>
                  </a:lnTo>
                  <a:lnTo>
                    <a:pt x="2516" y="488773"/>
                  </a:lnTo>
                  <a:close/>
                  <a:moveTo>
                    <a:pt x="1753" y="475892"/>
                  </a:moveTo>
                  <a:lnTo>
                    <a:pt x="2516" y="488773"/>
                  </a:lnTo>
                  <a:lnTo>
                    <a:pt x="1402" y="473997"/>
                  </a:lnTo>
                  <a:close/>
                  <a:moveTo>
                    <a:pt x="355194" y="863013"/>
                  </a:moveTo>
                  <a:lnTo>
                    <a:pt x="341326" y="834733"/>
                  </a:lnTo>
                  <a:lnTo>
                    <a:pt x="351899" y="870885"/>
                  </a:lnTo>
                  <a:close/>
                  <a:moveTo>
                    <a:pt x="355194" y="863013"/>
                  </a:moveTo>
                  <a:lnTo>
                    <a:pt x="339106" y="826258"/>
                  </a:lnTo>
                  <a:lnTo>
                    <a:pt x="341326" y="834733"/>
                  </a:lnTo>
                  <a:close/>
                  <a:moveTo>
                    <a:pt x="339106" y="826258"/>
                  </a:moveTo>
                  <a:lnTo>
                    <a:pt x="355194" y="863013"/>
                  </a:lnTo>
                  <a:lnTo>
                    <a:pt x="380760" y="845830"/>
                  </a:lnTo>
                  <a:close/>
                  <a:moveTo>
                    <a:pt x="354779" y="809075"/>
                  </a:moveTo>
                  <a:lnTo>
                    <a:pt x="323022" y="777779"/>
                  </a:lnTo>
                  <a:lnTo>
                    <a:pt x="320119" y="789504"/>
                  </a:lnTo>
                  <a:close/>
                  <a:moveTo>
                    <a:pt x="354779" y="809075"/>
                  </a:moveTo>
                  <a:lnTo>
                    <a:pt x="320119" y="789504"/>
                  </a:lnTo>
                  <a:lnTo>
                    <a:pt x="339106" y="826258"/>
                  </a:lnTo>
                  <a:close/>
                  <a:moveTo>
                    <a:pt x="168727" y="515035"/>
                  </a:moveTo>
                  <a:lnTo>
                    <a:pt x="160832" y="559889"/>
                  </a:lnTo>
                  <a:lnTo>
                    <a:pt x="163933" y="526139"/>
                  </a:lnTo>
                  <a:close/>
                  <a:moveTo>
                    <a:pt x="101928" y="515098"/>
                  </a:moveTo>
                  <a:lnTo>
                    <a:pt x="140960" y="478280"/>
                  </a:lnTo>
                  <a:lnTo>
                    <a:pt x="104969" y="488722"/>
                  </a:lnTo>
                  <a:close/>
                  <a:moveTo>
                    <a:pt x="136789" y="520862"/>
                  </a:moveTo>
                  <a:lnTo>
                    <a:pt x="156841" y="499622"/>
                  </a:lnTo>
                  <a:lnTo>
                    <a:pt x="101928" y="515098"/>
                  </a:lnTo>
                  <a:close/>
                  <a:moveTo>
                    <a:pt x="422520" y="795812"/>
                  </a:moveTo>
                  <a:lnTo>
                    <a:pt x="396962" y="774512"/>
                  </a:lnTo>
                  <a:lnTo>
                    <a:pt x="383074" y="756046"/>
                  </a:lnTo>
                  <a:close/>
                  <a:moveTo>
                    <a:pt x="396962" y="774512"/>
                  </a:moveTo>
                  <a:lnTo>
                    <a:pt x="422520" y="795812"/>
                  </a:lnTo>
                  <a:lnTo>
                    <a:pt x="459796" y="788654"/>
                  </a:lnTo>
                  <a:close/>
                  <a:moveTo>
                    <a:pt x="207432" y="549092"/>
                  </a:moveTo>
                  <a:lnTo>
                    <a:pt x="207599" y="564823"/>
                  </a:lnTo>
                  <a:lnTo>
                    <a:pt x="241355" y="534607"/>
                  </a:lnTo>
                  <a:close/>
                  <a:moveTo>
                    <a:pt x="183400" y="541541"/>
                  </a:moveTo>
                  <a:lnTo>
                    <a:pt x="220531" y="516966"/>
                  </a:lnTo>
                  <a:lnTo>
                    <a:pt x="168727" y="515035"/>
                  </a:lnTo>
                  <a:close/>
                  <a:moveTo>
                    <a:pt x="168727" y="515035"/>
                  </a:moveTo>
                  <a:lnTo>
                    <a:pt x="220531" y="516966"/>
                  </a:lnTo>
                  <a:lnTo>
                    <a:pt x="201695" y="497852"/>
                  </a:lnTo>
                  <a:close/>
                  <a:moveTo>
                    <a:pt x="207432" y="549092"/>
                  </a:moveTo>
                  <a:lnTo>
                    <a:pt x="241355" y="534607"/>
                  </a:lnTo>
                  <a:lnTo>
                    <a:pt x="220531" y="516966"/>
                  </a:lnTo>
                  <a:close/>
                  <a:moveTo>
                    <a:pt x="201695" y="497852"/>
                  </a:moveTo>
                  <a:lnTo>
                    <a:pt x="177873" y="482051"/>
                  </a:lnTo>
                  <a:lnTo>
                    <a:pt x="156841" y="499622"/>
                  </a:lnTo>
                  <a:close/>
                  <a:moveTo>
                    <a:pt x="150587" y="461097"/>
                  </a:moveTo>
                  <a:lnTo>
                    <a:pt x="156841" y="499622"/>
                  </a:lnTo>
                  <a:lnTo>
                    <a:pt x="177873" y="482051"/>
                  </a:lnTo>
                  <a:close/>
                  <a:moveTo>
                    <a:pt x="312325" y="608117"/>
                  </a:moveTo>
                  <a:lnTo>
                    <a:pt x="357125" y="598153"/>
                  </a:lnTo>
                  <a:lnTo>
                    <a:pt x="311240" y="606958"/>
                  </a:lnTo>
                  <a:close/>
                  <a:moveTo>
                    <a:pt x="546763" y="672242"/>
                  </a:moveTo>
                  <a:lnTo>
                    <a:pt x="543262" y="684015"/>
                  </a:lnTo>
                  <a:lnTo>
                    <a:pt x="554033" y="630077"/>
                  </a:lnTo>
                  <a:close/>
                  <a:moveTo>
                    <a:pt x="554033" y="630077"/>
                  </a:moveTo>
                  <a:lnTo>
                    <a:pt x="543262" y="684015"/>
                  </a:lnTo>
                  <a:lnTo>
                    <a:pt x="551810" y="666832"/>
                  </a:lnTo>
                  <a:close/>
                  <a:moveTo>
                    <a:pt x="587591" y="590977"/>
                  </a:moveTo>
                  <a:lnTo>
                    <a:pt x="613932" y="606383"/>
                  </a:lnTo>
                  <a:lnTo>
                    <a:pt x="588731" y="576138"/>
                  </a:lnTo>
                  <a:close/>
                  <a:moveTo>
                    <a:pt x="556717" y="544241"/>
                  </a:moveTo>
                  <a:lnTo>
                    <a:pt x="588731" y="576138"/>
                  </a:lnTo>
                  <a:lnTo>
                    <a:pt x="564641" y="546671"/>
                  </a:lnTo>
                  <a:close/>
                  <a:moveTo>
                    <a:pt x="556717" y="544241"/>
                  </a:moveTo>
                  <a:lnTo>
                    <a:pt x="587591" y="590977"/>
                  </a:lnTo>
                  <a:lnTo>
                    <a:pt x="588731" y="576138"/>
                  </a:lnTo>
                  <a:close/>
                  <a:moveTo>
                    <a:pt x="544143" y="502628"/>
                  </a:moveTo>
                  <a:lnTo>
                    <a:pt x="547486" y="482530"/>
                  </a:lnTo>
                  <a:lnTo>
                    <a:pt x="496996" y="483057"/>
                  </a:lnTo>
                  <a:close/>
                  <a:moveTo>
                    <a:pt x="557801" y="539383"/>
                  </a:moveTo>
                  <a:lnTo>
                    <a:pt x="556717" y="544241"/>
                  </a:lnTo>
                  <a:lnTo>
                    <a:pt x="564641" y="546671"/>
                  </a:lnTo>
                  <a:close/>
                  <a:moveTo>
                    <a:pt x="588731" y="576138"/>
                  </a:moveTo>
                  <a:lnTo>
                    <a:pt x="622359" y="558955"/>
                  </a:lnTo>
                  <a:lnTo>
                    <a:pt x="564641" y="546671"/>
                  </a:lnTo>
                  <a:close/>
                  <a:moveTo>
                    <a:pt x="542832" y="485445"/>
                  </a:moveTo>
                  <a:lnTo>
                    <a:pt x="547486" y="482530"/>
                  </a:lnTo>
                  <a:lnTo>
                    <a:pt x="544143" y="502628"/>
                  </a:lnTo>
                  <a:close/>
                  <a:moveTo>
                    <a:pt x="630977" y="555705"/>
                  </a:moveTo>
                  <a:lnTo>
                    <a:pt x="666984" y="553520"/>
                  </a:lnTo>
                  <a:lnTo>
                    <a:pt x="659357" y="514974"/>
                  </a:lnTo>
                  <a:close/>
                  <a:moveTo>
                    <a:pt x="842734" y="561343"/>
                  </a:moveTo>
                  <a:lnTo>
                    <a:pt x="829922" y="574154"/>
                  </a:lnTo>
                  <a:lnTo>
                    <a:pt x="846442" y="564192"/>
                  </a:lnTo>
                  <a:close/>
                  <a:moveTo>
                    <a:pt x="842734" y="561343"/>
                  </a:moveTo>
                  <a:lnTo>
                    <a:pt x="846442" y="564192"/>
                  </a:lnTo>
                  <a:lnTo>
                    <a:pt x="850429" y="557482"/>
                  </a:lnTo>
                  <a:close/>
                  <a:moveTo>
                    <a:pt x="812441" y="524588"/>
                  </a:moveTo>
                  <a:lnTo>
                    <a:pt x="850429" y="557482"/>
                  </a:lnTo>
                  <a:lnTo>
                    <a:pt x="855205" y="508853"/>
                  </a:lnTo>
                  <a:close/>
                  <a:moveTo>
                    <a:pt x="846442" y="564192"/>
                  </a:moveTo>
                  <a:lnTo>
                    <a:pt x="874479" y="544160"/>
                  </a:lnTo>
                  <a:lnTo>
                    <a:pt x="850429" y="557482"/>
                  </a:lnTo>
                  <a:close/>
                  <a:moveTo>
                    <a:pt x="907861" y="573044"/>
                  </a:moveTo>
                  <a:lnTo>
                    <a:pt x="874479" y="544160"/>
                  </a:lnTo>
                  <a:lnTo>
                    <a:pt x="846442" y="564192"/>
                  </a:lnTo>
                  <a:close/>
                  <a:moveTo>
                    <a:pt x="814637" y="487833"/>
                  </a:moveTo>
                  <a:lnTo>
                    <a:pt x="812441" y="524588"/>
                  </a:lnTo>
                  <a:lnTo>
                    <a:pt x="855205" y="508853"/>
                  </a:lnTo>
                  <a:close/>
                  <a:moveTo>
                    <a:pt x="761890" y="451078"/>
                  </a:moveTo>
                  <a:lnTo>
                    <a:pt x="789676" y="476529"/>
                  </a:lnTo>
                  <a:lnTo>
                    <a:pt x="801334" y="436066"/>
                  </a:lnTo>
                  <a:close/>
                  <a:moveTo>
                    <a:pt x="761021" y="397140"/>
                  </a:moveTo>
                  <a:lnTo>
                    <a:pt x="761890" y="451078"/>
                  </a:lnTo>
                  <a:lnTo>
                    <a:pt x="802650" y="428830"/>
                  </a:lnTo>
                  <a:close/>
                  <a:moveTo>
                    <a:pt x="755020" y="414323"/>
                  </a:moveTo>
                  <a:lnTo>
                    <a:pt x="761890" y="451078"/>
                  </a:lnTo>
                  <a:lnTo>
                    <a:pt x="761021" y="397140"/>
                  </a:lnTo>
                  <a:close/>
                  <a:moveTo>
                    <a:pt x="538584" y="139855"/>
                  </a:moveTo>
                  <a:lnTo>
                    <a:pt x="546769" y="149605"/>
                  </a:lnTo>
                  <a:lnTo>
                    <a:pt x="563988" y="159395"/>
                  </a:lnTo>
                  <a:close/>
                  <a:moveTo>
                    <a:pt x="761021" y="397140"/>
                  </a:moveTo>
                  <a:lnTo>
                    <a:pt x="802650" y="428830"/>
                  </a:lnTo>
                  <a:lnTo>
                    <a:pt x="802083" y="379956"/>
                  </a:lnTo>
                  <a:close/>
                  <a:moveTo>
                    <a:pt x="777097" y="360385"/>
                  </a:moveTo>
                  <a:lnTo>
                    <a:pt x="761021" y="397140"/>
                  </a:lnTo>
                  <a:lnTo>
                    <a:pt x="802083" y="379956"/>
                  </a:lnTo>
                  <a:close/>
                  <a:moveTo>
                    <a:pt x="553880" y="121602"/>
                  </a:moveTo>
                  <a:lnTo>
                    <a:pt x="569067" y="131477"/>
                  </a:lnTo>
                  <a:lnTo>
                    <a:pt x="586942" y="120637"/>
                  </a:lnTo>
                  <a:close/>
                  <a:moveTo>
                    <a:pt x="602729" y="85917"/>
                  </a:moveTo>
                  <a:lnTo>
                    <a:pt x="569067" y="131477"/>
                  </a:lnTo>
                  <a:lnTo>
                    <a:pt x="586945" y="122672"/>
                  </a:lnTo>
                  <a:close/>
                  <a:moveTo>
                    <a:pt x="867786" y="490222"/>
                  </a:moveTo>
                  <a:lnTo>
                    <a:pt x="856771" y="462832"/>
                  </a:lnTo>
                  <a:lnTo>
                    <a:pt x="859601" y="505278"/>
                  </a:lnTo>
                  <a:close/>
                  <a:moveTo>
                    <a:pt x="938230" y="369597"/>
                  </a:moveTo>
                  <a:lnTo>
                    <a:pt x="998208" y="373059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38230" y="369597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27708" y="362773"/>
                  </a:lnTo>
                  <a:lnTo>
                    <a:pt x="938230" y="369597"/>
                  </a:lnTo>
                  <a:close/>
                  <a:moveTo>
                    <a:pt x="914866" y="326018"/>
                  </a:moveTo>
                  <a:lnTo>
                    <a:pt x="956842" y="345590"/>
                  </a:lnTo>
                  <a:lnTo>
                    <a:pt x="926310" y="308835"/>
                  </a:lnTo>
                  <a:close/>
                  <a:moveTo>
                    <a:pt x="926310" y="308835"/>
                  </a:moveTo>
                  <a:lnTo>
                    <a:pt x="958692" y="344655"/>
                  </a:lnTo>
                  <a:lnTo>
                    <a:pt x="962205" y="297051"/>
                  </a:lnTo>
                  <a:close/>
                  <a:moveTo>
                    <a:pt x="926310" y="308835"/>
                  </a:moveTo>
                  <a:lnTo>
                    <a:pt x="956842" y="345590"/>
                  </a:lnTo>
                  <a:lnTo>
                    <a:pt x="958692" y="344655"/>
                  </a:lnTo>
                  <a:close/>
                  <a:moveTo>
                    <a:pt x="1008373" y="331353"/>
                  </a:moveTo>
                  <a:lnTo>
                    <a:pt x="958078" y="347597"/>
                  </a:lnTo>
                  <a:lnTo>
                    <a:pt x="998208" y="373059"/>
                  </a:lnTo>
                  <a:close/>
                  <a:moveTo>
                    <a:pt x="958692" y="344655"/>
                  </a:moveTo>
                  <a:lnTo>
                    <a:pt x="1008373" y="331353"/>
                  </a:lnTo>
                  <a:lnTo>
                    <a:pt x="997001" y="295851"/>
                  </a:lnTo>
                  <a:close/>
                  <a:moveTo>
                    <a:pt x="958692" y="344655"/>
                  </a:moveTo>
                  <a:lnTo>
                    <a:pt x="997001" y="295851"/>
                  </a:lnTo>
                  <a:lnTo>
                    <a:pt x="962205" y="297051"/>
                  </a:lnTo>
                  <a:close/>
                  <a:moveTo>
                    <a:pt x="922916" y="257157"/>
                  </a:moveTo>
                  <a:lnTo>
                    <a:pt x="910491" y="294254"/>
                  </a:lnTo>
                  <a:lnTo>
                    <a:pt x="962205" y="297051"/>
                  </a:lnTo>
                  <a:close/>
                  <a:moveTo>
                    <a:pt x="956097" y="257270"/>
                  </a:moveTo>
                  <a:lnTo>
                    <a:pt x="922916" y="257157"/>
                  </a:lnTo>
                  <a:lnTo>
                    <a:pt x="962205" y="297051"/>
                  </a:lnTo>
                  <a:close/>
                  <a:moveTo>
                    <a:pt x="862463" y="235325"/>
                  </a:moveTo>
                  <a:lnTo>
                    <a:pt x="889957" y="218141"/>
                  </a:lnTo>
                  <a:lnTo>
                    <a:pt x="860365" y="231417"/>
                  </a:lnTo>
                  <a:close/>
                  <a:moveTo>
                    <a:pt x="854010" y="181386"/>
                  </a:moveTo>
                  <a:lnTo>
                    <a:pt x="841016" y="198570"/>
                  </a:lnTo>
                  <a:lnTo>
                    <a:pt x="860365" y="231417"/>
                  </a:lnTo>
                  <a:close/>
                  <a:moveTo>
                    <a:pt x="948573" y="36755"/>
                  </a:moveTo>
                  <a:lnTo>
                    <a:pt x="936990" y="76335"/>
                  </a:lnTo>
                  <a:lnTo>
                    <a:pt x="953085" y="40303"/>
                  </a:lnTo>
                  <a:close/>
                  <a:moveTo>
                    <a:pt x="948573" y="36755"/>
                  </a:moveTo>
                  <a:lnTo>
                    <a:pt x="951225" y="33349"/>
                  </a:lnTo>
                  <a:lnTo>
                    <a:pt x="913710" y="53938"/>
                  </a:lnTo>
                  <a:close/>
                  <a:moveTo>
                    <a:pt x="913710" y="53938"/>
                  </a:moveTo>
                  <a:lnTo>
                    <a:pt x="951225" y="33349"/>
                  </a:lnTo>
                  <a:lnTo>
                    <a:pt x="891572" y="14157"/>
                  </a:lnTo>
                  <a:close/>
                  <a:moveTo>
                    <a:pt x="913710" y="53938"/>
                  </a:moveTo>
                  <a:lnTo>
                    <a:pt x="891572" y="14157"/>
                  </a:lnTo>
                  <a:lnTo>
                    <a:pt x="889897" y="24840"/>
                  </a:lnTo>
                  <a:close/>
                  <a:moveTo>
                    <a:pt x="951225" y="33349"/>
                  </a:moveTo>
                  <a:lnTo>
                    <a:pt x="955486" y="36755"/>
                  </a:lnTo>
                  <a:lnTo>
                    <a:pt x="924365" y="14585"/>
                  </a:lnTo>
                  <a:close/>
                  <a:moveTo>
                    <a:pt x="887224" y="14844"/>
                  </a:moveTo>
                  <a:lnTo>
                    <a:pt x="881525" y="0"/>
                  </a:lnTo>
                  <a:lnTo>
                    <a:pt x="891572" y="14157"/>
                  </a:lnTo>
                  <a:close/>
                  <a:moveTo>
                    <a:pt x="948573" y="36755"/>
                  </a:moveTo>
                  <a:lnTo>
                    <a:pt x="953085" y="40303"/>
                  </a:lnTo>
                  <a:lnTo>
                    <a:pt x="955480" y="34036"/>
                  </a:lnTo>
                  <a:close/>
                  <a:moveTo>
                    <a:pt x="951225" y="33349"/>
                  </a:moveTo>
                  <a:lnTo>
                    <a:pt x="948573" y="36755"/>
                  </a:lnTo>
                  <a:lnTo>
                    <a:pt x="955480" y="34036"/>
                  </a:lnTo>
                  <a:close/>
                  <a:moveTo>
                    <a:pt x="955480" y="34036"/>
                  </a:moveTo>
                  <a:lnTo>
                    <a:pt x="953085" y="40303"/>
                  </a:lnTo>
                  <a:lnTo>
                    <a:pt x="955486" y="36755"/>
                  </a:lnTo>
                  <a:close/>
                  <a:moveTo>
                    <a:pt x="955480" y="34036"/>
                  </a:moveTo>
                  <a:lnTo>
                    <a:pt x="955486" y="36755"/>
                  </a:lnTo>
                  <a:lnTo>
                    <a:pt x="951225" y="3334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43" name="Input_density__43">
              <a:extLst>
                <a:ext uri="{FF2B5EF4-FFF2-40B4-BE49-F238E27FC236}">
                  <a16:creationId xmlns:a16="http://schemas.microsoft.com/office/drawing/2014/main" id="{349147D3-65A2-F2E0-92D8-E021A1F77060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53534"/>
              <a:ext cx="1013670" cy="860475"/>
            </a:xfrm>
            <a:custGeom>
              <a:avLst/>
              <a:gdLst/>
              <a:ahLst/>
              <a:cxnLst/>
              <a:rect l="0" t="0" r="0" b="0"/>
              <a:pathLst>
                <a:path w="1013670" h="860475">
                  <a:moveTo>
                    <a:pt x="47724" y="496468"/>
                  </a:moveTo>
                  <a:lnTo>
                    <a:pt x="12871" y="490734"/>
                  </a:lnTo>
                  <a:lnTo>
                    <a:pt x="0" y="483129"/>
                  </a:lnTo>
                  <a:close/>
                  <a:moveTo>
                    <a:pt x="365576" y="841196"/>
                  </a:moveTo>
                  <a:lnTo>
                    <a:pt x="351899" y="834130"/>
                  </a:lnTo>
                  <a:lnTo>
                    <a:pt x="376776" y="854703"/>
                  </a:lnTo>
                  <a:close/>
                  <a:moveTo>
                    <a:pt x="293695" y="697023"/>
                  </a:moveTo>
                  <a:lnTo>
                    <a:pt x="284634" y="727485"/>
                  </a:lnTo>
                  <a:lnTo>
                    <a:pt x="289455" y="715994"/>
                  </a:lnTo>
                  <a:close/>
                  <a:moveTo>
                    <a:pt x="47724" y="496468"/>
                  </a:moveTo>
                  <a:lnTo>
                    <a:pt x="88118" y="510414"/>
                  </a:lnTo>
                  <a:lnTo>
                    <a:pt x="101928" y="478344"/>
                  </a:lnTo>
                  <a:close/>
                  <a:moveTo>
                    <a:pt x="12871" y="490734"/>
                  </a:moveTo>
                  <a:lnTo>
                    <a:pt x="47724" y="496468"/>
                  </a:lnTo>
                  <a:lnTo>
                    <a:pt x="69482" y="481611"/>
                  </a:lnTo>
                  <a:close/>
                  <a:moveTo>
                    <a:pt x="33847" y="472950"/>
                  </a:moveTo>
                  <a:lnTo>
                    <a:pt x="12871" y="490734"/>
                  </a:lnTo>
                  <a:lnTo>
                    <a:pt x="69482" y="481611"/>
                  </a:lnTo>
                  <a:close/>
                  <a:moveTo>
                    <a:pt x="339106" y="789504"/>
                  </a:moveTo>
                  <a:lnTo>
                    <a:pt x="320119" y="752749"/>
                  </a:lnTo>
                  <a:lnTo>
                    <a:pt x="322905" y="768207"/>
                  </a:lnTo>
                  <a:close/>
                  <a:moveTo>
                    <a:pt x="284634" y="727485"/>
                  </a:moveTo>
                  <a:lnTo>
                    <a:pt x="320119" y="752749"/>
                  </a:lnTo>
                  <a:lnTo>
                    <a:pt x="302741" y="730844"/>
                  </a:lnTo>
                  <a:close/>
                  <a:moveTo>
                    <a:pt x="289455" y="715994"/>
                  </a:moveTo>
                  <a:lnTo>
                    <a:pt x="284634" y="727485"/>
                  </a:lnTo>
                  <a:lnTo>
                    <a:pt x="302741" y="730844"/>
                  </a:lnTo>
                  <a:close/>
                  <a:moveTo>
                    <a:pt x="365576" y="841196"/>
                  </a:moveTo>
                  <a:lnTo>
                    <a:pt x="404052" y="860475"/>
                  </a:lnTo>
                  <a:lnTo>
                    <a:pt x="421410" y="829166"/>
                  </a:lnTo>
                  <a:close/>
                  <a:moveTo>
                    <a:pt x="302741" y="730844"/>
                  </a:moveTo>
                  <a:lnTo>
                    <a:pt x="320119" y="752749"/>
                  </a:lnTo>
                  <a:lnTo>
                    <a:pt x="323022" y="741024"/>
                  </a:lnTo>
                  <a:close/>
                  <a:moveTo>
                    <a:pt x="289455" y="715994"/>
                  </a:moveTo>
                  <a:lnTo>
                    <a:pt x="323022" y="741024"/>
                  </a:lnTo>
                  <a:lnTo>
                    <a:pt x="285049" y="700060"/>
                  </a:lnTo>
                  <a:close/>
                  <a:moveTo>
                    <a:pt x="302741" y="730844"/>
                  </a:moveTo>
                  <a:lnTo>
                    <a:pt x="323022" y="741024"/>
                  </a:lnTo>
                  <a:lnTo>
                    <a:pt x="289455" y="715994"/>
                  </a:lnTo>
                  <a:close/>
                  <a:moveTo>
                    <a:pt x="242166" y="628938"/>
                  </a:moveTo>
                  <a:lnTo>
                    <a:pt x="243445" y="599642"/>
                  </a:lnTo>
                  <a:lnTo>
                    <a:pt x="211140" y="605729"/>
                  </a:lnTo>
                  <a:close/>
                  <a:moveTo>
                    <a:pt x="205193" y="568974"/>
                  </a:moveTo>
                  <a:lnTo>
                    <a:pt x="211140" y="605729"/>
                  </a:lnTo>
                  <a:lnTo>
                    <a:pt x="220677" y="551790"/>
                  </a:lnTo>
                  <a:close/>
                  <a:moveTo>
                    <a:pt x="207599" y="528068"/>
                  </a:moveTo>
                  <a:lnTo>
                    <a:pt x="199830" y="518518"/>
                  </a:lnTo>
                  <a:lnTo>
                    <a:pt x="220677" y="551790"/>
                  </a:lnTo>
                  <a:close/>
                  <a:moveTo>
                    <a:pt x="220677" y="551790"/>
                  </a:moveTo>
                  <a:lnTo>
                    <a:pt x="199830" y="518518"/>
                  </a:lnTo>
                  <a:lnTo>
                    <a:pt x="194205" y="532219"/>
                  </a:lnTo>
                  <a:close/>
                  <a:moveTo>
                    <a:pt x="168727" y="478280"/>
                  </a:moveTo>
                  <a:lnTo>
                    <a:pt x="174762" y="501504"/>
                  </a:lnTo>
                  <a:lnTo>
                    <a:pt x="160832" y="523134"/>
                  </a:lnTo>
                  <a:close/>
                  <a:moveTo>
                    <a:pt x="160832" y="523134"/>
                  </a:moveTo>
                  <a:lnTo>
                    <a:pt x="174762" y="501504"/>
                  </a:lnTo>
                  <a:lnTo>
                    <a:pt x="199830" y="518518"/>
                  </a:lnTo>
                  <a:close/>
                  <a:moveTo>
                    <a:pt x="104969" y="451967"/>
                  </a:moveTo>
                  <a:lnTo>
                    <a:pt x="69482" y="481611"/>
                  </a:lnTo>
                  <a:lnTo>
                    <a:pt x="101928" y="478344"/>
                  </a:lnTo>
                  <a:close/>
                  <a:moveTo>
                    <a:pt x="140960" y="441526"/>
                  </a:moveTo>
                  <a:lnTo>
                    <a:pt x="124099" y="404771"/>
                  </a:lnTo>
                  <a:lnTo>
                    <a:pt x="104969" y="451967"/>
                  </a:lnTo>
                  <a:close/>
                  <a:moveTo>
                    <a:pt x="124099" y="404771"/>
                  </a:moveTo>
                  <a:lnTo>
                    <a:pt x="105908" y="406457"/>
                  </a:lnTo>
                  <a:lnTo>
                    <a:pt x="104969" y="451967"/>
                  </a:lnTo>
                  <a:close/>
                  <a:moveTo>
                    <a:pt x="77688" y="387712"/>
                  </a:moveTo>
                  <a:lnTo>
                    <a:pt x="100616" y="404771"/>
                  </a:lnTo>
                  <a:lnTo>
                    <a:pt x="105908" y="406457"/>
                  </a:lnTo>
                  <a:close/>
                  <a:moveTo>
                    <a:pt x="69173" y="384246"/>
                  </a:moveTo>
                  <a:lnTo>
                    <a:pt x="100616" y="404771"/>
                  </a:lnTo>
                  <a:lnTo>
                    <a:pt x="77688" y="387712"/>
                  </a:lnTo>
                  <a:close/>
                  <a:moveTo>
                    <a:pt x="383074" y="719291"/>
                  </a:moveTo>
                  <a:lnTo>
                    <a:pt x="396962" y="737758"/>
                  </a:lnTo>
                  <a:lnTo>
                    <a:pt x="394445" y="735565"/>
                  </a:lnTo>
                  <a:close/>
                  <a:moveTo>
                    <a:pt x="367306" y="687363"/>
                  </a:moveTo>
                  <a:lnTo>
                    <a:pt x="383074" y="719291"/>
                  </a:lnTo>
                  <a:lnTo>
                    <a:pt x="394445" y="735565"/>
                  </a:lnTo>
                  <a:close/>
                  <a:moveTo>
                    <a:pt x="312325" y="571362"/>
                  </a:moveTo>
                  <a:lnTo>
                    <a:pt x="330336" y="613233"/>
                  </a:lnTo>
                  <a:lnTo>
                    <a:pt x="350154" y="591120"/>
                  </a:lnTo>
                  <a:close/>
                  <a:moveTo>
                    <a:pt x="183400" y="504786"/>
                  </a:moveTo>
                  <a:lnTo>
                    <a:pt x="207599" y="528068"/>
                  </a:lnTo>
                  <a:lnTo>
                    <a:pt x="207432" y="512338"/>
                  </a:lnTo>
                  <a:close/>
                  <a:moveTo>
                    <a:pt x="241355" y="497852"/>
                  </a:moveTo>
                  <a:lnTo>
                    <a:pt x="207599" y="528068"/>
                  </a:lnTo>
                  <a:lnTo>
                    <a:pt x="220677" y="551790"/>
                  </a:lnTo>
                  <a:close/>
                  <a:moveTo>
                    <a:pt x="207432" y="512338"/>
                  </a:moveTo>
                  <a:lnTo>
                    <a:pt x="220531" y="480211"/>
                  </a:lnTo>
                  <a:lnTo>
                    <a:pt x="183400" y="504786"/>
                  </a:lnTo>
                  <a:close/>
                  <a:moveTo>
                    <a:pt x="150587" y="424342"/>
                  </a:moveTo>
                  <a:lnTo>
                    <a:pt x="124099" y="404771"/>
                  </a:lnTo>
                  <a:lnTo>
                    <a:pt x="140960" y="441526"/>
                  </a:lnTo>
                  <a:close/>
                  <a:moveTo>
                    <a:pt x="130143" y="391416"/>
                  </a:moveTo>
                  <a:lnTo>
                    <a:pt x="100616" y="404771"/>
                  </a:lnTo>
                  <a:lnTo>
                    <a:pt x="120089" y="394928"/>
                  </a:lnTo>
                  <a:close/>
                  <a:moveTo>
                    <a:pt x="120089" y="394928"/>
                  </a:moveTo>
                  <a:lnTo>
                    <a:pt x="100616" y="404771"/>
                  </a:lnTo>
                  <a:lnTo>
                    <a:pt x="104202" y="363097"/>
                  </a:lnTo>
                  <a:close/>
                  <a:moveTo>
                    <a:pt x="312325" y="571362"/>
                  </a:moveTo>
                  <a:lnTo>
                    <a:pt x="350154" y="591120"/>
                  </a:lnTo>
                  <a:lnTo>
                    <a:pt x="357125" y="561398"/>
                  </a:lnTo>
                  <a:close/>
                  <a:moveTo>
                    <a:pt x="311240" y="570203"/>
                  </a:moveTo>
                  <a:lnTo>
                    <a:pt x="357125" y="561398"/>
                  </a:lnTo>
                  <a:lnTo>
                    <a:pt x="357809" y="523532"/>
                  </a:lnTo>
                  <a:close/>
                  <a:moveTo>
                    <a:pt x="247009" y="407159"/>
                  </a:moveTo>
                  <a:lnTo>
                    <a:pt x="235599" y="440339"/>
                  </a:lnTo>
                  <a:lnTo>
                    <a:pt x="251916" y="413767"/>
                  </a:lnTo>
                  <a:close/>
                  <a:moveTo>
                    <a:pt x="239801" y="443914"/>
                  </a:moveTo>
                  <a:lnTo>
                    <a:pt x="263894" y="421554"/>
                  </a:lnTo>
                  <a:lnTo>
                    <a:pt x="251916" y="413767"/>
                  </a:lnTo>
                  <a:close/>
                  <a:moveTo>
                    <a:pt x="308508" y="367572"/>
                  </a:moveTo>
                  <a:lnTo>
                    <a:pt x="340140" y="396219"/>
                  </a:lnTo>
                  <a:lnTo>
                    <a:pt x="346688" y="385744"/>
                  </a:lnTo>
                  <a:close/>
                  <a:moveTo>
                    <a:pt x="284128" y="370404"/>
                  </a:moveTo>
                  <a:lnTo>
                    <a:pt x="340140" y="396219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84024" y="370005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67803" y="316465"/>
                  </a:lnTo>
                  <a:lnTo>
                    <a:pt x="275531" y="332162"/>
                  </a:lnTo>
                  <a:close/>
                  <a:moveTo>
                    <a:pt x="513711" y="604856"/>
                  </a:moveTo>
                  <a:lnTo>
                    <a:pt x="512252" y="631031"/>
                  </a:lnTo>
                  <a:lnTo>
                    <a:pt x="530253" y="610505"/>
                  </a:lnTo>
                  <a:close/>
                  <a:moveTo>
                    <a:pt x="509391" y="563621"/>
                  </a:moveTo>
                  <a:lnTo>
                    <a:pt x="530253" y="610505"/>
                  </a:lnTo>
                  <a:lnTo>
                    <a:pt x="518309" y="573750"/>
                  </a:lnTo>
                  <a:close/>
                  <a:moveTo>
                    <a:pt x="513711" y="604856"/>
                  </a:moveTo>
                  <a:lnTo>
                    <a:pt x="530253" y="610505"/>
                  </a:lnTo>
                  <a:lnTo>
                    <a:pt x="509391" y="563621"/>
                  </a:lnTo>
                  <a:close/>
                  <a:moveTo>
                    <a:pt x="513711" y="604856"/>
                  </a:moveTo>
                  <a:lnTo>
                    <a:pt x="509391" y="563621"/>
                  </a:lnTo>
                  <a:lnTo>
                    <a:pt x="508004" y="593322"/>
                  </a:lnTo>
                  <a:close/>
                  <a:moveTo>
                    <a:pt x="473776" y="520739"/>
                  </a:moveTo>
                  <a:lnTo>
                    <a:pt x="509391" y="563621"/>
                  </a:lnTo>
                  <a:lnTo>
                    <a:pt x="490366" y="534341"/>
                  </a:lnTo>
                  <a:close/>
                  <a:moveTo>
                    <a:pt x="473776" y="520739"/>
                  </a:moveTo>
                  <a:lnTo>
                    <a:pt x="490366" y="534341"/>
                  </a:lnTo>
                  <a:lnTo>
                    <a:pt x="485010" y="529178"/>
                  </a:lnTo>
                  <a:close/>
                  <a:moveTo>
                    <a:pt x="391670" y="429350"/>
                  </a:moveTo>
                  <a:lnTo>
                    <a:pt x="436492" y="461557"/>
                  </a:lnTo>
                  <a:lnTo>
                    <a:pt x="454246" y="442526"/>
                  </a:lnTo>
                  <a:close/>
                  <a:moveTo>
                    <a:pt x="391670" y="429350"/>
                  </a:moveTo>
                  <a:lnTo>
                    <a:pt x="454246" y="442526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91670" y="429350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89871" y="426730"/>
                  </a:lnTo>
                  <a:lnTo>
                    <a:pt x="391670" y="429350"/>
                  </a:lnTo>
                  <a:close/>
                  <a:moveTo>
                    <a:pt x="368009" y="389975"/>
                  </a:moveTo>
                  <a:lnTo>
                    <a:pt x="389871" y="426730"/>
                  </a:lnTo>
                  <a:lnTo>
                    <a:pt x="388693" y="409547"/>
                  </a:lnTo>
                  <a:close/>
                  <a:moveTo>
                    <a:pt x="368009" y="389975"/>
                  </a:moveTo>
                  <a:lnTo>
                    <a:pt x="388693" y="409547"/>
                  </a:lnTo>
                  <a:lnTo>
                    <a:pt x="372468" y="372792"/>
                  </a:lnTo>
                  <a:close/>
                  <a:moveTo>
                    <a:pt x="368009" y="389975"/>
                  </a:moveTo>
                  <a:lnTo>
                    <a:pt x="372468" y="372792"/>
                  </a:lnTo>
                  <a:lnTo>
                    <a:pt x="346688" y="385744"/>
                  </a:lnTo>
                  <a:close/>
                  <a:moveTo>
                    <a:pt x="372468" y="372792"/>
                  </a:moveTo>
                  <a:lnTo>
                    <a:pt x="364991" y="357967"/>
                  </a:lnTo>
                  <a:lnTo>
                    <a:pt x="346688" y="385744"/>
                  </a:lnTo>
                  <a:close/>
                  <a:moveTo>
                    <a:pt x="312100" y="336037"/>
                  </a:moveTo>
                  <a:lnTo>
                    <a:pt x="275646" y="353220"/>
                  </a:lnTo>
                  <a:lnTo>
                    <a:pt x="308508" y="367572"/>
                  </a:lnTo>
                  <a:close/>
                  <a:moveTo>
                    <a:pt x="312100" y="336037"/>
                  </a:moveTo>
                  <a:lnTo>
                    <a:pt x="267803" y="316465"/>
                  </a:lnTo>
                  <a:lnTo>
                    <a:pt x="275646" y="353220"/>
                  </a:lnTo>
                  <a:close/>
                  <a:moveTo>
                    <a:pt x="308508" y="367572"/>
                  </a:moveTo>
                  <a:lnTo>
                    <a:pt x="346688" y="385744"/>
                  </a:lnTo>
                  <a:lnTo>
                    <a:pt x="364991" y="357967"/>
                  </a:lnTo>
                  <a:close/>
                  <a:moveTo>
                    <a:pt x="619972" y="592209"/>
                  </a:moveTo>
                  <a:lnTo>
                    <a:pt x="623337" y="593322"/>
                  </a:lnTo>
                  <a:lnTo>
                    <a:pt x="607471" y="582807"/>
                  </a:lnTo>
                  <a:close/>
                  <a:moveTo>
                    <a:pt x="619972" y="592209"/>
                  </a:moveTo>
                  <a:lnTo>
                    <a:pt x="622900" y="576139"/>
                  </a:lnTo>
                  <a:lnTo>
                    <a:pt x="629213" y="592220"/>
                  </a:lnTo>
                  <a:close/>
                  <a:moveTo>
                    <a:pt x="613932" y="569629"/>
                  </a:moveTo>
                  <a:lnTo>
                    <a:pt x="629213" y="592220"/>
                  </a:lnTo>
                  <a:lnTo>
                    <a:pt x="622900" y="576139"/>
                  </a:lnTo>
                  <a:close/>
                  <a:moveTo>
                    <a:pt x="587591" y="554222"/>
                  </a:moveTo>
                  <a:lnTo>
                    <a:pt x="629213" y="592220"/>
                  </a:lnTo>
                  <a:lnTo>
                    <a:pt x="613932" y="569629"/>
                  </a:lnTo>
                  <a:close/>
                  <a:moveTo>
                    <a:pt x="607471" y="582807"/>
                  </a:moveTo>
                  <a:lnTo>
                    <a:pt x="623337" y="593322"/>
                  </a:lnTo>
                  <a:lnTo>
                    <a:pt x="587830" y="568245"/>
                  </a:lnTo>
                  <a:close/>
                  <a:moveTo>
                    <a:pt x="557801" y="502629"/>
                  </a:moveTo>
                  <a:lnTo>
                    <a:pt x="532750" y="486888"/>
                  </a:lnTo>
                  <a:lnTo>
                    <a:pt x="556717" y="507486"/>
                  </a:lnTo>
                  <a:close/>
                  <a:moveTo>
                    <a:pt x="530019" y="483057"/>
                  </a:moveTo>
                  <a:lnTo>
                    <a:pt x="532750" y="486888"/>
                  </a:lnTo>
                  <a:lnTo>
                    <a:pt x="557801" y="502629"/>
                  </a:lnTo>
                  <a:close/>
                  <a:moveTo>
                    <a:pt x="544143" y="465874"/>
                  </a:moveTo>
                  <a:lnTo>
                    <a:pt x="530019" y="483057"/>
                  </a:lnTo>
                  <a:lnTo>
                    <a:pt x="557801" y="502629"/>
                  </a:lnTo>
                  <a:close/>
                  <a:moveTo>
                    <a:pt x="454246" y="442526"/>
                  </a:moveTo>
                  <a:lnTo>
                    <a:pt x="485750" y="435735"/>
                  </a:lnTo>
                  <a:lnTo>
                    <a:pt x="467258" y="394966"/>
                  </a:lnTo>
                  <a:close/>
                  <a:moveTo>
                    <a:pt x="364991" y="357967"/>
                  </a:moveTo>
                  <a:lnTo>
                    <a:pt x="372468" y="372792"/>
                  </a:lnTo>
                  <a:lnTo>
                    <a:pt x="370522" y="371519"/>
                  </a:lnTo>
                  <a:close/>
                  <a:moveTo>
                    <a:pt x="402249" y="283319"/>
                  </a:moveTo>
                  <a:lnTo>
                    <a:pt x="372996" y="263324"/>
                  </a:lnTo>
                  <a:lnTo>
                    <a:pt x="399125" y="282099"/>
                  </a:lnTo>
                  <a:close/>
                  <a:moveTo>
                    <a:pt x="405076" y="287055"/>
                  </a:moveTo>
                  <a:lnTo>
                    <a:pt x="402249" y="283319"/>
                  </a:lnTo>
                  <a:lnTo>
                    <a:pt x="399125" y="282099"/>
                  </a:lnTo>
                  <a:close/>
                  <a:moveTo>
                    <a:pt x="666984" y="516766"/>
                  </a:moveTo>
                  <a:lnTo>
                    <a:pt x="712469" y="506875"/>
                  </a:lnTo>
                  <a:lnTo>
                    <a:pt x="659357" y="478219"/>
                  </a:lnTo>
                  <a:close/>
                  <a:moveTo>
                    <a:pt x="712469" y="506875"/>
                  </a:moveTo>
                  <a:lnTo>
                    <a:pt x="718242" y="522200"/>
                  </a:lnTo>
                  <a:lnTo>
                    <a:pt x="688850" y="504375"/>
                  </a:lnTo>
                  <a:close/>
                  <a:moveTo>
                    <a:pt x="812441" y="487833"/>
                  </a:moveTo>
                  <a:lnTo>
                    <a:pt x="842734" y="524589"/>
                  </a:lnTo>
                  <a:lnTo>
                    <a:pt x="850429" y="520727"/>
                  </a:lnTo>
                  <a:close/>
                  <a:moveTo>
                    <a:pt x="888076" y="558526"/>
                  </a:moveTo>
                  <a:lnTo>
                    <a:pt x="907861" y="536290"/>
                  </a:lnTo>
                  <a:lnTo>
                    <a:pt x="846442" y="527437"/>
                  </a:lnTo>
                  <a:close/>
                  <a:moveTo>
                    <a:pt x="801334" y="399311"/>
                  </a:moveTo>
                  <a:lnTo>
                    <a:pt x="789676" y="439774"/>
                  </a:lnTo>
                  <a:lnTo>
                    <a:pt x="824928" y="397140"/>
                  </a:lnTo>
                  <a:close/>
                  <a:moveTo>
                    <a:pt x="761890" y="414324"/>
                  </a:moveTo>
                  <a:lnTo>
                    <a:pt x="801334" y="399311"/>
                  </a:lnTo>
                  <a:lnTo>
                    <a:pt x="802650" y="392075"/>
                  </a:lnTo>
                  <a:close/>
                  <a:moveTo>
                    <a:pt x="802083" y="343202"/>
                  </a:moveTo>
                  <a:lnTo>
                    <a:pt x="802650" y="392075"/>
                  </a:lnTo>
                  <a:lnTo>
                    <a:pt x="818360" y="354603"/>
                  </a:lnTo>
                  <a:close/>
                  <a:moveTo>
                    <a:pt x="797768" y="397140"/>
                  </a:moveTo>
                  <a:lnTo>
                    <a:pt x="760925" y="360649"/>
                  </a:lnTo>
                  <a:lnTo>
                    <a:pt x="785442" y="385143"/>
                  </a:lnTo>
                  <a:close/>
                  <a:moveTo>
                    <a:pt x="777097" y="323630"/>
                  </a:moveTo>
                  <a:lnTo>
                    <a:pt x="802083" y="343202"/>
                  </a:lnTo>
                  <a:lnTo>
                    <a:pt x="776922" y="306447"/>
                  </a:lnTo>
                  <a:close/>
                  <a:moveTo>
                    <a:pt x="596721" y="120445"/>
                  </a:moveTo>
                  <a:lnTo>
                    <a:pt x="620367" y="112647"/>
                  </a:lnTo>
                  <a:lnTo>
                    <a:pt x="563988" y="122640"/>
                  </a:lnTo>
                  <a:close/>
                  <a:moveTo>
                    <a:pt x="822242" y="337567"/>
                  </a:moveTo>
                  <a:lnTo>
                    <a:pt x="818360" y="354603"/>
                  </a:lnTo>
                  <a:lnTo>
                    <a:pt x="853933" y="338890"/>
                  </a:lnTo>
                  <a:close/>
                  <a:moveTo>
                    <a:pt x="683565" y="105489"/>
                  </a:moveTo>
                  <a:lnTo>
                    <a:pt x="676406" y="101383"/>
                  </a:lnTo>
                  <a:lnTo>
                    <a:pt x="656214" y="122097"/>
                  </a:lnTo>
                  <a:close/>
                  <a:moveTo>
                    <a:pt x="620367" y="112647"/>
                  </a:moveTo>
                  <a:lnTo>
                    <a:pt x="656214" y="122097"/>
                  </a:lnTo>
                  <a:lnTo>
                    <a:pt x="676406" y="101383"/>
                  </a:lnTo>
                  <a:close/>
                  <a:moveTo>
                    <a:pt x="938230" y="332842"/>
                  </a:moveTo>
                  <a:lnTo>
                    <a:pt x="993617" y="351341"/>
                  </a:lnTo>
                  <a:lnTo>
                    <a:pt x="998208" y="336304"/>
                  </a:lnTo>
                  <a:close/>
                  <a:moveTo>
                    <a:pt x="926310" y="272080"/>
                  </a:moveTo>
                  <a:lnTo>
                    <a:pt x="894133" y="243803"/>
                  </a:lnTo>
                  <a:lnTo>
                    <a:pt x="906070" y="252509"/>
                  </a:lnTo>
                  <a:close/>
                  <a:moveTo>
                    <a:pt x="841718" y="169832"/>
                  </a:moveTo>
                  <a:lnTo>
                    <a:pt x="862463" y="198570"/>
                  </a:lnTo>
                  <a:lnTo>
                    <a:pt x="860365" y="194663"/>
                  </a:lnTo>
                  <a:close/>
                  <a:moveTo>
                    <a:pt x="841016" y="161815"/>
                  </a:moveTo>
                  <a:lnTo>
                    <a:pt x="841718" y="169832"/>
                  </a:lnTo>
                  <a:lnTo>
                    <a:pt x="860365" y="194663"/>
                  </a:lnTo>
                  <a:close/>
                  <a:moveTo>
                    <a:pt x="998208" y="336304"/>
                  </a:moveTo>
                  <a:lnTo>
                    <a:pt x="1013670" y="308835"/>
                  </a:lnTo>
                  <a:lnTo>
                    <a:pt x="1008373" y="294598"/>
                  </a:lnTo>
                  <a:close/>
                  <a:moveTo>
                    <a:pt x="997001" y="259096"/>
                  </a:moveTo>
                  <a:lnTo>
                    <a:pt x="1008373" y="294598"/>
                  </a:lnTo>
                  <a:lnTo>
                    <a:pt x="1013670" y="308835"/>
                  </a:lnTo>
                  <a:close/>
                  <a:moveTo>
                    <a:pt x="962205" y="260297"/>
                  </a:moveTo>
                  <a:lnTo>
                    <a:pt x="910491" y="257500"/>
                  </a:lnTo>
                  <a:lnTo>
                    <a:pt x="926310" y="272080"/>
                  </a:lnTo>
                  <a:close/>
                  <a:moveTo>
                    <a:pt x="962205" y="260297"/>
                  </a:moveTo>
                  <a:lnTo>
                    <a:pt x="997001" y="259096"/>
                  </a:lnTo>
                  <a:lnTo>
                    <a:pt x="975014" y="232224"/>
                  </a:lnTo>
                  <a:close/>
                  <a:moveTo>
                    <a:pt x="962205" y="260297"/>
                  </a:moveTo>
                  <a:lnTo>
                    <a:pt x="975014" y="232224"/>
                  </a:lnTo>
                  <a:lnTo>
                    <a:pt x="956097" y="220515"/>
                  </a:lnTo>
                  <a:close/>
                  <a:moveTo>
                    <a:pt x="943967" y="185629"/>
                  </a:moveTo>
                  <a:lnTo>
                    <a:pt x="924309" y="212953"/>
                  </a:lnTo>
                  <a:lnTo>
                    <a:pt x="922916" y="220402"/>
                  </a:lnTo>
                  <a:close/>
                  <a:moveTo>
                    <a:pt x="854010" y="144632"/>
                  </a:moveTo>
                  <a:lnTo>
                    <a:pt x="811474" y="122586"/>
                  </a:lnTo>
                  <a:lnTo>
                    <a:pt x="818339" y="125060"/>
                  </a:lnTo>
                  <a:close/>
                  <a:moveTo>
                    <a:pt x="854010" y="144632"/>
                  </a:moveTo>
                  <a:lnTo>
                    <a:pt x="818339" y="125060"/>
                  </a:lnTo>
                  <a:lnTo>
                    <a:pt x="841016" y="161815"/>
                  </a:lnTo>
                  <a:close/>
                  <a:moveTo>
                    <a:pt x="948573" y="0"/>
                  </a:moveTo>
                  <a:lnTo>
                    <a:pt x="913710" y="17183"/>
                  </a:lnTo>
                  <a:lnTo>
                    <a:pt x="936990" y="39580"/>
                  </a:lnTo>
                  <a:close/>
                  <a:moveTo>
                    <a:pt x="953085" y="3548"/>
                  </a:moveTo>
                  <a:lnTo>
                    <a:pt x="966232" y="15629"/>
                  </a:lnTo>
                  <a:lnTo>
                    <a:pt x="955486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44" name="Input_density__44">
              <a:extLst>
                <a:ext uri="{FF2B5EF4-FFF2-40B4-BE49-F238E27FC236}">
                  <a16:creationId xmlns:a16="http://schemas.microsoft.com/office/drawing/2014/main" id="{AA88D328-FA24-DF1C-6EF5-907EF67A5333}"/>
                </a:ext>
              </a:extLst>
            </p:cNvPr>
            <p:cNvSpPr>
              <a:spLocks noGrp="1"/>
            </p:cNvSpPr>
            <p:nvPr/>
          </p:nvSpPr>
          <p:spPr>
            <a:xfrm>
              <a:off x="980619" y="2459023"/>
              <a:ext cx="927290" cy="754986"/>
            </a:xfrm>
            <a:custGeom>
              <a:avLst/>
              <a:gdLst/>
              <a:ahLst/>
              <a:cxnLst/>
              <a:rect l="0" t="0" r="0" b="0"/>
              <a:pathLst>
                <a:path w="927290" h="754986">
                  <a:moveTo>
                    <a:pt x="356328" y="754986"/>
                  </a:moveTo>
                  <a:lnTo>
                    <a:pt x="317852" y="735708"/>
                  </a:lnTo>
                  <a:lnTo>
                    <a:pt x="329052" y="749214"/>
                  </a:lnTo>
                  <a:close/>
                  <a:moveTo>
                    <a:pt x="0" y="390980"/>
                  </a:moveTo>
                  <a:lnTo>
                    <a:pt x="54204" y="372855"/>
                  </a:lnTo>
                  <a:lnTo>
                    <a:pt x="21758" y="376123"/>
                  </a:lnTo>
                  <a:close/>
                  <a:moveTo>
                    <a:pt x="373686" y="723677"/>
                  </a:moveTo>
                  <a:lnTo>
                    <a:pt x="356328" y="754986"/>
                  </a:lnTo>
                  <a:lnTo>
                    <a:pt x="409310" y="732293"/>
                  </a:lnTo>
                  <a:close/>
                  <a:moveTo>
                    <a:pt x="163416" y="500240"/>
                  </a:moveTo>
                  <a:lnTo>
                    <a:pt x="195721" y="494154"/>
                  </a:lnTo>
                  <a:lnTo>
                    <a:pt x="203682" y="461789"/>
                  </a:lnTo>
                  <a:close/>
                  <a:moveTo>
                    <a:pt x="172953" y="446302"/>
                  </a:moveTo>
                  <a:lnTo>
                    <a:pt x="163416" y="500240"/>
                  </a:lnTo>
                  <a:lnTo>
                    <a:pt x="203682" y="461789"/>
                  </a:lnTo>
                  <a:close/>
                  <a:moveTo>
                    <a:pt x="30640" y="341020"/>
                  </a:moveTo>
                  <a:lnTo>
                    <a:pt x="21758" y="376123"/>
                  </a:lnTo>
                  <a:lnTo>
                    <a:pt x="57245" y="346479"/>
                  </a:lnTo>
                  <a:close/>
                  <a:moveTo>
                    <a:pt x="52892" y="299282"/>
                  </a:moveTo>
                  <a:lnTo>
                    <a:pt x="33376" y="323349"/>
                  </a:lnTo>
                  <a:lnTo>
                    <a:pt x="58183" y="300969"/>
                  </a:lnTo>
                  <a:close/>
                  <a:moveTo>
                    <a:pt x="58183" y="300969"/>
                  </a:moveTo>
                  <a:lnTo>
                    <a:pt x="30640" y="341020"/>
                  </a:lnTo>
                  <a:lnTo>
                    <a:pt x="57245" y="346479"/>
                  </a:lnTo>
                  <a:close/>
                  <a:moveTo>
                    <a:pt x="152106" y="413029"/>
                  </a:moveTo>
                  <a:lnTo>
                    <a:pt x="159875" y="422579"/>
                  </a:lnTo>
                  <a:lnTo>
                    <a:pt x="125181" y="452578"/>
                  </a:lnTo>
                  <a:close/>
                  <a:moveTo>
                    <a:pt x="409310" y="732293"/>
                  </a:moveTo>
                  <a:lnTo>
                    <a:pt x="430306" y="714587"/>
                  </a:lnTo>
                  <a:lnTo>
                    <a:pt x="373686" y="723677"/>
                  </a:lnTo>
                  <a:close/>
                  <a:moveTo>
                    <a:pt x="172953" y="446302"/>
                  </a:moveTo>
                  <a:lnTo>
                    <a:pt x="203682" y="461789"/>
                  </a:lnTo>
                  <a:lnTo>
                    <a:pt x="225221" y="446114"/>
                  </a:lnTo>
                  <a:close/>
                  <a:moveTo>
                    <a:pt x="263516" y="464715"/>
                  </a:moveTo>
                  <a:lnTo>
                    <a:pt x="236672" y="443202"/>
                  </a:lnTo>
                  <a:lnTo>
                    <a:pt x="264600" y="465874"/>
                  </a:lnTo>
                  <a:close/>
                  <a:moveTo>
                    <a:pt x="225221" y="446114"/>
                  </a:moveTo>
                  <a:lnTo>
                    <a:pt x="203682" y="461789"/>
                  </a:lnTo>
                  <a:lnTo>
                    <a:pt x="263516" y="464715"/>
                  </a:lnTo>
                  <a:close/>
                  <a:moveTo>
                    <a:pt x="102863" y="318854"/>
                  </a:moveTo>
                  <a:lnTo>
                    <a:pt x="72365" y="289439"/>
                  </a:lnTo>
                  <a:lnTo>
                    <a:pt x="76375" y="299282"/>
                  </a:lnTo>
                  <a:close/>
                  <a:moveTo>
                    <a:pt x="263516" y="464715"/>
                  </a:moveTo>
                  <a:lnTo>
                    <a:pt x="310085" y="418043"/>
                  </a:lnTo>
                  <a:lnTo>
                    <a:pt x="282757" y="440447"/>
                  </a:lnTo>
                  <a:close/>
                  <a:moveTo>
                    <a:pt x="302430" y="485632"/>
                  </a:moveTo>
                  <a:lnTo>
                    <a:pt x="322734" y="465874"/>
                  </a:lnTo>
                  <a:lnTo>
                    <a:pt x="309401" y="455910"/>
                  </a:lnTo>
                  <a:close/>
                  <a:moveTo>
                    <a:pt x="322734" y="465874"/>
                  </a:moveTo>
                  <a:lnTo>
                    <a:pt x="310085" y="418043"/>
                  </a:lnTo>
                  <a:lnTo>
                    <a:pt x="309401" y="455910"/>
                  </a:lnTo>
                  <a:close/>
                  <a:moveTo>
                    <a:pt x="282757" y="440447"/>
                  </a:moveTo>
                  <a:lnTo>
                    <a:pt x="225221" y="446114"/>
                  </a:lnTo>
                  <a:lnTo>
                    <a:pt x="263516" y="464715"/>
                  </a:lnTo>
                  <a:close/>
                  <a:moveTo>
                    <a:pt x="182771" y="253858"/>
                  </a:moveTo>
                  <a:lnTo>
                    <a:pt x="199285" y="301670"/>
                  </a:lnTo>
                  <a:lnTo>
                    <a:pt x="188574" y="264915"/>
                  </a:lnTo>
                  <a:close/>
                  <a:moveTo>
                    <a:pt x="464527" y="525542"/>
                  </a:moveTo>
                  <a:lnTo>
                    <a:pt x="465987" y="499367"/>
                  </a:lnTo>
                  <a:lnTo>
                    <a:pt x="463457" y="541772"/>
                  </a:lnTo>
                  <a:close/>
                  <a:moveTo>
                    <a:pt x="442641" y="428853"/>
                  </a:moveTo>
                  <a:lnTo>
                    <a:pt x="461667" y="458132"/>
                  </a:lnTo>
                  <a:lnTo>
                    <a:pt x="470585" y="468262"/>
                  </a:lnTo>
                  <a:close/>
                  <a:moveTo>
                    <a:pt x="264375" y="230548"/>
                  </a:moveTo>
                  <a:lnTo>
                    <a:pt x="221353" y="204833"/>
                  </a:lnTo>
                  <a:lnTo>
                    <a:pt x="220079" y="210977"/>
                  </a:lnTo>
                  <a:close/>
                  <a:moveTo>
                    <a:pt x="280436" y="239352"/>
                  </a:moveTo>
                  <a:lnTo>
                    <a:pt x="260784" y="262084"/>
                  </a:lnTo>
                  <a:lnTo>
                    <a:pt x="317267" y="252479"/>
                  </a:lnTo>
                  <a:close/>
                  <a:moveTo>
                    <a:pt x="370300" y="326186"/>
                  </a:moveTo>
                  <a:lnTo>
                    <a:pt x="406522" y="337037"/>
                  </a:lnTo>
                  <a:lnTo>
                    <a:pt x="419533" y="289478"/>
                  </a:lnTo>
                  <a:close/>
                  <a:moveTo>
                    <a:pt x="438026" y="330247"/>
                  </a:moveTo>
                  <a:lnTo>
                    <a:pt x="443279" y="294093"/>
                  </a:lnTo>
                  <a:lnTo>
                    <a:pt x="419533" y="289478"/>
                  </a:lnTo>
                  <a:close/>
                  <a:moveTo>
                    <a:pt x="354525" y="177830"/>
                  </a:moveTo>
                  <a:lnTo>
                    <a:pt x="357351" y="181566"/>
                  </a:lnTo>
                  <a:lnTo>
                    <a:pt x="377408" y="213365"/>
                  </a:lnTo>
                  <a:close/>
                  <a:moveTo>
                    <a:pt x="391686" y="237113"/>
                  </a:moveTo>
                  <a:lnTo>
                    <a:pt x="415441" y="274177"/>
                  </a:lnTo>
                  <a:lnTo>
                    <a:pt x="404558" y="250120"/>
                  </a:lnTo>
                  <a:close/>
                  <a:moveTo>
                    <a:pt x="366551" y="196182"/>
                  </a:moveTo>
                  <a:lnTo>
                    <a:pt x="357351" y="181566"/>
                  </a:lnTo>
                  <a:lnTo>
                    <a:pt x="351401" y="176610"/>
                  </a:lnTo>
                  <a:close/>
                  <a:moveTo>
                    <a:pt x="391838" y="89722"/>
                  </a:moveTo>
                  <a:lnTo>
                    <a:pt x="391838" y="129837"/>
                  </a:lnTo>
                  <a:lnTo>
                    <a:pt x="388703" y="122672"/>
                  </a:lnTo>
                  <a:close/>
                  <a:moveTo>
                    <a:pt x="664745" y="401387"/>
                  </a:moveTo>
                  <a:lnTo>
                    <a:pt x="685150" y="453467"/>
                  </a:lnTo>
                  <a:lnTo>
                    <a:pt x="670518" y="416712"/>
                  </a:lnTo>
                  <a:close/>
                  <a:moveTo>
                    <a:pt x="619259" y="411277"/>
                  </a:moveTo>
                  <a:lnTo>
                    <a:pt x="667833" y="443622"/>
                  </a:lnTo>
                  <a:lnTo>
                    <a:pt x="664745" y="401387"/>
                  </a:lnTo>
                  <a:close/>
                  <a:moveTo>
                    <a:pt x="611633" y="372730"/>
                  </a:moveTo>
                  <a:lnTo>
                    <a:pt x="641126" y="398886"/>
                  </a:lnTo>
                  <a:lnTo>
                    <a:pt x="619346" y="379957"/>
                  </a:lnTo>
                  <a:close/>
                  <a:moveTo>
                    <a:pt x="664745" y="401387"/>
                  </a:moveTo>
                  <a:lnTo>
                    <a:pt x="641126" y="398886"/>
                  </a:lnTo>
                  <a:lnTo>
                    <a:pt x="611633" y="372730"/>
                  </a:lnTo>
                  <a:close/>
                  <a:moveTo>
                    <a:pt x="589277" y="363816"/>
                  </a:moveTo>
                  <a:lnTo>
                    <a:pt x="598100" y="362595"/>
                  </a:lnTo>
                  <a:lnTo>
                    <a:pt x="591781" y="326018"/>
                  </a:lnTo>
                  <a:close/>
                  <a:moveTo>
                    <a:pt x="611633" y="372730"/>
                  </a:moveTo>
                  <a:lnTo>
                    <a:pt x="598100" y="362595"/>
                  </a:lnTo>
                  <a:lnTo>
                    <a:pt x="589277" y="363816"/>
                  </a:lnTo>
                  <a:close/>
                  <a:moveTo>
                    <a:pt x="391838" y="89722"/>
                  </a:moveTo>
                  <a:lnTo>
                    <a:pt x="388703" y="122672"/>
                  </a:lnTo>
                  <a:lnTo>
                    <a:pt x="408684" y="116141"/>
                  </a:lnTo>
                  <a:close/>
                  <a:moveTo>
                    <a:pt x="753610" y="293823"/>
                  </a:moveTo>
                  <a:lnTo>
                    <a:pt x="777204" y="291652"/>
                  </a:lnTo>
                  <a:lnTo>
                    <a:pt x="754926" y="286586"/>
                  </a:lnTo>
                  <a:close/>
                  <a:moveTo>
                    <a:pt x="516264" y="17152"/>
                  </a:moveTo>
                  <a:lnTo>
                    <a:pt x="499045" y="7362"/>
                  </a:lnTo>
                  <a:lnTo>
                    <a:pt x="528979" y="36322"/>
                  </a:lnTo>
                  <a:close/>
                  <a:moveTo>
                    <a:pt x="548997" y="14957"/>
                  </a:moveTo>
                  <a:lnTo>
                    <a:pt x="516264" y="17152"/>
                  </a:lnTo>
                  <a:lnTo>
                    <a:pt x="528979" y="36322"/>
                  </a:lnTo>
                  <a:close/>
                  <a:moveTo>
                    <a:pt x="876879" y="438672"/>
                  </a:moveTo>
                  <a:lnTo>
                    <a:pt x="888917" y="421488"/>
                  </a:lnTo>
                  <a:lnTo>
                    <a:pt x="860137" y="430801"/>
                  </a:lnTo>
                  <a:close/>
                  <a:moveTo>
                    <a:pt x="777204" y="291652"/>
                  </a:moveTo>
                  <a:lnTo>
                    <a:pt x="790823" y="296223"/>
                  </a:lnTo>
                  <a:lnTo>
                    <a:pt x="791929" y="289758"/>
                  </a:lnTo>
                  <a:close/>
                  <a:moveTo>
                    <a:pt x="777204" y="291652"/>
                  </a:moveTo>
                  <a:lnTo>
                    <a:pt x="791929" y="289758"/>
                  </a:lnTo>
                  <a:lnTo>
                    <a:pt x="754926" y="286586"/>
                  </a:lnTo>
                  <a:close/>
                  <a:moveTo>
                    <a:pt x="754926" y="286586"/>
                  </a:moveTo>
                  <a:lnTo>
                    <a:pt x="791929" y="289758"/>
                  </a:lnTo>
                  <a:lnTo>
                    <a:pt x="803032" y="245661"/>
                  </a:lnTo>
                  <a:close/>
                  <a:moveTo>
                    <a:pt x="754926" y="286586"/>
                  </a:moveTo>
                  <a:lnTo>
                    <a:pt x="803032" y="245661"/>
                  </a:lnTo>
                  <a:lnTo>
                    <a:pt x="770636" y="249114"/>
                  </a:lnTo>
                  <a:close/>
                  <a:moveTo>
                    <a:pt x="792023" y="291652"/>
                  </a:moveTo>
                  <a:lnTo>
                    <a:pt x="803032" y="245661"/>
                  </a:lnTo>
                  <a:lnTo>
                    <a:pt x="791929" y="289758"/>
                  </a:lnTo>
                  <a:close/>
                  <a:moveTo>
                    <a:pt x="806539" y="237713"/>
                  </a:moveTo>
                  <a:lnTo>
                    <a:pt x="803032" y="245661"/>
                  </a:lnTo>
                  <a:lnTo>
                    <a:pt x="792023" y="291652"/>
                  </a:lnTo>
                  <a:close/>
                  <a:moveTo>
                    <a:pt x="572643" y="7159"/>
                  </a:moveTo>
                  <a:lnTo>
                    <a:pt x="548997" y="14957"/>
                  </a:lnTo>
                  <a:lnTo>
                    <a:pt x="608490" y="16608"/>
                  </a:lnTo>
                  <a:close/>
                  <a:moveTo>
                    <a:pt x="806209" y="233402"/>
                  </a:moveTo>
                  <a:lnTo>
                    <a:pt x="770636" y="249114"/>
                  </a:lnTo>
                  <a:lnTo>
                    <a:pt x="803032" y="245661"/>
                  </a:lnTo>
                  <a:close/>
                  <a:moveTo>
                    <a:pt x="810205" y="183775"/>
                  </a:moveTo>
                  <a:lnTo>
                    <a:pt x="784796" y="205851"/>
                  </a:lnTo>
                  <a:lnTo>
                    <a:pt x="810166" y="185438"/>
                  </a:lnTo>
                  <a:close/>
                  <a:moveTo>
                    <a:pt x="810166" y="185438"/>
                  </a:moveTo>
                  <a:lnTo>
                    <a:pt x="774518" y="232078"/>
                  </a:lnTo>
                  <a:lnTo>
                    <a:pt x="806209" y="233402"/>
                  </a:lnTo>
                  <a:close/>
                  <a:moveTo>
                    <a:pt x="806209" y="233402"/>
                  </a:moveTo>
                  <a:lnTo>
                    <a:pt x="803032" y="245661"/>
                  </a:lnTo>
                  <a:lnTo>
                    <a:pt x="806539" y="237713"/>
                  </a:lnTo>
                  <a:close/>
                  <a:moveTo>
                    <a:pt x="635841" y="0"/>
                  </a:moveTo>
                  <a:lnTo>
                    <a:pt x="641998" y="17313"/>
                  </a:lnTo>
                  <a:lnTo>
                    <a:pt x="666993" y="14558"/>
                  </a:lnTo>
                  <a:close/>
                  <a:moveTo>
                    <a:pt x="637320" y="17183"/>
                  </a:moveTo>
                  <a:lnTo>
                    <a:pt x="635841" y="0"/>
                  </a:lnTo>
                  <a:lnTo>
                    <a:pt x="608490" y="16608"/>
                  </a:lnTo>
                  <a:close/>
                  <a:moveTo>
                    <a:pt x="862767" y="152011"/>
                  </a:moveTo>
                  <a:lnTo>
                    <a:pt x="846409" y="138314"/>
                  </a:lnTo>
                  <a:lnTo>
                    <a:pt x="878586" y="166592"/>
                  </a:lnTo>
                  <a:close/>
                  <a:moveTo>
                    <a:pt x="827539" y="129837"/>
                  </a:moveTo>
                  <a:lnTo>
                    <a:pt x="862767" y="152011"/>
                  </a:lnTo>
                  <a:lnTo>
                    <a:pt x="875192" y="114914"/>
                  </a:lnTo>
                  <a:close/>
                  <a:moveTo>
                    <a:pt x="894871" y="75898"/>
                  </a:moveTo>
                  <a:lnTo>
                    <a:pt x="876585" y="107464"/>
                  </a:lnTo>
                  <a:lnTo>
                    <a:pt x="896243" y="80141"/>
                  </a:lnTo>
                  <a:close/>
                  <a:moveTo>
                    <a:pt x="896243" y="80141"/>
                  </a:moveTo>
                  <a:lnTo>
                    <a:pt x="875192" y="114914"/>
                  </a:lnTo>
                  <a:lnTo>
                    <a:pt x="908373" y="115027"/>
                  </a:lnTo>
                  <a:close/>
                  <a:moveTo>
                    <a:pt x="908373" y="115027"/>
                  </a:moveTo>
                  <a:lnTo>
                    <a:pt x="927290" y="126736"/>
                  </a:lnTo>
                  <a:lnTo>
                    <a:pt x="896243" y="80141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45" name="Input_density__45">
              <a:extLst>
                <a:ext uri="{FF2B5EF4-FFF2-40B4-BE49-F238E27FC236}">
                  <a16:creationId xmlns:a16="http://schemas.microsoft.com/office/drawing/2014/main" id="{65C14DB7-934C-A247-ADCE-6F9812A2782F}"/>
                </a:ext>
              </a:extLst>
            </p:cNvPr>
            <p:cNvSpPr>
              <a:spLocks noGrp="1"/>
            </p:cNvSpPr>
            <p:nvPr/>
          </p:nvSpPr>
          <p:spPr>
            <a:xfrm>
              <a:off x="934296" y="2438382"/>
              <a:ext cx="1006971" cy="756349"/>
            </a:xfrm>
            <a:custGeom>
              <a:avLst/>
              <a:gdLst/>
              <a:ahLst/>
              <a:cxnLst/>
              <a:rect l="0" t="0" r="0" b="0"/>
              <a:pathLst>
                <a:path w="1006971" h="756349">
                  <a:moveTo>
                    <a:pt x="5475" y="337107"/>
                  </a:moveTo>
                  <a:lnTo>
                    <a:pt x="0" y="352395"/>
                  </a:lnTo>
                  <a:lnTo>
                    <a:pt x="1152" y="391045"/>
                  </a:lnTo>
                  <a:close/>
                  <a:moveTo>
                    <a:pt x="350497" y="749283"/>
                  </a:moveTo>
                  <a:lnTo>
                    <a:pt x="364174" y="756349"/>
                  </a:lnTo>
                  <a:lnTo>
                    <a:pt x="353792" y="741411"/>
                  </a:lnTo>
                  <a:close/>
                  <a:moveTo>
                    <a:pt x="14335" y="320394"/>
                  </a:moveTo>
                  <a:lnTo>
                    <a:pt x="0" y="352395"/>
                  </a:lnTo>
                  <a:lnTo>
                    <a:pt x="5475" y="337107"/>
                  </a:lnTo>
                  <a:close/>
                  <a:moveTo>
                    <a:pt x="353792" y="741411"/>
                  </a:moveTo>
                  <a:lnTo>
                    <a:pt x="364174" y="756349"/>
                  </a:lnTo>
                  <a:lnTo>
                    <a:pt x="382291" y="727877"/>
                  </a:lnTo>
                  <a:close/>
                  <a:moveTo>
                    <a:pt x="167325" y="393433"/>
                  </a:moveTo>
                  <a:lnTo>
                    <a:pt x="155439" y="378020"/>
                  </a:lnTo>
                  <a:lnTo>
                    <a:pt x="135387" y="399260"/>
                  </a:lnTo>
                  <a:close/>
                  <a:moveTo>
                    <a:pt x="155439" y="378020"/>
                  </a:moveTo>
                  <a:lnTo>
                    <a:pt x="139558" y="356678"/>
                  </a:lnTo>
                  <a:lnTo>
                    <a:pt x="100526" y="393496"/>
                  </a:lnTo>
                  <a:close/>
                  <a:moveTo>
                    <a:pt x="458394" y="667052"/>
                  </a:moveTo>
                  <a:lnTo>
                    <a:pt x="421118" y="674210"/>
                  </a:lnTo>
                  <a:lnTo>
                    <a:pt x="454771" y="670290"/>
                  </a:lnTo>
                  <a:close/>
                  <a:moveTo>
                    <a:pt x="167325" y="393433"/>
                  </a:moveTo>
                  <a:lnTo>
                    <a:pt x="162531" y="404536"/>
                  </a:lnTo>
                  <a:lnTo>
                    <a:pt x="181999" y="419939"/>
                  </a:lnTo>
                  <a:close/>
                  <a:moveTo>
                    <a:pt x="167325" y="393433"/>
                  </a:moveTo>
                  <a:lnTo>
                    <a:pt x="200293" y="376250"/>
                  </a:lnTo>
                  <a:lnTo>
                    <a:pt x="155439" y="378020"/>
                  </a:lnTo>
                  <a:close/>
                  <a:moveTo>
                    <a:pt x="149185" y="339495"/>
                  </a:moveTo>
                  <a:lnTo>
                    <a:pt x="139558" y="356678"/>
                  </a:lnTo>
                  <a:lnTo>
                    <a:pt x="155439" y="378020"/>
                  </a:lnTo>
                  <a:close/>
                  <a:moveTo>
                    <a:pt x="545361" y="550640"/>
                  </a:moveTo>
                  <a:lnTo>
                    <a:pt x="552632" y="508475"/>
                  </a:lnTo>
                  <a:lnTo>
                    <a:pt x="547707" y="518319"/>
                  </a:lnTo>
                  <a:close/>
                  <a:moveTo>
                    <a:pt x="547707" y="518319"/>
                  </a:moveTo>
                  <a:lnTo>
                    <a:pt x="552632" y="508475"/>
                  </a:lnTo>
                  <a:lnTo>
                    <a:pt x="557983" y="501624"/>
                  </a:lnTo>
                  <a:close/>
                  <a:moveTo>
                    <a:pt x="557983" y="501624"/>
                  </a:moveTo>
                  <a:lnTo>
                    <a:pt x="552632" y="508475"/>
                  </a:lnTo>
                  <a:lnTo>
                    <a:pt x="565901" y="503527"/>
                  </a:lnTo>
                  <a:close/>
                  <a:moveTo>
                    <a:pt x="565901" y="503527"/>
                  </a:moveTo>
                  <a:lnTo>
                    <a:pt x="586428" y="483398"/>
                  </a:lnTo>
                  <a:lnTo>
                    <a:pt x="557983" y="501624"/>
                  </a:lnTo>
                  <a:close/>
                  <a:moveTo>
                    <a:pt x="606069" y="497960"/>
                  </a:moveTo>
                  <a:lnTo>
                    <a:pt x="586428" y="483398"/>
                  </a:lnTo>
                  <a:lnTo>
                    <a:pt x="565901" y="503527"/>
                  </a:lnTo>
                  <a:close/>
                  <a:moveTo>
                    <a:pt x="620957" y="437353"/>
                  </a:moveTo>
                  <a:lnTo>
                    <a:pt x="587329" y="454536"/>
                  </a:lnTo>
                  <a:lnTo>
                    <a:pt x="612530" y="484781"/>
                  </a:lnTo>
                  <a:close/>
                  <a:moveTo>
                    <a:pt x="873077" y="422558"/>
                  </a:moveTo>
                  <a:lnTo>
                    <a:pt x="857848" y="385803"/>
                  </a:lnTo>
                  <a:lnTo>
                    <a:pt x="849027" y="435880"/>
                  </a:lnTo>
                  <a:close/>
                  <a:moveTo>
                    <a:pt x="857848" y="385803"/>
                  </a:moveTo>
                  <a:lnTo>
                    <a:pt x="853803" y="387251"/>
                  </a:lnTo>
                  <a:lnTo>
                    <a:pt x="849027" y="435880"/>
                  </a:lnTo>
                  <a:close/>
                  <a:moveTo>
                    <a:pt x="853803" y="387251"/>
                  </a:moveTo>
                  <a:lnTo>
                    <a:pt x="857848" y="385803"/>
                  </a:lnTo>
                  <a:lnTo>
                    <a:pt x="882271" y="361007"/>
                  </a:lnTo>
                  <a:close/>
                  <a:moveTo>
                    <a:pt x="891680" y="405374"/>
                  </a:moveTo>
                  <a:lnTo>
                    <a:pt x="857848" y="385803"/>
                  </a:lnTo>
                  <a:lnTo>
                    <a:pt x="873077" y="422558"/>
                  </a:lnTo>
                  <a:close/>
                  <a:moveTo>
                    <a:pt x="893053" y="337682"/>
                  </a:moveTo>
                  <a:lnTo>
                    <a:pt x="857848" y="385803"/>
                  </a:lnTo>
                  <a:lnTo>
                    <a:pt x="858199" y="383676"/>
                  </a:lnTo>
                  <a:close/>
                  <a:moveTo>
                    <a:pt x="537182" y="18253"/>
                  </a:moveTo>
                  <a:lnTo>
                    <a:pt x="562586" y="37793"/>
                  </a:lnTo>
                  <a:lnTo>
                    <a:pt x="567665" y="9875"/>
                  </a:lnTo>
                  <a:close/>
                  <a:moveTo>
                    <a:pt x="552478" y="0"/>
                  </a:moveTo>
                  <a:lnTo>
                    <a:pt x="537182" y="18253"/>
                  </a:lnTo>
                  <a:lnTo>
                    <a:pt x="567665" y="9875"/>
                  </a:lnTo>
                  <a:close/>
                  <a:moveTo>
                    <a:pt x="562586" y="37793"/>
                  </a:moveTo>
                  <a:lnTo>
                    <a:pt x="585544" y="1070"/>
                  </a:lnTo>
                  <a:lnTo>
                    <a:pt x="567665" y="9875"/>
                  </a:lnTo>
                  <a:close/>
                  <a:moveTo>
                    <a:pt x="913464" y="204416"/>
                  </a:moveTo>
                  <a:lnTo>
                    <a:pt x="926307" y="241171"/>
                  </a:lnTo>
                  <a:lnTo>
                    <a:pt x="955440" y="223988"/>
                  </a:lnTo>
                  <a:close/>
                  <a:moveTo>
                    <a:pt x="955440" y="223988"/>
                  </a:moveTo>
                  <a:lnTo>
                    <a:pt x="956676" y="225995"/>
                  </a:lnTo>
                  <a:lnTo>
                    <a:pt x="957290" y="223053"/>
                  </a:lnTo>
                  <a:close/>
                  <a:moveTo>
                    <a:pt x="1006971" y="209751"/>
                  </a:moveTo>
                  <a:lnTo>
                    <a:pt x="957290" y="223053"/>
                  </a:lnTo>
                  <a:lnTo>
                    <a:pt x="956676" y="2259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46" name="Input_density__46">
              <a:extLst>
                <a:ext uri="{FF2B5EF4-FFF2-40B4-BE49-F238E27FC236}">
                  <a16:creationId xmlns:a16="http://schemas.microsoft.com/office/drawing/2014/main" id="{FC39FFEE-AB6B-3F36-A17F-34E7C3CDE9C7}"/>
                </a:ext>
              </a:extLst>
            </p:cNvPr>
            <p:cNvSpPr>
              <a:spLocks noGrp="1"/>
            </p:cNvSpPr>
            <p:nvPr/>
          </p:nvSpPr>
          <p:spPr>
            <a:xfrm>
              <a:off x="1336946" y="2447536"/>
              <a:ext cx="565784" cy="766473"/>
            </a:xfrm>
            <a:custGeom>
              <a:avLst/>
              <a:gdLst/>
              <a:ahLst/>
              <a:cxnLst/>
              <a:rect l="0" t="0" r="0" b="0"/>
              <a:pathLst>
                <a:path w="565784" h="766473">
                  <a:moveTo>
                    <a:pt x="0" y="766473"/>
                  </a:moveTo>
                  <a:lnTo>
                    <a:pt x="31465" y="759537"/>
                  </a:lnTo>
                  <a:lnTo>
                    <a:pt x="52982" y="743780"/>
                  </a:lnTo>
                  <a:close/>
                  <a:moveTo>
                    <a:pt x="60828" y="612959"/>
                  </a:moveTo>
                  <a:lnTo>
                    <a:pt x="96913" y="591037"/>
                  </a:lnTo>
                  <a:lnTo>
                    <a:pt x="79299" y="607197"/>
                  </a:lnTo>
                  <a:close/>
                  <a:moveTo>
                    <a:pt x="79299" y="607197"/>
                  </a:moveTo>
                  <a:lnTo>
                    <a:pt x="96913" y="591037"/>
                  </a:lnTo>
                  <a:lnTo>
                    <a:pt x="82886" y="595026"/>
                  </a:lnTo>
                  <a:close/>
                  <a:moveTo>
                    <a:pt x="108200" y="537028"/>
                  </a:moveTo>
                  <a:lnTo>
                    <a:pt x="106922" y="557826"/>
                  </a:lnTo>
                  <a:lnTo>
                    <a:pt x="120706" y="570442"/>
                  </a:lnTo>
                  <a:close/>
                  <a:moveTo>
                    <a:pt x="55064" y="134158"/>
                  </a:moveTo>
                  <a:lnTo>
                    <a:pt x="46887" y="143740"/>
                  </a:lnTo>
                  <a:lnTo>
                    <a:pt x="35510" y="141324"/>
                  </a:lnTo>
                  <a:close/>
                  <a:moveTo>
                    <a:pt x="52356" y="127628"/>
                  </a:moveTo>
                  <a:lnTo>
                    <a:pt x="46887" y="143740"/>
                  </a:lnTo>
                  <a:lnTo>
                    <a:pt x="55064" y="134158"/>
                  </a:lnTo>
                  <a:close/>
                  <a:moveTo>
                    <a:pt x="565784" y="453216"/>
                  </a:moveTo>
                  <a:lnTo>
                    <a:pt x="532590" y="432975"/>
                  </a:lnTo>
                  <a:lnTo>
                    <a:pt x="540960" y="456611"/>
                  </a:lnTo>
                  <a:close/>
                  <a:moveTo>
                    <a:pt x="285670" y="28799"/>
                  </a:moveTo>
                  <a:lnTo>
                    <a:pt x="286781" y="28670"/>
                  </a:lnTo>
                  <a:lnTo>
                    <a:pt x="343103" y="22746"/>
                  </a:lnTo>
                  <a:close/>
                  <a:moveTo>
                    <a:pt x="352760" y="11486"/>
                  </a:moveTo>
                  <a:lnTo>
                    <a:pt x="362751" y="0"/>
                  </a:lnTo>
                  <a:lnTo>
                    <a:pt x="343103" y="22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47" name="Input_density__47">
              <a:extLst>
                <a:ext uri="{FF2B5EF4-FFF2-40B4-BE49-F238E27FC236}">
                  <a16:creationId xmlns:a16="http://schemas.microsoft.com/office/drawing/2014/main" id="{7F38F768-ABE6-042D-1710-056B28212431}"/>
                </a:ext>
              </a:extLst>
            </p:cNvPr>
            <p:cNvSpPr>
              <a:spLocks noGrp="1"/>
            </p:cNvSpPr>
            <p:nvPr/>
          </p:nvSpPr>
          <p:spPr>
            <a:xfrm>
              <a:off x="1011259" y="2447536"/>
              <a:ext cx="866647" cy="743780"/>
            </a:xfrm>
            <a:custGeom>
              <a:avLst/>
              <a:gdLst/>
              <a:ahLst/>
              <a:cxnLst/>
              <a:rect l="0" t="0" r="0" b="0"/>
              <a:pathLst>
                <a:path w="866647" h="743780">
                  <a:moveTo>
                    <a:pt x="27543" y="312455"/>
                  </a:moveTo>
                  <a:lnTo>
                    <a:pt x="2735" y="334836"/>
                  </a:lnTo>
                  <a:lnTo>
                    <a:pt x="0" y="352506"/>
                  </a:lnTo>
                  <a:close/>
                  <a:moveTo>
                    <a:pt x="410019" y="736415"/>
                  </a:moveTo>
                  <a:lnTo>
                    <a:pt x="399666" y="726074"/>
                  </a:lnTo>
                  <a:lnTo>
                    <a:pt x="378669" y="743780"/>
                  </a:lnTo>
                  <a:close/>
                  <a:moveTo>
                    <a:pt x="173041" y="473275"/>
                  </a:moveTo>
                  <a:lnTo>
                    <a:pt x="195061" y="457788"/>
                  </a:lnTo>
                  <a:lnTo>
                    <a:pt x="232875" y="476201"/>
                  </a:lnTo>
                  <a:close/>
                  <a:moveTo>
                    <a:pt x="282202" y="423421"/>
                  </a:moveTo>
                  <a:lnTo>
                    <a:pt x="279444" y="429530"/>
                  </a:lnTo>
                  <a:lnTo>
                    <a:pt x="292094" y="477360"/>
                  </a:lnTo>
                  <a:close/>
                  <a:moveTo>
                    <a:pt x="413929" y="586985"/>
                  </a:moveTo>
                  <a:lnTo>
                    <a:pt x="422600" y="591037"/>
                  </a:lnTo>
                  <a:lnTo>
                    <a:pt x="432609" y="557826"/>
                  </a:lnTo>
                  <a:close/>
                  <a:moveTo>
                    <a:pt x="433887" y="537028"/>
                  </a:moveTo>
                  <a:lnTo>
                    <a:pt x="446234" y="554825"/>
                  </a:lnTo>
                  <a:lnTo>
                    <a:pt x="451889" y="516503"/>
                  </a:lnTo>
                  <a:close/>
                  <a:moveTo>
                    <a:pt x="432817" y="553258"/>
                  </a:moveTo>
                  <a:lnTo>
                    <a:pt x="432609" y="557826"/>
                  </a:lnTo>
                  <a:lnTo>
                    <a:pt x="433887" y="537028"/>
                  </a:lnTo>
                  <a:close/>
                  <a:moveTo>
                    <a:pt x="282076" y="419954"/>
                  </a:moveTo>
                  <a:lnTo>
                    <a:pt x="276395" y="418127"/>
                  </a:lnTo>
                  <a:lnTo>
                    <a:pt x="280047" y="406238"/>
                  </a:lnTo>
                  <a:close/>
                  <a:moveTo>
                    <a:pt x="146085" y="225512"/>
                  </a:moveTo>
                  <a:lnTo>
                    <a:pt x="152131" y="265344"/>
                  </a:lnTo>
                  <a:lnTo>
                    <a:pt x="157934" y="276402"/>
                  </a:lnTo>
                  <a:close/>
                  <a:moveTo>
                    <a:pt x="554110" y="536075"/>
                  </a:moveTo>
                  <a:lnTo>
                    <a:pt x="544972" y="499320"/>
                  </a:lnTo>
                  <a:lnTo>
                    <a:pt x="541607" y="498207"/>
                  </a:lnTo>
                  <a:close/>
                  <a:moveTo>
                    <a:pt x="576888" y="521795"/>
                  </a:moveTo>
                  <a:lnTo>
                    <a:pt x="554110" y="536075"/>
                  </a:lnTo>
                  <a:lnTo>
                    <a:pt x="541607" y="498207"/>
                  </a:lnTo>
                  <a:close/>
                  <a:moveTo>
                    <a:pt x="550848" y="498218"/>
                  </a:moveTo>
                  <a:lnTo>
                    <a:pt x="576888" y="521795"/>
                  </a:lnTo>
                  <a:lnTo>
                    <a:pt x="541607" y="498207"/>
                  </a:lnTo>
                  <a:close/>
                  <a:moveTo>
                    <a:pt x="388893" y="300964"/>
                  </a:moveTo>
                  <a:lnTo>
                    <a:pt x="412639" y="305579"/>
                  </a:lnTo>
                  <a:lnTo>
                    <a:pt x="394177" y="298362"/>
                  </a:lnTo>
                  <a:close/>
                  <a:moveTo>
                    <a:pt x="384801" y="285663"/>
                  </a:moveTo>
                  <a:lnTo>
                    <a:pt x="394177" y="298362"/>
                  </a:lnTo>
                  <a:lnTo>
                    <a:pt x="373979" y="265173"/>
                  </a:lnTo>
                  <a:close/>
                  <a:moveTo>
                    <a:pt x="394177" y="298362"/>
                  </a:moveTo>
                  <a:lnTo>
                    <a:pt x="412639" y="305579"/>
                  </a:lnTo>
                  <a:lnTo>
                    <a:pt x="373979" y="265173"/>
                  </a:lnTo>
                  <a:close/>
                  <a:moveTo>
                    <a:pt x="388893" y="300964"/>
                  </a:moveTo>
                  <a:lnTo>
                    <a:pt x="394177" y="298362"/>
                  </a:lnTo>
                  <a:lnTo>
                    <a:pt x="396078" y="291955"/>
                  </a:lnTo>
                  <a:close/>
                  <a:moveTo>
                    <a:pt x="396078" y="291955"/>
                  </a:moveTo>
                  <a:lnTo>
                    <a:pt x="394177" y="298362"/>
                  </a:lnTo>
                  <a:lnTo>
                    <a:pt x="384801" y="285663"/>
                  </a:lnTo>
                  <a:close/>
                  <a:moveTo>
                    <a:pt x="358063" y="134158"/>
                  </a:moveTo>
                  <a:lnTo>
                    <a:pt x="361197" y="141324"/>
                  </a:lnTo>
                  <a:lnTo>
                    <a:pt x="372574" y="143740"/>
                  </a:lnTo>
                  <a:close/>
                  <a:moveTo>
                    <a:pt x="358063" y="134158"/>
                  </a:moveTo>
                  <a:lnTo>
                    <a:pt x="372574" y="143740"/>
                  </a:lnTo>
                  <a:lnTo>
                    <a:pt x="378044" y="127628"/>
                  </a:lnTo>
                  <a:close/>
                  <a:moveTo>
                    <a:pt x="378044" y="127628"/>
                  </a:moveTo>
                  <a:lnTo>
                    <a:pt x="380751" y="134158"/>
                  </a:lnTo>
                  <a:lnTo>
                    <a:pt x="361198" y="101208"/>
                  </a:lnTo>
                  <a:close/>
                  <a:moveTo>
                    <a:pt x="834143" y="431291"/>
                  </a:moveTo>
                  <a:lnTo>
                    <a:pt x="846238" y="450158"/>
                  </a:lnTo>
                  <a:lnTo>
                    <a:pt x="829497" y="442288"/>
                  </a:lnTo>
                  <a:close/>
                  <a:moveTo>
                    <a:pt x="866647" y="456611"/>
                  </a:moveTo>
                  <a:lnTo>
                    <a:pt x="858277" y="432975"/>
                  </a:lnTo>
                  <a:lnTo>
                    <a:pt x="846238" y="450158"/>
                  </a:lnTo>
                  <a:close/>
                  <a:moveTo>
                    <a:pt x="518356" y="26443"/>
                  </a:moveTo>
                  <a:lnTo>
                    <a:pt x="555683" y="41424"/>
                  </a:lnTo>
                  <a:lnTo>
                    <a:pt x="577850" y="28095"/>
                  </a:lnTo>
                  <a:close/>
                  <a:moveTo>
                    <a:pt x="779526" y="196924"/>
                  </a:moveTo>
                  <a:lnTo>
                    <a:pt x="775569" y="244888"/>
                  </a:lnTo>
                  <a:lnTo>
                    <a:pt x="775898" y="249200"/>
                  </a:lnTo>
                  <a:close/>
                  <a:moveTo>
                    <a:pt x="605200" y="11486"/>
                  </a:moveTo>
                  <a:lnTo>
                    <a:pt x="606679" y="28670"/>
                  </a:lnTo>
                  <a:lnTo>
                    <a:pt x="611358" y="28799"/>
                  </a:lnTo>
                  <a:close/>
                  <a:moveTo>
                    <a:pt x="636353" y="26045"/>
                  </a:moveTo>
                  <a:lnTo>
                    <a:pt x="611358" y="28799"/>
                  </a:lnTo>
                  <a:lnTo>
                    <a:pt x="668790" y="22746"/>
                  </a:lnTo>
                  <a:close/>
                  <a:moveTo>
                    <a:pt x="668790" y="22746"/>
                  </a:moveTo>
                  <a:lnTo>
                    <a:pt x="688439" y="0"/>
                  </a:lnTo>
                  <a:lnTo>
                    <a:pt x="636353" y="26045"/>
                  </a:lnTo>
                  <a:close/>
                  <a:moveTo>
                    <a:pt x="796899" y="141323"/>
                  </a:moveTo>
                  <a:lnTo>
                    <a:pt x="815769" y="149801"/>
                  </a:lnTo>
                  <a:lnTo>
                    <a:pt x="832127" y="1634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48" name="Input_density__48">
              <a:extLst>
                <a:ext uri="{FF2B5EF4-FFF2-40B4-BE49-F238E27FC236}">
                  <a16:creationId xmlns:a16="http://schemas.microsoft.com/office/drawing/2014/main" id="{365BEF18-E6A5-2247-540E-99695BC7F186}"/>
                </a:ext>
              </a:extLst>
            </p:cNvPr>
            <p:cNvSpPr>
              <a:spLocks noGrp="1"/>
            </p:cNvSpPr>
            <p:nvPr/>
          </p:nvSpPr>
          <p:spPr>
            <a:xfrm>
              <a:off x="1500198" y="2822058"/>
              <a:ext cx="325778" cy="123685"/>
            </a:xfrm>
            <a:custGeom>
              <a:avLst/>
              <a:gdLst/>
              <a:ahLst/>
              <a:cxnLst/>
              <a:rect l="0" t="0" r="0" b="0"/>
              <a:pathLst>
                <a:path w="325778" h="123685">
                  <a:moveTo>
                    <a:pt x="40167" y="114284"/>
                  </a:moveTo>
                  <a:lnTo>
                    <a:pt x="0" y="119851"/>
                  </a:lnTo>
                  <a:lnTo>
                    <a:pt x="52669" y="123685"/>
                  </a:lnTo>
                  <a:close/>
                  <a:moveTo>
                    <a:pt x="325778" y="21698"/>
                  </a:moveTo>
                  <a:lnTo>
                    <a:pt x="292298" y="0"/>
                  </a:lnTo>
                  <a:lnTo>
                    <a:pt x="291947" y="212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49" name="Input_density__49">
              <a:extLst>
                <a:ext uri="{FF2B5EF4-FFF2-40B4-BE49-F238E27FC236}">
                  <a16:creationId xmlns:a16="http://schemas.microsoft.com/office/drawing/2014/main" id="{F0E2B5B0-8CD7-DF30-333F-605FEA3B7B66}"/>
                </a:ext>
              </a:extLst>
            </p:cNvPr>
            <p:cNvSpPr>
              <a:spLocks noGrp="1"/>
            </p:cNvSpPr>
            <p:nvPr/>
          </p:nvSpPr>
          <p:spPr>
            <a:xfrm>
              <a:off x="939772" y="2353778"/>
              <a:ext cx="985520" cy="840952"/>
            </a:xfrm>
            <a:custGeom>
              <a:avLst/>
              <a:gdLst/>
              <a:ahLst/>
              <a:cxnLst/>
              <a:rect l="0" t="0" r="0" b="0"/>
              <a:pathLst>
                <a:path w="985520" h="840952">
                  <a:moveTo>
                    <a:pt x="10520" y="458465"/>
                  </a:moveTo>
                  <a:lnTo>
                    <a:pt x="5994" y="490490"/>
                  </a:lnTo>
                  <a:lnTo>
                    <a:pt x="26969" y="472706"/>
                  </a:lnTo>
                  <a:close/>
                  <a:moveTo>
                    <a:pt x="332229" y="789260"/>
                  </a:moveTo>
                  <a:lnTo>
                    <a:pt x="373883" y="808831"/>
                  </a:lnTo>
                  <a:lnTo>
                    <a:pt x="347902" y="772077"/>
                  </a:lnTo>
                  <a:close/>
                  <a:moveTo>
                    <a:pt x="376816" y="812481"/>
                  </a:moveTo>
                  <a:lnTo>
                    <a:pt x="358699" y="840952"/>
                  </a:lnTo>
                  <a:lnTo>
                    <a:pt x="414533" y="828922"/>
                  </a:lnTo>
                  <a:close/>
                  <a:moveTo>
                    <a:pt x="325593" y="745543"/>
                  </a:moveTo>
                  <a:lnTo>
                    <a:pt x="316144" y="740780"/>
                  </a:lnTo>
                  <a:lnTo>
                    <a:pt x="347902" y="772077"/>
                  </a:lnTo>
                  <a:close/>
                  <a:moveTo>
                    <a:pt x="278172" y="699816"/>
                  </a:moveTo>
                  <a:lnTo>
                    <a:pt x="315124" y="735322"/>
                  </a:lnTo>
                  <a:lnTo>
                    <a:pt x="280512" y="701570"/>
                  </a:lnTo>
                  <a:close/>
                  <a:moveTo>
                    <a:pt x="278172" y="699816"/>
                  </a:moveTo>
                  <a:lnTo>
                    <a:pt x="316144" y="740780"/>
                  </a:lnTo>
                  <a:lnTo>
                    <a:pt x="315124" y="735322"/>
                  </a:lnTo>
                  <a:close/>
                  <a:moveTo>
                    <a:pt x="0" y="421710"/>
                  </a:moveTo>
                  <a:lnTo>
                    <a:pt x="10520" y="458465"/>
                  </a:lnTo>
                  <a:lnTo>
                    <a:pt x="21579" y="441282"/>
                  </a:lnTo>
                  <a:close/>
                  <a:moveTo>
                    <a:pt x="315124" y="735322"/>
                  </a:moveTo>
                  <a:lnTo>
                    <a:pt x="316144" y="740780"/>
                  </a:lnTo>
                  <a:lnTo>
                    <a:pt x="325593" y="745543"/>
                  </a:lnTo>
                  <a:close/>
                  <a:moveTo>
                    <a:pt x="277692" y="698567"/>
                  </a:moveTo>
                  <a:lnTo>
                    <a:pt x="278172" y="699816"/>
                  </a:lnTo>
                  <a:lnTo>
                    <a:pt x="280512" y="701570"/>
                  </a:lnTo>
                  <a:close/>
                  <a:moveTo>
                    <a:pt x="471153" y="819832"/>
                  </a:moveTo>
                  <a:lnTo>
                    <a:pt x="440580" y="791648"/>
                  </a:lnTo>
                  <a:lnTo>
                    <a:pt x="414533" y="828922"/>
                  </a:lnTo>
                  <a:close/>
                  <a:moveTo>
                    <a:pt x="376337" y="763680"/>
                  </a:moveTo>
                  <a:lnTo>
                    <a:pt x="325593" y="745543"/>
                  </a:lnTo>
                  <a:lnTo>
                    <a:pt x="347902" y="772077"/>
                  </a:lnTo>
                  <a:close/>
                  <a:moveTo>
                    <a:pt x="328613" y="730644"/>
                  </a:moveTo>
                  <a:lnTo>
                    <a:pt x="325593" y="745543"/>
                  </a:lnTo>
                  <a:lnTo>
                    <a:pt x="376337" y="763680"/>
                  </a:lnTo>
                  <a:close/>
                  <a:moveTo>
                    <a:pt x="376197" y="719047"/>
                  </a:moveTo>
                  <a:lnTo>
                    <a:pt x="328613" y="730644"/>
                  </a:lnTo>
                  <a:lnTo>
                    <a:pt x="376337" y="763680"/>
                  </a:lnTo>
                  <a:close/>
                  <a:moveTo>
                    <a:pt x="315124" y="735322"/>
                  </a:moveTo>
                  <a:lnTo>
                    <a:pt x="325593" y="745543"/>
                  </a:lnTo>
                  <a:lnTo>
                    <a:pt x="328613" y="730644"/>
                  </a:lnTo>
                  <a:close/>
                  <a:moveTo>
                    <a:pt x="282124" y="696603"/>
                  </a:moveTo>
                  <a:lnTo>
                    <a:pt x="280512" y="701570"/>
                  </a:lnTo>
                  <a:lnTo>
                    <a:pt x="332510" y="681383"/>
                  </a:lnTo>
                  <a:close/>
                  <a:moveTo>
                    <a:pt x="280512" y="701570"/>
                  </a:moveTo>
                  <a:lnTo>
                    <a:pt x="315124" y="735322"/>
                  </a:lnTo>
                  <a:lnTo>
                    <a:pt x="332510" y="681383"/>
                  </a:lnTo>
                  <a:close/>
                  <a:moveTo>
                    <a:pt x="332510" y="681383"/>
                  </a:moveTo>
                  <a:lnTo>
                    <a:pt x="315124" y="735322"/>
                  </a:lnTo>
                  <a:lnTo>
                    <a:pt x="334584" y="682952"/>
                  </a:lnTo>
                  <a:close/>
                  <a:moveTo>
                    <a:pt x="334584" y="682952"/>
                  </a:moveTo>
                  <a:lnTo>
                    <a:pt x="315124" y="735322"/>
                  </a:lnTo>
                  <a:lnTo>
                    <a:pt x="328613" y="730644"/>
                  </a:lnTo>
                  <a:close/>
                  <a:moveTo>
                    <a:pt x="277692" y="698567"/>
                  </a:moveTo>
                  <a:lnTo>
                    <a:pt x="280512" y="701570"/>
                  </a:lnTo>
                  <a:lnTo>
                    <a:pt x="282124" y="696603"/>
                  </a:lnTo>
                  <a:close/>
                  <a:moveTo>
                    <a:pt x="286443" y="644628"/>
                  </a:moveTo>
                  <a:lnTo>
                    <a:pt x="282124" y="696603"/>
                  </a:lnTo>
                  <a:lnTo>
                    <a:pt x="291481" y="646375"/>
                  </a:lnTo>
                  <a:close/>
                  <a:moveTo>
                    <a:pt x="277692" y="698567"/>
                  </a:moveTo>
                  <a:lnTo>
                    <a:pt x="282124" y="696603"/>
                  </a:lnTo>
                  <a:lnTo>
                    <a:pt x="286443" y="644628"/>
                  </a:lnTo>
                  <a:close/>
                  <a:moveTo>
                    <a:pt x="157056" y="489140"/>
                  </a:moveTo>
                  <a:lnTo>
                    <a:pt x="178102" y="497608"/>
                  </a:lnTo>
                  <a:lnTo>
                    <a:pt x="176523" y="504543"/>
                  </a:lnTo>
                  <a:close/>
                  <a:moveTo>
                    <a:pt x="440580" y="791648"/>
                  </a:moveTo>
                  <a:lnTo>
                    <a:pt x="482313" y="821194"/>
                  </a:lnTo>
                  <a:lnTo>
                    <a:pt x="436466" y="786631"/>
                  </a:lnTo>
                  <a:close/>
                  <a:moveTo>
                    <a:pt x="332510" y="681383"/>
                  </a:moveTo>
                  <a:lnTo>
                    <a:pt x="334584" y="682952"/>
                  </a:lnTo>
                  <a:lnTo>
                    <a:pt x="334685" y="680960"/>
                  </a:lnTo>
                  <a:close/>
                  <a:moveTo>
                    <a:pt x="334685" y="680960"/>
                  </a:moveTo>
                  <a:lnTo>
                    <a:pt x="328575" y="660486"/>
                  </a:lnTo>
                  <a:lnTo>
                    <a:pt x="332510" y="681383"/>
                  </a:lnTo>
                  <a:close/>
                  <a:moveTo>
                    <a:pt x="291481" y="646375"/>
                  </a:moveTo>
                  <a:lnTo>
                    <a:pt x="309583" y="644628"/>
                  </a:lnTo>
                  <a:lnTo>
                    <a:pt x="291417" y="644300"/>
                  </a:lnTo>
                  <a:close/>
                  <a:moveTo>
                    <a:pt x="334685" y="680960"/>
                  </a:moveTo>
                  <a:lnTo>
                    <a:pt x="334584" y="682952"/>
                  </a:lnTo>
                  <a:lnTo>
                    <a:pt x="336070" y="681383"/>
                  </a:lnTo>
                  <a:close/>
                  <a:moveTo>
                    <a:pt x="334685" y="680960"/>
                  </a:moveTo>
                  <a:lnTo>
                    <a:pt x="336070" y="681383"/>
                  </a:lnTo>
                  <a:lnTo>
                    <a:pt x="328575" y="660486"/>
                  </a:lnTo>
                  <a:close/>
                  <a:moveTo>
                    <a:pt x="286443" y="644628"/>
                  </a:moveTo>
                  <a:lnTo>
                    <a:pt x="291481" y="646375"/>
                  </a:lnTo>
                  <a:lnTo>
                    <a:pt x="291417" y="644300"/>
                  </a:lnTo>
                  <a:close/>
                  <a:moveTo>
                    <a:pt x="228286" y="489549"/>
                  </a:moveTo>
                  <a:lnTo>
                    <a:pt x="231172" y="449255"/>
                  </a:lnTo>
                  <a:lnTo>
                    <a:pt x="234477" y="497608"/>
                  </a:lnTo>
                  <a:close/>
                  <a:moveTo>
                    <a:pt x="234477" y="497608"/>
                  </a:moveTo>
                  <a:lnTo>
                    <a:pt x="231172" y="449255"/>
                  </a:lnTo>
                  <a:lnTo>
                    <a:pt x="232924" y="443670"/>
                  </a:lnTo>
                  <a:close/>
                  <a:moveTo>
                    <a:pt x="226345" y="446380"/>
                  </a:moveTo>
                  <a:lnTo>
                    <a:pt x="213654" y="479967"/>
                  </a:lnTo>
                  <a:lnTo>
                    <a:pt x="234477" y="497608"/>
                  </a:lnTo>
                  <a:close/>
                  <a:moveTo>
                    <a:pt x="232924" y="443670"/>
                  </a:moveTo>
                  <a:lnTo>
                    <a:pt x="226345" y="446380"/>
                  </a:lnTo>
                  <a:lnTo>
                    <a:pt x="234477" y="497608"/>
                  </a:lnTo>
                  <a:close/>
                  <a:moveTo>
                    <a:pt x="194817" y="460853"/>
                  </a:moveTo>
                  <a:lnTo>
                    <a:pt x="213654" y="479967"/>
                  </a:lnTo>
                  <a:lnTo>
                    <a:pt x="226345" y="446380"/>
                  </a:lnTo>
                  <a:close/>
                  <a:moveTo>
                    <a:pt x="231172" y="449255"/>
                  </a:moveTo>
                  <a:lnTo>
                    <a:pt x="228286" y="489549"/>
                  </a:lnTo>
                  <a:lnTo>
                    <a:pt x="224508" y="480425"/>
                  </a:lnTo>
                  <a:close/>
                  <a:moveTo>
                    <a:pt x="194817" y="460853"/>
                  </a:moveTo>
                  <a:lnTo>
                    <a:pt x="226345" y="446380"/>
                  </a:lnTo>
                  <a:lnTo>
                    <a:pt x="170996" y="445053"/>
                  </a:lnTo>
                  <a:close/>
                  <a:moveTo>
                    <a:pt x="170996" y="445053"/>
                  </a:moveTo>
                  <a:lnTo>
                    <a:pt x="226345" y="446380"/>
                  </a:lnTo>
                  <a:lnTo>
                    <a:pt x="228722" y="440096"/>
                  </a:lnTo>
                  <a:close/>
                  <a:moveTo>
                    <a:pt x="226345" y="446380"/>
                  </a:moveTo>
                  <a:lnTo>
                    <a:pt x="232924" y="443670"/>
                  </a:lnTo>
                  <a:lnTo>
                    <a:pt x="245039" y="413523"/>
                  </a:lnTo>
                  <a:close/>
                  <a:moveTo>
                    <a:pt x="231172" y="449255"/>
                  </a:moveTo>
                  <a:lnTo>
                    <a:pt x="224508" y="480425"/>
                  </a:lnTo>
                  <a:lnTo>
                    <a:pt x="231206" y="442428"/>
                  </a:lnTo>
                  <a:close/>
                  <a:moveTo>
                    <a:pt x="232924" y="443670"/>
                  </a:moveTo>
                  <a:lnTo>
                    <a:pt x="231172" y="449255"/>
                  </a:lnTo>
                  <a:lnTo>
                    <a:pt x="231206" y="442428"/>
                  </a:lnTo>
                  <a:close/>
                  <a:moveTo>
                    <a:pt x="257017" y="421310"/>
                  </a:moveTo>
                  <a:lnTo>
                    <a:pt x="232924" y="443670"/>
                  </a:lnTo>
                  <a:lnTo>
                    <a:pt x="231206" y="442428"/>
                  </a:lnTo>
                  <a:close/>
                  <a:moveTo>
                    <a:pt x="544932" y="629833"/>
                  </a:moveTo>
                  <a:lnTo>
                    <a:pt x="554816" y="612650"/>
                  </a:lnTo>
                  <a:lnTo>
                    <a:pt x="547156" y="593078"/>
                  </a:lnTo>
                  <a:close/>
                  <a:moveTo>
                    <a:pt x="270639" y="281855"/>
                  </a:moveTo>
                  <a:lnTo>
                    <a:pt x="238051" y="257874"/>
                  </a:lnTo>
                  <a:lnTo>
                    <a:pt x="234357" y="262283"/>
                  </a:lnTo>
                  <a:close/>
                  <a:moveTo>
                    <a:pt x="270639" y="281855"/>
                  </a:moveTo>
                  <a:lnTo>
                    <a:pt x="234357" y="262283"/>
                  </a:lnTo>
                  <a:lnTo>
                    <a:pt x="245915" y="299038"/>
                  </a:lnTo>
                  <a:close/>
                  <a:moveTo>
                    <a:pt x="615482" y="521956"/>
                  </a:moveTo>
                  <a:lnTo>
                    <a:pt x="580983" y="500275"/>
                  </a:lnTo>
                  <a:lnTo>
                    <a:pt x="557764" y="509672"/>
                  </a:lnTo>
                  <a:close/>
                  <a:moveTo>
                    <a:pt x="563640" y="485201"/>
                  </a:moveTo>
                  <a:lnTo>
                    <a:pt x="557764" y="509672"/>
                  </a:lnTo>
                  <a:lnTo>
                    <a:pt x="580983" y="500275"/>
                  </a:lnTo>
                  <a:close/>
                  <a:moveTo>
                    <a:pt x="563640" y="485201"/>
                  </a:moveTo>
                  <a:lnTo>
                    <a:pt x="550923" y="502385"/>
                  </a:lnTo>
                  <a:lnTo>
                    <a:pt x="557764" y="509672"/>
                  </a:lnTo>
                  <a:close/>
                  <a:moveTo>
                    <a:pt x="537266" y="465630"/>
                  </a:moveTo>
                  <a:lnTo>
                    <a:pt x="550923" y="502385"/>
                  </a:lnTo>
                  <a:lnTo>
                    <a:pt x="563640" y="485201"/>
                  </a:lnTo>
                  <a:close/>
                  <a:moveTo>
                    <a:pt x="537266" y="465630"/>
                  </a:moveTo>
                  <a:lnTo>
                    <a:pt x="563640" y="485201"/>
                  </a:lnTo>
                  <a:lnTo>
                    <a:pt x="535954" y="448446"/>
                  </a:lnTo>
                  <a:close/>
                  <a:moveTo>
                    <a:pt x="682432" y="534216"/>
                  </a:moveTo>
                  <a:lnTo>
                    <a:pt x="694562" y="541528"/>
                  </a:lnTo>
                  <a:lnTo>
                    <a:pt x="660106" y="516522"/>
                  </a:lnTo>
                  <a:close/>
                  <a:moveTo>
                    <a:pt x="630124" y="469061"/>
                  </a:moveTo>
                  <a:lnTo>
                    <a:pt x="615482" y="521956"/>
                  </a:lnTo>
                  <a:lnTo>
                    <a:pt x="624100" y="518706"/>
                  </a:lnTo>
                  <a:close/>
                  <a:moveTo>
                    <a:pt x="585269" y="468018"/>
                  </a:moveTo>
                  <a:lnTo>
                    <a:pt x="563640" y="485201"/>
                  </a:lnTo>
                  <a:lnTo>
                    <a:pt x="580983" y="500275"/>
                  </a:lnTo>
                  <a:close/>
                  <a:moveTo>
                    <a:pt x="585269" y="468018"/>
                  </a:moveTo>
                  <a:lnTo>
                    <a:pt x="535954" y="448446"/>
                  </a:lnTo>
                  <a:lnTo>
                    <a:pt x="563640" y="485201"/>
                  </a:lnTo>
                  <a:close/>
                  <a:moveTo>
                    <a:pt x="691140" y="487590"/>
                  </a:moveTo>
                  <a:lnTo>
                    <a:pt x="685070" y="450835"/>
                  </a:lnTo>
                  <a:lnTo>
                    <a:pt x="685332" y="451266"/>
                  </a:lnTo>
                  <a:close/>
                  <a:moveTo>
                    <a:pt x="886204" y="489978"/>
                  </a:moveTo>
                  <a:lnTo>
                    <a:pt x="900984" y="536046"/>
                  </a:lnTo>
                  <a:lnTo>
                    <a:pt x="923213" y="522949"/>
                  </a:lnTo>
                  <a:close/>
                  <a:moveTo>
                    <a:pt x="886204" y="489978"/>
                  </a:moveTo>
                  <a:lnTo>
                    <a:pt x="867601" y="507161"/>
                  </a:lnTo>
                  <a:lnTo>
                    <a:pt x="900984" y="536046"/>
                  </a:lnTo>
                  <a:close/>
                  <a:moveTo>
                    <a:pt x="778746" y="379713"/>
                  </a:moveTo>
                  <a:lnTo>
                    <a:pt x="754048" y="360405"/>
                  </a:lnTo>
                  <a:lnTo>
                    <a:pt x="753173" y="360141"/>
                  </a:lnTo>
                  <a:close/>
                  <a:moveTo>
                    <a:pt x="613490" y="112404"/>
                  </a:moveTo>
                  <a:lnTo>
                    <a:pt x="580068" y="85673"/>
                  </a:lnTo>
                  <a:lnTo>
                    <a:pt x="557111" y="122397"/>
                  </a:lnTo>
                  <a:close/>
                  <a:moveTo>
                    <a:pt x="929764" y="526733"/>
                  </a:moveTo>
                  <a:lnTo>
                    <a:pt x="959293" y="509550"/>
                  </a:lnTo>
                  <a:lnTo>
                    <a:pt x="923213" y="522949"/>
                  </a:lnTo>
                  <a:close/>
                  <a:moveTo>
                    <a:pt x="923213" y="522949"/>
                  </a:moveTo>
                  <a:lnTo>
                    <a:pt x="918157" y="472795"/>
                  </a:lnTo>
                  <a:lnTo>
                    <a:pt x="886204" y="489978"/>
                  </a:lnTo>
                  <a:close/>
                  <a:moveTo>
                    <a:pt x="878773" y="481371"/>
                  </a:moveTo>
                  <a:lnTo>
                    <a:pt x="853874" y="440256"/>
                  </a:lnTo>
                  <a:lnTo>
                    <a:pt x="860909" y="453223"/>
                  </a:lnTo>
                  <a:close/>
                  <a:moveTo>
                    <a:pt x="797875" y="289020"/>
                  </a:moveTo>
                  <a:lnTo>
                    <a:pt x="815365" y="337323"/>
                  </a:lnTo>
                  <a:lnTo>
                    <a:pt x="825643" y="311095"/>
                  </a:lnTo>
                  <a:close/>
                  <a:moveTo>
                    <a:pt x="795206" y="342958"/>
                  </a:moveTo>
                  <a:lnTo>
                    <a:pt x="815365" y="337323"/>
                  </a:lnTo>
                  <a:lnTo>
                    <a:pt x="797875" y="289020"/>
                  </a:lnTo>
                  <a:close/>
                  <a:moveTo>
                    <a:pt x="614798" y="68490"/>
                  </a:moveTo>
                  <a:lnTo>
                    <a:pt x="613490" y="112404"/>
                  </a:lnTo>
                  <a:lnTo>
                    <a:pt x="627904" y="70087"/>
                  </a:lnTo>
                  <a:close/>
                  <a:moveTo>
                    <a:pt x="614798" y="68490"/>
                  </a:moveTo>
                  <a:lnTo>
                    <a:pt x="580068" y="85673"/>
                  </a:lnTo>
                  <a:lnTo>
                    <a:pt x="613490" y="112404"/>
                  </a:lnTo>
                  <a:close/>
                  <a:moveTo>
                    <a:pt x="614798" y="68490"/>
                  </a:moveTo>
                  <a:lnTo>
                    <a:pt x="595851" y="48918"/>
                  </a:lnTo>
                  <a:lnTo>
                    <a:pt x="580068" y="85673"/>
                  </a:lnTo>
                  <a:close/>
                  <a:moveTo>
                    <a:pt x="627904" y="70087"/>
                  </a:moveTo>
                  <a:lnTo>
                    <a:pt x="613490" y="112404"/>
                  </a:lnTo>
                  <a:lnTo>
                    <a:pt x="669529" y="101139"/>
                  </a:lnTo>
                  <a:close/>
                  <a:moveTo>
                    <a:pt x="985520" y="438911"/>
                  </a:moveTo>
                  <a:lnTo>
                    <a:pt x="951097" y="436040"/>
                  </a:lnTo>
                  <a:lnTo>
                    <a:pt x="952261" y="459193"/>
                  </a:lnTo>
                  <a:close/>
                  <a:moveTo>
                    <a:pt x="825388" y="271836"/>
                  </a:moveTo>
                  <a:lnTo>
                    <a:pt x="797875" y="289020"/>
                  </a:lnTo>
                  <a:lnTo>
                    <a:pt x="825643" y="311095"/>
                  </a:lnTo>
                  <a:close/>
                  <a:moveTo>
                    <a:pt x="676687" y="105245"/>
                  </a:moveTo>
                  <a:lnTo>
                    <a:pt x="722680" y="90014"/>
                  </a:lnTo>
                  <a:lnTo>
                    <a:pt x="669529" y="101139"/>
                  </a:lnTo>
                  <a:close/>
                  <a:moveTo>
                    <a:pt x="669529" y="101139"/>
                  </a:moveTo>
                  <a:lnTo>
                    <a:pt x="722680" y="90014"/>
                  </a:lnTo>
                  <a:lnTo>
                    <a:pt x="724505" y="85902"/>
                  </a:lnTo>
                  <a:close/>
                  <a:moveTo>
                    <a:pt x="669529" y="101139"/>
                  </a:moveTo>
                  <a:lnTo>
                    <a:pt x="724505" y="85902"/>
                  </a:lnTo>
                  <a:lnTo>
                    <a:pt x="683478" y="57085"/>
                  </a:lnTo>
                  <a:close/>
                  <a:moveTo>
                    <a:pt x="629291" y="67015"/>
                  </a:moveTo>
                  <a:lnTo>
                    <a:pt x="614798" y="68490"/>
                  </a:lnTo>
                  <a:lnTo>
                    <a:pt x="627904" y="70087"/>
                  </a:lnTo>
                  <a:close/>
                  <a:moveTo>
                    <a:pt x="627904" y="70087"/>
                  </a:moveTo>
                  <a:lnTo>
                    <a:pt x="674016" y="51306"/>
                  </a:lnTo>
                  <a:lnTo>
                    <a:pt x="629291" y="67015"/>
                  </a:lnTo>
                  <a:close/>
                  <a:moveTo>
                    <a:pt x="669529" y="101139"/>
                  </a:moveTo>
                  <a:lnTo>
                    <a:pt x="683478" y="57085"/>
                  </a:lnTo>
                  <a:lnTo>
                    <a:pt x="627904" y="70087"/>
                  </a:lnTo>
                  <a:close/>
                  <a:moveTo>
                    <a:pt x="883080" y="181143"/>
                  </a:moveTo>
                  <a:lnTo>
                    <a:pt x="916039" y="220158"/>
                  </a:lnTo>
                  <a:lnTo>
                    <a:pt x="917432" y="212709"/>
                  </a:lnTo>
                  <a:close/>
                  <a:moveTo>
                    <a:pt x="883080" y="181143"/>
                  </a:moveTo>
                  <a:lnTo>
                    <a:pt x="873916" y="174588"/>
                  </a:lnTo>
                  <a:lnTo>
                    <a:pt x="853488" y="194419"/>
                  </a:lnTo>
                  <a:close/>
                  <a:moveTo>
                    <a:pt x="847132" y="144388"/>
                  </a:moveTo>
                  <a:lnTo>
                    <a:pt x="853488" y="194419"/>
                  </a:lnTo>
                  <a:lnTo>
                    <a:pt x="873916" y="174588"/>
                  </a:lnTo>
                  <a:close/>
                  <a:moveTo>
                    <a:pt x="826161" y="120617"/>
                  </a:moveTo>
                  <a:lnTo>
                    <a:pt x="804596" y="122342"/>
                  </a:lnTo>
                  <a:lnTo>
                    <a:pt x="847132" y="144388"/>
                  </a:lnTo>
                  <a:close/>
                  <a:moveTo>
                    <a:pt x="760248" y="34123"/>
                  </a:moveTo>
                  <a:lnTo>
                    <a:pt x="724505" y="85902"/>
                  </a:lnTo>
                  <a:lnTo>
                    <a:pt x="736809" y="88061"/>
                  </a:lnTo>
                  <a:close/>
                  <a:moveTo>
                    <a:pt x="760248" y="34123"/>
                  </a:moveTo>
                  <a:lnTo>
                    <a:pt x="736809" y="88061"/>
                  </a:lnTo>
                  <a:lnTo>
                    <a:pt x="763246" y="70878"/>
                  </a:lnTo>
                  <a:close/>
                  <a:moveTo>
                    <a:pt x="686950" y="47227"/>
                  </a:moveTo>
                  <a:lnTo>
                    <a:pt x="644505" y="35947"/>
                  </a:lnTo>
                  <a:lnTo>
                    <a:pt x="674016" y="51306"/>
                  </a:lnTo>
                  <a:close/>
                  <a:moveTo>
                    <a:pt x="686950" y="47227"/>
                  </a:moveTo>
                  <a:lnTo>
                    <a:pt x="713559" y="7936"/>
                  </a:lnTo>
                  <a:lnTo>
                    <a:pt x="685877" y="3352"/>
                  </a:lnTo>
                  <a:close/>
                  <a:moveTo>
                    <a:pt x="685877" y="3352"/>
                  </a:moveTo>
                  <a:lnTo>
                    <a:pt x="701529" y="0"/>
                  </a:lnTo>
                  <a:lnTo>
                    <a:pt x="669229" y="3809"/>
                  </a:lnTo>
                  <a:close/>
                  <a:moveTo>
                    <a:pt x="685877" y="3352"/>
                  </a:moveTo>
                  <a:lnTo>
                    <a:pt x="713559" y="7936"/>
                  </a:lnTo>
                  <a:lnTo>
                    <a:pt x="701529" y="0"/>
                  </a:lnTo>
                  <a:close/>
                  <a:moveTo>
                    <a:pt x="883080" y="181143"/>
                  </a:moveTo>
                  <a:lnTo>
                    <a:pt x="917432" y="212709"/>
                  </a:lnTo>
                  <a:lnTo>
                    <a:pt x="929491" y="164475"/>
                  </a:lnTo>
                  <a:close/>
                  <a:moveTo>
                    <a:pt x="885121" y="128711"/>
                  </a:moveTo>
                  <a:lnTo>
                    <a:pt x="873916" y="174588"/>
                  </a:lnTo>
                  <a:lnTo>
                    <a:pt x="908547" y="127205"/>
                  </a:lnTo>
                  <a:close/>
                  <a:moveTo>
                    <a:pt x="873916" y="174588"/>
                  </a:moveTo>
                  <a:lnTo>
                    <a:pt x="883080" y="181143"/>
                  </a:lnTo>
                  <a:lnTo>
                    <a:pt x="908547" y="127205"/>
                  </a:lnTo>
                  <a:close/>
                  <a:moveTo>
                    <a:pt x="908547" y="127205"/>
                  </a:moveTo>
                  <a:lnTo>
                    <a:pt x="883080" y="181143"/>
                  </a:lnTo>
                  <a:lnTo>
                    <a:pt x="927081" y="152581"/>
                  </a:lnTo>
                  <a:close/>
                  <a:moveTo>
                    <a:pt x="847132" y="144388"/>
                  </a:moveTo>
                  <a:lnTo>
                    <a:pt x="873916" y="174588"/>
                  </a:lnTo>
                  <a:lnTo>
                    <a:pt x="885121" y="128711"/>
                  </a:lnTo>
                  <a:close/>
                  <a:moveTo>
                    <a:pt x="841481" y="92355"/>
                  </a:moveTo>
                  <a:lnTo>
                    <a:pt x="826161" y="120617"/>
                  </a:lnTo>
                  <a:lnTo>
                    <a:pt x="850694" y="90450"/>
                  </a:lnTo>
                  <a:close/>
                  <a:moveTo>
                    <a:pt x="826161" y="120617"/>
                  </a:moveTo>
                  <a:lnTo>
                    <a:pt x="847132" y="144388"/>
                  </a:lnTo>
                  <a:lnTo>
                    <a:pt x="850694" y="90450"/>
                  </a:lnTo>
                  <a:close/>
                  <a:moveTo>
                    <a:pt x="850694" y="90450"/>
                  </a:moveTo>
                  <a:lnTo>
                    <a:pt x="847132" y="144388"/>
                  </a:lnTo>
                  <a:lnTo>
                    <a:pt x="883836" y="115467"/>
                  </a:lnTo>
                  <a:close/>
                  <a:moveTo>
                    <a:pt x="883836" y="115467"/>
                  </a:moveTo>
                  <a:lnTo>
                    <a:pt x="847132" y="144388"/>
                  </a:lnTo>
                  <a:lnTo>
                    <a:pt x="885121" y="128711"/>
                  </a:lnTo>
                  <a:close/>
                  <a:moveTo>
                    <a:pt x="811241" y="107633"/>
                  </a:moveTo>
                  <a:lnTo>
                    <a:pt x="826161" y="120617"/>
                  </a:lnTo>
                  <a:lnTo>
                    <a:pt x="841481" y="92355"/>
                  </a:lnTo>
                  <a:close/>
                  <a:moveTo>
                    <a:pt x="811241" y="107633"/>
                  </a:moveTo>
                  <a:lnTo>
                    <a:pt x="841481" y="92355"/>
                  </a:lnTo>
                  <a:lnTo>
                    <a:pt x="783510" y="85729"/>
                  </a:lnTo>
                  <a:close/>
                  <a:moveTo>
                    <a:pt x="783510" y="85729"/>
                  </a:moveTo>
                  <a:lnTo>
                    <a:pt x="841481" y="92355"/>
                  </a:lnTo>
                  <a:lnTo>
                    <a:pt x="843349" y="8866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50" name="Input_density__50">
              <a:extLst>
                <a:ext uri="{FF2B5EF4-FFF2-40B4-BE49-F238E27FC236}">
                  <a16:creationId xmlns:a16="http://schemas.microsoft.com/office/drawing/2014/main" id="{6FC0AA97-D489-697D-3B1E-DABF767C3C56}"/>
                </a:ext>
              </a:extLst>
            </p:cNvPr>
            <p:cNvSpPr>
              <a:spLocks noGrp="1"/>
            </p:cNvSpPr>
            <p:nvPr/>
          </p:nvSpPr>
          <p:spPr>
            <a:xfrm>
              <a:off x="935448" y="2354192"/>
              <a:ext cx="963616" cy="828508"/>
            </a:xfrm>
            <a:custGeom>
              <a:avLst/>
              <a:gdLst/>
              <a:ahLst/>
              <a:cxnLst/>
              <a:rect l="0" t="0" r="0" b="0"/>
              <a:pathLst>
                <a:path w="963616" h="828508">
                  <a:moveTo>
                    <a:pt x="14844" y="458051"/>
                  </a:moveTo>
                  <a:lnTo>
                    <a:pt x="4324" y="421296"/>
                  </a:lnTo>
                  <a:lnTo>
                    <a:pt x="0" y="475235"/>
                  </a:lnTo>
                  <a:close/>
                  <a:moveTo>
                    <a:pt x="352640" y="825601"/>
                  </a:moveTo>
                  <a:lnTo>
                    <a:pt x="381139" y="812067"/>
                  </a:lnTo>
                  <a:lnTo>
                    <a:pt x="378206" y="808418"/>
                  </a:lnTo>
                  <a:close/>
                  <a:moveTo>
                    <a:pt x="4324" y="421296"/>
                  </a:moveTo>
                  <a:lnTo>
                    <a:pt x="25903" y="440868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4324" y="421296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13183" y="404584"/>
                  </a:lnTo>
                  <a:lnTo>
                    <a:pt x="4324" y="421296"/>
                  </a:lnTo>
                  <a:close/>
                  <a:moveTo>
                    <a:pt x="378206" y="808418"/>
                  </a:moveTo>
                  <a:lnTo>
                    <a:pt x="381139" y="812067"/>
                  </a:lnTo>
                  <a:lnTo>
                    <a:pt x="381602" y="807248"/>
                  </a:lnTo>
                  <a:close/>
                  <a:moveTo>
                    <a:pt x="352225" y="771663"/>
                  </a:moveTo>
                  <a:lnTo>
                    <a:pt x="381602" y="807248"/>
                  </a:lnTo>
                  <a:lnTo>
                    <a:pt x="380661" y="763266"/>
                  </a:lnTo>
                  <a:close/>
                  <a:moveTo>
                    <a:pt x="352225" y="771663"/>
                  </a:moveTo>
                  <a:lnTo>
                    <a:pt x="378206" y="808418"/>
                  </a:lnTo>
                  <a:lnTo>
                    <a:pt x="381602" y="807248"/>
                  </a:lnTo>
                  <a:close/>
                  <a:moveTo>
                    <a:pt x="428495" y="796213"/>
                  </a:moveTo>
                  <a:lnTo>
                    <a:pt x="381139" y="812067"/>
                  </a:lnTo>
                  <a:lnTo>
                    <a:pt x="418856" y="828508"/>
                  </a:lnTo>
                  <a:close/>
                  <a:moveTo>
                    <a:pt x="428495" y="796213"/>
                  </a:moveTo>
                  <a:lnTo>
                    <a:pt x="381602" y="807248"/>
                  </a:lnTo>
                  <a:lnTo>
                    <a:pt x="381139" y="812067"/>
                  </a:lnTo>
                  <a:close/>
                  <a:moveTo>
                    <a:pt x="381602" y="807248"/>
                  </a:moveTo>
                  <a:lnTo>
                    <a:pt x="428495" y="796213"/>
                  </a:lnTo>
                  <a:lnTo>
                    <a:pt x="419966" y="758400"/>
                  </a:lnTo>
                  <a:close/>
                  <a:moveTo>
                    <a:pt x="381602" y="807248"/>
                  </a:moveTo>
                  <a:lnTo>
                    <a:pt x="419966" y="758400"/>
                  </a:lnTo>
                  <a:lnTo>
                    <a:pt x="380661" y="763266"/>
                  </a:lnTo>
                  <a:close/>
                  <a:moveTo>
                    <a:pt x="418856" y="828508"/>
                  </a:moveTo>
                  <a:lnTo>
                    <a:pt x="444904" y="791234"/>
                  </a:lnTo>
                  <a:lnTo>
                    <a:pt x="428495" y="796213"/>
                  </a:lnTo>
                  <a:close/>
                  <a:moveTo>
                    <a:pt x="444904" y="791234"/>
                  </a:moveTo>
                  <a:lnTo>
                    <a:pt x="453619" y="754479"/>
                  </a:lnTo>
                  <a:lnTo>
                    <a:pt x="428495" y="796213"/>
                  </a:lnTo>
                  <a:close/>
                  <a:moveTo>
                    <a:pt x="453619" y="754479"/>
                  </a:moveTo>
                  <a:lnTo>
                    <a:pt x="419966" y="758400"/>
                  </a:lnTo>
                  <a:lnTo>
                    <a:pt x="428495" y="796213"/>
                  </a:lnTo>
                  <a:close/>
                  <a:moveTo>
                    <a:pt x="380661" y="763266"/>
                  </a:moveTo>
                  <a:lnTo>
                    <a:pt x="419966" y="758400"/>
                  </a:lnTo>
                  <a:lnTo>
                    <a:pt x="380520" y="718633"/>
                  </a:lnTo>
                  <a:close/>
                  <a:moveTo>
                    <a:pt x="49989" y="349778"/>
                  </a:moveTo>
                  <a:lnTo>
                    <a:pt x="49242" y="350868"/>
                  </a:lnTo>
                  <a:lnTo>
                    <a:pt x="49731" y="350174"/>
                  </a:lnTo>
                  <a:close/>
                  <a:moveTo>
                    <a:pt x="49989" y="349778"/>
                  </a:moveTo>
                  <a:lnTo>
                    <a:pt x="52642" y="350174"/>
                  </a:lnTo>
                  <a:lnTo>
                    <a:pt x="49242" y="350868"/>
                  </a:lnTo>
                  <a:close/>
                  <a:moveTo>
                    <a:pt x="444904" y="791234"/>
                  </a:moveTo>
                  <a:lnTo>
                    <a:pt x="440789" y="786218"/>
                  </a:lnTo>
                  <a:lnTo>
                    <a:pt x="453619" y="754479"/>
                  </a:lnTo>
                  <a:close/>
                  <a:moveTo>
                    <a:pt x="93574" y="332991"/>
                  </a:moveTo>
                  <a:lnTo>
                    <a:pt x="92823" y="342525"/>
                  </a:lnTo>
                  <a:lnTo>
                    <a:pt x="87170" y="364216"/>
                  </a:lnTo>
                  <a:close/>
                  <a:moveTo>
                    <a:pt x="50763" y="349632"/>
                  </a:moveTo>
                  <a:lnTo>
                    <a:pt x="52642" y="350174"/>
                  </a:lnTo>
                  <a:lnTo>
                    <a:pt x="49989" y="349778"/>
                  </a:lnTo>
                  <a:close/>
                  <a:moveTo>
                    <a:pt x="551480" y="592664"/>
                  </a:moveTo>
                  <a:lnTo>
                    <a:pt x="583334" y="588692"/>
                  </a:lnTo>
                  <a:lnTo>
                    <a:pt x="564749" y="587717"/>
                  </a:lnTo>
                  <a:close/>
                  <a:moveTo>
                    <a:pt x="564749" y="587717"/>
                  </a:moveTo>
                  <a:lnTo>
                    <a:pt x="583334" y="588692"/>
                  </a:lnTo>
                  <a:lnTo>
                    <a:pt x="617418" y="591551"/>
                  </a:lnTo>
                  <a:close/>
                  <a:moveTo>
                    <a:pt x="638136" y="572804"/>
                  </a:moveTo>
                  <a:lnTo>
                    <a:pt x="617418" y="591551"/>
                  </a:lnTo>
                  <a:lnTo>
                    <a:pt x="583334" y="588692"/>
                  </a:lnTo>
                  <a:close/>
                  <a:moveTo>
                    <a:pt x="617418" y="591551"/>
                  </a:moveTo>
                  <a:lnTo>
                    <a:pt x="638136" y="572804"/>
                  </a:lnTo>
                  <a:lnTo>
                    <a:pt x="620346" y="575481"/>
                  </a:lnTo>
                  <a:close/>
                  <a:moveTo>
                    <a:pt x="638136" y="572804"/>
                  </a:moveTo>
                  <a:lnTo>
                    <a:pt x="639287" y="558298"/>
                  </a:lnTo>
                  <a:lnTo>
                    <a:pt x="620346" y="575481"/>
                  </a:lnTo>
                  <a:close/>
                  <a:moveTo>
                    <a:pt x="620346" y="575481"/>
                  </a:moveTo>
                  <a:lnTo>
                    <a:pt x="639287" y="558298"/>
                  </a:lnTo>
                  <a:lnTo>
                    <a:pt x="611378" y="568971"/>
                  </a:lnTo>
                  <a:close/>
                  <a:moveTo>
                    <a:pt x="639287" y="558298"/>
                  </a:moveTo>
                  <a:lnTo>
                    <a:pt x="629190" y="539355"/>
                  </a:lnTo>
                  <a:lnTo>
                    <a:pt x="611378" y="568971"/>
                  </a:lnTo>
                  <a:close/>
                  <a:moveTo>
                    <a:pt x="619805" y="521543"/>
                  </a:moveTo>
                  <a:lnTo>
                    <a:pt x="611378" y="568971"/>
                  </a:lnTo>
                  <a:lnTo>
                    <a:pt x="629190" y="539355"/>
                  </a:lnTo>
                  <a:close/>
                  <a:moveTo>
                    <a:pt x="638136" y="572804"/>
                  </a:moveTo>
                  <a:lnTo>
                    <a:pt x="658883" y="583023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9414" y="577869"/>
                  </a:lnTo>
                  <a:lnTo>
                    <a:pt x="671145" y="541114"/>
                  </a:lnTo>
                  <a:close/>
                  <a:moveTo>
                    <a:pt x="671145" y="541114"/>
                  </a:moveTo>
                  <a:lnTo>
                    <a:pt x="686756" y="533802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6756" y="533802"/>
                  </a:lnTo>
                  <a:lnTo>
                    <a:pt x="628423" y="518292"/>
                  </a:lnTo>
                  <a:close/>
                  <a:moveTo>
                    <a:pt x="628423" y="518292"/>
                  </a:moveTo>
                  <a:lnTo>
                    <a:pt x="686756" y="533802"/>
                  </a:lnTo>
                  <a:lnTo>
                    <a:pt x="664430" y="516108"/>
                  </a:lnTo>
                  <a:close/>
                  <a:moveTo>
                    <a:pt x="639287" y="558298"/>
                  </a:moveTo>
                  <a:lnTo>
                    <a:pt x="628423" y="518292"/>
                  </a:lnTo>
                  <a:lnTo>
                    <a:pt x="629190" y="539355"/>
                  </a:lnTo>
                  <a:close/>
                  <a:moveTo>
                    <a:pt x="619805" y="521543"/>
                  </a:moveTo>
                  <a:lnTo>
                    <a:pt x="629190" y="539355"/>
                  </a:lnTo>
                  <a:lnTo>
                    <a:pt x="628423" y="518292"/>
                  </a:lnTo>
                  <a:close/>
                  <a:moveTo>
                    <a:pt x="689900" y="449349"/>
                  </a:moveTo>
                  <a:lnTo>
                    <a:pt x="689656" y="450853"/>
                  </a:lnTo>
                  <a:lnTo>
                    <a:pt x="689394" y="450421"/>
                  </a:lnTo>
                  <a:close/>
                  <a:moveTo>
                    <a:pt x="883096" y="480957"/>
                  </a:moveTo>
                  <a:lnTo>
                    <a:pt x="857047" y="467866"/>
                  </a:lnTo>
                  <a:lnTo>
                    <a:pt x="890528" y="489564"/>
                  </a:lnTo>
                  <a:close/>
                  <a:moveTo>
                    <a:pt x="865232" y="452809"/>
                  </a:moveTo>
                  <a:lnTo>
                    <a:pt x="857047" y="467866"/>
                  </a:lnTo>
                  <a:lnTo>
                    <a:pt x="883096" y="480957"/>
                  </a:lnTo>
                  <a:close/>
                  <a:moveTo>
                    <a:pt x="963616" y="509136"/>
                  </a:moveTo>
                  <a:lnTo>
                    <a:pt x="946111" y="495773"/>
                  </a:lnTo>
                  <a:lnTo>
                    <a:pt x="927537" y="522535"/>
                  </a:lnTo>
                  <a:close/>
                  <a:moveTo>
                    <a:pt x="946111" y="495773"/>
                  </a:moveTo>
                  <a:lnTo>
                    <a:pt x="922480" y="472381"/>
                  </a:lnTo>
                  <a:lnTo>
                    <a:pt x="927537" y="522535"/>
                  </a:lnTo>
                  <a:close/>
                  <a:moveTo>
                    <a:pt x="890528" y="489564"/>
                  </a:moveTo>
                  <a:lnTo>
                    <a:pt x="922480" y="472381"/>
                  </a:lnTo>
                  <a:lnTo>
                    <a:pt x="883096" y="480957"/>
                  </a:lnTo>
                  <a:close/>
                  <a:moveTo>
                    <a:pt x="687802" y="56672"/>
                  </a:moveTo>
                  <a:lnTo>
                    <a:pt x="678340" y="50893"/>
                  </a:lnTo>
                  <a:lnTo>
                    <a:pt x="632228" y="69673"/>
                  </a:lnTo>
                  <a:close/>
                  <a:moveTo>
                    <a:pt x="736820" y="36874"/>
                  </a:moveTo>
                  <a:lnTo>
                    <a:pt x="728829" y="85488"/>
                  </a:lnTo>
                  <a:lnTo>
                    <a:pt x="764571" y="33709"/>
                  </a:lnTo>
                  <a:close/>
                  <a:moveTo>
                    <a:pt x="678340" y="50893"/>
                  </a:moveTo>
                  <a:lnTo>
                    <a:pt x="687802" y="56672"/>
                  </a:lnTo>
                  <a:lnTo>
                    <a:pt x="691274" y="46813"/>
                  </a:lnTo>
                  <a:close/>
                  <a:moveTo>
                    <a:pt x="736820" y="36874"/>
                  </a:moveTo>
                  <a:lnTo>
                    <a:pt x="687802" y="56672"/>
                  </a:lnTo>
                  <a:lnTo>
                    <a:pt x="728829" y="85488"/>
                  </a:lnTo>
                  <a:close/>
                  <a:moveTo>
                    <a:pt x="736820" y="36874"/>
                  </a:moveTo>
                  <a:lnTo>
                    <a:pt x="691274" y="46813"/>
                  </a:lnTo>
                  <a:lnTo>
                    <a:pt x="687802" y="56672"/>
                  </a:lnTo>
                  <a:close/>
                  <a:moveTo>
                    <a:pt x="691274" y="46813"/>
                  </a:moveTo>
                  <a:lnTo>
                    <a:pt x="736820" y="36874"/>
                  </a:lnTo>
                  <a:lnTo>
                    <a:pt x="717883" y="7522"/>
                  </a:lnTo>
                  <a:close/>
                  <a:moveTo>
                    <a:pt x="736820" y="36874"/>
                  </a:moveTo>
                  <a:lnTo>
                    <a:pt x="769750" y="17702"/>
                  </a:lnTo>
                  <a:lnTo>
                    <a:pt x="753826" y="5389"/>
                  </a:lnTo>
                  <a:close/>
                  <a:moveTo>
                    <a:pt x="736820" y="36874"/>
                  </a:moveTo>
                  <a:lnTo>
                    <a:pt x="753826" y="5389"/>
                  </a:lnTo>
                  <a:lnTo>
                    <a:pt x="717883" y="7522"/>
                  </a:lnTo>
                  <a:close/>
                  <a:moveTo>
                    <a:pt x="769750" y="17702"/>
                  </a:moveTo>
                  <a:lnTo>
                    <a:pt x="764571" y="33709"/>
                  </a:lnTo>
                  <a:lnTo>
                    <a:pt x="757428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51" name="Input_density__51">
              <a:extLst>
                <a:ext uri="{FF2B5EF4-FFF2-40B4-BE49-F238E27FC236}">
                  <a16:creationId xmlns:a16="http://schemas.microsoft.com/office/drawing/2014/main" id="{36F6F783-B9DB-7CEE-7436-528C43E3CF6D}"/>
                </a:ext>
              </a:extLst>
            </p:cNvPr>
            <p:cNvSpPr>
              <a:spLocks noGrp="1"/>
            </p:cNvSpPr>
            <p:nvPr/>
          </p:nvSpPr>
          <p:spPr>
            <a:xfrm>
              <a:off x="961351" y="2301475"/>
              <a:ext cx="894460" cy="753258"/>
            </a:xfrm>
            <a:custGeom>
              <a:avLst/>
              <a:gdLst/>
              <a:ahLst/>
              <a:cxnLst/>
              <a:rect l="0" t="0" r="0" b="0"/>
              <a:pathLst>
                <a:path w="894460" h="753258">
                  <a:moveTo>
                    <a:pt x="0" y="493585"/>
                  </a:moveTo>
                  <a:lnTo>
                    <a:pt x="5390" y="525010"/>
                  </a:lnTo>
                  <a:lnTo>
                    <a:pt x="28617" y="515643"/>
                  </a:lnTo>
                  <a:close/>
                  <a:moveTo>
                    <a:pt x="264864" y="696932"/>
                  </a:moveTo>
                  <a:lnTo>
                    <a:pt x="208692" y="674480"/>
                  </a:lnTo>
                  <a:lnTo>
                    <a:pt x="226567" y="677360"/>
                  </a:lnTo>
                  <a:close/>
                  <a:moveTo>
                    <a:pt x="264864" y="696932"/>
                  </a:moveTo>
                  <a:lnTo>
                    <a:pt x="226567" y="677360"/>
                  </a:lnTo>
                  <a:lnTo>
                    <a:pt x="224048" y="714115"/>
                  </a:lnTo>
                  <a:close/>
                  <a:moveTo>
                    <a:pt x="208692" y="674480"/>
                  </a:moveTo>
                  <a:lnTo>
                    <a:pt x="208501" y="660177"/>
                  </a:lnTo>
                  <a:lnTo>
                    <a:pt x="203398" y="670815"/>
                  </a:lnTo>
                  <a:close/>
                  <a:moveTo>
                    <a:pt x="101686" y="443476"/>
                  </a:moveTo>
                  <a:lnTo>
                    <a:pt x="52643" y="480897"/>
                  </a:lnTo>
                  <a:lnTo>
                    <a:pt x="72159" y="456830"/>
                  </a:lnTo>
                  <a:close/>
                  <a:moveTo>
                    <a:pt x="139664" y="459218"/>
                  </a:moveTo>
                  <a:lnTo>
                    <a:pt x="149417" y="497356"/>
                  </a:lnTo>
                  <a:lnTo>
                    <a:pt x="169593" y="476583"/>
                  </a:lnTo>
                  <a:close/>
                  <a:moveTo>
                    <a:pt x="122131" y="476402"/>
                  </a:moveTo>
                  <a:lnTo>
                    <a:pt x="139664" y="459218"/>
                  </a:lnTo>
                  <a:lnTo>
                    <a:pt x="101686" y="443476"/>
                  </a:lnTo>
                  <a:close/>
                  <a:moveTo>
                    <a:pt x="139664" y="459218"/>
                  </a:moveTo>
                  <a:lnTo>
                    <a:pt x="129722" y="452089"/>
                  </a:lnTo>
                  <a:lnTo>
                    <a:pt x="101686" y="443476"/>
                  </a:lnTo>
                  <a:close/>
                  <a:moveTo>
                    <a:pt x="432772" y="753258"/>
                  </a:moveTo>
                  <a:lnTo>
                    <a:pt x="458481" y="741088"/>
                  </a:lnTo>
                  <a:lnTo>
                    <a:pt x="403955" y="729942"/>
                  </a:lnTo>
                  <a:close/>
                  <a:moveTo>
                    <a:pt x="403955" y="729942"/>
                  </a:moveTo>
                  <a:lnTo>
                    <a:pt x="458481" y="741088"/>
                  </a:lnTo>
                  <a:lnTo>
                    <a:pt x="463837" y="733047"/>
                  </a:lnTo>
                  <a:close/>
                  <a:moveTo>
                    <a:pt x="403955" y="729942"/>
                  </a:moveTo>
                  <a:lnTo>
                    <a:pt x="463837" y="733047"/>
                  </a:lnTo>
                  <a:lnTo>
                    <a:pt x="429975" y="731018"/>
                  </a:lnTo>
                  <a:close/>
                  <a:moveTo>
                    <a:pt x="429975" y="731018"/>
                  </a:moveTo>
                  <a:lnTo>
                    <a:pt x="372547" y="716503"/>
                  </a:lnTo>
                  <a:lnTo>
                    <a:pt x="403955" y="729942"/>
                  </a:lnTo>
                  <a:close/>
                  <a:moveTo>
                    <a:pt x="202039" y="411406"/>
                  </a:moveTo>
                  <a:lnTo>
                    <a:pt x="195993" y="371574"/>
                  </a:lnTo>
                  <a:lnTo>
                    <a:pt x="187042" y="405280"/>
                  </a:lnTo>
                  <a:close/>
                  <a:moveTo>
                    <a:pt x="482725" y="699320"/>
                  </a:moveTo>
                  <a:lnTo>
                    <a:pt x="476943" y="685839"/>
                  </a:lnTo>
                  <a:lnTo>
                    <a:pt x="463837" y="733047"/>
                  </a:lnTo>
                  <a:close/>
                  <a:moveTo>
                    <a:pt x="482725" y="699320"/>
                  </a:moveTo>
                  <a:lnTo>
                    <a:pt x="480217" y="682137"/>
                  </a:lnTo>
                  <a:lnTo>
                    <a:pt x="476943" y="685839"/>
                  </a:lnTo>
                  <a:close/>
                  <a:moveTo>
                    <a:pt x="482725" y="699320"/>
                  </a:moveTo>
                  <a:lnTo>
                    <a:pt x="485255" y="656915"/>
                  </a:lnTo>
                  <a:lnTo>
                    <a:pt x="479548" y="645382"/>
                  </a:lnTo>
                  <a:close/>
                  <a:moveTo>
                    <a:pt x="482725" y="699320"/>
                  </a:moveTo>
                  <a:lnTo>
                    <a:pt x="479548" y="645382"/>
                  </a:lnTo>
                  <a:lnTo>
                    <a:pt x="480217" y="682137"/>
                  </a:lnTo>
                  <a:close/>
                  <a:moveTo>
                    <a:pt x="334342" y="537011"/>
                  </a:moveTo>
                  <a:lnTo>
                    <a:pt x="319215" y="566056"/>
                  </a:lnTo>
                  <a:lnTo>
                    <a:pt x="329956" y="552300"/>
                  </a:lnTo>
                  <a:close/>
                  <a:moveTo>
                    <a:pt x="319177" y="504592"/>
                  </a:moveTo>
                  <a:lnTo>
                    <a:pt x="329956" y="552300"/>
                  </a:lnTo>
                  <a:lnTo>
                    <a:pt x="328708" y="515545"/>
                  </a:lnTo>
                  <a:close/>
                  <a:moveTo>
                    <a:pt x="319177" y="504592"/>
                  </a:moveTo>
                  <a:lnTo>
                    <a:pt x="334342" y="537011"/>
                  </a:lnTo>
                  <a:lnTo>
                    <a:pt x="329956" y="552300"/>
                  </a:lnTo>
                  <a:close/>
                  <a:moveTo>
                    <a:pt x="283643" y="388097"/>
                  </a:moveTo>
                  <a:lnTo>
                    <a:pt x="280052" y="419632"/>
                  </a:lnTo>
                  <a:lnTo>
                    <a:pt x="299704" y="396900"/>
                  </a:lnTo>
                  <a:close/>
                  <a:moveTo>
                    <a:pt x="259939" y="372802"/>
                  </a:moveTo>
                  <a:lnTo>
                    <a:pt x="240621" y="362381"/>
                  </a:lnTo>
                  <a:lnTo>
                    <a:pt x="283643" y="388097"/>
                  </a:lnTo>
                  <a:close/>
                  <a:moveTo>
                    <a:pt x="224336" y="351342"/>
                  </a:moveTo>
                  <a:lnTo>
                    <a:pt x="240621" y="362381"/>
                  </a:lnTo>
                  <a:lnTo>
                    <a:pt x="259939" y="372802"/>
                  </a:lnTo>
                  <a:close/>
                  <a:moveTo>
                    <a:pt x="224336" y="351342"/>
                  </a:moveTo>
                  <a:lnTo>
                    <a:pt x="224532" y="330714"/>
                  </a:lnTo>
                  <a:lnTo>
                    <a:pt x="240621" y="362381"/>
                  </a:lnTo>
                  <a:close/>
                  <a:moveTo>
                    <a:pt x="461786" y="604160"/>
                  </a:moveTo>
                  <a:lnTo>
                    <a:pt x="448535" y="579628"/>
                  </a:lnTo>
                  <a:lnTo>
                    <a:pt x="427389" y="560288"/>
                  </a:lnTo>
                  <a:close/>
                  <a:moveTo>
                    <a:pt x="409612" y="462470"/>
                  </a:moveTo>
                  <a:lnTo>
                    <a:pt x="389568" y="483734"/>
                  </a:lnTo>
                  <a:lnTo>
                    <a:pt x="438801" y="447026"/>
                  </a:lnTo>
                  <a:close/>
                  <a:moveTo>
                    <a:pt x="283643" y="388097"/>
                  </a:moveTo>
                  <a:lnTo>
                    <a:pt x="316706" y="41710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16706" y="417107"/>
                  </a:lnTo>
                  <a:lnTo>
                    <a:pt x="283643" y="388097"/>
                  </a:lnTo>
                  <a:close/>
                  <a:moveTo>
                    <a:pt x="259939" y="372802"/>
                  </a:moveTo>
                  <a:lnTo>
                    <a:pt x="283643" y="38809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36535" y="410027"/>
                  </a:lnTo>
                  <a:lnTo>
                    <a:pt x="316706" y="417107"/>
                  </a:lnTo>
                  <a:close/>
                  <a:moveTo>
                    <a:pt x="336535" y="410027"/>
                  </a:moveTo>
                  <a:lnTo>
                    <a:pt x="342065" y="423579"/>
                  </a:lnTo>
                  <a:lnTo>
                    <a:pt x="316706" y="417107"/>
                  </a:lnTo>
                  <a:close/>
                  <a:moveTo>
                    <a:pt x="370019" y="439014"/>
                  </a:moveTo>
                  <a:lnTo>
                    <a:pt x="316706" y="417107"/>
                  </a:lnTo>
                  <a:lnTo>
                    <a:pt x="342065" y="423579"/>
                  </a:lnTo>
                  <a:close/>
                  <a:moveTo>
                    <a:pt x="445986" y="438016"/>
                  </a:moveTo>
                  <a:lnTo>
                    <a:pt x="420949" y="431282"/>
                  </a:lnTo>
                  <a:lnTo>
                    <a:pt x="409612" y="462470"/>
                  </a:lnTo>
                  <a:close/>
                  <a:moveTo>
                    <a:pt x="420949" y="431282"/>
                  </a:moveTo>
                  <a:lnTo>
                    <a:pt x="445986" y="438016"/>
                  </a:lnTo>
                  <a:lnTo>
                    <a:pt x="410954" y="394661"/>
                  </a:lnTo>
                  <a:close/>
                  <a:moveTo>
                    <a:pt x="410954" y="394661"/>
                  </a:moveTo>
                  <a:lnTo>
                    <a:pt x="393601" y="364022"/>
                  </a:lnTo>
                  <a:lnTo>
                    <a:pt x="399497" y="390485"/>
                  </a:lnTo>
                  <a:close/>
                  <a:moveTo>
                    <a:pt x="674639" y="638060"/>
                  </a:moveTo>
                  <a:lnTo>
                    <a:pt x="690481" y="643170"/>
                  </a:lnTo>
                  <a:lnTo>
                    <a:pt x="677033" y="630587"/>
                  </a:lnTo>
                  <a:close/>
                  <a:moveTo>
                    <a:pt x="687101" y="601171"/>
                  </a:moveTo>
                  <a:lnTo>
                    <a:pt x="672983" y="593832"/>
                  </a:lnTo>
                  <a:lnTo>
                    <a:pt x="677033" y="630587"/>
                  </a:lnTo>
                  <a:close/>
                  <a:moveTo>
                    <a:pt x="608545" y="521365"/>
                  </a:moveTo>
                  <a:lnTo>
                    <a:pt x="606177" y="520322"/>
                  </a:lnTo>
                  <a:lnTo>
                    <a:pt x="581530" y="539097"/>
                  </a:lnTo>
                  <a:close/>
                  <a:moveTo>
                    <a:pt x="607650" y="512180"/>
                  </a:moveTo>
                  <a:lnTo>
                    <a:pt x="608545" y="521365"/>
                  </a:lnTo>
                  <a:lnTo>
                    <a:pt x="611049" y="483567"/>
                  </a:lnTo>
                  <a:close/>
                  <a:moveTo>
                    <a:pt x="606177" y="520322"/>
                  </a:moveTo>
                  <a:lnTo>
                    <a:pt x="608545" y="521365"/>
                  </a:lnTo>
                  <a:lnTo>
                    <a:pt x="607650" y="512180"/>
                  </a:lnTo>
                  <a:close/>
                  <a:moveTo>
                    <a:pt x="672983" y="593832"/>
                  </a:moveTo>
                  <a:lnTo>
                    <a:pt x="660853" y="586520"/>
                  </a:lnTo>
                  <a:lnTo>
                    <a:pt x="703289" y="588010"/>
                  </a:lnTo>
                  <a:close/>
                  <a:moveTo>
                    <a:pt x="606019" y="478671"/>
                  </a:moveTo>
                  <a:lnTo>
                    <a:pt x="606177" y="520322"/>
                  </a:lnTo>
                  <a:lnTo>
                    <a:pt x="607650" y="512180"/>
                  </a:lnTo>
                  <a:close/>
                  <a:moveTo>
                    <a:pt x="585664" y="512878"/>
                  </a:moveTo>
                  <a:lnTo>
                    <a:pt x="606177" y="520322"/>
                  </a:lnTo>
                  <a:lnTo>
                    <a:pt x="606019" y="478671"/>
                  </a:lnTo>
                  <a:close/>
                  <a:moveTo>
                    <a:pt x="767492" y="518156"/>
                  </a:moveTo>
                  <a:lnTo>
                    <a:pt x="786474" y="559465"/>
                  </a:lnTo>
                  <a:lnTo>
                    <a:pt x="774659" y="522710"/>
                  </a:lnTo>
                  <a:close/>
                  <a:moveTo>
                    <a:pt x="772245" y="469544"/>
                  </a:moveTo>
                  <a:lnTo>
                    <a:pt x="774659" y="522710"/>
                  </a:lnTo>
                  <a:lnTo>
                    <a:pt x="771319" y="485955"/>
                  </a:lnTo>
                  <a:close/>
                  <a:moveTo>
                    <a:pt x="829473" y="341323"/>
                  </a:moveTo>
                  <a:lnTo>
                    <a:pt x="826071" y="349471"/>
                  </a:lnTo>
                  <a:lnTo>
                    <a:pt x="804064" y="363399"/>
                  </a:lnTo>
                  <a:close/>
                  <a:moveTo>
                    <a:pt x="738347" y="146062"/>
                  </a:moveTo>
                  <a:lnTo>
                    <a:pt x="715230" y="140365"/>
                  </a:lnTo>
                  <a:lnTo>
                    <a:pt x="686261" y="172106"/>
                  </a:lnTo>
                  <a:close/>
                  <a:moveTo>
                    <a:pt x="846807" y="287385"/>
                  </a:moveTo>
                  <a:lnTo>
                    <a:pt x="894460" y="272462"/>
                  </a:lnTo>
                  <a:lnTo>
                    <a:pt x="861501" y="233446"/>
                  </a:lnTo>
                  <a:close/>
                  <a:moveTo>
                    <a:pt x="761931" y="138032"/>
                  </a:moveTo>
                  <a:lnTo>
                    <a:pt x="757750" y="140365"/>
                  </a:lnTo>
                  <a:lnTo>
                    <a:pt x="783017" y="174645"/>
                  </a:lnTo>
                  <a:close/>
                  <a:moveTo>
                    <a:pt x="858512" y="95610"/>
                  </a:moveTo>
                  <a:lnTo>
                    <a:pt x="866885" y="133551"/>
                  </a:lnTo>
                  <a:lnTo>
                    <a:pt x="864797" y="142753"/>
                  </a:lnTo>
                  <a:close/>
                  <a:moveTo>
                    <a:pt x="848827" y="13990"/>
                  </a:moveTo>
                  <a:lnTo>
                    <a:pt x="871577" y="52060"/>
                  </a:lnTo>
                  <a:lnTo>
                    <a:pt x="853069" y="15305"/>
                  </a:lnTo>
                  <a:close/>
                  <a:moveTo>
                    <a:pt x="848827" y="13990"/>
                  </a:moveTo>
                  <a:lnTo>
                    <a:pt x="865462" y="45213"/>
                  </a:lnTo>
                  <a:lnTo>
                    <a:pt x="871577" y="52060"/>
                  </a:lnTo>
                  <a:close/>
                  <a:moveTo>
                    <a:pt x="832716" y="0"/>
                  </a:moveTo>
                  <a:lnTo>
                    <a:pt x="865462" y="45213"/>
                  </a:lnTo>
                  <a:lnTo>
                    <a:pt x="848827" y="1399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52" name="Input_density__52">
              <a:extLst>
                <a:ext uri="{FF2B5EF4-FFF2-40B4-BE49-F238E27FC236}">
                  <a16:creationId xmlns:a16="http://schemas.microsoft.com/office/drawing/2014/main" id="{465BB863-3DCF-6F2C-25DC-F11B0EA74D71}"/>
                </a:ext>
              </a:extLst>
            </p:cNvPr>
            <p:cNvSpPr>
              <a:spLocks noGrp="1"/>
            </p:cNvSpPr>
            <p:nvPr/>
          </p:nvSpPr>
          <p:spPr>
            <a:xfrm>
              <a:off x="950292" y="2352517"/>
              <a:ext cx="941741" cy="822455"/>
            </a:xfrm>
            <a:custGeom>
              <a:avLst/>
              <a:gdLst/>
              <a:ahLst/>
              <a:cxnLst/>
              <a:rect l="0" t="0" r="0" b="0"/>
              <a:pathLst>
                <a:path w="941741" h="822455">
                  <a:moveTo>
                    <a:pt x="11059" y="442543"/>
                  </a:moveTo>
                  <a:lnTo>
                    <a:pt x="0" y="459727"/>
                  </a:lnTo>
                  <a:lnTo>
                    <a:pt x="16449" y="473968"/>
                  </a:lnTo>
                  <a:close/>
                  <a:moveTo>
                    <a:pt x="267171" y="699828"/>
                  </a:moveTo>
                  <a:lnTo>
                    <a:pt x="247633" y="672606"/>
                  </a:lnTo>
                  <a:lnTo>
                    <a:pt x="267652" y="701078"/>
                  </a:lnTo>
                  <a:close/>
                  <a:moveTo>
                    <a:pt x="267171" y="699828"/>
                  </a:moveTo>
                  <a:lnTo>
                    <a:pt x="235107" y="663073"/>
                  </a:lnTo>
                  <a:lnTo>
                    <a:pt x="247633" y="672606"/>
                  </a:lnTo>
                  <a:close/>
                  <a:moveTo>
                    <a:pt x="325550" y="682645"/>
                  </a:moveTo>
                  <a:lnTo>
                    <a:pt x="324064" y="684214"/>
                  </a:lnTo>
                  <a:lnTo>
                    <a:pt x="349909" y="688381"/>
                  </a:lnTo>
                  <a:close/>
                  <a:moveTo>
                    <a:pt x="349909" y="688381"/>
                  </a:moveTo>
                  <a:lnTo>
                    <a:pt x="324064" y="684214"/>
                  </a:lnTo>
                  <a:lnTo>
                    <a:pt x="318093" y="731905"/>
                  </a:lnTo>
                  <a:close/>
                  <a:moveTo>
                    <a:pt x="349909" y="688381"/>
                  </a:moveTo>
                  <a:lnTo>
                    <a:pt x="318093" y="731905"/>
                  </a:lnTo>
                  <a:lnTo>
                    <a:pt x="365676" y="720309"/>
                  </a:lnTo>
                  <a:close/>
                  <a:moveTo>
                    <a:pt x="235107" y="663073"/>
                  </a:moveTo>
                  <a:lnTo>
                    <a:pt x="267171" y="699828"/>
                  </a:lnTo>
                  <a:lnTo>
                    <a:pt x="275923" y="645890"/>
                  </a:lnTo>
                  <a:close/>
                  <a:moveTo>
                    <a:pt x="299062" y="645890"/>
                  </a:moveTo>
                  <a:lnTo>
                    <a:pt x="280961" y="647637"/>
                  </a:lnTo>
                  <a:lnTo>
                    <a:pt x="312715" y="646783"/>
                  </a:lnTo>
                  <a:close/>
                  <a:moveTo>
                    <a:pt x="312715" y="646783"/>
                  </a:moveTo>
                  <a:lnTo>
                    <a:pt x="280961" y="647637"/>
                  </a:lnTo>
                  <a:lnTo>
                    <a:pt x="271604" y="697865"/>
                  </a:lnTo>
                  <a:close/>
                  <a:moveTo>
                    <a:pt x="321990" y="682645"/>
                  </a:moveTo>
                  <a:lnTo>
                    <a:pt x="318055" y="661747"/>
                  </a:lnTo>
                  <a:lnTo>
                    <a:pt x="312715" y="646783"/>
                  </a:lnTo>
                  <a:close/>
                  <a:moveTo>
                    <a:pt x="271604" y="697865"/>
                  </a:moveTo>
                  <a:lnTo>
                    <a:pt x="321990" y="682645"/>
                  </a:lnTo>
                  <a:lnTo>
                    <a:pt x="312715" y="646783"/>
                  </a:lnTo>
                  <a:close/>
                  <a:moveTo>
                    <a:pt x="318055" y="661747"/>
                  </a:moveTo>
                  <a:lnTo>
                    <a:pt x="325550" y="682645"/>
                  </a:lnTo>
                  <a:lnTo>
                    <a:pt x="312715" y="646783"/>
                  </a:lnTo>
                  <a:close/>
                  <a:moveTo>
                    <a:pt x="325550" y="682645"/>
                  </a:moveTo>
                  <a:lnTo>
                    <a:pt x="349909" y="688381"/>
                  </a:lnTo>
                  <a:lnTo>
                    <a:pt x="312715" y="646783"/>
                  </a:lnTo>
                  <a:close/>
                  <a:moveTo>
                    <a:pt x="244086" y="634343"/>
                  </a:moveTo>
                  <a:lnTo>
                    <a:pt x="219751" y="623438"/>
                  </a:lnTo>
                  <a:lnTo>
                    <a:pt x="275923" y="645890"/>
                  </a:lnTo>
                  <a:close/>
                  <a:moveTo>
                    <a:pt x="112745" y="392434"/>
                  </a:moveTo>
                  <a:lnTo>
                    <a:pt x="102692" y="395946"/>
                  </a:lnTo>
                  <a:lnTo>
                    <a:pt x="133190" y="425360"/>
                  </a:lnTo>
                  <a:close/>
                  <a:moveTo>
                    <a:pt x="425946" y="787893"/>
                  </a:moveTo>
                  <a:lnTo>
                    <a:pt x="471793" y="822455"/>
                  </a:lnTo>
                  <a:lnTo>
                    <a:pt x="461709" y="812481"/>
                  </a:lnTo>
                  <a:close/>
                  <a:moveTo>
                    <a:pt x="460633" y="821093"/>
                  </a:moveTo>
                  <a:lnTo>
                    <a:pt x="471793" y="822455"/>
                  </a:lnTo>
                  <a:lnTo>
                    <a:pt x="430060" y="792910"/>
                  </a:lnTo>
                  <a:close/>
                  <a:moveTo>
                    <a:pt x="276487" y="604400"/>
                  </a:moveTo>
                  <a:lnTo>
                    <a:pt x="280897" y="645562"/>
                  </a:lnTo>
                  <a:lnTo>
                    <a:pt x="299062" y="645890"/>
                  </a:lnTo>
                  <a:close/>
                  <a:moveTo>
                    <a:pt x="160476" y="446315"/>
                  </a:moveTo>
                  <a:lnTo>
                    <a:pt x="218202" y="441357"/>
                  </a:lnTo>
                  <a:lnTo>
                    <a:pt x="180652" y="425542"/>
                  </a:lnTo>
                  <a:close/>
                  <a:moveTo>
                    <a:pt x="234519" y="414784"/>
                  </a:moveTo>
                  <a:lnTo>
                    <a:pt x="218202" y="441357"/>
                  </a:lnTo>
                  <a:lnTo>
                    <a:pt x="215825" y="447641"/>
                  </a:lnTo>
                  <a:close/>
                  <a:moveTo>
                    <a:pt x="150723" y="408176"/>
                  </a:moveTo>
                  <a:lnTo>
                    <a:pt x="133190" y="425360"/>
                  </a:lnTo>
                  <a:lnTo>
                    <a:pt x="160476" y="446315"/>
                  </a:lnTo>
                  <a:close/>
                  <a:moveTo>
                    <a:pt x="218202" y="441357"/>
                  </a:moveTo>
                  <a:lnTo>
                    <a:pt x="229611" y="408176"/>
                  </a:lnTo>
                  <a:lnTo>
                    <a:pt x="228002" y="392994"/>
                  </a:lnTo>
                  <a:close/>
                  <a:moveTo>
                    <a:pt x="231319" y="394192"/>
                  </a:moveTo>
                  <a:lnTo>
                    <a:pt x="246497" y="422572"/>
                  </a:lnTo>
                  <a:lnTo>
                    <a:pt x="220686" y="443689"/>
                  </a:lnTo>
                  <a:close/>
                  <a:moveTo>
                    <a:pt x="180652" y="425542"/>
                  </a:moveTo>
                  <a:lnTo>
                    <a:pt x="218202" y="441357"/>
                  </a:lnTo>
                  <a:lnTo>
                    <a:pt x="215023" y="390993"/>
                  </a:lnTo>
                  <a:close/>
                  <a:moveTo>
                    <a:pt x="215023" y="390993"/>
                  </a:moveTo>
                  <a:lnTo>
                    <a:pt x="218202" y="441357"/>
                  </a:lnTo>
                  <a:lnTo>
                    <a:pt x="228002" y="392994"/>
                  </a:lnTo>
                  <a:close/>
                  <a:moveTo>
                    <a:pt x="213098" y="360364"/>
                  </a:moveTo>
                  <a:lnTo>
                    <a:pt x="228002" y="392994"/>
                  </a:lnTo>
                  <a:lnTo>
                    <a:pt x="229611" y="408176"/>
                  </a:lnTo>
                  <a:close/>
                  <a:moveTo>
                    <a:pt x="228002" y="392994"/>
                  </a:moveTo>
                  <a:lnTo>
                    <a:pt x="213098" y="360364"/>
                  </a:lnTo>
                  <a:lnTo>
                    <a:pt x="215023" y="390993"/>
                  </a:lnTo>
                  <a:close/>
                  <a:moveTo>
                    <a:pt x="213098" y="360364"/>
                  </a:moveTo>
                  <a:lnTo>
                    <a:pt x="198101" y="354238"/>
                  </a:lnTo>
                  <a:lnTo>
                    <a:pt x="215023" y="390993"/>
                  </a:lnTo>
                  <a:close/>
                  <a:moveTo>
                    <a:pt x="534412" y="631095"/>
                  </a:moveTo>
                  <a:lnTo>
                    <a:pt x="525865" y="648278"/>
                  </a:lnTo>
                  <a:lnTo>
                    <a:pt x="551825" y="667850"/>
                  </a:lnTo>
                  <a:close/>
                  <a:moveTo>
                    <a:pt x="491994" y="564638"/>
                  </a:moveTo>
                  <a:lnTo>
                    <a:pt x="475320" y="557585"/>
                  </a:lnTo>
                  <a:lnTo>
                    <a:pt x="490607" y="594340"/>
                  </a:lnTo>
                  <a:close/>
                  <a:moveTo>
                    <a:pt x="459594" y="528586"/>
                  </a:moveTo>
                  <a:lnTo>
                    <a:pt x="475320" y="557585"/>
                  </a:lnTo>
                  <a:lnTo>
                    <a:pt x="456379" y="521757"/>
                  </a:lnTo>
                  <a:close/>
                  <a:moveTo>
                    <a:pt x="456379" y="521757"/>
                  </a:moveTo>
                  <a:lnTo>
                    <a:pt x="475320" y="557585"/>
                  </a:lnTo>
                  <a:lnTo>
                    <a:pt x="491994" y="564638"/>
                  </a:lnTo>
                  <a:close/>
                  <a:moveTo>
                    <a:pt x="459594" y="528586"/>
                  </a:moveTo>
                  <a:lnTo>
                    <a:pt x="456379" y="521757"/>
                  </a:lnTo>
                  <a:lnTo>
                    <a:pt x="455694" y="520830"/>
                  </a:lnTo>
                  <a:close/>
                  <a:moveTo>
                    <a:pt x="217449" y="263545"/>
                  </a:moveTo>
                  <a:lnTo>
                    <a:pt x="217846" y="300300"/>
                  </a:lnTo>
                  <a:lnTo>
                    <a:pt x="195969" y="280728"/>
                  </a:lnTo>
                  <a:close/>
                  <a:moveTo>
                    <a:pt x="235395" y="300300"/>
                  </a:moveTo>
                  <a:lnTo>
                    <a:pt x="223836" y="263545"/>
                  </a:lnTo>
                  <a:lnTo>
                    <a:pt x="235590" y="279672"/>
                  </a:lnTo>
                  <a:close/>
                  <a:moveTo>
                    <a:pt x="489685" y="584174"/>
                  </a:moveTo>
                  <a:lnTo>
                    <a:pt x="491276" y="631095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90607" y="594340"/>
                  </a:lnTo>
                  <a:lnTo>
                    <a:pt x="475320" y="557585"/>
                  </a:lnTo>
                  <a:close/>
                  <a:moveTo>
                    <a:pt x="472845" y="553118"/>
                  </a:moveTo>
                  <a:lnTo>
                    <a:pt x="489685" y="584174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75320" y="557585"/>
                  </a:lnTo>
                  <a:lnTo>
                    <a:pt x="459594" y="528586"/>
                  </a:lnTo>
                  <a:close/>
                  <a:moveTo>
                    <a:pt x="388775" y="393381"/>
                  </a:moveTo>
                  <a:lnTo>
                    <a:pt x="400627" y="432692"/>
                  </a:lnTo>
                  <a:lnTo>
                    <a:pt x="420671" y="411428"/>
                  </a:lnTo>
                  <a:close/>
                  <a:moveTo>
                    <a:pt x="388775" y="393381"/>
                  </a:moveTo>
                  <a:lnTo>
                    <a:pt x="371295" y="410565"/>
                  </a:lnTo>
                  <a:lnTo>
                    <a:pt x="400627" y="432692"/>
                  </a:lnTo>
                  <a:close/>
                  <a:moveTo>
                    <a:pt x="381078" y="387972"/>
                  </a:moveTo>
                  <a:lnTo>
                    <a:pt x="353124" y="372537"/>
                  </a:lnTo>
                  <a:lnTo>
                    <a:pt x="388775" y="393381"/>
                  </a:lnTo>
                  <a:close/>
                  <a:moveTo>
                    <a:pt x="388775" y="393381"/>
                  </a:moveTo>
                  <a:lnTo>
                    <a:pt x="353124" y="372537"/>
                  </a:lnTo>
                  <a:lnTo>
                    <a:pt x="355071" y="373810"/>
                  </a:lnTo>
                  <a:close/>
                  <a:moveTo>
                    <a:pt x="388775" y="393381"/>
                  </a:moveTo>
                  <a:lnTo>
                    <a:pt x="355071" y="373810"/>
                  </a:lnTo>
                  <a:lnTo>
                    <a:pt x="371295" y="410565"/>
                  </a:lnTo>
                  <a:close/>
                  <a:moveTo>
                    <a:pt x="388775" y="393381"/>
                  </a:moveTo>
                  <a:lnTo>
                    <a:pt x="420671" y="411428"/>
                  </a:lnTo>
                  <a:lnTo>
                    <a:pt x="432008" y="380241"/>
                  </a:lnTo>
                  <a:close/>
                  <a:moveTo>
                    <a:pt x="422013" y="343620"/>
                  </a:moveTo>
                  <a:lnTo>
                    <a:pt x="388775" y="393381"/>
                  </a:lnTo>
                  <a:lnTo>
                    <a:pt x="432008" y="380241"/>
                  </a:lnTo>
                  <a:close/>
                  <a:moveTo>
                    <a:pt x="649586" y="517783"/>
                  </a:moveTo>
                  <a:lnTo>
                    <a:pt x="684042" y="542790"/>
                  </a:lnTo>
                  <a:lnTo>
                    <a:pt x="698160" y="550129"/>
                  </a:lnTo>
                  <a:close/>
                  <a:moveTo>
                    <a:pt x="570463" y="501537"/>
                  </a:moveTo>
                  <a:lnTo>
                    <a:pt x="604962" y="523218"/>
                  </a:lnTo>
                  <a:lnTo>
                    <a:pt x="592589" y="488055"/>
                  </a:lnTo>
                  <a:close/>
                  <a:moveTo>
                    <a:pt x="592589" y="488055"/>
                  </a:moveTo>
                  <a:lnTo>
                    <a:pt x="604962" y="523218"/>
                  </a:lnTo>
                  <a:lnTo>
                    <a:pt x="619604" y="470323"/>
                  </a:lnTo>
                  <a:close/>
                  <a:moveTo>
                    <a:pt x="613580" y="519968"/>
                  </a:moveTo>
                  <a:lnTo>
                    <a:pt x="641959" y="479237"/>
                  </a:lnTo>
                  <a:lnTo>
                    <a:pt x="619604" y="470323"/>
                  </a:lnTo>
                  <a:close/>
                  <a:moveTo>
                    <a:pt x="574748" y="469280"/>
                  </a:moveTo>
                  <a:lnTo>
                    <a:pt x="525438" y="447955"/>
                  </a:lnTo>
                  <a:lnTo>
                    <a:pt x="525434" y="449708"/>
                  </a:lnTo>
                  <a:close/>
                  <a:moveTo>
                    <a:pt x="513802" y="414266"/>
                  </a:moveTo>
                  <a:lnTo>
                    <a:pt x="525434" y="449708"/>
                  </a:lnTo>
                  <a:lnTo>
                    <a:pt x="525438" y="447955"/>
                  </a:lnTo>
                  <a:close/>
                  <a:moveTo>
                    <a:pt x="527427" y="432525"/>
                  </a:moveTo>
                  <a:lnTo>
                    <a:pt x="513802" y="414266"/>
                  </a:lnTo>
                  <a:lnTo>
                    <a:pt x="525438" y="447955"/>
                  </a:lnTo>
                  <a:close/>
                  <a:moveTo>
                    <a:pt x="684042" y="542790"/>
                  </a:moveTo>
                  <a:lnTo>
                    <a:pt x="685908" y="577748"/>
                  </a:lnTo>
                  <a:lnTo>
                    <a:pt x="688092" y="579545"/>
                  </a:lnTo>
                  <a:close/>
                  <a:moveTo>
                    <a:pt x="735402" y="552072"/>
                  </a:moveTo>
                  <a:lnTo>
                    <a:pt x="685908" y="577748"/>
                  </a:lnTo>
                  <a:lnTo>
                    <a:pt x="684042" y="542790"/>
                  </a:lnTo>
                  <a:close/>
                  <a:moveTo>
                    <a:pt x="919244" y="527994"/>
                  </a:moveTo>
                  <a:lnTo>
                    <a:pt x="912693" y="524210"/>
                  </a:lnTo>
                  <a:lnTo>
                    <a:pt x="890464" y="537308"/>
                  </a:lnTo>
                  <a:close/>
                  <a:moveTo>
                    <a:pt x="783304" y="418502"/>
                  </a:moveTo>
                  <a:lnTo>
                    <a:pt x="778551" y="467114"/>
                  </a:lnTo>
                  <a:lnTo>
                    <a:pt x="785718" y="471668"/>
                  </a:lnTo>
                  <a:close/>
                  <a:moveTo>
                    <a:pt x="768226" y="380975"/>
                  </a:moveTo>
                  <a:lnTo>
                    <a:pt x="742653" y="361403"/>
                  </a:lnTo>
                  <a:lnTo>
                    <a:pt x="755915" y="344219"/>
                  </a:lnTo>
                  <a:close/>
                  <a:moveTo>
                    <a:pt x="850389" y="454485"/>
                  </a:moveTo>
                  <a:lnTo>
                    <a:pt x="843354" y="441518"/>
                  </a:lnTo>
                  <a:lnTo>
                    <a:pt x="823939" y="412555"/>
                  </a:lnTo>
                  <a:close/>
                  <a:moveTo>
                    <a:pt x="784686" y="344219"/>
                  </a:moveTo>
                  <a:lnTo>
                    <a:pt x="800962" y="355621"/>
                  </a:lnTo>
                  <a:lnTo>
                    <a:pt x="804845" y="338584"/>
                  </a:lnTo>
                  <a:close/>
                  <a:moveTo>
                    <a:pt x="759525" y="307464"/>
                  </a:moveTo>
                  <a:lnTo>
                    <a:pt x="784686" y="344219"/>
                  </a:lnTo>
                  <a:lnTo>
                    <a:pt x="787355" y="290281"/>
                  </a:lnTo>
                  <a:close/>
                  <a:moveTo>
                    <a:pt x="840493" y="291944"/>
                  </a:moveTo>
                  <a:lnTo>
                    <a:pt x="815123" y="312357"/>
                  </a:lnTo>
                  <a:lnTo>
                    <a:pt x="804845" y="338584"/>
                  </a:lnTo>
                  <a:close/>
                  <a:moveTo>
                    <a:pt x="801247" y="260477"/>
                  </a:moveTo>
                  <a:lnTo>
                    <a:pt x="759525" y="307464"/>
                  </a:lnTo>
                  <a:lnTo>
                    <a:pt x="787355" y="290281"/>
                  </a:lnTo>
                  <a:close/>
                  <a:moveTo>
                    <a:pt x="941741" y="460455"/>
                  </a:moveTo>
                  <a:lnTo>
                    <a:pt x="940577" y="437301"/>
                  </a:lnTo>
                  <a:lnTo>
                    <a:pt x="929712" y="425487"/>
                  </a:lnTo>
                  <a:close/>
                  <a:moveTo>
                    <a:pt x="789864" y="236343"/>
                  </a:moveTo>
                  <a:lnTo>
                    <a:pt x="803969" y="249802"/>
                  </a:lnTo>
                  <a:lnTo>
                    <a:pt x="787355" y="290281"/>
                  </a:lnTo>
                  <a:close/>
                  <a:moveTo>
                    <a:pt x="666167" y="106506"/>
                  </a:moveTo>
                  <a:lnTo>
                    <a:pt x="697320" y="121064"/>
                  </a:lnTo>
                  <a:lnTo>
                    <a:pt x="712160" y="91276"/>
                  </a:lnTo>
                  <a:close/>
                  <a:moveTo>
                    <a:pt x="697320" y="121064"/>
                  </a:moveTo>
                  <a:lnTo>
                    <a:pt x="726289" y="89323"/>
                  </a:lnTo>
                  <a:lnTo>
                    <a:pt x="712160" y="91276"/>
                  </a:lnTo>
                  <a:close/>
                  <a:moveTo>
                    <a:pt x="712160" y="91276"/>
                  </a:moveTo>
                  <a:lnTo>
                    <a:pt x="726289" y="89323"/>
                  </a:lnTo>
                  <a:lnTo>
                    <a:pt x="713985" y="87164"/>
                  </a:lnTo>
                  <a:close/>
                  <a:moveTo>
                    <a:pt x="604278" y="69751"/>
                  </a:moveTo>
                  <a:lnTo>
                    <a:pt x="618771" y="68276"/>
                  </a:lnTo>
                  <a:lnTo>
                    <a:pt x="633985" y="37209"/>
                  </a:lnTo>
                  <a:close/>
                  <a:moveTo>
                    <a:pt x="618771" y="68276"/>
                  </a:moveTo>
                  <a:lnTo>
                    <a:pt x="663496" y="52568"/>
                  </a:lnTo>
                  <a:lnTo>
                    <a:pt x="633985" y="37209"/>
                  </a:lnTo>
                  <a:close/>
                  <a:moveTo>
                    <a:pt x="845065" y="199588"/>
                  </a:moveTo>
                  <a:lnTo>
                    <a:pt x="857866" y="236343"/>
                  </a:lnTo>
                  <a:lnTo>
                    <a:pt x="872560" y="182405"/>
                  </a:lnTo>
                  <a:close/>
                  <a:moveTo>
                    <a:pt x="752725" y="72139"/>
                  </a:moveTo>
                  <a:lnTo>
                    <a:pt x="749406" y="95020"/>
                  </a:lnTo>
                  <a:lnTo>
                    <a:pt x="772990" y="86990"/>
                  </a:lnTo>
                  <a:close/>
                  <a:moveTo>
                    <a:pt x="752725" y="72139"/>
                  </a:moveTo>
                  <a:lnTo>
                    <a:pt x="726289" y="89323"/>
                  </a:lnTo>
                  <a:lnTo>
                    <a:pt x="749406" y="95020"/>
                  </a:lnTo>
                  <a:close/>
                  <a:moveTo>
                    <a:pt x="800720" y="108894"/>
                  </a:moveTo>
                  <a:lnTo>
                    <a:pt x="772990" y="86990"/>
                  </a:lnTo>
                  <a:lnTo>
                    <a:pt x="794076" y="123603"/>
                  </a:lnTo>
                  <a:close/>
                  <a:moveTo>
                    <a:pt x="647713" y="0"/>
                  </a:moveTo>
                  <a:lnTo>
                    <a:pt x="675357" y="4614"/>
                  </a:lnTo>
                  <a:lnTo>
                    <a:pt x="658709" y="5071"/>
                  </a:lnTo>
                  <a:close/>
                  <a:moveTo>
                    <a:pt x="800720" y="108894"/>
                  </a:moveTo>
                  <a:lnTo>
                    <a:pt x="794076" y="123603"/>
                  </a:lnTo>
                  <a:lnTo>
                    <a:pt x="815641" y="121878"/>
                  </a:lnTo>
                  <a:close/>
                  <a:moveTo>
                    <a:pt x="916561" y="153842"/>
                  </a:moveTo>
                  <a:lnTo>
                    <a:pt x="872560" y="182405"/>
                  </a:lnTo>
                  <a:lnTo>
                    <a:pt x="918971" y="165737"/>
                  </a:lnTo>
                  <a:close/>
                  <a:moveTo>
                    <a:pt x="918971" y="165737"/>
                  </a:moveTo>
                  <a:lnTo>
                    <a:pt x="906912" y="213970"/>
                  </a:lnTo>
                  <a:lnTo>
                    <a:pt x="925198" y="182405"/>
                  </a:lnTo>
                  <a:close/>
                  <a:moveTo>
                    <a:pt x="925198" y="182405"/>
                  </a:moveTo>
                  <a:lnTo>
                    <a:pt x="916561" y="153842"/>
                  </a:lnTo>
                  <a:lnTo>
                    <a:pt x="918971" y="165737"/>
                  </a:lnTo>
                  <a:close/>
                  <a:moveTo>
                    <a:pt x="911664" y="128466"/>
                  </a:moveTo>
                  <a:lnTo>
                    <a:pt x="916561" y="153842"/>
                  </a:lnTo>
                  <a:lnTo>
                    <a:pt x="925198" y="182405"/>
                  </a:lnTo>
                  <a:close/>
                  <a:moveTo>
                    <a:pt x="875855" y="91711"/>
                  </a:moveTo>
                  <a:lnTo>
                    <a:pt x="873315" y="116729"/>
                  </a:lnTo>
                  <a:lnTo>
                    <a:pt x="884229" y="104486"/>
                  </a:lnTo>
                  <a:close/>
                  <a:moveTo>
                    <a:pt x="884229" y="104486"/>
                  </a:moveTo>
                  <a:lnTo>
                    <a:pt x="873315" y="116729"/>
                  </a:lnTo>
                  <a:lnTo>
                    <a:pt x="874601" y="129973"/>
                  </a:lnTo>
                  <a:close/>
                  <a:moveTo>
                    <a:pt x="898027" y="128466"/>
                  </a:moveTo>
                  <a:lnTo>
                    <a:pt x="908898" y="125188"/>
                  </a:lnTo>
                  <a:lnTo>
                    <a:pt x="884229" y="104486"/>
                  </a:lnTo>
                  <a:close/>
                  <a:moveTo>
                    <a:pt x="874601" y="129973"/>
                  </a:moveTo>
                  <a:lnTo>
                    <a:pt x="898027" y="128466"/>
                  </a:lnTo>
                  <a:lnTo>
                    <a:pt x="884229" y="104486"/>
                  </a:lnTo>
                  <a:close/>
                  <a:moveTo>
                    <a:pt x="898027" y="128466"/>
                  </a:moveTo>
                  <a:lnTo>
                    <a:pt x="916561" y="153842"/>
                  </a:lnTo>
                  <a:lnTo>
                    <a:pt x="911385" y="127157"/>
                  </a:lnTo>
                  <a:close/>
                  <a:moveTo>
                    <a:pt x="911385" y="127157"/>
                  </a:moveTo>
                  <a:lnTo>
                    <a:pt x="908898" y="125188"/>
                  </a:lnTo>
                  <a:lnTo>
                    <a:pt x="898027" y="128466"/>
                  </a:lnTo>
                  <a:close/>
                  <a:moveTo>
                    <a:pt x="873315" y="116729"/>
                  </a:moveTo>
                  <a:lnTo>
                    <a:pt x="875855" y="91711"/>
                  </a:lnTo>
                  <a:lnTo>
                    <a:pt x="877944" y="82509"/>
                  </a:lnTo>
                  <a:close/>
                  <a:moveTo>
                    <a:pt x="911385" y="127157"/>
                  </a:moveTo>
                  <a:lnTo>
                    <a:pt x="916561" y="153842"/>
                  </a:lnTo>
                  <a:lnTo>
                    <a:pt x="911664" y="128466"/>
                  </a:lnTo>
                  <a:close/>
                  <a:moveTo>
                    <a:pt x="911385" y="127157"/>
                  </a:moveTo>
                  <a:lnTo>
                    <a:pt x="911664" y="128466"/>
                  </a:lnTo>
                  <a:lnTo>
                    <a:pt x="908898" y="125188"/>
                  </a:lnTo>
                  <a:close/>
                  <a:moveTo>
                    <a:pt x="840174" y="91711"/>
                  </a:moveTo>
                  <a:lnTo>
                    <a:pt x="873315" y="116729"/>
                  </a:lnTo>
                  <a:lnTo>
                    <a:pt x="877944" y="8250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53" name="Input_density__53">
              <a:extLst>
                <a:ext uri="{FF2B5EF4-FFF2-40B4-BE49-F238E27FC236}">
                  <a16:creationId xmlns:a16="http://schemas.microsoft.com/office/drawing/2014/main" id="{1F8BA825-AE10-6EEF-58D8-B6A683E348FF}"/>
                </a:ext>
              </a:extLst>
            </p:cNvPr>
            <p:cNvSpPr>
              <a:spLocks noGrp="1"/>
            </p:cNvSpPr>
            <p:nvPr/>
          </p:nvSpPr>
          <p:spPr>
            <a:xfrm>
              <a:off x="1002377" y="2353534"/>
              <a:ext cx="830551" cy="566909"/>
            </a:xfrm>
            <a:custGeom>
              <a:avLst/>
              <a:gdLst/>
              <a:ahLst/>
              <a:cxnLst/>
              <a:rect l="0" t="0" r="0" b="0"/>
              <a:pathLst>
                <a:path w="830551" h="566909">
                  <a:moveTo>
                    <a:pt x="0" y="481611"/>
                  </a:moveTo>
                  <a:lnTo>
                    <a:pt x="8882" y="446508"/>
                  </a:lnTo>
                  <a:lnTo>
                    <a:pt x="2178" y="441526"/>
                  </a:lnTo>
                  <a:close/>
                  <a:moveTo>
                    <a:pt x="233289" y="566909"/>
                  </a:moveTo>
                  <a:lnTo>
                    <a:pt x="220868" y="561508"/>
                  </a:lnTo>
                  <a:lnTo>
                    <a:pt x="243973" y="554179"/>
                  </a:lnTo>
                  <a:close/>
                  <a:moveTo>
                    <a:pt x="243973" y="554179"/>
                  </a:moveTo>
                  <a:lnTo>
                    <a:pt x="220868" y="561508"/>
                  </a:lnTo>
                  <a:lnTo>
                    <a:pt x="260999" y="545935"/>
                  </a:lnTo>
                  <a:close/>
                  <a:moveTo>
                    <a:pt x="154967" y="319514"/>
                  </a:moveTo>
                  <a:lnTo>
                    <a:pt x="156840" y="316465"/>
                  </a:lnTo>
                  <a:lnTo>
                    <a:pt x="146016" y="353220"/>
                  </a:lnTo>
                  <a:close/>
                  <a:moveTo>
                    <a:pt x="727044" y="524589"/>
                  </a:moveTo>
                  <a:lnTo>
                    <a:pt x="745448" y="507405"/>
                  </a:lnTo>
                  <a:lnTo>
                    <a:pt x="735471" y="525263"/>
                  </a:lnTo>
                  <a:close/>
                  <a:moveTo>
                    <a:pt x="820521" y="53938"/>
                  </a:moveTo>
                  <a:lnTo>
                    <a:pt x="819304" y="12300"/>
                  </a:lnTo>
                  <a:lnTo>
                    <a:pt x="817486" y="43551"/>
                  </a:lnTo>
                  <a:close/>
                  <a:moveTo>
                    <a:pt x="830551" y="0"/>
                  </a:moveTo>
                  <a:lnTo>
                    <a:pt x="819304" y="12300"/>
                  </a:lnTo>
                  <a:lnTo>
                    <a:pt x="820521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54" name="Input_density__54">
              <a:extLst>
                <a:ext uri="{FF2B5EF4-FFF2-40B4-BE49-F238E27FC236}">
                  <a16:creationId xmlns:a16="http://schemas.microsoft.com/office/drawing/2014/main" id="{BF1125E8-A256-B0B8-6CDC-C31E59C447A4}"/>
                </a:ext>
              </a:extLst>
            </p:cNvPr>
            <p:cNvSpPr>
              <a:spLocks noGrp="1"/>
            </p:cNvSpPr>
            <p:nvPr/>
          </p:nvSpPr>
          <p:spPr>
            <a:xfrm>
              <a:off x="966741" y="2346687"/>
              <a:ext cx="866186" cy="835494"/>
            </a:xfrm>
            <a:custGeom>
              <a:avLst/>
              <a:gdLst/>
              <a:ahLst/>
              <a:cxnLst/>
              <a:rect l="0" t="0" r="0" b="0"/>
              <a:pathLst>
                <a:path w="866186" h="835494">
                  <a:moveTo>
                    <a:pt x="0" y="479797"/>
                  </a:moveTo>
                  <a:lnTo>
                    <a:pt x="35636" y="488458"/>
                  </a:lnTo>
                  <a:lnTo>
                    <a:pt x="23227" y="470430"/>
                  </a:lnTo>
                  <a:close/>
                  <a:moveTo>
                    <a:pt x="198008" y="625602"/>
                  </a:moveTo>
                  <a:lnTo>
                    <a:pt x="185308" y="606488"/>
                  </a:lnTo>
                  <a:lnTo>
                    <a:pt x="158286" y="601665"/>
                  </a:lnTo>
                  <a:close/>
                  <a:moveTo>
                    <a:pt x="444184" y="826923"/>
                  </a:moveTo>
                  <a:lnTo>
                    <a:pt x="473232" y="835494"/>
                  </a:lnTo>
                  <a:lnTo>
                    <a:pt x="455344" y="828285"/>
                  </a:lnTo>
                  <a:close/>
                  <a:moveTo>
                    <a:pt x="260038" y="610229"/>
                  </a:moveTo>
                  <a:lnTo>
                    <a:pt x="282613" y="651719"/>
                  </a:lnTo>
                  <a:lnTo>
                    <a:pt x="262218" y="614964"/>
                  </a:lnTo>
                  <a:close/>
                  <a:moveTo>
                    <a:pt x="458447" y="687834"/>
                  </a:moveTo>
                  <a:lnTo>
                    <a:pt x="477127" y="658675"/>
                  </a:lnTo>
                  <a:lnTo>
                    <a:pt x="477334" y="654107"/>
                  </a:lnTo>
                  <a:close/>
                  <a:moveTo>
                    <a:pt x="453091" y="695875"/>
                  </a:moveTo>
                  <a:lnTo>
                    <a:pt x="467118" y="691886"/>
                  </a:lnTo>
                  <a:lnTo>
                    <a:pt x="458447" y="687834"/>
                  </a:lnTo>
                  <a:close/>
                  <a:moveTo>
                    <a:pt x="281666" y="525186"/>
                  </a:moveTo>
                  <a:lnTo>
                    <a:pt x="279609" y="561026"/>
                  </a:lnTo>
                  <a:lnTo>
                    <a:pt x="296635" y="552782"/>
                  </a:lnTo>
                  <a:close/>
                  <a:moveTo>
                    <a:pt x="281666" y="525186"/>
                  </a:moveTo>
                  <a:lnTo>
                    <a:pt x="296635" y="552782"/>
                  </a:lnTo>
                  <a:lnTo>
                    <a:pt x="313824" y="520844"/>
                  </a:lnTo>
                  <a:close/>
                  <a:moveTo>
                    <a:pt x="313824" y="520844"/>
                  </a:moveTo>
                  <a:lnTo>
                    <a:pt x="326594" y="520803"/>
                  </a:lnTo>
                  <a:lnTo>
                    <a:pt x="324565" y="507087"/>
                  </a:lnTo>
                  <a:close/>
                  <a:moveTo>
                    <a:pt x="323962" y="530379"/>
                  </a:moveTo>
                  <a:lnTo>
                    <a:pt x="326594" y="520803"/>
                  </a:lnTo>
                  <a:lnTo>
                    <a:pt x="313824" y="520844"/>
                  </a:lnTo>
                  <a:close/>
                  <a:moveTo>
                    <a:pt x="296635" y="552782"/>
                  </a:moveTo>
                  <a:lnTo>
                    <a:pt x="323962" y="530379"/>
                  </a:lnTo>
                  <a:lnTo>
                    <a:pt x="313824" y="520844"/>
                  </a:lnTo>
                  <a:close/>
                  <a:moveTo>
                    <a:pt x="201397" y="306129"/>
                  </a:moveTo>
                  <a:lnTo>
                    <a:pt x="192476" y="323312"/>
                  </a:lnTo>
                  <a:lnTo>
                    <a:pt x="179519" y="286557"/>
                  </a:lnTo>
                  <a:close/>
                  <a:moveTo>
                    <a:pt x="440596" y="392804"/>
                  </a:moveTo>
                  <a:lnTo>
                    <a:pt x="404222" y="417258"/>
                  </a:lnTo>
                  <a:lnTo>
                    <a:pt x="433411" y="401813"/>
                  </a:lnTo>
                  <a:close/>
                  <a:moveTo>
                    <a:pt x="440596" y="392804"/>
                  </a:moveTo>
                  <a:lnTo>
                    <a:pt x="429319" y="386512"/>
                  </a:lnTo>
                  <a:lnTo>
                    <a:pt x="405564" y="349449"/>
                  </a:lnTo>
                  <a:close/>
                  <a:moveTo>
                    <a:pt x="669249" y="592848"/>
                  </a:moveTo>
                  <a:lnTo>
                    <a:pt x="681098" y="608784"/>
                  </a:lnTo>
                  <a:lnTo>
                    <a:pt x="685091" y="597957"/>
                  </a:lnTo>
                  <a:close/>
                  <a:moveTo>
                    <a:pt x="667812" y="629663"/>
                  </a:moveTo>
                  <a:lnTo>
                    <a:pt x="681098" y="608784"/>
                  </a:lnTo>
                  <a:lnTo>
                    <a:pt x="669249" y="592848"/>
                  </a:lnTo>
                  <a:close/>
                  <a:moveTo>
                    <a:pt x="685091" y="597957"/>
                  </a:moveTo>
                  <a:lnTo>
                    <a:pt x="681711" y="555958"/>
                  </a:lnTo>
                  <a:lnTo>
                    <a:pt x="671643" y="585374"/>
                  </a:lnTo>
                  <a:close/>
                  <a:moveTo>
                    <a:pt x="577791" y="424937"/>
                  </a:moveTo>
                  <a:lnTo>
                    <a:pt x="600629" y="433458"/>
                  </a:lnTo>
                  <a:lnTo>
                    <a:pt x="588767" y="398355"/>
                  </a:lnTo>
                  <a:close/>
                  <a:moveTo>
                    <a:pt x="602260" y="466967"/>
                  </a:moveTo>
                  <a:lnTo>
                    <a:pt x="605658" y="438354"/>
                  </a:lnTo>
                  <a:lnTo>
                    <a:pt x="600629" y="433458"/>
                  </a:lnTo>
                  <a:close/>
                  <a:moveTo>
                    <a:pt x="769269" y="477497"/>
                  </a:moveTo>
                  <a:lnTo>
                    <a:pt x="781084" y="514252"/>
                  </a:lnTo>
                  <a:lnTo>
                    <a:pt x="762546" y="494680"/>
                  </a:lnTo>
                  <a:close/>
                  <a:moveTo>
                    <a:pt x="751596" y="391990"/>
                  </a:moveTo>
                  <a:lnTo>
                    <a:pt x="766855" y="424331"/>
                  </a:lnTo>
                  <a:lnTo>
                    <a:pt x="765929" y="440742"/>
                  </a:lnTo>
                  <a:close/>
                  <a:moveTo>
                    <a:pt x="564419" y="65229"/>
                  </a:moveTo>
                  <a:lnTo>
                    <a:pt x="587829" y="75580"/>
                  </a:lnTo>
                  <a:lnTo>
                    <a:pt x="617536" y="43038"/>
                  </a:lnTo>
                  <a:close/>
                  <a:moveTo>
                    <a:pt x="732957" y="100849"/>
                  </a:moveTo>
                  <a:lnTo>
                    <a:pt x="752359" y="95152"/>
                  </a:lnTo>
                  <a:lnTo>
                    <a:pt x="756541" y="92820"/>
                  </a:lnTo>
                  <a:close/>
                  <a:moveTo>
                    <a:pt x="853122" y="50398"/>
                  </a:moveTo>
                  <a:lnTo>
                    <a:pt x="859406" y="97540"/>
                  </a:lnTo>
                  <a:lnTo>
                    <a:pt x="856157" y="60785"/>
                  </a:lnTo>
                  <a:close/>
                  <a:moveTo>
                    <a:pt x="853122" y="50398"/>
                  </a:moveTo>
                  <a:lnTo>
                    <a:pt x="854940" y="19147"/>
                  </a:lnTo>
                  <a:lnTo>
                    <a:pt x="826789" y="38472"/>
                  </a:lnTo>
                  <a:close/>
                  <a:moveTo>
                    <a:pt x="860072" y="0"/>
                  </a:moveTo>
                  <a:lnTo>
                    <a:pt x="854940" y="19147"/>
                  </a:lnTo>
                  <a:lnTo>
                    <a:pt x="866186" y="684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55" name="Input_density__55">
              <a:extLst>
                <a:ext uri="{FF2B5EF4-FFF2-40B4-BE49-F238E27FC236}">
                  <a16:creationId xmlns:a16="http://schemas.microsoft.com/office/drawing/2014/main" id="{B41E4F5C-AA6F-0B33-07AF-A4319A826233}"/>
                </a:ext>
              </a:extLst>
            </p:cNvPr>
            <p:cNvSpPr>
              <a:spLocks noGrp="1"/>
            </p:cNvSpPr>
            <p:nvPr/>
          </p:nvSpPr>
          <p:spPr>
            <a:xfrm>
              <a:off x="1672268" y="2371894"/>
              <a:ext cx="32930" cy="19172"/>
            </a:xfrm>
            <a:custGeom>
              <a:avLst/>
              <a:gdLst/>
              <a:ahLst/>
              <a:cxnLst/>
              <a:rect l="0" t="0" r="0" b="0"/>
              <a:pathLst>
                <a:path w="32930" h="19172">
                  <a:moveTo>
                    <a:pt x="27752" y="16007"/>
                  </a:moveTo>
                  <a:lnTo>
                    <a:pt x="32930" y="0"/>
                  </a:lnTo>
                  <a:lnTo>
                    <a:pt x="0" y="1917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56" name="Input_density__56">
              <a:extLst>
                <a:ext uri="{FF2B5EF4-FFF2-40B4-BE49-F238E27FC236}">
                  <a16:creationId xmlns:a16="http://schemas.microsoft.com/office/drawing/2014/main" id="{0F7A1DF9-10F3-633D-CF32-FCDF71493FD5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163620"/>
              <a:ext cx="933581" cy="1121382"/>
            </a:xfrm>
            <a:custGeom>
              <a:avLst/>
              <a:gdLst/>
              <a:ahLst/>
              <a:cxnLst/>
              <a:rect l="0" t="0" r="0" b="0"/>
              <a:pathLst>
                <a:path w="933581" h="1121382">
                  <a:moveTo>
                    <a:pt x="271792" y="1121382"/>
                  </a:moveTo>
                  <a:lnTo>
                    <a:pt x="250122" y="1094238"/>
                  </a:lnTo>
                  <a:lnTo>
                    <a:pt x="254658" y="1106866"/>
                  </a:lnTo>
                  <a:close/>
                  <a:moveTo>
                    <a:pt x="258334" y="1099431"/>
                  </a:moveTo>
                  <a:lnTo>
                    <a:pt x="250122" y="1094238"/>
                  </a:lnTo>
                  <a:lnTo>
                    <a:pt x="271792" y="1121382"/>
                  </a:lnTo>
                  <a:close/>
                  <a:moveTo>
                    <a:pt x="254658" y="1106866"/>
                  </a:moveTo>
                  <a:lnTo>
                    <a:pt x="250122" y="1094238"/>
                  </a:lnTo>
                  <a:lnTo>
                    <a:pt x="229683" y="1066108"/>
                  </a:lnTo>
                  <a:close/>
                  <a:moveTo>
                    <a:pt x="248900" y="1089683"/>
                  </a:moveTo>
                  <a:lnTo>
                    <a:pt x="229683" y="1066108"/>
                  </a:lnTo>
                  <a:lnTo>
                    <a:pt x="250122" y="1094238"/>
                  </a:lnTo>
                  <a:close/>
                  <a:moveTo>
                    <a:pt x="248900" y="1089683"/>
                  </a:moveTo>
                  <a:lnTo>
                    <a:pt x="218188" y="1052928"/>
                  </a:lnTo>
                  <a:lnTo>
                    <a:pt x="229683" y="1066108"/>
                  </a:lnTo>
                  <a:close/>
                  <a:moveTo>
                    <a:pt x="235927" y="823240"/>
                  </a:moveTo>
                  <a:lnTo>
                    <a:pt x="211401" y="798031"/>
                  </a:lnTo>
                  <a:lnTo>
                    <a:pt x="211592" y="812334"/>
                  </a:lnTo>
                  <a:close/>
                  <a:moveTo>
                    <a:pt x="156005" y="761276"/>
                  </a:moveTo>
                  <a:lnTo>
                    <a:pt x="151996" y="758590"/>
                  </a:lnTo>
                  <a:lnTo>
                    <a:pt x="127474" y="763112"/>
                  </a:lnTo>
                  <a:close/>
                  <a:moveTo>
                    <a:pt x="2899" y="631439"/>
                  </a:moveTo>
                  <a:lnTo>
                    <a:pt x="38675" y="665571"/>
                  </a:lnTo>
                  <a:lnTo>
                    <a:pt x="0" y="625177"/>
                  </a:lnTo>
                  <a:close/>
                  <a:moveTo>
                    <a:pt x="417786" y="976789"/>
                  </a:moveTo>
                  <a:lnTo>
                    <a:pt x="453550" y="1001378"/>
                  </a:lnTo>
                  <a:lnTo>
                    <a:pt x="441008" y="995492"/>
                  </a:lnTo>
                  <a:close/>
                  <a:moveTo>
                    <a:pt x="211401" y="798031"/>
                  </a:moveTo>
                  <a:lnTo>
                    <a:pt x="235927" y="823240"/>
                  </a:lnTo>
                  <a:lnTo>
                    <a:pt x="237533" y="791244"/>
                  </a:lnTo>
                  <a:close/>
                  <a:moveTo>
                    <a:pt x="237533" y="791244"/>
                  </a:moveTo>
                  <a:lnTo>
                    <a:pt x="235927" y="823240"/>
                  </a:lnTo>
                  <a:lnTo>
                    <a:pt x="272738" y="834458"/>
                  </a:lnTo>
                  <a:close/>
                  <a:moveTo>
                    <a:pt x="156005" y="761276"/>
                  </a:moveTo>
                  <a:lnTo>
                    <a:pt x="193598" y="789555"/>
                  </a:lnTo>
                  <a:lnTo>
                    <a:pt x="185745" y="744093"/>
                  </a:lnTo>
                  <a:close/>
                  <a:moveTo>
                    <a:pt x="211401" y="798031"/>
                  </a:moveTo>
                  <a:lnTo>
                    <a:pt x="237533" y="791244"/>
                  </a:lnTo>
                  <a:lnTo>
                    <a:pt x="193598" y="789555"/>
                  </a:lnTo>
                  <a:close/>
                  <a:moveTo>
                    <a:pt x="409505" y="964622"/>
                  </a:moveTo>
                  <a:lnTo>
                    <a:pt x="417786" y="976789"/>
                  </a:lnTo>
                  <a:lnTo>
                    <a:pt x="441008" y="995492"/>
                  </a:lnTo>
                  <a:close/>
                  <a:moveTo>
                    <a:pt x="441008" y="995492"/>
                  </a:moveTo>
                  <a:lnTo>
                    <a:pt x="453550" y="1001378"/>
                  </a:lnTo>
                  <a:lnTo>
                    <a:pt x="452129" y="993616"/>
                  </a:lnTo>
                  <a:close/>
                  <a:moveTo>
                    <a:pt x="441008" y="995492"/>
                  </a:moveTo>
                  <a:lnTo>
                    <a:pt x="452129" y="993616"/>
                  </a:lnTo>
                  <a:lnTo>
                    <a:pt x="409505" y="964622"/>
                  </a:lnTo>
                  <a:close/>
                  <a:moveTo>
                    <a:pt x="166845" y="660294"/>
                  </a:moveTo>
                  <a:lnTo>
                    <a:pt x="169397" y="670582"/>
                  </a:lnTo>
                  <a:lnTo>
                    <a:pt x="150018" y="654985"/>
                  </a:lnTo>
                  <a:close/>
                  <a:moveTo>
                    <a:pt x="212526" y="632585"/>
                  </a:moveTo>
                  <a:lnTo>
                    <a:pt x="205829" y="670582"/>
                  </a:lnTo>
                  <a:lnTo>
                    <a:pt x="206136" y="655439"/>
                  </a:lnTo>
                  <a:close/>
                  <a:moveTo>
                    <a:pt x="212526" y="632585"/>
                  </a:moveTo>
                  <a:lnTo>
                    <a:pt x="206136" y="655439"/>
                  </a:lnTo>
                  <a:lnTo>
                    <a:pt x="185385" y="627562"/>
                  </a:lnTo>
                  <a:close/>
                  <a:moveTo>
                    <a:pt x="132621" y="589943"/>
                  </a:moveTo>
                  <a:lnTo>
                    <a:pt x="140506" y="579889"/>
                  </a:lnTo>
                  <a:lnTo>
                    <a:pt x="115913" y="555841"/>
                  </a:lnTo>
                  <a:close/>
                  <a:moveTo>
                    <a:pt x="371192" y="853340"/>
                  </a:moveTo>
                  <a:lnTo>
                    <a:pt x="359121" y="842272"/>
                  </a:lnTo>
                  <a:lnTo>
                    <a:pt x="359931" y="837174"/>
                  </a:lnTo>
                  <a:close/>
                  <a:moveTo>
                    <a:pt x="332933" y="812609"/>
                  </a:moveTo>
                  <a:lnTo>
                    <a:pt x="359931" y="837174"/>
                  </a:lnTo>
                  <a:lnTo>
                    <a:pt x="357156" y="834926"/>
                  </a:lnTo>
                  <a:close/>
                  <a:moveTo>
                    <a:pt x="460559" y="897269"/>
                  </a:moveTo>
                  <a:lnTo>
                    <a:pt x="482644" y="906402"/>
                  </a:lnTo>
                  <a:lnTo>
                    <a:pt x="471809" y="889867"/>
                  </a:lnTo>
                  <a:close/>
                  <a:moveTo>
                    <a:pt x="414032" y="826793"/>
                  </a:moveTo>
                  <a:lnTo>
                    <a:pt x="432874" y="868873"/>
                  </a:lnTo>
                  <a:lnTo>
                    <a:pt x="443421" y="821708"/>
                  </a:lnTo>
                  <a:close/>
                  <a:moveTo>
                    <a:pt x="432874" y="868873"/>
                  </a:moveTo>
                  <a:lnTo>
                    <a:pt x="464755" y="819991"/>
                  </a:lnTo>
                  <a:lnTo>
                    <a:pt x="443421" y="821708"/>
                  </a:lnTo>
                  <a:close/>
                  <a:moveTo>
                    <a:pt x="297266" y="680276"/>
                  </a:moveTo>
                  <a:lnTo>
                    <a:pt x="260628" y="723179"/>
                  </a:lnTo>
                  <a:lnTo>
                    <a:pt x="289956" y="708253"/>
                  </a:lnTo>
                  <a:close/>
                  <a:moveTo>
                    <a:pt x="289956" y="708253"/>
                  </a:moveTo>
                  <a:lnTo>
                    <a:pt x="337241" y="674865"/>
                  </a:lnTo>
                  <a:lnTo>
                    <a:pt x="297266" y="680276"/>
                  </a:lnTo>
                  <a:close/>
                  <a:moveTo>
                    <a:pt x="297266" y="680276"/>
                  </a:moveTo>
                  <a:lnTo>
                    <a:pt x="337241" y="674865"/>
                  </a:lnTo>
                  <a:lnTo>
                    <a:pt x="322076" y="642446"/>
                  </a:lnTo>
                  <a:close/>
                  <a:moveTo>
                    <a:pt x="295332" y="637101"/>
                  </a:moveTo>
                  <a:lnTo>
                    <a:pt x="322076" y="642446"/>
                  </a:lnTo>
                  <a:lnTo>
                    <a:pt x="266572" y="615736"/>
                  </a:lnTo>
                  <a:close/>
                  <a:moveTo>
                    <a:pt x="295332" y="637101"/>
                  </a:moveTo>
                  <a:lnTo>
                    <a:pt x="266572" y="615736"/>
                  </a:lnTo>
                  <a:lnTo>
                    <a:pt x="285789" y="636216"/>
                  </a:lnTo>
                  <a:close/>
                  <a:moveTo>
                    <a:pt x="464755" y="819991"/>
                  </a:moveTo>
                  <a:lnTo>
                    <a:pt x="479842" y="823693"/>
                  </a:lnTo>
                  <a:lnTo>
                    <a:pt x="481426" y="817898"/>
                  </a:lnTo>
                  <a:close/>
                  <a:moveTo>
                    <a:pt x="479842" y="823693"/>
                  </a:moveTo>
                  <a:lnTo>
                    <a:pt x="483116" y="819991"/>
                  </a:lnTo>
                  <a:lnTo>
                    <a:pt x="481426" y="817898"/>
                  </a:lnTo>
                  <a:close/>
                  <a:moveTo>
                    <a:pt x="481526" y="773070"/>
                  </a:moveTo>
                  <a:lnTo>
                    <a:pt x="481426" y="817898"/>
                  </a:lnTo>
                  <a:lnTo>
                    <a:pt x="483116" y="819991"/>
                  </a:lnTo>
                  <a:close/>
                  <a:moveTo>
                    <a:pt x="414876" y="733739"/>
                  </a:moveTo>
                  <a:lnTo>
                    <a:pt x="430912" y="765330"/>
                  </a:lnTo>
                  <a:lnTo>
                    <a:pt x="431102" y="742228"/>
                  </a:lnTo>
                  <a:close/>
                  <a:moveTo>
                    <a:pt x="402740" y="782945"/>
                  </a:moveTo>
                  <a:lnTo>
                    <a:pt x="430912" y="765330"/>
                  </a:lnTo>
                  <a:lnTo>
                    <a:pt x="414876" y="733739"/>
                  </a:lnTo>
                  <a:close/>
                  <a:moveTo>
                    <a:pt x="431102" y="742228"/>
                  </a:moveTo>
                  <a:lnTo>
                    <a:pt x="430912" y="765330"/>
                  </a:lnTo>
                  <a:lnTo>
                    <a:pt x="481526" y="773070"/>
                  </a:lnTo>
                  <a:close/>
                  <a:moveTo>
                    <a:pt x="464685" y="742014"/>
                  </a:moveTo>
                  <a:lnTo>
                    <a:pt x="431102" y="742228"/>
                  </a:lnTo>
                  <a:lnTo>
                    <a:pt x="481526" y="773070"/>
                  </a:lnTo>
                  <a:close/>
                  <a:moveTo>
                    <a:pt x="181722" y="489196"/>
                  </a:moveTo>
                  <a:lnTo>
                    <a:pt x="221172" y="508974"/>
                  </a:lnTo>
                  <a:lnTo>
                    <a:pt x="194284" y="486086"/>
                  </a:lnTo>
                  <a:close/>
                  <a:moveTo>
                    <a:pt x="194284" y="486086"/>
                  </a:moveTo>
                  <a:lnTo>
                    <a:pt x="202484" y="525951"/>
                  </a:lnTo>
                  <a:lnTo>
                    <a:pt x="209686" y="489196"/>
                  </a:lnTo>
                  <a:close/>
                  <a:moveTo>
                    <a:pt x="227236" y="489196"/>
                  </a:moveTo>
                  <a:lnTo>
                    <a:pt x="262838" y="510656"/>
                  </a:lnTo>
                  <a:lnTo>
                    <a:pt x="271784" y="508768"/>
                  </a:lnTo>
                  <a:close/>
                  <a:moveTo>
                    <a:pt x="251959" y="472012"/>
                  </a:moveTo>
                  <a:lnTo>
                    <a:pt x="227236" y="489196"/>
                  </a:lnTo>
                  <a:lnTo>
                    <a:pt x="271784" y="508768"/>
                  </a:lnTo>
                  <a:close/>
                  <a:moveTo>
                    <a:pt x="239107" y="450296"/>
                  </a:moveTo>
                  <a:lnTo>
                    <a:pt x="219371" y="448032"/>
                  </a:lnTo>
                  <a:lnTo>
                    <a:pt x="251959" y="472012"/>
                  </a:lnTo>
                  <a:close/>
                  <a:moveTo>
                    <a:pt x="199012" y="437495"/>
                  </a:moveTo>
                  <a:lnTo>
                    <a:pt x="209290" y="452441"/>
                  </a:lnTo>
                  <a:lnTo>
                    <a:pt x="180615" y="407705"/>
                  </a:lnTo>
                  <a:close/>
                  <a:moveTo>
                    <a:pt x="156153" y="400504"/>
                  </a:moveTo>
                  <a:lnTo>
                    <a:pt x="199012" y="437495"/>
                  </a:lnTo>
                  <a:lnTo>
                    <a:pt x="180615" y="407705"/>
                  </a:lnTo>
                  <a:close/>
                  <a:moveTo>
                    <a:pt x="271784" y="508768"/>
                  </a:moveTo>
                  <a:lnTo>
                    <a:pt x="273228" y="520830"/>
                  </a:lnTo>
                  <a:lnTo>
                    <a:pt x="294561" y="533053"/>
                  </a:lnTo>
                  <a:close/>
                  <a:moveTo>
                    <a:pt x="534074" y="802185"/>
                  </a:moveTo>
                  <a:lnTo>
                    <a:pt x="542692" y="837892"/>
                  </a:lnTo>
                  <a:lnTo>
                    <a:pt x="515981" y="789806"/>
                  </a:lnTo>
                  <a:close/>
                  <a:moveTo>
                    <a:pt x="328216" y="528339"/>
                  </a:moveTo>
                  <a:lnTo>
                    <a:pt x="308194" y="545522"/>
                  </a:lnTo>
                  <a:lnTo>
                    <a:pt x="340932" y="581852"/>
                  </a:lnTo>
                  <a:close/>
                  <a:moveTo>
                    <a:pt x="308194" y="545522"/>
                  </a:moveTo>
                  <a:lnTo>
                    <a:pt x="328216" y="528339"/>
                  </a:lnTo>
                  <a:lnTo>
                    <a:pt x="294561" y="533053"/>
                  </a:lnTo>
                  <a:close/>
                  <a:moveTo>
                    <a:pt x="251959" y="472012"/>
                  </a:moveTo>
                  <a:lnTo>
                    <a:pt x="271784" y="508768"/>
                  </a:lnTo>
                  <a:lnTo>
                    <a:pt x="251075" y="467005"/>
                  </a:lnTo>
                  <a:close/>
                  <a:moveTo>
                    <a:pt x="239107" y="450296"/>
                  </a:moveTo>
                  <a:lnTo>
                    <a:pt x="251959" y="472012"/>
                  </a:lnTo>
                  <a:lnTo>
                    <a:pt x="251075" y="467005"/>
                  </a:lnTo>
                  <a:close/>
                  <a:moveTo>
                    <a:pt x="566589" y="658176"/>
                  </a:moveTo>
                  <a:lnTo>
                    <a:pt x="562303" y="690433"/>
                  </a:lnTo>
                  <a:lnTo>
                    <a:pt x="584430" y="676952"/>
                  </a:lnTo>
                  <a:close/>
                  <a:moveTo>
                    <a:pt x="540209" y="636193"/>
                  </a:moveTo>
                  <a:lnTo>
                    <a:pt x="517278" y="636851"/>
                  </a:lnTo>
                  <a:lnTo>
                    <a:pt x="566589" y="658176"/>
                  </a:lnTo>
                  <a:close/>
                  <a:moveTo>
                    <a:pt x="496855" y="584666"/>
                  </a:moveTo>
                  <a:lnTo>
                    <a:pt x="505195" y="601849"/>
                  </a:lnTo>
                  <a:lnTo>
                    <a:pt x="519267" y="621421"/>
                  </a:lnTo>
                  <a:close/>
                  <a:moveTo>
                    <a:pt x="406048" y="474401"/>
                  </a:moveTo>
                  <a:lnTo>
                    <a:pt x="400266" y="486700"/>
                  </a:lnTo>
                  <a:lnTo>
                    <a:pt x="402397" y="528339"/>
                  </a:lnTo>
                  <a:close/>
                  <a:moveTo>
                    <a:pt x="406048" y="474401"/>
                  </a:moveTo>
                  <a:lnTo>
                    <a:pt x="372446" y="449596"/>
                  </a:lnTo>
                  <a:lnTo>
                    <a:pt x="394299" y="464389"/>
                  </a:lnTo>
                  <a:close/>
                  <a:moveTo>
                    <a:pt x="352168" y="438994"/>
                  </a:moveTo>
                  <a:lnTo>
                    <a:pt x="361177" y="465129"/>
                  </a:lnTo>
                  <a:lnTo>
                    <a:pt x="394299" y="464389"/>
                  </a:lnTo>
                  <a:close/>
                  <a:moveTo>
                    <a:pt x="304232" y="376796"/>
                  </a:moveTo>
                  <a:lnTo>
                    <a:pt x="331189" y="400891"/>
                  </a:lnTo>
                  <a:lnTo>
                    <a:pt x="292264" y="371113"/>
                  </a:lnTo>
                  <a:close/>
                  <a:moveTo>
                    <a:pt x="519267" y="621421"/>
                  </a:moveTo>
                  <a:lnTo>
                    <a:pt x="517278" y="636851"/>
                  </a:lnTo>
                  <a:lnTo>
                    <a:pt x="540209" y="636193"/>
                  </a:lnTo>
                  <a:close/>
                  <a:moveTo>
                    <a:pt x="540209" y="636193"/>
                  </a:moveTo>
                  <a:lnTo>
                    <a:pt x="566589" y="658176"/>
                  </a:lnTo>
                  <a:lnTo>
                    <a:pt x="559398" y="611728"/>
                  </a:lnTo>
                  <a:close/>
                  <a:moveTo>
                    <a:pt x="559398" y="611728"/>
                  </a:moveTo>
                  <a:lnTo>
                    <a:pt x="566589" y="658176"/>
                  </a:lnTo>
                  <a:lnTo>
                    <a:pt x="586080" y="608004"/>
                  </a:lnTo>
                  <a:close/>
                  <a:moveTo>
                    <a:pt x="586080" y="608004"/>
                  </a:moveTo>
                  <a:lnTo>
                    <a:pt x="566589" y="658176"/>
                  </a:lnTo>
                  <a:lnTo>
                    <a:pt x="588563" y="650733"/>
                  </a:lnTo>
                  <a:close/>
                  <a:moveTo>
                    <a:pt x="588563" y="650733"/>
                  </a:moveTo>
                  <a:lnTo>
                    <a:pt x="584430" y="676952"/>
                  </a:lnTo>
                  <a:lnTo>
                    <a:pt x="609077" y="658176"/>
                  </a:lnTo>
                  <a:close/>
                  <a:moveTo>
                    <a:pt x="548684" y="604237"/>
                  </a:moveTo>
                  <a:lnTo>
                    <a:pt x="519267" y="621421"/>
                  </a:lnTo>
                  <a:lnTo>
                    <a:pt x="540209" y="636193"/>
                  </a:lnTo>
                  <a:close/>
                  <a:moveTo>
                    <a:pt x="548684" y="604237"/>
                  </a:moveTo>
                  <a:lnTo>
                    <a:pt x="496855" y="584666"/>
                  </a:lnTo>
                  <a:lnTo>
                    <a:pt x="519267" y="621421"/>
                  </a:lnTo>
                  <a:close/>
                  <a:moveTo>
                    <a:pt x="400719" y="471359"/>
                  </a:moveTo>
                  <a:lnTo>
                    <a:pt x="400266" y="486700"/>
                  </a:lnTo>
                  <a:lnTo>
                    <a:pt x="406048" y="474401"/>
                  </a:lnTo>
                  <a:close/>
                  <a:moveTo>
                    <a:pt x="400719" y="471359"/>
                  </a:moveTo>
                  <a:lnTo>
                    <a:pt x="406048" y="474401"/>
                  </a:lnTo>
                  <a:lnTo>
                    <a:pt x="394299" y="464389"/>
                  </a:lnTo>
                  <a:close/>
                  <a:moveTo>
                    <a:pt x="738112" y="655164"/>
                  </a:moveTo>
                  <a:lnTo>
                    <a:pt x="770391" y="656010"/>
                  </a:lnTo>
                  <a:lnTo>
                    <a:pt x="775145" y="607398"/>
                  </a:lnTo>
                  <a:close/>
                  <a:moveTo>
                    <a:pt x="738112" y="655164"/>
                  </a:moveTo>
                  <a:lnTo>
                    <a:pt x="775145" y="607398"/>
                  </a:lnTo>
                  <a:lnTo>
                    <a:pt x="736367" y="611836"/>
                  </a:lnTo>
                  <a:close/>
                  <a:moveTo>
                    <a:pt x="701890" y="612777"/>
                  </a:moveTo>
                  <a:lnTo>
                    <a:pt x="738112" y="655164"/>
                  </a:lnTo>
                  <a:lnTo>
                    <a:pt x="736367" y="611836"/>
                  </a:lnTo>
                  <a:close/>
                  <a:moveTo>
                    <a:pt x="694956" y="573667"/>
                  </a:moveTo>
                  <a:lnTo>
                    <a:pt x="707050" y="597632"/>
                  </a:lnTo>
                  <a:lnTo>
                    <a:pt x="651821" y="587054"/>
                  </a:lnTo>
                  <a:close/>
                  <a:moveTo>
                    <a:pt x="739729" y="595234"/>
                  </a:moveTo>
                  <a:lnTo>
                    <a:pt x="707050" y="597632"/>
                  </a:lnTo>
                  <a:lnTo>
                    <a:pt x="687370" y="587054"/>
                  </a:lnTo>
                  <a:close/>
                  <a:moveTo>
                    <a:pt x="701890" y="612777"/>
                  </a:moveTo>
                  <a:lnTo>
                    <a:pt x="736367" y="611836"/>
                  </a:lnTo>
                  <a:lnTo>
                    <a:pt x="687370" y="587054"/>
                  </a:lnTo>
                  <a:close/>
                  <a:moveTo>
                    <a:pt x="759885" y="575057"/>
                  </a:moveTo>
                  <a:lnTo>
                    <a:pt x="736367" y="611836"/>
                  </a:lnTo>
                  <a:lnTo>
                    <a:pt x="775145" y="607398"/>
                  </a:lnTo>
                  <a:close/>
                  <a:moveTo>
                    <a:pt x="750223" y="555823"/>
                  </a:moveTo>
                  <a:lnTo>
                    <a:pt x="707050" y="597632"/>
                  </a:lnTo>
                  <a:lnTo>
                    <a:pt x="739729" y="595234"/>
                  </a:lnTo>
                  <a:close/>
                  <a:moveTo>
                    <a:pt x="750223" y="555823"/>
                  </a:moveTo>
                  <a:lnTo>
                    <a:pt x="739729" y="595234"/>
                  </a:lnTo>
                  <a:lnTo>
                    <a:pt x="760067" y="569871"/>
                  </a:lnTo>
                  <a:close/>
                  <a:moveTo>
                    <a:pt x="832802" y="626197"/>
                  </a:moveTo>
                  <a:lnTo>
                    <a:pt x="815780" y="601451"/>
                  </a:lnTo>
                  <a:lnTo>
                    <a:pt x="835195" y="630414"/>
                  </a:lnTo>
                  <a:close/>
                  <a:moveTo>
                    <a:pt x="921552" y="614383"/>
                  </a:moveTo>
                  <a:lnTo>
                    <a:pt x="892540" y="610882"/>
                  </a:lnTo>
                  <a:lnTo>
                    <a:pt x="933581" y="649351"/>
                  </a:lnTo>
                  <a:close/>
                  <a:moveTo>
                    <a:pt x="892540" y="610882"/>
                  </a:moveTo>
                  <a:lnTo>
                    <a:pt x="844257" y="640688"/>
                  </a:lnTo>
                  <a:lnTo>
                    <a:pt x="879420" y="647581"/>
                  </a:lnTo>
                  <a:close/>
                  <a:moveTo>
                    <a:pt x="892540" y="610882"/>
                  </a:moveTo>
                  <a:lnTo>
                    <a:pt x="848340" y="619727"/>
                  </a:lnTo>
                  <a:lnTo>
                    <a:pt x="844257" y="640688"/>
                  </a:lnTo>
                  <a:close/>
                  <a:moveTo>
                    <a:pt x="848340" y="619727"/>
                  </a:moveTo>
                  <a:lnTo>
                    <a:pt x="892540" y="610882"/>
                  </a:lnTo>
                  <a:lnTo>
                    <a:pt x="858089" y="596196"/>
                  </a:lnTo>
                  <a:close/>
                  <a:moveTo>
                    <a:pt x="892540" y="610882"/>
                  </a:moveTo>
                  <a:lnTo>
                    <a:pt x="893164" y="602758"/>
                  </a:lnTo>
                  <a:lnTo>
                    <a:pt x="858089" y="596196"/>
                  </a:lnTo>
                  <a:close/>
                  <a:moveTo>
                    <a:pt x="825007" y="572259"/>
                  </a:moveTo>
                  <a:lnTo>
                    <a:pt x="800765" y="541822"/>
                  </a:lnTo>
                  <a:lnTo>
                    <a:pt x="809342" y="552687"/>
                  </a:lnTo>
                  <a:close/>
                  <a:moveTo>
                    <a:pt x="825007" y="572259"/>
                  </a:moveTo>
                  <a:lnTo>
                    <a:pt x="809342" y="552687"/>
                  </a:lnTo>
                  <a:lnTo>
                    <a:pt x="814353" y="589442"/>
                  </a:lnTo>
                  <a:close/>
                  <a:moveTo>
                    <a:pt x="806708" y="461994"/>
                  </a:moveTo>
                  <a:lnTo>
                    <a:pt x="806963" y="501253"/>
                  </a:lnTo>
                  <a:lnTo>
                    <a:pt x="828971" y="487326"/>
                  </a:lnTo>
                  <a:close/>
                  <a:moveTo>
                    <a:pt x="486178" y="94444"/>
                  </a:moveTo>
                  <a:lnTo>
                    <a:pt x="472784" y="64223"/>
                  </a:lnTo>
                  <a:lnTo>
                    <a:pt x="487350" y="97129"/>
                  </a:lnTo>
                  <a:close/>
                  <a:moveTo>
                    <a:pt x="893164" y="602758"/>
                  </a:moveTo>
                  <a:lnTo>
                    <a:pt x="890724" y="567611"/>
                  </a:lnTo>
                  <a:lnTo>
                    <a:pt x="858089" y="596196"/>
                  </a:lnTo>
                  <a:close/>
                  <a:moveTo>
                    <a:pt x="806708" y="461994"/>
                  </a:moveTo>
                  <a:lnTo>
                    <a:pt x="828971" y="487326"/>
                  </a:lnTo>
                  <a:lnTo>
                    <a:pt x="818863" y="444811"/>
                  </a:lnTo>
                  <a:close/>
                  <a:moveTo>
                    <a:pt x="639553" y="188896"/>
                  </a:moveTo>
                  <a:lnTo>
                    <a:pt x="625825" y="226105"/>
                  </a:lnTo>
                  <a:lnTo>
                    <a:pt x="668271" y="237385"/>
                  </a:lnTo>
                  <a:close/>
                  <a:moveTo>
                    <a:pt x="600658" y="160378"/>
                  </a:moveTo>
                  <a:lnTo>
                    <a:pt x="638026" y="187526"/>
                  </a:lnTo>
                  <a:lnTo>
                    <a:pt x="587879" y="159070"/>
                  </a:lnTo>
                  <a:close/>
                  <a:moveTo>
                    <a:pt x="638026" y="187526"/>
                  </a:moveTo>
                  <a:lnTo>
                    <a:pt x="639553" y="188896"/>
                  </a:lnTo>
                  <a:lnTo>
                    <a:pt x="587879" y="159070"/>
                  </a:lnTo>
                  <a:close/>
                  <a:moveTo>
                    <a:pt x="600658" y="160378"/>
                  </a:moveTo>
                  <a:lnTo>
                    <a:pt x="587879" y="159070"/>
                  </a:lnTo>
                  <a:lnTo>
                    <a:pt x="584934" y="150770"/>
                  </a:lnTo>
                  <a:close/>
                  <a:moveTo>
                    <a:pt x="491646" y="77261"/>
                  </a:moveTo>
                  <a:lnTo>
                    <a:pt x="468196" y="57689"/>
                  </a:lnTo>
                  <a:lnTo>
                    <a:pt x="486178" y="94444"/>
                  </a:lnTo>
                  <a:close/>
                  <a:moveTo>
                    <a:pt x="754827" y="243852"/>
                  </a:moveTo>
                  <a:lnTo>
                    <a:pt x="744566" y="261035"/>
                  </a:lnTo>
                  <a:lnTo>
                    <a:pt x="764831" y="275887"/>
                  </a:lnTo>
                  <a:close/>
                  <a:moveTo>
                    <a:pt x="606171" y="23322"/>
                  </a:moveTo>
                  <a:lnTo>
                    <a:pt x="563380" y="0"/>
                  </a:lnTo>
                  <a:lnTo>
                    <a:pt x="586824" y="12446"/>
                  </a:lnTo>
                  <a:close/>
                  <a:moveTo>
                    <a:pt x="869784" y="271405"/>
                  </a:moveTo>
                  <a:lnTo>
                    <a:pt x="824669" y="278827"/>
                  </a:lnTo>
                  <a:lnTo>
                    <a:pt x="832015" y="280607"/>
                  </a:lnTo>
                  <a:close/>
                  <a:moveTo>
                    <a:pt x="835518" y="227427"/>
                  </a:moveTo>
                  <a:lnTo>
                    <a:pt x="824669" y="278827"/>
                  </a:lnTo>
                  <a:lnTo>
                    <a:pt x="869784" y="271405"/>
                  </a:lnTo>
                  <a:close/>
                  <a:moveTo>
                    <a:pt x="824669" y="278827"/>
                  </a:moveTo>
                  <a:lnTo>
                    <a:pt x="835518" y="227427"/>
                  </a:lnTo>
                  <a:lnTo>
                    <a:pt x="804590" y="232123"/>
                  </a:lnTo>
                  <a:close/>
                  <a:moveTo>
                    <a:pt x="785604" y="257347"/>
                  </a:moveTo>
                  <a:lnTo>
                    <a:pt x="824669" y="278827"/>
                  </a:lnTo>
                  <a:lnTo>
                    <a:pt x="804590" y="232123"/>
                  </a:lnTo>
                  <a:close/>
                  <a:moveTo>
                    <a:pt x="825529" y="226669"/>
                  </a:moveTo>
                  <a:lnTo>
                    <a:pt x="835518" y="227427"/>
                  </a:lnTo>
                  <a:lnTo>
                    <a:pt x="835079" y="221539"/>
                  </a:lnTo>
                  <a:close/>
                  <a:moveTo>
                    <a:pt x="596963" y="17445"/>
                  </a:moveTo>
                  <a:lnTo>
                    <a:pt x="607645" y="60077"/>
                  </a:lnTo>
                  <a:lnTo>
                    <a:pt x="606171" y="23322"/>
                  </a:lnTo>
                  <a:close/>
                  <a:moveTo>
                    <a:pt x="596963" y="17445"/>
                  </a:moveTo>
                  <a:lnTo>
                    <a:pt x="602957" y="57319"/>
                  </a:lnTo>
                  <a:lnTo>
                    <a:pt x="607645" y="60077"/>
                  </a:lnTo>
                  <a:close/>
                  <a:moveTo>
                    <a:pt x="562645" y="18256"/>
                  </a:moveTo>
                  <a:lnTo>
                    <a:pt x="586824" y="12446"/>
                  </a:lnTo>
                  <a:lnTo>
                    <a:pt x="554198" y="15041"/>
                  </a:lnTo>
                  <a:close/>
                  <a:moveTo>
                    <a:pt x="562645" y="18256"/>
                  </a:moveTo>
                  <a:lnTo>
                    <a:pt x="596963" y="17445"/>
                  </a:lnTo>
                  <a:lnTo>
                    <a:pt x="586824" y="1244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57" name="Input_density__57">
              <a:extLst>
                <a:ext uri="{FF2B5EF4-FFF2-40B4-BE49-F238E27FC236}">
                  <a16:creationId xmlns:a16="http://schemas.microsoft.com/office/drawing/2014/main" id="{9D8B0B8C-149A-21A9-D652-0E42923DAFCC}"/>
                </a:ext>
              </a:extLst>
            </p:cNvPr>
            <p:cNvSpPr>
              <a:spLocks noGrp="1"/>
            </p:cNvSpPr>
            <p:nvPr/>
          </p:nvSpPr>
          <p:spPr>
            <a:xfrm>
              <a:off x="1076464" y="1764811"/>
              <a:ext cx="941659" cy="1522340"/>
            </a:xfrm>
            <a:custGeom>
              <a:avLst/>
              <a:gdLst/>
              <a:ahLst/>
              <a:cxnLst/>
              <a:rect l="0" t="0" r="0" b="0"/>
              <a:pathLst>
                <a:path w="941659" h="1522340">
                  <a:moveTo>
                    <a:pt x="179988" y="1521971"/>
                  </a:moveTo>
                  <a:lnTo>
                    <a:pt x="140321" y="1498241"/>
                  </a:lnTo>
                  <a:lnTo>
                    <a:pt x="153780" y="1520192"/>
                  </a:lnTo>
                  <a:close/>
                  <a:moveTo>
                    <a:pt x="213406" y="1522340"/>
                  </a:moveTo>
                  <a:lnTo>
                    <a:pt x="227772" y="1508063"/>
                  </a:lnTo>
                  <a:lnTo>
                    <a:pt x="197099" y="1489738"/>
                  </a:lnTo>
                  <a:close/>
                  <a:moveTo>
                    <a:pt x="213406" y="1522340"/>
                  </a:moveTo>
                  <a:lnTo>
                    <a:pt x="197099" y="1489738"/>
                  </a:lnTo>
                  <a:lnTo>
                    <a:pt x="179988" y="1521971"/>
                  </a:lnTo>
                  <a:close/>
                  <a:moveTo>
                    <a:pt x="227772" y="1508063"/>
                  </a:moveTo>
                  <a:lnTo>
                    <a:pt x="220071" y="1520460"/>
                  </a:lnTo>
                  <a:lnTo>
                    <a:pt x="237353" y="1515665"/>
                  </a:lnTo>
                  <a:close/>
                  <a:moveTo>
                    <a:pt x="48563" y="1183541"/>
                  </a:moveTo>
                  <a:lnTo>
                    <a:pt x="37993" y="1160085"/>
                  </a:lnTo>
                  <a:lnTo>
                    <a:pt x="40479" y="1177269"/>
                  </a:lnTo>
                  <a:close/>
                  <a:moveTo>
                    <a:pt x="75585" y="1188365"/>
                  </a:moveTo>
                  <a:lnTo>
                    <a:pt x="37993" y="1160085"/>
                  </a:lnTo>
                  <a:lnTo>
                    <a:pt x="48563" y="1183541"/>
                  </a:lnTo>
                  <a:close/>
                  <a:moveTo>
                    <a:pt x="40479" y="1177269"/>
                  </a:moveTo>
                  <a:lnTo>
                    <a:pt x="37993" y="1160085"/>
                  </a:lnTo>
                  <a:lnTo>
                    <a:pt x="9461" y="1161922"/>
                  </a:lnTo>
                  <a:close/>
                  <a:moveTo>
                    <a:pt x="88285" y="1207479"/>
                  </a:moveTo>
                  <a:lnTo>
                    <a:pt x="93388" y="1196840"/>
                  </a:lnTo>
                  <a:lnTo>
                    <a:pt x="75585" y="1188365"/>
                  </a:lnTo>
                  <a:close/>
                  <a:moveTo>
                    <a:pt x="150315" y="1192105"/>
                  </a:moveTo>
                  <a:lnTo>
                    <a:pt x="119520" y="1190053"/>
                  </a:lnTo>
                  <a:lnTo>
                    <a:pt x="154725" y="1233267"/>
                  </a:lnTo>
                  <a:close/>
                  <a:moveTo>
                    <a:pt x="75585" y="1188365"/>
                  </a:moveTo>
                  <a:lnTo>
                    <a:pt x="119520" y="1190053"/>
                  </a:lnTo>
                  <a:lnTo>
                    <a:pt x="126083" y="1156382"/>
                  </a:lnTo>
                  <a:close/>
                  <a:moveTo>
                    <a:pt x="75585" y="1188365"/>
                  </a:moveTo>
                  <a:lnTo>
                    <a:pt x="126083" y="1156382"/>
                  </a:lnTo>
                  <a:lnTo>
                    <a:pt x="93752" y="1160078"/>
                  </a:lnTo>
                  <a:close/>
                  <a:moveTo>
                    <a:pt x="335537" y="1400187"/>
                  </a:moveTo>
                  <a:lnTo>
                    <a:pt x="345621" y="1410161"/>
                  </a:lnTo>
                  <a:lnTo>
                    <a:pt x="361170" y="1412450"/>
                  </a:lnTo>
                  <a:close/>
                  <a:moveTo>
                    <a:pt x="291493" y="1363432"/>
                  </a:moveTo>
                  <a:lnTo>
                    <a:pt x="334116" y="1392426"/>
                  </a:lnTo>
                  <a:lnTo>
                    <a:pt x="287624" y="1358388"/>
                  </a:lnTo>
                  <a:close/>
                  <a:moveTo>
                    <a:pt x="166224" y="1134425"/>
                  </a:moveTo>
                  <a:lnTo>
                    <a:pt x="171943" y="1107062"/>
                  </a:lnTo>
                  <a:lnTo>
                    <a:pt x="142616" y="1121988"/>
                  </a:lnTo>
                  <a:close/>
                  <a:moveTo>
                    <a:pt x="67372" y="1026372"/>
                  </a:moveTo>
                  <a:lnTo>
                    <a:pt x="84196" y="1052208"/>
                  </a:lnTo>
                  <a:lnTo>
                    <a:pt x="59399" y="1015454"/>
                  </a:lnTo>
                  <a:close/>
                  <a:moveTo>
                    <a:pt x="88123" y="1054249"/>
                  </a:moveTo>
                  <a:lnTo>
                    <a:pt x="84196" y="1052208"/>
                  </a:lnTo>
                  <a:lnTo>
                    <a:pt x="67372" y="1026372"/>
                  </a:lnTo>
                  <a:close/>
                  <a:moveTo>
                    <a:pt x="8072" y="995882"/>
                  </a:moveTo>
                  <a:lnTo>
                    <a:pt x="0" y="982221"/>
                  </a:lnTo>
                  <a:lnTo>
                    <a:pt x="6120" y="1032637"/>
                  </a:lnTo>
                  <a:close/>
                  <a:moveTo>
                    <a:pt x="0" y="982221"/>
                  </a:moveTo>
                  <a:lnTo>
                    <a:pt x="8072" y="995882"/>
                  </a:lnTo>
                  <a:lnTo>
                    <a:pt x="14609" y="988752"/>
                  </a:lnTo>
                  <a:close/>
                  <a:moveTo>
                    <a:pt x="54480" y="1013247"/>
                  </a:moveTo>
                  <a:lnTo>
                    <a:pt x="67372" y="1026372"/>
                  </a:lnTo>
                  <a:lnTo>
                    <a:pt x="24551" y="995882"/>
                  </a:lnTo>
                  <a:close/>
                  <a:moveTo>
                    <a:pt x="342547" y="1296078"/>
                  </a:moveTo>
                  <a:lnTo>
                    <a:pt x="353797" y="1288676"/>
                  </a:lnTo>
                  <a:lnTo>
                    <a:pt x="318071" y="1279680"/>
                  </a:lnTo>
                  <a:close/>
                  <a:moveTo>
                    <a:pt x="285026" y="1271006"/>
                  </a:moveTo>
                  <a:lnTo>
                    <a:pt x="314862" y="1267682"/>
                  </a:lnTo>
                  <a:lnTo>
                    <a:pt x="296020" y="1225602"/>
                  </a:lnTo>
                  <a:close/>
                  <a:moveTo>
                    <a:pt x="361830" y="1222502"/>
                  </a:moveTo>
                  <a:lnTo>
                    <a:pt x="346742" y="1218800"/>
                  </a:lnTo>
                  <a:lnTo>
                    <a:pt x="314862" y="1267682"/>
                  </a:lnTo>
                  <a:close/>
                  <a:moveTo>
                    <a:pt x="348724" y="1269710"/>
                  </a:moveTo>
                  <a:lnTo>
                    <a:pt x="361830" y="1222502"/>
                  </a:lnTo>
                  <a:lnTo>
                    <a:pt x="314862" y="1267682"/>
                  </a:lnTo>
                  <a:close/>
                  <a:moveTo>
                    <a:pt x="204101" y="1102720"/>
                  </a:moveTo>
                  <a:lnTo>
                    <a:pt x="219229" y="1073674"/>
                  </a:lnTo>
                  <a:lnTo>
                    <a:pt x="171943" y="1107062"/>
                  </a:lnTo>
                  <a:close/>
                  <a:moveTo>
                    <a:pt x="148559" y="1014545"/>
                  </a:moveTo>
                  <a:lnTo>
                    <a:pt x="146827" y="998270"/>
                  </a:lnTo>
                  <a:lnTo>
                    <a:pt x="167776" y="1035025"/>
                  </a:lnTo>
                  <a:close/>
                  <a:moveTo>
                    <a:pt x="91674" y="888005"/>
                  </a:moveTo>
                  <a:lnTo>
                    <a:pt x="84472" y="924760"/>
                  </a:lnTo>
                  <a:lnTo>
                    <a:pt x="82753" y="905189"/>
                  </a:lnTo>
                  <a:close/>
                  <a:moveTo>
                    <a:pt x="296863" y="1132548"/>
                  </a:moveTo>
                  <a:lnTo>
                    <a:pt x="313090" y="1141038"/>
                  </a:lnTo>
                  <a:lnTo>
                    <a:pt x="301253" y="1128107"/>
                  </a:lnTo>
                  <a:close/>
                  <a:moveTo>
                    <a:pt x="313090" y="1141038"/>
                  </a:moveTo>
                  <a:lnTo>
                    <a:pt x="346673" y="1140823"/>
                  </a:lnTo>
                  <a:lnTo>
                    <a:pt x="312276" y="1096952"/>
                  </a:lnTo>
                  <a:close/>
                  <a:moveTo>
                    <a:pt x="155215" y="919640"/>
                  </a:moveTo>
                  <a:lnTo>
                    <a:pt x="190181" y="944332"/>
                  </a:lnTo>
                  <a:lnTo>
                    <a:pt x="176548" y="931863"/>
                  </a:lnTo>
                  <a:close/>
                  <a:moveTo>
                    <a:pt x="155215" y="919640"/>
                  </a:moveTo>
                  <a:lnTo>
                    <a:pt x="201593" y="953770"/>
                  </a:lnTo>
                  <a:lnTo>
                    <a:pt x="190181" y="944332"/>
                  </a:lnTo>
                  <a:close/>
                  <a:moveTo>
                    <a:pt x="153772" y="907577"/>
                  </a:moveTo>
                  <a:lnTo>
                    <a:pt x="144826" y="909466"/>
                  </a:lnTo>
                  <a:lnTo>
                    <a:pt x="155215" y="919640"/>
                  </a:lnTo>
                  <a:close/>
                  <a:moveTo>
                    <a:pt x="190181" y="944332"/>
                  </a:moveTo>
                  <a:lnTo>
                    <a:pt x="201593" y="953770"/>
                  </a:lnTo>
                  <a:lnTo>
                    <a:pt x="222919" y="980661"/>
                  </a:lnTo>
                  <a:close/>
                  <a:moveTo>
                    <a:pt x="254906" y="975677"/>
                  </a:moveTo>
                  <a:lnTo>
                    <a:pt x="222919" y="980661"/>
                  </a:lnTo>
                  <a:lnTo>
                    <a:pt x="201593" y="953770"/>
                  </a:lnTo>
                  <a:close/>
                  <a:moveTo>
                    <a:pt x="254906" y="975677"/>
                  </a:moveTo>
                  <a:lnTo>
                    <a:pt x="262603" y="981087"/>
                  </a:lnTo>
                  <a:lnTo>
                    <a:pt x="270723" y="938604"/>
                  </a:lnTo>
                  <a:close/>
                  <a:moveTo>
                    <a:pt x="270723" y="938604"/>
                  </a:moveTo>
                  <a:lnTo>
                    <a:pt x="262603" y="981087"/>
                  </a:lnTo>
                  <a:lnTo>
                    <a:pt x="295841" y="931325"/>
                  </a:lnTo>
                  <a:close/>
                  <a:moveTo>
                    <a:pt x="295841" y="931325"/>
                  </a:moveTo>
                  <a:lnTo>
                    <a:pt x="284384" y="927148"/>
                  </a:lnTo>
                  <a:lnTo>
                    <a:pt x="270723" y="938604"/>
                  </a:lnTo>
                  <a:close/>
                  <a:moveTo>
                    <a:pt x="222919" y="980661"/>
                  </a:moveTo>
                  <a:lnTo>
                    <a:pt x="254906" y="975677"/>
                  </a:lnTo>
                  <a:lnTo>
                    <a:pt x="270723" y="938604"/>
                  </a:lnTo>
                  <a:close/>
                  <a:moveTo>
                    <a:pt x="239913" y="947988"/>
                  </a:moveTo>
                  <a:lnTo>
                    <a:pt x="222919" y="980661"/>
                  </a:lnTo>
                  <a:lnTo>
                    <a:pt x="270723" y="938604"/>
                  </a:lnTo>
                  <a:close/>
                  <a:moveTo>
                    <a:pt x="559526" y="1174724"/>
                  </a:moveTo>
                  <a:lnTo>
                    <a:pt x="548398" y="1167250"/>
                  </a:lnTo>
                  <a:lnTo>
                    <a:pt x="558089" y="1211540"/>
                  </a:lnTo>
                  <a:close/>
                  <a:moveTo>
                    <a:pt x="558089" y="1211540"/>
                  </a:moveTo>
                  <a:lnTo>
                    <a:pt x="548398" y="1167250"/>
                  </a:lnTo>
                  <a:lnTo>
                    <a:pt x="517867" y="1172404"/>
                  </a:lnTo>
                  <a:close/>
                  <a:moveTo>
                    <a:pt x="517867" y="1172404"/>
                  </a:moveTo>
                  <a:lnTo>
                    <a:pt x="516886" y="1167250"/>
                  </a:lnTo>
                  <a:lnTo>
                    <a:pt x="533559" y="1204005"/>
                  </a:lnTo>
                  <a:close/>
                  <a:moveTo>
                    <a:pt x="281394" y="915982"/>
                  </a:moveTo>
                  <a:lnTo>
                    <a:pt x="239913" y="947988"/>
                  </a:lnTo>
                  <a:lnTo>
                    <a:pt x="270723" y="938604"/>
                  </a:lnTo>
                  <a:close/>
                  <a:moveTo>
                    <a:pt x="281394" y="915982"/>
                  </a:moveTo>
                  <a:lnTo>
                    <a:pt x="270723" y="938604"/>
                  </a:lnTo>
                  <a:lnTo>
                    <a:pt x="284384" y="927148"/>
                  </a:lnTo>
                  <a:close/>
                  <a:moveTo>
                    <a:pt x="284384" y="927148"/>
                  </a:moveTo>
                  <a:lnTo>
                    <a:pt x="282254" y="885509"/>
                  </a:lnTo>
                  <a:lnTo>
                    <a:pt x="281394" y="915982"/>
                  </a:lnTo>
                  <a:close/>
                  <a:moveTo>
                    <a:pt x="270706" y="890393"/>
                  </a:moveTo>
                  <a:lnTo>
                    <a:pt x="288036" y="873210"/>
                  </a:lnTo>
                  <a:lnTo>
                    <a:pt x="284384" y="927148"/>
                  </a:lnTo>
                  <a:close/>
                  <a:moveTo>
                    <a:pt x="256707" y="853638"/>
                  </a:moveTo>
                  <a:lnTo>
                    <a:pt x="254434" y="848406"/>
                  </a:lnTo>
                  <a:lnTo>
                    <a:pt x="288036" y="873210"/>
                  </a:lnTo>
                  <a:close/>
                  <a:moveTo>
                    <a:pt x="254434" y="848406"/>
                  </a:moveTo>
                  <a:lnTo>
                    <a:pt x="234156" y="837803"/>
                  </a:lnTo>
                  <a:lnTo>
                    <a:pt x="276287" y="863198"/>
                  </a:lnTo>
                  <a:close/>
                  <a:moveTo>
                    <a:pt x="538483" y="1124416"/>
                  </a:moveTo>
                  <a:lnTo>
                    <a:pt x="559736" y="1165454"/>
                  </a:lnTo>
                  <a:lnTo>
                    <a:pt x="572276" y="1126188"/>
                  </a:lnTo>
                  <a:close/>
                  <a:moveTo>
                    <a:pt x="572276" y="1126188"/>
                  </a:moveTo>
                  <a:lnTo>
                    <a:pt x="559736" y="1165454"/>
                  </a:lnTo>
                  <a:lnTo>
                    <a:pt x="609230" y="1139777"/>
                  </a:lnTo>
                  <a:close/>
                  <a:moveTo>
                    <a:pt x="468068" y="1006813"/>
                  </a:moveTo>
                  <a:lnTo>
                    <a:pt x="455025" y="1003047"/>
                  </a:lnTo>
                  <a:lnTo>
                    <a:pt x="441385" y="1010537"/>
                  </a:lnTo>
                  <a:close/>
                  <a:moveTo>
                    <a:pt x="468068" y="1006813"/>
                  </a:moveTo>
                  <a:lnTo>
                    <a:pt x="470551" y="1049542"/>
                  </a:lnTo>
                  <a:lnTo>
                    <a:pt x="490906" y="1015334"/>
                  </a:lnTo>
                  <a:close/>
                  <a:moveTo>
                    <a:pt x="430672" y="1003047"/>
                  </a:moveTo>
                  <a:lnTo>
                    <a:pt x="378899" y="980383"/>
                  </a:lnTo>
                  <a:lnTo>
                    <a:pt x="378843" y="983475"/>
                  </a:lnTo>
                  <a:close/>
                  <a:moveTo>
                    <a:pt x="468068" y="1006813"/>
                  </a:moveTo>
                  <a:lnTo>
                    <a:pt x="456920" y="971129"/>
                  </a:lnTo>
                  <a:lnTo>
                    <a:pt x="455025" y="1003047"/>
                  </a:lnTo>
                  <a:close/>
                  <a:moveTo>
                    <a:pt x="445623" y="997972"/>
                  </a:moveTo>
                  <a:lnTo>
                    <a:pt x="455025" y="1003047"/>
                  </a:lnTo>
                  <a:lnTo>
                    <a:pt x="455550" y="966292"/>
                  </a:lnTo>
                  <a:close/>
                  <a:moveTo>
                    <a:pt x="446474" y="952533"/>
                  </a:moveTo>
                  <a:lnTo>
                    <a:pt x="455550" y="966292"/>
                  </a:lnTo>
                  <a:lnTo>
                    <a:pt x="429008" y="921986"/>
                  </a:lnTo>
                  <a:close/>
                  <a:moveTo>
                    <a:pt x="633841" y="1087549"/>
                  </a:moveTo>
                  <a:lnTo>
                    <a:pt x="663350" y="1090647"/>
                  </a:lnTo>
                  <a:lnTo>
                    <a:pt x="652379" y="1054819"/>
                  </a:lnTo>
                  <a:close/>
                  <a:moveTo>
                    <a:pt x="633841" y="1087549"/>
                  </a:moveTo>
                  <a:lnTo>
                    <a:pt x="652379" y="1054819"/>
                  </a:lnTo>
                  <a:lnTo>
                    <a:pt x="620099" y="1053973"/>
                  </a:lnTo>
                  <a:close/>
                  <a:moveTo>
                    <a:pt x="652379" y="1054819"/>
                  </a:moveTo>
                  <a:lnTo>
                    <a:pt x="663350" y="1090647"/>
                  </a:lnTo>
                  <a:lnTo>
                    <a:pt x="671361" y="1096128"/>
                  </a:lnTo>
                  <a:close/>
                  <a:moveTo>
                    <a:pt x="583877" y="1011587"/>
                  </a:moveTo>
                  <a:lnTo>
                    <a:pt x="617317" y="1042190"/>
                  </a:lnTo>
                  <a:lnTo>
                    <a:pt x="620099" y="1053973"/>
                  </a:lnTo>
                  <a:close/>
                  <a:moveTo>
                    <a:pt x="642054" y="968680"/>
                  </a:moveTo>
                  <a:lnTo>
                    <a:pt x="621716" y="994043"/>
                  </a:lnTo>
                  <a:lnTo>
                    <a:pt x="641873" y="973866"/>
                  </a:lnTo>
                  <a:close/>
                  <a:moveTo>
                    <a:pt x="641873" y="973866"/>
                  </a:moveTo>
                  <a:lnTo>
                    <a:pt x="621716" y="994043"/>
                  </a:lnTo>
                  <a:lnTo>
                    <a:pt x="618355" y="1010645"/>
                  </a:lnTo>
                  <a:close/>
                  <a:moveTo>
                    <a:pt x="642054" y="968680"/>
                  </a:moveTo>
                  <a:lnTo>
                    <a:pt x="629247" y="925992"/>
                  </a:lnTo>
                  <a:lnTo>
                    <a:pt x="632211" y="954633"/>
                  </a:lnTo>
                  <a:close/>
                  <a:moveTo>
                    <a:pt x="628817" y="914742"/>
                  </a:moveTo>
                  <a:lnTo>
                    <a:pt x="629247" y="925992"/>
                  </a:lnTo>
                  <a:lnTo>
                    <a:pt x="642054" y="968680"/>
                  </a:lnTo>
                  <a:close/>
                  <a:moveTo>
                    <a:pt x="776663" y="971068"/>
                  </a:moveTo>
                  <a:lnTo>
                    <a:pt x="775152" y="1001567"/>
                  </a:lnTo>
                  <a:lnTo>
                    <a:pt x="781735" y="986172"/>
                  </a:lnTo>
                  <a:close/>
                  <a:moveTo>
                    <a:pt x="781735" y="986172"/>
                  </a:moveTo>
                  <a:lnTo>
                    <a:pt x="775152" y="1001567"/>
                  </a:lnTo>
                  <a:lnTo>
                    <a:pt x="774527" y="1009691"/>
                  </a:lnTo>
                  <a:close/>
                  <a:moveTo>
                    <a:pt x="781735" y="986172"/>
                  </a:moveTo>
                  <a:lnTo>
                    <a:pt x="774527" y="1009691"/>
                  </a:lnTo>
                  <a:lnTo>
                    <a:pt x="803540" y="1013193"/>
                  </a:lnTo>
                  <a:close/>
                  <a:moveTo>
                    <a:pt x="629247" y="925992"/>
                  </a:moveTo>
                  <a:lnTo>
                    <a:pt x="628817" y="914742"/>
                  </a:lnTo>
                  <a:lnTo>
                    <a:pt x="633735" y="908647"/>
                  </a:lnTo>
                  <a:close/>
                  <a:moveTo>
                    <a:pt x="742061" y="919503"/>
                  </a:moveTo>
                  <a:lnTo>
                    <a:pt x="760909" y="948319"/>
                  </a:lnTo>
                  <a:lnTo>
                    <a:pt x="750253" y="934313"/>
                  </a:lnTo>
                  <a:close/>
                  <a:moveTo>
                    <a:pt x="772711" y="966420"/>
                  </a:moveTo>
                  <a:lnTo>
                    <a:pt x="760909" y="948319"/>
                  </a:lnTo>
                  <a:lnTo>
                    <a:pt x="742061" y="919503"/>
                  </a:lnTo>
                  <a:close/>
                  <a:moveTo>
                    <a:pt x="772711" y="966420"/>
                  </a:moveTo>
                  <a:lnTo>
                    <a:pt x="775152" y="1001567"/>
                  </a:lnTo>
                  <a:lnTo>
                    <a:pt x="776663" y="971068"/>
                  </a:lnTo>
                  <a:close/>
                  <a:moveTo>
                    <a:pt x="772711" y="966420"/>
                  </a:moveTo>
                  <a:lnTo>
                    <a:pt x="776663" y="971068"/>
                  </a:lnTo>
                  <a:lnTo>
                    <a:pt x="760909" y="948319"/>
                  </a:lnTo>
                  <a:close/>
                  <a:moveTo>
                    <a:pt x="643882" y="788293"/>
                  </a:moveTo>
                  <a:lnTo>
                    <a:pt x="635144" y="787293"/>
                  </a:lnTo>
                  <a:lnTo>
                    <a:pt x="666632" y="819496"/>
                  </a:lnTo>
                  <a:close/>
                  <a:moveTo>
                    <a:pt x="492803" y="640273"/>
                  </a:moveTo>
                  <a:lnTo>
                    <a:pt x="521541" y="587705"/>
                  </a:lnTo>
                  <a:lnTo>
                    <a:pt x="520014" y="586335"/>
                  </a:lnTo>
                  <a:close/>
                  <a:moveTo>
                    <a:pt x="30595" y="0"/>
                  </a:moveTo>
                  <a:lnTo>
                    <a:pt x="39842" y="37229"/>
                  </a:lnTo>
                  <a:lnTo>
                    <a:pt x="51569" y="10037"/>
                  </a:lnTo>
                  <a:close/>
                  <a:moveTo>
                    <a:pt x="925547" y="1012926"/>
                  </a:moveTo>
                  <a:lnTo>
                    <a:pt x="937250" y="1048159"/>
                  </a:lnTo>
                  <a:lnTo>
                    <a:pt x="941659" y="1064150"/>
                  </a:lnTo>
                  <a:close/>
                  <a:moveTo>
                    <a:pt x="636815" y="642662"/>
                  </a:moveTo>
                  <a:lnTo>
                    <a:pt x="646818" y="674696"/>
                  </a:lnTo>
                  <a:lnTo>
                    <a:pt x="667592" y="656157"/>
                  </a:lnTo>
                  <a:close/>
                  <a:moveTo>
                    <a:pt x="628643" y="635109"/>
                  </a:moveTo>
                  <a:lnTo>
                    <a:pt x="608478" y="615951"/>
                  </a:lnTo>
                  <a:lnTo>
                    <a:pt x="636815" y="642662"/>
                  </a:lnTo>
                  <a:close/>
                  <a:moveTo>
                    <a:pt x="743399" y="632274"/>
                  </a:moveTo>
                  <a:lnTo>
                    <a:pt x="717505" y="626237"/>
                  </a:lnTo>
                  <a:lnTo>
                    <a:pt x="751772" y="670214"/>
                  </a:lnTo>
                  <a:close/>
                  <a:moveTo>
                    <a:pt x="686577" y="630933"/>
                  </a:moveTo>
                  <a:lnTo>
                    <a:pt x="717505" y="626237"/>
                  </a:lnTo>
                  <a:lnTo>
                    <a:pt x="707517" y="625478"/>
                  </a:lnTo>
                  <a:close/>
                  <a:moveTo>
                    <a:pt x="717505" y="626237"/>
                  </a:moveTo>
                  <a:lnTo>
                    <a:pt x="743399" y="632274"/>
                  </a:lnTo>
                  <a:lnTo>
                    <a:pt x="717066" y="620348"/>
                  </a:lnTo>
                  <a:close/>
                  <a:moveTo>
                    <a:pt x="484944" y="456128"/>
                  </a:moveTo>
                  <a:lnTo>
                    <a:pt x="482733" y="463308"/>
                  </a:lnTo>
                  <a:lnTo>
                    <a:pt x="489632" y="45888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58" name="Input_density__58">
              <a:extLst>
                <a:ext uri="{FF2B5EF4-FFF2-40B4-BE49-F238E27FC236}">
                  <a16:creationId xmlns:a16="http://schemas.microsoft.com/office/drawing/2014/main" id="{895ED3DC-0CF4-614D-F0B2-B23B223DE835}"/>
                </a:ext>
              </a:extLst>
            </p:cNvPr>
            <p:cNvSpPr>
              <a:spLocks noGrp="1"/>
            </p:cNvSpPr>
            <p:nvPr/>
          </p:nvSpPr>
          <p:spPr>
            <a:xfrm>
              <a:off x="1091073" y="1890515"/>
              <a:ext cx="927050" cy="1396636"/>
            </a:xfrm>
            <a:custGeom>
              <a:avLst/>
              <a:gdLst/>
              <a:ahLst/>
              <a:cxnLst/>
              <a:rect l="0" t="0" r="0" b="0"/>
              <a:pathLst>
                <a:path w="927050" h="1396636">
                  <a:moveTo>
                    <a:pt x="165379" y="1396267"/>
                  </a:moveTo>
                  <a:lnTo>
                    <a:pt x="139171" y="1394488"/>
                  </a:lnTo>
                  <a:lnTo>
                    <a:pt x="198797" y="1396636"/>
                  </a:lnTo>
                  <a:close/>
                  <a:moveTo>
                    <a:pt x="205462" y="1394757"/>
                  </a:moveTo>
                  <a:lnTo>
                    <a:pt x="213164" y="1382360"/>
                  </a:lnTo>
                  <a:lnTo>
                    <a:pt x="198797" y="1396636"/>
                  </a:lnTo>
                  <a:close/>
                  <a:moveTo>
                    <a:pt x="257699" y="1396077"/>
                  </a:moveTo>
                  <a:lnTo>
                    <a:pt x="222744" y="1389962"/>
                  </a:lnTo>
                  <a:lnTo>
                    <a:pt x="205462" y="1394757"/>
                  </a:lnTo>
                  <a:close/>
                  <a:moveTo>
                    <a:pt x="67713" y="1087849"/>
                  </a:moveTo>
                  <a:lnTo>
                    <a:pt x="96258" y="1107892"/>
                  </a:lnTo>
                  <a:lnTo>
                    <a:pt x="49313" y="1115261"/>
                  </a:lnTo>
                  <a:close/>
                  <a:moveTo>
                    <a:pt x="111474" y="1030678"/>
                  </a:moveTo>
                  <a:lnTo>
                    <a:pt x="104911" y="1064350"/>
                  </a:lnTo>
                  <a:lnTo>
                    <a:pt x="98750" y="1034382"/>
                  </a:lnTo>
                  <a:close/>
                  <a:moveTo>
                    <a:pt x="373811" y="1292424"/>
                  </a:moveTo>
                  <a:lnTo>
                    <a:pt x="320928" y="1274483"/>
                  </a:lnTo>
                  <a:lnTo>
                    <a:pt x="346561" y="1286746"/>
                  </a:lnTo>
                  <a:close/>
                  <a:moveTo>
                    <a:pt x="111474" y="1030678"/>
                  </a:moveTo>
                  <a:lnTo>
                    <a:pt x="151615" y="1008722"/>
                  </a:lnTo>
                  <a:lnTo>
                    <a:pt x="127865" y="1000942"/>
                  </a:lnTo>
                  <a:close/>
                  <a:moveTo>
                    <a:pt x="151615" y="1008722"/>
                  </a:moveTo>
                  <a:lnTo>
                    <a:pt x="155277" y="1017198"/>
                  </a:lnTo>
                  <a:lnTo>
                    <a:pt x="157334" y="981359"/>
                  </a:lnTo>
                  <a:close/>
                  <a:moveTo>
                    <a:pt x="14842" y="859662"/>
                  </a:moveTo>
                  <a:lnTo>
                    <a:pt x="7885" y="852995"/>
                  </a:lnTo>
                  <a:lnTo>
                    <a:pt x="0" y="863049"/>
                  </a:lnTo>
                  <a:close/>
                  <a:moveTo>
                    <a:pt x="9942" y="870178"/>
                  </a:moveTo>
                  <a:lnTo>
                    <a:pt x="52763" y="900668"/>
                  </a:lnTo>
                  <a:lnTo>
                    <a:pt x="14842" y="859662"/>
                  </a:lnTo>
                  <a:close/>
                  <a:moveTo>
                    <a:pt x="0" y="863049"/>
                  </a:moveTo>
                  <a:lnTo>
                    <a:pt x="9942" y="870178"/>
                  </a:lnTo>
                  <a:lnTo>
                    <a:pt x="14842" y="859662"/>
                  </a:lnTo>
                  <a:close/>
                  <a:moveTo>
                    <a:pt x="298481" y="1015334"/>
                  </a:moveTo>
                  <a:lnTo>
                    <a:pt x="297667" y="971248"/>
                  </a:lnTo>
                  <a:lnTo>
                    <a:pt x="286644" y="1002403"/>
                  </a:lnTo>
                  <a:close/>
                  <a:moveTo>
                    <a:pt x="543480" y="1085836"/>
                  </a:moveTo>
                  <a:lnTo>
                    <a:pt x="503258" y="1046701"/>
                  </a:lnTo>
                  <a:lnTo>
                    <a:pt x="518553" y="1079013"/>
                  </a:lnTo>
                  <a:close/>
                  <a:moveTo>
                    <a:pt x="256097" y="764690"/>
                  </a:moveTo>
                  <a:lnTo>
                    <a:pt x="242098" y="727935"/>
                  </a:lnTo>
                  <a:lnTo>
                    <a:pt x="273427" y="747507"/>
                  </a:lnTo>
                  <a:close/>
                  <a:moveTo>
                    <a:pt x="442311" y="845425"/>
                  </a:moveTo>
                  <a:lnTo>
                    <a:pt x="440941" y="840588"/>
                  </a:lnTo>
                  <a:lnTo>
                    <a:pt x="440416" y="877343"/>
                  </a:lnTo>
                  <a:close/>
                  <a:moveTo>
                    <a:pt x="557667" y="1000485"/>
                  </a:moveTo>
                  <a:lnTo>
                    <a:pt x="594621" y="1014074"/>
                  </a:lnTo>
                  <a:lnTo>
                    <a:pt x="616350" y="999105"/>
                  </a:lnTo>
                  <a:close/>
                  <a:moveTo>
                    <a:pt x="616350" y="999105"/>
                  </a:moveTo>
                  <a:lnTo>
                    <a:pt x="594621" y="1014074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6350" y="999105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9232" y="961845"/>
                  </a:lnTo>
                  <a:lnTo>
                    <a:pt x="616350" y="999105"/>
                  </a:lnTo>
                  <a:close/>
                  <a:moveTo>
                    <a:pt x="648741" y="964943"/>
                  </a:moveTo>
                  <a:lnTo>
                    <a:pt x="646775" y="988283"/>
                  </a:lnTo>
                  <a:lnTo>
                    <a:pt x="656752" y="970425"/>
                  </a:lnTo>
                  <a:close/>
                  <a:moveTo>
                    <a:pt x="615134" y="806221"/>
                  </a:moveTo>
                  <a:lnTo>
                    <a:pt x="614208" y="789038"/>
                  </a:lnTo>
                  <a:lnTo>
                    <a:pt x="627445" y="842976"/>
                  </a:lnTo>
                  <a:close/>
                  <a:moveTo>
                    <a:pt x="617320" y="752283"/>
                  </a:moveTo>
                  <a:lnTo>
                    <a:pt x="614208" y="789038"/>
                  </a:lnTo>
                  <a:lnTo>
                    <a:pt x="607491" y="769466"/>
                  </a:lnTo>
                  <a:close/>
                  <a:moveTo>
                    <a:pt x="617209" y="739754"/>
                  </a:moveTo>
                  <a:lnTo>
                    <a:pt x="614208" y="789038"/>
                  </a:lnTo>
                  <a:lnTo>
                    <a:pt x="617320" y="752283"/>
                  </a:lnTo>
                  <a:close/>
                  <a:moveTo>
                    <a:pt x="617209" y="739754"/>
                  </a:moveTo>
                  <a:lnTo>
                    <a:pt x="619126" y="782943"/>
                  </a:lnTo>
                  <a:lnTo>
                    <a:pt x="614208" y="789038"/>
                  </a:lnTo>
                  <a:close/>
                  <a:moveTo>
                    <a:pt x="609572" y="701216"/>
                  </a:moveTo>
                  <a:lnTo>
                    <a:pt x="617209" y="739754"/>
                  </a:lnTo>
                  <a:lnTo>
                    <a:pt x="617320" y="752283"/>
                  </a:lnTo>
                  <a:close/>
                  <a:moveTo>
                    <a:pt x="609227" y="698345"/>
                  </a:moveTo>
                  <a:lnTo>
                    <a:pt x="609572" y="701216"/>
                  </a:lnTo>
                  <a:lnTo>
                    <a:pt x="611004" y="690493"/>
                  </a:lnTo>
                  <a:close/>
                  <a:moveTo>
                    <a:pt x="28833" y="53938"/>
                  </a:moveTo>
                  <a:lnTo>
                    <a:pt x="45254" y="0"/>
                  </a:lnTo>
                  <a:lnTo>
                    <a:pt x="48264" y="36755"/>
                  </a:lnTo>
                  <a:close/>
                  <a:moveTo>
                    <a:pt x="493204" y="499211"/>
                  </a:moveTo>
                  <a:lnTo>
                    <a:pt x="506932" y="462002"/>
                  </a:lnTo>
                  <a:lnTo>
                    <a:pt x="478194" y="514570"/>
                  </a:lnTo>
                  <a:close/>
                  <a:moveTo>
                    <a:pt x="478194" y="514570"/>
                  </a:moveTo>
                  <a:lnTo>
                    <a:pt x="505405" y="460631"/>
                  </a:lnTo>
                  <a:lnTo>
                    <a:pt x="492170" y="497386"/>
                  </a:lnTo>
                  <a:close/>
                  <a:moveTo>
                    <a:pt x="922641" y="922455"/>
                  </a:moveTo>
                  <a:lnTo>
                    <a:pt x="919563" y="975201"/>
                  </a:lnTo>
                  <a:lnTo>
                    <a:pt x="927050" y="938446"/>
                  </a:lnTo>
                  <a:close/>
                  <a:moveTo>
                    <a:pt x="731422" y="717916"/>
                  </a:moveTo>
                  <a:lnTo>
                    <a:pt x="738753" y="700733"/>
                  </a:lnTo>
                  <a:lnTo>
                    <a:pt x="721832" y="754671"/>
                  </a:lnTo>
                  <a:close/>
                  <a:moveTo>
                    <a:pt x="738753" y="700733"/>
                  </a:moveTo>
                  <a:lnTo>
                    <a:pt x="731422" y="717916"/>
                  </a:lnTo>
                  <a:lnTo>
                    <a:pt x="722057" y="681161"/>
                  </a:lnTo>
                  <a:close/>
                  <a:moveTo>
                    <a:pt x="436100" y="342444"/>
                  </a:moveTo>
                  <a:lnTo>
                    <a:pt x="446239" y="387121"/>
                  </a:lnTo>
                  <a:lnTo>
                    <a:pt x="454679" y="383541"/>
                  </a:lnTo>
                  <a:close/>
                  <a:moveTo>
                    <a:pt x="471498" y="350366"/>
                  </a:moveTo>
                  <a:lnTo>
                    <a:pt x="475023" y="333183"/>
                  </a:lnTo>
                  <a:lnTo>
                    <a:pt x="468124" y="337604"/>
                  </a:lnTo>
                  <a:close/>
                  <a:moveTo>
                    <a:pt x="473549" y="296428"/>
                  </a:moveTo>
                  <a:lnTo>
                    <a:pt x="475023" y="333183"/>
                  </a:lnTo>
                  <a:lnTo>
                    <a:pt x="466128" y="313611"/>
                  </a:lnTo>
                  <a:close/>
                  <a:moveTo>
                    <a:pt x="652983" y="530453"/>
                  </a:moveTo>
                  <a:lnTo>
                    <a:pt x="634444" y="502007"/>
                  </a:lnTo>
                  <a:lnTo>
                    <a:pt x="622206" y="516958"/>
                  </a:lnTo>
                  <a:close/>
                  <a:moveTo>
                    <a:pt x="702457" y="494644"/>
                  </a:moveTo>
                  <a:lnTo>
                    <a:pt x="730608" y="475320"/>
                  </a:lnTo>
                  <a:lnTo>
                    <a:pt x="721459" y="46948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59" name="Input_density__59">
              <a:extLst>
                <a:ext uri="{FF2B5EF4-FFF2-40B4-BE49-F238E27FC236}">
                  <a16:creationId xmlns:a16="http://schemas.microsoft.com/office/drawing/2014/main" id="{9AD59C61-5233-A1D7-D549-BD7650868F34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1753363"/>
              <a:ext cx="966840" cy="1320491"/>
            </a:xfrm>
            <a:custGeom>
              <a:avLst/>
              <a:gdLst/>
              <a:ahLst/>
              <a:cxnLst/>
              <a:rect l="0" t="0" r="0" b="0"/>
              <a:pathLst>
                <a:path w="966840" h="1320491">
                  <a:moveTo>
                    <a:pt x="0" y="1035435"/>
                  </a:moveTo>
                  <a:lnTo>
                    <a:pt x="38675" y="1075829"/>
                  </a:lnTo>
                  <a:lnTo>
                    <a:pt x="26108" y="1061269"/>
                  </a:lnTo>
                  <a:close/>
                  <a:moveTo>
                    <a:pt x="272738" y="1244716"/>
                  </a:moveTo>
                  <a:lnTo>
                    <a:pt x="235927" y="1233497"/>
                  </a:lnTo>
                  <a:lnTo>
                    <a:pt x="267764" y="1245044"/>
                  </a:lnTo>
                  <a:close/>
                  <a:moveTo>
                    <a:pt x="193458" y="1103081"/>
                  </a:moveTo>
                  <a:lnTo>
                    <a:pt x="205829" y="1080840"/>
                  </a:lnTo>
                  <a:lnTo>
                    <a:pt x="209606" y="1089964"/>
                  </a:lnTo>
                  <a:close/>
                  <a:moveTo>
                    <a:pt x="208610" y="1108433"/>
                  </a:moveTo>
                  <a:lnTo>
                    <a:pt x="193458" y="1103081"/>
                  </a:lnTo>
                  <a:lnTo>
                    <a:pt x="169397" y="1080840"/>
                  </a:lnTo>
                  <a:close/>
                  <a:moveTo>
                    <a:pt x="242372" y="1100412"/>
                  </a:moveTo>
                  <a:lnTo>
                    <a:pt x="206136" y="1065697"/>
                  </a:lnTo>
                  <a:lnTo>
                    <a:pt x="205829" y="1080840"/>
                  </a:lnTo>
                  <a:close/>
                  <a:moveTo>
                    <a:pt x="205829" y="1080840"/>
                  </a:moveTo>
                  <a:lnTo>
                    <a:pt x="193458" y="1103081"/>
                  </a:lnTo>
                  <a:lnTo>
                    <a:pt x="242372" y="1100412"/>
                  </a:lnTo>
                  <a:close/>
                  <a:moveTo>
                    <a:pt x="482644" y="1316660"/>
                  </a:moveTo>
                  <a:lnTo>
                    <a:pt x="460559" y="1307526"/>
                  </a:lnTo>
                  <a:lnTo>
                    <a:pt x="502989" y="1320491"/>
                  </a:lnTo>
                  <a:close/>
                  <a:moveTo>
                    <a:pt x="464755" y="1230249"/>
                  </a:moveTo>
                  <a:lnTo>
                    <a:pt x="449109" y="1193494"/>
                  </a:lnTo>
                  <a:lnTo>
                    <a:pt x="443421" y="1231965"/>
                  </a:lnTo>
                  <a:close/>
                  <a:moveTo>
                    <a:pt x="449109" y="1193494"/>
                  </a:moveTo>
                  <a:lnTo>
                    <a:pt x="428891" y="1199031"/>
                  </a:lnTo>
                  <a:lnTo>
                    <a:pt x="443421" y="1231965"/>
                  </a:lnTo>
                  <a:close/>
                  <a:moveTo>
                    <a:pt x="443421" y="1231965"/>
                  </a:moveTo>
                  <a:lnTo>
                    <a:pt x="428891" y="1199031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04866" y="1193494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49109" y="1193494"/>
                  </a:lnTo>
                  <a:lnTo>
                    <a:pt x="430912" y="1175587"/>
                  </a:lnTo>
                  <a:close/>
                  <a:moveTo>
                    <a:pt x="404866" y="1193494"/>
                  </a:moveTo>
                  <a:lnTo>
                    <a:pt x="428891" y="1199031"/>
                  </a:lnTo>
                  <a:lnTo>
                    <a:pt x="430912" y="1175587"/>
                  </a:lnTo>
                  <a:close/>
                  <a:moveTo>
                    <a:pt x="295332" y="1047359"/>
                  </a:moveTo>
                  <a:lnTo>
                    <a:pt x="255089" y="1097735"/>
                  </a:lnTo>
                  <a:lnTo>
                    <a:pt x="297266" y="1090534"/>
                  </a:lnTo>
                  <a:close/>
                  <a:moveTo>
                    <a:pt x="297266" y="1090534"/>
                  </a:moveTo>
                  <a:lnTo>
                    <a:pt x="322076" y="1052704"/>
                  </a:lnTo>
                  <a:lnTo>
                    <a:pt x="295332" y="1047359"/>
                  </a:lnTo>
                  <a:close/>
                  <a:moveTo>
                    <a:pt x="533304" y="1309257"/>
                  </a:moveTo>
                  <a:lnTo>
                    <a:pt x="550306" y="1286575"/>
                  </a:lnTo>
                  <a:lnTo>
                    <a:pt x="543395" y="1294358"/>
                  </a:lnTo>
                  <a:close/>
                  <a:moveTo>
                    <a:pt x="449109" y="1193494"/>
                  </a:moveTo>
                  <a:lnTo>
                    <a:pt x="481426" y="1228156"/>
                  </a:lnTo>
                  <a:lnTo>
                    <a:pt x="481526" y="1183328"/>
                  </a:lnTo>
                  <a:close/>
                  <a:moveTo>
                    <a:pt x="449109" y="1193494"/>
                  </a:moveTo>
                  <a:lnTo>
                    <a:pt x="464755" y="1230249"/>
                  </a:lnTo>
                  <a:lnTo>
                    <a:pt x="481426" y="1228156"/>
                  </a:lnTo>
                  <a:close/>
                  <a:moveTo>
                    <a:pt x="542692" y="1248150"/>
                  </a:moveTo>
                  <a:lnTo>
                    <a:pt x="542992" y="1249939"/>
                  </a:lnTo>
                  <a:lnTo>
                    <a:pt x="542958" y="1249820"/>
                  </a:lnTo>
                  <a:close/>
                  <a:moveTo>
                    <a:pt x="404866" y="1193494"/>
                  </a:moveTo>
                  <a:lnTo>
                    <a:pt x="430912" y="1175587"/>
                  </a:lnTo>
                  <a:lnTo>
                    <a:pt x="402740" y="1193203"/>
                  </a:lnTo>
                  <a:close/>
                  <a:moveTo>
                    <a:pt x="481526" y="1183328"/>
                  </a:moveTo>
                  <a:lnTo>
                    <a:pt x="430912" y="1175587"/>
                  </a:lnTo>
                  <a:lnTo>
                    <a:pt x="449109" y="1193494"/>
                  </a:lnTo>
                  <a:close/>
                  <a:moveTo>
                    <a:pt x="199012" y="847753"/>
                  </a:moveTo>
                  <a:lnTo>
                    <a:pt x="181722" y="899454"/>
                  </a:lnTo>
                  <a:lnTo>
                    <a:pt x="194284" y="896344"/>
                  </a:lnTo>
                  <a:close/>
                  <a:moveTo>
                    <a:pt x="209686" y="899454"/>
                  </a:moveTo>
                  <a:lnTo>
                    <a:pt x="199012" y="847753"/>
                  </a:lnTo>
                  <a:lnTo>
                    <a:pt x="194284" y="896344"/>
                  </a:lnTo>
                  <a:close/>
                  <a:moveTo>
                    <a:pt x="209290" y="862699"/>
                  </a:moveTo>
                  <a:lnTo>
                    <a:pt x="199012" y="847753"/>
                  </a:lnTo>
                  <a:lnTo>
                    <a:pt x="209686" y="899454"/>
                  </a:lnTo>
                  <a:close/>
                  <a:moveTo>
                    <a:pt x="209802" y="845515"/>
                  </a:moveTo>
                  <a:lnTo>
                    <a:pt x="219371" y="858290"/>
                  </a:lnTo>
                  <a:lnTo>
                    <a:pt x="239107" y="860554"/>
                  </a:lnTo>
                  <a:close/>
                  <a:moveTo>
                    <a:pt x="219371" y="858290"/>
                  </a:moveTo>
                  <a:lnTo>
                    <a:pt x="209802" y="845515"/>
                  </a:lnTo>
                  <a:lnTo>
                    <a:pt x="230056" y="826714"/>
                  </a:lnTo>
                  <a:close/>
                  <a:moveTo>
                    <a:pt x="156153" y="810762"/>
                  </a:moveTo>
                  <a:lnTo>
                    <a:pt x="195696" y="845515"/>
                  </a:lnTo>
                  <a:lnTo>
                    <a:pt x="199012" y="847753"/>
                  </a:lnTo>
                  <a:close/>
                  <a:moveTo>
                    <a:pt x="550306" y="1286575"/>
                  </a:moveTo>
                  <a:lnTo>
                    <a:pt x="542992" y="1249939"/>
                  </a:lnTo>
                  <a:lnTo>
                    <a:pt x="543395" y="1294358"/>
                  </a:lnTo>
                  <a:close/>
                  <a:moveTo>
                    <a:pt x="550306" y="1286575"/>
                  </a:moveTo>
                  <a:lnTo>
                    <a:pt x="542958" y="1249820"/>
                  </a:lnTo>
                  <a:lnTo>
                    <a:pt x="542992" y="1249939"/>
                  </a:lnTo>
                  <a:close/>
                  <a:moveTo>
                    <a:pt x="209802" y="845515"/>
                  </a:moveTo>
                  <a:lnTo>
                    <a:pt x="239711" y="797007"/>
                  </a:lnTo>
                  <a:lnTo>
                    <a:pt x="230056" y="826714"/>
                  </a:lnTo>
                  <a:close/>
                  <a:moveTo>
                    <a:pt x="615133" y="1173634"/>
                  </a:moveTo>
                  <a:lnTo>
                    <a:pt x="634899" y="1178699"/>
                  </a:lnTo>
                  <a:lnTo>
                    <a:pt x="635880" y="1183853"/>
                  </a:lnTo>
                  <a:close/>
                  <a:moveTo>
                    <a:pt x="604638" y="1162766"/>
                  </a:moveTo>
                  <a:lnTo>
                    <a:pt x="634899" y="1178699"/>
                  </a:lnTo>
                  <a:lnTo>
                    <a:pt x="615133" y="1173634"/>
                  </a:lnTo>
                  <a:close/>
                  <a:moveTo>
                    <a:pt x="616284" y="1159127"/>
                  </a:moveTo>
                  <a:lnTo>
                    <a:pt x="635880" y="1183853"/>
                  </a:lnTo>
                  <a:lnTo>
                    <a:pt x="666411" y="1178699"/>
                  </a:lnTo>
                  <a:close/>
                  <a:moveTo>
                    <a:pt x="292264" y="781371"/>
                  </a:moveTo>
                  <a:lnTo>
                    <a:pt x="249595" y="788971"/>
                  </a:lnTo>
                  <a:lnTo>
                    <a:pt x="304232" y="787054"/>
                  </a:lnTo>
                  <a:close/>
                  <a:moveTo>
                    <a:pt x="666411" y="1178699"/>
                  </a:moveTo>
                  <a:lnTo>
                    <a:pt x="677538" y="1186172"/>
                  </a:lnTo>
                  <a:lnTo>
                    <a:pt x="677749" y="1176902"/>
                  </a:lnTo>
                  <a:close/>
                  <a:moveTo>
                    <a:pt x="648142" y="1141944"/>
                  </a:moveTo>
                  <a:lnTo>
                    <a:pt x="677749" y="1176902"/>
                  </a:lnTo>
                  <a:lnTo>
                    <a:pt x="656495" y="1135865"/>
                  </a:lnTo>
                  <a:close/>
                  <a:moveTo>
                    <a:pt x="666411" y="1178699"/>
                  </a:moveTo>
                  <a:lnTo>
                    <a:pt x="677749" y="1176902"/>
                  </a:lnTo>
                  <a:lnTo>
                    <a:pt x="648142" y="1141944"/>
                  </a:lnTo>
                  <a:close/>
                  <a:moveTo>
                    <a:pt x="677749" y="1176902"/>
                  </a:moveTo>
                  <a:lnTo>
                    <a:pt x="677538" y="1186172"/>
                  </a:lnTo>
                  <a:lnTo>
                    <a:pt x="679932" y="1178699"/>
                  </a:lnTo>
                  <a:close/>
                  <a:moveTo>
                    <a:pt x="640843" y="1135070"/>
                  </a:moveTo>
                  <a:lnTo>
                    <a:pt x="663753" y="1134632"/>
                  </a:lnTo>
                  <a:lnTo>
                    <a:pt x="648142" y="1141944"/>
                  </a:lnTo>
                  <a:close/>
                  <a:moveTo>
                    <a:pt x="566589" y="1068434"/>
                  </a:moveTo>
                  <a:lnTo>
                    <a:pt x="584430" y="1087209"/>
                  </a:lnTo>
                  <a:lnTo>
                    <a:pt x="588563" y="1060990"/>
                  </a:lnTo>
                  <a:close/>
                  <a:moveTo>
                    <a:pt x="364105" y="884294"/>
                  </a:moveTo>
                  <a:lnTo>
                    <a:pt x="400719" y="881617"/>
                  </a:lnTo>
                  <a:lnTo>
                    <a:pt x="394299" y="874647"/>
                  </a:lnTo>
                  <a:close/>
                  <a:moveTo>
                    <a:pt x="666897" y="1050178"/>
                  </a:moveTo>
                  <a:lnTo>
                    <a:pt x="666390" y="1051250"/>
                  </a:lnTo>
                  <a:lnTo>
                    <a:pt x="686929" y="1028868"/>
                  </a:lnTo>
                  <a:close/>
                  <a:moveTo>
                    <a:pt x="687370" y="997312"/>
                  </a:moveTo>
                  <a:lnTo>
                    <a:pt x="707050" y="1007890"/>
                  </a:lnTo>
                  <a:lnTo>
                    <a:pt x="694956" y="983925"/>
                  </a:lnTo>
                  <a:close/>
                  <a:moveTo>
                    <a:pt x="736367" y="1022093"/>
                  </a:moveTo>
                  <a:lnTo>
                    <a:pt x="739729" y="1005492"/>
                  </a:lnTo>
                  <a:lnTo>
                    <a:pt x="687370" y="997312"/>
                  </a:lnTo>
                  <a:close/>
                  <a:moveTo>
                    <a:pt x="687370" y="997312"/>
                  </a:moveTo>
                  <a:lnTo>
                    <a:pt x="694956" y="983925"/>
                  </a:lnTo>
                  <a:lnTo>
                    <a:pt x="680616" y="950836"/>
                  </a:lnTo>
                  <a:close/>
                  <a:moveTo>
                    <a:pt x="844257" y="1050946"/>
                  </a:moveTo>
                  <a:lnTo>
                    <a:pt x="835195" y="1040672"/>
                  </a:lnTo>
                  <a:lnTo>
                    <a:pt x="860093" y="1081786"/>
                  </a:lnTo>
                  <a:close/>
                  <a:moveTo>
                    <a:pt x="879420" y="1057839"/>
                  </a:moveTo>
                  <a:lnTo>
                    <a:pt x="844257" y="1050946"/>
                  </a:lnTo>
                  <a:lnTo>
                    <a:pt x="860093" y="1081786"/>
                  </a:lnTo>
                  <a:close/>
                  <a:moveTo>
                    <a:pt x="832802" y="1036455"/>
                  </a:moveTo>
                  <a:lnTo>
                    <a:pt x="835195" y="1040672"/>
                  </a:lnTo>
                  <a:lnTo>
                    <a:pt x="844257" y="1050946"/>
                  </a:lnTo>
                  <a:close/>
                  <a:moveTo>
                    <a:pt x="832802" y="1036455"/>
                  </a:moveTo>
                  <a:lnTo>
                    <a:pt x="814353" y="999700"/>
                  </a:lnTo>
                  <a:lnTo>
                    <a:pt x="815780" y="1011709"/>
                  </a:lnTo>
                  <a:close/>
                  <a:moveTo>
                    <a:pt x="952991" y="1112122"/>
                  </a:moveTo>
                  <a:lnTo>
                    <a:pt x="928912" y="1118303"/>
                  </a:lnTo>
                  <a:lnTo>
                    <a:pt x="935678" y="1092782"/>
                  </a:lnTo>
                  <a:close/>
                  <a:moveTo>
                    <a:pt x="928912" y="1118303"/>
                  </a:moveTo>
                  <a:lnTo>
                    <a:pt x="952991" y="1112122"/>
                  </a:lnTo>
                  <a:lnTo>
                    <a:pt x="940613" y="1109965"/>
                  </a:lnTo>
                  <a:close/>
                  <a:moveTo>
                    <a:pt x="952991" y="1112122"/>
                  </a:moveTo>
                  <a:lnTo>
                    <a:pt x="954611" y="1092782"/>
                  </a:lnTo>
                  <a:lnTo>
                    <a:pt x="940613" y="1109965"/>
                  </a:lnTo>
                  <a:close/>
                  <a:moveTo>
                    <a:pt x="892540" y="1021140"/>
                  </a:moveTo>
                  <a:lnTo>
                    <a:pt x="879420" y="1057839"/>
                  </a:lnTo>
                  <a:lnTo>
                    <a:pt x="933581" y="1059609"/>
                  </a:lnTo>
                  <a:close/>
                  <a:moveTo>
                    <a:pt x="933581" y="1059609"/>
                  </a:moveTo>
                  <a:lnTo>
                    <a:pt x="944068" y="1056027"/>
                  </a:lnTo>
                  <a:lnTo>
                    <a:pt x="966840" y="1039327"/>
                  </a:lnTo>
                  <a:close/>
                  <a:moveTo>
                    <a:pt x="832802" y="1036455"/>
                  </a:moveTo>
                  <a:lnTo>
                    <a:pt x="844257" y="1050946"/>
                  </a:lnTo>
                  <a:lnTo>
                    <a:pt x="848340" y="1029985"/>
                  </a:lnTo>
                  <a:close/>
                  <a:moveTo>
                    <a:pt x="814353" y="999700"/>
                  </a:moveTo>
                  <a:lnTo>
                    <a:pt x="832802" y="1036455"/>
                  </a:lnTo>
                  <a:lnTo>
                    <a:pt x="825007" y="982517"/>
                  </a:lnTo>
                  <a:close/>
                  <a:moveTo>
                    <a:pt x="806708" y="872252"/>
                  </a:moveTo>
                  <a:lnTo>
                    <a:pt x="781704" y="835497"/>
                  </a:lnTo>
                  <a:lnTo>
                    <a:pt x="779195" y="889435"/>
                  </a:lnTo>
                  <a:close/>
                  <a:moveTo>
                    <a:pt x="529412" y="649620"/>
                  </a:moveTo>
                  <a:lnTo>
                    <a:pt x="534991" y="629985"/>
                  </a:lnTo>
                  <a:lnTo>
                    <a:pt x="533453" y="636361"/>
                  </a:lnTo>
                  <a:close/>
                  <a:moveTo>
                    <a:pt x="497397" y="541457"/>
                  </a:moveTo>
                  <a:lnTo>
                    <a:pt x="487350" y="507386"/>
                  </a:lnTo>
                  <a:lnTo>
                    <a:pt x="498209" y="543305"/>
                  </a:lnTo>
                  <a:close/>
                  <a:moveTo>
                    <a:pt x="497397" y="541457"/>
                  </a:moveTo>
                  <a:lnTo>
                    <a:pt x="486178" y="504702"/>
                  </a:lnTo>
                  <a:lnTo>
                    <a:pt x="487350" y="507386"/>
                  </a:lnTo>
                  <a:close/>
                  <a:moveTo>
                    <a:pt x="936883" y="1012177"/>
                  </a:moveTo>
                  <a:lnTo>
                    <a:pt x="944068" y="1056027"/>
                  </a:lnTo>
                  <a:lnTo>
                    <a:pt x="940741" y="1053788"/>
                  </a:lnTo>
                  <a:close/>
                  <a:moveTo>
                    <a:pt x="803532" y="830842"/>
                  </a:moveTo>
                  <a:lnTo>
                    <a:pt x="784644" y="830944"/>
                  </a:lnTo>
                  <a:lnTo>
                    <a:pt x="818863" y="855068"/>
                  </a:lnTo>
                  <a:close/>
                  <a:moveTo>
                    <a:pt x="818863" y="855068"/>
                  </a:moveTo>
                  <a:lnTo>
                    <a:pt x="784644" y="830944"/>
                  </a:lnTo>
                  <a:lnTo>
                    <a:pt x="781704" y="835497"/>
                  </a:lnTo>
                  <a:close/>
                  <a:moveTo>
                    <a:pt x="818863" y="855068"/>
                  </a:moveTo>
                  <a:lnTo>
                    <a:pt x="781704" y="835497"/>
                  </a:lnTo>
                  <a:lnTo>
                    <a:pt x="806708" y="872252"/>
                  </a:lnTo>
                  <a:close/>
                  <a:moveTo>
                    <a:pt x="667198" y="603768"/>
                  </a:moveTo>
                  <a:lnTo>
                    <a:pt x="639553" y="599154"/>
                  </a:lnTo>
                  <a:lnTo>
                    <a:pt x="668271" y="647642"/>
                  </a:lnTo>
                  <a:close/>
                  <a:moveTo>
                    <a:pt x="468196" y="467947"/>
                  </a:moveTo>
                  <a:lnTo>
                    <a:pt x="466142" y="441432"/>
                  </a:lnTo>
                  <a:lnTo>
                    <a:pt x="480136" y="414008"/>
                  </a:lnTo>
                  <a:close/>
                  <a:moveTo>
                    <a:pt x="468196" y="467947"/>
                  </a:moveTo>
                  <a:lnTo>
                    <a:pt x="480136" y="414008"/>
                  </a:lnTo>
                  <a:lnTo>
                    <a:pt x="464880" y="431192"/>
                  </a:lnTo>
                  <a:close/>
                  <a:moveTo>
                    <a:pt x="112846" y="13433"/>
                  </a:moveTo>
                  <a:lnTo>
                    <a:pt x="148607" y="11448"/>
                  </a:lnTo>
                  <a:lnTo>
                    <a:pt x="122426" y="0"/>
                  </a:lnTo>
                  <a:close/>
                  <a:moveTo>
                    <a:pt x="789605" y="818313"/>
                  </a:moveTo>
                  <a:lnTo>
                    <a:pt x="784644" y="830944"/>
                  </a:lnTo>
                  <a:lnTo>
                    <a:pt x="803532" y="830842"/>
                  </a:lnTo>
                  <a:close/>
                  <a:moveTo>
                    <a:pt x="764831" y="686144"/>
                  </a:moveTo>
                  <a:lnTo>
                    <a:pt x="824669" y="689085"/>
                  </a:lnTo>
                  <a:lnTo>
                    <a:pt x="785604" y="667605"/>
                  </a:lnTo>
                  <a:close/>
                  <a:moveTo>
                    <a:pt x="822801" y="692771"/>
                  </a:moveTo>
                  <a:lnTo>
                    <a:pt x="832015" y="690865"/>
                  </a:lnTo>
                  <a:lnTo>
                    <a:pt x="824669" y="689085"/>
                  </a:lnTo>
                  <a:close/>
                  <a:moveTo>
                    <a:pt x="754827" y="654110"/>
                  </a:moveTo>
                  <a:lnTo>
                    <a:pt x="726490" y="627399"/>
                  </a:lnTo>
                  <a:lnTo>
                    <a:pt x="741568" y="634538"/>
                  </a:lnTo>
                  <a:close/>
                  <a:moveTo>
                    <a:pt x="754827" y="654110"/>
                  </a:moveTo>
                  <a:lnTo>
                    <a:pt x="741568" y="634538"/>
                  </a:lnTo>
                  <a:lnTo>
                    <a:pt x="744566" y="671293"/>
                  </a:lnTo>
                  <a:close/>
                  <a:moveTo>
                    <a:pt x="536789" y="404788"/>
                  </a:moveTo>
                  <a:lnTo>
                    <a:pt x="502868" y="405277"/>
                  </a:lnTo>
                  <a:lnTo>
                    <a:pt x="554198" y="425299"/>
                  </a:lnTo>
                  <a:close/>
                  <a:moveTo>
                    <a:pt x="563380" y="410258"/>
                  </a:moveTo>
                  <a:lnTo>
                    <a:pt x="536789" y="404788"/>
                  </a:lnTo>
                  <a:lnTo>
                    <a:pt x="586824" y="422704"/>
                  </a:lnTo>
                  <a:close/>
                  <a:moveTo>
                    <a:pt x="536789" y="404788"/>
                  </a:moveTo>
                  <a:lnTo>
                    <a:pt x="554198" y="425299"/>
                  </a:lnTo>
                  <a:lnTo>
                    <a:pt x="586824" y="422704"/>
                  </a:lnTo>
                  <a:close/>
                  <a:moveTo>
                    <a:pt x="701853" y="603624"/>
                  </a:moveTo>
                  <a:lnTo>
                    <a:pt x="726490" y="627399"/>
                  </a:lnTo>
                  <a:lnTo>
                    <a:pt x="696710" y="624522"/>
                  </a:lnTo>
                  <a:close/>
                  <a:moveTo>
                    <a:pt x="596963" y="427702"/>
                  </a:moveTo>
                  <a:lnTo>
                    <a:pt x="606171" y="433580"/>
                  </a:lnTo>
                  <a:lnTo>
                    <a:pt x="586824" y="422704"/>
                  </a:lnTo>
                  <a:close/>
                  <a:moveTo>
                    <a:pt x="821644" y="609934"/>
                  </a:moveTo>
                  <a:lnTo>
                    <a:pt x="825529" y="636927"/>
                  </a:lnTo>
                  <a:lnTo>
                    <a:pt x="835079" y="631796"/>
                  </a:lnTo>
                  <a:close/>
                  <a:moveTo>
                    <a:pt x="801608" y="548671"/>
                  </a:moveTo>
                  <a:lnTo>
                    <a:pt x="835615" y="548112"/>
                  </a:lnTo>
                  <a:lnTo>
                    <a:pt x="812933" y="548997"/>
                  </a:lnTo>
                  <a:close/>
                  <a:moveTo>
                    <a:pt x="835615" y="548112"/>
                  </a:moveTo>
                  <a:lnTo>
                    <a:pt x="801608" y="548671"/>
                  </a:lnTo>
                  <a:lnTo>
                    <a:pt x="840579" y="55615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60" name="Input_density__60">
              <a:extLst>
                <a:ext uri="{FF2B5EF4-FFF2-40B4-BE49-F238E27FC236}">
                  <a16:creationId xmlns:a16="http://schemas.microsoft.com/office/drawing/2014/main" id="{75B924A6-C47E-DE66-398B-14FCC4AED007}"/>
                </a:ext>
              </a:extLst>
            </p:cNvPr>
            <p:cNvSpPr>
              <a:spLocks noGrp="1"/>
            </p:cNvSpPr>
            <p:nvPr/>
          </p:nvSpPr>
          <p:spPr>
            <a:xfrm>
              <a:off x="952706" y="2153856"/>
              <a:ext cx="975866" cy="709472"/>
            </a:xfrm>
            <a:custGeom>
              <a:avLst/>
              <a:gdLst/>
              <a:ahLst/>
              <a:cxnLst/>
              <a:rect l="0" t="0" r="0" b="0"/>
              <a:pathLst>
                <a:path w="975866" h="709472">
                  <a:moveTo>
                    <a:pt x="0" y="604449"/>
                  </a:moveTo>
                  <a:lnTo>
                    <a:pt x="8645" y="641204"/>
                  </a:lnTo>
                  <a:lnTo>
                    <a:pt x="8654" y="587830"/>
                  </a:lnTo>
                  <a:close/>
                  <a:moveTo>
                    <a:pt x="8645" y="641204"/>
                  </a:moveTo>
                  <a:lnTo>
                    <a:pt x="5745" y="634942"/>
                  </a:lnTo>
                  <a:lnTo>
                    <a:pt x="8654" y="587830"/>
                  </a:lnTo>
                  <a:close/>
                  <a:moveTo>
                    <a:pt x="32474" y="550511"/>
                  </a:moveTo>
                  <a:lnTo>
                    <a:pt x="31984" y="551204"/>
                  </a:lnTo>
                  <a:lnTo>
                    <a:pt x="9218" y="586777"/>
                  </a:lnTo>
                  <a:close/>
                  <a:moveTo>
                    <a:pt x="31984" y="551204"/>
                  </a:moveTo>
                  <a:lnTo>
                    <a:pt x="14314" y="577462"/>
                  </a:lnTo>
                  <a:lnTo>
                    <a:pt x="9218" y="586777"/>
                  </a:lnTo>
                  <a:close/>
                  <a:moveTo>
                    <a:pt x="9218" y="586777"/>
                  </a:moveTo>
                  <a:lnTo>
                    <a:pt x="14314" y="577462"/>
                  </a:lnTo>
                  <a:lnTo>
                    <a:pt x="8654" y="587830"/>
                  </a:lnTo>
                  <a:close/>
                  <a:moveTo>
                    <a:pt x="8654" y="587830"/>
                  </a:moveTo>
                  <a:lnTo>
                    <a:pt x="14314" y="577462"/>
                  </a:lnTo>
                  <a:lnTo>
                    <a:pt x="0" y="604449"/>
                  </a:lnTo>
                  <a:close/>
                  <a:moveTo>
                    <a:pt x="69912" y="564552"/>
                  </a:moveTo>
                  <a:lnTo>
                    <a:pt x="33505" y="549968"/>
                  </a:lnTo>
                  <a:lnTo>
                    <a:pt x="60722" y="558559"/>
                  </a:lnTo>
                  <a:close/>
                  <a:moveTo>
                    <a:pt x="60722" y="558559"/>
                  </a:moveTo>
                  <a:lnTo>
                    <a:pt x="76316" y="533327"/>
                  </a:lnTo>
                  <a:lnTo>
                    <a:pt x="69912" y="564552"/>
                  </a:lnTo>
                  <a:close/>
                  <a:moveTo>
                    <a:pt x="32731" y="550114"/>
                  </a:moveTo>
                  <a:lnTo>
                    <a:pt x="32474" y="550511"/>
                  </a:lnTo>
                  <a:lnTo>
                    <a:pt x="33505" y="549968"/>
                  </a:lnTo>
                  <a:close/>
                  <a:moveTo>
                    <a:pt x="199203" y="702588"/>
                  </a:moveTo>
                  <a:lnTo>
                    <a:pt x="214355" y="707940"/>
                  </a:lnTo>
                  <a:lnTo>
                    <a:pt x="248117" y="699919"/>
                  </a:lnTo>
                  <a:close/>
                  <a:moveTo>
                    <a:pt x="82655" y="515987"/>
                  </a:moveTo>
                  <a:lnTo>
                    <a:pt x="98052" y="524581"/>
                  </a:lnTo>
                  <a:lnTo>
                    <a:pt x="94167" y="496572"/>
                  </a:lnTo>
                  <a:close/>
                  <a:moveTo>
                    <a:pt x="94167" y="496572"/>
                  </a:moveTo>
                  <a:lnTo>
                    <a:pt x="98052" y="524581"/>
                  </a:lnTo>
                  <a:lnTo>
                    <a:pt x="115070" y="516144"/>
                  </a:lnTo>
                  <a:close/>
                  <a:moveTo>
                    <a:pt x="94167" y="496572"/>
                  </a:moveTo>
                  <a:lnTo>
                    <a:pt x="115070" y="516144"/>
                  </a:lnTo>
                  <a:lnTo>
                    <a:pt x="99462" y="479389"/>
                  </a:lnTo>
                  <a:close/>
                  <a:moveTo>
                    <a:pt x="187467" y="498960"/>
                  </a:moveTo>
                  <a:lnTo>
                    <a:pt x="156702" y="503987"/>
                  </a:lnTo>
                  <a:lnTo>
                    <a:pt x="171413" y="536775"/>
                  </a:lnTo>
                  <a:close/>
                  <a:moveTo>
                    <a:pt x="156702" y="503987"/>
                  </a:moveTo>
                  <a:lnTo>
                    <a:pt x="187467" y="498960"/>
                  </a:lnTo>
                  <a:lnTo>
                    <a:pt x="160839" y="491309"/>
                  </a:lnTo>
                  <a:close/>
                  <a:moveTo>
                    <a:pt x="115395" y="442634"/>
                  </a:moveTo>
                  <a:lnTo>
                    <a:pt x="99462" y="479389"/>
                  </a:lnTo>
                  <a:lnTo>
                    <a:pt x="127366" y="462206"/>
                  </a:lnTo>
                  <a:close/>
                  <a:moveTo>
                    <a:pt x="115395" y="442634"/>
                  </a:moveTo>
                  <a:lnTo>
                    <a:pt x="127366" y="462206"/>
                  </a:lnTo>
                  <a:lnTo>
                    <a:pt x="122867" y="425451"/>
                  </a:lnTo>
                  <a:close/>
                  <a:moveTo>
                    <a:pt x="136296" y="399549"/>
                  </a:moveTo>
                  <a:lnTo>
                    <a:pt x="122867" y="425451"/>
                  </a:lnTo>
                  <a:lnTo>
                    <a:pt x="161898" y="410269"/>
                  </a:lnTo>
                  <a:close/>
                  <a:moveTo>
                    <a:pt x="244690" y="391084"/>
                  </a:moveTo>
                  <a:lnTo>
                    <a:pt x="245457" y="396514"/>
                  </a:lnTo>
                  <a:lnTo>
                    <a:pt x="215548" y="445022"/>
                  </a:lnTo>
                  <a:close/>
                  <a:moveTo>
                    <a:pt x="905223" y="672717"/>
                  </a:moveTo>
                  <a:lnTo>
                    <a:pt x="885166" y="657346"/>
                  </a:lnTo>
                  <a:lnTo>
                    <a:pt x="865839" y="681293"/>
                  </a:lnTo>
                  <a:close/>
                  <a:moveTo>
                    <a:pt x="905223" y="672717"/>
                  </a:moveTo>
                  <a:lnTo>
                    <a:pt x="928853" y="696109"/>
                  </a:lnTo>
                  <a:lnTo>
                    <a:pt x="939327" y="659115"/>
                  </a:lnTo>
                  <a:close/>
                  <a:moveTo>
                    <a:pt x="939327" y="659115"/>
                  </a:moveTo>
                  <a:lnTo>
                    <a:pt x="928853" y="696109"/>
                  </a:lnTo>
                  <a:lnTo>
                    <a:pt x="949814" y="655534"/>
                  </a:lnTo>
                  <a:close/>
                  <a:moveTo>
                    <a:pt x="949814" y="655534"/>
                  </a:moveTo>
                  <a:lnTo>
                    <a:pt x="928853" y="696109"/>
                  </a:lnTo>
                  <a:lnTo>
                    <a:pt x="946359" y="709472"/>
                  </a:lnTo>
                  <a:close/>
                  <a:moveTo>
                    <a:pt x="949814" y="655534"/>
                  </a:moveTo>
                  <a:lnTo>
                    <a:pt x="946359" y="709472"/>
                  </a:lnTo>
                  <a:lnTo>
                    <a:pt x="960356" y="692288"/>
                  </a:lnTo>
                  <a:close/>
                  <a:moveTo>
                    <a:pt x="939327" y="659115"/>
                  </a:moveTo>
                  <a:lnTo>
                    <a:pt x="885166" y="657346"/>
                  </a:lnTo>
                  <a:lnTo>
                    <a:pt x="905223" y="672717"/>
                  </a:lnTo>
                  <a:close/>
                  <a:moveTo>
                    <a:pt x="975866" y="675105"/>
                  </a:moveTo>
                  <a:lnTo>
                    <a:pt x="946487" y="653295"/>
                  </a:lnTo>
                  <a:lnTo>
                    <a:pt x="949814" y="655534"/>
                  </a:lnTo>
                  <a:close/>
                  <a:moveTo>
                    <a:pt x="494669" y="1540"/>
                  </a:moveTo>
                  <a:lnTo>
                    <a:pt x="470625" y="30699"/>
                  </a:lnTo>
                  <a:lnTo>
                    <a:pt x="485882" y="13515"/>
                  </a:lnTo>
                  <a:close/>
                  <a:moveTo>
                    <a:pt x="740170" y="200336"/>
                  </a:moveTo>
                  <a:lnTo>
                    <a:pt x="747314" y="234045"/>
                  </a:lnTo>
                  <a:lnTo>
                    <a:pt x="732236" y="226906"/>
                  </a:lnTo>
                  <a:close/>
                  <a:moveTo>
                    <a:pt x="508613" y="4784"/>
                  </a:moveTo>
                  <a:lnTo>
                    <a:pt x="527577" y="0"/>
                  </a:lnTo>
                  <a:lnTo>
                    <a:pt x="494669" y="1540"/>
                  </a:lnTo>
                  <a:close/>
                  <a:moveTo>
                    <a:pt x="508613" y="4784"/>
                  </a:moveTo>
                  <a:lnTo>
                    <a:pt x="542534" y="4295"/>
                  </a:lnTo>
                  <a:lnTo>
                    <a:pt x="527577" y="0"/>
                  </a:lnTo>
                  <a:close/>
                  <a:moveTo>
                    <a:pt x="707598" y="203131"/>
                  </a:moveTo>
                  <a:lnTo>
                    <a:pt x="740170" y="200336"/>
                  </a:lnTo>
                  <a:lnTo>
                    <a:pt x="732236" y="226906"/>
                  </a:lnTo>
                  <a:close/>
                  <a:moveTo>
                    <a:pt x="782402" y="162924"/>
                  </a:moveTo>
                  <a:lnTo>
                    <a:pt x="780528" y="169986"/>
                  </a:lnTo>
                  <a:lnTo>
                    <a:pt x="759781" y="177449"/>
                  </a:lnTo>
                  <a:close/>
                  <a:moveTo>
                    <a:pt x="759781" y="177449"/>
                  </a:moveTo>
                  <a:lnTo>
                    <a:pt x="780528" y="169986"/>
                  </a:lnTo>
                  <a:lnTo>
                    <a:pt x="769698" y="186162"/>
                  </a:lnTo>
                  <a:close/>
                  <a:moveTo>
                    <a:pt x="788112" y="158797"/>
                  </a:moveTo>
                  <a:lnTo>
                    <a:pt x="780528" y="169986"/>
                  </a:lnTo>
                  <a:lnTo>
                    <a:pt x="782402" y="162924"/>
                  </a:lnTo>
                  <a:close/>
                  <a:moveTo>
                    <a:pt x="788112" y="158797"/>
                  </a:moveTo>
                  <a:lnTo>
                    <a:pt x="782402" y="162924"/>
                  </a:lnTo>
                  <a:lnTo>
                    <a:pt x="807353" y="148178"/>
                  </a:lnTo>
                  <a:close/>
                  <a:moveTo>
                    <a:pt x="807353" y="148178"/>
                  </a:moveTo>
                  <a:lnTo>
                    <a:pt x="818678" y="148503"/>
                  </a:lnTo>
                  <a:lnTo>
                    <a:pt x="788112" y="158797"/>
                  </a:lnTo>
                  <a:close/>
                  <a:moveTo>
                    <a:pt x="807353" y="148178"/>
                  </a:moveTo>
                  <a:lnTo>
                    <a:pt x="810834" y="147544"/>
                  </a:lnTo>
                  <a:lnTo>
                    <a:pt x="846324" y="15565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61" name="Input_density__61">
              <a:extLst>
                <a:ext uri="{FF2B5EF4-FFF2-40B4-BE49-F238E27FC236}">
                  <a16:creationId xmlns:a16="http://schemas.microsoft.com/office/drawing/2014/main" id="{1D89003E-ED49-AF51-F3A7-B08698568A5B}"/>
                </a:ext>
              </a:extLst>
            </p:cNvPr>
            <p:cNvSpPr>
              <a:spLocks noGrp="1"/>
            </p:cNvSpPr>
            <p:nvPr/>
          </p:nvSpPr>
          <p:spPr>
            <a:xfrm>
              <a:off x="961360" y="2155395"/>
              <a:ext cx="802180" cy="586290"/>
            </a:xfrm>
            <a:custGeom>
              <a:avLst/>
              <a:gdLst/>
              <a:ahLst/>
              <a:cxnLst/>
              <a:rect l="0" t="0" r="0" b="0"/>
              <a:pathLst>
                <a:path w="802180" h="586290">
                  <a:moveTo>
                    <a:pt x="564" y="585238"/>
                  </a:moveTo>
                  <a:lnTo>
                    <a:pt x="0" y="586290"/>
                  </a:lnTo>
                  <a:lnTo>
                    <a:pt x="358" y="585726"/>
                  </a:lnTo>
                  <a:close/>
                  <a:moveTo>
                    <a:pt x="564" y="585238"/>
                  </a:moveTo>
                  <a:lnTo>
                    <a:pt x="358" y="585726"/>
                  </a:lnTo>
                  <a:lnTo>
                    <a:pt x="1241" y="585281"/>
                  </a:lnTo>
                  <a:close/>
                  <a:moveTo>
                    <a:pt x="24851" y="548428"/>
                  </a:moveTo>
                  <a:lnTo>
                    <a:pt x="23820" y="548971"/>
                  </a:lnTo>
                  <a:lnTo>
                    <a:pt x="52068" y="557019"/>
                  </a:lnTo>
                  <a:close/>
                  <a:moveTo>
                    <a:pt x="23820" y="548971"/>
                  </a:moveTo>
                  <a:lnTo>
                    <a:pt x="564" y="585238"/>
                  </a:lnTo>
                  <a:lnTo>
                    <a:pt x="52068" y="557019"/>
                  </a:lnTo>
                  <a:close/>
                  <a:moveTo>
                    <a:pt x="74001" y="514447"/>
                  </a:moveTo>
                  <a:lnTo>
                    <a:pt x="66912" y="541322"/>
                  </a:lnTo>
                  <a:lnTo>
                    <a:pt x="67662" y="531788"/>
                  </a:lnTo>
                  <a:close/>
                  <a:moveTo>
                    <a:pt x="89398" y="523041"/>
                  </a:moveTo>
                  <a:lnTo>
                    <a:pt x="67662" y="531788"/>
                  </a:lnTo>
                  <a:lnTo>
                    <a:pt x="106122" y="538332"/>
                  </a:lnTo>
                  <a:close/>
                  <a:moveTo>
                    <a:pt x="67662" y="531788"/>
                  </a:moveTo>
                  <a:lnTo>
                    <a:pt x="52068" y="557019"/>
                  </a:lnTo>
                  <a:lnTo>
                    <a:pt x="106122" y="538332"/>
                  </a:lnTo>
                  <a:close/>
                  <a:moveTo>
                    <a:pt x="74001" y="514447"/>
                  </a:moveTo>
                  <a:lnTo>
                    <a:pt x="67662" y="531788"/>
                  </a:lnTo>
                  <a:lnTo>
                    <a:pt x="89398" y="523041"/>
                  </a:lnTo>
                  <a:close/>
                  <a:moveTo>
                    <a:pt x="89398" y="523041"/>
                  </a:moveTo>
                  <a:lnTo>
                    <a:pt x="106122" y="538332"/>
                  </a:lnTo>
                  <a:lnTo>
                    <a:pt x="106416" y="514604"/>
                  </a:lnTo>
                  <a:close/>
                  <a:moveTo>
                    <a:pt x="106416" y="514604"/>
                  </a:moveTo>
                  <a:lnTo>
                    <a:pt x="148048" y="502448"/>
                  </a:lnTo>
                  <a:lnTo>
                    <a:pt x="118712" y="460666"/>
                  </a:lnTo>
                  <a:close/>
                  <a:moveTo>
                    <a:pt x="90808" y="477849"/>
                  </a:moveTo>
                  <a:lnTo>
                    <a:pt x="106416" y="514604"/>
                  </a:lnTo>
                  <a:lnTo>
                    <a:pt x="118712" y="460666"/>
                  </a:lnTo>
                  <a:close/>
                  <a:moveTo>
                    <a:pt x="486015" y="0"/>
                  </a:moveTo>
                  <a:lnTo>
                    <a:pt x="477228" y="11976"/>
                  </a:lnTo>
                  <a:lnTo>
                    <a:pt x="499959" y="3244"/>
                  </a:lnTo>
                  <a:close/>
                  <a:moveTo>
                    <a:pt x="798699" y="146638"/>
                  </a:moveTo>
                  <a:lnTo>
                    <a:pt x="773748" y="161384"/>
                  </a:lnTo>
                  <a:lnTo>
                    <a:pt x="802180" y="146005"/>
                  </a:lnTo>
                  <a:close/>
                  <a:moveTo>
                    <a:pt x="773748" y="161384"/>
                  </a:moveTo>
                  <a:lnTo>
                    <a:pt x="751127" y="175910"/>
                  </a:lnTo>
                  <a:lnTo>
                    <a:pt x="802180" y="146005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62" name="Input_density__62">
              <a:extLst>
                <a:ext uri="{FF2B5EF4-FFF2-40B4-BE49-F238E27FC236}">
                  <a16:creationId xmlns:a16="http://schemas.microsoft.com/office/drawing/2014/main" id="{93256AAC-061A-CEE2-8679-87DF6C1C14A8}"/>
                </a:ext>
              </a:extLst>
            </p:cNvPr>
            <p:cNvSpPr>
              <a:spLocks noGrp="1"/>
            </p:cNvSpPr>
            <p:nvPr/>
          </p:nvSpPr>
          <p:spPr>
            <a:xfrm>
              <a:off x="1202547" y="2228119"/>
              <a:ext cx="811479" cy="954820"/>
            </a:xfrm>
            <a:custGeom>
              <a:avLst/>
              <a:gdLst/>
              <a:ahLst/>
              <a:cxnLst/>
              <a:rect l="0" t="0" r="0" b="0"/>
              <a:pathLst>
                <a:path w="811479" h="954820">
                  <a:moveTo>
                    <a:pt x="262337" y="954820"/>
                  </a:moveTo>
                  <a:lnTo>
                    <a:pt x="235087" y="949142"/>
                  </a:lnTo>
                  <a:lnTo>
                    <a:pt x="293676" y="947415"/>
                  </a:lnTo>
                  <a:close/>
                  <a:moveTo>
                    <a:pt x="33119" y="692325"/>
                  </a:moveTo>
                  <a:lnTo>
                    <a:pt x="40141" y="671118"/>
                  </a:lnTo>
                  <a:lnTo>
                    <a:pt x="0" y="693074"/>
                  </a:lnTo>
                  <a:close/>
                  <a:moveTo>
                    <a:pt x="40141" y="671118"/>
                  </a:moveTo>
                  <a:lnTo>
                    <a:pt x="33119" y="692325"/>
                  </a:lnTo>
                  <a:lnTo>
                    <a:pt x="43803" y="679594"/>
                  </a:lnTo>
                  <a:close/>
                  <a:moveTo>
                    <a:pt x="313991" y="927159"/>
                  </a:moveTo>
                  <a:lnTo>
                    <a:pt x="262337" y="954820"/>
                  </a:lnTo>
                  <a:lnTo>
                    <a:pt x="293676" y="947415"/>
                  </a:lnTo>
                  <a:close/>
                  <a:moveTo>
                    <a:pt x="483147" y="676469"/>
                  </a:moveTo>
                  <a:lnTo>
                    <a:pt x="515281" y="672036"/>
                  </a:lnTo>
                  <a:lnTo>
                    <a:pt x="535301" y="650679"/>
                  </a:lnTo>
                  <a:close/>
                  <a:moveTo>
                    <a:pt x="753392" y="679155"/>
                  </a:moveTo>
                  <a:lnTo>
                    <a:pt x="784614" y="671312"/>
                  </a:lnTo>
                  <a:lnTo>
                    <a:pt x="803514" y="645769"/>
                  </a:lnTo>
                  <a:close/>
                  <a:moveTo>
                    <a:pt x="792939" y="654781"/>
                  </a:moveTo>
                  <a:lnTo>
                    <a:pt x="808089" y="637597"/>
                  </a:lnTo>
                  <a:lnTo>
                    <a:pt x="803514" y="645769"/>
                  </a:lnTo>
                  <a:close/>
                  <a:moveTo>
                    <a:pt x="610359" y="417067"/>
                  </a:moveTo>
                  <a:lnTo>
                    <a:pt x="606745" y="418955"/>
                  </a:lnTo>
                  <a:lnTo>
                    <a:pt x="607519" y="397496"/>
                  </a:lnTo>
                  <a:close/>
                  <a:moveTo>
                    <a:pt x="619948" y="380312"/>
                  </a:moveTo>
                  <a:lnTo>
                    <a:pt x="610359" y="417067"/>
                  </a:lnTo>
                  <a:lnTo>
                    <a:pt x="607519" y="397496"/>
                  </a:lnTo>
                  <a:close/>
                  <a:moveTo>
                    <a:pt x="811479" y="629345"/>
                  </a:moveTo>
                  <a:lnTo>
                    <a:pt x="803514" y="645769"/>
                  </a:lnTo>
                  <a:lnTo>
                    <a:pt x="808089" y="637597"/>
                  </a:lnTo>
                  <a:close/>
                  <a:moveTo>
                    <a:pt x="360025" y="12762"/>
                  </a:moveTo>
                  <a:lnTo>
                    <a:pt x="356651" y="0"/>
                  </a:lnTo>
                  <a:lnTo>
                    <a:pt x="343205" y="4593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63" name="Input_density__63">
              <a:extLst>
                <a:ext uri="{FF2B5EF4-FFF2-40B4-BE49-F238E27FC236}">
                  <a16:creationId xmlns:a16="http://schemas.microsoft.com/office/drawing/2014/main" id="{66175C7F-FB50-6212-8201-6E217EB42B2F}"/>
                </a:ext>
              </a:extLst>
            </p:cNvPr>
            <p:cNvSpPr>
              <a:spLocks noGrp="1"/>
            </p:cNvSpPr>
            <p:nvPr/>
          </p:nvSpPr>
          <p:spPr>
            <a:xfrm>
              <a:off x="1080915" y="1795217"/>
              <a:ext cx="932799" cy="1491565"/>
            </a:xfrm>
            <a:custGeom>
              <a:avLst/>
              <a:gdLst/>
              <a:ahLst/>
              <a:cxnLst/>
              <a:rect l="0" t="0" r="0" b="0"/>
              <a:pathLst>
                <a:path w="932799" h="1491565">
                  <a:moveTo>
                    <a:pt x="126436" y="1458086"/>
                  </a:moveTo>
                  <a:lnTo>
                    <a:pt x="127659" y="1462642"/>
                  </a:lnTo>
                  <a:lnTo>
                    <a:pt x="135870" y="1467835"/>
                  </a:lnTo>
                  <a:close/>
                  <a:moveTo>
                    <a:pt x="141171" y="1440903"/>
                  </a:moveTo>
                  <a:lnTo>
                    <a:pt x="135870" y="1467835"/>
                  </a:lnTo>
                  <a:lnTo>
                    <a:pt x="157033" y="1450752"/>
                  </a:lnTo>
                  <a:close/>
                  <a:moveTo>
                    <a:pt x="141171" y="1440903"/>
                  </a:moveTo>
                  <a:lnTo>
                    <a:pt x="126436" y="1458086"/>
                  </a:lnTo>
                  <a:lnTo>
                    <a:pt x="135870" y="1467835"/>
                  </a:lnTo>
                  <a:close/>
                  <a:moveTo>
                    <a:pt x="116736" y="1424664"/>
                  </a:moveTo>
                  <a:lnTo>
                    <a:pt x="94914" y="1417427"/>
                  </a:lnTo>
                  <a:lnTo>
                    <a:pt x="141171" y="1440903"/>
                  </a:lnTo>
                  <a:close/>
                  <a:moveTo>
                    <a:pt x="141171" y="1440903"/>
                  </a:moveTo>
                  <a:lnTo>
                    <a:pt x="94914" y="1417427"/>
                  </a:lnTo>
                  <a:lnTo>
                    <a:pt x="95725" y="1421331"/>
                  </a:lnTo>
                  <a:close/>
                  <a:moveTo>
                    <a:pt x="141171" y="1440903"/>
                  </a:moveTo>
                  <a:lnTo>
                    <a:pt x="95725" y="1421331"/>
                  </a:lnTo>
                  <a:lnTo>
                    <a:pt x="126436" y="1458086"/>
                  </a:lnTo>
                  <a:close/>
                  <a:moveTo>
                    <a:pt x="135870" y="1467835"/>
                  </a:moveTo>
                  <a:lnTo>
                    <a:pt x="175537" y="1491565"/>
                  </a:lnTo>
                  <a:lnTo>
                    <a:pt x="192648" y="1459332"/>
                  </a:lnTo>
                  <a:close/>
                  <a:moveTo>
                    <a:pt x="157033" y="1450752"/>
                  </a:moveTo>
                  <a:lnTo>
                    <a:pt x="135870" y="1467835"/>
                  </a:lnTo>
                  <a:lnTo>
                    <a:pt x="192648" y="1459332"/>
                  </a:lnTo>
                  <a:close/>
                  <a:moveTo>
                    <a:pt x="84177" y="1399138"/>
                  </a:moveTo>
                  <a:lnTo>
                    <a:pt x="95725" y="1421331"/>
                  </a:lnTo>
                  <a:lnTo>
                    <a:pt x="94914" y="1417427"/>
                  </a:lnTo>
                  <a:close/>
                  <a:moveTo>
                    <a:pt x="61012" y="1373154"/>
                  </a:moveTo>
                  <a:lnTo>
                    <a:pt x="94914" y="1417427"/>
                  </a:lnTo>
                  <a:lnTo>
                    <a:pt x="93196" y="1404148"/>
                  </a:lnTo>
                  <a:close/>
                  <a:moveTo>
                    <a:pt x="74313" y="1384576"/>
                  </a:moveTo>
                  <a:lnTo>
                    <a:pt x="94914" y="1417427"/>
                  </a:lnTo>
                  <a:lnTo>
                    <a:pt x="61012" y="1373154"/>
                  </a:lnTo>
                  <a:close/>
                  <a:moveTo>
                    <a:pt x="239974" y="1460474"/>
                  </a:moveTo>
                  <a:lnTo>
                    <a:pt x="232902" y="1485259"/>
                  </a:lnTo>
                  <a:lnTo>
                    <a:pt x="256775" y="1478311"/>
                  </a:lnTo>
                  <a:close/>
                  <a:moveTo>
                    <a:pt x="239974" y="1460474"/>
                  </a:moveTo>
                  <a:lnTo>
                    <a:pt x="223322" y="1477658"/>
                  </a:lnTo>
                  <a:lnTo>
                    <a:pt x="232902" y="1485259"/>
                  </a:lnTo>
                  <a:close/>
                  <a:moveTo>
                    <a:pt x="207382" y="1424916"/>
                  </a:moveTo>
                  <a:lnTo>
                    <a:pt x="192648" y="1459332"/>
                  </a:lnTo>
                  <a:lnTo>
                    <a:pt x="211792" y="1423719"/>
                  </a:lnTo>
                  <a:close/>
                  <a:moveTo>
                    <a:pt x="211792" y="1423719"/>
                  </a:moveTo>
                  <a:lnTo>
                    <a:pt x="192648" y="1459332"/>
                  </a:lnTo>
                  <a:lnTo>
                    <a:pt x="223322" y="1477658"/>
                  </a:lnTo>
                  <a:close/>
                  <a:moveTo>
                    <a:pt x="211792" y="1423719"/>
                  </a:moveTo>
                  <a:lnTo>
                    <a:pt x="223322" y="1477658"/>
                  </a:lnTo>
                  <a:lnTo>
                    <a:pt x="239974" y="1460474"/>
                  </a:lnTo>
                  <a:close/>
                  <a:moveTo>
                    <a:pt x="192648" y="1459332"/>
                  </a:moveTo>
                  <a:lnTo>
                    <a:pt x="207382" y="1424916"/>
                  </a:lnTo>
                  <a:lnTo>
                    <a:pt x="175903" y="1425096"/>
                  </a:lnTo>
                  <a:close/>
                  <a:moveTo>
                    <a:pt x="157033" y="1450752"/>
                  </a:moveTo>
                  <a:lnTo>
                    <a:pt x="192648" y="1459332"/>
                  </a:lnTo>
                  <a:lnTo>
                    <a:pt x="175903" y="1425096"/>
                  </a:lnTo>
                  <a:close/>
                  <a:moveTo>
                    <a:pt x="211792" y="1423719"/>
                  </a:moveTo>
                  <a:lnTo>
                    <a:pt x="238689" y="1410690"/>
                  </a:lnTo>
                  <a:lnTo>
                    <a:pt x="207382" y="1424916"/>
                  </a:lnTo>
                  <a:close/>
                  <a:moveTo>
                    <a:pt x="207382" y="1424916"/>
                  </a:moveTo>
                  <a:lnTo>
                    <a:pt x="196338" y="1389148"/>
                  </a:lnTo>
                  <a:lnTo>
                    <a:pt x="191105" y="1423719"/>
                  </a:lnTo>
                  <a:close/>
                  <a:moveTo>
                    <a:pt x="196338" y="1389148"/>
                  </a:moveTo>
                  <a:lnTo>
                    <a:pt x="190486" y="1386964"/>
                  </a:lnTo>
                  <a:lnTo>
                    <a:pt x="191105" y="1423719"/>
                  </a:lnTo>
                  <a:close/>
                  <a:moveTo>
                    <a:pt x="156357" y="1352016"/>
                  </a:moveTo>
                  <a:lnTo>
                    <a:pt x="190486" y="1386964"/>
                  </a:lnTo>
                  <a:lnTo>
                    <a:pt x="155504" y="1350510"/>
                  </a:lnTo>
                  <a:close/>
                  <a:moveTo>
                    <a:pt x="190486" y="1386964"/>
                  </a:moveTo>
                  <a:lnTo>
                    <a:pt x="196338" y="1389148"/>
                  </a:lnTo>
                  <a:lnTo>
                    <a:pt x="155504" y="1350510"/>
                  </a:lnTo>
                  <a:close/>
                  <a:moveTo>
                    <a:pt x="156357" y="1352016"/>
                  </a:moveTo>
                  <a:lnTo>
                    <a:pt x="155504" y="1350510"/>
                  </a:lnTo>
                  <a:lnTo>
                    <a:pt x="154998" y="1350209"/>
                  </a:lnTo>
                  <a:close/>
                  <a:moveTo>
                    <a:pt x="211792" y="1423719"/>
                  </a:moveTo>
                  <a:lnTo>
                    <a:pt x="239974" y="1460474"/>
                  </a:lnTo>
                  <a:lnTo>
                    <a:pt x="209915" y="1422857"/>
                  </a:lnTo>
                  <a:close/>
                  <a:moveTo>
                    <a:pt x="77871" y="1183147"/>
                  </a:moveTo>
                  <a:lnTo>
                    <a:pt x="69440" y="1179991"/>
                  </a:lnTo>
                  <a:lnTo>
                    <a:pt x="103509" y="1182795"/>
                  </a:lnTo>
                  <a:close/>
                  <a:moveTo>
                    <a:pt x="63282" y="1112496"/>
                  </a:moveTo>
                  <a:lnTo>
                    <a:pt x="71134" y="1157959"/>
                  </a:lnTo>
                  <a:lnTo>
                    <a:pt x="89301" y="1129672"/>
                  </a:lnTo>
                  <a:close/>
                  <a:moveTo>
                    <a:pt x="283174" y="1327982"/>
                  </a:moveTo>
                  <a:lnTo>
                    <a:pt x="334605" y="1352598"/>
                  </a:lnTo>
                  <a:lnTo>
                    <a:pt x="303306" y="1335289"/>
                  </a:lnTo>
                  <a:close/>
                  <a:moveTo>
                    <a:pt x="283174" y="1327982"/>
                  </a:moveTo>
                  <a:lnTo>
                    <a:pt x="329665" y="1362020"/>
                  </a:lnTo>
                  <a:lnTo>
                    <a:pt x="334605" y="1352598"/>
                  </a:lnTo>
                  <a:close/>
                  <a:moveTo>
                    <a:pt x="222499" y="1282316"/>
                  </a:moveTo>
                  <a:lnTo>
                    <a:pt x="212654" y="1286389"/>
                  </a:lnTo>
                  <a:lnTo>
                    <a:pt x="237934" y="1311658"/>
                  </a:lnTo>
                  <a:close/>
                  <a:moveTo>
                    <a:pt x="263176" y="1309827"/>
                  </a:moveTo>
                  <a:lnTo>
                    <a:pt x="222499" y="1282316"/>
                  </a:lnTo>
                  <a:lnTo>
                    <a:pt x="237934" y="1311658"/>
                  </a:lnTo>
                  <a:close/>
                  <a:moveTo>
                    <a:pt x="272826" y="1317535"/>
                  </a:moveTo>
                  <a:lnTo>
                    <a:pt x="273013" y="1315843"/>
                  </a:lnTo>
                  <a:lnTo>
                    <a:pt x="263176" y="1309827"/>
                  </a:lnTo>
                  <a:close/>
                  <a:moveTo>
                    <a:pt x="138165" y="1091582"/>
                  </a:moveTo>
                  <a:lnTo>
                    <a:pt x="119908" y="1058558"/>
                  </a:lnTo>
                  <a:lnTo>
                    <a:pt x="138023" y="1096240"/>
                  </a:lnTo>
                  <a:close/>
                  <a:moveTo>
                    <a:pt x="101355" y="1078534"/>
                  </a:moveTo>
                  <a:lnTo>
                    <a:pt x="137484" y="1095313"/>
                  </a:lnTo>
                  <a:lnTo>
                    <a:pt x="138023" y="1096240"/>
                  </a:lnTo>
                  <a:close/>
                  <a:moveTo>
                    <a:pt x="83672" y="1023843"/>
                  </a:moveTo>
                  <a:lnTo>
                    <a:pt x="88058" y="1028816"/>
                  </a:lnTo>
                  <a:lnTo>
                    <a:pt x="79745" y="1021803"/>
                  </a:lnTo>
                  <a:close/>
                  <a:moveTo>
                    <a:pt x="88058" y="1028816"/>
                  </a:moveTo>
                  <a:lnTo>
                    <a:pt x="83672" y="1023843"/>
                  </a:lnTo>
                  <a:lnTo>
                    <a:pt x="119908" y="1058558"/>
                  </a:lnTo>
                  <a:close/>
                  <a:moveTo>
                    <a:pt x="44381" y="1028698"/>
                  </a:moveTo>
                  <a:lnTo>
                    <a:pt x="27554" y="1023388"/>
                  </a:lnTo>
                  <a:lnTo>
                    <a:pt x="0" y="992943"/>
                  </a:lnTo>
                  <a:close/>
                  <a:moveTo>
                    <a:pt x="10184" y="1029411"/>
                  </a:moveTo>
                  <a:lnTo>
                    <a:pt x="44381" y="1028698"/>
                  </a:lnTo>
                  <a:lnTo>
                    <a:pt x="0" y="992943"/>
                  </a:lnTo>
                  <a:close/>
                  <a:moveTo>
                    <a:pt x="273013" y="1315843"/>
                  </a:moveTo>
                  <a:lnTo>
                    <a:pt x="283174" y="1327982"/>
                  </a:lnTo>
                  <a:lnTo>
                    <a:pt x="303306" y="1335289"/>
                  </a:lnTo>
                  <a:close/>
                  <a:moveTo>
                    <a:pt x="272371" y="1264928"/>
                  </a:moveTo>
                  <a:lnTo>
                    <a:pt x="308778" y="1262418"/>
                  </a:lnTo>
                  <a:lnTo>
                    <a:pt x="280575" y="1240600"/>
                  </a:lnTo>
                  <a:close/>
                  <a:moveTo>
                    <a:pt x="272371" y="1264928"/>
                  </a:moveTo>
                  <a:lnTo>
                    <a:pt x="280575" y="1240600"/>
                  </a:lnTo>
                  <a:lnTo>
                    <a:pt x="256576" y="1233022"/>
                  </a:lnTo>
                  <a:close/>
                  <a:moveTo>
                    <a:pt x="308778" y="1262418"/>
                  </a:moveTo>
                  <a:lnTo>
                    <a:pt x="338096" y="1265672"/>
                  </a:lnTo>
                  <a:lnTo>
                    <a:pt x="280575" y="1240600"/>
                  </a:lnTo>
                  <a:close/>
                  <a:moveTo>
                    <a:pt x="237468" y="1205578"/>
                  </a:moveTo>
                  <a:lnTo>
                    <a:pt x="236657" y="1210675"/>
                  </a:lnTo>
                  <a:lnTo>
                    <a:pt x="256576" y="1233022"/>
                  </a:lnTo>
                  <a:close/>
                  <a:moveTo>
                    <a:pt x="256576" y="1233022"/>
                  </a:moveTo>
                  <a:lnTo>
                    <a:pt x="280575" y="1240600"/>
                  </a:lnTo>
                  <a:lnTo>
                    <a:pt x="237468" y="1205578"/>
                  </a:lnTo>
                  <a:close/>
                  <a:moveTo>
                    <a:pt x="234692" y="1203330"/>
                  </a:moveTo>
                  <a:lnTo>
                    <a:pt x="237468" y="1205578"/>
                  </a:lnTo>
                  <a:lnTo>
                    <a:pt x="240728" y="1201160"/>
                  </a:lnTo>
                  <a:close/>
                  <a:moveTo>
                    <a:pt x="240728" y="1201160"/>
                  </a:moveTo>
                  <a:lnTo>
                    <a:pt x="248050" y="1188394"/>
                  </a:lnTo>
                  <a:lnTo>
                    <a:pt x="234692" y="1203330"/>
                  </a:lnTo>
                  <a:close/>
                  <a:moveTo>
                    <a:pt x="234692" y="1203330"/>
                  </a:moveTo>
                  <a:lnTo>
                    <a:pt x="248050" y="1188394"/>
                  </a:lnTo>
                  <a:lnTo>
                    <a:pt x="218073" y="1169560"/>
                  </a:lnTo>
                  <a:close/>
                  <a:moveTo>
                    <a:pt x="88058" y="1028816"/>
                  </a:moveTo>
                  <a:lnTo>
                    <a:pt x="132625" y="1055881"/>
                  </a:lnTo>
                  <a:lnTo>
                    <a:pt x="142223" y="1010547"/>
                  </a:lnTo>
                  <a:close/>
                  <a:moveTo>
                    <a:pt x="132625" y="1055881"/>
                  </a:moveTo>
                  <a:lnTo>
                    <a:pt x="138165" y="1091582"/>
                  </a:lnTo>
                  <a:lnTo>
                    <a:pt x="174802" y="1048680"/>
                  </a:lnTo>
                  <a:close/>
                  <a:moveTo>
                    <a:pt x="163325" y="1004619"/>
                  </a:moveTo>
                  <a:lnTo>
                    <a:pt x="142223" y="1010547"/>
                  </a:lnTo>
                  <a:lnTo>
                    <a:pt x="172869" y="1005505"/>
                  </a:lnTo>
                  <a:close/>
                  <a:moveTo>
                    <a:pt x="54948" y="985048"/>
                  </a:moveTo>
                  <a:lnTo>
                    <a:pt x="79745" y="1021803"/>
                  </a:lnTo>
                  <a:lnTo>
                    <a:pt x="52977" y="976963"/>
                  </a:lnTo>
                  <a:close/>
                  <a:moveTo>
                    <a:pt x="223669" y="1143193"/>
                  </a:moveTo>
                  <a:lnTo>
                    <a:pt x="254135" y="1145513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82912" y="1097701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41208" y="1111275"/>
                  </a:lnTo>
                  <a:lnTo>
                    <a:pt x="254135" y="1145513"/>
                  </a:lnTo>
                  <a:close/>
                  <a:moveTo>
                    <a:pt x="241208" y="1111275"/>
                  </a:moveTo>
                  <a:lnTo>
                    <a:pt x="254514" y="1085024"/>
                  </a:lnTo>
                  <a:lnTo>
                    <a:pt x="214780" y="1078129"/>
                  </a:lnTo>
                  <a:close/>
                  <a:moveTo>
                    <a:pt x="220753" y="1100816"/>
                  </a:moveTo>
                  <a:lnTo>
                    <a:pt x="241208" y="1111275"/>
                  </a:lnTo>
                  <a:lnTo>
                    <a:pt x="214780" y="1078129"/>
                  </a:lnTo>
                  <a:close/>
                  <a:moveTo>
                    <a:pt x="241208" y="1111275"/>
                  </a:moveTo>
                  <a:lnTo>
                    <a:pt x="282912" y="1097701"/>
                  </a:lnTo>
                  <a:lnTo>
                    <a:pt x="254514" y="1085024"/>
                  </a:lnTo>
                  <a:close/>
                  <a:moveTo>
                    <a:pt x="143075" y="1002637"/>
                  </a:moveTo>
                  <a:lnTo>
                    <a:pt x="142223" y="1010547"/>
                  </a:lnTo>
                  <a:lnTo>
                    <a:pt x="163325" y="1004619"/>
                  </a:lnTo>
                  <a:close/>
                  <a:moveTo>
                    <a:pt x="163325" y="1004619"/>
                  </a:moveTo>
                  <a:lnTo>
                    <a:pt x="152587" y="953088"/>
                  </a:lnTo>
                  <a:lnTo>
                    <a:pt x="143075" y="1002637"/>
                  </a:lnTo>
                  <a:close/>
                  <a:moveTo>
                    <a:pt x="56125" y="894354"/>
                  </a:moveTo>
                  <a:lnTo>
                    <a:pt x="98708" y="877378"/>
                  </a:lnTo>
                  <a:lnTo>
                    <a:pt x="59259" y="857599"/>
                  </a:lnTo>
                  <a:close/>
                  <a:moveTo>
                    <a:pt x="254514" y="1085024"/>
                  </a:moveTo>
                  <a:lnTo>
                    <a:pt x="282912" y="1097701"/>
                  </a:lnTo>
                  <a:lnTo>
                    <a:pt x="285019" y="1043763"/>
                  </a:lnTo>
                  <a:close/>
                  <a:moveTo>
                    <a:pt x="285019" y="1043763"/>
                  </a:moveTo>
                  <a:lnTo>
                    <a:pt x="282912" y="1097701"/>
                  </a:lnTo>
                  <a:lnTo>
                    <a:pt x="305792" y="1055957"/>
                  </a:lnTo>
                  <a:close/>
                  <a:moveTo>
                    <a:pt x="305792" y="1055957"/>
                  </a:moveTo>
                  <a:lnTo>
                    <a:pt x="282912" y="1097701"/>
                  </a:lnTo>
                  <a:lnTo>
                    <a:pt x="295882" y="1093915"/>
                  </a:lnTo>
                  <a:close/>
                  <a:moveTo>
                    <a:pt x="341737" y="1117272"/>
                  </a:moveTo>
                  <a:lnTo>
                    <a:pt x="338676" y="1086212"/>
                  </a:lnTo>
                  <a:lnTo>
                    <a:pt x="345533" y="1125385"/>
                  </a:lnTo>
                  <a:close/>
                  <a:moveTo>
                    <a:pt x="331998" y="1080518"/>
                  </a:moveTo>
                  <a:lnTo>
                    <a:pt x="338676" y="1086212"/>
                  </a:lnTo>
                  <a:lnTo>
                    <a:pt x="341737" y="1117272"/>
                  </a:lnTo>
                  <a:close/>
                  <a:moveTo>
                    <a:pt x="305792" y="1055957"/>
                  </a:moveTo>
                  <a:lnTo>
                    <a:pt x="338676" y="1086212"/>
                  </a:lnTo>
                  <a:lnTo>
                    <a:pt x="331998" y="1080518"/>
                  </a:lnTo>
                  <a:close/>
                  <a:moveTo>
                    <a:pt x="205753" y="896743"/>
                  </a:moveTo>
                  <a:lnTo>
                    <a:pt x="194467" y="888884"/>
                  </a:lnTo>
                  <a:lnTo>
                    <a:pt x="172097" y="901457"/>
                  </a:lnTo>
                  <a:close/>
                  <a:moveTo>
                    <a:pt x="42262" y="761938"/>
                  </a:moveTo>
                  <a:lnTo>
                    <a:pt x="59394" y="757599"/>
                  </a:lnTo>
                  <a:lnTo>
                    <a:pt x="47015" y="749722"/>
                  </a:lnTo>
                  <a:close/>
                  <a:moveTo>
                    <a:pt x="59394" y="757599"/>
                  </a:moveTo>
                  <a:lnTo>
                    <a:pt x="42262" y="761938"/>
                  </a:lnTo>
                  <a:lnTo>
                    <a:pt x="69390" y="749722"/>
                  </a:lnTo>
                  <a:close/>
                  <a:moveTo>
                    <a:pt x="392074" y="1154028"/>
                  </a:moveTo>
                  <a:lnTo>
                    <a:pt x="393518" y="1158209"/>
                  </a:lnTo>
                  <a:lnTo>
                    <a:pt x="400815" y="1162081"/>
                  </a:lnTo>
                  <a:close/>
                  <a:moveTo>
                    <a:pt x="345533" y="1125385"/>
                  </a:moveTo>
                  <a:lnTo>
                    <a:pt x="392074" y="1154028"/>
                  </a:lnTo>
                  <a:lnTo>
                    <a:pt x="359796" y="1133293"/>
                  </a:lnTo>
                  <a:close/>
                  <a:moveTo>
                    <a:pt x="393518" y="1158209"/>
                  </a:moveTo>
                  <a:lnTo>
                    <a:pt x="392074" y="1154028"/>
                  </a:lnTo>
                  <a:lnTo>
                    <a:pt x="345533" y="1125385"/>
                  </a:lnTo>
                  <a:close/>
                  <a:moveTo>
                    <a:pt x="341737" y="1117272"/>
                  </a:moveTo>
                  <a:lnTo>
                    <a:pt x="345533" y="1125385"/>
                  </a:lnTo>
                  <a:lnTo>
                    <a:pt x="359796" y="1133293"/>
                  </a:lnTo>
                  <a:close/>
                  <a:moveTo>
                    <a:pt x="235462" y="917582"/>
                  </a:moveTo>
                  <a:lnTo>
                    <a:pt x="244825" y="884599"/>
                  </a:lnTo>
                  <a:lnTo>
                    <a:pt x="205753" y="896743"/>
                  </a:lnTo>
                  <a:close/>
                  <a:moveTo>
                    <a:pt x="194467" y="888884"/>
                  </a:moveTo>
                  <a:lnTo>
                    <a:pt x="241602" y="844332"/>
                  </a:lnTo>
                  <a:lnTo>
                    <a:pt x="212286" y="859298"/>
                  </a:lnTo>
                  <a:close/>
                  <a:moveTo>
                    <a:pt x="244825" y="884599"/>
                  </a:moveTo>
                  <a:lnTo>
                    <a:pt x="235462" y="917582"/>
                  </a:lnTo>
                  <a:lnTo>
                    <a:pt x="276944" y="885576"/>
                  </a:lnTo>
                  <a:close/>
                  <a:moveTo>
                    <a:pt x="276944" y="885576"/>
                  </a:moveTo>
                  <a:lnTo>
                    <a:pt x="277803" y="855104"/>
                  </a:lnTo>
                  <a:lnTo>
                    <a:pt x="241602" y="844332"/>
                  </a:lnTo>
                  <a:close/>
                  <a:moveTo>
                    <a:pt x="476115" y="1082906"/>
                  </a:moveTo>
                  <a:lnTo>
                    <a:pt x="482175" y="1120912"/>
                  </a:lnTo>
                  <a:lnTo>
                    <a:pt x="467621" y="1100089"/>
                  </a:lnTo>
                  <a:close/>
                  <a:moveTo>
                    <a:pt x="467830" y="1124883"/>
                  </a:moveTo>
                  <a:lnTo>
                    <a:pt x="482175" y="1120912"/>
                  </a:lnTo>
                  <a:lnTo>
                    <a:pt x="476115" y="1082906"/>
                  </a:lnTo>
                  <a:close/>
                  <a:moveTo>
                    <a:pt x="495059" y="1129834"/>
                  </a:moveTo>
                  <a:lnTo>
                    <a:pt x="482175" y="1120912"/>
                  </a:lnTo>
                  <a:lnTo>
                    <a:pt x="467830" y="1124883"/>
                  </a:lnTo>
                  <a:close/>
                  <a:moveTo>
                    <a:pt x="495059" y="1129834"/>
                  </a:moveTo>
                  <a:lnTo>
                    <a:pt x="512435" y="1136844"/>
                  </a:lnTo>
                  <a:lnTo>
                    <a:pt x="482175" y="1120912"/>
                  </a:lnTo>
                  <a:close/>
                  <a:moveTo>
                    <a:pt x="435695" y="1071707"/>
                  </a:moveTo>
                  <a:lnTo>
                    <a:pt x="422156" y="1063334"/>
                  </a:lnTo>
                  <a:lnTo>
                    <a:pt x="463142" y="1078119"/>
                  </a:lnTo>
                  <a:close/>
                  <a:moveTo>
                    <a:pt x="426221" y="972641"/>
                  </a:moveTo>
                  <a:lnTo>
                    <a:pt x="417746" y="1004597"/>
                  </a:lnTo>
                  <a:lnTo>
                    <a:pt x="436934" y="980132"/>
                  </a:lnTo>
                  <a:close/>
                  <a:moveTo>
                    <a:pt x="396125" y="952131"/>
                  </a:moveTo>
                  <a:lnTo>
                    <a:pt x="374448" y="949977"/>
                  </a:lnTo>
                  <a:lnTo>
                    <a:pt x="426221" y="972641"/>
                  </a:lnTo>
                  <a:close/>
                  <a:moveTo>
                    <a:pt x="349304" y="899131"/>
                  </a:moveTo>
                  <a:lnTo>
                    <a:pt x="369010" y="946959"/>
                  </a:lnTo>
                  <a:lnTo>
                    <a:pt x="357639" y="936554"/>
                  </a:lnTo>
                  <a:close/>
                  <a:moveTo>
                    <a:pt x="357639" y="936554"/>
                  </a:moveTo>
                  <a:lnTo>
                    <a:pt x="369010" y="946959"/>
                  </a:lnTo>
                  <a:lnTo>
                    <a:pt x="374448" y="949977"/>
                  </a:lnTo>
                  <a:close/>
                  <a:moveTo>
                    <a:pt x="241642" y="842440"/>
                  </a:moveTo>
                  <a:lnTo>
                    <a:pt x="212286" y="859298"/>
                  </a:lnTo>
                  <a:lnTo>
                    <a:pt x="241602" y="844332"/>
                  </a:lnTo>
                  <a:close/>
                  <a:moveTo>
                    <a:pt x="241642" y="842440"/>
                  </a:moveTo>
                  <a:lnTo>
                    <a:pt x="223034" y="830479"/>
                  </a:lnTo>
                  <a:lnTo>
                    <a:pt x="212286" y="859298"/>
                  </a:lnTo>
                  <a:close/>
                  <a:moveTo>
                    <a:pt x="223034" y="830479"/>
                  </a:moveTo>
                  <a:lnTo>
                    <a:pt x="238714" y="833533"/>
                  </a:lnTo>
                  <a:lnTo>
                    <a:pt x="236509" y="788866"/>
                  </a:lnTo>
                  <a:close/>
                  <a:moveTo>
                    <a:pt x="241642" y="842440"/>
                  </a:moveTo>
                  <a:lnTo>
                    <a:pt x="238714" y="833533"/>
                  </a:lnTo>
                  <a:lnTo>
                    <a:pt x="223034" y="830479"/>
                  </a:lnTo>
                  <a:close/>
                  <a:moveTo>
                    <a:pt x="208725" y="769294"/>
                  </a:moveTo>
                  <a:lnTo>
                    <a:pt x="204861" y="755759"/>
                  </a:lnTo>
                  <a:lnTo>
                    <a:pt x="236509" y="788866"/>
                  </a:lnTo>
                  <a:close/>
                  <a:moveTo>
                    <a:pt x="396125" y="952131"/>
                  </a:moveTo>
                  <a:lnTo>
                    <a:pt x="357639" y="936554"/>
                  </a:lnTo>
                  <a:lnTo>
                    <a:pt x="374448" y="949977"/>
                  </a:lnTo>
                  <a:close/>
                  <a:moveTo>
                    <a:pt x="535446" y="1065722"/>
                  </a:moveTo>
                  <a:lnTo>
                    <a:pt x="534032" y="1094011"/>
                  </a:lnTo>
                  <a:lnTo>
                    <a:pt x="558857" y="1090620"/>
                  </a:lnTo>
                  <a:close/>
                  <a:moveTo>
                    <a:pt x="535446" y="1065722"/>
                  </a:moveTo>
                  <a:lnTo>
                    <a:pt x="518481" y="1082906"/>
                  </a:lnTo>
                  <a:lnTo>
                    <a:pt x="534032" y="1094011"/>
                  </a:lnTo>
                  <a:close/>
                  <a:moveTo>
                    <a:pt x="426221" y="972641"/>
                  </a:moveTo>
                  <a:lnTo>
                    <a:pt x="436934" y="980132"/>
                  </a:lnTo>
                  <a:lnTo>
                    <a:pt x="441172" y="967566"/>
                  </a:lnTo>
                  <a:close/>
                  <a:moveTo>
                    <a:pt x="396125" y="952131"/>
                  </a:moveTo>
                  <a:lnTo>
                    <a:pt x="426221" y="972641"/>
                  </a:lnTo>
                  <a:lnTo>
                    <a:pt x="414145" y="923294"/>
                  </a:lnTo>
                  <a:close/>
                  <a:moveTo>
                    <a:pt x="414145" y="923294"/>
                  </a:moveTo>
                  <a:lnTo>
                    <a:pt x="426221" y="972641"/>
                  </a:lnTo>
                  <a:lnTo>
                    <a:pt x="442023" y="922128"/>
                  </a:lnTo>
                  <a:close/>
                  <a:moveTo>
                    <a:pt x="442023" y="922128"/>
                  </a:moveTo>
                  <a:lnTo>
                    <a:pt x="426221" y="972641"/>
                  </a:lnTo>
                  <a:lnTo>
                    <a:pt x="441172" y="967566"/>
                  </a:lnTo>
                  <a:close/>
                  <a:moveTo>
                    <a:pt x="442023" y="922128"/>
                  </a:moveTo>
                  <a:lnTo>
                    <a:pt x="425874" y="918702"/>
                  </a:lnTo>
                  <a:lnTo>
                    <a:pt x="414145" y="923294"/>
                  </a:lnTo>
                  <a:close/>
                  <a:moveTo>
                    <a:pt x="489056" y="955458"/>
                  </a:moveTo>
                  <a:lnTo>
                    <a:pt x="488948" y="955814"/>
                  </a:lnTo>
                  <a:lnTo>
                    <a:pt x="490937" y="992212"/>
                  </a:lnTo>
                  <a:close/>
                  <a:moveTo>
                    <a:pt x="450574" y="972641"/>
                  </a:moveTo>
                  <a:lnTo>
                    <a:pt x="441172" y="967566"/>
                  </a:lnTo>
                  <a:lnTo>
                    <a:pt x="436934" y="980132"/>
                  </a:lnTo>
                  <a:close/>
                  <a:moveTo>
                    <a:pt x="441172" y="967566"/>
                  </a:moveTo>
                  <a:lnTo>
                    <a:pt x="451099" y="935886"/>
                  </a:lnTo>
                  <a:lnTo>
                    <a:pt x="442023" y="922128"/>
                  </a:lnTo>
                  <a:close/>
                  <a:moveTo>
                    <a:pt x="396125" y="952131"/>
                  </a:moveTo>
                  <a:lnTo>
                    <a:pt x="414145" y="923294"/>
                  </a:lnTo>
                  <a:lnTo>
                    <a:pt x="358999" y="937898"/>
                  </a:lnTo>
                  <a:close/>
                  <a:moveTo>
                    <a:pt x="393386" y="918702"/>
                  </a:moveTo>
                  <a:lnTo>
                    <a:pt x="349066" y="898777"/>
                  </a:lnTo>
                  <a:lnTo>
                    <a:pt x="349304" y="899131"/>
                  </a:lnTo>
                  <a:close/>
                  <a:moveTo>
                    <a:pt x="349304" y="899131"/>
                  </a:moveTo>
                  <a:lnTo>
                    <a:pt x="354404" y="920718"/>
                  </a:lnTo>
                  <a:lnTo>
                    <a:pt x="393386" y="918702"/>
                  </a:lnTo>
                  <a:close/>
                  <a:moveTo>
                    <a:pt x="442023" y="922128"/>
                  </a:moveTo>
                  <a:lnTo>
                    <a:pt x="424557" y="891580"/>
                  </a:lnTo>
                  <a:lnTo>
                    <a:pt x="425874" y="918702"/>
                  </a:lnTo>
                  <a:close/>
                  <a:moveTo>
                    <a:pt x="463899" y="918702"/>
                  </a:moveTo>
                  <a:lnTo>
                    <a:pt x="489056" y="955458"/>
                  </a:lnTo>
                  <a:lnTo>
                    <a:pt x="489908" y="938274"/>
                  </a:lnTo>
                  <a:close/>
                  <a:moveTo>
                    <a:pt x="565415" y="965483"/>
                  </a:moveTo>
                  <a:lnTo>
                    <a:pt x="587476" y="976838"/>
                  </a:lnTo>
                  <a:lnTo>
                    <a:pt x="585512" y="975029"/>
                  </a:lnTo>
                  <a:close/>
                  <a:moveTo>
                    <a:pt x="579270" y="936560"/>
                  </a:moveTo>
                  <a:lnTo>
                    <a:pt x="585512" y="975029"/>
                  </a:lnTo>
                  <a:lnTo>
                    <a:pt x="584587" y="966035"/>
                  </a:lnTo>
                  <a:close/>
                  <a:moveTo>
                    <a:pt x="565415" y="965483"/>
                  </a:moveTo>
                  <a:lnTo>
                    <a:pt x="585512" y="975029"/>
                  </a:lnTo>
                  <a:lnTo>
                    <a:pt x="579270" y="936560"/>
                  </a:lnTo>
                  <a:close/>
                  <a:moveTo>
                    <a:pt x="588595" y="884813"/>
                  </a:moveTo>
                  <a:lnTo>
                    <a:pt x="587024" y="884336"/>
                  </a:lnTo>
                  <a:lnTo>
                    <a:pt x="579270" y="936560"/>
                  </a:lnTo>
                  <a:close/>
                  <a:moveTo>
                    <a:pt x="627760" y="924227"/>
                  </a:moveTo>
                  <a:lnTo>
                    <a:pt x="579270" y="936560"/>
                  </a:lnTo>
                  <a:lnTo>
                    <a:pt x="584587" y="966035"/>
                  </a:lnTo>
                  <a:close/>
                  <a:moveTo>
                    <a:pt x="579270" y="936560"/>
                  </a:moveTo>
                  <a:lnTo>
                    <a:pt x="627760" y="924227"/>
                  </a:lnTo>
                  <a:lnTo>
                    <a:pt x="588595" y="884813"/>
                  </a:lnTo>
                  <a:close/>
                  <a:moveTo>
                    <a:pt x="627760" y="924227"/>
                  </a:moveTo>
                  <a:lnTo>
                    <a:pt x="624796" y="895587"/>
                  </a:lnTo>
                  <a:lnTo>
                    <a:pt x="588595" y="884813"/>
                  </a:lnTo>
                  <a:close/>
                  <a:moveTo>
                    <a:pt x="546031" y="891748"/>
                  </a:moveTo>
                  <a:lnTo>
                    <a:pt x="587024" y="884336"/>
                  </a:lnTo>
                  <a:lnTo>
                    <a:pt x="546723" y="852837"/>
                  </a:lnTo>
                  <a:close/>
                  <a:moveTo>
                    <a:pt x="542132" y="884336"/>
                  </a:moveTo>
                  <a:lnTo>
                    <a:pt x="546031" y="891748"/>
                  </a:lnTo>
                  <a:lnTo>
                    <a:pt x="546723" y="852837"/>
                  </a:lnTo>
                  <a:close/>
                  <a:moveTo>
                    <a:pt x="444443" y="815789"/>
                  </a:moveTo>
                  <a:lnTo>
                    <a:pt x="450715" y="828009"/>
                  </a:lnTo>
                  <a:lnTo>
                    <a:pt x="452986" y="823721"/>
                  </a:lnTo>
                  <a:close/>
                  <a:moveTo>
                    <a:pt x="459297" y="810826"/>
                  </a:moveTo>
                  <a:lnTo>
                    <a:pt x="444443" y="815789"/>
                  </a:lnTo>
                  <a:lnTo>
                    <a:pt x="452986" y="823721"/>
                  </a:lnTo>
                  <a:close/>
                  <a:moveTo>
                    <a:pt x="428287" y="791254"/>
                  </a:moveTo>
                  <a:lnTo>
                    <a:pt x="444443" y="815789"/>
                  </a:lnTo>
                  <a:lnTo>
                    <a:pt x="459297" y="810826"/>
                  </a:lnTo>
                  <a:close/>
                  <a:moveTo>
                    <a:pt x="424071" y="754499"/>
                  </a:moveTo>
                  <a:lnTo>
                    <a:pt x="428287" y="791254"/>
                  </a:lnTo>
                  <a:lnTo>
                    <a:pt x="443613" y="774071"/>
                  </a:lnTo>
                  <a:close/>
                  <a:moveTo>
                    <a:pt x="587024" y="884336"/>
                  </a:moveTo>
                  <a:lnTo>
                    <a:pt x="588595" y="884813"/>
                  </a:lnTo>
                  <a:lnTo>
                    <a:pt x="589164" y="883769"/>
                  </a:lnTo>
                  <a:close/>
                  <a:moveTo>
                    <a:pt x="546723" y="852837"/>
                  </a:moveTo>
                  <a:lnTo>
                    <a:pt x="587024" y="884336"/>
                  </a:lnTo>
                  <a:lnTo>
                    <a:pt x="596088" y="830397"/>
                  </a:lnTo>
                  <a:close/>
                  <a:moveTo>
                    <a:pt x="596088" y="830397"/>
                  </a:moveTo>
                  <a:lnTo>
                    <a:pt x="587024" y="884336"/>
                  </a:lnTo>
                  <a:lnTo>
                    <a:pt x="601843" y="838135"/>
                  </a:lnTo>
                  <a:close/>
                  <a:moveTo>
                    <a:pt x="601843" y="838135"/>
                  </a:moveTo>
                  <a:lnTo>
                    <a:pt x="587024" y="884336"/>
                  </a:lnTo>
                  <a:lnTo>
                    <a:pt x="589164" y="883769"/>
                  </a:lnTo>
                  <a:close/>
                  <a:moveTo>
                    <a:pt x="383716" y="539718"/>
                  </a:moveTo>
                  <a:lnTo>
                    <a:pt x="408942" y="573113"/>
                  </a:lnTo>
                  <a:lnTo>
                    <a:pt x="392023" y="551960"/>
                  </a:lnTo>
                  <a:close/>
                  <a:moveTo>
                    <a:pt x="841227" y="1082770"/>
                  </a:moveTo>
                  <a:lnTo>
                    <a:pt x="894962" y="1090393"/>
                  </a:lnTo>
                  <a:lnTo>
                    <a:pt x="878568" y="1070499"/>
                  </a:lnTo>
                  <a:close/>
                  <a:moveTo>
                    <a:pt x="773387" y="1039000"/>
                  </a:moveTo>
                  <a:lnTo>
                    <a:pt x="800715" y="1043870"/>
                  </a:lnTo>
                  <a:lnTo>
                    <a:pt x="788491" y="1037678"/>
                  </a:lnTo>
                  <a:close/>
                  <a:moveTo>
                    <a:pt x="691240" y="923225"/>
                  </a:moveTo>
                  <a:lnTo>
                    <a:pt x="702544" y="940662"/>
                  </a:lnTo>
                  <a:lnTo>
                    <a:pt x="709983" y="897094"/>
                  </a:lnTo>
                  <a:close/>
                  <a:moveTo>
                    <a:pt x="709983" y="897094"/>
                  </a:moveTo>
                  <a:lnTo>
                    <a:pt x="702544" y="940662"/>
                  </a:lnTo>
                  <a:lnTo>
                    <a:pt x="737610" y="889097"/>
                  </a:lnTo>
                  <a:close/>
                  <a:moveTo>
                    <a:pt x="737610" y="889097"/>
                  </a:moveTo>
                  <a:lnTo>
                    <a:pt x="702544" y="940662"/>
                  </a:lnTo>
                  <a:lnTo>
                    <a:pt x="743831" y="928787"/>
                  </a:lnTo>
                  <a:close/>
                  <a:moveTo>
                    <a:pt x="735626" y="964599"/>
                  </a:moveTo>
                  <a:lnTo>
                    <a:pt x="768261" y="936014"/>
                  </a:lnTo>
                  <a:lnTo>
                    <a:pt x="743831" y="928787"/>
                  </a:lnTo>
                  <a:close/>
                  <a:moveTo>
                    <a:pt x="743831" y="928787"/>
                  </a:moveTo>
                  <a:lnTo>
                    <a:pt x="768261" y="936014"/>
                  </a:lnTo>
                  <a:lnTo>
                    <a:pt x="737610" y="889097"/>
                  </a:lnTo>
                  <a:close/>
                  <a:moveTo>
                    <a:pt x="691813" y="886724"/>
                  </a:moveTo>
                  <a:lnTo>
                    <a:pt x="691240" y="923225"/>
                  </a:lnTo>
                  <a:lnTo>
                    <a:pt x="709983" y="897094"/>
                  </a:lnTo>
                  <a:close/>
                  <a:moveTo>
                    <a:pt x="691813" y="886724"/>
                  </a:moveTo>
                  <a:lnTo>
                    <a:pt x="678684" y="903907"/>
                  </a:lnTo>
                  <a:lnTo>
                    <a:pt x="691240" y="923225"/>
                  </a:lnTo>
                  <a:close/>
                  <a:moveTo>
                    <a:pt x="691813" y="886724"/>
                  </a:moveTo>
                  <a:lnTo>
                    <a:pt x="682920" y="892118"/>
                  </a:lnTo>
                  <a:lnTo>
                    <a:pt x="678684" y="903907"/>
                  </a:lnTo>
                  <a:close/>
                  <a:moveTo>
                    <a:pt x="667142" y="776459"/>
                  </a:moveTo>
                  <a:lnTo>
                    <a:pt x="639431" y="757887"/>
                  </a:lnTo>
                  <a:lnTo>
                    <a:pt x="662181" y="789090"/>
                  </a:lnTo>
                  <a:close/>
                  <a:moveTo>
                    <a:pt x="349924" y="422928"/>
                  </a:moveTo>
                  <a:lnTo>
                    <a:pt x="340888" y="413207"/>
                  </a:lnTo>
                  <a:lnTo>
                    <a:pt x="369182" y="445664"/>
                  </a:lnTo>
                  <a:close/>
                  <a:moveTo>
                    <a:pt x="369182" y="445664"/>
                  </a:moveTo>
                  <a:lnTo>
                    <a:pt x="340888" y="413207"/>
                  </a:lnTo>
                  <a:lnTo>
                    <a:pt x="345733" y="426092"/>
                  </a:lnTo>
                  <a:close/>
                  <a:moveTo>
                    <a:pt x="33419" y="132053"/>
                  </a:moveTo>
                  <a:lnTo>
                    <a:pt x="65953" y="160965"/>
                  </a:lnTo>
                  <a:lnTo>
                    <a:pt x="53393" y="126429"/>
                  </a:lnTo>
                  <a:close/>
                  <a:moveTo>
                    <a:pt x="12584" y="95298"/>
                  </a:moveTo>
                  <a:lnTo>
                    <a:pt x="53393" y="126429"/>
                  </a:lnTo>
                  <a:lnTo>
                    <a:pt x="42833" y="90268"/>
                  </a:lnTo>
                  <a:close/>
                  <a:moveTo>
                    <a:pt x="42833" y="90268"/>
                  </a:moveTo>
                  <a:lnTo>
                    <a:pt x="58422" y="132053"/>
                  </a:lnTo>
                  <a:lnTo>
                    <a:pt x="55412" y="95298"/>
                  </a:lnTo>
                  <a:close/>
                  <a:moveTo>
                    <a:pt x="878568" y="1070499"/>
                  </a:moveTo>
                  <a:lnTo>
                    <a:pt x="894962" y="1090393"/>
                  </a:lnTo>
                  <a:lnTo>
                    <a:pt x="903542" y="1059197"/>
                  </a:lnTo>
                  <a:close/>
                  <a:moveTo>
                    <a:pt x="928002" y="1016561"/>
                  </a:moveTo>
                  <a:lnTo>
                    <a:pt x="907341" y="1040469"/>
                  </a:lnTo>
                  <a:lnTo>
                    <a:pt x="932799" y="1017753"/>
                  </a:lnTo>
                  <a:close/>
                  <a:moveTo>
                    <a:pt x="932799" y="1017753"/>
                  </a:moveTo>
                  <a:lnTo>
                    <a:pt x="907341" y="1040469"/>
                  </a:lnTo>
                  <a:lnTo>
                    <a:pt x="903542" y="1059197"/>
                  </a:lnTo>
                  <a:close/>
                  <a:moveTo>
                    <a:pt x="932799" y="1017753"/>
                  </a:moveTo>
                  <a:lnTo>
                    <a:pt x="921096" y="982521"/>
                  </a:lnTo>
                  <a:lnTo>
                    <a:pt x="928002" y="1016561"/>
                  </a:lnTo>
                  <a:close/>
                  <a:moveTo>
                    <a:pt x="921096" y="982521"/>
                  </a:moveTo>
                  <a:lnTo>
                    <a:pt x="915457" y="979806"/>
                  </a:lnTo>
                  <a:lnTo>
                    <a:pt x="928002" y="1016561"/>
                  </a:lnTo>
                  <a:close/>
                  <a:moveTo>
                    <a:pt x="846073" y="1032181"/>
                  </a:moveTo>
                  <a:lnTo>
                    <a:pt x="805283" y="995410"/>
                  </a:lnTo>
                  <a:lnTo>
                    <a:pt x="806096" y="996989"/>
                  </a:lnTo>
                  <a:close/>
                  <a:moveTo>
                    <a:pt x="921096" y="982521"/>
                  </a:moveTo>
                  <a:lnTo>
                    <a:pt x="884450" y="954882"/>
                  </a:lnTo>
                  <a:lnTo>
                    <a:pt x="915457" y="979806"/>
                  </a:lnTo>
                  <a:close/>
                  <a:moveTo>
                    <a:pt x="701314" y="846770"/>
                  </a:moveTo>
                  <a:lnTo>
                    <a:pt x="745812" y="810266"/>
                  </a:lnTo>
                  <a:lnTo>
                    <a:pt x="696399" y="813214"/>
                  </a:lnTo>
                  <a:close/>
                  <a:moveTo>
                    <a:pt x="696399" y="813214"/>
                  </a:moveTo>
                  <a:lnTo>
                    <a:pt x="745812" y="810266"/>
                  </a:lnTo>
                  <a:lnTo>
                    <a:pt x="733552" y="796031"/>
                  </a:lnTo>
                  <a:close/>
                  <a:moveTo>
                    <a:pt x="733552" y="796031"/>
                  </a:moveTo>
                  <a:lnTo>
                    <a:pt x="703507" y="776674"/>
                  </a:lnTo>
                  <a:lnTo>
                    <a:pt x="681069" y="788988"/>
                  </a:lnTo>
                  <a:close/>
                  <a:moveTo>
                    <a:pt x="641854" y="733780"/>
                  </a:moveTo>
                  <a:lnTo>
                    <a:pt x="629021" y="776459"/>
                  </a:lnTo>
                  <a:lnTo>
                    <a:pt x="639431" y="757887"/>
                  </a:lnTo>
                  <a:close/>
                  <a:moveTo>
                    <a:pt x="641854" y="733780"/>
                  </a:moveTo>
                  <a:lnTo>
                    <a:pt x="627393" y="712880"/>
                  </a:lnTo>
                  <a:lnTo>
                    <a:pt x="618541" y="725645"/>
                  </a:lnTo>
                  <a:close/>
                  <a:moveTo>
                    <a:pt x="627393" y="712880"/>
                  </a:moveTo>
                  <a:lnTo>
                    <a:pt x="641854" y="733780"/>
                  </a:lnTo>
                  <a:lnTo>
                    <a:pt x="685937" y="710982"/>
                  </a:lnTo>
                  <a:close/>
                  <a:moveTo>
                    <a:pt x="513730" y="622437"/>
                  </a:moveTo>
                  <a:lnTo>
                    <a:pt x="502328" y="592684"/>
                  </a:lnTo>
                  <a:lnTo>
                    <a:pt x="499900" y="588933"/>
                  </a:lnTo>
                  <a:close/>
                  <a:moveTo>
                    <a:pt x="495150" y="548047"/>
                  </a:moveTo>
                  <a:lnTo>
                    <a:pt x="502328" y="592684"/>
                  </a:lnTo>
                  <a:lnTo>
                    <a:pt x="515563" y="555929"/>
                  </a:lnTo>
                  <a:close/>
                  <a:moveTo>
                    <a:pt x="495150" y="548047"/>
                  </a:moveTo>
                  <a:lnTo>
                    <a:pt x="499900" y="588933"/>
                  </a:lnTo>
                  <a:lnTo>
                    <a:pt x="502328" y="592684"/>
                  </a:lnTo>
                  <a:close/>
                  <a:moveTo>
                    <a:pt x="495150" y="548047"/>
                  </a:moveTo>
                  <a:lnTo>
                    <a:pt x="478195" y="528782"/>
                  </a:lnTo>
                  <a:lnTo>
                    <a:pt x="451388" y="511790"/>
                  </a:lnTo>
                  <a:close/>
                  <a:moveTo>
                    <a:pt x="439643" y="476592"/>
                  </a:moveTo>
                  <a:lnTo>
                    <a:pt x="415226" y="482419"/>
                  </a:lnTo>
                  <a:lnTo>
                    <a:pt x="422724" y="508005"/>
                  </a:lnTo>
                  <a:close/>
                  <a:moveTo>
                    <a:pt x="395738" y="469640"/>
                  </a:moveTo>
                  <a:lnTo>
                    <a:pt x="446258" y="437742"/>
                  </a:lnTo>
                  <a:lnTo>
                    <a:pt x="414132" y="442207"/>
                  </a:lnTo>
                  <a:close/>
                  <a:moveTo>
                    <a:pt x="349924" y="422928"/>
                  </a:moveTo>
                  <a:lnTo>
                    <a:pt x="369182" y="445664"/>
                  </a:lnTo>
                  <a:lnTo>
                    <a:pt x="369080" y="435035"/>
                  </a:lnTo>
                  <a:close/>
                  <a:moveTo>
                    <a:pt x="10464" y="0"/>
                  </a:moveTo>
                  <a:lnTo>
                    <a:pt x="29617" y="41359"/>
                  </a:lnTo>
                  <a:lnTo>
                    <a:pt x="25911" y="4604"/>
                  </a:lnTo>
                  <a:close/>
                  <a:moveTo>
                    <a:pt x="905249" y="968315"/>
                  </a:moveTo>
                  <a:lnTo>
                    <a:pt x="928002" y="1016561"/>
                  </a:lnTo>
                  <a:lnTo>
                    <a:pt x="915457" y="979806"/>
                  </a:lnTo>
                  <a:close/>
                  <a:moveTo>
                    <a:pt x="850296" y="941157"/>
                  </a:moveTo>
                  <a:lnTo>
                    <a:pt x="884450" y="954882"/>
                  </a:lnTo>
                  <a:lnTo>
                    <a:pt x="858694" y="943051"/>
                  </a:lnTo>
                  <a:close/>
                  <a:moveTo>
                    <a:pt x="905249" y="968315"/>
                  </a:moveTo>
                  <a:lnTo>
                    <a:pt x="884450" y="954882"/>
                  </a:lnTo>
                  <a:lnTo>
                    <a:pt x="850296" y="941157"/>
                  </a:lnTo>
                  <a:close/>
                  <a:moveTo>
                    <a:pt x="905249" y="968315"/>
                  </a:moveTo>
                  <a:lnTo>
                    <a:pt x="915457" y="979806"/>
                  </a:lnTo>
                  <a:lnTo>
                    <a:pt x="884450" y="954882"/>
                  </a:lnTo>
                  <a:close/>
                  <a:moveTo>
                    <a:pt x="850296" y="941157"/>
                  </a:moveTo>
                  <a:lnTo>
                    <a:pt x="858694" y="943051"/>
                  </a:lnTo>
                  <a:lnTo>
                    <a:pt x="846994" y="939419"/>
                  </a:lnTo>
                  <a:close/>
                  <a:moveTo>
                    <a:pt x="733552" y="796031"/>
                  </a:moveTo>
                  <a:lnTo>
                    <a:pt x="745812" y="810266"/>
                  </a:lnTo>
                  <a:lnTo>
                    <a:pt x="749731" y="789749"/>
                  </a:lnTo>
                  <a:close/>
                  <a:moveTo>
                    <a:pt x="733552" y="796031"/>
                  </a:moveTo>
                  <a:lnTo>
                    <a:pt x="749731" y="789749"/>
                  </a:lnTo>
                  <a:lnTo>
                    <a:pt x="703507" y="776674"/>
                  </a:lnTo>
                  <a:close/>
                  <a:moveTo>
                    <a:pt x="703507" y="776674"/>
                  </a:moveTo>
                  <a:lnTo>
                    <a:pt x="749731" y="789749"/>
                  </a:lnTo>
                  <a:lnTo>
                    <a:pt x="759720" y="766058"/>
                  </a:lnTo>
                  <a:close/>
                  <a:moveTo>
                    <a:pt x="749731" y="789749"/>
                  </a:moveTo>
                  <a:lnTo>
                    <a:pt x="745812" y="810266"/>
                  </a:lnTo>
                  <a:lnTo>
                    <a:pt x="748911" y="796031"/>
                  </a:lnTo>
                  <a:close/>
                  <a:moveTo>
                    <a:pt x="480494" y="425722"/>
                  </a:moveTo>
                  <a:lnTo>
                    <a:pt x="446258" y="437742"/>
                  </a:lnTo>
                  <a:lnTo>
                    <a:pt x="478283" y="432902"/>
                  </a:lnTo>
                  <a:close/>
                  <a:moveTo>
                    <a:pt x="690110" y="587395"/>
                  </a:moveTo>
                  <a:lnTo>
                    <a:pt x="682126" y="600527"/>
                  </a:lnTo>
                  <a:lnTo>
                    <a:pt x="703066" y="595072"/>
                  </a:lnTo>
                  <a:close/>
                  <a:moveTo>
                    <a:pt x="699180" y="568080"/>
                  </a:moveTo>
                  <a:lnTo>
                    <a:pt x="712615" y="589942"/>
                  </a:lnTo>
                  <a:lnTo>
                    <a:pt x="731617" y="56477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64" name="Input_density__64">
              <a:extLst>
                <a:ext uri="{FF2B5EF4-FFF2-40B4-BE49-F238E27FC236}">
                  <a16:creationId xmlns:a16="http://schemas.microsoft.com/office/drawing/2014/main" id="{1AD4F0B1-2B9B-9002-9019-9B5A4B87E78F}"/>
                </a:ext>
              </a:extLst>
            </p:cNvPr>
            <p:cNvSpPr>
              <a:spLocks noGrp="1"/>
            </p:cNvSpPr>
            <p:nvPr/>
          </p:nvSpPr>
          <p:spPr>
            <a:xfrm>
              <a:off x="1080438" y="1802040"/>
              <a:ext cx="933588" cy="1493610"/>
            </a:xfrm>
            <a:custGeom>
              <a:avLst/>
              <a:gdLst/>
              <a:ahLst/>
              <a:cxnLst/>
              <a:rect l="0" t="0" r="0" b="0"/>
              <a:pathLst>
                <a:path w="933588" h="1493610">
                  <a:moveTo>
                    <a:pt x="268334" y="1484551"/>
                  </a:moveTo>
                  <a:lnTo>
                    <a:pt x="257252" y="1471487"/>
                  </a:lnTo>
                  <a:lnTo>
                    <a:pt x="233379" y="1478436"/>
                  </a:lnTo>
                  <a:close/>
                  <a:moveTo>
                    <a:pt x="59524" y="1230519"/>
                  </a:moveTo>
                  <a:lnTo>
                    <a:pt x="24109" y="1222686"/>
                  </a:lnTo>
                  <a:lnTo>
                    <a:pt x="0" y="1210243"/>
                  </a:lnTo>
                  <a:close/>
                  <a:moveTo>
                    <a:pt x="292169" y="1473222"/>
                  </a:moveTo>
                  <a:lnTo>
                    <a:pt x="287862" y="1490406"/>
                  </a:lnTo>
                  <a:lnTo>
                    <a:pt x="296489" y="1493610"/>
                  </a:lnTo>
                  <a:close/>
                  <a:moveTo>
                    <a:pt x="89778" y="1122849"/>
                  </a:moveTo>
                  <a:lnTo>
                    <a:pt x="122109" y="1119152"/>
                  </a:lnTo>
                  <a:lnTo>
                    <a:pt x="137961" y="1088489"/>
                  </a:lnTo>
                  <a:close/>
                  <a:moveTo>
                    <a:pt x="397620" y="1372174"/>
                  </a:moveTo>
                  <a:lnTo>
                    <a:pt x="407316" y="1370196"/>
                  </a:lnTo>
                  <a:lnTo>
                    <a:pt x="397242" y="1365346"/>
                  </a:lnTo>
                  <a:close/>
                  <a:moveTo>
                    <a:pt x="410974" y="1361317"/>
                  </a:moveTo>
                  <a:lnTo>
                    <a:pt x="407316" y="1370196"/>
                  </a:lnTo>
                  <a:lnTo>
                    <a:pt x="410244" y="1365346"/>
                  </a:lnTo>
                  <a:close/>
                  <a:moveTo>
                    <a:pt x="143552" y="995814"/>
                  </a:moveTo>
                  <a:lnTo>
                    <a:pt x="119802" y="988034"/>
                  </a:lnTo>
                  <a:lnTo>
                    <a:pt x="112095" y="1013871"/>
                  </a:lnTo>
                  <a:close/>
                  <a:moveTo>
                    <a:pt x="126819" y="944347"/>
                  </a:moveTo>
                  <a:lnTo>
                    <a:pt x="150386" y="936250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0386" y="936250"/>
                  </a:lnTo>
                  <a:lnTo>
                    <a:pt x="126113" y="938157"/>
                  </a:lnTo>
                  <a:close/>
                  <a:moveTo>
                    <a:pt x="154127" y="942470"/>
                  </a:moveTo>
                  <a:lnTo>
                    <a:pt x="153064" y="946264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4805" y="943857"/>
                  </a:lnTo>
                  <a:lnTo>
                    <a:pt x="150386" y="936250"/>
                  </a:lnTo>
                  <a:close/>
                  <a:moveTo>
                    <a:pt x="534509" y="1087187"/>
                  </a:moveTo>
                  <a:lnTo>
                    <a:pt x="568302" y="1088959"/>
                  </a:lnTo>
                  <a:lnTo>
                    <a:pt x="594687" y="1091400"/>
                  </a:lnTo>
                  <a:close/>
                  <a:moveTo>
                    <a:pt x="594687" y="1091400"/>
                  </a:moveTo>
                  <a:lnTo>
                    <a:pt x="568302" y="1088959"/>
                  </a:lnTo>
                  <a:lnTo>
                    <a:pt x="626985" y="1087579"/>
                  </a:lnTo>
                  <a:close/>
                  <a:moveTo>
                    <a:pt x="614727" y="1070118"/>
                  </a:moveTo>
                  <a:lnTo>
                    <a:pt x="559334" y="1083797"/>
                  </a:lnTo>
                  <a:lnTo>
                    <a:pt x="594687" y="1091400"/>
                  </a:lnTo>
                  <a:close/>
                  <a:moveTo>
                    <a:pt x="614727" y="1070118"/>
                  </a:moveTo>
                  <a:lnTo>
                    <a:pt x="629867" y="1050319"/>
                  </a:lnTo>
                  <a:lnTo>
                    <a:pt x="615279" y="1041716"/>
                  </a:lnTo>
                  <a:close/>
                  <a:moveTo>
                    <a:pt x="626985" y="1087579"/>
                  </a:moveTo>
                  <a:lnTo>
                    <a:pt x="629867" y="1050319"/>
                  </a:lnTo>
                  <a:lnTo>
                    <a:pt x="614727" y="1070118"/>
                  </a:lnTo>
                  <a:close/>
                  <a:moveTo>
                    <a:pt x="594687" y="1091400"/>
                  </a:moveTo>
                  <a:lnTo>
                    <a:pt x="626985" y="1087579"/>
                  </a:lnTo>
                  <a:lnTo>
                    <a:pt x="614727" y="1070118"/>
                  </a:lnTo>
                  <a:close/>
                  <a:moveTo>
                    <a:pt x="409141" y="825842"/>
                  </a:moveTo>
                  <a:lnTo>
                    <a:pt x="419940" y="861810"/>
                  </a:lnTo>
                  <a:lnTo>
                    <a:pt x="424541" y="875124"/>
                  </a:lnTo>
                  <a:close/>
                  <a:moveTo>
                    <a:pt x="579747" y="929736"/>
                  </a:moveTo>
                  <a:lnTo>
                    <a:pt x="546508" y="884924"/>
                  </a:lnTo>
                  <a:lnTo>
                    <a:pt x="557772" y="920514"/>
                  </a:lnTo>
                  <a:close/>
                  <a:moveTo>
                    <a:pt x="627844" y="828229"/>
                  </a:moveTo>
                  <a:lnTo>
                    <a:pt x="589641" y="876946"/>
                  </a:lnTo>
                  <a:lnTo>
                    <a:pt x="629761" y="871417"/>
                  </a:lnTo>
                  <a:close/>
                  <a:moveTo>
                    <a:pt x="627844" y="828229"/>
                  </a:moveTo>
                  <a:lnTo>
                    <a:pt x="620207" y="789690"/>
                  </a:lnTo>
                  <a:lnTo>
                    <a:pt x="613855" y="823574"/>
                  </a:lnTo>
                  <a:close/>
                  <a:moveTo>
                    <a:pt x="620207" y="789690"/>
                  </a:moveTo>
                  <a:lnTo>
                    <a:pt x="619862" y="786819"/>
                  </a:lnTo>
                  <a:lnTo>
                    <a:pt x="613855" y="823574"/>
                  </a:lnTo>
                  <a:close/>
                  <a:moveTo>
                    <a:pt x="837140" y="1117614"/>
                  </a:moveTo>
                  <a:lnTo>
                    <a:pt x="840042" y="1097237"/>
                  </a:lnTo>
                  <a:lnTo>
                    <a:pt x="841704" y="1075947"/>
                  </a:lnTo>
                  <a:close/>
                  <a:moveTo>
                    <a:pt x="895439" y="1083570"/>
                  </a:moveTo>
                  <a:lnTo>
                    <a:pt x="840042" y="1097237"/>
                  </a:lnTo>
                  <a:lnTo>
                    <a:pt x="875501" y="1105233"/>
                  </a:lnTo>
                  <a:close/>
                  <a:moveTo>
                    <a:pt x="895439" y="1083570"/>
                  </a:moveTo>
                  <a:lnTo>
                    <a:pt x="875501" y="1105233"/>
                  </a:lnTo>
                  <a:lnTo>
                    <a:pt x="925623" y="1071848"/>
                  </a:lnTo>
                  <a:close/>
                  <a:moveTo>
                    <a:pt x="649734" y="855180"/>
                  </a:moveTo>
                  <a:lnTo>
                    <a:pt x="683397" y="885294"/>
                  </a:lnTo>
                  <a:lnTo>
                    <a:pt x="692289" y="879900"/>
                  </a:lnTo>
                  <a:close/>
                  <a:moveTo>
                    <a:pt x="646500" y="806391"/>
                  </a:moveTo>
                  <a:lnTo>
                    <a:pt x="613855" y="823574"/>
                  </a:lnTo>
                  <a:lnTo>
                    <a:pt x="619862" y="786819"/>
                  </a:lnTo>
                  <a:close/>
                  <a:moveTo>
                    <a:pt x="629498" y="769636"/>
                  </a:moveTo>
                  <a:lnTo>
                    <a:pt x="646500" y="806391"/>
                  </a:lnTo>
                  <a:lnTo>
                    <a:pt x="619862" y="786819"/>
                  </a:lnTo>
                  <a:close/>
                  <a:moveTo>
                    <a:pt x="619862" y="786819"/>
                  </a:moveTo>
                  <a:lnTo>
                    <a:pt x="621639" y="778968"/>
                  </a:lnTo>
                  <a:lnTo>
                    <a:pt x="639908" y="751063"/>
                  </a:lnTo>
                  <a:close/>
                  <a:moveTo>
                    <a:pt x="3039" y="85620"/>
                  </a:moveTo>
                  <a:lnTo>
                    <a:pt x="13060" y="88474"/>
                  </a:lnTo>
                  <a:lnTo>
                    <a:pt x="16899" y="41229"/>
                  </a:lnTo>
                  <a:close/>
                  <a:moveTo>
                    <a:pt x="37941" y="43062"/>
                  </a:moveTo>
                  <a:lnTo>
                    <a:pt x="35868" y="0"/>
                  </a:lnTo>
                  <a:lnTo>
                    <a:pt x="30094" y="34536"/>
                  </a:lnTo>
                  <a:close/>
                  <a:moveTo>
                    <a:pt x="933588" y="1055424"/>
                  </a:moveTo>
                  <a:lnTo>
                    <a:pt x="895439" y="1083570"/>
                  </a:lnTo>
                  <a:lnTo>
                    <a:pt x="925623" y="1071848"/>
                  </a:lnTo>
                  <a:close/>
                  <a:moveTo>
                    <a:pt x="933276" y="1010930"/>
                  </a:moveTo>
                  <a:lnTo>
                    <a:pt x="933588" y="1055424"/>
                  </a:lnTo>
                  <a:lnTo>
                    <a:pt x="930198" y="1063675"/>
                  </a:lnTo>
                  <a:close/>
                  <a:moveTo>
                    <a:pt x="733285" y="841431"/>
                  </a:moveTo>
                  <a:lnTo>
                    <a:pt x="726113" y="879900"/>
                  </a:lnTo>
                  <a:lnTo>
                    <a:pt x="733276" y="851000"/>
                  </a:lnTo>
                  <a:close/>
                  <a:moveTo>
                    <a:pt x="717202" y="872164"/>
                  </a:moveTo>
                  <a:lnTo>
                    <a:pt x="726113" y="879900"/>
                  </a:lnTo>
                  <a:lnTo>
                    <a:pt x="733285" y="841431"/>
                  </a:lnTo>
                  <a:close/>
                  <a:moveTo>
                    <a:pt x="749388" y="789207"/>
                  </a:moveTo>
                  <a:lnTo>
                    <a:pt x="746289" y="803443"/>
                  </a:lnTo>
                  <a:lnTo>
                    <a:pt x="732467" y="843146"/>
                  </a:lnTo>
                  <a:close/>
                  <a:moveTo>
                    <a:pt x="758800" y="752452"/>
                  </a:moveTo>
                  <a:lnTo>
                    <a:pt x="770350" y="735269"/>
                  </a:lnTo>
                  <a:lnTo>
                    <a:pt x="749388" y="789207"/>
                  </a:lnTo>
                  <a:close/>
                  <a:moveTo>
                    <a:pt x="648179" y="589573"/>
                  </a:moveTo>
                  <a:lnTo>
                    <a:pt x="645079" y="590481"/>
                  </a:lnTo>
                  <a:lnTo>
                    <a:pt x="663618" y="618927"/>
                  </a:lnTo>
                  <a:close/>
                  <a:moveTo>
                    <a:pt x="454197" y="413577"/>
                  </a:moveTo>
                  <a:lnTo>
                    <a:pt x="460387" y="404474"/>
                  </a:lnTo>
                  <a:lnTo>
                    <a:pt x="446735" y="43091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65" name="Input_density__65">
              <a:extLst>
                <a:ext uri="{FF2B5EF4-FFF2-40B4-BE49-F238E27FC236}">
                  <a16:creationId xmlns:a16="http://schemas.microsoft.com/office/drawing/2014/main" id="{981A5180-97F1-A4FF-2D25-FEE8A8C7F7BB}"/>
                </a:ext>
              </a:extLst>
            </p:cNvPr>
            <p:cNvSpPr>
              <a:spLocks noGrp="1"/>
            </p:cNvSpPr>
            <p:nvPr/>
          </p:nvSpPr>
          <p:spPr>
            <a:xfrm>
              <a:off x="1041870" y="1799821"/>
              <a:ext cx="972155" cy="1420312"/>
            </a:xfrm>
            <a:custGeom>
              <a:avLst/>
              <a:gdLst/>
              <a:ahLst/>
              <a:cxnLst/>
              <a:rect l="0" t="0" r="0" b="0"/>
              <a:pathLst>
                <a:path w="972155" h="1420312">
                  <a:moveTo>
                    <a:pt x="246427" y="1420312"/>
                  </a:moveTo>
                  <a:lnTo>
                    <a:pt x="251487" y="1398539"/>
                  </a:lnTo>
                  <a:lnTo>
                    <a:pt x="235383" y="1384544"/>
                  </a:lnTo>
                  <a:close/>
                  <a:moveTo>
                    <a:pt x="128070" y="1218157"/>
                  </a:moveTo>
                  <a:lnTo>
                    <a:pt x="104517" y="1235340"/>
                  </a:lnTo>
                  <a:lnTo>
                    <a:pt x="134729" y="1245144"/>
                  </a:lnTo>
                  <a:close/>
                  <a:moveTo>
                    <a:pt x="145460" y="1198585"/>
                  </a:moveTo>
                  <a:lnTo>
                    <a:pt x="116916" y="1178543"/>
                  </a:lnTo>
                  <a:lnTo>
                    <a:pt x="145776" y="1181402"/>
                  </a:lnTo>
                  <a:close/>
                  <a:moveTo>
                    <a:pt x="116916" y="1178543"/>
                  </a:moveTo>
                  <a:lnTo>
                    <a:pt x="84833" y="1157191"/>
                  </a:lnTo>
                  <a:lnTo>
                    <a:pt x="108484" y="1175387"/>
                  </a:lnTo>
                  <a:close/>
                  <a:moveTo>
                    <a:pt x="0" y="1082488"/>
                  </a:moveTo>
                  <a:lnTo>
                    <a:pt x="29166" y="1125075"/>
                  </a:lnTo>
                  <a:lnTo>
                    <a:pt x="49975" y="1081207"/>
                  </a:lnTo>
                  <a:close/>
                  <a:moveTo>
                    <a:pt x="32711" y="1112868"/>
                  </a:moveTo>
                  <a:lnTo>
                    <a:pt x="68577" y="1122389"/>
                  </a:lnTo>
                  <a:lnTo>
                    <a:pt x="86016" y="1091383"/>
                  </a:lnTo>
                  <a:close/>
                  <a:moveTo>
                    <a:pt x="49975" y="1081207"/>
                  </a:moveTo>
                  <a:lnTo>
                    <a:pt x="32711" y="1112868"/>
                  </a:lnTo>
                  <a:lnTo>
                    <a:pt x="86016" y="1091383"/>
                  </a:lnTo>
                  <a:close/>
                  <a:moveTo>
                    <a:pt x="172089" y="1254912"/>
                  </a:moveTo>
                  <a:lnTo>
                    <a:pt x="183002" y="1265798"/>
                  </a:lnTo>
                  <a:lnTo>
                    <a:pt x="202517" y="1277807"/>
                  </a:lnTo>
                  <a:close/>
                  <a:moveTo>
                    <a:pt x="276979" y="1307054"/>
                  </a:moveTo>
                  <a:lnTo>
                    <a:pt x="251698" y="1281785"/>
                  </a:lnTo>
                  <a:lnTo>
                    <a:pt x="247310" y="1291667"/>
                  </a:lnTo>
                  <a:close/>
                  <a:moveTo>
                    <a:pt x="322218" y="1323378"/>
                  </a:moveTo>
                  <a:lnTo>
                    <a:pt x="312057" y="1311238"/>
                  </a:lnTo>
                  <a:lnTo>
                    <a:pt x="311870" y="1312931"/>
                  </a:lnTo>
                  <a:close/>
                  <a:moveTo>
                    <a:pt x="311870" y="1312931"/>
                  </a:moveTo>
                  <a:lnTo>
                    <a:pt x="302221" y="1305222"/>
                  </a:lnTo>
                  <a:lnTo>
                    <a:pt x="276979" y="1307054"/>
                  </a:lnTo>
                  <a:close/>
                  <a:moveTo>
                    <a:pt x="102327" y="1107892"/>
                  </a:moveTo>
                  <a:lnTo>
                    <a:pt x="128345" y="1125068"/>
                  </a:lnTo>
                  <a:lnTo>
                    <a:pt x="122110" y="1090709"/>
                  </a:lnTo>
                  <a:close/>
                  <a:moveTo>
                    <a:pt x="40713" y="997627"/>
                  </a:moveTo>
                  <a:lnTo>
                    <a:pt x="34594" y="947211"/>
                  </a:lnTo>
                  <a:lnTo>
                    <a:pt x="39045" y="988339"/>
                  </a:lnTo>
                  <a:close/>
                  <a:moveTo>
                    <a:pt x="435810" y="1367565"/>
                  </a:moveTo>
                  <a:lnTo>
                    <a:pt x="408716" y="1330810"/>
                  </a:lnTo>
                  <a:lnTo>
                    <a:pt x="423014" y="1383117"/>
                  </a:lnTo>
                  <a:close/>
                  <a:moveTo>
                    <a:pt x="319620" y="1235996"/>
                  </a:moveTo>
                  <a:lnTo>
                    <a:pt x="330614" y="1190592"/>
                  </a:lnTo>
                  <a:lnTo>
                    <a:pt x="276512" y="1200974"/>
                  </a:lnTo>
                  <a:close/>
                  <a:moveTo>
                    <a:pt x="273737" y="1198725"/>
                  </a:moveTo>
                  <a:lnTo>
                    <a:pt x="257117" y="1164956"/>
                  </a:lnTo>
                  <a:lnTo>
                    <a:pt x="235141" y="1178998"/>
                  </a:lnTo>
                  <a:close/>
                  <a:moveTo>
                    <a:pt x="127102" y="1024212"/>
                  </a:moveTo>
                  <a:lnTo>
                    <a:pt x="181268" y="1005943"/>
                  </a:lnTo>
                  <a:lnTo>
                    <a:pt x="150662" y="1016090"/>
                  </a:lnTo>
                  <a:close/>
                  <a:moveTo>
                    <a:pt x="150662" y="1016090"/>
                  </a:moveTo>
                  <a:lnTo>
                    <a:pt x="118790" y="1017198"/>
                  </a:lnTo>
                  <a:lnTo>
                    <a:pt x="127102" y="1024212"/>
                  </a:lnTo>
                  <a:close/>
                  <a:moveTo>
                    <a:pt x="116555" y="1041907"/>
                  </a:moveTo>
                  <a:lnTo>
                    <a:pt x="118790" y="1017198"/>
                  </a:lnTo>
                  <a:lnTo>
                    <a:pt x="150662" y="1016090"/>
                  </a:lnTo>
                  <a:close/>
                  <a:moveTo>
                    <a:pt x="75229" y="963260"/>
                  </a:moveTo>
                  <a:lnTo>
                    <a:pt x="73787" y="949452"/>
                  </a:lnTo>
                  <a:lnTo>
                    <a:pt x="92021" y="972358"/>
                  </a:lnTo>
                  <a:close/>
                  <a:moveTo>
                    <a:pt x="57088" y="943689"/>
                  </a:moveTo>
                  <a:lnTo>
                    <a:pt x="73787" y="949452"/>
                  </a:lnTo>
                  <a:lnTo>
                    <a:pt x="75229" y="963260"/>
                  </a:lnTo>
                  <a:close/>
                  <a:moveTo>
                    <a:pt x="331457" y="1097538"/>
                  </a:moveTo>
                  <a:lnTo>
                    <a:pt x="321957" y="1093097"/>
                  </a:lnTo>
                  <a:lnTo>
                    <a:pt x="319321" y="1146744"/>
                  </a:lnTo>
                  <a:close/>
                  <a:moveTo>
                    <a:pt x="293559" y="1080420"/>
                  </a:moveTo>
                  <a:lnTo>
                    <a:pt x="262236" y="1087886"/>
                  </a:lnTo>
                  <a:lnTo>
                    <a:pt x="253824" y="1073525"/>
                  </a:lnTo>
                  <a:close/>
                  <a:moveTo>
                    <a:pt x="182120" y="998033"/>
                  </a:moveTo>
                  <a:lnTo>
                    <a:pt x="150662" y="1016090"/>
                  </a:lnTo>
                  <a:lnTo>
                    <a:pt x="181268" y="1005943"/>
                  </a:lnTo>
                  <a:close/>
                  <a:moveTo>
                    <a:pt x="182120" y="998033"/>
                  </a:moveTo>
                  <a:lnTo>
                    <a:pt x="191631" y="948483"/>
                  </a:lnTo>
                  <a:lnTo>
                    <a:pt x="163073" y="966284"/>
                  </a:lnTo>
                  <a:close/>
                  <a:moveTo>
                    <a:pt x="193372" y="946077"/>
                  </a:moveTo>
                  <a:lnTo>
                    <a:pt x="191631" y="948483"/>
                  </a:lnTo>
                  <a:lnTo>
                    <a:pt x="202370" y="1000015"/>
                  </a:lnTo>
                  <a:close/>
                  <a:moveTo>
                    <a:pt x="181421" y="963260"/>
                  </a:moveTo>
                  <a:lnTo>
                    <a:pt x="193372" y="946077"/>
                  </a:lnTo>
                  <a:lnTo>
                    <a:pt x="202370" y="1000015"/>
                  </a:lnTo>
                  <a:close/>
                  <a:moveTo>
                    <a:pt x="321957" y="1093097"/>
                  </a:moveTo>
                  <a:lnTo>
                    <a:pt x="331457" y="1097538"/>
                  </a:lnTo>
                  <a:lnTo>
                    <a:pt x="334926" y="1089310"/>
                  </a:lnTo>
                  <a:close/>
                  <a:moveTo>
                    <a:pt x="335846" y="1093097"/>
                  </a:moveTo>
                  <a:lnTo>
                    <a:pt x="334926" y="1089310"/>
                  </a:lnTo>
                  <a:lnTo>
                    <a:pt x="331457" y="1097538"/>
                  </a:lnTo>
                  <a:close/>
                  <a:moveTo>
                    <a:pt x="344836" y="1051352"/>
                  </a:moveTo>
                  <a:lnTo>
                    <a:pt x="334926" y="1089310"/>
                  </a:lnTo>
                  <a:lnTo>
                    <a:pt x="335846" y="1093097"/>
                  </a:lnTo>
                  <a:close/>
                  <a:moveTo>
                    <a:pt x="335846" y="1093097"/>
                  </a:moveTo>
                  <a:lnTo>
                    <a:pt x="341076" y="1056342"/>
                  </a:lnTo>
                  <a:lnTo>
                    <a:pt x="344836" y="1051352"/>
                  </a:lnTo>
                  <a:close/>
                  <a:moveTo>
                    <a:pt x="324063" y="1039158"/>
                  </a:moveTo>
                  <a:lnTo>
                    <a:pt x="336749" y="1021115"/>
                  </a:lnTo>
                  <a:lnTo>
                    <a:pt x="303664" y="1042891"/>
                  </a:lnTo>
                  <a:close/>
                  <a:moveTo>
                    <a:pt x="244797" y="892138"/>
                  </a:moveTo>
                  <a:lnTo>
                    <a:pt x="257513" y="945651"/>
                  </a:lnTo>
                  <a:lnTo>
                    <a:pt x="274506" y="912978"/>
                  </a:lnTo>
                  <a:close/>
                  <a:moveTo>
                    <a:pt x="211142" y="896852"/>
                  </a:moveTo>
                  <a:lnTo>
                    <a:pt x="192293" y="855521"/>
                  </a:lnTo>
                  <a:lnTo>
                    <a:pt x="188365" y="872567"/>
                  </a:lnTo>
                  <a:close/>
                  <a:moveTo>
                    <a:pt x="192571" y="855787"/>
                  </a:moveTo>
                  <a:lnTo>
                    <a:pt x="192293" y="855521"/>
                  </a:lnTo>
                  <a:lnTo>
                    <a:pt x="211142" y="896852"/>
                  </a:lnTo>
                  <a:close/>
                  <a:moveTo>
                    <a:pt x="233511" y="884280"/>
                  </a:moveTo>
                  <a:lnTo>
                    <a:pt x="192571" y="855787"/>
                  </a:lnTo>
                  <a:lnTo>
                    <a:pt x="211142" y="896852"/>
                  </a:lnTo>
                  <a:close/>
                  <a:moveTo>
                    <a:pt x="188365" y="872567"/>
                  </a:moveTo>
                  <a:lnTo>
                    <a:pt x="192293" y="855521"/>
                  </a:lnTo>
                  <a:lnTo>
                    <a:pt x="167656" y="830804"/>
                  </a:lnTo>
                  <a:close/>
                  <a:moveTo>
                    <a:pt x="411000" y="1126387"/>
                  </a:moveTo>
                  <a:lnTo>
                    <a:pt x="432562" y="1153605"/>
                  </a:lnTo>
                  <a:lnTo>
                    <a:pt x="384577" y="1120780"/>
                  </a:lnTo>
                  <a:close/>
                  <a:moveTo>
                    <a:pt x="192571" y="855787"/>
                  </a:moveTo>
                  <a:lnTo>
                    <a:pt x="233511" y="884280"/>
                  </a:lnTo>
                  <a:lnTo>
                    <a:pt x="251330" y="854694"/>
                  </a:lnTo>
                  <a:close/>
                  <a:moveTo>
                    <a:pt x="277758" y="828929"/>
                  </a:moveTo>
                  <a:lnTo>
                    <a:pt x="268749" y="802793"/>
                  </a:lnTo>
                  <a:lnTo>
                    <a:pt x="269082" y="801445"/>
                  </a:lnTo>
                  <a:close/>
                  <a:moveTo>
                    <a:pt x="275553" y="784262"/>
                  </a:moveTo>
                  <a:lnTo>
                    <a:pt x="277758" y="828929"/>
                  </a:lnTo>
                  <a:lnTo>
                    <a:pt x="269082" y="801445"/>
                  </a:lnTo>
                  <a:close/>
                  <a:moveTo>
                    <a:pt x="269082" y="801445"/>
                  </a:moveTo>
                  <a:lnTo>
                    <a:pt x="247770" y="764690"/>
                  </a:lnTo>
                  <a:lnTo>
                    <a:pt x="275553" y="784262"/>
                  </a:lnTo>
                  <a:close/>
                  <a:moveTo>
                    <a:pt x="597901" y="1086016"/>
                  </a:moveTo>
                  <a:lnTo>
                    <a:pt x="573076" y="1089406"/>
                  </a:lnTo>
                  <a:lnTo>
                    <a:pt x="633255" y="1093619"/>
                  </a:lnTo>
                  <a:close/>
                  <a:moveTo>
                    <a:pt x="463602" y="886976"/>
                  </a:moveTo>
                  <a:lnTo>
                    <a:pt x="463109" y="877343"/>
                  </a:lnTo>
                  <a:lnTo>
                    <a:pt x="464919" y="914098"/>
                  </a:lnTo>
                  <a:close/>
                  <a:moveTo>
                    <a:pt x="668435" y="1052539"/>
                  </a:moveTo>
                  <a:lnTo>
                    <a:pt x="654693" y="1018963"/>
                  </a:lnTo>
                  <a:lnTo>
                    <a:pt x="653847" y="1043935"/>
                  </a:lnTo>
                  <a:close/>
                  <a:moveTo>
                    <a:pt x="654693" y="1018963"/>
                  </a:moveTo>
                  <a:lnTo>
                    <a:pt x="651910" y="1007180"/>
                  </a:lnTo>
                  <a:lnTo>
                    <a:pt x="653847" y="1043935"/>
                  </a:lnTo>
                  <a:close/>
                  <a:moveTo>
                    <a:pt x="626521" y="972234"/>
                  </a:moveTo>
                  <a:lnTo>
                    <a:pt x="618471" y="976576"/>
                  </a:lnTo>
                  <a:lnTo>
                    <a:pt x="624556" y="970425"/>
                  </a:lnTo>
                  <a:close/>
                  <a:moveTo>
                    <a:pt x="458508" y="864029"/>
                  </a:moveTo>
                  <a:lnTo>
                    <a:pt x="464919" y="914098"/>
                  </a:lnTo>
                  <a:lnTo>
                    <a:pt x="463109" y="877343"/>
                  </a:lnTo>
                  <a:close/>
                  <a:moveTo>
                    <a:pt x="596339" y="922733"/>
                  </a:moveTo>
                  <a:lnTo>
                    <a:pt x="604460" y="960879"/>
                  </a:lnTo>
                  <a:lnTo>
                    <a:pt x="618315" y="931956"/>
                  </a:lnTo>
                  <a:close/>
                  <a:moveTo>
                    <a:pt x="618315" y="931956"/>
                  </a:moveTo>
                  <a:lnTo>
                    <a:pt x="626069" y="879732"/>
                  </a:lnTo>
                  <a:lnTo>
                    <a:pt x="585075" y="887144"/>
                  </a:lnTo>
                  <a:close/>
                  <a:moveTo>
                    <a:pt x="668328" y="873637"/>
                  </a:moveTo>
                  <a:lnTo>
                    <a:pt x="627640" y="880209"/>
                  </a:lnTo>
                  <a:lnTo>
                    <a:pt x="663841" y="890982"/>
                  </a:lnTo>
                  <a:close/>
                  <a:moveTo>
                    <a:pt x="668328" y="873637"/>
                  </a:moveTo>
                  <a:lnTo>
                    <a:pt x="628209" y="879165"/>
                  </a:lnTo>
                  <a:lnTo>
                    <a:pt x="627640" y="880209"/>
                  </a:lnTo>
                  <a:close/>
                  <a:moveTo>
                    <a:pt x="652423" y="825793"/>
                  </a:moveTo>
                  <a:lnTo>
                    <a:pt x="640887" y="833531"/>
                  </a:lnTo>
                  <a:lnTo>
                    <a:pt x="666412" y="830448"/>
                  </a:lnTo>
                  <a:close/>
                  <a:moveTo>
                    <a:pt x="666412" y="830448"/>
                  </a:moveTo>
                  <a:lnTo>
                    <a:pt x="640887" y="833531"/>
                  </a:lnTo>
                  <a:lnTo>
                    <a:pt x="628209" y="879165"/>
                  </a:lnTo>
                  <a:close/>
                  <a:moveTo>
                    <a:pt x="72464" y="127448"/>
                  </a:moveTo>
                  <a:lnTo>
                    <a:pt x="51071" y="144632"/>
                  </a:lnTo>
                  <a:lnTo>
                    <a:pt x="77167" y="164204"/>
                  </a:lnTo>
                  <a:close/>
                  <a:moveTo>
                    <a:pt x="28246" y="107877"/>
                  </a:moveTo>
                  <a:lnTo>
                    <a:pt x="51071" y="144632"/>
                  </a:lnTo>
                  <a:lnTo>
                    <a:pt x="72464" y="127448"/>
                  </a:lnTo>
                  <a:close/>
                  <a:moveTo>
                    <a:pt x="28246" y="107877"/>
                  </a:moveTo>
                  <a:lnTo>
                    <a:pt x="72464" y="127448"/>
                  </a:lnTo>
                  <a:lnTo>
                    <a:pt x="51628" y="90693"/>
                  </a:lnTo>
                  <a:close/>
                  <a:moveTo>
                    <a:pt x="880272" y="1078166"/>
                  </a:moveTo>
                  <a:lnTo>
                    <a:pt x="855573" y="1071157"/>
                  </a:lnTo>
                  <a:lnTo>
                    <a:pt x="875707" y="1119833"/>
                  </a:lnTo>
                  <a:close/>
                  <a:moveTo>
                    <a:pt x="880272" y="1078166"/>
                  </a:moveTo>
                  <a:lnTo>
                    <a:pt x="878610" y="1099456"/>
                  </a:lnTo>
                  <a:lnTo>
                    <a:pt x="934007" y="1085789"/>
                  </a:lnTo>
                  <a:close/>
                  <a:moveTo>
                    <a:pt x="776654" y="884493"/>
                  </a:moveTo>
                  <a:lnTo>
                    <a:pt x="764681" y="882120"/>
                  </a:lnTo>
                  <a:lnTo>
                    <a:pt x="749028" y="892490"/>
                  </a:lnTo>
                  <a:close/>
                  <a:moveTo>
                    <a:pt x="660471" y="852937"/>
                  </a:moveTo>
                  <a:lnTo>
                    <a:pt x="640887" y="833531"/>
                  </a:lnTo>
                  <a:lnTo>
                    <a:pt x="652423" y="825793"/>
                  </a:lnTo>
                  <a:close/>
                  <a:moveTo>
                    <a:pt x="668066" y="771855"/>
                  </a:moveTo>
                  <a:lnTo>
                    <a:pt x="658430" y="789038"/>
                  </a:lnTo>
                  <a:lnTo>
                    <a:pt x="678475" y="753283"/>
                  </a:lnTo>
                  <a:close/>
                  <a:moveTo>
                    <a:pt x="92438" y="121825"/>
                  </a:moveTo>
                  <a:lnTo>
                    <a:pt x="101136" y="164204"/>
                  </a:lnTo>
                  <a:lnTo>
                    <a:pt x="97466" y="127448"/>
                  </a:lnTo>
                  <a:close/>
                  <a:moveTo>
                    <a:pt x="76508" y="45281"/>
                  </a:moveTo>
                  <a:lnTo>
                    <a:pt x="51628" y="90693"/>
                  </a:lnTo>
                  <a:lnTo>
                    <a:pt x="81877" y="85663"/>
                  </a:lnTo>
                  <a:close/>
                  <a:moveTo>
                    <a:pt x="76508" y="45281"/>
                  </a:moveTo>
                  <a:lnTo>
                    <a:pt x="81877" y="85663"/>
                  </a:lnTo>
                  <a:lnTo>
                    <a:pt x="94457" y="90693"/>
                  </a:lnTo>
                  <a:close/>
                  <a:moveTo>
                    <a:pt x="74435" y="2219"/>
                  </a:moveTo>
                  <a:lnTo>
                    <a:pt x="64956" y="0"/>
                  </a:lnTo>
                  <a:lnTo>
                    <a:pt x="68661" y="36755"/>
                  </a:lnTo>
                  <a:close/>
                  <a:moveTo>
                    <a:pt x="972155" y="1057643"/>
                  </a:moveTo>
                  <a:lnTo>
                    <a:pt x="942587" y="1054593"/>
                  </a:lnTo>
                  <a:lnTo>
                    <a:pt x="934007" y="1085789"/>
                  </a:lnTo>
                  <a:close/>
                  <a:moveTo>
                    <a:pt x="971844" y="1013149"/>
                  </a:moveTo>
                  <a:lnTo>
                    <a:pt x="942587" y="1054593"/>
                  </a:lnTo>
                  <a:lnTo>
                    <a:pt x="972155" y="1057643"/>
                  </a:lnTo>
                  <a:close/>
                  <a:moveTo>
                    <a:pt x="658608" y="681162"/>
                  </a:moveTo>
                  <a:lnTo>
                    <a:pt x="666438" y="708276"/>
                  </a:lnTo>
                  <a:lnTo>
                    <a:pt x="659804" y="698345"/>
                  </a:lnTo>
                  <a:close/>
                  <a:moveTo>
                    <a:pt x="657586" y="721041"/>
                  </a:moveTo>
                  <a:lnTo>
                    <a:pt x="666438" y="708276"/>
                  </a:lnTo>
                  <a:lnTo>
                    <a:pt x="658608" y="681162"/>
                  </a:lnTo>
                  <a:close/>
                  <a:moveTo>
                    <a:pt x="490432" y="507186"/>
                  </a:moveTo>
                  <a:lnTo>
                    <a:pt x="517239" y="524178"/>
                  </a:lnTo>
                  <a:lnTo>
                    <a:pt x="501515" y="514570"/>
                  </a:lnTo>
                  <a:close/>
                  <a:moveTo>
                    <a:pt x="490432" y="507186"/>
                  </a:moveTo>
                  <a:lnTo>
                    <a:pt x="478688" y="471988"/>
                  </a:lnTo>
                  <a:lnTo>
                    <a:pt x="461769" y="503401"/>
                  </a:lnTo>
                  <a:close/>
                  <a:moveTo>
                    <a:pt x="478688" y="471988"/>
                  </a:moveTo>
                  <a:lnTo>
                    <a:pt x="501515" y="514570"/>
                  </a:lnTo>
                  <a:lnTo>
                    <a:pt x="495441" y="477815"/>
                  </a:lnTo>
                  <a:close/>
                  <a:moveTo>
                    <a:pt x="478688" y="471988"/>
                  </a:moveTo>
                  <a:lnTo>
                    <a:pt x="490432" y="507186"/>
                  </a:lnTo>
                  <a:lnTo>
                    <a:pt x="501515" y="514570"/>
                  </a:lnTo>
                  <a:close/>
                  <a:moveTo>
                    <a:pt x="478688" y="471988"/>
                  </a:moveTo>
                  <a:lnTo>
                    <a:pt x="495441" y="477815"/>
                  </a:lnTo>
                  <a:lnTo>
                    <a:pt x="485302" y="433137"/>
                  </a:lnTo>
                  <a:close/>
                  <a:moveTo>
                    <a:pt x="485302" y="433137"/>
                  </a:moveTo>
                  <a:lnTo>
                    <a:pt x="503881" y="474234"/>
                  </a:lnTo>
                  <a:lnTo>
                    <a:pt x="517327" y="428298"/>
                  </a:lnTo>
                  <a:close/>
                  <a:moveTo>
                    <a:pt x="787956" y="791427"/>
                  </a:moveTo>
                  <a:lnTo>
                    <a:pt x="798764" y="761453"/>
                  </a:lnTo>
                  <a:lnTo>
                    <a:pt x="788775" y="785145"/>
                  </a:lnTo>
                  <a:close/>
                  <a:moveTo>
                    <a:pt x="808917" y="737488"/>
                  </a:moveTo>
                  <a:lnTo>
                    <a:pt x="798764" y="761453"/>
                  </a:lnTo>
                  <a:lnTo>
                    <a:pt x="787956" y="791427"/>
                  </a:lnTo>
                  <a:close/>
                  <a:moveTo>
                    <a:pt x="721171" y="595922"/>
                  </a:moveTo>
                  <a:lnTo>
                    <a:pt x="686747" y="591792"/>
                  </a:lnTo>
                  <a:lnTo>
                    <a:pt x="702185" y="621147"/>
                  </a:lnTo>
                  <a:close/>
                  <a:moveTo>
                    <a:pt x="519538" y="421118"/>
                  </a:moveTo>
                  <a:lnTo>
                    <a:pt x="492764" y="415796"/>
                  </a:lnTo>
                  <a:lnTo>
                    <a:pt x="485302" y="433137"/>
                  </a:lnTo>
                  <a:close/>
                  <a:moveTo>
                    <a:pt x="492764" y="415796"/>
                  </a:moveTo>
                  <a:lnTo>
                    <a:pt x="519538" y="421118"/>
                  </a:lnTo>
                  <a:lnTo>
                    <a:pt x="513544" y="381244"/>
                  </a:lnTo>
                  <a:close/>
                  <a:moveTo>
                    <a:pt x="492764" y="415796"/>
                  </a:moveTo>
                  <a:lnTo>
                    <a:pt x="513544" y="381244"/>
                  </a:lnTo>
                  <a:lnTo>
                    <a:pt x="479226" y="382055"/>
                  </a:lnTo>
                  <a:close/>
                  <a:moveTo>
                    <a:pt x="721171" y="595922"/>
                  </a:moveTo>
                  <a:lnTo>
                    <a:pt x="729155" y="582791"/>
                  </a:lnTo>
                  <a:lnTo>
                    <a:pt x="686747" y="591792"/>
                  </a:lnTo>
                  <a:close/>
                  <a:moveTo>
                    <a:pt x="686747" y="591792"/>
                  </a:moveTo>
                  <a:lnTo>
                    <a:pt x="729155" y="582791"/>
                  </a:lnTo>
                  <a:lnTo>
                    <a:pt x="687046" y="58993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66" name="Input_density__66">
              <a:extLst>
                <a:ext uri="{FF2B5EF4-FFF2-40B4-BE49-F238E27FC236}">
                  <a16:creationId xmlns:a16="http://schemas.microsoft.com/office/drawing/2014/main" id="{50D7FFF5-510E-724E-AA05-A517331D2422}"/>
                </a:ext>
              </a:extLst>
            </p:cNvPr>
            <p:cNvSpPr>
              <a:spLocks noGrp="1"/>
            </p:cNvSpPr>
            <p:nvPr/>
          </p:nvSpPr>
          <p:spPr>
            <a:xfrm>
              <a:off x="937945" y="1761016"/>
              <a:ext cx="896838" cy="1386799"/>
            </a:xfrm>
            <a:custGeom>
              <a:avLst/>
              <a:gdLst/>
              <a:ahLst/>
              <a:cxnLst/>
              <a:rect l="0" t="0" r="0" b="0"/>
              <a:pathLst>
                <a:path w="896838" h="1386799">
                  <a:moveTo>
                    <a:pt x="0" y="1110748"/>
                  </a:moveTo>
                  <a:lnTo>
                    <a:pt x="24590" y="1106477"/>
                  </a:lnTo>
                  <a:lnTo>
                    <a:pt x="20653" y="1107554"/>
                  </a:lnTo>
                  <a:close/>
                  <a:moveTo>
                    <a:pt x="46461" y="1063675"/>
                  </a:moveTo>
                  <a:lnTo>
                    <a:pt x="20653" y="1107554"/>
                  </a:lnTo>
                  <a:lnTo>
                    <a:pt x="38393" y="1090371"/>
                  </a:lnTo>
                  <a:close/>
                  <a:moveTo>
                    <a:pt x="20507" y="1027782"/>
                  </a:moveTo>
                  <a:lnTo>
                    <a:pt x="46614" y="1053616"/>
                  </a:lnTo>
                  <a:lnTo>
                    <a:pt x="40844" y="1042674"/>
                  </a:lnTo>
                  <a:close/>
                  <a:moveTo>
                    <a:pt x="27353" y="1016861"/>
                  </a:moveTo>
                  <a:lnTo>
                    <a:pt x="20507" y="1027782"/>
                  </a:lnTo>
                  <a:lnTo>
                    <a:pt x="40844" y="1042674"/>
                  </a:lnTo>
                  <a:close/>
                  <a:moveTo>
                    <a:pt x="206252" y="1146697"/>
                  </a:moveTo>
                  <a:lnTo>
                    <a:pt x="244326" y="1112735"/>
                  </a:lnTo>
                  <a:lnTo>
                    <a:pt x="195217" y="1101252"/>
                  </a:lnTo>
                  <a:close/>
                  <a:moveTo>
                    <a:pt x="195217" y="1101252"/>
                  </a:moveTo>
                  <a:lnTo>
                    <a:pt x="244326" y="1112735"/>
                  </a:lnTo>
                  <a:lnTo>
                    <a:pt x="229117" y="1100780"/>
                  </a:lnTo>
                  <a:close/>
                  <a:moveTo>
                    <a:pt x="195217" y="1101252"/>
                  </a:moveTo>
                  <a:lnTo>
                    <a:pt x="229117" y="1100780"/>
                  </a:lnTo>
                  <a:lnTo>
                    <a:pt x="187352" y="1062899"/>
                  </a:lnTo>
                  <a:close/>
                  <a:moveTo>
                    <a:pt x="115284" y="1022565"/>
                  </a:moveTo>
                  <a:lnTo>
                    <a:pt x="138519" y="986016"/>
                  </a:lnTo>
                  <a:lnTo>
                    <a:pt x="100429" y="989895"/>
                  </a:lnTo>
                  <a:close/>
                  <a:moveTo>
                    <a:pt x="454943" y="1338770"/>
                  </a:moveTo>
                  <a:lnTo>
                    <a:pt x="446277" y="1369490"/>
                  </a:lnTo>
                  <a:lnTo>
                    <a:pt x="494049" y="1332860"/>
                  </a:lnTo>
                  <a:close/>
                  <a:moveTo>
                    <a:pt x="494049" y="1332860"/>
                  </a:moveTo>
                  <a:lnTo>
                    <a:pt x="477575" y="1386799"/>
                  </a:lnTo>
                  <a:lnTo>
                    <a:pt x="496420" y="1336185"/>
                  </a:lnTo>
                  <a:close/>
                  <a:moveTo>
                    <a:pt x="496420" y="1336185"/>
                  </a:moveTo>
                  <a:lnTo>
                    <a:pt x="477575" y="1386799"/>
                  </a:lnTo>
                  <a:lnTo>
                    <a:pt x="494262" y="1378639"/>
                  </a:lnTo>
                  <a:close/>
                  <a:moveTo>
                    <a:pt x="494262" y="1378639"/>
                  </a:moveTo>
                  <a:lnTo>
                    <a:pt x="512642" y="1369615"/>
                  </a:lnTo>
                  <a:lnTo>
                    <a:pt x="496420" y="1336185"/>
                  </a:lnTo>
                  <a:close/>
                  <a:moveTo>
                    <a:pt x="494049" y="1332860"/>
                  </a:moveTo>
                  <a:lnTo>
                    <a:pt x="494883" y="1330439"/>
                  </a:lnTo>
                  <a:lnTo>
                    <a:pt x="454943" y="1338770"/>
                  </a:lnTo>
                  <a:close/>
                  <a:moveTo>
                    <a:pt x="454943" y="1338770"/>
                  </a:moveTo>
                  <a:lnTo>
                    <a:pt x="494883" y="1330439"/>
                  </a:lnTo>
                  <a:lnTo>
                    <a:pt x="481066" y="1299873"/>
                  </a:lnTo>
                  <a:close/>
                  <a:moveTo>
                    <a:pt x="481066" y="1299873"/>
                  </a:moveTo>
                  <a:lnTo>
                    <a:pt x="494883" y="1330439"/>
                  </a:lnTo>
                  <a:lnTo>
                    <a:pt x="523495" y="1312838"/>
                  </a:lnTo>
                  <a:close/>
                  <a:moveTo>
                    <a:pt x="161013" y="982494"/>
                  </a:moveTo>
                  <a:lnTo>
                    <a:pt x="135186" y="943979"/>
                  </a:lnTo>
                  <a:lnTo>
                    <a:pt x="136420" y="958446"/>
                  </a:lnTo>
                  <a:close/>
                  <a:moveTo>
                    <a:pt x="199095" y="928556"/>
                  </a:moveTo>
                  <a:lnTo>
                    <a:pt x="202229" y="891800"/>
                  </a:lnTo>
                  <a:lnTo>
                    <a:pt x="186174" y="929615"/>
                  </a:lnTo>
                  <a:close/>
                  <a:moveTo>
                    <a:pt x="186174" y="929615"/>
                  </a:moveTo>
                  <a:lnTo>
                    <a:pt x="187744" y="929555"/>
                  </a:lnTo>
                  <a:lnTo>
                    <a:pt x="199095" y="928556"/>
                  </a:lnTo>
                  <a:close/>
                  <a:moveTo>
                    <a:pt x="142127" y="855046"/>
                  </a:moveTo>
                  <a:lnTo>
                    <a:pt x="171463" y="896828"/>
                  </a:lnTo>
                  <a:lnTo>
                    <a:pt x="175600" y="884149"/>
                  </a:lnTo>
                  <a:close/>
                  <a:moveTo>
                    <a:pt x="523495" y="1312838"/>
                  </a:moveTo>
                  <a:lnTo>
                    <a:pt x="541025" y="1322963"/>
                  </a:lnTo>
                  <a:lnTo>
                    <a:pt x="553810" y="1301604"/>
                  </a:lnTo>
                  <a:close/>
                  <a:moveTo>
                    <a:pt x="553810" y="1301604"/>
                  </a:moveTo>
                  <a:lnTo>
                    <a:pt x="541025" y="1322963"/>
                  </a:lnTo>
                  <a:lnTo>
                    <a:pt x="570813" y="1278922"/>
                  </a:lnTo>
                  <a:close/>
                  <a:moveTo>
                    <a:pt x="175600" y="884149"/>
                  </a:moveTo>
                  <a:lnTo>
                    <a:pt x="202229" y="891800"/>
                  </a:lnTo>
                  <a:lnTo>
                    <a:pt x="195289" y="861557"/>
                  </a:lnTo>
                  <a:close/>
                  <a:moveTo>
                    <a:pt x="195289" y="861557"/>
                  </a:moveTo>
                  <a:lnTo>
                    <a:pt x="202229" y="891800"/>
                  </a:lnTo>
                  <a:lnTo>
                    <a:pt x="219519" y="840100"/>
                  </a:lnTo>
                  <a:close/>
                  <a:moveTo>
                    <a:pt x="178281" y="837862"/>
                  </a:moveTo>
                  <a:lnTo>
                    <a:pt x="175600" y="884149"/>
                  </a:lnTo>
                  <a:lnTo>
                    <a:pt x="195289" y="861557"/>
                  </a:lnTo>
                  <a:close/>
                  <a:moveTo>
                    <a:pt x="178281" y="837862"/>
                  </a:moveTo>
                  <a:lnTo>
                    <a:pt x="142127" y="855046"/>
                  </a:lnTo>
                  <a:lnTo>
                    <a:pt x="175600" y="884149"/>
                  </a:lnTo>
                  <a:close/>
                  <a:moveTo>
                    <a:pt x="137629" y="818291"/>
                  </a:moveTo>
                  <a:lnTo>
                    <a:pt x="181083" y="808440"/>
                  </a:lnTo>
                  <a:lnTo>
                    <a:pt x="176660" y="803109"/>
                  </a:lnTo>
                  <a:close/>
                  <a:moveTo>
                    <a:pt x="181083" y="808440"/>
                  </a:moveTo>
                  <a:lnTo>
                    <a:pt x="216203" y="837862"/>
                  </a:lnTo>
                  <a:lnTo>
                    <a:pt x="176660" y="803109"/>
                  </a:lnTo>
                  <a:close/>
                  <a:moveTo>
                    <a:pt x="570813" y="1278922"/>
                  </a:moveTo>
                  <a:lnTo>
                    <a:pt x="572464" y="1315677"/>
                  </a:lnTo>
                  <a:lnTo>
                    <a:pt x="599886" y="1298494"/>
                  </a:lnTo>
                  <a:close/>
                  <a:moveTo>
                    <a:pt x="570813" y="1278922"/>
                  </a:moveTo>
                  <a:lnTo>
                    <a:pt x="599886" y="1298494"/>
                  </a:lnTo>
                  <a:lnTo>
                    <a:pt x="579890" y="1261739"/>
                  </a:lnTo>
                  <a:close/>
                  <a:moveTo>
                    <a:pt x="195462" y="832570"/>
                  </a:moveTo>
                  <a:lnTo>
                    <a:pt x="195289" y="861557"/>
                  </a:lnTo>
                  <a:lnTo>
                    <a:pt x="216203" y="837862"/>
                  </a:lnTo>
                  <a:close/>
                  <a:moveTo>
                    <a:pt x="216203" y="837862"/>
                  </a:moveTo>
                  <a:lnTo>
                    <a:pt x="181083" y="808440"/>
                  </a:lnTo>
                  <a:lnTo>
                    <a:pt x="195462" y="832570"/>
                  </a:lnTo>
                  <a:close/>
                  <a:moveTo>
                    <a:pt x="243571" y="820679"/>
                  </a:moveTo>
                  <a:lnTo>
                    <a:pt x="230309" y="837862"/>
                  </a:lnTo>
                  <a:lnTo>
                    <a:pt x="253353" y="857434"/>
                  </a:lnTo>
                  <a:close/>
                  <a:moveTo>
                    <a:pt x="243571" y="820679"/>
                  </a:moveTo>
                  <a:lnTo>
                    <a:pt x="259452" y="783924"/>
                  </a:lnTo>
                  <a:lnTo>
                    <a:pt x="230309" y="837862"/>
                  </a:lnTo>
                  <a:close/>
                  <a:moveTo>
                    <a:pt x="259452" y="783924"/>
                  </a:moveTo>
                  <a:lnTo>
                    <a:pt x="291846" y="780996"/>
                  </a:lnTo>
                  <a:lnTo>
                    <a:pt x="270102" y="781318"/>
                  </a:lnTo>
                  <a:close/>
                  <a:moveTo>
                    <a:pt x="270102" y="781318"/>
                  </a:moveTo>
                  <a:lnTo>
                    <a:pt x="291846" y="780996"/>
                  </a:lnTo>
                  <a:lnTo>
                    <a:pt x="324739" y="779401"/>
                  </a:lnTo>
                  <a:close/>
                  <a:moveTo>
                    <a:pt x="312893" y="791277"/>
                  </a:moveTo>
                  <a:lnTo>
                    <a:pt x="324739" y="779401"/>
                  </a:lnTo>
                  <a:lnTo>
                    <a:pt x="291846" y="780996"/>
                  </a:lnTo>
                  <a:close/>
                  <a:moveTo>
                    <a:pt x="312893" y="791277"/>
                  </a:moveTo>
                  <a:lnTo>
                    <a:pt x="347832" y="789960"/>
                  </a:lnTo>
                  <a:lnTo>
                    <a:pt x="324739" y="779401"/>
                  </a:lnTo>
                  <a:close/>
                  <a:moveTo>
                    <a:pt x="802208" y="1154769"/>
                  </a:moveTo>
                  <a:lnTo>
                    <a:pt x="803191" y="1155773"/>
                  </a:lnTo>
                  <a:lnTo>
                    <a:pt x="835615" y="1155095"/>
                  </a:lnTo>
                  <a:close/>
                  <a:moveTo>
                    <a:pt x="550432" y="740095"/>
                  </a:moveTo>
                  <a:lnTo>
                    <a:pt x="545808" y="737362"/>
                  </a:lnTo>
                  <a:lnTo>
                    <a:pt x="568074" y="771517"/>
                  </a:lnTo>
                  <a:close/>
                  <a:moveTo>
                    <a:pt x="546243" y="734762"/>
                  </a:moveTo>
                  <a:lnTo>
                    <a:pt x="545808" y="737362"/>
                  </a:lnTo>
                  <a:lnTo>
                    <a:pt x="550432" y="740095"/>
                  </a:lnTo>
                  <a:close/>
                  <a:moveTo>
                    <a:pt x="545543" y="721814"/>
                  </a:moveTo>
                  <a:lnTo>
                    <a:pt x="545808" y="737362"/>
                  </a:lnTo>
                  <a:lnTo>
                    <a:pt x="546243" y="734762"/>
                  </a:lnTo>
                  <a:close/>
                  <a:moveTo>
                    <a:pt x="520579" y="668379"/>
                  </a:moveTo>
                  <a:lnTo>
                    <a:pt x="546203" y="698007"/>
                  </a:lnTo>
                  <a:lnTo>
                    <a:pt x="535821" y="685463"/>
                  </a:lnTo>
                  <a:close/>
                  <a:moveTo>
                    <a:pt x="521204" y="661252"/>
                  </a:moveTo>
                  <a:lnTo>
                    <a:pt x="520579" y="668379"/>
                  </a:lnTo>
                  <a:lnTo>
                    <a:pt x="535821" y="685463"/>
                  </a:lnTo>
                  <a:close/>
                  <a:moveTo>
                    <a:pt x="525661" y="647480"/>
                  </a:moveTo>
                  <a:lnTo>
                    <a:pt x="520579" y="668379"/>
                  </a:lnTo>
                  <a:lnTo>
                    <a:pt x="521204" y="661252"/>
                  </a:lnTo>
                  <a:close/>
                  <a:moveTo>
                    <a:pt x="825890" y="926319"/>
                  </a:moveTo>
                  <a:lnTo>
                    <a:pt x="821272" y="944427"/>
                  </a:lnTo>
                  <a:lnTo>
                    <a:pt x="821654" y="938109"/>
                  </a:lnTo>
                  <a:close/>
                  <a:moveTo>
                    <a:pt x="702377" y="838251"/>
                  </a:moveTo>
                  <a:lnTo>
                    <a:pt x="684939" y="827844"/>
                  </a:lnTo>
                  <a:lnTo>
                    <a:pt x="689457" y="880831"/>
                  </a:lnTo>
                  <a:close/>
                  <a:moveTo>
                    <a:pt x="545543" y="721814"/>
                  </a:moveTo>
                  <a:lnTo>
                    <a:pt x="546243" y="734762"/>
                  </a:lnTo>
                  <a:lnTo>
                    <a:pt x="556222" y="728896"/>
                  </a:lnTo>
                  <a:close/>
                  <a:moveTo>
                    <a:pt x="545543" y="721814"/>
                  </a:moveTo>
                  <a:lnTo>
                    <a:pt x="556222" y="728896"/>
                  </a:lnTo>
                  <a:lnTo>
                    <a:pt x="546203" y="698007"/>
                  </a:lnTo>
                  <a:close/>
                  <a:moveTo>
                    <a:pt x="549919" y="641967"/>
                  </a:moveTo>
                  <a:lnTo>
                    <a:pt x="525661" y="647480"/>
                  </a:lnTo>
                  <a:lnTo>
                    <a:pt x="521204" y="661252"/>
                  </a:lnTo>
                  <a:close/>
                  <a:moveTo>
                    <a:pt x="551913" y="607314"/>
                  </a:moveTo>
                  <a:lnTo>
                    <a:pt x="555498" y="622332"/>
                  </a:lnTo>
                  <a:lnTo>
                    <a:pt x="549919" y="641967"/>
                  </a:lnTo>
                  <a:close/>
                  <a:moveTo>
                    <a:pt x="549919" y="641967"/>
                  </a:moveTo>
                  <a:lnTo>
                    <a:pt x="553960" y="628708"/>
                  </a:lnTo>
                  <a:lnTo>
                    <a:pt x="525661" y="647480"/>
                  </a:lnTo>
                  <a:close/>
                  <a:moveTo>
                    <a:pt x="78797" y="19234"/>
                  </a:moveTo>
                  <a:lnTo>
                    <a:pt x="74940" y="26181"/>
                  </a:lnTo>
                  <a:lnTo>
                    <a:pt x="56088" y="41380"/>
                  </a:lnTo>
                  <a:close/>
                  <a:moveTo>
                    <a:pt x="821654" y="938109"/>
                  </a:moveTo>
                  <a:lnTo>
                    <a:pt x="821272" y="944427"/>
                  </a:lnTo>
                  <a:lnTo>
                    <a:pt x="834210" y="957426"/>
                  </a:lnTo>
                  <a:close/>
                  <a:moveTo>
                    <a:pt x="82375" y="15084"/>
                  </a:moveTo>
                  <a:lnTo>
                    <a:pt x="74940" y="26181"/>
                  </a:lnTo>
                  <a:lnTo>
                    <a:pt x="78797" y="19234"/>
                  </a:lnTo>
                  <a:close/>
                  <a:moveTo>
                    <a:pt x="551913" y="607314"/>
                  </a:moveTo>
                  <a:lnTo>
                    <a:pt x="588626" y="590130"/>
                  </a:lnTo>
                  <a:lnTo>
                    <a:pt x="534993" y="586161"/>
                  </a:lnTo>
                  <a:close/>
                  <a:moveTo>
                    <a:pt x="517904" y="533804"/>
                  </a:moveTo>
                  <a:lnTo>
                    <a:pt x="509213" y="561037"/>
                  </a:lnTo>
                  <a:lnTo>
                    <a:pt x="544473" y="525397"/>
                  </a:lnTo>
                  <a:close/>
                  <a:moveTo>
                    <a:pt x="544473" y="525397"/>
                  </a:moveTo>
                  <a:lnTo>
                    <a:pt x="527321" y="528656"/>
                  </a:lnTo>
                  <a:lnTo>
                    <a:pt x="517904" y="533804"/>
                  </a:lnTo>
                  <a:close/>
                  <a:moveTo>
                    <a:pt x="512153" y="479865"/>
                  </a:moveTo>
                  <a:lnTo>
                    <a:pt x="527321" y="528656"/>
                  </a:lnTo>
                  <a:lnTo>
                    <a:pt x="538708" y="503841"/>
                  </a:lnTo>
                  <a:close/>
                  <a:moveTo>
                    <a:pt x="87933" y="15618"/>
                  </a:moveTo>
                  <a:lnTo>
                    <a:pt x="78797" y="19234"/>
                  </a:lnTo>
                  <a:lnTo>
                    <a:pt x="111208" y="26676"/>
                  </a:lnTo>
                  <a:close/>
                  <a:moveTo>
                    <a:pt x="111208" y="26676"/>
                  </a:moveTo>
                  <a:lnTo>
                    <a:pt x="78797" y="19234"/>
                  </a:lnTo>
                  <a:lnTo>
                    <a:pt x="56088" y="41380"/>
                  </a:lnTo>
                  <a:close/>
                  <a:moveTo>
                    <a:pt x="142931" y="20708"/>
                  </a:moveTo>
                  <a:lnTo>
                    <a:pt x="168881" y="38805"/>
                  </a:lnTo>
                  <a:lnTo>
                    <a:pt x="133353" y="5780"/>
                  </a:lnTo>
                  <a:close/>
                  <a:moveTo>
                    <a:pt x="82375" y="15084"/>
                  </a:moveTo>
                  <a:lnTo>
                    <a:pt x="78797" y="19234"/>
                  </a:lnTo>
                  <a:lnTo>
                    <a:pt x="87933" y="15618"/>
                  </a:lnTo>
                  <a:close/>
                  <a:moveTo>
                    <a:pt x="87933" y="15618"/>
                  </a:moveTo>
                  <a:lnTo>
                    <a:pt x="111660" y="0"/>
                  </a:lnTo>
                  <a:lnTo>
                    <a:pt x="82375" y="15084"/>
                  </a:lnTo>
                  <a:close/>
                  <a:moveTo>
                    <a:pt x="87933" y="15618"/>
                  </a:moveTo>
                  <a:lnTo>
                    <a:pt x="133353" y="5780"/>
                  </a:lnTo>
                  <a:lnTo>
                    <a:pt x="111660" y="0"/>
                  </a:lnTo>
                  <a:close/>
                  <a:moveTo>
                    <a:pt x="133353" y="5780"/>
                  </a:moveTo>
                  <a:lnTo>
                    <a:pt x="87933" y="15618"/>
                  </a:lnTo>
                  <a:lnTo>
                    <a:pt x="142931" y="20708"/>
                  </a:lnTo>
                  <a:close/>
                  <a:moveTo>
                    <a:pt x="87933" y="15618"/>
                  </a:moveTo>
                  <a:lnTo>
                    <a:pt x="111208" y="26676"/>
                  </a:lnTo>
                  <a:lnTo>
                    <a:pt x="142931" y="20708"/>
                  </a:lnTo>
                  <a:close/>
                  <a:moveTo>
                    <a:pt x="819706" y="756722"/>
                  </a:moveTo>
                  <a:lnTo>
                    <a:pt x="810112" y="810660"/>
                  </a:lnTo>
                  <a:lnTo>
                    <a:pt x="825356" y="793477"/>
                  </a:lnTo>
                  <a:close/>
                  <a:moveTo>
                    <a:pt x="608374" y="624091"/>
                  </a:moveTo>
                  <a:lnTo>
                    <a:pt x="638121" y="582249"/>
                  </a:lnTo>
                  <a:lnTo>
                    <a:pt x="597282" y="588362"/>
                  </a:lnTo>
                  <a:close/>
                  <a:moveTo>
                    <a:pt x="558196" y="516620"/>
                  </a:moveTo>
                  <a:lnTo>
                    <a:pt x="582613" y="510793"/>
                  </a:lnTo>
                  <a:lnTo>
                    <a:pt x="538708" y="503841"/>
                  </a:lnTo>
                  <a:close/>
                  <a:moveTo>
                    <a:pt x="523374" y="397624"/>
                  </a:moveTo>
                  <a:lnTo>
                    <a:pt x="500643" y="406355"/>
                  </a:lnTo>
                  <a:lnTo>
                    <a:pt x="536174" y="398161"/>
                  </a:lnTo>
                  <a:close/>
                  <a:moveTo>
                    <a:pt x="536174" y="398161"/>
                  </a:moveTo>
                  <a:lnTo>
                    <a:pt x="500643" y="406355"/>
                  </a:lnTo>
                  <a:lnTo>
                    <a:pt x="486649" y="433779"/>
                  </a:lnTo>
                  <a:close/>
                  <a:moveTo>
                    <a:pt x="536174" y="398161"/>
                  </a:moveTo>
                  <a:lnTo>
                    <a:pt x="486649" y="433779"/>
                  </a:lnTo>
                  <a:lnTo>
                    <a:pt x="506557" y="412005"/>
                  </a:lnTo>
                  <a:close/>
                  <a:moveTo>
                    <a:pt x="743535" y="578934"/>
                  </a:moveTo>
                  <a:lnTo>
                    <a:pt x="722360" y="595971"/>
                  </a:lnTo>
                  <a:lnTo>
                    <a:pt x="702868" y="609702"/>
                  </a:lnTo>
                  <a:close/>
                  <a:moveTo>
                    <a:pt x="774542" y="570290"/>
                  </a:moveTo>
                  <a:lnTo>
                    <a:pt x="722360" y="595971"/>
                  </a:lnTo>
                  <a:lnTo>
                    <a:pt x="743535" y="578934"/>
                  </a:lnTo>
                  <a:close/>
                  <a:moveTo>
                    <a:pt x="886286" y="546513"/>
                  </a:moveTo>
                  <a:lnTo>
                    <a:pt x="858513" y="558152"/>
                  </a:lnTo>
                  <a:lnTo>
                    <a:pt x="896838" y="55210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67" name="Input_density__67">
              <a:extLst>
                <a:ext uri="{FF2B5EF4-FFF2-40B4-BE49-F238E27FC236}">
                  <a16:creationId xmlns:a16="http://schemas.microsoft.com/office/drawing/2014/main" id="{7FF96621-1F3C-4F23-87AC-A2FE6031EA48}"/>
                </a:ext>
              </a:extLst>
            </p:cNvPr>
            <p:cNvSpPr>
              <a:spLocks noGrp="1"/>
            </p:cNvSpPr>
            <p:nvPr/>
          </p:nvSpPr>
          <p:spPr>
            <a:xfrm>
              <a:off x="984406" y="1764811"/>
              <a:ext cx="1024511" cy="1418127"/>
            </a:xfrm>
            <a:custGeom>
              <a:avLst/>
              <a:gdLst/>
              <a:ahLst/>
              <a:cxnLst/>
              <a:rect l="0" t="0" r="0" b="0"/>
              <a:pathLst>
                <a:path w="1024511" h="1418127">
                  <a:moveTo>
                    <a:pt x="0" y="1059880"/>
                  </a:moveTo>
                  <a:lnTo>
                    <a:pt x="153" y="1049820"/>
                  </a:lnTo>
                  <a:lnTo>
                    <a:pt x="12720" y="1064380"/>
                  </a:lnTo>
                  <a:close/>
                  <a:moveTo>
                    <a:pt x="130051" y="1160085"/>
                  </a:moveTo>
                  <a:lnTo>
                    <a:pt x="159791" y="1142902"/>
                  </a:lnTo>
                  <a:lnTo>
                    <a:pt x="126042" y="1157399"/>
                  </a:lnTo>
                  <a:close/>
                  <a:moveTo>
                    <a:pt x="159791" y="1142902"/>
                  </a:moveTo>
                  <a:lnTo>
                    <a:pt x="143481" y="1126393"/>
                  </a:lnTo>
                  <a:lnTo>
                    <a:pt x="126042" y="1157399"/>
                  </a:lnTo>
                  <a:close/>
                  <a:moveTo>
                    <a:pt x="412188" y="1411953"/>
                  </a:moveTo>
                  <a:lnTo>
                    <a:pt x="431114" y="1383003"/>
                  </a:lnTo>
                  <a:lnTo>
                    <a:pt x="426174" y="1392426"/>
                  </a:lnTo>
                  <a:close/>
                  <a:moveTo>
                    <a:pt x="179574" y="1125719"/>
                  </a:moveTo>
                  <a:lnTo>
                    <a:pt x="197864" y="1108940"/>
                  </a:lnTo>
                  <a:lnTo>
                    <a:pt x="159791" y="1142902"/>
                  </a:lnTo>
                  <a:close/>
                  <a:moveTo>
                    <a:pt x="159791" y="1142902"/>
                  </a:moveTo>
                  <a:lnTo>
                    <a:pt x="148756" y="1097456"/>
                  </a:lnTo>
                  <a:lnTo>
                    <a:pt x="143481" y="1126393"/>
                  </a:lnTo>
                  <a:close/>
                  <a:moveTo>
                    <a:pt x="234532" y="1126645"/>
                  </a:moveTo>
                  <a:lnTo>
                    <a:pt x="216417" y="1088964"/>
                  </a:lnTo>
                  <a:lnTo>
                    <a:pt x="182655" y="1096985"/>
                  </a:lnTo>
                  <a:close/>
                  <a:moveTo>
                    <a:pt x="182655" y="1096985"/>
                  </a:moveTo>
                  <a:lnTo>
                    <a:pt x="197864" y="1108940"/>
                  </a:lnTo>
                  <a:lnTo>
                    <a:pt x="234532" y="1126645"/>
                  </a:lnTo>
                  <a:close/>
                  <a:moveTo>
                    <a:pt x="148756" y="1097456"/>
                  </a:moveTo>
                  <a:lnTo>
                    <a:pt x="130070" y="1088964"/>
                  </a:lnTo>
                  <a:lnTo>
                    <a:pt x="143481" y="1126393"/>
                  </a:lnTo>
                  <a:close/>
                  <a:moveTo>
                    <a:pt x="140890" y="1059103"/>
                  </a:moveTo>
                  <a:lnTo>
                    <a:pt x="182655" y="1096985"/>
                  </a:lnTo>
                  <a:lnTo>
                    <a:pt x="143443" y="1069392"/>
                  </a:lnTo>
                  <a:close/>
                  <a:moveTo>
                    <a:pt x="106693" y="1059817"/>
                  </a:moveTo>
                  <a:lnTo>
                    <a:pt x="148756" y="1097456"/>
                  </a:lnTo>
                  <a:lnTo>
                    <a:pt x="140890" y="1059103"/>
                  </a:lnTo>
                  <a:close/>
                  <a:moveTo>
                    <a:pt x="68823" y="1018770"/>
                  </a:moveTo>
                  <a:lnTo>
                    <a:pt x="96509" y="1023349"/>
                  </a:lnTo>
                  <a:lnTo>
                    <a:pt x="92058" y="982221"/>
                  </a:lnTo>
                  <a:close/>
                  <a:moveTo>
                    <a:pt x="89959" y="954650"/>
                  </a:moveTo>
                  <a:lnTo>
                    <a:pt x="92058" y="982221"/>
                  </a:lnTo>
                  <a:lnTo>
                    <a:pt x="106667" y="988752"/>
                  </a:lnTo>
                  <a:close/>
                  <a:moveTo>
                    <a:pt x="447801" y="1374844"/>
                  </a:moveTo>
                  <a:lnTo>
                    <a:pt x="431114" y="1383003"/>
                  </a:lnTo>
                  <a:lnTo>
                    <a:pt x="422573" y="1413013"/>
                  </a:lnTo>
                  <a:close/>
                  <a:moveTo>
                    <a:pt x="466181" y="1365820"/>
                  </a:moveTo>
                  <a:lnTo>
                    <a:pt x="447801" y="1374844"/>
                  </a:lnTo>
                  <a:lnTo>
                    <a:pt x="480478" y="1418127"/>
                  </a:lnTo>
                  <a:close/>
                  <a:moveTo>
                    <a:pt x="399815" y="1365695"/>
                  </a:moveTo>
                  <a:lnTo>
                    <a:pt x="431114" y="1383003"/>
                  </a:lnTo>
                  <a:lnTo>
                    <a:pt x="447587" y="1329065"/>
                  </a:lnTo>
                  <a:close/>
                  <a:moveTo>
                    <a:pt x="369521" y="1346249"/>
                  </a:moveTo>
                  <a:lnTo>
                    <a:pt x="399815" y="1365695"/>
                  </a:lnTo>
                  <a:lnTo>
                    <a:pt x="408482" y="1334974"/>
                  </a:lnTo>
                  <a:close/>
                  <a:moveTo>
                    <a:pt x="408482" y="1334974"/>
                  </a:moveTo>
                  <a:lnTo>
                    <a:pt x="434604" y="1296078"/>
                  </a:lnTo>
                  <a:lnTo>
                    <a:pt x="405287" y="1292824"/>
                  </a:lnTo>
                  <a:close/>
                  <a:moveTo>
                    <a:pt x="318506" y="1264453"/>
                  </a:moveTo>
                  <a:lnTo>
                    <a:pt x="333166" y="1241081"/>
                  </a:lnTo>
                  <a:lnTo>
                    <a:pt x="302206" y="1249903"/>
                  </a:lnTo>
                  <a:close/>
                  <a:moveTo>
                    <a:pt x="353085" y="1263428"/>
                  </a:moveTo>
                  <a:lnTo>
                    <a:pt x="333166" y="1241081"/>
                  </a:lnTo>
                  <a:lnTo>
                    <a:pt x="318506" y="1264453"/>
                  </a:lnTo>
                  <a:close/>
                  <a:moveTo>
                    <a:pt x="337237" y="1231566"/>
                  </a:moveTo>
                  <a:lnTo>
                    <a:pt x="356428" y="1231846"/>
                  </a:lnTo>
                  <a:lnTo>
                    <a:pt x="344559" y="1218800"/>
                  </a:lnTo>
                  <a:close/>
                  <a:moveTo>
                    <a:pt x="388078" y="1225602"/>
                  </a:moveTo>
                  <a:lnTo>
                    <a:pt x="356428" y="1231846"/>
                  </a:lnTo>
                  <a:lnTo>
                    <a:pt x="333977" y="1235984"/>
                  </a:lnTo>
                  <a:close/>
                  <a:moveTo>
                    <a:pt x="333977" y="1235984"/>
                  </a:moveTo>
                  <a:lnTo>
                    <a:pt x="356428" y="1231846"/>
                  </a:lnTo>
                  <a:lnTo>
                    <a:pt x="337237" y="1231566"/>
                  </a:lnTo>
                  <a:close/>
                  <a:moveTo>
                    <a:pt x="388078" y="1225602"/>
                  </a:moveTo>
                  <a:lnTo>
                    <a:pt x="417466" y="1220517"/>
                  </a:lnTo>
                  <a:lnTo>
                    <a:pt x="400369" y="1218800"/>
                  </a:lnTo>
                  <a:close/>
                  <a:moveTo>
                    <a:pt x="234674" y="1121988"/>
                  </a:moveTo>
                  <a:lnTo>
                    <a:pt x="229134" y="1086287"/>
                  </a:lnTo>
                  <a:lnTo>
                    <a:pt x="216417" y="1088964"/>
                  </a:lnTo>
                  <a:close/>
                  <a:moveTo>
                    <a:pt x="216417" y="1088964"/>
                  </a:moveTo>
                  <a:lnTo>
                    <a:pt x="229134" y="1086287"/>
                  </a:lnTo>
                  <a:lnTo>
                    <a:pt x="184567" y="1059222"/>
                  </a:lnTo>
                  <a:close/>
                  <a:moveTo>
                    <a:pt x="269377" y="1035910"/>
                  </a:moveTo>
                  <a:lnTo>
                    <a:pt x="238732" y="1040953"/>
                  </a:lnTo>
                  <a:lnTo>
                    <a:pt x="229134" y="1086287"/>
                  </a:lnTo>
                  <a:close/>
                  <a:moveTo>
                    <a:pt x="176254" y="1052208"/>
                  </a:moveTo>
                  <a:lnTo>
                    <a:pt x="161774" y="1042125"/>
                  </a:lnTo>
                  <a:lnTo>
                    <a:pt x="149486" y="1007368"/>
                  </a:lnTo>
                  <a:close/>
                  <a:moveTo>
                    <a:pt x="120003" y="961515"/>
                  </a:moveTo>
                  <a:lnTo>
                    <a:pt x="141283" y="925760"/>
                  </a:lnTo>
                  <a:lnTo>
                    <a:pt x="114552" y="978699"/>
                  </a:lnTo>
                  <a:close/>
                  <a:moveTo>
                    <a:pt x="114552" y="978699"/>
                  </a:moveTo>
                  <a:lnTo>
                    <a:pt x="141283" y="925760"/>
                  </a:lnTo>
                  <a:lnTo>
                    <a:pt x="88724" y="940184"/>
                  </a:lnTo>
                  <a:close/>
                  <a:moveTo>
                    <a:pt x="387879" y="1217483"/>
                  </a:moveTo>
                  <a:lnTo>
                    <a:pt x="356428" y="1231846"/>
                  </a:lnTo>
                  <a:lnTo>
                    <a:pt x="388078" y="1225602"/>
                  </a:lnTo>
                  <a:close/>
                  <a:moveTo>
                    <a:pt x="387879" y="1217483"/>
                  </a:moveTo>
                  <a:lnTo>
                    <a:pt x="356373" y="1216008"/>
                  </a:lnTo>
                  <a:lnTo>
                    <a:pt x="356428" y="1231846"/>
                  </a:lnTo>
                  <a:close/>
                  <a:moveTo>
                    <a:pt x="356373" y="1216008"/>
                  </a:moveTo>
                  <a:lnTo>
                    <a:pt x="387879" y="1217483"/>
                  </a:lnTo>
                  <a:lnTo>
                    <a:pt x="376785" y="1181754"/>
                  </a:lnTo>
                  <a:close/>
                  <a:moveTo>
                    <a:pt x="356373" y="1216008"/>
                  </a:moveTo>
                  <a:lnTo>
                    <a:pt x="376785" y="1181754"/>
                  </a:lnTo>
                  <a:lnTo>
                    <a:pt x="350644" y="1175919"/>
                  </a:lnTo>
                  <a:close/>
                  <a:moveTo>
                    <a:pt x="387879" y="1217483"/>
                  </a:moveTo>
                  <a:lnTo>
                    <a:pt x="388078" y="1225602"/>
                  </a:lnTo>
                  <a:lnTo>
                    <a:pt x="400369" y="1218800"/>
                  </a:lnTo>
                  <a:close/>
                  <a:moveTo>
                    <a:pt x="376785" y="1181754"/>
                  </a:moveTo>
                  <a:lnTo>
                    <a:pt x="400369" y="1218800"/>
                  </a:lnTo>
                  <a:lnTo>
                    <a:pt x="378912" y="1182045"/>
                  </a:lnTo>
                  <a:close/>
                  <a:moveTo>
                    <a:pt x="376785" y="1181754"/>
                  </a:moveTo>
                  <a:lnTo>
                    <a:pt x="387879" y="1217483"/>
                  </a:lnTo>
                  <a:lnTo>
                    <a:pt x="400369" y="1218800"/>
                  </a:lnTo>
                  <a:close/>
                  <a:moveTo>
                    <a:pt x="173058" y="836304"/>
                  </a:moveTo>
                  <a:lnTo>
                    <a:pt x="169741" y="834067"/>
                  </a:lnTo>
                  <a:lnTo>
                    <a:pt x="148828" y="857762"/>
                  </a:lnTo>
                  <a:close/>
                  <a:moveTo>
                    <a:pt x="517003" y="1238372"/>
                  </a:moveTo>
                  <a:lnTo>
                    <a:pt x="524351" y="1275127"/>
                  </a:lnTo>
                  <a:lnTo>
                    <a:pt x="533428" y="1257943"/>
                  </a:lnTo>
                  <a:close/>
                  <a:moveTo>
                    <a:pt x="517003" y="1238372"/>
                  </a:moveTo>
                  <a:lnTo>
                    <a:pt x="533428" y="1257943"/>
                  </a:lnTo>
                  <a:lnTo>
                    <a:pt x="521384" y="1221188"/>
                  </a:lnTo>
                  <a:close/>
                  <a:moveTo>
                    <a:pt x="490027" y="1188615"/>
                  </a:moveTo>
                  <a:lnTo>
                    <a:pt x="516737" y="1236701"/>
                  </a:lnTo>
                  <a:lnTo>
                    <a:pt x="521384" y="1221188"/>
                  </a:lnTo>
                  <a:close/>
                  <a:moveTo>
                    <a:pt x="521384" y="1221188"/>
                  </a:moveTo>
                  <a:lnTo>
                    <a:pt x="516737" y="1236701"/>
                  </a:lnTo>
                  <a:lnTo>
                    <a:pt x="517003" y="1238372"/>
                  </a:lnTo>
                  <a:close/>
                  <a:moveTo>
                    <a:pt x="521384" y="1221188"/>
                  </a:moveTo>
                  <a:lnTo>
                    <a:pt x="497324" y="1192487"/>
                  </a:lnTo>
                  <a:lnTo>
                    <a:pt x="490027" y="1188615"/>
                  </a:lnTo>
                  <a:close/>
                  <a:moveTo>
                    <a:pt x="346840" y="1044770"/>
                  </a:moveTo>
                  <a:lnTo>
                    <a:pt x="308913" y="1054597"/>
                  </a:lnTo>
                  <a:lnTo>
                    <a:pt x="361128" y="1077901"/>
                  </a:lnTo>
                  <a:close/>
                  <a:moveTo>
                    <a:pt x="206891" y="853638"/>
                  </a:moveTo>
                  <a:lnTo>
                    <a:pt x="213152" y="849105"/>
                  </a:lnTo>
                  <a:lnTo>
                    <a:pt x="225120" y="865814"/>
                  </a:lnTo>
                  <a:close/>
                  <a:moveTo>
                    <a:pt x="183848" y="834067"/>
                  </a:moveTo>
                  <a:lnTo>
                    <a:pt x="213152" y="849105"/>
                  </a:lnTo>
                  <a:lnTo>
                    <a:pt x="206891" y="853638"/>
                  </a:lnTo>
                  <a:close/>
                  <a:moveTo>
                    <a:pt x="225120" y="865814"/>
                  </a:moveTo>
                  <a:lnTo>
                    <a:pt x="206813" y="853775"/>
                  </a:lnTo>
                  <a:lnTo>
                    <a:pt x="206891" y="853638"/>
                  </a:lnTo>
                  <a:close/>
                  <a:moveTo>
                    <a:pt x="521384" y="1221188"/>
                  </a:moveTo>
                  <a:lnTo>
                    <a:pt x="552057" y="1204005"/>
                  </a:lnTo>
                  <a:lnTo>
                    <a:pt x="497324" y="1192487"/>
                  </a:lnTo>
                  <a:close/>
                  <a:moveTo>
                    <a:pt x="302262" y="927148"/>
                  </a:moveTo>
                  <a:lnTo>
                    <a:pt x="341334" y="915005"/>
                  </a:lnTo>
                  <a:lnTo>
                    <a:pt x="290976" y="919290"/>
                  </a:lnTo>
                  <a:close/>
                  <a:moveTo>
                    <a:pt x="290976" y="919290"/>
                  </a:moveTo>
                  <a:lnTo>
                    <a:pt x="341334" y="915005"/>
                  </a:lnTo>
                  <a:lnTo>
                    <a:pt x="338111" y="874738"/>
                  </a:lnTo>
                  <a:close/>
                  <a:moveTo>
                    <a:pt x="341334" y="915005"/>
                  </a:moveTo>
                  <a:lnTo>
                    <a:pt x="373452" y="915982"/>
                  </a:lnTo>
                  <a:lnTo>
                    <a:pt x="338111" y="874738"/>
                  </a:lnTo>
                  <a:close/>
                  <a:moveTo>
                    <a:pt x="532204" y="1102113"/>
                  </a:moveTo>
                  <a:lnTo>
                    <a:pt x="559651" y="1108525"/>
                  </a:lnTo>
                  <a:lnTo>
                    <a:pt x="572624" y="1113312"/>
                  </a:lnTo>
                  <a:close/>
                  <a:moveTo>
                    <a:pt x="445813" y="929537"/>
                  </a:moveTo>
                  <a:lnTo>
                    <a:pt x="454148" y="966960"/>
                  </a:lnTo>
                  <a:lnTo>
                    <a:pt x="450913" y="951124"/>
                  </a:lnTo>
                  <a:close/>
                  <a:moveTo>
                    <a:pt x="374764" y="870168"/>
                  </a:moveTo>
                  <a:lnTo>
                    <a:pt x="338111" y="874738"/>
                  </a:lnTo>
                  <a:lnTo>
                    <a:pt x="374312" y="885509"/>
                  </a:lnTo>
                  <a:close/>
                  <a:moveTo>
                    <a:pt x="374764" y="870168"/>
                  </a:moveTo>
                  <a:lnTo>
                    <a:pt x="338151" y="872846"/>
                  </a:lnTo>
                  <a:lnTo>
                    <a:pt x="338111" y="874738"/>
                  </a:lnTo>
                  <a:close/>
                  <a:moveTo>
                    <a:pt x="338151" y="872846"/>
                  </a:moveTo>
                  <a:lnTo>
                    <a:pt x="368345" y="863198"/>
                  </a:lnTo>
                  <a:lnTo>
                    <a:pt x="335223" y="863939"/>
                  </a:lnTo>
                  <a:close/>
                  <a:moveTo>
                    <a:pt x="333017" y="819272"/>
                  </a:moveTo>
                  <a:lnTo>
                    <a:pt x="301370" y="786165"/>
                  </a:lnTo>
                  <a:lnTo>
                    <a:pt x="309049" y="794447"/>
                  </a:lnTo>
                  <a:close/>
                  <a:moveTo>
                    <a:pt x="301370" y="786165"/>
                  </a:moveTo>
                  <a:lnTo>
                    <a:pt x="305234" y="799700"/>
                  </a:lnTo>
                  <a:lnTo>
                    <a:pt x="278277" y="775606"/>
                  </a:lnTo>
                  <a:close/>
                  <a:moveTo>
                    <a:pt x="450913" y="951124"/>
                  </a:moveTo>
                  <a:lnTo>
                    <a:pt x="454148" y="966960"/>
                  </a:lnTo>
                  <a:lnTo>
                    <a:pt x="453779" y="966292"/>
                  </a:lnTo>
                  <a:close/>
                  <a:moveTo>
                    <a:pt x="492634" y="982537"/>
                  </a:moveTo>
                  <a:lnTo>
                    <a:pt x="455508" y="968304"/>
                  </a:lnTo>
                  <a:lnTo>
                    <a:pt x="454148" y="966960"/>
                  </a:lnTo>
                  <a:close/>
                  <a:moveTo>
                    <a:pt x="631955" y="1096128"/>
                  </a:moveTo>
                  <a:lnTo>
                    <a:pt x="618043" y="1059373"/>
                  </a:lnTo>
                  <a:lnTo>
                    <a:pt x="614990" y="1113312"/>
                  </a:lnTo>
                  <a:close/>
                  <a:moveTo>
                    <a:pt x="587446" y="1022618"/>
                  </a:moveTo>
                  <a:lnTo>
                    <a:pt x="585457" y="986219"/>
                  </a:lnTo>
                  <a:lnTo>
                    <a:pt x="588231" y="1028712"/>
                  </a:lnTo>
                  <a:close/>
                  <a:moveTo>
                    <a:pt x="457112" y="964550"/>
                  </a:moveTo>
                  <a:lnTo>
                    <a:pt x="450913" y="951124"/>
                  </a:lnTo>
                  <a:lnTo>
                    <a:pt x="453779" y="966292"/>
                  </a:lnTo>
                  <a:close/>
                  <a:moveTo>
                    <a:pt x="588231" y="1028712"/>
                  </a:moveTo>
                  <a:lnTo>
                    <a:pt x="618043" y="1059373"/>
                  </a:lnTo>
                  <a:lnTo>
                    <a:pt x="599827" y="1037953"/>
                  </a:lnTo>
                  <a:close/>
                  <a:moveTo>
                    <a:pt x="620567" y="1074258"/>
                  </a:moveTo>
                  <a:lnTo>
                    <a:pt x="618043" y="1059373"/>
                  </a:lnTo>
                  <a:lnTo>
                    <a:pt x="588231" y="1028712"/>
                  </a:lnTo>
                  <a:close/>
                  <a:moveTo>
                    <a:pt x="587446" y="1022618"/>
                  </a:moveTo>
                  <a:lnTo>
                    <a:pt x="588231" y="1028712"/>
                  </a:lnTo>
                  <a:lnTo>
                    <a:pt x="599827" y="1037953"/>
                  </a:lnTo>
                  <a:close/>
                  <a:moveTo>
                    <a:pt x="585565" y="985863"/>
                  </a:moveTo>
                  <a:lnTo>
                    <a:pt x="587446" y="1022618"/>
                  </a:lnTo>
                  <a:lnTo>
                    <a:pt x="612648" y="1005435"/>
                  </a:lnTo>
                  <a:close/>
                  <a:moveTo>
                    <a:pt x="564766" y="931925"/>
                  </a:moveTo>
                  <a:lnTo>
                    <a:pt x="567238" y="895170"/>
                  </a:lnTo>
                  <a:lnTo>
                    <a:pt x="560408" y="949108"/>
                  </a:lnTo>
                  <a:close/>
                  <a:moveTo>
                    <a:pt x="593758" y="877987"/>
                  </a:moveTo>
                  <a:lnTo>
                    <a:pt x="549495" y="854127"/>
                  </a:lnTo>
                  <a:lnTo>
                    <a:pt x="547224" y="858415"/>
                  </a:lnTo>
                  <a:close/>
                  <a:moveTo>
                    <a:pt x="593758" y="877987"/>
                  </a:moveTo>
                  <a:lnTo>
                    <a:pt x="547224" y="858415"/>
                  </a:lnTo>
                  <a:lnTo>
                    <a:pt x="567238" y="895170"/>
                  </a:lnTo>
                  <a:close/>
                  <a:moveTo>
                    <a:pt x="520580" y="784905"/>
                  </a:moveTo>
                  <a:lnTo>
                    <a:pt x="540122" y="804477"/>
                  </a:lnTo>
                  <a:lnTo>
                    <a:pt x="521613" y="767722"/>
                  </a:lnTo>
                  <a:close/>
                  <a:moveTo>
                    <a:pt x="521613" y="767722"/>
                  </a:moveTo>
                  <a:lnTo>
                    <a:pt x="499347" y="733567"/>
                  </a:lnTo>
                  <a:lnTo>
                    <a:pt x="507102" y="748150"/>
                  </a:lnTo>
                  <a:close/>
                  <a:moveTo>
                    <a:pt x="499742" y="694212"/>
                  </a:moveTo>
                  <a:lnTo>
                    <a:pt x="514117" y="703900"/>
                  </a:lnTo>
                  <a:lnTo>
                    <a:pt x="499082" y="718018"/>
                  </a:lnTo>
                  <a:close/>
                  <a:moveTo>
                    <a:pt x="499082" y="718018"/>
                  </a:moveTo>
                  <a:lnTo>
                    <a:pt x="512386" y="739391"/>
                  </a:lnTo>
                  <a:lnTo>
                    <a:pt x="499347" y="733567"/>
                  </a:lnTo>
                  <a:close/>
                  <a:moveTo>
                    <a:pt x="799053" y="971068"/>
                  </a:moveTo>
                  <a:lnTo>
                    <a:pt x="822385" y="1018537"/>
                  </a:lnTo>
                  <a:lnTo>
                    <a:pt x="832135" y="995005"/>
                  </a:lnTo>
                  <a:close/>
                  <a:moveTo>
                    <a:pt x="806848" y="1025007"/>
                  </a:moveTo>
                  <a:lnTo>
                    <a:pt x="822385" y="1018537"/>
                  </a:lnTo>
                  <a:lnTo>
                    <a:pt x="799053" y="971068"/>
                  </a:lnTo>
                  <a:close/>
                  <a:moveTo>
                    <a:pt x="787749" y="953630"/>
                  </a:moveTo>
                  <a:lnTo>
                    <a:pt x="774810" y="940631"/>
                  </a:lnTo>
                  <a:lnTo>
                    <a:pt x="799053" y="971068"/>
                  </a:lnTo>
                  <a:close/>
                  <a:moveTo>
                    <a:pt x="642996" y="877036"/>
                  </a:moveTo>
                  <a:lnTo>
                    <a:pt x="638641" y="914742"/>
                  </a:lnTo>
                  <a:lnTo>
                    <a:pt x="643232" y="883243"/>
                  </a:lnTo>
                  <a:close/>
                  <a:moveTo>
                    <a:pt x="642996" y="877036"/>
                  </a:moveTo>
                  <a:lnTo>
                    <a:pt x="643232" y="883243"/>
                  </a:lnTo>
                  <a:lnTo>
                    <a:pt x="692597" y="860803"/>
                  </a:lnTo>
                  <a:close/>
                  <a:moveTo>
                    <a:pt x="642996" y="877036"/>
                  </a:moveTo>
                  <a:lnTo>
                    <a:pt x="692597" y="860803"/>
                  </a:lnTo>
                  <a:lnTo>
                    <a:pt x="655915" y="834456"/>
                  </a:lnTo>
                  <a:close/>
                  <a:moveTo>
                    <a:pt x="473939" y="566763"/>
                  </a:moveTo>
                  <a:lnTo>
                    <a:pt x="471443" y="530008"/>
                  </a:lnTo>
                  <a:lnTo>
                    <a:pt x="472254" y="531857"/>
                  </a:lnTo>
                  <a:close/>
                  <a:moveTo>
                    <a:pt x="897224" y="1074276"/>
                  </a:moveTo>
                  <a:lnTo>
                    <a:pt x="927036" y="1100673"/>
                  </a:lnTo>
                  <a:lnTo>
                    <a:pt x="909724" y="1081333"/>
                  </a:lnTo>
                  <a:close/>
                  <a:moveTo>
                    <a:pt x="937736" y="1113176"/>
                  </a:moveTo>
                  <a:lnTo>
                    <a:pt x="927036" y="1100673"/>
                  </a:lnTo>
                  <a:lnTo>
                    <a:pt x="897224" y="1074276"/>
                  </a:lnTo>
                  <a:close/>
                  <a:moveTo>
                    <a:pt x="913038" y="1106167"/>
                  </a:moveTo>
                  <a:lnTo>
                    <a:pt x="937736" y="1113176"/>
                  </a:lnTo>
                  <a:lnTo>
                    <a:pt x="897224" y="1074276"/>
                  </a:lnTo>
                  <a:close/>
                  <a:moveTo>
                    <a:pt x="927036" y="1100673"/>
                  </a:moveTo>
                  <a:lnTo>
                    <a:pt x="937736" y="1113176"/>
                  </a:lnTo>
                  <a:lnTo>
                    <a:pt x="928656" y="1081333"/>
                  </a:lnTo>
                  <a:close/>
                  <a:moveTo>
                    <a:pt x="928656" y="1081333"/>
                  </a:moveTo>
                  <a:lnTo>
                    <a:pt x="937736" y="1113176"/>
                  </a:lnTo>
                  <a:lnTo>
                    <a:pt x="975076" y="1100905"/>
                  </a:lnTo>
                  <a:close/>
                  <a:moveTo>
                    <a:pt x="928656" y="1081333"/>
                  </a:moveTo>
                  <a:lnTo>
                    <a:pt x="975076" y="1100905"/>
                  </a:lnTo>
                  <a:lnTo>
                    <a:pt x="944166" y="1064150"/>
                  </a:lnTo>
                  <a:close/>
                  <a:moveTo>
                    <a:pt x="914787" y="1042340"/>
                  </a:moveTo>
                  <a:lnTo>
                    <a:pt x="942582" y="1062587"/>
                  </a:lnTo>
                  <a:lnTo>
                    <a:pt x="902605" y="1027395"/>
                  </a:lnTo>
                  <a:close/>
                  <a:moveTo>
                    <a:pt x="942582" y="1062587"/>
                  </a:moveTo>
                  <a:lnTo>
                    <a:pt x="914787" y="1042340"/>
                  </a:lnTo>
                  <a:lnTo>
                    <a:pt x="944166" y="1064150"/>
                  </a:lnTo>
                  <a:close/>
                  <a:moveTo>
                    <a:pt x="944166" y="1064150"/>
                  </a:moveTo>
                  <a:lnTo>
                    <a:pt x="918114" y="1044578"/>
                  </a:lnTo>
                  <a:lnTo>
                    <a:pt x="928656" y="1081333"/>
                  </a:lnTo>
                  <a:close/>
                  <a:moveTo>
                    <a:pt x="799053" y="971068"/>
                  </a:moveTo>
                  <a:lnTo>
                    <a:pt x="832135" y="995005"/>
                  </a:lnTo>
                  <a:lnTo>
                    <a:pt x="840340" y="959193"/>
                  </a:lnTo>
                  <a:close/>
                  <a:moveTo>
                    <a:pt x="542164" y="586335"/>
                  </a:moveTo>
                  <a:lnTo>
                    <a:pt x="511717" y="572843"/>
                  </a:lnTo>
                  <a:lnTo>
                    <a:pt x="488532" y="582366"/>
                  </a:lnTo>
                  <a:close/>
                  <a:moveTo>
                    <a:pt x="471443" y="530008"/>
                  </a:moveTo>
                  <a:lnTo>
                    <a:pt x="480860" y="524861"/>
                  </a:lnTo>
                  <a:lnTo>
                    <a:pt x="465691" y="476070"/>
                  </a:lnTo>
                  <a:close/>
                  <a:moveTo>
                    <a:pt x="460223" y="493253"/>
                  </a:moveTo>
                  <a:lnTo>
                    <a:pt x="471443" y="530008"/>
                  </a:lnTo>
                  <a:lnTo>
                    <a:pt x="465691" y="476070"/>
                  </a:lnTo>
                  <a:close/>
                  <a:moveTo>
                    <a:pt x="437397" y="443613"/>
                  </a:moveTo>
                  <a:lnTo>
                    <a:pt x="440187" y="429983"/>
                  </a:lnTo>
                  <a:lnTo>
                    <a:pt x="442242" y="456498"/>
                  </a:lnTo>
                  <a:close/>
                  <a:moveTo>
                    <a:pt x="109092" y="125704"/>
                  </a:moveTo>
                  <a:lnTo>
                    <a:pt x="129928" y="162458"/>
                  </a:lnTo>
                  <a:lnTo>
                    <a:pt x="149902" y="156835"/>
                  </a:lnTo>
                  <a:close/>
                  <a:moveTo>
                    <a:pt x="139342" y="120673"/>
                  </a:moveTo>
                  <a:lnTo>
                    <a:pt x="149902" y="156835"/>
                  </a:lnTo>
                  <a:lnTo>
                    <a:pt x="154931" y="162458"/>
                  </a:lnTo>
                  <a:close/>
                  <a:moveTo>
                    <a:pt x="86891" y="1985"/>
                  </a:moveTo>
                  <a:lnTo>
                    <a:pt x="122420" y="35010"/>
                  </a:lnTo>
                  <a:lnTo>
                    <a:pt x="131900" y="37229"/>
                  </a:lnTo>
                  <a:close/>
                  <a:moveTo>
                    <a:pt x="86891" y="1985"/>
                  </a:moveTo>
                  <a:lnTo>
                    <a:pt x="131900" y="37229"/>
                  </a:lnTo>
                  <a:lnTo>
                    <a:pt x="122653" y="0"/>
                  </a:lnTo>
                  <a:close/>
                  <a:moveTo>
                    <a:pt x="914787" y="1042340"/>
                  </a:moveTo>
                  <a:lnTo>
                    <a:pt x="902605" y="1027395"/>
                  </a:lnTo>
                  <a:lnTo>
                    <a:pt x="883581" y="995874"/>
                  </a:lnTo>
                  <a:close/>
                  <a:moveTo>
                    <a:pt x="434299" y="439315"/>
                  </a:moveTo>
                  <a:lnTo>
                    <a:pt x="437397" y="443613"/>
                  </a:lnTo>
                  <a:lnTo>
                    <a:pt x="446433" y="453334"/>
                  </a:lnTo>
                  <a:close/>
                  <a:moveTo>
                    <a:pt x="440187" y="429983"/>
                  </a:moveTo>
                  <a:lnTo>
                    <a:pt x="437397" y="443613"/>
                  </a:lnTo>
                  <a:lnTo>
                    <a:pt x="434299" y="439315"/>
                  </a:lnTo>
                  <a:close/>
                  <a:moveTo>
                    <a:pt x="975076" y="1100905"/>
                  </a:moveTo>
                  <a:lnTo>
                    <a:pt x="1000051" y="1089603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75076" y="1100905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82839" y="1046967"/>
                  </a:lnTo>
                  <a:lnTo>
                    <a:pt x="942582" y="1062587"/>
                  </a:lnTo>
                  <a:close/>
                  <a:moveTo>
                    <a:pt x="792908" y="843620"/>
                  </a:moveTo>
                  <a:lnTo>
                    <a:pt x="830061" y="826437"/>
                  </a:lnTo>
                  <a:lnTo>
                    <a:pt x="777578" y="819394"/>
                  </a:lnTo>
                  <a:close/>
                  <a:moveTo>
                    <a:pt x="777578" y="819394"/>
                  </a:moveTo>
                  <a:lnTo>
                    <a:pt x="778895" y="789682"/>
                  </a:lnTo>
                  <a:lnTo>
                    <a:pt x="763651" y="806865"/>
                  </a:lnTo>
                  <a:close/>
                  <a:moveTo>
                    <a:pt x="800016" y="807080"/>
                  </a:moveTo>
                  <a:lnTo>
                    <a:pt x="778895" y="789682"/>
                  </a:lnTo>
                  <a:lnTo>
                    <a:pt x="777578" y="819394"/>
                  </a:lnTo>
                  <a:close/>
                  <a:moveTo>
                    <a:pt x="738363" y="764186"/>
                  </a:moveTo>
                  <a:lnTo>
                    <a:pt x="735940" y="788293"/>
                  </a:lnTo>
                  <a:lnTo>
                    <a:pt x="773244" y="752927"/>
                  </a:lnTo>
                  <a:close/>
                  <a:moveTo>
                    <a:pt x="773244" y="752927"/>
                  </a:moveTo>
                  <a:lnTo>
                    <a:pt x="735940" y="788293"/>
                  </a:lnTo>
                  <a:lnTo>
                    <a:pt x="763651" y="806865"/>
                  </a:lnTo>
                  <a:close/>
                  <a:moveTo>
                    <a:pt x="782446" y="741387"/>
                  </a:moveTo>
                  <a:lnTo>
                    <a:pt x="738363" y="764186"/>
                  </a:lnTo>
                  <a:lnTo>
                    <a:pt x="773244" y="752927"/>
                  </a:lnTo>
                  <a:close/>
                  <a:moveTo>
                    <a:pt x="649726" y="618899"/>
                  </a:moveTo>
                  <a:lnTo>
                    <a:pt x="598837" y="623090"/>
                  </a:lnTo>
                  <a:lnTo>
                    <a:pt x="610239" y="652843"/>
                  </a:lnTo>
                  <a:close/>
                  <a:moveTo>
                    <a:pt x="561913" y="620296"/>
                  </a:moveTo>
                  <a:lnTo>
                    <a:pt x="596409" y="619339"/>
                  </a:lnTo>
                  <a:lnTo>
                    <a:pt x="591659" y="578453"/>
                  </a:lnTo>
                  <a:close/>
                  <a:moveTo>
                    <a:pt x="550821" y="584566"/>
                  </a:moveTo>
                  <a:lnTo>
                    <a:pt x="591659" y="578453"/>
                  </a:lnTo>
                  <a:lnTo>
                    <a:pt x="547897" y="542196"/>
                  </a:lnTo>
                  <a:close/>
                  <a:moveTo>
                    <a:pt x="591659" y="578453"/>
                  </a:moveTo>
                  <a:lnTo>
                    <a:pt x="612072" y="586335"/>
                  </a:lnTo>
                  <a:lnTo>
                    <a:pt x="574704" y="559188"/>
                  </a:lnTo>
                  <a:close/>
                  <a:moveTo>
                    <a:pt x="519233" y="538411"/>
                  </a:moveTo>
                  <a:lnTo>
                    <a:pt x="511735" y="512825"/>
                  </a:lnTo>
                  <a:lnTo>
                    <a:pt x="498012" y="521601"/>
                  </a:lnTo>
                  <a:close/>
                  <a:moveTo>
                    <a:pt x="492246" y="500046"/>
                  </a:moveTo>
                  <a:lnTo>
                    <a:pt x="536152" y="506998"/>
                  </a:lnTo>
                  <a:lnTo>
                    <a:pt x="542767" y="468148"/>
                  </a:lnTo>
                  <a:close/>
                  <a:moveTo>
                    <a:pt x="492246" y="500046"/>
                  </a:moveTo>
                  <a:lnTo>
                    <a:pt x="465589" y="465440"/>
                  </a:lnTo>
                  <a:lnTo>
                    <a:pt x="465691" y="476070"/>
                  </a:lnTo>
                  <a:close/>
                  <a:moveTo>
                    <a:pt x="460096" y="408210"/>
                  </a:moveTo>
                  <a:lnTo>
                    <a:pt x="440187" y="429983"/>
                  </a:lnTo>
                  <a:lnTo>
                    <a:pt x="434299" y="439315"/>
                  </a:lnTo>
                  <a:close/>
                  <a:moveTo>
                    <a:pt x="476913" y="393828"/>
                  </a:moveTo>
                  <a:lnTo>
                    <a:pt x="489713" y="394365"/>
                  </a:lnTo>
                  <a:lnTo>
                    <a:pt x="528244" y="413850"/>
                  </a:lnTo>
                  <a:close/>
                  <a:moveTo>
                    <a:pt x="106973" y="30406"/>
                  </a:moveTo>
                  <a:lnTo>
                    <a:pt x="122420" y="35010"/>
                  </a:lnTo>
                  <a:lnTo>
                    <a:pt x="96469" y="16913"/>
                  </a:lnTo>
                  <a:close/>
                  <a:moveTo>
                    <a:pt x="1012922" y="1034393"/>
                  </a:moveTo>
                  <a:lnTo>
                    <a:pt x="1003850" y="1070875"/>
                  </a:lnTo>
                  <a:lnTo>
                    <a:pt x="1024511" y="1046967"/>
                  </a:lnTo>
                  <a:close/>
                  <a:moveTo>
                    <a:pt x="1001758" y="998721"/>
                  </a:moveTo>
                  <a:lnTo>
                    <a:pt x="1012922" y="1034393"/>
                  </a:lnTo>
                  <a:lnTo>
                    <a:pt x="1024511" y="1046967"/>
                  </a:lnTo>
                  <a:close/>
                  <a:moveTo>
                    <a:pt x="786619" y="617801"/>
                  </a:moveTo>
                  <a:lnTo>
                    <a:pt x="748043" y="577328"/>
                  </a:lnTo>
                  <a:lnTo>
                    <a:pt x="744510" y="624947"/>
                  </a:lnTo>
                  <a:close/>
                  <a:moveTo>
                    <a:pt x="786619" y="617801"/>
                  </a:moveTo>
                  <a:lnTo>
                    <a:pt x="799575" y="625478"/>
                  </a:lnTo>
                  <a:lnTo>
                    <a:pt x="795689" y="598486"/>
                  </a:lnTo>
                  <a:close/>
                  <a:moveTo>
                    <a:pt x="833766" y="606560"/>
                  </a:moveTo>
                  <a:lnTo>
                    <a:pt x="809738" y="599006"/>
                  </a:lnTo>
                  <a:lnTo>
                    <a:pt x="812051" y="554356"/>
                  </a:lnTo>
                  <a:close/>
                  <a:moveTo>
                    <a:pt x="795689" y="598486"/>
                  </a:moveTo>
                  <a:lnTo>
                    <a:pt x="828126" y="595185"/>
                  </a:lnTo>
                  <a:lnTo>
                    <a:pt x="812051" y="554356"/>
                  </a:lnTo>
                  <a:close/>
                  <a:moveTo>
                    <a:pt x="814624" y="544703"/>
                  </a:moveTo>
                  <a:lnTo>
                    <a:pt x="779134" y="536589"/>
                  </a:lnTo>
                  <a:lnTo>
                    <a:pt x="839825" y="542717"/>
                  </a:lnTo>
                  <a:close/>
                  <a:moveTo>
                    <a:pt x="850376" y="548309"/>
                  </a:moveTo>
                  <a:lnTo>
                    <a:pt x="862960" y="554356"/>
                  </a:lnTo>
                  <a:lnTo>
                    <a:pt x="839825" y="54271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68" name="Input_density__68">
              <a:extLst>
                <a:ext uri="{FF2B5EF4-FFF2-40B4-BE49-F238E27FC236}">
                  <a16:creationId xmlns:a16="http://schemas.microsoft.com/office/drawing/2014/main" id="{6F4F2FE9-A1A4-0E1E-7137-FCE505BEE7AE}"/>
                </a:ext>
              </a:extLst>
            </p:cNvPr>
            <p:cNvSpPr>
              <a:spLocks noGrp="1"/>
            </p:cNvSpPr>
            <p:nvPr/>
          </p:nvSpPr>
          <p:spPr>
            <a:xfrm>
              <a:off x="1033905" y="1836576"/>
              <a:ext cx="922034" cy="1459074"/>
            </a:xfrm>
            <a:custGeom>
              <a:avLst/>
              <a:gdLst/>
              <a:ahLst/>
              <a:cxnLst/>
              <a:rect l="0" t="0" r="0" b="0"/>
              <a:pathLst>
                <a:path w="922034" h="1459074">
                  <a:moveTo>
                    <a:pt x="334395" y="1455870"/>
                  </a:moveTo>
                  <a:lnTo>
                    <a:pt x="339175" y="1458301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65784" y="1447968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84796" y="1438687"/>
                  </a:lnTo>
                  <a:lnTo>
                    <a:pt x="365784" y="1447968"/>
                  </a:lnTo>
                  <a:close/>
                  <a:moveTo>
                    <a:pt x="430979" y="1346362"/>
                  </a:moveTo>
                  <a:lnTo>
                    <a:pt x="444153" y="1337638"/>
                  </a:lnTo>
                  <a:lnTo>
                    <a:pt x="443775" y="1330810"/>
                  </a:lnTo>
                  <a:close/>
                  <a:moveTo>
                    <a:pt x="456777" y="1330810"/>
                  </a:moveTo>
                  <a:lnTo>
                    <a:pt x="444153" y="1337638"/>
                  </a:lnTo>
                  <a:lnTo>
                    <a:pt x="482633" y="1318701"/>
                  </a:lnTo>
                  <a:close/>
                  <a:moveTo>
                    <a:pt x="482633" y="1318701"/>
                  </a:moveTo>
                  <a:lnTo>
                    <a:pt x="444153" y="1337638"/>
                  </a:lnTo>
                  <a:lnTo>
                    <a:pt x="430979" y="1346362"/>
                  </a:lnTo>
                  <a:close/>
                  <a:moveTo>
                    <a:pt x="456777" y="1330810"/>
                  </a:moveTo>
                  <a:lnTo>
                    <a:pt x="453849" y="1335660"/>
                  </a:lnTo>
                  <a:lnTo>
                    <a:pt x="444153" y="1337638"/>
                  </a:lnTo>
                  <a:close/>
                  <a:moveTo>
                    <a:pt x="503517" y="1300576"/>
                  </a:moveTo>
                  <a:lnTo>
                    <a:pt x="456777" y="1330810"/>
                  </a:lnTo>
                  <a:lnTo>
                    <a:pt x="482633" y="1318701"/>
                  </a:lnTo>
                  <a:close/>
                  <a:moveTo>
                    <a:pt x="870342" y="1100261"/>
                  </a:moveTo>
                  <a:lnTo>
                    <a:pt x="870786" y="1099875"/>
                  </a:lnTo>
                  <a:lnTo>
                    <a:pt x="886576" y="1062701"/>
                  </a:lnTo>
                  <a:close/>
                  <a:moveTo>
                    <a:pt x="886576" y="1062701"/>
                  </a:moveTo>
                  <a:lnTo>
                    <a:pt x="870786" y="1099875"/>
                  </a:lnTo>
                  <a:lnTo>
                    <a:pt x="922034" y="1070697"/>
                  </a:lnTo>
                  <a:close/>
                  <a:moveTo>
                    <a:pt x="48034" y="53938"/>
                  </a:moveTo>
                  <a:lnTo>
                    <a:pt x="0" y="67773"/>
                  </a:lnTo>
                  <a:lnTo>
                    <a:pt x="49572" y="51084"/>
                  </a:lnTo>
                  <a:close/>
                  <a:moveTo>
                    <a:pt x="772646" y="845365"/>
                  </a:moveTo>
                  <a:lnTo>
                    <a:pt x="775387" y="810498"/>
                  </a:lnTo>
                  <a:lnTo>
                    <a:pt x="779810" y="816464"/>
                  </a:lnTo>
                  <a:close/>
                  <a:moveTo>
                    <a:pt x="48034" y="53938"/>
                  </a:moveTo>
                  <a:lnTo>
                    <a:pt x="49572" y="51084"/>
                  </a:lnTo>
                  <a:lnTo>
                    <a:pt x="63432" y="6693"/>
                  </a:lnTo>
                  <a:close/>
                  <a:moveTo>
                    <a:pt x="63432" y="6693"/>
                  </a:moveTo>
                  <a:lnTo>
                    <a:pt x="59594" y="53938"/>
                  </a:lnTo>
                  <a:lnTo>
                    <a:pt x="84474" y="8526"/>
                  </a:lnTo>
                  <a:close/>
                  <a:moveTo>
                    <a:pt x="84474" y="8526"/>
                  </a:moveTo>
                  <a:lnTo>
                    <a:pt x="76627" y="0"/>
                  </a:lnTo>
                  <a:lnTo>
                    <a:pt x="63432" y="6693"/>
                  </a:lnTo>
                  <a:close/>
                  <a:moveTo>
                    <a:pt x="779818" y="806895"/>
                  </a:moveTo>
                  <a:lnTo>
                    <a:pt x="779810" y="816464"/>
                  </a:lnTo>
                  <a:lnTo>
                    <a:pt x="779001" y="808610"/>
                  </a:lnTo>
                  <a:close/>
                  <a:moveTo>
                    <a:pt x="779001" y="808610"/>
                  </a:moveTo>
                  <a:lnTo>
                    <a:pt x="792822" y="768907"/>
                  </a:lnTo>
                  <a:lnTo>
                    <a:pt x="779818" y="806895"/>
                  </a:lnTo>
                  <a:close/>
                  <a:moveTo>
                    <a:pt x="668409" y="607651"/>
                  </a:moveTo>
                  <a:lnTo>
                    <a:pt x="684648" y="590468"/>
                  </a:lnTo>
                  <a:lnTo>
                    <a:pt x="666574" y="644406"/>
                  </a:lnTo>
                  <a:close/>
                  <a:moveTo>
                    <a:pt x="691612" y="555945"/>
                  </a:moveTo>
                  <a:lnTo>
                    <a:pt x="694712" y="555037"/>
                  </a:lnTo>
                  <a:lnTo>
                    <a:pt x="669219" y="570896"/>
                  </a:lnTo>
                  <a:close/>
                  <a:moveTo>
                    <a:pt x="669219" y="570896"/>
                  </a:moveTo>
                  <a:lnTo>
                    <a:pt x="694712" y="555037"/>
                  </a:lnTo>
                  <a:lnTo>
                    <a:pt x="684648" y="590468"/>
                  </a:lnTo>
                  <a:close/>
                  <a:moveTo>
                    <a:pt x="671202" y="563344"/>
                  </a:moveTo>
                  <a:lnTo>
                    <a:pt x="679374" y="570896"/>
                  </a:lnTo>
                  <a:lnTo>
                    <a:pt x="691612" y="555945"/>
                  </a:lnTo>
                  <a:close/>
                  <a:moveTo>
                    <a:pt x="815540" y="663978"/>
                  </a:moveTo>
                  <a:lnTo>
                    <a:pt x="814014" y="646795"/>
                  </a:lnTo>
                  <a:lnTo>
                    <a:pt x="816883" y="7007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69" name="Input_density__69">
              <a:extLst>
                <a:ext uri="{FF2B5EF4-FFF2-40B4-BE49-F238E27FC236}">
                  <a16:creationId xmlns:a16="http://schemas.microsoft.com/office/drawing/2014/main" id="{AC1E0439-87BB-90AD-CE63-65BC2E8458EE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264857"/>
              <a:ext cx="865780" cy="850473"/>
            </a:xfrm>
            <a:custGeom>
              <a:avLst/>
              <a:gdLst/>
              <a:ahLst/>
              <a:cxnLst/>
              <a:rect l="0" t="0" r="0" b="0"/>
              <a:pathLst>
                <a:path w="865780" h="850473">
                  <a:moveTo>
                    <a:pt x="6847" y="513019"/>
                  </a:moveTo>
                  <a:lnTo>
                    <a:pt x="2908" y="476829"/>
                  </a:lnTo>
                  <a:lnTo>
                    <a:pt x="0" y="523940"/>
                  </a:lnTo>
                  <a:close/>
                  <a:moveTo>
                    <a:pt x="6847" y="513019"/>
                  </a:moveTo>
                  <a:lnTo>
                    <a:pt x="3266" y="476264"/>
                  </a:lnTo>
                  <a:lnTo>
                    <a:pt x="2908" y="476829"/>
                  </a:lnTo>
                  <a:close/>
                  <a:moveTo>
                    <a:pt x="25955" y="559834"/>
                  </a:moveTo>
                  <a:lnTo>
                    <a:pt x="46673" y="575490"/>
                  </a:lnTo>
                  <a:lnTo>
                    <a:pt x="26108" y="549774"/>
                  </a:lnTo>
                  <a:close/>
                  <a:moveTo>
                    <a:pt x="22806" y="505400"/>
                  </a:moveTo>
                  <a:lnTo>
                    <a:pt x="20337" y="538832"/>
                  </a:lnTo>
                  <a:lnTo>
                    <a:pt x="44531" y="495836"/>
                  </a:lnTo>
                  <a:close/>
                  <a:moveTo>
                    <a:pt x="44531" y="495836"/>
                  </a:moveTo>
                  <a:lnTo>
                    <a:pt x="20337" y="538832"/>
                  </a:lnTo>
                  <a:lnTo>
                    <a:pt x="26108" y="549774"/>
                  </a:lnTo>
                  <a:close/>
                  <a:moveTo>
                    <a:pt x="44531" y="495836"/>
                  </a:moveTo>
                  <a:lnTo>
                    <a:pt x="26108" y="549774"/>
                  </a:lnTo>
                  <a:lnTo>
                    <a:pt x="51038" y="532591"/>
                  </a:lnTo>
                  <a:close/>
                  <a:moveTo>
                    <a:pt x="6847" y="513019"/>
                  </a:moveTo>
                  <a:lnTo>
                    <a:pt x="20337" y="538832"/>
                  </a:lnTo>
                  <a:lnTo>
                    <a:pt x="22806" y="505400"/>
                  </a:lnTo>
                  <a:close/>
                  <a:moveTo>
                    <a:pt x="3266" y="476264"/>
                  </a:moveTo>
                  <a:lnTo>
                    <a:pt x="22806" y="505400"/>
                  </a:lnTo>
                  <a:lnTo>
                    <a:pt x="4150" y="475820"/>
                  </a:lnTo>
                  <a:close/>
                  <a:moveTo>
                    <a:pt x="3266" y="476264"/>
                  </a:moveTo>
                  <a:lnTo>
                    <a:pt x="6847" y="513019"/>
                  </a:lnTo>
                  <a:lnTo>
                    <a:pt x="22806" y="505400"/>
                  </a:lnTo>
                  <a:close/>
                  <a:moveTo>
                    <a:pt x="44531" y="495836"/>
                  </a:moveTo>
                  <a:lnTo>
                    <a:pt x="50280" y="459081"/>
                  </a:lnTo>
                  <a:lnTo>
                    <a:pt x="22806" y="505400"/>
                  </a:lnTo>
                  <a:close/>
                  <a:moveTo>
                    <a:pt x="50280" y="459081"/>
                  </a:moveTo>
                  <a:lnTo>
                    <a:pt x="4150" y="475820"/>
                  </a:lnTo>
                  <a:lnTo>
                    <a:pt x="22806" y="505400"/>
                  </a:lnTo>
                  <a:close/>
                  <a:moveTo>
                    <a:pt x="54977" y="447558"/>
                  </a:moveTo>
                  <a:lnTo>
                    <a:pt x="3472" y="475776"/>
                  </a:lnTo>
                  <a:lnTo>
                    <a:pt x="50280" y="459081"/>
                  </a:lnTo>
                  <a:close/>
                  <a:moveTo>
                    <a:pt x="50280" y="459081"/>
                  </a:moveTo>
                  <a:lnTo>
                    <a:pt x="3472" y="475776"/>
                  </a:lnTo>
                  <a:lnTo>
                    <a:pt x="4150" y="475820"/>
                  </a:lnTo>
                  <a:close/>
                  <a:moveTo>
                    <a:pt x="50280" y="459081"/>
                  </a:moveTo>
                  <a:lnTo>
                    <a:pt x="79923" y="486053"/>
                  </a:lnTo>
                  <a:lnTo>
                    <a:pt x="61979" y="455894"/>
                  </a:lnTo>
                  <a:close/>
                  <a:moveTo>
                    <a:pt x="50280" y="459081"/>
                  </a:moveTo>
                  <a:lnTo>
                    <a:pt x="44531" y="495836"/>
                  </a:lnTo>
                  <a:lnTo>
                    <a:pt x="79923" y="486053"/>
                  </a:lnTo>
                  <a:close/>
                  <a:moveTo>
                    <a:pt x="115913" y="454604"/>
                  </a:moveTo>
                  <a:lnTo>
                    <a:pt x="108688" y="441898"/>
                  </a:lnTo>
                  <a:lnTo>
                    <a:pt x="118013" y="482175"/>
                  </a:lnTo>
                  <a:close/>
                  <a:moveTo>
                    <a:pt x="118013" y="482175"/>
                  </a:moveTo>
                  <a:lnTo>
                    <a:pt x="108688" y="441898"/>
                  </a:lnTo>
                  <a:lnTo>
                    <a:pt x="61979" y="455894"/>
                  </a:lnTo>
                  <a:close/>
                  <a:moveTo>
                    <a:pt x="118013" y="482175"/>
                  </a:moveTo>
                  <a:lnTo>
                    <a:pt x="61979" y="455894"/>
                  </a:lnTo>
                  <a:lnTo>
                    <a:pt x="79923" y="486053"/>
                  </a:lnTo>
                  <a:close/>
                  <a:moveTo>
                    <a:pt x="54977" y="447558"/>
                  </a:moveTo>
                  <a:lnTo>
                    <a:pt x="50280" y="459081"/>
                  </a:lnTo>
                  <a:lnTo>
                    <a:pt x="61979" y="455894"/>
                  </a:lnTo>
                  <a:close/>
                  <a:moveTo>
                    <a:pt x="109030" y="428870"/>
                  </a:moveTo>
                  <a:lnTo>
                    <a:pt x="54977" y="447558"/>
                  </a:lnTo>
                  <a:lnTo>
                    <a:pt x="108688" y="441898"/>
                  </a:lnTo>
                  <a:close/>
                  <a:moveTo>
                    <a:pt x="108688" y="441898"/>
                  </a:moveTo>
                  <a:lnTo>
                    <a:pt x="54977" y="447558"/>
                  </a:lnTo>
                  <a:lnTo>
                    <a:pt x="61979" y="455894"/>
                  </a:lnTo>
                  <a:close/>
                  <a:moveTo>
                    <a:pt x="114679" y="440138"/>
                  </a:moveTo>
                  <a:lnTo>
                    <a:pt x="167238" y="425714"/>
                  </a:lnTo>
                  <a:lnTo>
                    <a:pt x="165667" y="425774"/>
                  </a:lnTo>
                  <a:close/>
                  <a:moveTo>
                    <a:pt x="108688" y="441898"/>
                  </a:moveTo>
                  <a:lnTo>
                    <a:pt x="115913" y="454604"/>
                  </a:lnTo>
                  <a:lnTo>
                    <a:pt x="114679" y="440138"/>
                  </a:lnTo>
                  <a:close/>
                  <a:moveTo>
                    <a:pt x="109030" y="428870"/>
                  </a:moveTo>
                  <a:lnTo>
                    <a:pt x="108688" y="441898"/>
                  </a:lnTo>
                  <a:lnTo>
                    <a:pt x="114679" y="440138"/>
                  </a:lnTo>
                  <a:close/>
                  <a:moveTo>
                    <a:pt x="114679" y="440138"/>
                  </a:moveTo>
                  <a:lnTo>
                    <a:pt x="109324" y="405143"/>
                  </a:lnTo>
                  <a:lnTo>
                    <a:pt x="109030" y="428870"/>
                  </a:lnTo>
                  <a:close/>
                  <a:moveTo>
                    <a:pt x="150956" y="392986"/>
                  </a:moveTo>
                  <a:lnTo>
                    <a:pt x="109324" y="405143"/>
                  </a:lnTo>
                  <a:lnTo>
                    <a:pt x="114679" y="440138"/>
                  </a:lnTo>
                  <a:close/>
                  <a:moveTo>
                    <a:pt x="165667" y="425774"/>
                  </a:moveTo>
                  <a:lnTo>
                    <a:pt x="150956" y="392986"/>
                  </a:lnTo>
                  <a:lnTo>
                    <a:pt x="114679" y="440138"/>
                  </a:lnTo>
                  <a:close/>
                  <a:moveTo>
                    <a:pt x="475477" y="828650"/>
                  </a:moveTo>
                  <a:lnTo>
                    <a:pt x="475913" y="832343"/>
                  </a:lnTo>
                  <a:lnTo>
                    <a:pt x="536996" y="850473"/>
                  </a:lnTo>
                  <a:close/>
                  <a:moveTo>
                    <a:pt x="520518" y="819121"/>
                  </a:moveTo>
                  <a:lnTo>
                    <a:pt x="475477" y="828650"/>
                  </a:lnTo>
                  <a:lnTo>
                    <a:pt x="536996" y="850473"/>
                  </a:lnTo>
                  <a:close/>
                  <a:moveTo>
                    <a:pt x="547986" y="848591"/>
                  </a:moveTo>
                  <a:lnTo>
                    <a:pt x="551957" y="811836"/>
                  </a:lnTo>
                  <a:lnTo>
                    <a:pt x="536996" y="850473"/>
                  </a:lnTo>
                  <a:close/>
                  <a:moveTo>
                    <a:pt x="551957" y="811836"/>
                  </a:moveTo>
                  <a:lnTo>
                    <a:pt x="520518" y="819121"/>
                  </a:lnTo>
                  <a:lnTo>
                    <a:pt x="536996" y="850473"/>
                  </a:lnTo>
                  <a:close/>
                  <a:moveTo>
                    <a:pt x="473542" y="829019"/>
                  </a:moveTo>
                  <a:lnTo>
                    <a:pt x="475913" y="832343"/>
                  </a:lnTo>
                  <a:lnTo>
                    <a:pt x="475477" y="828650"/>
                  </a:lnTo>
                  <a:close/>
                  <a:moveTo>
                    <a:pt x="474377" y="826597"/>
                  </a:moveTo>
                  <a:lnTo>
                    <a:pt x="473542" y="829019"/>
                  </a:lnTo>
                  <a:lnTo>
                    <a:pt x="475477" y="828650"/>
                  </a:lnTo>
                  <a:close/>
                  <a:moveTo>
                    <a:pt x="475477" y="828650"/>
                  </a:moveTo>
                  <a:lnTo>
                    <a:pt x="502989" y="808997"/>
                  </a:lnTo>
                  <a:lnTo>
                    <a:pt x="474377" y="826597"/>
                  </a:lnTo>
                  <a:close/>
                  <a:moveTo>
                    <a:pt x="475477" y="828650"/>
                  </a:moveTo>
                  <a:lnTo>
                    <a:pt x="520518" y="819121"/>
                  </a:lnTo>
                  <a:lnTo>
                    <a:pt x="502989" y="808997"/>
                  </a:lnTo>
                  <a:close/>
                  <a:moveTo>
                    <a:pt x="550306" y="775081"/>
                  </a:moveTo>
                  <a:lnTo>
                    <a:pt x="520518" y="819121"/>
                  </a:lnTo>
                  <a:lnTo>
                    <a:pt x="551957" y="811836"/>
                  </a:lnTo>
                  <a:close/>
                  <a:moveTo>
                    <a:pt x="157774" y="334021"/>
                  </a:moveTo>
                  <a:lnTo>
                    <a:pt x="160576" y="304598"/>
                  </a:lnTo>
                  <a:lnTo>
                    <a:pt x="117122" y="314449"/>
                  </a:lnTo>
                  <a:close/>
                  <a:moveTo>
                    <a:pt x="121621" y="351204"/>
                  </a:moveTo>
                  <a:lnTo>
                    <a:pt x="157774" y="334021"/>
                  </a:lnTo>
                  <a:lnTo>
                    <a:pt x="117122" y="314449"/>
                  </a:lnTo>
                  <a:close/>
                  <a:moveTo>
                    <a:pt x="157774" y="334021"/>
                  </a:moveTo>
                  <a:lnTo>
                    <a:pt x="174783" y="357716"/>
                  </a:lnTo>
                  <a:lnTo>
                    <a:pt x="174955" y="328728"/>
                  </a:lnTo>
                  <a:close/>
                  <a:moveTo>
                    <a:pt x="157774" y="334021"/>
                  </a:moveTo>
                  <a:lnTo>
                    <a:pt x="174955" y="328728"/>
                  </a:lnTo>
                  <a:lnTo>
                    <a:pt x="160576" y="304598"/>
                  </a:lnTo>
                  <a:close/>
                  <a:moveTo>
                    <a:pt x="255904" y="299654"/>
                  </a:moveTo>
                  <a:lnTo>
                    <a:pt x="271339" y="277155"/>
                  </a:lnTo>
                  <a:lnTo>
                    <a:pt x="238945" y="280082"/>
                  </a:lnTo>
                  <a:close/>
                  <a:moveTo>
                    <a:pt x="223064" y="316837"/>
                  </a:moveTo>
                  <a:lnTo>
                    <a:pt x="255904" y="299654"/>
                  </a:lnTo>
                  <a:lnTo>
                    <a:pt x="238945" y="280082"/>
                  </a:lnTo>
                  <a:close/>
                  <a:moveTo>
                    <a:pt x="525696" y="194166"/>
                  </a:moveTo>
                  <a:lnTo>
                    <a:pt x="549197" y="176982"/>
                  </a:lnTo>
                  <a:lnTo>
                    <a:pt x="515314" y="181622"/>
                  </a:lnTo>
                  <a:close/>
                  <a:moveTo>
                    <a:pt x="549197" y="176982"/>
                  </a:moveTo>
                  <a:lnTo>
                    <a:pt x="530299" y="141442"/>
                  </a:lnTo>
                  <a:lnTo>
                    <a:pt x="515314" y="181622"/>
                  </a:lnTo>
                  <a:close/>
                  <a:moveTo>
                    <a:pt x="529461" y="140227"/>
                  </a:moveTo>
                  <a:lnTo>
                    <a:pt x="515314" y="181622"/>
                  </a:lnTo>
                  <a:lnTo>
                    <a:pt x="530299" y="141442"/>
                  </a:lnTo>
                  <a:close/>
                  <a:moveTo>
                    <a:pt x="529461" y="140227"/>
                  </a:moveTo>
                  <a:lnTo>
                    <a:pt x="500697" y="157411"/>
                  </a:lnTo>
                  <a:lnTo>
                    <a:pt x="515314" y="181622"/>
                  </a:lnTo>
                  <a:close/>
                  <a:moveTo>
                    <a:pt x="529412" y="138125"/>
                  </a:moveTo>
                  <a:lnTo>
                    <a:pt x="500697" y="157411"/>
                  </a:lnTo>
                  <a:lnTo>
                    <a:pt x="529461" y="140227"/>
                  </a:lnTo>
                  <a:close/>
                  <a:moveTo>
                    <a:pt x="529461" y="140227"/>
                  </a:moveTo>
                  <a:lnTo>
                    <a:pt x="530299" y="141442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29461" y="140227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30408" y="139875"/>
                  </a:lnTo>
                  <a:lnTo>
                    <a:pt x="531406" y="103472"/>
                  </a:lnTo>
                  <a:close/>
                  <a:moveTo>
                    <a:pt x="531406" y="103472"/>
                  </a:moveTo>
                  <a:lnTo>
                    <a:pt x="530408" y="139875"/>
                  </a:lnTo>
                  <a:lnTo>
                    <a:pt x="579418" y="123044"/>
                  </a:lnTo>
                  <a:close/>
                  <a:moveTo>
                    <a:pt x="531406" y="103472"/>
                  </a:moveTo>
                  <a:lnTo>
                    <a:pt x="579418" y="123044"/>
                  </a:lnTo>
                  <a:lnTo>
                    <a:pt x="568119" y="86289"/>
                  </a:lnTo>
                  <a:close/>
                  <a:moveTo>
                    <a:pt x="506814" y="24815"/>
                  </a:moveTo>
                  <a:lnTo>
                    <a:pt x="537689" y="12779"/>
                  </a:lnTo>
                  <a:lnTo>
                    <a:pt x="518201" y="0"/>
                  </a:lnTo>
                  <a:close/>
                  <a:moveTo>
                    <a:pt x="506814" y="24815"/>
                  </a:moveTo>
                  <a:lnTo>
                    <a:pt x="523966" y="21555"/>
                  </a:lnTo>
                  <a:lnTo>
                    <a:pt x="537689" y="12779"/>
                  </a:lnTo>
                  <a:close/>
                  <a:moveTo>
                    <a:pt x="723028" y="75092"/>
                  </a:moveTo>
                  <a:lnTo>
                    <a:pt x="682361" y="105861"/>
                  </a:lnTo>
                  <a:lnTo>
                    <a:pt x="711857" y="88677"/>
                  </a:lnTo>
                  <a:close/>
                  <a:moveTo>
                    <a:pt x="821644" y="98440"/>
                  </a:moveTo>
                  <a:lnTo>
                    <a:pt x="797298" y="71494"/>
                  </a:lnTo>
                  <a:lnTo>
                    <a:pt x="812574" y="117755"/>
                  </a:lnTo>
                  <a:close/>
                  <a:moveTo>
                    <a:pt x="812574" y="117755"/>
                  </a:moveTo>
                  <a:lnTo>
                    <a:pt x="797298" y="71494"/>
                  </a:lnTo>
                  <a:lnTo>
                    <a:pt x="773998" y="77282"/>
                  </a:lnTo>
                  <a:close/>
                  <a:moveTo>
                    <a:pt x="736268" y="80867"/>
                  </a:moveTo>
                  <a:lnTo>
                    <a:pt x="754035" y="66448"/>
                  </a:lnTo>
                  <a:lnTo>
                    <a:pt x="723028" y="75092"/>
                  </a:lnTo>
                  <a:close/>
                  <a:moveTo>
                    <a:pt x="736268" y="80867"/>
                  </a:moveTo>
                  <a:lnTo>
                    <a:pt x="773998" y="77282"/>
                  </a:lnTo>
                  <a:lnTo>
                    <a:pt x="754035" y="66448"/>
                  </a:lnTo>
                  <a:close/>
                  <a:moveTo>
                    <a:pt x="805089" y="36543"/>
                  </a:moveTo>
                  <a:lnTo>
                    <a:pt x="754035" y="66448"/>
                  </a:lnTo>
                  <a:lnTo>
                    <a:pt x="797298" y="71494"/>
                  </a:lnTo>
                  <a:close/>
                  <a:moveTo>
                    <a:pt x="797298" y="71494"/>
                  </a:moveTo>
                  <a:lnTo>
                    <a:pt x="754035" y="66448"/>
                  </a:lnTo>
                  <a:lnTo>
                    <a:pt x="773998" y="77282"/>
                  </a:lnTo>
                  <a:close/>
                  <a:moveTo>
                    <a:pt x="797298" y="71494"/>
                  </a:moveTo>
                  <a:lnTo>
                    <a:pt x="821644" y="98440"/>
                  </a:lnTo>
                  <a:lnTo>
                    <a:pt x="834116" y="55495"/>
                  </a:lnTo>
                  <a:close/>
                  <a:moveTo>
                    <a:pt x="805089" y="36543"/>
                  </a:moveTo>
                  <a:lnTo>
                    <a:pt x="797298" y="71494"/>
                  </a:lnTo>
                  <a:lnTo>
                    <a:pt x="834116" y="55495"/>
                  </a:lnTo>
                  <a:close/>
                  <a:moveTo>
                    <a:pt x="865780" y="42671"/>
                  </a:moveTo>
                  <a:lnTo>
                    <a:pt x="834116" y="55495"/>
                  </a:lnTo>
                  <a:lnTo>
                    <a:pt x="838006" y="54310"/>
                  </a:lnTo>
                  <a:close/>
                  <a:moveTo>
                    <a:pt x="805089" y="36543"/>
                  </a:moveTo>
                  <a:lnTo>
                    <a:pt x="834116" y="55495"/>
                  </a:lnTo>
                  <a:lnTo>
                    <a:pt x="865780" y="4267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70" name="Input_density__70">
              <a:extLst>
                <a:ext uri="{FF2B5EF4-FFF2-40B4-BE49-F238E27FC236}">
                  <a16:creationId xmlns:a16="http://schemas.microsoft.com/office/drawing/2014/main" id="{F13651C4-84EC-72AE-E5A5-EE533972D19D}"/>
                </a:ext>
              </a:extLst>
            </p:cNvPr>
            <p:cNvSpPr>
              <a:spLocks noGrp="1"/>
            </p:cNvSpPr>
            <p:nvPr/>
          </p:nvSpPr>
          <p:spPr>
            <a:xfrm>
              <a:off x="1516538" y="2645186"/>
              <a:ext cx="297177" cy="510092"/>
            </a:xfrm>
            <a:custGeom>
              <a:avLst/>
              <a:gdLst/>
              <a:ahLst/>
              <a:cxnLst/>
              <a:rect l="0" t="0" r="0" b="0"/>
              <a:pathLst>
                <a:path w="297177" h="510092">
                  <a:moveTo>
                    <a:pt x="20884" y="491966"/>
                  </a:moveTo>
                  <a:lnTo>
                    <a:pt x="0" y="510092"/>
                  </a:lnTo>
                  <a:lnTo>
                    <a:pt x="48127" y="469249"/>
                  </a:lnTo>
                  <a:close/>
                  <a:moveTo>
                    <a:pt x="297177" y="7855"/>
                  </a:moveTo>
                  <a:lnTo>
                    <a:pt x="292754" y="1888"/>
                  </a:lnTo>
                  <a:lnTo>
                    <a:pt x="296368" y="0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371" name="Input_density__71">
              <a:extLst>
                <a:ext uri="{FF2B5EF4-FFF2-40B4-BE49-F238E27FC236}">
                  <a16:creationId xmlns:a16="http://schemas.microsoft.com/office/drawing/2014/main" id="{6AFB956F-65F7-017F-A87A-2B3A4BA147C1}"/>
                </a:ext>
              </a:extLst>
            </p:cNvPr>
            <p:cNvSpPr>
              <a:spLocks noGrp="1"/>
            </p:cNvSpPr>
            <p:nvPr/>
          </p:nvSpPr>
          <p:spPr>
            <a:xfrm>
              <a:off x="900356" y="1781724"/>
              <a:ext cx="1096972" cy="1421775"/>
            </a:xfrm>
            <a:custGeom>
              <a:avLst/>
              <a:gdLst/>
              <a:ahLst/>
              <a:cxnLst/>
              <a:rect l="0" t="0" r="0" b="0"/>
              <a:pathLst>
                <a:path w="1096972" h="1421775">
                  <a:moveTo>
                    <a:pt x="151" y="1177539"/>
                  </a:moveTo>
                  <a:lnTo>
                    <a:pt x="0" y="1179116"/>
                  </a:lnTo>
                  <a:lnTo>
                    <a:pt x="4588" y="1187439"/>
                  </a:lnTo>
                  <a:close/>
                  <a:moveTo>
                    <a:pt x="545" y="1172325"/>
                  </a:moveTo>
                  <a:lnTo>
                    <a:pt x="0" y="1179116"/>
                  </a:lnTo>
                  <a:lnTo>
                    <a:pt x="151" y="1177539"/>
                  </a:lnTo>
                  <a:close/>
                  <a:moveTo>
                    <a:pt x="241571" y="1386647"/>
                  </a:moveTo>
                  <a:lnTo>
                    <a:pt x="273755" y="1417641"/>
                  </a:lnTo>
                  <a:lnTo>
                    <a:pt x="252050" y="1393572"/>
                  </a:lnTo>
                  <a:close/>
                  <a:moveTo>
                    <a:pt x="151" y="1177539"/>
                  </a:moveTo>
                  <a:lnTo>
                    <a:pt x="4588" y="1187439"/>
                  </a:lnTo>
                  <a:lnTo>
                    <a:pt x="16029" y="1197111"/>
                  </a:lnTo>
                  <a:close/>
                  <a:moveTo>
                    <a:pt x="239543" y="1380886"/>
                  </a:moveTo>
                  <a:lnTo>
                    <a:pt x="241571" y="1386647"/>
                  </a:lnTo>
                  <a:lnTo>
                    <a:pt x="252050" y="1393572"/>
                  </a:lnTo>
                  <a:close/>
                  <a:moveTo>
                    <a:pt x="341764" y="1383274"/>
                  </a:moveTo>
                  <a:lnTo>
                    <a:pt x="357186" y="1391577"/>
                  </a:lnTo>
                  <a:lnTo>
                    <a:pt x="315399" y="1353714"/>
                  </a:lnTo>
                  <a:close/>
                  <a:moveTo>
                    <a:pt x="315399" y="1353714"/>
                  </a:moveTo>
                  <a:lnTo>
                    <a:pt x="357186" y="1391577"/>
                  </a:lnTo>
                  <a:lnTo>
                    <a:pt x="335556" y="1363703"/>
                  </a:lnTo>
                  <a:close/>
                  <a:moveTo>
                    <a:pt x="269584" y="1236254"/>
                  </a:moveTo>
                  <a:lnTo>
                    <a:pt x="253833" y="1207819"/>
                  </a:lnTo>
                  <a:lnTo>
                    <a:pt x="239606" y="1250836"/>
                  </a:lnTo>
                  <a:close/>
                  <a:moveTo>
                    <a:pt x="218936" y="1201922"/>
                  </a:moveTo>
                  <a:lnTo>
                    <a:pt x="204191" y="1243003"/>
                  </a:lnTo>
                  <a:lnTo>
                    <a:pt x="253833" y="1207819"/>
                  </a:lnTo>
                  <a:close/>
                  <a:moveTo>
                    <a:pt x="115374" y="1063874"/>
                  </a:moveTo>
                  <a:lnTo>
                    <a:pt x="136959" y="1089234"/>
                  </a:lnTo>
                  <a:lnTo>
                    <a:pt x="141514" y="1100585"/>
                  </a:lnTo>
                  <a:close/>
                  <a:moveTo>
                    <a:pt x="344640" y="1255826"/>
                  </a:moveTo>
                  <a:lnTo>
                    <a:pt x="344031" y="1295905"/>
                  </a:lnTo>
                  <a:lnTo>
                    <a:pt x="363853" y="1273806"/>
                  </a:lnTo>
                  <a:close/>
                  <a:moveTo>
                    <a:pt x="336018" y="1219071"/>
                  </a:moveTo>
                  <a:lnTo>
                    <a:pt x="300814" y="1258897"/>
                  </a:lnTo>
                  <a:lnTo>
                    <a:pt x="313603" y="1273009"/>
                  </a:lnTo>
                  <a:close/>
                  <a:moveTo>
                    <a:pt x="213670" y="1199499"/>
                  </a:moveTo>
                  <a:lnTo>
                    <a:pt x="218936" y="1201922"/>
                  </a:lnTo>
                  <a:lnTo>
                    <a:pt x="219741" y="1198317"/>
                  </a:lnTo>
                  <a:close/>
                  <a:moveTo>
                    <a:pt x="288514" y="1196583"/>
                  </a:moveTo>
                  <a:lnTo>
                    <a:pt x="257125" y="1195014"/>
                  </a:lnTo>
                  <a:lnTo>
                    <a:pt x="304389" y="1228425"/>
                  </a:lnTo>
                  <a:close/>
                  <a:moveTo>
                    <a:pt x="187117" y="1162744"/>
                  </a:moveTo>
                  <a:lnTo>
                    <a:pt x="213670" y="1199499"/>
                  </a:lnTo>
                  <a:lnTo>
                    <a:pt x="219741" y="1198317"/>
                  </a:lnTo>
                  <a:close/>
                  <a:moveTo>
                    <a:pt x="257125" y="1195014"/>
                  </a:moveTo>
                  <a:lnTo>
                    <a:pt x="218936" y="1201922"/>
                  </a:lnTo>
                  <a:lnTo>
                    <a:pt x="253833" y="1207819"/>
                  </a:lnTo>
                  <a:close/>
                  <a:moveTo>
                    <a:pt x="257125" y="1195014"/>
                  </a:moveTo>
                  <a:lnTo>
                    <a:pt x="219741" y="1198317"/>
                  </a:lnTo>
                  <a:lnTo>
                    <a:pt x="218936" y="1201922"/>
                  </a:lnTo>
                  <a:close/>
                  <a:moveTo>
                    <a:pt x="257125" y="1195014"/>
                  </a:moveTo>
                  <a:lnTo>
                    <a:pt x="249999" y="119348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57125" y="119501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22937" y="1162744"/>
                  </a:lnTo>
                  <a:lnTo>
                    <a:pt x="205408" y="1151345"/>
                  </a:lnTo>
                  <a:close/>
                  <a:moveTo>
                    <a:pt x="179382" y="1089234"/>
                  </a:moveTo>
                  <a:lnTo>
                    <a:pt x="208654" y="1067274"/>
                  </a:lnTo>
                  <a:lnTo>
                    <a:pt x="155913" y="1044132"/>
                  </a:lnTo>
                  <a:close/>
                  <a:moveTo>
                    <a:pt x="155913" y="1044132"/>
                  </a:moveTo>
                  <a:lnTo>
                    <a:pt x="208654" y="1067274"/>
                  </a:lnTo>
                  <a:lnTo>
                    <a:pt x="190743" y="1042904"/>
                  </a:lnTo>
                  <a:close/>
                  <a:moveTo>
                    <a:pt x="179382" y="1089234"/>
                  </a:moveTo>
                  <a:lnTo>
                    <a:pt x="155913" y="1044132"/>
                  </a:lnTo>
                  <a:lnTo>
                    <a:pt x="150793" y="1071723"/>
                  </a:lnTo>
                  <a:close/>
                  <a:moveTo>
                    <a:pt x="208654" y="1067274"/>
                  </a:moveTo>
                  <a:lnTo>
                    <a:pt x="214120" y="1072051"/>
                  </a:lnTo>
                  <a:lnTo>
                    <a:pt x="190743" y="1042904"/>
                  </a:lnTo>
                  <a:close/>
                  <a:moveTo>
                    <a:pt x="190743" y="1042904"/>
                  </a:moveTo>
                  <a:lnTo>
                    <a:pt x="214120" y="1072051"/>
                  </a:lnTo>
                  <a:lnTo>
                    <a:pt x="232806" y="1080543"/>
                  </a:lnTo>
                  <a:close/>
                  <a:moveTo>
                    <a:pt x="155913" y="1044132"/>
                  </a:moveTo>
                  <a:lnTo>
                    <a:pt x="180559" y="1006437"/>
                  </a:lnTo>
                  <a:lnTo>
                    <a:pt x="152872" y="1001857"/>
                  </a:lnTo>
                  <a:close/>
                  <a:moveTo>
                    <a:pt x="397547" y="1292581"/>
                  </a:moveTo>
                  <a:lnTo>
                    <a:pt x="393213" y="1299883"/>
                  </a:lnTo>
                  <a:lnTo>
                    <a:pt x="403058" y="1295809"/>
                  </a:lnTo>
                  <a:close/>
                  <a:moveTo>
                    <a:pt x="477565" y="1392635"/>
                  </a:moveTo>
                  <a:lnTo>
                    <a:pt x="496237" y="1395040"/>
                  </a:lnTo>
                  <a:lnTo>
                    <a:pt x="461527" y="1389842"/>
                  </a:lnTo>
                  <a:close/>
                  <a:moveTo>
                    <a:pt x="477565" y="1392635"/>
                  </a:moveTo>
                  <a:lnTo>
                    <a:pt x="506623" y="1396100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15164" y="1366091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28564" y="1419694"/>
                  </a:lnTo>
                  <a:lnTo>
                    <a:pt x="562439" y="1421775"/>
                  </a:lnTo>
                  <a:close/>
                  <a:moveTo>
                    <a:pt x="492532" y="1318062"/>
                  </a:moveTo>
                  <a:lnTo>
                    <a:pt x="443735" y="1323320"/>
                  </a:lnTo>
                  <a:lnTo>
                    <a:pt x="453571" y="1329336"/>
                  </a:lnTo>
                  <a:close/>
                  <a:moveTo>
                    <a:pt x="397547" y="1292581"/>
                  </a:moveTo>
                  <a:lnTo>
                    <a:pt x="403058" y="1295809"/>
                  </a:lnTo>
                  <a:lnTo>
                    <a:pt x="404496" y="1290710"/>
                  </a:lnTo>
                  <a:close/>
                  <a:moveTo>
                    <a:pt x="404496" y="1290710"/>
                  </a:moveTo>
                  <a:lnTo>
                    <a:pt x="363853" y="1273806"/>
                  </a:lnTo>
                  <a:lnTo>
                    <a:pt x="397547" y="1292581"/>
                  </a:lnTo>
                  <a:close/>
                  <a:moveTo>
                    <a:pt x="452930" y="1278421"/>
                  </a:moveTo>
                  <a:lnTo>
                    <a:pt x="403058" y="1295809"/>
                  </a:lnTo>
                  <a:lnTo>
                    <a:pt x="443735" y="1323320"/>
                  </a:lnTo>
                  <a:close/>
                  <a:moveTo>
                    <a:pt x="359284" y="1210884"/>
                  </a:moveTo>
                  <a:lnTo>
                    <a:pt x="386256" y="1232990"/>
                  </a:lnTo>
                  <a:lnTo>
                    <a:pt x="365546" y="1219071"/>
                  </a:lnTo>
                  <a:close/>
                  <a:moveTo>
                    <a:pt x="402556" y="1247540"/>
                  </a:moveTo>
                  <a:lnTo>
                    <a:pt x="386256" y="1232990"/>
                  </a:lnTo>
                  <a:lnTo>
                    <a:pt x="359284" y="1210884"/>
                  </a:lnTo>
                  <a:close/>
                  <a:moveTo>
                    <a:pt x="359284" y="1210884"/>
                  </a:moveTo>
                  <a:lnTo>
                    <a:pt x="341986" y="1192048"/>
                  </a:lnTo>
                  <a:lnTo>
                    <a:pt x="336018" y="1219071"/>
                  </a:lnTo>
                  <a:close/>
                  <a:moveTo>
                    <a:pt x="245824" y="1025212"/>
                  </a:moveTo>
                  <a:lnTo>
                    <a:pt x="214120" y="1072051"/>
                  </a:lnTo>
                  <a:lnTo>
                    <a:pt x="230875" y="1054147"/>
                  </a:lnTo>
                  <a:close/>
                  <a:moveTo>
                    <a:pt x="230875" y="1054147"/>
                  </a:moveTo>
                  <a:lnTo>
                    <a:pt x="244567" y="1018113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33536" y="990456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16743" y="981358"/>
                  </a:lnTo>
                  <a:lnTo>
                    <a:pt x="233536" y="990456"/>
                  </a:lnTo>
                  <a:close/>
                  <a:moveTo>
                    <a:pt x="550230" y="1348907"/>
                  </a:moveTo>
                  <a:lnTo>
                    <a:pt x="591055" y="1381634"/>
                  </a:lnTo>
                  <a:lnTo>
                    <a:pt x="595091" y="1333606"/>
                  </a:lnTo>
                  <a:close/>
                  <a:moveTo>
                    <a:pt x="595091" y="1333606"/>
                  </a:moveTo>
                  <a:lnTo>
                    <a:pt x="637066" y="1355429"/>
                  </a:lnTo>
                  <a:lnTo>
                    <a:pt x="606082" y="1331724"/>
                  </a:lnTo>
                  <a:close/>
                  <a:moveTo>
                    <a:pt x="428609" y="1201887"/>
                  </a:moveTo>
                  <a:lnTo>
                    <a:pt x="440478" y="1214934"/>
                  </a:lnTo>
                  <a:lnTo>
                    <a:pt x="440423" y="1199096"/>
                  </a:lnTo>
                  <a:close/>
                  <a:moveTo>
                    <a:pt x="440423" y="1199096"/>
                  </a:moveTo>
                  <a:lnTo>
                    <a:pt x="398632" y="1183053"/>
                  </a:lnTo>
                  <a:lnTo>
                    <a:pt x="428609" y="1201887"/>
                  </a:lnTo>
                  <a:close/>
                  <a:moveTo>
                    <a:pt x="404228" y="1156686"/>
                  </a:moveTo>
                  <a:lnTo>
                    <a:pt x="398632" y="1183053"/>
                  </a:lnTo>
                  <a:lnTo>
                    <a:pt x="440423" y="1199096"/>
                  </a:lnTo>
                  <a:close/>
                  <a:moveTo>
                    <a:pt x="434694" y="1159006"/>
                  </a:moveTo>
                  <a:lnTo>
                    <a:pt x="404228" y="1156686"/>
                  </a:lnTo>
                  <a:lnTo>
                    <a:pt x="440423" y="1199096"/>
                  </a:lnTo>
                  <a:close/>
                  <a:moveTo>
                    <a:pt x="262835" y="1011383"/>
                  </a:moveTo>
                  <a:lnTo>
                    <a:pt x="244567" y="1018113"/>
                  </a:lnTo>
                  <a:lnTo>
                    <a:pt x="230875" y="1054147"/>
                  </a:lnTo>
                  <a:close/>
                  <a:moveTo>
                    <a:pt x="216743" y="981358"/>
                  </a:moveTo>
                  <a:lnTo>
                    <a:pt x="219007" y="975179"/>
                  </a:lnTo>
                  <a:lnTo>
                    <a:pt x="219071" y="930380"/>
                  </a:lnTo>
                  <a:close/>
                  <a:moveTo>
                    <a:pt x="645585" y="1314541"/>
                  </a:moveTo>
                  <a:lnTo>
                    <a:pt x="606082" y="1331724"/>
                  </a:lnTo>
                  <a:lnTo>
                    <a:pt x="637066" y="1355429"/>
                  </a:lnTo>
                  <a:close/>
                  <a:moveTo>
                    <a:pt x="230490" y="890664"/>
                  </a:moveTo>
                  <a:lnTo>
                    <a:pt x="222210" y="925539"/>
                  </a:lnTo>
                  <a:lnTo>
                    <a:pt x="220973" y="884087"/>
                  </a:lnTo>
                  <a:close/>
                  <a:moveTo>
                    <a:pt x="694776" y="1306740"/>
                  </a:moveTo>
                  <a:lnTo>
                    <a:pt x="667564" y="1260602"/>
                  </a:lnTo>
                  <a:lnTo>
                    <a:pt x="656766" y="1265807"/>
                  </a:lnTo>
                  <a:close/>
                  <a:moveTo>
                    <a:pt x="656766" y="1265807"/>
                  </a:moveTo>
                  <a:lnTo>
                    <a:pt x="665707" y="1270099"/>
                  </a:lnTo>
                  <a:lnTo>
                    <a:pt x="694776" y="1306740"/>
                  </a:lnTo>
                  <a:close/>
                  <a:moveTo>
                    <a:pt x="636107" y="1187092"/>
                  </a:moveTo>
                  <a:lnTo>
                    <a:pt x="605663" y="1170179"/>
                  </a:lnTo>
                  <a:lnTo>
                    <a:pt x="581374" y="1175574"/>
                  </a:lnTo>
                  <a:close/>
                  <a:moveTo>
                    <a:pt x="585826" y="1150338"/>
                  </a:moveTo>
                  <a:lnTo>
                    <a:pt x="581374" y="1175574"/>
                  </a:lnTo>
                  <a:lnTo>
                    <a:pt x="605663" y="1170179"/>
                  </a:lnTo>
                  <a:close/>
                  <a:moveTo>
                    <a:pt x="540930" y="1113582"/>
                  </a:moveTo>
                  <a:lnTo>
                    <a:pt x="540355" y="1146786"/>
                  </a:lnTo>
                  <a:lnTo>
                    <a:pt x="562220" y="1132330"/>
                  </a:lnTo>
                  <a:close/>
                  <a:moveTo>
                    <a:pt x="540930" y="1113582"/>
                  </a:moveTo>
                  <a:lnTo>
                    <a:pt x="522296" y="1130766"/>
                  </a:lnTo>
                  <a:lnTo>
                    <a:pt x="540355" y="1146786"/>
                  </a:lnTo>
                  <a:close/>
                  <a:moveTo>
                    <a:pt x="514789" y="1079571"/>
                  </a:moveTo>
                  <a:lnTo>
                    <a:pt x="511569" y="1078849"/>
                  </a:lnTo>
                  <a:lnTo>
                    <a:pt x="540930" y="1113582"/>
                  </a:lnTo>
                  <a:close/>
                  <a:moveTo>
                    <a:pt x="540930" y="1113582"/>
                  </a:moveTo>
                  <a:lnTo>
                    <a:pt x="511569" y="1078849"/>
                  </a:lnTo>
                  <a:lnTo>
                    <a:pt x="512557" y="1094011"/>
                  </a:lnTo>
                  <a:close/>
                  <a:moveTo>
                    <a:pt x="540930" y="1113582"/>
                  </a:moveTo>
                  <a:lnTo>
                    <a:pt x="512557" y="1094011"/>
                  </a:lnTo>
                  <a:lnTo>
                    <a:pt x="522296" y="1130766"/>
                  </a:lnTo>
                  <a:close/>
                  <a:moveTo>
                    <a:pt x="511322" y="1076828"/>
                  </a:moveTo>
                  <a:lnTo>
                    <a:pt x="486351" y="1069450"/>
                  </a:lnTo>
                  <a:lnTo>
                    <a:pt x="511569" y="1078849"/>
                  </a:lnTo>
                  <a:close/>
                  <a:moveTo>
                    <a:pt x="465577" y="1057256"/>
                  </a:moveTo>
                  <a:lnTo>
                    <a:pt x="486351" y="1069450"/>
                  </a:lnTo>
                  <a:lnTo>
                    <a:pt x="511322" y="1076828"/>
                  </a:lnTo>
                  <a:close/>
                  <a:moveTo>
                    <a:pt x="511322" y="1076828"/>
                  </a:moveTo>
                  <a:lnTo>
                    <a:pt x="511569" y="1078849"/>
                  </a:lnTo>
                  <a:lnTo>
                    <a:pt x="514789" y="1079571"/>
                  </a:lnTo>
                  <a:close/>
                  <a:moveTo>
                    <a:pt x="648388" y="1138376"/>
                  </a:moveTo>
                  <a:lnTo>
                    <a:pt x="613842" y="1139373"/>
                  </a:lnTo>
                  <a:lnTo>
                    <a:pt x="654307" y="1178312"/>
                  </a:lnTo>
                  <a:close/>
                  <a:moveTo>
                    <a:pt x="654307" y="1178312"/>
                  </a:moveTo>
                  <a:lnTo>
                    <a:pt x="675618" y="1143327"/>
                  </a:lnTo>
                  <a:lnTo>
                    <a:pt x="648388" y="1138376"/>
                  </a:lnTo>
                  <a:close/>
                  <a:moveTo>
                    <a:pt x="585826" y="1150338"/>
                  </a:moveTo>
                  <a:lnTo>
                    <a:pt x="605663" y="1170179"/>
                  </a:lnTo>
                  <a:lnTo>
                    <a:pt x="613842" y="1139373"/>
                  </a:lnTo>
                  <a:close/>
                  <a:moveTo>
                    <a:pt x="613842" y="1139373"/>
                  </a:moveTo>
                  <a:lnTo>
                    <a:pt x="562220" y="1132330"/>
                  </a:lnTo>
                  <a:lnTo>
                    <a:pt x="585826" y="1150338"/>
                  </a:lnTo>
                  <a:close/>
                  <a:moveTo>
                    <a:pt x="575169" y="1098978"/>
                  </a:moveTo>
                  <a:lnTo>
                    <a:pt x="562220" y="1132330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37191" y="1096399"/>
                  </a:lnTo>
                  <a:lnTo>
                    <a:pt x="648388" y="1138376"/>
                  </a:lnTo>
                  <a:close/>
                  <a:moveTo>
                    <a:pt x="648388" y="1138376"/>
                  </a:moveTo>
                  <a:lnTo>
                    <a:pt x="637191" y="1096399"/>
                  </a:lnTo>
                  <a:lnTo>
                    <a:pt x="605109" y="1101726"/>
                  </a:lnTo>
                  <a:close/>
                  <a:moveTo>
                    <a:pt x="648388" y="1138376"/>
                  </a:moveTo>
                  <a:lnTo>
                    <a:pt x="605109" y="1101726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48388" y="1138376"/>
                  </a:lnTo>
                  <a:lnTo>
                    <a:pt x="656674" y="1096399"/>
                  </a:lnTo>
                  <a:close/>
                  <a:moveTo>
                    <a:pt x="593685" y="1066267"/>
                  </a:moveTo>
                  <a:lnTo>
                    <a:pt x="575169" y="1098978"/>
                  </a:lnTo>
                  <a:lnTo>
                    <a:pt x="605109" y="1101726"/>
                  </a:lnTo>
                  <a:close/>
                  <a:moveTo>
                    <a:pt x="643701" y="1091612"/>
                  </a:moveTo>
                  <a:lnTo>
                    <a:pt x="602715" y="1076828"/>
                  </a:lnTo>
                  <a:lnTo>
                    <a:pt x="605109" y="1101726"/>
                  </a:lnTo>
                  <a:close/>
                  <a:moveTo>
                    <a:pt x="511322" y="1076828"/>
                  </a:moveTo>
                  <a:lnTo>
                    <a:pt x="514789" y="1079571"/>
                  </a:lnTo>
                  <a:lnTo>
                    <a:pt x="519834" y="1072130"/>
                  </a:lnTo>
                  <a:close/>
                  <a:moveTo>
                    <a:pt x="405339" y="823299"/>
                  </a:moveTo>
                  <a:lnTo>
                    <a:pt x="381495" y="802359"/>
                  </a:lnTo>
                  <a:lnTo>
                    <a:pt x="403593" y="843973"/>
                  </a:lnTo>
                  <a:close/>
                  <a:moveTo>
                    <a:pt x="539558" y="951392"/>
                  </a:moveTo>
                  <a:lnTo>
                    <a:pt x="573945" y="932196"/>
                  </a:lnTo>
                  <a:lnTo>
                    <a:pt x="541162" y="947637"/>
                  </a:lnTo>
                  <a:close/>
                  <a:moveTo>
                    <a:pt x="534963" y="934212"/>
                  </a:moveTo>
                  <a:lnTo>
                    <a:pt x="541162" y="947637"/>
                  </a:lnTo>
                  <a:lnTo>
                    <a:pt x="573945" y="932196"/>
                  </a:lnTo>
                  <a:close/>
                  <a:moveTo>
                    <a:pt x="496522" y="867347"/>
                  </a:moveTo>
                  <a:lnTo>
                    <a:pt x="495071" y="895441"/>
                  </a:lnTo>
                  <a:lnTo>
                    <a:pt x="494997" y="858686"/>
                  </a:lnTo>
                  <a:close/>
                  <a:moveTo>
                    <a:pt x="505716" y="904619"/>
                  </a:moveTo>
                  <a:lnTo>
                    <a:pt x="495071" y="895441"/>
                  </a:lnTo>
                  <a:lnTo>
                    <a:pt x="496522" y="867347"/>
                  </a:lnTo>
                  <a:close/>
                  <a:moveTo>
                    <a:pt x="381495" y="802359"/>
                  </a:moveTo>
                  <a:lnTo>
                    <a:pt x="405339" y="823299"/>
                  </a:lnTo>
                  <a:lnTo>
                    <a:pt x="409163" y="794697"/>
                  </a:lnTo>
                  <a:close/>
                  <a:moveTo>
                    <a:pt x="409163" y="794697"/>
                  </a:moveTo>
                  <a:lnTo>
                    <a:pt x="405339" y="823299"/>
                  </a:lnTo>
                  <a:lnTo>
                    <a:pt x="417067" y="802359"/>
                  </a:lnTo>
                  <a:close/>
                  <a:moveTo>
                    <a:pt x="409163" y="794697"/>
                  </a:moveTo>
                  <a:lnTo>
                    <a:pt x="417067" y="802359"/>
                  </a:lnTo>
                  <a:lnTo>
                    <a:pt x="393099" y="777535"/>
                  </a:lnTo>
                  <a:close/>
                  <a:moveTo>
                    <a:pt x="739416" y="1104113"/>
                  </a:moveTo>
                  <a:lnTo>
                    <a:pt x="752794" y="1062925"/>
                  </a:lnTo>
                  <a:lnTo>
                    <a:pt x="716005" y="1079216"/>
                  </a:lnTo>
                  <a:close/>
                  <a:moveTo>
                    <a:pt x="752794" y="1062925"/>
                  </a:moveTo>
                  <a:lnTo>
                    <a:pt x="794809" y="1090434"/>
                  </a:lnTo>
                  <a:lnTo>
                    <a:pt x="760514" y="1062032"/>
                  </a:lnTo>
                  <a:close/>
                  <a:moveTo>
                    <a:pt x="696697" y="988522"/>
                  </a:moveTo>
                  <a:lnTo>
                    <a:pt x="671496" y="1005706"/>
                  </a:lnTo>
                  <a:lnTo>
                    <a:pt x="683877" y="1021040"/>
                  </a:lnTo>
                  <a:close/>
                  <a:moveTo>
                    <a:pt x="669615" y="968951"/>
                  </a:moveTo>
                  <a:lnTo>
                    <a:pt x="696697" y="988522"/>
                  </a:lnTo>
                  <a:lnTo>
                    <a:pt x="670467" y="951767"/>
                  </a:lnTo>
                  <a:close/>
                  <a:moveTo>
                    <a:pt x="644458" y="932196"/>
                  </a:moveTo>
                  <a:lnTo>
                    <a:pt x="670467" y="951767"/>
                  </a:lnTo>
                  <a:lnTo>
                    <a:pt x="648816" y="915012"/>
                  </a:lnTo>
                  <a:close/>
                  <a:moveTo>
                    <a:pt x="873203" y="1134387"/>
                  </a:moveTo>
                  <a:lnTo>
                    <a:pt x="840780" y="1135065"/>
                  </a:lnTo>
                  <a:lnTo>
                    <a:pt x="860522" y="1081604"/>
                  </a:lnTo>
                  <a:close/>
                  <a:moveTo>
                    <a:pt x="670467" y="951767"/>
                  </a:moveTo>
                  <a:lnTo>
                    <a:pt x="705540" y="984760"/>
                  </a:lnTo>
                  <a:lnTo>
                    <a:pt x="705026" y="940431"/>
                  </a:lnTo>
                  <a:close/>
                  <a:moveTo>
                    <a:pt x="692059" y="897829"/>
                  </a:moveTo>
                  <a:lnTo>
                    <a:pt x="705026" y="940431"/>
                  </a:lnTo>
                  <a:lnTo>
                    <a:pt x="707876" y="918353"/>
                  </a:lnTo>
                  <a:close/>
                  <a:moveTo>
                    <a:pt x="670467" y="951767"/>
                  </a:moveTo>
                  <a:lnTo>
                    <a:pt x="705026" y="940431"/>
                  </a:lnTo>
                  <a:lnTo>
                    <a:pt x="692059" y="897829"/>
                  </a:lnTo>
                  <a:close/>
                  <a:moveTo>
                    <a:pt x="651760" y="833119"/>
                  </a:moveTo>
                  <a:lnTo>
                    <a:pt x="633545" y="837214"/>
                  </a:lnTo>
                  <a:lnTo>
                    <a:pt x="677808" y="861074"/>
                  </a:lnTo>
                  <a:close/>
                  <a:moveTo>
                    <a:pt x="624172" y="787564"/>
                  </a:moveTo>
                  <a:lnTo>
                    <a:pt x="608846" y="804747"/>
                  </a:lnTo>
                  <a:lnTo>
                    <a:pt x="639855" y="824319"/>
                  </a:lnTo>
                  <a:close/>
                  <a:moveTo>
                    <a:pt x="639855" y="824319"/>
                  </a:moveTo>
                  <a:lnTo>
                    <a:pt x="633545" y="837214"/>
                  </a:lnTo>
                  <a:lnTo>
                    <a:pt x="651760" y="833119"/>
                  </a:lnTo>
                  <a:close/>
                  <a:moveTo>
                    <a:pt x="913143" y="1101176"/>
                  </a:moveTo>
                  <a:lnTo>
                    <a:pt x="860522" y="1081604"/>
                  </a:lnTo>
                  <a:lnTo>
                    <a:pt x="887849" y="1118359"/>
                  </a:lnTo>
                  <a:close/>
                  <a:moveTo>
                    <a:pt x="692059" y="897829"/>
                  </a:moveTo>
                  <a:lnTo>
                    <a:pt x="707876" y="918353"/>
                  </a:lnTo>
                  <a:lnTo>
                    <a:pt x="718750" y="884526"/>
                  </a:lnTo>
                  <a:close/>
                  <a:moveTo>
                    <a:pt x="718750" y="884526"/>
                  </a:moveTo>
                  <a:lnTo>
                    <a:pt x="707876" y="918353"/>
                  </a:lnTo>
                  <a:lnTo>
                    <a:pt x="722691" y="897829"/>
                  </a:lnTo>
                  <a:close/>
                  <a:moveTo>
                    <a:pt x="718750" y="884526"/>
                  </a:moveTo>
                  <a:lnTo>
                    <a:pt x="722691" y="897829"/>
                  </a:lnTo>
                  <a:lnTo>
                    <a:pt x="727046" y="860123"/>
                  </a:lnTo>
                  <a:close/>
                  <a:moveTo>
                    <a:pt x="701297" y="853968"/>
                  </a:moveTo>
                  <a:lnTo>
                    <a:pt x="718750" y="884526"/>
                  </a:lnTo>
                  <a:lnTo>
                    <a:pt x="727046" y="860123"/>
                  </a:lnTo>
                  <a:close/>
                  <a:moveTo>
                    <a:pt x="657541" y="770381"/>
                  </a:moveTo>
                  <a:lnTo>
                    <a:pt x="653425" y="821052"/>
                  </a:lnTo>
                  <a:lnTo>
                    <a:pt x="661768" y="774331"/>
                  </a:lnTo>
                  <a:close/>
                  <a:moveTo>
                    <a:pt x="639855" y="824319"/>
                  </a:moveTo>
                  <a:lnTo>
                    <a:pt x="653425" y="821052"/>
                  </a:lnTo>
                  <a:lnTo>
                    <a:pt x="657541" y="770381"/>
                  </a:lnTo>
                  <a:close/>
                  <a:moveTo>
                    <a:pt x="681271" y="770381"/>
                  </a:moveTo>
                  <a:lnTo>
                    <a:pt x="661768" y="774331"/>
                  </a:lnTo>
                  <a:lnTo>
                    <a:pt x="693095" y="771142"/>
                  </a:lnTo>
                  <a:close/>
                  <a:moveTo>
                    <a:pt x="693095" y="771142"/>
                  </a:moveTo>
                  <a:lnTo>
                    <a:pt x="661768" y="774331"/>
                  </a:lnTo>
                  <a:lnTo>
                    <a:pt x="653425" y="821052"/>
                  </a:lnTo>
                  <a:close/>
                  <a:moveTo>
                    <a:pt x="693095" y="771142"/>
                  </a:moveTo>
                  <a:lnTo>
                    <a:pt x="653425" y="821052"/>
                  </a:lnTo>
                  <a:lnTo>
                    <a:pt x="697618" y="812212"/>
                  </a:lnTo>
                  <a:close/>
                  <a:moveTo>
                    <a:pt x="701238" y="770381"/>
                  </a:moveTo>
                  <a:lnTo>
                    <a:pt x="693095" y="771142"/>
                  </a:lnTo>
                  <a:lnTo>
                    <a:pt x="697618" y="812212"/>
                  </a:lnTo>
                  <a:close/>
                  <a:moveTo>
                    <a:pt x="693410" y="768058"/>
                  </a:moveTo>
                  <a:lnTo>
                    <a:pt x="693095" y="771142"/>
                  </a:lnTo>
                  <a:lnTo>
                    <a:pt x="701238" y="770381"/>
                  </a:lnTo>
                  <a:close/>
                  <a:moveTo>
                    <a:pt x="681271" y="770381"/>
                  </a:moveTo>
                  <a:lnTo>
                    <a:pt x="693095" y="771142"/>
                  </a:lnTo>
                  <a:lnTo>
                    <a:pt x="693410" y="768058"/>
                  </a:lnTo>
                  <a:close/>
                  <a:moveTo>
                    <a:pt x="978294" y="1122192"/>
                  </a:moveTo>
                  <a:lnTo>
                    <a:pt x="1007437" y="1098487"/>
                  </a:lnTo>
                  <a:lnTo>
                    <a:pt x="997088" y="1089255"/>
                  </a:lnTo>
                  <a:close/>
                  <a:moveTo>
                    <a:pt x="978294" y="1122192"/>
                  </a:moveTo>
                  <a:lnTo>
                    <a:pt x="997088" y="1089255"/>
                  </a:lnTo>
                  <a:lnTo>
                    <a:pt x="966958" y="1086661"/>
                  </a:lnTo>
                  <a:close/>
                  <a:moveTo>
                    <a:pt x="923232" y="1095121"/>
                  </a:moveTo>
                  <a:lnTo>
                    <a:pt x="966958" y="1086661"/>
                  </a:lnTo>
                  <a:lnTo>
                    <a:pt x="953946" y="1052493"/>
                  </a:lnTo>
                  <a:close/>
                  <a:moveTo>
                    <a:pt x="966958" y="1086661"/>
                  </a:moveTo>
                  <a:lnTo>
                    <a:pt x="997088" y="1089255"/>
                  </a:lnTo>
                  <a:lnTo>
                    <a:pt x="981274" y="1057364"/>
                  </a:lnTo>
                  <a:close/>
                  <a:moveTo>
                    <a:pt x="966958" y="1086661"/>
                  </a:moveTo>
                  <a:lnTo>
                    <a:pt x="981274" y="1057364"/>
                  </a:lnTo>
                  <a:lnTo>
                    <a:pt x="953946" y="1052493"/>
                  </a:lnTo>
                  <a:close/>
                  <a:moveTo>
                    <a:pt x="769916" y="789952"/>
                  </a:moveTo>
                  <a:lnTo>
                    <a:pt x="739965" y="817543"/>
                  </a:lnTo>
                  <a:lnTo>
                    <a:pt x="776647" y="843891"/>
                  </a:lnTo>
                  <a:close/>
                  <a:moveTo>
                    <a:pt x="769916" y="789952"/>
                  </a:moveTo>
                  <a:lnTo>
                    <a:pt x="776647" y="843891"/>
                  </a:lnTo>
                  <a:lnTo>
                    <a:pt x="777256" y="826707"/>
                  </a:lnTo>
                  <a:close/>
                  <a:moveTo>
                    <a:pt x="657541" y="770381"/>
                  </a:moveTo>
                  <a:lnTo>
                    <a:pt x="661768" y="774331"/>
                  </a:lnTo>
                  <a:lnTo>
                    <a:pt x="663816" y="767857"/>
                  </a:lnTo>
                  <a:close/>
                  <a:moveTo>
                    <a:pt x="663816" y="767857"/>
                  </a:moveTo>
                  <a:lnTo>
                    <a:pt x="661768" y="774331"/>
                  </a:lnTo>
                  <a:lnTo>
                    <a:pt x="681271" y="770381"/>
                  </a:lnTo>
                  <a:close/>
                  <a:moveTo>
                    <a:pt x="696744" y="723428"/>
                  </a:moveTo>
                  <a:lnTo>
                    <a:pt x="681271" y="770381"/>
                  </a:lnTo>
                  <a:lnTo>
                    <a:pt x="693410" y="768058"/>
                  </a:lnTo>
                  <a:close/>
                  <a:moveTo>
                    <a:pt x="663816" y="767857"/>
                  </a:moveTo>
                  <a:lnTo>
                    <a:pt x="681271" y="770381"/>
                  </a:lnTo>
                  <a:lnTo>
                    <a:pt x="696744" y="723428"/>
                  </a:lnTo>
                  <a:close/>
                  <a:moveTo>
                    <a:pt x="722468" y="716442"/>
                  </a:moveTo>
                  <a:lnTo>
                    <a:pt x="693410" y="768058"/>
                  </a:lnTo>
                  <a:lnTo>
                    <a:pt x="701238" y="770381"/>
                  </a:lnTo>
                  <a:close/>
                  <a:moveTo>
                    <a:pt x="582061" y="504689"/>
                  </a:moveTo>
                  <a:lnTo>
                    <a:pt x="546802" y="540329"/>
                  </a:lnTo>
                  <a:lnTo>
                    <a:pt x="553193" y="521330"/>
                  </a:lnTo>
                  <a:close/>
                  <a:moveTo>
                    <a:pt x="1066889" y="1030054"/>
                  </a:moveTo>
                  <a:lnTo>
                    <a:pt x="1084101" y="1072691"/>
                  </a:lnTo>
                  <a:lnTo>
                    <a:pt x="1087900" y="1053963"/>
                  </a:lnTo>
                  <a:close/>
                  <a:moveTo>
                    <a:pt x="1066889" y="1030054"/>
                  </a:moveTo>
                  <a:lnTo>
                    <a:pt x="1044977" y="1018056"/>
                  </a:lnTo>
                  <a:lnTo>
                    <a:pt x="1026632" y="1045674"/>
                  </a:lnTo>
                  <a:close/>
                  <a:moveTo>
                    <a:pt x="769916" y="789952"/>
                  </a:moveTo>
                  <a:lnTo>
                    <a:pt x="813918" y="777049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761076" y="742963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807621" y="776958"/>
                  </a:lnTo>
                  <a:lnTo>
                    <a:pt x="822413" y="747273"/>
                  </a:lnTo>
                  <a:close/>
                  <a:moveTo>
                    <a:pt x="757235" y="699259"/>
                  </a:moveTo>
                  <a:lnTo>
                    <a:pt x="761076" y="742963"/>
                  </a:lnTo>
                  <a:lnTo>
                    <a:pt x="760767" y="702900"/>
                  </a:lnTo>
                  <a:close/>
                  <a:moveTo>
                    <a:pt x="761076" y="742963"/>
                  </a:moveTo>
                  <a:lnTo>
                    <a:pt x="799100" y="739138"/>
                  </a:lnTo>
                  <a:lnTo>
                    <a:pt x="760767" y="702900"/>
                  </a:lnTo>
                  <a:close/>
                  <a:moveTo>
                    <a:pt x="722468" y="716442"/>
                  </a:moveTo>
                  <a:lnTo>
                    <a:pt x="757235" y="699259"/>
                  </a:lnTo>
                  <a:lnTo>
                    <a:pt x="697909" y="688671"/>
                  </a:lnTo>
                  <a:close/>
                  <a:moveTo>
                    <a:pt x="757235" y="699259"/>
                  </a:moveTo>
                  <a:lnTo>
                    <a:pt x="717877" y="667120"/>
                  </a:lnTo>
                  <a:lnTo>
                    <a:pt x="697909" y="688671"/>
                  </a:lnTo>
                  <a:close/>
                  <a:moveTo>
                    <a:pt x="169468" y="3929"/>
                  </a:moveTo>
                  <a:lnTo>
                    <a:pt x="180519" y="0"/>
                  </a:lnTo>
                  <a:lnTo>
                    <a:pt x="148796" y="5968"/>
                  </a:lnTo>
                  <a:close/>
                  <a:moveTo>
                    <a:pt x="169468" y="3929"/>
                  </a:moveTo>
                  <a:lnTo>
                    <a:pt x="191023" y="13493"/>
                  </a:lnTo>
                  <a:lnTo>
                    <a:pt x="180519" y="0"/>
                  </a:lnTo>
                  <a:close/>
                  <a:moveTo>
                    <a:pt x="1087900" y="1053963"/>
                  </a:moveTo>
                  <a:lnTo>
                    <a:pt x="1096972" y="1017480"/>
                  </a:lnTo>
                  <a:lnTo>
                    <a:pt x="1066889" y="1030054"/>
                  </a:lnTo>
                  <a:close/>
                  <a:moveTo>
                    <a:pt x="1066889" y="1030054"/>
                  </a:moveTo>
                  <a:lnTo>
                    <a:pt x="1096972" y="1017480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96972" y="1017480"/>
                  </a:lnTo>
                  <a:lnTo>
                    <a:pt x="1085808" y="981809"/>
                  </a:lnTo>
                  <a:close/>
                  <a:moveTo>
                    <a:pt x="1066889" y="1030054"/>
                  </a:moveTo>
                  <a:lnTo>
                    <a:pt x="1053649" y="980865"/>
                  </a:lnTo>
                  <a:lnTo>
                    <a:pt x="1044977" y="1018056"/>
                  </a:lnTo>
                  <a:close/>
                  <a:moveTo>
                    <a:pt x="1042014" y="976116"/>
                  </a:moveTo>
                  <a:lnTo>
                    <a:pt x="1044977" y="1018056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85808" y="981809"/>
                  </a:lnTo>
                  <a:lnTo>
                    <a:pt x="1030854" y="954650"/>
                  </a:lnTo>
                  <a:close/>
                  <a:moveTo>
                    <a:pt x="1010138" y="944403"/>
                  </a:moveTo>
                  <a:lnTo>
                    <a:pt x="1042014" y="976116"/>
                  </a:lnTo>
                  <a:lnTo>
                    <a:pt x="1053649" y="980865"/>
                  </a:lnTo>
                  <a:close/>
                  <a:moveTo>
                    <a:pt x="862945" y="772769"/>
                  </a:moveTo>
                  <a:lnTo>
                    <a:pt x="884066" y="790167"/>
                  </a:lnTo>
                  <a:lnTo>
                    <a:pt x="903285" y="765817"/>
                  </a:lnTo>
                  <a:close/>
                  <a:moveTo>
                    <a:pt x="862945" y="772769"/>
                  </a:moveTo>
                  <a:lnTo>
                    <a:pt x="903285" y="765817"/>
                  </a:lnTo>
                  <a:lnTo>
                    <a:pt x="885939" y="755586"/>
                  </a:lnTo>
                  <a:close/>
                  <a:moveTo>
                    <a:pt x="760552" y="698642"/>
                  </a:moveTo>
                  <a:lnTo>
                    <a:pt x="757235" y="699259"/>
                  </a:lnTo>
                  <a:lnTo>
                    <a:pt x="760767" y="702900"/>
                  </a:lnTo>
                  <a:close/>
                  <a:moveTo>
                    <a:pt x="757235" y="699259"/>
                  </a:moveTo>
                  <a:lnTo>
                    <a:pt x="760552" y="698642"/>
                  </a:lnTo>
                  <a:lnTo>
                    <a:pt x="772238" y="649581"/>
                  </a:lnTo>
                  <a:close/>
                  <a:moveTo>
                    <a:pt x="885939" y="755586"/>
                  </a:moveTo>
                  <a:lnTo>
                    <a:pt x="912204" y="746110"/>
                  </a:lnTo>
                  <a:lnTo>
                    <a:pt x="870148" y="718831"/>
                  </a:lnTo>
                  <a:close/>
                  <a:moveTo>
                    <a:pt x="807235" y="598283"/>
                  </a:moveTo>
                  <a:lnTo>
                    <a:pt x="828560" y="608034"/>
                  </a:lnTo>
                  <a:lnTo>
                    <a:pt x="832093" y="560415"/>
                  </a:lnTo>
                  <a:close/>
                  <a:moveTo>
                    <a:pt x="961588" y="554062"/>
                  </a:moveTo>
                  <a:lnTo>
                    <a:pt x="991977" y="593771"/>
                  </a:lnTo>
                  <a:lnTo>
                    <a:pt x="968952" y="55701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72" name="Input_density__72">
              <a:extLst>
                <a:ext uri="{FF2B5EF4-FFF2-40B4-BE49-F238E27FC236}">
                  <a16:creationId xmlns:a16="http://schemas.microsoft.com/office/drawing/2014/main" id="{5C8338A6-7957-3769-1DB4-F216AE20AD7A}"/>
                </a:ext>
              </a:extLst>
            </p:cNvPr>
            <p:cNvSpPr>
              <a:spLocks noGrp="1"/>
            </p:cNvSpPr>
            <p:nvPr/>
          </p:nvSpPr>
          <p:spPr>
            <a:xfrm>
              <a:off x="904944" y="2303222"/>
              <a:ext cx="1049061" cy="970305"/>
            </a:xfrm>
            <a:custGeom>
              <a:avLst/>
              <a:gdLst/>
              <a:ahLst/>
              <a:cxnLst/>
              <a:rect l="0" t="0" r="0" b="0"/>
              <a:pathLst>
                <a:path w="1049061" h="970305">
                  <a:moveTo>
                    <a:pt x="11441" y="675613"/>
                  </a:moveTo>
                  <a:lnTo>
                    <a:pt x="0" y="665941"/>
                  </a:lnTo>
                  <a:lnTo>
                    <a:pt x="12374" y="688575"/>
                  </a:lnTo>
                  <a:close/>
                  <a:moveTo>
                    <a:pt x="269168" y="896142"/>
                  </a:moveTo>
                  <a:lnTo>
                    <a:pt x="270886" y="909422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7142" y="932897"/>
                  </a:lnTo>
                  <a:lnTo>
                    <a:pt x="333005" y="942747"/>
                  </a:lnTo>
                  <a:close/>
                  <a:moveTo>
                    <a:pt x="317142" y="932897"/>
                  </a:moveTo>
                  <a:lnTo>
                    <a:pt x="349890" y="915714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0962" y="888700"/>
                  </a:lnTo>
                  <a:lnTo>
                    <a:pt x="292707" y="916659"/>
                  </a:lnTo>
                  <a:close/>
                  <a:moveTo>
                    <a:pt x="290191" y="878959"/>
                  </a:moveTo>
                  <a:lnTo>
                    <a:pt x="292707" y="916659"/>
                  </a:lnTo>
                  <a:lnTo>
                    <a:pt x="310962" y="888700"/>
                  </a:lnTo>
                  <a:close/>
                  <a:moveTo>
                    <a:pt x="290191" y="878959"/>
                  </a:moveTo>
                  <a:lnTo>
                    <a:pt x="269168" y="896142"/>
                  </a:lnTo>
                  <a:lnTo>
                    <a:pt x="292707" y="916659"/>
                  </a:lnTo>
                  <a:close/>
                  <a:moveTo>
                    <a:pt x="269168" y="896142"/>
                  </a:moveTo>
                  <a:lnTo>
                    <a:pt x="290191" y="878959"/>
                  </a:lnTo>
                  <a:lnTo>
                    <a:pt x="247463" y="872074"/>
                  </a:lnTo>
                  <a:close/>
                  <a:moveTo>
                    <a:pt x="290191" y="878959"/>
                  </a:moveTo>
                  <a:lnTo>
                    <a:pt x="272334" y="868854"/>
                  </a:lnTo>
                  <a:lnTo>
                    <a:pt x="247463" y="872074"/>
                  </a:lnTo>
                  <a:close/>
                  <a:moveTo>
                    <a:pt x="247463" y="872074"/>
                  </a:moveTo>
                  <a:lnTo>
                    <a:pt x="230020" y="843721"/>
                  </a:lnTo>
                  <a:lnTo>
                    <a:pt x="234955" y="859387"/>
                  </a:lnTo>
                  <a:close/>
                  <a:moveTo>
                    <a:pt x="234955" y="859387"/>
                  </a:moveTo>
                  <a:lnTo>
                    <a:pt x="230020" y="843721"/>
                  </a:lnTo>
                  <a:lnTo>
                    <a:pt x="206609" y="818007"/>
                  </a:lnTo>
                  <a:close/>
                  <a:moveTo>
                    <a:pt x="432747" y="970305"/>
                  </a:moveTo>
                  <a:lnTo>
                    <a:pt x="408423" y="941278"/>
                  </a:lnTo>
                  <a:lnTo>
                    <a:pt x="415946" y="952469"/>
                  </a:lnTo>
                  <a:close/>
                  <a:moveTo>
                    <a:pt x="419394" y="948750"/>
                  </a:moveTo>
                  <a:lnTo>
                    <a:pt x="408423" y="941278"/>
                  </a:lnTo>
                  <a:lnTo>
                    <a:pt x="432747" y="970305"/>
                  </a:lnTo>
                  <a:close/>
                  <a:moveTo>
                    <a:pt x="458103" y="968900"/>
                  </a:moveTo>
                  <a:lnTo>
                    <a:pt x="419394" y="948750"/>
                  </a:lnTo>
                  <a:lnTo>
                    <a:pt x="432747" y="970305"/>
                  </a:lnTo>
                  <a:close/>
                  <a:moveTo>
                    <a:pt x="415946" y="952469"/>
                  </a:moveTo>
                  <a:lnTo>
                    <a:pt x="408423" y="941278"/>
                  </a:lnTo>
                  <a:lnTo>
                    <a:pt x="385887" y="914852"/>
                  </a:lnTo>
                  <a:close/>
                  <a:moveTo>
                    <a:pt x="408423" y="941278"/>
                  </a:moveTo>
                  <a:lnTo>
                    <a:pt x="367077" y="915714"/>
                  </a:lnTo>
                  <a:lnTo>
                    <a:pt x="385887" y="914852"/>
                  </a:lnTo>
                  <a:close/>
                  <a:moveTo>
                    <a:pt x="366542" y="875723"/>
                  </a:moveTo>
                  <a:lnTo>
                    <a:pt x="385887" y="914852"/>
                  </a:lnTo>
                  <a:lnTo>
                    <a:pt x="366457" y="878959"/>
                  </a:lnTo>
                  <a:close/>
                  <a:moveTo>
                    <a:pt x="366457" y="878959"/>
                  </a:moveTo>
                  <a:lnTo>
                    <a:pt x="385887" y="914852"/>
                  </a:lnTo>
                  <a:lnTo>
                    <a:pt x="367077" y="915714"/>
                  </a:lnTo>
                  <a:close/>
                  <a:moveTo>
                    <a:pt x="366542" y="875723"/>
                  </a:moveTo>
                  <a:lnTo>
                    <a:pt x="366457" y="878959"/>
                  </a:lnTo>
                  <a:lnTo>
                    <a:pt x="352599" y="870079"/>
                  </a:lnTo>
                  <a:close/>
                  <a:moveTo>
                    <a:pt x="400311" y="877401"/>
                  </a:moveTo>
                  <a:lnTo>
                    <a:pt x="387763" y="915714"/>
                  </a:lnTo>
                  <a:lnTo>
                    <a:pt x="385887" y="914852"/>
                  </a:lnTo>
                  <a:close/>
                  <a:moveTo>
                    <a:pt x="352599" y="870079"/>
                  </a:moveTo>
                  <a:lnTo>
                    <a:pt x="366457" y="878959"/>
                  </a:lnTo>
                  <a:lnTo>
                    <a:pt x="332328" y="844011"/>
                  </a:lnTo>
                  <a:close/>
                  <a:moveTo>
                    <a:pt x="330969" y="842204"/>
                  </a:moveTo>
                  <a:lnTo>
                    <a:pt x="352599" y="870079"/>
                  </a:lnTo>
                  <a:lnTo>
                    <a:pt x="332328" y="844011"/>
                  </a:lnTo>
                  <a:close/>
                  <a:moveTo>
                    <a:pt x="310812" y="832215"/>
                  </a:moveTo>
                  <a:lnTo>
                    <a:pt x="291545" y="816105"/>
                  </a:lnTo>
                  <a:lnTo>
                    <a:pt x="273405" y="790791"/>
                  </a:lnTo>
                  <a:close/>
                  <a:moveTo>
                    <a:pt x="310812" y="832215"/>
                  </a:moveTo>
                  <a:lnTo>
                    <a:pt x="330969" y="842204"/>
                  </a:lnTo>
                  <a:lnTo>
                    <a:pt x="291545" y="816105"/>
                  </a:lnTo>
                  <a:close/>
                  <a:moveTo>
                    <a:pt x="264997" y="714756"/>
                  </a:moveTo>
                  <a:lnTo>
                    <a:pt x="271656" y="741743"/>
                  </a:lnTo>
                  <a:lnTo>
                    <a:pt x="296226" y="737399"/>
                  </a:lnTo>
                  <a:close/>
                  <a:moveTo>
                    <a:pt x="241444" y="731939"/>
                  </a:moveTo>
                  <a:lnTo>
                    <a:pt x="264997" y="714756"/>
                  </a:lnTo>
                  <a:lnTo>
                    <a:pt x="235018" y="729337"/>
                  </a:lnTo>
                  <a:close/>
                  <a:moveTo>
                    <a:pt x="214348" y="680424"/>
                  </a:moveTo>
                  <a:lnTo>
                    <a:pt x="165299" y="717821"/>
                  </a:lnTo>
                  <a:lnTo>
                    <a:pt x="199604" y="721505"/>
                  </a:lnTo>
                  <a:close/>
                  <a:moveTo>
                    <a:pt x="199604" y="721505"/>
                  </a:moveTo>
                  <a:lnTo>
                    <a:pt x="235018" y="729337"/>
                  </a:lnTo>
                  <a:lnTo>
                    <a:pt x="249245" y="686321"/>
                  </a:lnTo>
                  <a:close/>
                  <a:moveTo>
                    <a:pt x="200821" y="629847"/>
                  </a:moveTo>
                  <a:lnTo>
                    <a:pt x="166093" y="621674"/>
                  </a:lnTo>
                  <a:lnTo>
                    <a:pt x="168685" y="642762"/>
                  </a:lnTo>
                  <a:close/>
                  <a:moveTo>
                    <a:pt x="168685" y="642762"/>
                  </a:moveTo>
                  <a:lnTo>
                    <a:pt x="166093" y="621674"/>
                  </a:lnTo>
                  <a:lnTo>
                    <a:pt x="156027" y="608306"/>
                  </a:lnTo>
                  <a:close/>
                  <a:moveTo>
                    <a:pt x="136927" y="579087"/>
                  </a:moveTo>
                  <a:lnTo>
                    <a:pt x="186902" y="577806"/>
                  </a:lnTo>
                  <a:lnTo>
                    <a:pt x="174794" y="567736"/>
                  </a:lnTo>
                  <a:close/>
                  <a:moveTo>
                    <a:pt x="136927" y="579087"/>
                  </a:moveTo>
                  <a:lnTo>
                    <a:pt x="132372" y="567736"/>
                  </a:lnTo>
                  <a:lnTo>
                    <a:pt x="139213" y="604491"/>
                  </a:lnTo>
                  <a:close/>
                  <a:moveTo>
                    <a:pt x="136927" y="579087"/>
                  </a:moveTo>
                  <a:lnTo>
                    <a:pt x="174794" y="567736"/>
                  </a:lnTo>
                  <a:lnTo>
                    <a:pt x="146205" y="550224"/>
                  </a:lnTo>
                  <a:close/>
                  <a:moveTo>
                    <a:pt x="146205" y="550224"/>
                  </a:moveTo>
                  <a:lnTo>
                    <a:pt x="115947" y="530981"/>
                  </a:lnTo>
                  <a:lnTo>
                    <a:pt x="136927" y="579087"/>
                  </a:lnTo>
                  <a:close/>
                  <a:moveTo>
                    <a:pt x="340053" y="734327"/>
                  </a:moveTo>
                  <a:lnTo>
                    <a:pt x="309015" y="751511"/>
                  </a:lnTo>
                  <a:lnTo>
                    <a:pt x="339444" y="774406"/>
                  </a:lnTo>
                  <a:close/>
                  <a:moveTo>
                    <a:pt x="388625" y="778384"/>
                  </a:moveTo>
                  <a:lnTo>
                    <a:pt x="392959" y="771082"/>
                  </a:lnTo>
                  <a:lnTo>
                    <a:pt x="373981" y="778959"/>
                  </a:lnTo>
                  <a:close/>
                  <a:moveTo>
                    <a:pt x="373981" y="778959"/>
                  </a:moveTo>
                  <a:lnTo>
                    <a:pt x="392959" y="771082"/>
                  </a:lnTo>
                  <a:lnTo>
                    <a:pt x="359266" y="752308"/>
                  </a:lnTo>
                  <a:close/>
                  <a:moveTo>
                    <a:pt x="337398" y="670549"/>
                  </a:moveTo>
                  <a:lnTo>
                    <a:pt x="282703" y="678001"/>
                  </a:lnTo>
                  <a:lnTo>
                    <a:pt x="299801" y="706926"/>
                  </a:lnTo>
                  <a:close/>
                  <a:moveTo>
                    <a:pt x="299801" y="706926"/>
                  </a:moveTo>
                  <a:lnTo>
                    <a:pt x="282703" y="678001"/>
                  </a:lnTo>
                  <a:lnTo>
                    <a:pt x="283926" y="675085"/>
                  </a:lnTo>
                  <a:close/>
                  <a:moveTo>
                    <a:pt x="252537" y="673515"/>
                  </a:moveTo>
                  <a:lnTo>
                    <a:pt x="283926" y="675085"/>
                  </a:lnTo>
                  <a:lnTo>
                    <a:pt x="279481" y="674790"/>
                  </a:lnTo>
                  <a:close/>
                  <a:moveTo>
                    <a:pt x="245411" y="671986"/>
                  </a:moveTo>
                  <a:lnTo>
                    <a:pt x="252537" y="673515"/>
                  </a:lnTo>
                  <a:lnTo>
                    <a:pt x="279481" y="674790"/>
                  </a:lnTo>
                  <a:close/>
                  <a:moveTo>
                    <a:pt x="174794" y="567736"/>
                  </a:moveTo>
                  <a:lnTo>
                    <a:pt x="186902" y="577806"/>
                  </a:lnTo>
                  <a:lnTo>
                    <a:pt x="190138" y="587308"/>
                  </a:lnTo>
                  <a:close/>
                  <a:moveTo>
                    <a:pt x="198633" y="550552"/>
                  </a:moveTo>
                  <a:lnTo>
                    <a:pt x="204067" y="545775"/>
                  </a:lnTo>
                  <a:lnTo>
                    <a:pt x="174794" y="567736"/>
                  </a:lnTo>
                  <a:close/>
                  <a:moveTo>
                    <a:pt x="222943" y="587982"/>
                  </a:moveTo>
                  <a:lnTo>
                    <a:pt x="202569" y="597556"/>
                  </a:lnTo>
                  <a:lnTo>
                    <a:pt x="186902" y="577806"/>
                  </a:lnTo>
                  <a:close/>
                  <a:moveTo>
                    <a:pt x="151326" y="522634"/>
                  </a:moveTo>
                  <a:lnTo>
                    <a:pt x="186156" y="521406"/>
                  </a:lnTo>
                  <a:lnTo>
                    <a:pt x="175971" y="484938"/>
                  </a:lnTo>
                  <a:close/>
                  <a:moveTo>
                    <a:pt x="354696" y="689385"/>
                  </a:moveTo>
                  <a:lnTo>
                    <a:pt x="360959" y="697572"/>
                  </a:lnTo>
                  <a:lnTo>
                    <a:pt x="337398" y="670549"/>
                  </a:lnTo>
                  <a:close/>
                  <a:moveTo>
                    <a:pt x="241237" y="503714"/>
                  </a:moveTo>
                  <a:lnTo>
                    <a:pt x="255717" y="513797"/>
                  </a:lnTo>
                  <a:lnTo>
                    <a:pt x="253482" y="538506"/>
                  </a:lnTo>
                  <a:close/>
                  <a:moveTo>
                    <a:pt x="199466" y="423104"/>
                  </a:moveTo>
                  <a:lnTo>
                    <a:pt x="194014" y="440287"/>
                  </a:lnTo>
                  <a:lnTo>
                    <a:pt x="212156" y="459859"/>
                  </a:lnTo>
                  <a:close/>
                  <a:moveTo>
                    <a:pt x="545643" y="827409"/>
                  </a:moveTo>
                  <a:lnTo>
                    <a:pt x="572736" y="864164"/>
                  </a:lnTo>
                  <a:lnTo>
                    <a:pt x="586468" y="860136"/>
                  </a:lnTo>
                  <a:close/>
                  <a:moveTo>
                    <a:pt x="586468" y="860136"/>
                  </a:moveTo>
                  <a:lnTo>
                    <a:pt x="585739" y="864164"/>
                  </a:lnTo>
                  <a:lnTo>
                    <a:pt x="590503" y="812108"/>
                  </a:lnTo>
                  <a:close/>
                  <a:moveTo>
                    <a:pt x="399640" y="635188"/>
                  </a:moveTo>
                  <a:lnTo>
                    <a:pt x="360892" y="662179"/>
                  </a:lnTo>
                  <a:lnTo>
                    <a:pt x="394044" y="661555"/>
                  </a:lnTo>
                  <a:close/>
                  <a:moveTo>
                    <a:pt x="399640" y="635188"/>
                  </a:moveTo>
                  <a:lnTo>
                    <a:pt x="364330" y="636806"/>
                  </a:lnTo>
                  <a:lnTo>
                    <a:pt x="360892" y="662179"/>
                  </a:lnTo>
                  <a:close/>
                  <a:moveTo>
                    <a:pt x="376516" y="589696"/>
                  </a:moveTo>
                  <a:lnTo>
                    <a:pt x="368090" y="592884"/>
                  </a:lnTo>
                  <a:lnTo>
                    <a:pt x="396725" y="592811"/>
                  </a:lnTo>
                  <a:close/>
                  <a:moveTo>
                    <a:pt x="396725" y="592811"/>
                  </a:moveTo>
                  <a:lnTo>
                    <a:pt x="368090" y="592884"/>
                  </a:lnTo>
                  <a:lnTo>
                    <a:pt x="364330" y="636806"/>
                  </a:lnTo>
                  <a:close/>
                  <a:moveTo>
                    <a:pt x="399640" y="635188"/>
                  </a:moveTo>
                  <a:lnTo>
                    <a:pt x="417179" y="603270"/>
                  </a:lnTo>
                  <a:lnTo>
                    <a:pt x="396725" y="592811"/>
                  </a:lnTo>
                  <a:close/>
                  <a:moveTo>
                    <a:pt x="212156" y="459859"/>
                  </a:moveTo>
                  <a:lnTo>
                    <a:pt x="239979" y="496614"/>
                  </a:lnTo>
                  <a:lnTo>
                    <a:pt x="268157" y="468404"/>
                  </a:lnTo>
                  <a:close/>
                  <a:moveTo>
                    <a:pt x="268157" y="468404"/>
                  </a:moveTo>
                  <a:lnTo>
                    <a:pt x="239979" y="496614"/>
                  </a:lnTo>
                  <a:lnTo>
                    <a:pt x="258247" y="489885"/>
                  </a:lnTo>
                  <a:close/>
                  <a:moveTo>
                    <a:pt x="214419" y="453680"/>
                  </a:moveTo>
                  <a:lnTo>
                    <a:pt x="212156" y="459859"/>
                  </a:lnTo>
                  <a:lnTo>
                    <a:pt x="268157" y="468404"/>
                  </a:lnTo>
                  <a:close/>
                  <a:moveTo>
                    <a:pt x="440590" y="539490"/>
                  </a:moveTo>
                  <a:lnTo>
                    <a:pt x="430485" y="577019"/>
                  </a:lnTo>
                  <a:lnTo>
                    <a:pt x="460990" y="535757"/>
                  </a:lnTo>
                  <a:close/>
                  <a:moveTo>
                    <a:pt x="440590" y="539490"/>
                  </a:moveTo>
                  <a:lnTo>
                    <a:pt x="388376" y="516186"/>
                  </a:lnTo>
                  <a:lnTo>
                    <a:pt x="403843" y="505774"/>
                  </a:lnTo>
                  <a:close/>
                  <a:moveTo>
                    <a:pt x="581238" y="628839"/>
                  </a:moveTo>
                  <a:lnTo>
                    <a:pt x="568045" y="646022"/>
                  </a:lnTo>
                  <a:lnTo>
                    <a:pt x="576786" y="654076"/>
                  </a:lnTo>
                  <a:close/>
                  <a:moveTo>
                    <a:pt x="568045" y="646022"/>
                  </a:moveTo>
                  <a:lnTo>
                    <a:pt x="581238" y="628839"/>
                  </a:lnTo>
                  <a:lnTo>
                    <a:pt x="535767" y="625288"/>
                  </a:lnTo>
                  <a:close/>
                  <a:moveTo>
                    <a:pt x="581238" y="628839"/>
                  </a:moveTo>
                  <a:lnTo>
                    <a:pt x="557633" y="610832"/>
                  </a:lnTo>
                  <a:lnTo>
                    <a:pt x="535767" y="625288"/>
                  </a:lnTo>
                  <a:close/>
                  <a:moveTo>
                    <a:pt x="481763" y="547951"/>
                  </a:moveTo>
                  <a:lnTo>
                    <a:pt x="507969" y="572512"/>
                  </a:lnTo>
                  <a:lnTo>
                    <a:pt x="506981" y="557351"/>
                  </a:lnTo>
                  <a:close/>
                  <a:moveTo>
                    <a:pt x="440986" y="494421"/>
                  </a:moveTo>
                  <a:lnTo>
                    <a:pt x="465913" y="517061"/>
                  </a:lnTo>
                  <a:lnTo>
                    <a:pt x="423941" y="481819"/>
                  </a:lnTo>
                  <a:close/>
                  <a:moveTo>
                    <a:pt x="467469" y="518574"/>
                  </a:moveTo>
                  <a:lnTo>
                    <a:pt x="460990" y="535757"/>
                  </a:lnTo>
                  <a:lnTo>
                    <a:pt x="506735" y="555329"/>
                  </a:lnTo>
                  <a:close/>
                  <a:moveTo>
                    <a:pt x="467469" y="518574"/>
                  </a:moveTo>
                  <a:lnTo>
                    <a:pt x="473676" y="517714"/>
                  </a:lnTo>
                  <a:lnTo>
                    <a:pt x="460990" y="535757"/>
                  </a:lnTo>
                  <a:close/>
                  <a:moveTo>
                    <a:pt x="467469" y="518574"/>
                  </a:moveTo>
                  <a:lnTo>
                    <a:pt x="465913" y="517061"/>
                  </a:lnTo>
                  <a:lnTo>
                    <a:pt x="440986" y="494421"/>
                  </a:lnTo>
                  <a:close/>
                  <a:moveTo>
                    <a:pt x="662977" y="739104"/>
                  </a:moveTo>
                  <a:lnTo>
                    <a:pt x="699517" y="767587"/>
                  </a:lnTo>
                  <a:lnTo>
                    <a:pt x="694893" y="721921"/>
                  </a:lnTo>
                  <a:close/>
                  <a:moveTo>
                    <a:pt x="580163" y="538146"/>
                  </a:moveTo>
                  <a:lnTo>
                    <a:pt x="571369" y="565982"/>
                  </a:lnTo>
                  <a:lnTo>
                    <a:pt x="589097" y="544768"/>
                  </a:lnTo>
                  <a:close/>
                  <a:moveTo>
                    <a:pt x="589097" y="544768"/>
                  </a:moveTo>
                  <a:lnTo>
                    <a:pt x="571369" y="565982"/>
                  </a:lnTo>
                  <a:lnTo>
                    <a:pt x="570582" y="577480"/>
                  </a:lnTo>
                  <a:close/>
                  <a:moveTo>
                    <a:pt x="600522" y="580227"/>
                  </a:moveTo>
                  <a:lnTo>
                    <a:pt x="598127" y="555329"/>
                  </a:lnTo>
                  <a:lnTo>
                    <a:pt x="589097" y="544768"/>
                  </a:lnTo>
                  <a:close/>
                  <a:moveTo>
                    <a:pt x="540247" y="538146"/>
                  </a:moveTo>
                  <a:lnTo>
                    <a:pt x="556969" y="512144"/>
                  </a:lnTo>
                  <a:lnTo>
                    <a:pt x="550666" y="504177"/>
                  </a:lnTo>
                  <a:close/>
                  <a:moveTo>
                    <a:pt x="556969" y="512144"/>
                  </a:moveTo>
                  <a:lnTo>
                    <a:pt x="580163" y="538146"/>
                  </a:lnTo>
                  <a:lnTo>
                    <a:pt x="550666" y="504177"/>
                  </a:lnTo>
                  <a:close/>
                  <a:moveTo>
                    <a:pt x="399005" y="322474"/>
                  </a:moveTo>
                  <a:lnTo>
                    <a:pt x="358070" y="283919"/>
                  </a:lnTo>
                  <a:lnTo>
                    <a:pt x="354146" y="331856"/>
                  </a:lnTo>
                  <a:close/>
                  <a:moveTo>
                    <a:pt x="400752" y="301801"/>
                  </a:moveTo>
                  <a:lnTo>
                    <a:pt x="399005" y="322474"/>
                  </a:lnTo>
                  <a:lnTo>
                    <a:pt x="412480" y="280861"/>
                  </a:lnTo>
                  <a:close/>
                  <a:moveTo>
                    <a:pt x="571561" y="531937"/>
                  </a:moveTo>
                  <a:lnTo>
                    <a:pt x="580163" y="538146"/>
                  </a:lnTo>
                  <a:lnTo>
                    <a:pt x="556969" y="512144"/>
                  </a:lnTo>
                  <a:close/>
                  <a:moveTo>
                    <a:pt x="590116" y="415289"/>
                  </a:moveTo>
                  <a:lnTo>
                    <a:pt x="569357" y="410697"/>
                  </a:lnTo>
                  <a:lnTo>
                    <a:pt x="534970" y="429893"/>
                  </a:lnTo>
                  <a:close/>
                  <a:moveTo>
                    <a:pt x="554428" y="406435"/>
                  </a:moveTo>
                  <a:lnTo>
                    <a:pt x="525037" y="390771"/>
                  </a:lnTo>
                  <a:lnTo>
                    <a:pt x="569357" y="410697"/>
                  </a:lnTo>
                  <a:close/>
                  <a:moveTo>
                    <a:pt x="748207" y="541427"/>
                  </a:moveTo>
                  <a:lnTo>
                    <a:pt x="734828" y="582615"/>
                  </a:lnTo>
                  <a:lnTo>
                    <a:pt x="790221" y="568936"/>
                  </a:lnTo>
                  <a:close/>
                  <a:moveTo>
                    <a:pt x="569357" y="410697"/>
                  </a:moveTo>
                  <a:lnTo>
                    <a:pt x="590116" y="415289"/>
                  </a:lnTo>
                  <a:lnTo>
                    <a:pt x="591975" y="408187"/>
                  </a:lnTo>
                  <a:close/>
                  <a:moveTo>
                    <a:pt x="591975" y="408187"/>
                  </a:moveTo>
                  <a:lnTo>
                    <a:pt x="590116" y="415289"/>
                  </a:lnTo>
                  <a:lnTo>
                    <a:pt x="601845" y="410697"/>
                  </a:lnTo>
                  <a:close/>
                  <a:moveTo>
                    <a:pt x="582032" y="320004"/>
                  </a:moveTo>
                  <a:lnTo>
                    <a:pt x="584636" y="324660"/>
                  </a:lnTo>
                  <a:lnTo>
                    <a:pt x="526175" y="300801"/>
                  </a:lnTo>
                  <a:close/>
                  <a:moveTo>
                    <a:pt x="769222" y="569089"/>
                  </a:moveTo>
                  <a:lnTo>
                    <a:pt x="790069" y="577289"/>
                  </a:lnTo>
                  <a:lnTo>
                    <a:pt x="749906" y="542779"/>
                  </a:lnTo>
                  <a:close/>
                  <a:moveTo>
                    <a:pt x="755927" y="540534"/>
                  </a:moveTo>
                  <a:lnTo>
                    <a:pt x="790221" y="568936"/>
                  </a:lnTo>
                  <a:lnTo>
                    <a:pt x="789018" y="535336"/>
                  </a:lnTo>
                  <a:close/>
                  <a:moveTo>
                    <a:pt x="789031" y="490579"/>
                  </a:moveTo>
                  <a:lnTo>
                    <a:pt x="754476" y="491583"/>
                  </a:lnTo>
                  <a:lnTo>
                    <a:pt x="789018" y="535336"/>
                  </a:lnTo>
                  <a:close/>
                  <a:moveTo>
                    <a:pt x="754476" y="491583"/>
                  </a:moveTo>
                  <a:lnTo>
                    <a:pt x="789031" y="490579"/>
                  </a:lnTo>
                  <a:lnTo>
                    <a:pt x="741386" y="457478"/>
                  </a:lnTo>
                  <a:close/>
                  <a:moveTo>
                    <a:pt x="700952" y="463262"/>
                  </a:moveTo>
                  <a:lnTo>
                    <a:pt x="741386" y="457478"/>
                  </a:lnTo>
                  <a:lnTo>
                    <a:pt x="733266" y="419332"/>
                  </a:lnTo>
                  <a:close/>
                  <a:moveTo>
                    <a:pt x="718103" y="376331"/>
                  </a:moveTo>
                  <a:lnTo>
                    <a:pt x="703289" y="396854"/>
                  </a:lnTo>
                  <a:lnTo>
                    <a:pt x="722002" y="383743"/>
                  </a:lnTo>
                  <a:close/>
                  <a:moveTo>
                    <a:pt x="908556" y="579677"/>
                  </a:moveTo>
                  <a:lnTo>
                    <a:pt x="854458" y="553970"/>
                  </a:lnTo>
                  <a:lnTo>
                    <a:pt x="855934" y="560105"/>
                  </a:lnTo>
                  <a:close/>
                  <a:moveTo>
                    <a:pt x="829737" y="523351"/>
                  </a:moveTo>
                  <a:lnTo>
                    <a:pt x="854458" y="553970"/>
                  </a:lnTo>
                  <a:lnTo>
                    <a:pt x="813884" y="515121"/>
                  </a:lnTo>
                  <a:close/>
                  <a:moveTo>
                    <a:pt x="796843" y="484227"/>
                  </a:moveTo>
                  <a:lnTo>
                    <a:pt x="813884" y="515121"/>
                  </a:lnTo>
                  <a:lnTo>
                    <a:pt x="772738" y="476736"/>
                  </a:lnTo>
                  <a:close/>
                  <a:moveTo>
                    <a:pt x="992500" y="567756"/>
                  </a:moveTo>
                  <a:lnTo>
                    <a:pt x="1002850" y="576988"/>
                  </a:lnTo>
                  <a:lnTo>
                    <a:pt x="1012634" y="616432"/>
                  </a:lnTo>
                  <a:close/>
                  <a:moveTo>
                    <a:pt x="920119" y="527677"/>
                  </a:moveTo>
                  <a:lnTo>
                    <a:pt x="949358" y="530995"/>
                  </a:lnTo>
                  <a:lnTo>
                    <a:pt x="907550" y="493148"/>
                  </a:lnTo>
                  <a:close/>
                  <a:moveTo>
                    <a:pt x="772059" y="322392"/>
                  </a:moveTo>
                  <a:lnTo>
                    <a:pt x="777814" y="330130"/>
                  </a:lnTo>
                  <a:lnTo>
                    <a:pt x="772668" y="305209"/>
                  </a:lnTo>
                  <a:close/>
                  <a:moveTo>
                    <a:pt x="591179" y="34432"/>
                  </a:moveTo>
                  <a:lnTo>
                    <a:pt x="555500" y="25611"/>
                  </a:lnTo>
                  <a:lnTo>
                    <a:pt x="567994" y="43955"/>
                  </a:lnTo>
                  <a:close/>
                  <a:moveTo>
                    <a:pt x="1005138" y="489337"/>
                  </a:moveTo>
                  <a:lnTo>
                    <a:pt x="981254" y="487404"/>
                  </a:lnTo>
                  <a:lnTo>
                    <a:pt x="1022044" y="524176"/>
                  </a:lnTo>
                  <a:close/>
                  <a:moveTo>
                    <a:pt x="1040389" y="496558"/>
                  </a:moveTo>
                  <a:lnTo>
                    <a:pt x="1005138" y="489337"/>
                  </a:lnTo>
                  <a:lnTo>
                    <a:pt x="1022044" y="524176"/>
                  </a:lnTo>
                  <a:close/>
                  <a:moveTo>
                    <a:pt x="972439" y="463288"/>
                  </a:moveTo>
                  <a:lnTo>
                    <a:pt x="981254" y="487404"/>
                  </a:lnTo>
                  <a:lnTo>
                    <a:pt x="963738" y="474557"/>
                  </a:lnTo>
                  <a:close/>
                  <a:moveTo>
                    <a:pt x="803033" y="255459"/>
                  </a:moveTo>
                  <a:lnTo>
                    <a:pt x="804992" y="268454"/>
                  </a:lnTo>
                  <a:lnTo>
                    <a:pt x="817825" y="225775"/>
                  </a:lnTo>
                  <a:close/>
                  <a:moveTo>
                    <a:pt x="794512" y="217640"/>
                  </a:moveTo>
                  <a:lnTo>
                    <a:pt x="794268" y="199232"/>
                  </a:lnTo>
                  <a:lnTo>
                    <a:pt x="756179" y="181402"/>
                  </a:lnTo>
                  <a:close/>
                  <a:moveTo>
                    <a:pt x="794268" y="199232"/>
                  </a:moveTo>
                  <a:lnTo>
                    <a:pt x="794512" y="217640"/>
                  </a:lnTo>
                  <a:lnTo>
                    <a:pt x="795535" y="177761"/>
                  </a:lnTo>
                  <a:close/>
                  <a:moveTo>
                    <a:pt x="598695" y="0"/>
                  </a:moveTo>
                  <a:lnTo>
                    <a:pt x="591179" y="34432"/>
                  </a:lnTo>
                  <a:lnTo>
                    <a:pt x="630283" y="46155"/>
                  </a:lnTo>
                  <a:close/>
                  <a:moveTo>
                    <a:pt x="1005138" y="489337"/>
                  </a:moveTo>
                  <a:lnTo>
                    <a:pt x="1040389" y="496558"/>
                  </a:lnTo>
                  <a:lnTo>
                    <a:pt x="1037426" y="454617"/>
                  </a:lnTo>
                  <a:close/>
                  <a:moveTo>
                    <a:pt x="1005551" y="422905"/>
                  </a:moveTo>
                  <a:lnTo>
                    <a:pt x="1049061" y="459367"/>
                  </a:lnTo>
                  <a:lnTo>
                    <a:pt x="1026267" y="433151"/>
                  </a:lnTo>
                  <a:close/>
                  <a:moveTo>
                    <a:pt x="977047" y="418990"/>
                  </a:moveTo>
                  <a:lnTo>
                    <a:pt x="1005551" y="422905"/>
                  </a:lnTo>
                  <a:lnTo>
                    <a:pt x="985579" y="416210"/>
                  </a:lnTo>
                  <a:close/>
                  <a:moveTo>
                    <a:pt x="1005551" y="422905"/>
                  </a:moveTo>
                  <a:lnTo>
                    <a:pt x="1026267" y="433151"/>
                  </a:lnTo>
                  <a:lnTo>
                    <a:pt x="1022965" y="431413"/>
                  </a:lnTo>
                  <a:close/>
                  <a:moveTo>
                    <a:pt x="879478" y="268669"/>
                  </a:moveTo>
                  <a:lnTo>
                    <a:pt x="935691" y="258052"/>
                  </a:lnTo>
                  <a:lnTo>
                    <a:pt x="898698" y="244318"/>
                  </a:lnTo>
                  <a:close/>
                  <a:moveTo>
                    <a:pt x="793857" y="173426"/>
                  </a:moveTo>
                  <a:lnTo>
                    <a:pt x="756179" y="181402"/>
                  </a:lnTo>
                  <a:lnTo>
                    <a:pt x="794268" y="199232"/>
                  </a:lnTo>
                  <a:close/>
                  <a:moveTo>
                    <a:pt x="793857" y="173426"/>
                  </a:moveTo>
                  <a:lnTo>
                    <a:pt x="755964" y="177144"/>
                  </a:lnTo>
                  <a:lnTo>
                    <a:pt x="756179" y="181402"/>
                  </a:lnTo>
                  <a:close/>
                  <a:moveTo>
                    <a:pt x="755964" y="177144"/>
                  </a:moveTo>
                  <a:lnTo>
                    <a:pt x="793857" y="173426"/>
                  </a:lnTo>
                  <a:lnTo>
                    <a:pt x="767650" y="128082"/>
                  </a:lnTo>
                  <a:close/>
                  <a:moveTo>
                    <a:pt x="793857" y="173426"/>
                  </a:moveTo>
                  <a:lnTo>
                    <a:pt x="802600" y="134177"/>
                  </a:lnTo>
                  <a:lnTo>
                    <a:pt x="767650" y="128082"/>
                  </a:lnTo>
                  <a:close/>
                  <a:moveTo>
                    <a:pt x="881351" y="234087"/>
                  </a:moveTo>
                  <a:lnTo>
                    <a:pt x="898698" y="244318"/>
                  </a:lnTo>
                  <a:lnTo>
                    <a:pt x="907616" y="224612"/>
                  </a:lnTo>
                  <a:close/>
                  <a:moveTo>
                    <a:pt x="865561" y="197332"/>
                  </a:moveTo>
                  <a:lnTo>
                    <a:pt x="867559" y="185342"/>
                  </a:lnTo>
                  <a:lnTo>
                    <a:pt x="849709" y="155107"/>
                  </a:lnTo>
                  <a:close/>
                  <a:moveTo>
                    <a:pt x="802600" y="134177"/>
                  </a:moveTo>
                  <a:lnTo>
                    <a:pt x="812136" y="113818"/>
                  </a:lnTo>
                  <a:lnTo>
                    <a:pt x="767650" y="128082"/>
                  </a:lnTo>
                  <a:close/>
                  <a:moveTo>
                    <a:pt x="802648" y="76785"/>
                  </a:moveTo>
                  <a:lnTo>
                    <a:pt x="812136" y="113818"/>
                  </a:lnTo>
                  <a:lnTo>
                    <a:pt x="823973" y="86536"/>
                  </a:lnTo>
                  <a:close/>
                  <a:moveTo>
                    <a:pt x="964365" y="35517"/>
                  </a:moveTo>
                  <a:lnTo>
                    <a:pt x="974175" y="45689"/>
                  </a:lnTo>
                  <a:lnTo>
                    <a:pt x="929839" y="989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73" name="Input_density__73">
              <a:extLst>
                <a:ext uri="{FF2B5EF4-FFF2-40B4-BE49-F238E27FC236}">
                  <a16:creationId xmlns:a16="http://schemas.microsoft.com/office/drawing/2014/main" id="{A2014B90-B4F5-9352-F986-1D10812E8EA8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1787692"/>
              <a:ext cx="968801" cy="1317351"/>
            </a:xfrm>
            <a:custGeom>
              <a:avLst/>
              <a:gdLst/>
              <a:ahLst/>
              <a:cxnLst/>
              <a:rect l="0" t="0" r="0" b="0"/>
              <a:pathLst>
                <a:path w="968801" h="1317351">
                  <a:moveTo>
                    <a:pt x="19172" y="1140357"/>
                  </a:moveTo>
                  <a:lnTo>
                    <a:pt x="0" y="1171571"/>
                  </a:lnTo>
                  <a:lnTo>
                    <a:pt x="13270" y="1154387"/>
                  </a:lnTo>
                  <a:close/>
                  <a:moveTo>
                    <a:pt x="19172" y="1140357"/>
                  </a:moveTo>
                  <a:lnTo>
                    <a:pt x="394" y="1166357"/>
                  </a:lnTo>
                  <a:lnTo>
                    <a:pt x="0" y="1171571"/>
                  </a:lnTo>
                  <a:close/>
                  <a:moveTo>
                    <a:pt x="394" y="1166357"/>
                  </a:moveTo>
                  <a:lnTo>
                    <a:pt x="19172" y="1140357"/>
                  </a:lnTo>
                  <a:lnTo>
                    <a:pt x="8259" y="1134816"/>
                  </a:lnTo>
                  <a:close/>
                  <a:moveTo>
                    <a:pt x="37437" y="1084072"/>
                  </a:moveTo>
                  <a:lnTo>
                    <a:pt x="8259" y="1134816"/>
                  </a:lnTo>
                  <a:lnTo>
                    <a:pt x="21714" y="1117633"/>
                  </a:lnTo>
                  <a:close/>
                  <a:moveTo>
                    <a:pt x="62027" y="1079801"/>
                  </a:moveTo>
                  <a:lnTo>
                    <a:pt x="75830" y="1063694"/>
                  </a:lnTo>
                  <a:lnTo>
                    <a:pt x="58090" y="1080877"/>
                  </a:lnTo>
                  <a:close/>
                  <a:moveTo>
                    <a:pt x="173122" y="1158292"/>
                  </a:moveTo>
                  <a:lnTo>
                    <a:pt x="186965" y="1156776"/>
                  </a:lnTo>
                  <a:lnTo>
                    <a:pt x="205257" y="1145377"/>
                  </a:lnTo>
                  <a:close/>
                  <a:moveTo>
                    <a:pt x="141363" y="1094617"/>
                  </a:moveTo>
                  <a:lnTo>
                    <a:pt x="120383" y="1046511"/>
                  </a:lnTo>
                  <a:lnTo>
                    <a:pt x="104617" y="1052655"/>
                  </a:lnTo>
                  <a:close/>
                  <a:moveTo>
                    <a:pt x="104617" y="1052655"/>
                  </a:moveTo>
                  <a:lnTo>
                    <a:pt x="115223" y="1057906"/>
                  </a:lnTo>
                  <a:lnTo>
                    <a:pt x="141363" y="1094617"/>
                  </a:lnTo>
                  <a:close/>
                  <a:moveTo>
                    <a:pt x="304237" y="1222456"/>
                  </a:moveTo>
                  <a:lnTo>
                    <a:pt x="300662" y="1252929"/>
                  </a:lnTo>
                  <a:lnTo>
                    <a:pt x="335867" y="1213102"/>
                  </a:lnTo>
                  <a:close/>
                  <a:moveTo>
                    <a:pt x="335867" y="1213102"/>
                  </a:moveTo>
                  <a:lnTo>
                    <a:pt x="313452" y="1267041"/>
                  </a:lnTo>
                  <a:lnTo>
                    <a:pt x="344489" y="1249857"/>
                  </a:lnTo>
                  <a:close/>
                  <a:moveTo>
                    <a:pt x="269433" y="1230286"/>
                  </a:moveTo>
                  <a:lnTo>
                    <a:pt x="300662" y="1252929"/>
                  </a:lnTo>
                  <a:lnTo>
                    <a:pt x="304237" y="1222456"/>
                  </a:lnTo>
                  <a:close/>
                  <a:moveTo>
                    <a:pt x="256973" y="1189045"/>
                  </a:moveTo>
                  <a:lnTo>
                    <a:pt x="253681" y="1201851"/>
                  </a:lnTo>
                  <a:lnTo>
                    <a:pt x="304237" y="1222456"/>
                  </a:lnTo>
                  <a:close/>
                  <a:moveTo>
                    <a:pt x="304237" y="1222456"/>
                  </a:moveTo>
                  <a:lnTo>
                    <a:pt x="335867" y="1213102"/>
                  </a:lnTo>
                  <a:lnTo>
                    <a:pt x="341834" y="1186079"/>
                  </a:lnTo>
                  <a:close/>
                  <a:moveTo>
                    <a:pt x="186965" y="1156776"/>
                  </a:moveTo>
                  <a:lnTo>
                    <a:pt x="219590" y="1192349"/>
                  </a:lnTo>
                  <a:lnTo>
                    <a:pt x="215755" y="1150720"/>
                  </a:lnTo>
                  <a:close/>
                  <a:moveTo>
                    <a:pt x="219590" y="1192349"/>
                  </a:moveTo>
                  <a:lnTo>
                    <a:pt x="256973" y="1189045"/>
                  </a:lnTo>
                  <a:lnTo>
                    <a:pt x="215755" y="1150720"/>
                  </a:lnTo>
                  <a:close/>
                  <a:moveTo>
                    <a:pt x="186965" y="1156776"/>
                  </a:moveTo>
                  <a:lnTo>
                    <a:pt x="215755" y="1150720"/>
                  </a:lnTo>
                  <a:lnTo>
                    <a:pt x="205257" y="1145377"/>
                  </a:lnTo>
                  <a:close/>
                  <a:moveTo>
                    <a:pt x="120383" y="1046511"/>
                  </a:moveTo>
                  <a:lnTo>
                    <a:pt x="150641" y="1065754"/>
                  </a:lnTo>
                  <a:lnTo>
                    <a:pt x="155762" y="1038164"/>
                  </a:lnTo>
                  <a:close/>
                  <a:moveTo>
                    <a:pt x="108982" y="1009756"/>
                  </a:moveTo>
                  <a:lnTo>
                    <a:pt x="155762" y="1038164"/>
                  </a:lnTo>
                  <a:lnTo>
                    <a:pt x="152721" y="995889"/>
                  </a:lnTo>
                  <a:close/>
                  <a:moveTo>
                    <a:pt x="452779" y="1272453"/>
                  </a:moveTo>
                  <a:lnTo>
                    <a:pt x="443584" y="1317351"/>
                  </a:lnTo>
                  <a:lnTo>
                    <a:pt x="492380" y="1312093"/>
                  </a:lnTo>
                  <a:close/>
                  <a:moveTo>
                    <a:pt x="489186" y="1269943"/>
                  </a:moveTo>
                  <a:lnTo>
                    <a:pt x="452779" y="1272453"/>
                  </a:lnTo>
                  <a:lnTo>
                    <a:pt x="492380" y="1312093"/>
                  </a:lnTo>
                  <a:close/>
                  <a:moveTo>
                    <a:pt x="366927" y="1243326"/>
                  </a:moveTo>
                  <a:lnTo>
                    <a:pt x="363702" y="1267838"/>
                  </a:lnTo>
                  <a:lnTo>
                    <a:pt x="404345" y="1284741"/>
                  </a:lnTo>
                  <a:close/>
                  <a:moveTo>
                    <a:pt x="402404" y="1241571"/>
                  </a:moveTo>
                  <a:lnTo>
                    <a:pt x="366927" y="1243326"/>
                  </a:lnTo>
                  <a:lnTo>
                    <a:pt x="404345" y="1284741"/>
                  </a:lnTo>
                  <a:close/>
                  <a:moveTo>
                    <a:pt x="452779" y="1272453"/>
                  </a:moveTo>
                  <a:lnTo>
                    <a:pt x="404345" y="1284741"/>
                  </a:lnTo>
                  <a:lnTo>
                    <a:pt x="402906" y="1289841"/>
                  </a:lnTo>
                  <a:close/>
                  <a:moveTo>
                    <a:pt x="404345" y="1284741"/>
                  </a:moveTo>
                  <a:lnTo>
                    <a:pt x="452779" y="1272453"/>
                  </a:lnTo>
                  <a:lnTo>
                    <a:pt x="436984" y="1240547"/>
                  </a:lnTo>
                  <a:close/>
                  <a:moveTo>
                    <a:pt x="404345" y="1284741"/>
                  </a:moveTo>
                  <a:lnTo>
                    <a:pt x="436984" y="1240547"/>
                  </a:lnTo>
                  <a:lnTo>
                    <a:pt x="402404" y="1241571"/>
                  </a:lnTo>
                  <a:close/>
                  <a:moveTo>
                    <a:pt x="344489" y="1249857"/>
                  </a:moveTo>
                  <a:lnTo>
                    <a:pt x="363702" y="1267838"/>
                  </a:lnTo>
                  <a:lnTo>
                    <a:pt x="366927" y="1243326"/>
                  </a:lnTo>
                  <a:close/>
                  <a:moveTo>
                    <a:pt x="335867" y="1213102"/>
                  </a:moveTo>
                  <a:lnTo>
                    <a:pt x="366927" y="1243326"/>
                  </a:lnTo>
                  <a:lnTo>
                    <a:pt x="359133" y="1204915"/>
                  </a:lnTo>
                  <a:close/>
                  <a:moveTo>
                    <a:pt x="366927" y="1243326"/>
                  </a:moveTo>
                  <a:lnTo>
                    <a:pt x="402404" y="1241571"/>
                  </a:lnTo>
                  <a:lnTo>
                    <a:pt x="359133" y="1204915"/>
                  </a:lnTo>
                  <a:close/>
                  <a:moveTo>
                    <a:pt x="203902" y="938634"/>
                  </a:moveTo>
                  <a:lnTo>
                    <a:pt x="216592" y="975389"/>
                  </a:lnTo>
                  <a:lnTo>
                    <a:pt x="218919" y="924412"/>
                  </a:lnTo>
                  <a:close/>
                  <a:moveTo>
                    <a:pt x="226854" y="900302"/>
                  </a:moveTo>
                  <a:lnTo>
                    <a:pt x="225182" y="902879"/>
                  </a:lnTo>
                  <a:lnTo>
                    <a:pt x="222058" y="919570"/>
                  </a:lnTo>
                  <a:close/>
                  <a:moveTo>
                    <a:pt x="222058" y="919570"/>
                  </a:moveTo>
                  <a:lnTo>
                    <a:pt x="225182" y="902879"/>
                  </a:lnTo>
                  <a:lnTo>
                    <a:pt x="218919" y="924412"/>
                  </a:lnTo>
                  <a:close/>
                  <a:moveTo>
                    <a:pt x="218919" y="924412"/>
                  </a:moveTo>
                  <a:lnTo>
                    <a:pt x="225182" y="902879"/>
                  </a:lnTo>
                  <a:lnTo>
                    <a:pt x="203902" y="938634"/>
                  </a:lnTo>
                  <a:close/>
                  <a:moveTo>
                    <a:pt x="617327" y="1235062"/>
                  </a:moveTo>
                  <a:lnTo>
                    <a:pt x="637323" y="1271817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17327" y="1235062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47950" y="1217879"/>
                  </a:lnTo>
                  <a:lnTo>
                    <a:pt x="635956" y="1181124"/>
                  </a:lnTo>
                  <a:close/>
                  <a:moveTo>
                    <a:pt x="314983" y="825432"/>
                  </a:moveTo>
                  <a:lnTo>
                    <a:pt x="290712" y="830894"/>
                  </a:lnTo>
                  <a:lnTo>
                    <a:pt x="258188" y="833868"/>
                  </a:lnTo>
                  <a:close/>
                  <a:moveTo>
                    <a:pt x="314983" y="825432"/>
                  </a:moveTo>
                  <a:lnTo>
                    <a:pt x="258188" y="833868"/>
                  </a:lnTo>
                  <a:lnTo>
                    <a:pt x="282047" y="826864"/>
                  </a:lnTo>
                  <a:close/>
                  <a:moveTo>
                    <a:pt x="654156" y="1172343"/>
                  </a:moveTo>
                  <a:lnTo>
                    <a:pt x="605511" y="1164210"/>
                  </a:lnTo>
                  <a:lnTo>
                    <a:pt x="635956" y="1181124"/>
                  </a:lnTo>
                  <a:close/>
                  <a:moveTo>
                    <a:pt x="613691" y="1133405"/>
                  </a:moveTo>
                  <a:lnTo>
                    <a:pt x="605511" y="1164210"/>
                  </a:lnTo>
                  <a:lnTo>
                    <a:pt x="654156" y="1172343"/>
                  </a:lnTo>
                  <a:close/>
                  <a:moveTo>
                    <a:pt x="670860" y="1163941"/>
                  </a:moveTo>
                  <a:lnTo>
                    <a:pt x="692638" y="1144602"/>
                  </a:lnTo>
                  <a:lnTo>
                    <a:pt x="654156" y="1172343"/>
                  </a:lnTo>
                  <a:close/>
                  <a:moveTo>
                    <a:pt x="654156" y="1172343"/>
                  </a:moveTo>
                  <a:lnTo>
                    <a:pt x="692638" y="1144602"/>
                  </a:lnTo>
                  <a:lnTo>
                    <a:pt x="675467" y="1137359"/>
                  </a:lnTo>
                  <a:close/>
                  <a:moveTo>
                    <a:pt x="604958" y="1095757"/>
                  </a:moveTo>
                  <a:lnTo>
                    <a:pt x="575018" y="1093010"/>
                  </a:lnTo>
                  <a:lnTo>
                    <a:pt x="613691" y="1133405"/>
                  </a:lnTo>
                  <a:close/>
                  <a:moveTo>
                    <a:pt x="604958" y="1095757"/>
                  </a:moveTo>
                  <a:lnTo>
                    <a:pt x="637040" y="1090431"/>
                  </a:lnTo>
                  <a:lnTo>
                    <a:pt x="643550" y="1085644"/>
                  </a:lnTo>
                  <a:close/>
                  <a:moveTo>
                    <a:pt x="539406" y="945423"/>
                  </a:moveTo>
                  <a:lnTo>
                    <a:pt x="537678" y="943411"/>
                  </a:lnTo>
                  <a:lnTo>
                    <a:pt x="538046" y="944079"/>
                  </a:lnTo>
                  <a:close/>
                  <a:moveTo>
                    <a:pt x="403442" y="838004"/>
                  </a:moveTo>
                  <a:lnTo>
                    <a:pt x="381344" y="796391"/>
                  </a:lnTo>
                  <a:lnTo>
                    <a:pt x="362506" y="799449"/>
                  </a:lnTo>
                  <a:close/>
                  <a:moveTo>
                    <a:pt x="362506" y="799449"/>
                  </a:moveTo>
                  <a:lnTo>
                    <a:pt x="392948" y="771566"/>
                  </a:lnTo>
                  <a:lnTo>
                    <a:pt x="385269" y="763284"/>
                  </a:lnTo>
                  <a:close/>
                  <a:moveTo>
                    <a:pt x="637040" y="1090431"/>
                  </a:moveTo>
                  <a:lnTo>
                    <a:pt x="648280" y="1103331"/>
                  </a:lnTo>
                  <a:lnTo>
                    <a:pt x="648646" y="1087328"/>
                  </a:lnTo>
                  <a:close/>
                  <a:moveTo>
                    <a:pt x="643550" y="1085644"/>
                  </a:moveTo>
                  <a:lnTo>
                    <a:pt x="637040" y="1090431"/>
                  </a:lnTo>
                  <a:lnTo>
                    <a:pt x="648646" y="1087328"/>
                  </a:lnTo>
                  <a:close/>
                  <a:moveTo>
                    <a:pt x="648646" y="1087328"/>
                  </a:moveTo>
                  <a:lnTo>
                    <a:pt x="648280" y="1103331"/>
                  </a:lnTo>
                  <a:lnTo>
                    <a:pt x="656523" y="1090431"/>
                  </a:lnTo>
                  <a:close/>
                  <a:moveTo>
                    <a:pt x="648646" y="1087328"/>
                  </a:moveTo>
                  <a:lnTo>
                    <a:pt x="656523" y="1090431"/>
                  </a:lnTo>
                  <a:lnTo>
                    <a:pt x="643550" y="1085644"/>
                  </a:lnTo>
                  <a:close/>
                  <a:moveTo>
                    <a:pt x="537678" y="943411"/>
                  </a:moveTo>
                  <a:lnTo>
                    <a:pt x="539406" y="945423"/>
                  </a:lnTo>
                  <a:lnTo>
                    <a:pt x="541011" y="941669"/>
                  </a:lnTo>
                  <a:close/>
                  <a:moveTo>
                    <a:pt x="392948" y="771566"/>
                  </a:moveTo>
                  <a:lnTo>
                    <a:pt x="381344" y="796391"/>
                  </a:lnTo>
                  <a:lnTo>
                    <a:pt x="409012" y="788729"/>
                  </a:lnTo>
                  <a:close/>
                  <a:moveTo>
                    <a:pt x="715853" y="1073247"/>
                  </a:moveTo>
                  <a:lnTo>
                    <a:pt x="752643" y="105695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15853" y="107324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27701" y="1019309"/>
                  </a:lnTo>
                  <a:lnTo>
                    <a:pt x="683726" y="1015071"/>
                  </a:lnTo>
                  <a:close/>
                  <a:moveTo>
                    <a:pt x="727701" y="1019309"/>
                  </a:moveTo>
                  <a:lnTo>
                    <a:pt x="702517" y="989122"/>
                  </a:lnTo>
                  <a:lnTo>
                    <a:pt x="683726" y="1015071"/>
                  </a:lnTo>
                  <a:close/>
                  <a:moveTo>
                    <a:pt x="696546" y="982554"/>
                  </a:moveTo>
                  <a:lnTo>
                    <a:pt x="683726" y="1015071"/>
                  </a:lnTo>
                  <a:lnTo>
                    <a:pt x="702517" y="989122"/>
                  </a:lnTo>
                  <a:close/>
                  <a:moveTo>
                    <a:pt x="840629" y="1129097"/>
                  </a:moveTo>
                  <a:lnTo>
                    <a:pt x="837508" y="1129574"/>
                  </a:lnTo>
                  <a:lnTo>
                    <a:pt x="870896" y="1148726"/>
                  </a:lnTo>
                  <a:close/>
                  <a:moveTo>
                    <a:pt x="839646" y="1128092"/>
                  </a:moveTo>
                  <a:lnTo>
                    <a:pt x="837508" y="1129574"/>
                  </a:lnTo>
                  <a:lnTo>
                    <a:pt x="840629" y="1129097"/>
                  </a:lnTo>
                  <a:close/>
                  <a:moveTo>
                    <a:pt x="860370" y="1075635"/>
                  </a:moveTo>
                  <a:lnTo>
                    <a:pt x="840629" y="1129097"/>
                  </a:lnTo>
                  <a:lnTo>
                    <a:pt x="887697" y="1112390"/>
                  </a:lnTo>
                  <a:close/>
                  <a:moveTo>
                    <a:pt x="840629" y="1129097"/>
                  </a:moveTo>
                  <a:lnTo>
                    <a:pt x="870896" y="1148726"/>
                  </a:lnTo>
                  <a:lnTo>
                    <a:pt x="887697" y="1112390"/>
                  </a:lnTo>
                  <a:close/>
                  <a:moveTo>
                    <a:pt x="793455" y="1050866"/>
                  </a:moveTo>
                  <a:lnTo>
                    <a:pt x="753273" y="1054312"/>
                  </a:lnTo>
                  <a:lnTo>
                    <a:pt x="760363" y="1056064"/>
                  </a:lnTo>
                  <a:close/>
                  <a:moveTo>
                    <a:pt x="758912" y="1007113"/>
                  </a:moveTo>
                  <a:lnTo>
                    <a:pt x="753273" y="1054312"/>
                  </a:lnTo>
                  <a:lnTo>
                    <a:pt x="793455" y="1050866"/>
                  </a:lnTo>
                  <a:close/>
                  <a:moveTo>
                    <a:pt x="727701" y="1019309"/>
                  </a:moveTo>
                  <a:lnTo>
                    <a:pt x="753273" y="1054312"/>
                  </a:lnTo>
                  <a:lnTo>
                    <a:pt x="758912" y="1007113"/>
                  </a:lnTo>
                  <a:close/>
                  <a:moveTo>
                    <a:pt x="758912" y="1007113"/>
                  </a:moveTo>
                  <a:lnTo>
                    <a:pt x="702517" y="989122"/>
                  </a:lnTo>
                  <a:lnTo>
                    <a:pt x="727701" y="1019309"/>
                  </a:lnTo>
                  <a:close/>
                  <a:moveTo>
                    <a:pt x="705388" y="978792"/>
                  </a:moveTo>
                  <a:lnTo>
                    <a:pt x="702517" y="989122"/>
                  </a:lnTo>
                  <a:lnTo>
                    <a:pt x="758912" y="1007113"/>
                  </a:lnTo>
                  <a:close/>
                  <a:moveTo>
                    <a:pt x="745823" y="973008"/>
                  </a:moveTo>
                  <a:lnTo>
                    <a:pt x="705388" y="978792"/>
                  </a:lnTo>
                  <a:lnTo>
                    <a:pt x="758912" y="1007113"/>
                  </a:lnTo>
                  <a:close/>
                  <a:moveTo>
                    <a:pt x="696546" y="982554"/>
                  </a:moveTo>
                  <a:lnTo>
                    <a:pt x="702517" y="989122"/>
                  </a:lnTo>
                  <a:lnTo>
                    <a:pt x="705388" y="978792"/>
                  </a:lnTo>
                  <a:close/>
                  <a:moveTo>
                    <a:pt x="670316" y="945799"/>
                  </a:moveTo>
                  <a:lnTo>
                    <a:pt x="696546" y="982554"/>
                  </a:lnTo>
                  <a:lnTo>
                    <a:pt x="705388" y="978792"/>
                  </a:lnTo>
                  <a:close/>
                  <a:moveTo>
                    <a:pt x="648664" y="909044"/>
                  </a:moveTo>
                  <a:lnTo>
                    <a:pt x="670316" y="945799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48664" y="909044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91908" y="891861"/>
                  </a:lnTo>
                  <a:lnTo>
                    <a:pt x="677656" y="855106"/>
                  </a:lnTo>
                  <a:close/>
                  <a:moveTo>
                    <a:pt x="887697" y="1112390"/>
                  </a:moveTo>
                  <a:lnTo>
                    <a:pt x="870896" y="1148726"/>
                  </a:lnTo>
                  <a:lnTo>
                    <a:pt x="920641" y="1135883"/>
                  </a:lnTo>
                  <a:close/>
                  <a:moveTo>
                    <a:pt x="912992" y="1095207"/>
                  </a:moveTo>
                  <a:lnTo>
                    <a:pt x="887697" y="1112390"/>
                  </a:lnTo>
                  <a:lnTo>
                    <a:pt x="920641" y="1135883"/>
                  </a:lnTo>
                  <a:close/>
                  <a:moveTo>
                    <a:pt x="677656" y="855106"/>
                  </a:moveTo>
                  <a:lnTo>
                    <a:pt x="718598" y="878558"/>
                  </a:lnTo>
                  <a:lnTo>
                    <a:pt x="701145" y="848000"/>
                  </a:lnTo>
                  <a:close/>
                  <a:moveTo>
                    <a:pt x="677656" y="855106"/>
                  </a:moveTo>
                  <a:lnTo>
                    <a:pt x="691908" y="891861"/>
                  </a:lnTo>
                  <a:lnTo>
                    <a:pt x="718598" y="878558"/>
                  </a:lnTo>
                  <a:close/>
                  <a:moveTo>
                    <a:pt x="701145" y="848000"/>
                  </a:moveTo>
                  <a:lnTo>
                    <a:pt x="651608" y="827150"/>
                  </a:lnTo>
                  <a:lnTo>
                    <a:pt x="677656" y="855106"/>
                  </a:lnTo>
                  <a:close/>
                  <a:moveTo>
                    <a:pt x="653274" y="815083"/>
                  </a:moveTo>
                  <a:lnTo>
                    <a:pt x="651608" y="827150"/>
                  </a:lnTo>
                  <a:lnTo>
                    <a:pt x="701145" y="848000"/>
                  </a:lnTo>
                  <a:close/>
                  <a:moveTo>
                    <a:pt x="697467" y="806243"/>
                  </a:moveTo>
                  <a:lnTo>
                    <a:pt x="653274" y="815083"/>
                  </a:lnTo>
                  <a:lnTo>
                    <a:pt x="701145" y="848000"/>
                  </a:lnTo>
                  <a:close/>
                  <a:moveTo>
                    <a:pt x="726895" y="854154"/>
                  </a:moveTo>
                  <a:lnTo>
                    <a:pt x="722376" y="801167"/>
                  </a:lnTo>
                  <a:lnTo>
                    <a:pt x="697467" y="806243"/>
                  </a:lnTo>
                  <a:close/>
                  <a:moveTo>
                    <a:pt x="726895" y="854154"/>
                  </a:moveTo>
                  <a:lnTo>
                    <a:pt x="697467" y="806243"/>
                  </a:lnTo>
                  <a:lnTo>
                    <a:pt x="701145" y="848000"/>
                  </a:lnTo>
                  <a:close/>
                  <a:moveTo>
                    <a:pt x="639704" y="818351"/>
                  </a:moveTo>
                  <a:lnTo>
                    <a:pt x="651608" y="827150"/>
                  </a:lnTo>
                  <a:lnTo>
                    <a:pt x="653274" y="815083"/>
                  </a:lnTo>
                  <a:close/>
                  <a:moveTo>
                    <a:pt x="624021" y="781596"/>
                  </a:moveTo>
                  <a:lnTo>
                    <a:pt x="639704" y="818351"/>
                  </a:lnTo>
                  <a:lnTo>
                    <a:pt x="657390" y="764412"/>
                  </a:lnTo>
                  <a:close/>
                  <a:moveTo>
                    <a:pt x="722376" y="801167"/>
                  </a:moveTo>
                  <a:lnTo>
                    <a:pt x="701086" y="764412"/>
                  </a:lnTo>
                  <a:lnTo>
                    <a:pt x="697467" y="806243"/>
                  </a:lnTo>
                  <a:close/>
                  <a:moveTo>
                    <a:pt x="605512" y="744840"/>
                  </a:moveTo>
                  <a:lnTo>
                    <a:pt x="624021" y="781596"/>
                  </a:lnTo>
                  <a:lnTo>
                    <a:pt x="657390" y="764412"/>
                  </a:lnTo>
                  <a:close/>
                  <a:moveTo>
                    <a:pt x="605512" y="744840"/>
                  </a:moveTo>
                  <a:lnTo>
                    <a:pt x="657390" y="764412"/>
                  </a:lnTo>
                  <a:lnTo>
                    <a:pt x="638574" y="727657"/>
                  </a:lnTo>
                  <a:close/>
                  <a:moveTo>
                    <a:pt x="593659" y="702219"/>
                  </a:moveTo>
                  <a:lnTo>
                    <a:pt x="587870" y="713419"/>
                  </a:lnTo>
                  <a:lnTo>
                    <a:pt x="611798" y="690902"/>
                  </a:lnTo>
                  <a:close/>
                  <a:moveTo>
                    <a:pt x="611798" y="690902"/>
                  </a:moveTo>
                  <a:lnTo>
                    <a:pt x="587870" y="713419"/>
                  </a:lnTo>
                  <a:lnTo>
                    <a:pt x="605512" y="744840"/>
                  </a:lnTo>
                  <a:close/>
                  <a:moveTo>
                    <a:pt x="611798" y="690902"/>
                  </a:moveTo>
                  <a:lnTo>
                    <a:pt x="605512" y="744840"/>
                  </a:lnTo>
                  <a:lnTo>
                    <a:pt x="638574" y="727657"/>
                  </a:lnTo>
                  <a:close/>
                  <a:moveTo>
                    <a:pt x="583680" y="708086"/>
                  </a:moveTo>
                  <a:lnTo>
                    <a:pt x="587870" y="713419"/>
                  </a:lnTo>
                  <a:lnTo>
                    <a:pt x="593659" y="702219"/>
                  </a:lnTo>
                  <a:close/>
                  <a:moveTo>
                    <a:pt x="583640" y="671331"/>
                  </a:moveTo>
                  <a:lnTo>
                    <a:pt x="593659" y="702219"/>
                  </a:lnTo>
                  <a:lnTo>
                    <a:pt x="611798" y="690902"/>
                  </a:lnTo>
                  <a:close/>
                  <a:moveTo>
                    <a:pt x="749246" y="791236"/>
                  </a:moveTo>
                  <a:lnTo>
                    <a:pt x="739814" y="811575"/>
                  </a:lnTo>
                  <a:lnTo>
                    <a:pt x="769765" y="783984"/>
                  </a:lnTo>
                  <a:close/>
                  <a:moveTo>
                    <a:pt x="722376" y="801167"/>
                  </a:moveTo>
                  <a:lnTo>
                    <a:pt x="739814" y="811575"/>
                  </a:lnTo>
                  <a:lnTo>
                    <a:pt x="749246" y="791236"/>
                  </a:lnTo>
                  <a:close/>
                  <a:moveTo>
                    <a:pt x="737721" y="747229"/>
                  </a:moveTo>
                  <a:lnTo>
                    <a:pt x="749246" y="791236"/>
                  </a:lnTo>
                  <a:lnTo>
                    <a:pt x="754462" y="770133"/>
                  </a:lnTo>
                  <a:close/>
                  <a:moveTo>
                    <a:pt x="722376" y="801167"/>
                  </a:moveTo>
                  <a:lnTo>
                    <a:pt x="749246" y="791236"/>
                  </a:lnTo>
                  <a:lnTo>
                    <a:pt x="737721" y="747229"/>
                  </a:lnTo>
                  <a:close/>
                  <a:moveTo>
                    <a:pt x="701086" y="764412"/>
                  </a:moveTo>
                  <a:lnTo>
                    <a:pt x="722376" y="801167"/>
                  </a:lnTo>
                  <a:lnTo>
                    <a:pt x="737721" y="747229"/>
                  </a:lnTo>
                  <a:close/>
                  <a:moveTo>
                    <a:pt x="749246" y="791236"/>
                  </a:moveTo>
                  <a:lnTo>
                    <a:pt x="769765" y="783984"/>
                  </a:lnTo>
                  <a:lnTo>
                    <a:pt x="754462" y="770133"/>
                  </a:lnTo>
                  <a:close/>
                  <a:moveTo>
                    <a:pt x="638574" y="727657"/>
                  </a:moveTo>
                  <a:lnTo>
                    <a:pt x="663665" y="761888"/>
                  </a:lnTo>
                  <a:lnTo>
                    <a:pt x="660002" y="720119"/>
                  </a:lnTo>
                  <a:close/>
                  <a:moveTo>
                    <a:pt x="638574" y="727657"/>
                  </a:moveTo>
                  <a:lnTo>
                    <a:pt x="657390" y="764412"/>
                  </a:lnTo>
                  <a:lnTo>
                    <a:pt x="663665" y="761888"/>
                  </a:lnTo>
                  <a:close/>
                  <a:moveTo>
                    <a:pt x="660002" y="720119"/>
                  </a:moveTo>
                  <a:lnTo>
                    <a:pt x="663665" y="761888"/>
                  </a:lnTo>
                  <a:lnTo>
                    <a:pt x="696592" y="717460"/>
                  </a:lnTo>
                  <a:close/>
                  <a:moveTo>
                    <a:pt x="696592" y="717460"/>
                  </a:moveTo>
                  <a:lnTo>
                    <a:pt x="693259" y="762090"/>
                  </a:lnTo>
                  <a:lnTo>
                    <a:pt x="722317" y="710474"/>
                  </a:lnTo>
                  <a:close/>
                  <a:moveTo>
                    <a:pt x="722317" y="710474"/>
                  </a:moveTo>
                  <a:lnTo>
                    <a:pt x="701086" y="764412"/>
                  </a:lnTo>
                  <a:lnTo>
                    <a:pt x="737721" y="747229"/>
                  </a:lnTo>
                  <a:close/>
                  <a:moveTo>
                    <a:pt x="658874" y="673719"/>
                  </a:moveTo>
                  <a:lnTo>
                    <a:pt x="660002" y="720119"/>
                  </a:lnTo>
                  <a:lnTo>
                    <a:pt x="663359" y="678666"/>
                  </a:lnTo>
                  <a:close/>
                  <a:moveTo>
                    <a:pt x="638574" y="727657"/>
                  </a:moveTo>
                  <a:lnTo>
                    <a:pt x="660002" y="720119"/>
                  </a:lnTo>
                  <a:lnTo>
                    <a:pt x="658874" y="673719"/>
                  </a:lnTo>
                  <a:close/>
                  <a:moveTo>
                    <a:pt x="660002" y="720119"/>
                  </a:moveTo>
                  <a:lnTo>
                    <a:pt x="696592" y="717460"/>
                  </a:lnTo>
                  <a:lnTo>
                    <a:pt x="663359" y="678666"/>
                  </a:lnTo>
                  <a:close/>
                  <a:moveTo>
                    <a:pt x="696592" y="717460"/>
                  </a:moveTo>
                  <a:lnTo>
                    <a:pt x="697758" y="682702"/>
                  </a:lnTo>
                  <a:lnTo>
                    <a:pt x="663359" y="678666"/>
                  </a:lnTo>
                  <a:close/>
                  <a:moveTo>
                    <a:pt x="697758" y="682702"/>
                  </a:moveTo>
                  <a:lnTo>
                    <a:pt x="696592" y="717460"/>
                  </a:lnTo>
                  <a:lnTo>
                    <a:pt x="722317" y="710474"/>
                  </a:lnTo>
                  <a:close/>
                  <a:moveTo>
                    <a:pt x="148645" y="0"/>
                  </a:moveTo>
                  <a:lnTo>
                    <a:pt x="93525" y="14703"/>
                  </a:lnTo>
                  <a:lnTo>
                    <a:pt x="117163" y="6871"/>
                  </a:lnTo>
                  <a:close/>
                  <a:moveTo>
                    <a:pt x="807470" y="770989"/>
                  </a:moveTo>
                  <a:lnTo>
                    <a:pt x="754462" y="770133"/>
                  </a:lnTo>
                  <a:lnTo>
                    <a:pt x="769765" y="783984"/>
                  </a:lnTo>
                  <a:close/>
                  <a:moveTo>
                    <a:pt x="760925" y="736994"/>
                  </a:moveTo>
                  <a:lnTo>
                    <a:pt x="754462" y="770133"/>
                  </a:lnTo>
                  <a:lnTo>
                    <a:pt x="807470" y="770989"/>
                  </a:lnTo>
                  <a:close/>
                  <a:moveTo>
                    <a:pt x="737721" y="747229"/>
                  </a:moveTo>
                  <a:lnTo>
                    <a:pt x="754462" y="770133"/>
                  </a:lnTo>
                  <a:lnTo>
                    <a:pt x="760925" y="736994"/>
                  </a:lnTo>
                  <a:close/>
                  <a:moveTo>
                    <a:pt x="737721" y="747229"/>
                  </a:moveTo>
                  <a:lnTo>
                    <a:pt x="760925" y="736994"/>
                  </a:lnTo>
                  <a:lnTo>
                    <a:pt x="757084" y="693290"/>
                  </a:lnTo>
                  <a:close/>
                  <a:moveTo>
                    <a:pt x="722317" y="710474"/>
                  </a:moveTo>
                  <a:lnTo>
                    <a:pt x="737721" y="747229"/>
                  </a:lnTo>
                  <a:lnTo>
                    <a:pt x="757084" y="693290"/>
                  </a:lnTo>
                  <a:close/>
                  <a:moveTo>
                    <a:pt x="717726" y="661152"/>
                  </a:moveTo>
                  <a:lnTo>
                    <a:pt x="663359" y="678666"/>
                  </a:lnTo>
                  <a:lnTo>
                    <a:pt x="697758" y="682702"/>
                  </a:lnTo>
                  <a:close/>
                  <a:moveTo>
                    <a:pt x="680307" y="596458"/>
                  </a:moveTo>
                  <a:lnTo>
                    <a:pt x="645811" y="597415"/>
                  </a:lnTo>
                  <a:lnTo>
                    <a:pt x="694137" y="629962"/>
                  </a:lnTo>
                  <a:close/>
                  <a:moveTo>
                    <a:pt x="634719" y="561685"/>
                  </a:moveTo>
                  <a:lnTo>
                    <a:pt x="595616" y="549962"/>
                  </a:lnTo>
                  <a:lnTo>
                    <a:pt x="626063" y="563454"/>
                  </a:lnTo>
                  <a:close/>
                  <a:moveTo>
                    <a:pt x="543995" y="385329"/>
                  </a:moveTo>
                  <a:lnTo>
                    <a:pt x="518198" y="416434"/>
                  </a:lnTo>
                  <a:lnTo>
                    <a:pt x="530368" y="399251"/>
                  </a:lnTo>
                  <a:close/>
                  <a:moveTo>
                    <a:pt x="857143" y="730046"/>
                  </a:moveTo>
                  <a:lnTo>
                    <a:pt x="862793" y="766801"/>
                  </a:lnTo>
                  <a:lnTo>
                    <a:pt x="885787" y="749617"/>
                  </a:lnTo>
                  <a:close/>
                  <a:moveTo>
                    <a:pt x="857143" y="730046"/>
                  </a:moveTo>
                  <a:lnTo>
                    <a:pt x="885787" y="749617"/>
                  </a:lnTo>
                  <a:lnTo>
                    <a:pt x="869997" y="712862"/>
                  </a:lnTo>
                  <a:close/>
                  <a:moveTo>
                    <a:pt x="563604" y="362436"/>
                  </a:moveTo>
                  <a:lnTo>
                    <a:pt x="530368" y="399251"/>
                  </a:lnTo>
                  <a:lnTo>
                    <a:pt x="545085" y="382067"/>
                  </a:lnTo>
                  <a:close/>
                  <a:moveTo>
                    <a:pt x="563604" y="362436"/>
                  </a:moveTo>
                  <a:lnTo>
                    <a:pt x="543995" y="385329"/>
                  </a:lnTo>
                  <a:lnTo>
                    <a:pt x="530368" y="399251"/>
                  </a:lnTo>
                  <a:close/>
                  <a:moveTo>
                    <a:pt x="807084" y="592315"/>
                  </a:moveTo>
                  <a:lnTo>
                    <a:pt x="765373" y="602597"/>
                  </a:lnTo>
                  <a:lnTo>
                    <a:pt x="776005" y="635240"/>
                  </a:lnTo>
                  <a:close/>
                  <a:moveTo>
                    <a:pt x="877741" y="597069"/>
                  </a:moveTo>
                  <a:lnTo>
                    <a:pt x="893636" y="576125"/>
                  </a:lnTo>
                  <a:lnTo>
                    <a:pt x="883350" y="589671"/>
                  </a:lnTo>
                  <a:close/>
                  <a:moveTo>
                    <a:pt x="877741" y="597069"/>
                  </a:moveTo>
                  <a:lnTo>
                    <a:pt x="883350" y="589671"/>
                  </a:lnTo>
                  <a:lnTo>
                    <a:pt x="855833" y="611366"/>
                  </a:lnTo>
                  <a:close/>
                  <a:moveTo>
                    <a:pt x="934275" y="525428"/>
                  </a:moveTo>
                  <a:lnTo>
                    <a:pt x="895950" y="531475"/>
                  </a:lnTo>
                  <a:lnTo>
                    <a:pt x="955676" y="543092"/>
                  </a:lnTo>
                  <a:close/>
                  <a:moveTo>
                    <a:pt x="955676" y="543092"/>
                  </a:moveTo>
                  <a:lnTo>
                    <a:pt x="968801" y="551047"/>
                  </a:lnTo>
                  <a:lnTo>
                    <a:pt x="934275" y="525428"/>
                  </a:lnTo>
                  <a:close/>
                  <a:moveTo>
                    <a:pt x="955676" y="543092"/>
                  </a:moveTo>
                  <a:lnTo>
                    <a:pt x="945668" y="551047"/>
                  </a:lnTo>
                  <a:lnTo>
                    <a:pt x="961436" y="548094"/>
                  </a:lnTo>
                  <a:close/>
                  <a:moveTo>
                    <a:pt x="961436" y="548094"/>
                  </a:moveTo>
                  <a:lnTo>
                    <a:pt x="968801" y="551047"/>
                  </a:lnTo>
                  <a:lnTo>
                    <a:pt x="955676" y="54309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74" name="Input_density__74">
              <a:extLst>
                <a:ext uri="{FF2B5EF4-FFF2-40B4-BE49-F238E27FC236}">
                  <a16:creationId xmlns:a16="http://schemas.microsoft.com/office/drawing/2014/main" id="{5709F315-8580-F144-A227-964B71E8B0F3}"/>
                </a:ext>
              </a:extLst>
            </p:cNvPr>
            <p:cNvSpPr>
              <a:spLocks noGrp="1"/>
            </p:cNvSpPr>
            <p:nvPr/>
          </p:nvSpPr>
          <p:spPr>
            <a:xfrm>
              <a:off x="908766" y="2319168"/>
              <a:ext cx="947417" cy="811463"/>
            </a:xfrm>
            <a:custGeom>
              <a:avLst/>
              <a:gdLst/>
              <a:ahLst/>
              <a:cxnLst/>
              <a:rect l="0" t="0" r="0" b="0"/>
              <a:pathLst>
                <a:path w="947417" h="811463">
                  <a:moveTo>
                    <a:pt x="10913" y="608881"/>
                  </a:moveTo>
                  <a:lnTo>
                    <a:pt x="13455" y="586157"/>
                  </a:lnTo>
                  <a:lnTo>
                    <a:pt x="0" y="603340"/>
                  </a:lnTo>
                  <a:close/>
                  <a:moveTo>
                    <a:pt x="53768" y="548325"/>
                  </a:moveTo>
                  <a:lnTo>
                    <a:pt x="13455" y="586157"/>
                  </a:lnTo>
                  <a:lnTo>
                    <a:pt x="45767" y="568974"/>
                  </a:lnTo>
                  <a:close/>
                  <a:moveTo>
                    <a:pt x="53768" y="548325"/>
                  </a:moveTo>
                  <a:lnTo>
                    <a:pt x="29178" y="552597"/>
                  </a:lnTo>
                  <a:lnTo>
                    <a:pt x="13455" y="586157"/>
                  </a:lnTo>
                  <a:close/>
                  <a:moveTo>
                    <a:pt x="96358" y="521180"/>
                  </a:moveTo>
                  <a:lnTo>
                    <a:pt x="67571" y="532219"/>
                  </a:lnTo>
                  <a:lnTo>
                    <a:pt x="106963" y="526430"/>
                  </a:lnTo>
                  <a:close/>
                  <a:moveTo>
                    <a:pt x="67571" y="532219"/>
                  </a:moveTo>
                  <a:lnTo>
                    <a:pt x="53768" y="548325"/>
                  </a:lnTo>
                  <a:lnTo>
                    <a:pt x="106963" y="526430"/>
                  </a:lnTo>
                  <a:close/>
                  <a:moveTo>
                    <a:pt x="106963" y="526430"/>
                  </a:moveTo>
                  <a:lnTo>
                    <a:pt x="53768" y="548325"/>
                  </a:lnTo>
                  <a:lnTo>
                    <a:pt x="99683" y="551790"/>
                  </a:lnTo>
                  <a:close/>
                  <a:moveTo>
                    <a:pt x="75639" y="505523"/>
                  </a:moveTo>
                  <a:lnTo>
                    <a:pt x="67571" y="532219"/>
                  </a:lnTo>
                  <a:lnTo>
                    <a:pt x="96358" y="521180"/>
                  </a:lnTo>
                  <a:close/>
                  <a:moveTo>
                    <a:pt x="75793" y="495464"/>
                  </a:moveTo>
                  <a:lnTo>
                    <a:pt x="96358" y="521180"/>
                  </a:lnTo>
                  <a:lnTo>
                    <a:pt x="112124" y="515035"/>
                  </a:lnTo>
                  <a:close/>
                  <a:moveTo>
                    <a:pt x="75793" y="495464"/>
                  </a:moveTo>
                  <a:lnTo>
                    <a:pt x="112124" y="515035"/>
                  </a:lnTo>
                  <a:lnTo>
                    <a:pt x="100723" y="478280"/>
                  </a:lnTo>
                  <a:close/>
                  <a:moveTo>
                    <a:pt x="295978" y="690981"/>
                  </a:moveTo>
                  <a:lnTo>
                    <a:pt x="245422" y="670375"/>
                  </a:lnTo>
                  <a:lnTo>
                    <a:pt x="261174" y="698810"/>
                  </a:lnTo>
                  <a:close/>
                  <a:moveTo>
                    <a:pt x="100723" y="478280"/>
                  </a:moveTo>
                  <a:lnTo>
                    <a:pt x="112124" y="515035"/>
                  </a:lnTo>
                  <a:lnTo>
                    <a:pt x="147503" y="506688"/>
                  </a:lnTo>
                  <a:close/>
                  <a:moveTo>
                    <a:pt x="94216" y="441525"/>
                  </a:moveTo>
                  <a:lnTo>
                    <a:pt x="144462" y="464413"/>
                  </a:lnTo>
                  <a:lnTo>
                    <a:pt x="129608" y="431743"/>
                  </a:lnTo>
                  <a:close/>
                  <a:moveTo>
                    <a:pt x="94216" y="441525"/>
                  </a:moveTo>
                  <a:lnTo>
                    <a:pt x="100723" y="478280"/>
                  </a:lnTo>
                  <a:lnTo>
                    <a:pt x="144462" y="464413"/>
                  </a:lnTo>
                  <a:close/>
                  <a:moveTo>
                    <a:pt x="327607" y="681627"/>
                  </a:moveTo>
                  <a:lnTo>
                    <a:pt x="336230" y="718382"/>
                  </a:lnTo>
                  <a:lnTo>
                    <a:pt x="358668" y="711851"/>
                  </a:lnTo>
                  <a:close/>
                  <a:moveTo>
                    <a:pt x="586681" y="796162"/>
                  </a:moveTo>
                  <a:lnTo>
                    <a:pt x="525598" y="778033"/>
                  </a:lnTo>
                  <a:lnTo>
                    <a:pt x="541820" y="811463"/>
                  </a:lnTo>
                  <a:close/>
                  <a:moveTo>
                    <a:pt x="601642" y="757525"/>
                  </a:moveTo>
                  <a:lnTo>
                    <a:pt x="597671" y="794280"/>
                  </a:lnTo>
                  <a:lnTo>
                    <a:pt x="637174" y="777097"/>
                  </a:lnTo>
                  <a:close/>
                  <a:moveTo>
                    <a:pt x="601642" y="757525"/>
                  </a:moveTo>
                  <a:lnTo>
                    <a:pt x="637174" y="777097"/>
                  </a:lnTo>
                  <a:lnTo>
                    <a:pt x="629064" y="740342"/>
                  </a:lnTo>
                  <a:close/>
                  <a:moveTo>
                    <a:pt x="629064" y="740342"/>
                  </a:moveTo>
                  <a:lnTo>
                    <a:pt x="657297" y="732655"/>
                  </a:lnTo>
                  <a:lnTo>
                    <a:pt x="648355" y="728363"/>
                  </a:lnTo>
                  <a:close/>
                  <a:moveTo>
                    <a:pt x="650993" y="759914"/>
                  </a:moveTo>
                  <a:lnTo>
                    <a:pt x="657297" y="732655"/>
                  </a:lnTo>
                  <a:lnTo>
                    <a:pt x="629064" y="740342"/>
                  </a:lnTo>
                  <a:close/>
                  <a:moveTo>
                    <a:pt x="637174" y="777097"/>
                  </a:moveTo>
                  <a:lnTo>
                    <a:pt x="650993" y="759914"/>
                  </a:lnTo>
                  <a:lnTo>
                    <a:pt x="629064" y="740342"/>
                  </a:lnTo>
                  <a:close/>
                  <a:moveTo>
                    <a:pt x="639691" y="686404"/>
                  </a:moveTo>
                  <a:lnTo>
                    <a:pt x="648355" y="728363"/>
                  </a:lnTo>
                  <a:lnTo>
                    <a:pt x="652707" y="715495"/>
                  </a:lnTo>
                  <a:close/>
                  <a:moveTo>
                    <a:pt x="629064" y="740342"/>
                  </a:moveTo>
                  <a:lnTo>
                    <a:pt x="648355" y="728363"/>
                  </a:lnTo>
                  <a:lnTo>
                    <a:pt x="639691" y="686404"/>
                  </a:lnTo>
                  <a:close/>
                  <a:moveTo>
                    <a:pt x="648355" y="728363"/>
                  </a:moveTo>
                  <a:lnTo>
                    <a:pt x="659154" y="723159"/>
                  </a:lnTo>
                  <a:lnTo>
                    <a:pt x="652707" y="715495"/>
                  </a:lnTo>
                  <a:close/>
                  <a:moveTo>
                    <a:pt x="282453" y="299419"/>
                  </a:moveTo>
                  <a:lnTo>
                    <a:pt x="306724" y="293956"/>
                  </a:lnTo>
                  <a:lnTo>
                    <a:pt x="282531" y="299282"/>
                  </a:lnTo>
                  <a:close/>
                  <a:moveTo>
                    <a:pt x="306724" y="293956"/>
                  </a:moveTo>
                  <a:lnTo>
                    <a:pt x="308818" y="282099"/>
                  </a:lnTo>
                  <a:lnTo>
                    <a:pt x="282531" y="299282"/>
                  </a:lnTo>
                  <a:close/>
                  <a:moveTo>
                    <a:pt x="272749" y="262527"/>
                  </a:moveTo>
                  <a:lnTo>
                    <a:pt x="282531" y="299282"/>
                  </a:lnTo>
                  <a:lnTo>
                    <a:pt x="308818" y="282099"/>
                  </a:lnTo>
                  <a:close/>
                  <a:moveTo>
                    <a:pt x="272749" y="262527"/>
                  </a:moveTo>
                  <a:lnTo>
                    <a:pt x="308818" y="282099"/>
                  </a:lnTo>
                  <a:lnTo>
                    <a:pt x="305589" y="245344"/>
                  </a:lnTo>
                  <a:close/>
                  <a:moveTo>
                    <a:pt x="655589" y="677735"/>
                  </a:moveTo>
                  <a:lnTo>
                    <a:pt x="652707" y="715495"/>
                  </a:lnTo>
                  <a:lnTo>
                    <a:pt x="670941" y="669220"/>
                  </a:lnTo>
                  <a:close/>
                  <a:moveTo>
                    <a:pt x="670941" y="669220"/>
                  </a:moveTo>
                  <a:lnTo>
                    <a:pt x="652707" y="715495"/>
                  </a:lnTo>
                  <a:lnTo>
                    <a:pt x="659154" y="723159"/>
                  </a:lnTo>
                  <a:close/>
                  <a:moveTo>
                    <a:pt x="639691" y="686404"/>
                  </a:moveTo>
                  <a:lnTo>
                    <a:pt x="652707" y="715495"/>
                  </a:lnTo>
                  <a:lnTo>
                    <a:pt x="655589" y="677735"/>
                  </a:lnTo>
                  <a:close/>
                  <a:moveTo>
                    <a:pt x="627697" y="649649"/>
                  </a:moveTo>
                  <a:lnTo>
                    <a:pt x="655589" y="677735"/>
                  </a:lnTo>
                  <a:lnTo>
                    <a:pt x="645897" y="640868"/>
                  </a:lnTo>
                  <a:close/>
                  <a:moveTo>
                    <a:pt x="627697" y="649649"/>
                  </a:moveTo>
                  <a:lnTo>
                    <a:pt x="639691" y="686404"/>
                  </a:lnTo>
                  <a:lnTo>
                    <a:pt x="655589" y="677735"/>
                  </a:lnTo>
                  <a:close/>
                  <a:moveTo>
                    <a:pt x="670941" y="669220"/>
                  </a:moveTo>
                  <a:lnTo>
                    <a:pt x="662600" y="632465"/>
                  </a:lnTo>
                  <a:lnTo>
                    <a:pt x="655589" y="677735"/>
                  </a:lnTo>
                  <a:close/>
                  <a:moveTo>
                    <a:pt x="662600" y="632465"/>
                  </a:moveTo>
                  <a:lnTo>
                    <a:pt x="645897" y="640868"/>
                  </a:lnTo>
                  <a:lnTo>
                    <a:pt x="655589" y="677735"/>
                  </a:lnTo>
                  <a:close/>
                  <a:moveTo>
                    <a:pt x="305589" y="245344"/>
                  </a:moveTo>
                  <a:lnTo>
                    <a:pt x="354247" y="267973"/>
                  </a:lnTo>
                  <a:lnTo>
                    <a:pt x="342072" y="233125"/>
                  </a:lnTo>
                  <a:close/>
                  <a:moveTo>
                    <a:pt x="305589" y="245344"/>
                  </a:moveTo>
                  <a:lnTo>
                    <a:pt x="308818" y="282099"/>
                  </a:lnTo>
                  <a:lnTo>
                    <a:pt x="354247" y="267973"/>
                  </a:lnTo>
                  <a:close/>
                  <a:moveTo>
                    <a:pt x="373085" y="264915"/>
                  </a:moveTo>
                  <a:lnTo>
                    <a:pt x="384689" y="240091"/>
                  </a:lnTo>
                  <a:lnTo>
                    <a:pt x="354247" y="267973"/>
                  </a:lnTo>
                  <a:close/>
                  <a:moveTo>
                    <a:pt x="354247" y="267973"/>
                  </a:moveTo>
                  <a:lnTo>
                    <a:pt x="377010" y="231809"/>
                  </a:lnTo>
                  <a:lnTo>
                    <a:pt x="342072" y="233125"/>
                  </a:lnTo>
                  <a:close/>
                  <a:moveTo>
                    <a:pt x="321024" y="222844"/>
                  </a:moveTo>
                  <a:lnTo>
                    <a:pt x="305589" y="245344"/>
                  </a:lnTo>
                  <a:lnTo>
                    <a:pt x="342072" y="233125"/>
                  </a:lnTo>
                  <a:close/>
                  <a:moveTo>
                    <a:pt x="719442" y="487833"/>
                  </a:moveTo>
                  <a:lnTo>
                    <a:pt x="744384" y="525481"/>
                  </a:lnTo>
                  <a:lnTo>
                    <a:pt x="745014" y="522836"/>
                  </a:lnTo>
                  <a:close/>
                  <a:moveTo>
                    <a:pt x="744384" y="525481"/>
                  </a:moveTo>
                  <a:lnTo>
                    <a:pt x="752104" y="524588"/>
                  </a:lnTo>
                  <a:lnTo>
                    <a:pt x="745014" y="522836"/>
                  </a:lnTo>
                  <a:close/>
                  <a:moveTo>
                    <a:pt x="575381" y="139855"/>
                  </a:moveTo>
                  <a:lnTo>
                    <a:pt x="603539" y="159427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30315" y="196182"/>
                  </a:lnTo>
                  <a:lnTo>
                    <a:pt x="650615" y="142243"/>
                  </a:lnTo>
                  <a:close/>
                  <a:moveTo>
                    <a:pt x="598882" y="122672"/>
                  </a:moveTo>
                  <a:lnTo>
                    <a:pt x="648930" y="124123"/>
                  </a:lnTo>
                  <a:lnTo>
                    <a:pt x="642367" y="106772"/>
                  </a:lnTo>
                  <a:close/>
                  <a:moveTo>
                    <a:pt x="650615" y="142243"/>
                  </a:moveTo>
                  <a:lnTo>
                    <a:pt x="648930" y="124123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50615" y="142243"/>
                  </a:lnTo>
                  <a:lnTo>
                    <a:pt x="598882" y="122672"/>
                  </a:lnTo>
                  <a:close/>
                  <a:moveTo>
                    <a:pt x="580093" y="85565"/>
                  </a:moveTo>
                  <a:lnTo>
                    <a:pt x="579984" y="87131"/>
                  </a:lnTo>
                  <a:lnTo>
                    <a:pt x="629103" y="68733"/>
                  </a:lnTo>
                  <a:close/>
                  <a:moveTo>
                    <a:pt x="579984" y="87131"/>
                  </a:moveTo>
                  <a:lnTo>
                    <a:pt x="598882" y="122672"/>
                  </a:lnTo>
                  <a:lnTo>
                    <a:pt x="629103" y="68733"/>
                  </a:lnTo>
                  <a:close/>
                  <a:moveTo>
                    <a:pt x="629103" y="68733"/>
                  </a:moveTo>
                  <a:lnTo>
                    <a:pt x="598882" y="122672"/>
                  </a:lnTo>
                  <a:lnTo>
                    <a:pt x="639858" y="90206"/>
                  </a:lnTo>
                  <a:close/>
                  <a:moveTo>
                    <a:pt x="639858" y="90206"/>
                  </a:moveTo>
                  <a:lnTo>
                    <a:pt x="598882" y="122672"/>
                  </a:lnTo>
                  <a:lnTo>
                    <a:pt x="642367" y="106772"/>
                  </a:lnTo>
                  <a:close/>
                  <a:moveTo>
                    <a:pt x="642367" y="106772"/>
                  </a:moveTo>
                  <a:lnTo>
                    <a:pt x="652321" y="105488"/>
                  </a:lnTo>
                  <a:lnTo>
                    <a:pt x="639858" y="90206"/>
                  </a:lnTo>
                  <a:close/>
                  <a:moveTo>
                    <a:pt x="642367" y="106772"/>
                  </a:moveTo>
                  <a:lnTo>
                    <a:pt x="648930" y="124123"/>
                  </a:lnTo>
                  <a:lnTo>
                    <a:pt x="652321" y="105488"/>
                  </a:lnTo>
                  <a:close/>
                  <a:moveTo>
                    <a:pt x="655100" y="147190"/>
                  </a:moveTo>
                  <a:lnTo>
                    <a:pt x="660766" y="136561"/>
                  </a:lnTo>
                  <a:lnTo>
                    <a:pt x="650615" y="142243"/>
                  </a:lnTo>
                  <a:close/>
                  <a:moveTo>
                    <a:pt x="648930" y="124123"/>
                  </a:moveTo>
                  <a:lnTo>
                    <a:pt x="650615" y="14224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52321" y="105488"/>
                  </a:lnTo>
                  <a:lnTo>
                    <a:pt x="707112" y="120871"/>
                  </a:lnTo>
                  <a:close/>
                  <a:moveTo>
                    <a:pt x="652321" y="105488"/>
                  </a:moveTo>
                  <a:lnTo>
                    <a:pt x="648930" y="124123"/>
                  </a:lnTo>
                  <a:lnTo>
                    <a:pt x="707112" y="120871"/>
                  </a:lnTo>
                  <a:close/>
                  <a:moveTo>
                    <a:pt x="707112" y="120871"/>
                  </a:moveTo>
                  <a:lnTo>
                    <a:pt x="648930" y="124123"/>
                  </a:lnTo>
                  <a:lnTo>
                    <a:pt x="700881" y="125060"/>
                  </a:lnTo>
                  <a:close/>
                  <a:moveTo>
                    <a:pt x="700881" y="125060"/>
                  </a:moveTo>
                  <a:lnTo>
                    <a:pt x="648930" y="12412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39858" y="90206"/>
                  </a:lnTo>
                  <a:lnTo>
                    <a:pt x="652321" y="105488"/>
                  </a:lnTo>
                  <a:close/>
                  <a:moveTo>
                    <a:pt x="637552" y="65939"/>
                  </a:moveTo>
                  <a:lnTo>
                    <a:pt x="639858" y="90206"/>
                  </a:lnTo>
                  <a:lnTo>
                    <a:pt x="685878" y="98486"/>
                  </a:lnTo>
                  <a:close/>
                  <a:moveTo>
                    <a:pt x="685878" y="98486"/>
                  </a:moveTo>
                  <a:lnTo>
                    <a:pt x="718277" y="88305"/>
                  </a:lnTo>
                  <a:lnTo>
                    <a:pt x="725366" y="64543"/>
                  </a:lnTo>
                  <a:close/>
                  <a:moveTo>
                    <a:pt x="685878" y="98486"/>
                  </a:moveTo>
                  <a:lnTo>
                    <a:pt x="707112" y="120871"/>
                  </a:lnTo>
                  <a:lnTo>
                    <a:pt x="718277" y="88305"/>
                  </a:lnTo>
                  <a:close/>
                  <a:moveTo>
                    <a:pt x="629103" y="68733"/>
                  </a:moveTo>
                  <a:lnTo>
                    <a:pt x="639858" y="90206"/>
                  </a:lnTo>
                  <a:lnTo>
                    <a:pt x="637552" y="65939"/>
                  </a:lnTo>
                  <a:close/>
                  <a:moveTo>
                    <a:pt x="617804" y="31978"/>
                  </a:moveTo>
                  <a:lnTo>
                    <a:pt x="637552" y="65939"/>
                  </a:lnTo>
                  <a:lnTo>
                    <a:pt x="626460" y="30210"/>
                  </a:lnTo>
                  <a:close/>
                  <a:moveTo>
                    <a:pt x="617804" y="31978"/>
                  </a:moveTo>
                  <a:lnTo>
                    <a:pt x="629103" y="68733"/>
                  </a:lnTo>
                  <a:lnTo>
                    <a:pt x="637552" y="65939"/>
                  </a:lnTo>
                  <a:close/>
                  <a:moveTo>
                    <a:pt x="747950" y="75112"/>
                  </a:moveTo>
                  <a:lnTo>
                    <a:pt x="718277" y="88305"/>
                  </a:lnTo>
                  <a:lnTo>
                    <a:pt x="757166" y="87230"/>
                  </a:lnTo>
                  <a:close/>
                  <a:moveTo>
                    <a:pt x="757166" y="87230"/>
                  </a:moveTo>
                  <a:lnTo>
                    <a:pt x="718277" y="88305"/>
                  </a:lnTo>
                  <a:lnTo>
                    <a:pt x="707112" y="120871"/>
                  </a:lnTo>
                  <a:close/>
                  <a:moveTo>
                    <a:pt x="725366" y="64543"/>
                  </a:moveTo>
                  <a:lnTo>
                    <a:pt x="718277" y="88305"/>
                  </a:lnTo>
                  <a:lnTo>
                    <a:pt x="747950" y="75112"/>
                  </a:lnTo>
                  <a:close/>
                  <a:moveTo>
                    <a:pt x="725366" y="64543"/>
                  </a:moveTo>
                  <a:lnTo>
                    <a:pt x="747950" y="75112"/>
                  </a:lnTo>
                  <a:lnTo>
                    <a:pt x="732046" y="51550"/>
                  </a:lnTo>
                  <a:close/>
                  <a:moveTo>
                    <a:pt x="732046" y="51550"/>
                  </a:moveTo>
                  <a:lnTo>
                    <a:pt x="747950" y="75112"/>
                  </a:lnTo>
                  <a:lnTo>
                    <a:pt x="757113" y="71122"/>
                  </a:lnTo>
                  <a:close/>
                  <a:moveTo>
                    <a:pt x="732046" y="51550"/>
                  </a:moveTo>
                  <a:lnTo>
                    <a:pt x="757113" y="71122"/>
                  </a:lnTo>
                  <a:lnTo>
                    <a:pt x="761542" y="34367"/>
                  </a:lnTo>
                  <a:close/>
                  <a:moveTo>
                    <a:pt x="747950" y="75112"/>
                  </a:moveTo>
                  <a:lnTo>
                    <a:pt x="757166" y="87230"/>
                  </a:lnTo>
                  <a:lnTo>
                    <a:pt x="757113" y="71122"/>
                  </a:lnTo>
                  <a:close/>
                  <a:moveTo>
                    <a:pt x="761542" y="34367"/>
                  </a:moveTo>
                  <a:lnTo>
                    <a:pt x="798825" y="60839"/>
                  </a:lnTo>
                  <a:lnTo>
                    <a:pt x="785953" y="26557"/>
                  </a:lnTo>
                  <a:close/>
                  <a:moveTo>
                    <a:pt x="761542" y="34367"/>
                  </a:moveTo>
                  <a:lnTo>
                    <a:pt x="757113" y="71122"/>
                  </a:lnTo>
                  <a:lnTo>
                    <a:pt x="798825" y="60839"/>
                  </a:lnTo>
                  <a:close/>
                  <a:moveTo>
                    <a:pt x="798825" y="60839"/>
                  </a:moveTo>
                  <a:lnTo>
                    <a:pt x="823683" y="22971"/>
                  </a:lnTo>
                  <a:lnTo>
                    <a:pt x="785953" y="26557"/>
                  </a:lnTo>
                  <a:close/>
                  <a:moveTo>
                    <a:pt x="772713" y="20782"/>
                  </a:moveTo>
                  <a:lnTo>
                    <a:pt x="761542" y="34367"/>
                  </a:lnTo>
                  <a:lnTo>
                    <a:pt x="785953" y="26557"/>
                  </a:lnTo>
                  <a:close/>
                  <a:moveTo>
                    <a:pt x="892115" y="36755"/>
                  </a:moveTo>
                  <a:lnTo>
                    <a:pt x="885377" y="44650"/>
                  </a:lnTo>
                  <a:lnTo>
                    <a:pt x="869482" y="65593"/>
                  </a:lnTo>
                  <a:close/>
                  <a:moveTo>
                    <a:pt x="887156" y="7097"/>
                  </a:moveTo>
                  <a:lnTo>
                    <a:pt x="885377" y="44650"/>
                  </a:lnTo>
                  <a:lnTo>
                    <a:pt x="892115" y="36755"/>
                  </a:lnTo>
                  <a:close/>
                  <a:moveTo>
                    <a:pt x="887691" y="0"/>
                  </a:moveTo>
                  <a:lnTo>
                    <a:pt x="885377" y="44650"/>
                  </a:lnTo>
                  <a:lnTo>
                    <a:pt x="887156" y="7097"/>
                  </a:lnTo>
                  <a:close/>
                  <a:moveTo>
                    <a:pt x="887691" y="0"/>
                  </a:moveTo>
                  <a:lnTo>
                    <a:pt x="883801" y="1185"/>
                  </a:lnTo>
                  <a:lnTo>
                    <a:pt x="871329" y="44129"/>
                  </a:lnTo>
                  <a:close/>
                  <a:moveTo>
                    <a:pt x="900804" y="32108"/>
                  </a:moveTo>
                  <a:lnTo>
                    <a:pt x="892115" y="36755"/>
                  </a:lnTo>
                  <a:lnTo>
                    <a:pt x="922505" y="43055"/>
                  </a:lnTo>
                  <a:close/>
                  <a:moveTo>
                    <a:pt x="887156" y="7097"/>
                  </a:moveTo>
                  <a:lnTo>
                    <a:pt x="892115" y="36755"/>
                  </a:lnTo>
                  <a:lnTo>
                    <a:pt x="900804" y="32108"/>
                  </a:lnTo>
                  <a:close/>
                  <a:moveTo>
                    <a:pt x="887691" y="0"/>
                  </a:moveTo>
                  <a:lnTo>
                    <a:pt x="887156" y="7097"/>
                  </a:lnTo>
                  <a:lnTo>
                    <a:pt x="947417" y="11616"/>
                  </a:lnTo>
                  <a:close/>
                  <a:moveTo>
                    <a:pt x="947417" y="11616"/>
                  </a:moveTo>
                  <a:lnTo>
                    <a:pt x="887156" y="7097"/>
                  </a:lnTo>
                  <a:lnTo>
                    <a:pt x="937409" y="19572"/>
                  </a:lnTo>
                  <a:close/>
                  <a:moveTo>
                    <a:pt x="937409" y="19572"/>
                  </a:moveTo>
                  <a:lnTo>
                    <a:pt x="887156" y="7097"/>
                  </a:lnTo>
                  <a:lnTo>
                    <a:pt x="900804" y="3210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75" name="Input_density__75">
              <a:extLst>
                <a:ext uri="{FF2B5EF4-FFF2-40B4-BE49-F238E27FC236}">
                  <a16:creationId xmlns:a16="http://schemas.microsoft.com/office/drawing/2014/main" id="{53571331-4B4E-20C1-2820-567145A99181}"/>
                </a:ext>
              </a:extLst>
            </p:cNvPr>
            <p:cNvSpPr>
              <a:spLocks noGrp="1"/>
            </p:cNvSpPr>
            <p:nvPr/>
          </p:nvSpPr>
          <p:spPr>
            <a:xfrm>
              <a:off x="1036040" y="1785653"/>
              <a:ext cx="874042" cy="1506794"/>
            </a:xfrm>
            <a:custGeom>
              <a:avLst/>
              <a:gdLst/>
              <a:ahLst/>
              <a:cxnLst/>
              <a:rect l="0" t="0" r="0" b="0"/>
              <a:pathLst>
                <a:path w="874042" h="1506794">
                  <a:moveTo>
                    <a:pt x="218793" y="1433284"/>
                  </a:moveTo>
                  <a:lnTo>
                    <a:pt x="201908" y="1460316"/>
                  </a:lnTo>
                  <a:lnTo>
                    <a:pt x="220778" y="1434660"/>
                  </a:lnTo>
                  <a:close/>
                  <a:moveTo>
                    <a:pt x="220778" y="1434660"/>
                  </a:moveTo>
                  <a:lnTo>
                    <a:pt x="252257" y="1434481"/>
                  </a:lnTo>
                  <a:lnTo>
                    <a:pt x="235980" y="1433284"/>
                  </a:lnTo>
                  <a:close/>
                  <a:moveTo>
                    <a:pt x="0" y="1212754"/>
                  </a:moveTo>
                  <a:lnTo>
                    <a:pt x="16564" y="1222171"/>
                  </a:lnTo>
                  <a:lnTo>
                    <a:pt x="34202" y="1235390"/>
                  </a:lnTo>
                  <a:close/>
                  <a:moveTo>
                    <a:pt x="68507" y="1239074"/>
                  </a:moveTo>
                  <a:lnTo>
                    <a:pt x="34202" y="1235390"/>
                  </a:lnTo>
                  <a:lnTo>
                    <a:pt x="16564" y="1222171"/>
                  </a:lnTo>
                  <a:close/>
                  <a:moveTo>
                    <a:pt x="332260" y="1506794"/>
                  </a:moveTo>
                  <a:lnTo>
                    <a:pt x="336567" y="1489610"/>
                  </a:lnTo>
                  <a:lnTo>
                    <a:pt x="301650" y="1487875"/>
                  </a:lnTo>
                  <a:close/>
                  <a:moveTo>
                    <a:pt x="336567" y="1489610"/>
                  </a:moveTo>
                  <a:lnTo>
                    <a:pt x="327006" y="1486470"/>
                  </a:lnTo>
                  <a:lnTo>
                    <a:pt x="301650" y="1487875"/>
                  </a:lnTo>
                  <a:close/>
                  <a:moveTo>
                    <a:pt x="220778" y="1434660"/>
                  </a:moveTo>
                  <a:lnTo>
                    <a:pt x="204518" y="1419115"/>
                  </a:lnTo>
                  <a:lnTo>
                    <a:pt x="218793" y="1433284"/>
                  </a:lnTo>
                  <a:close/>
                  <a:moveTo>
                    <a:pt x="249214" y="1444770"/>
                  </a:moveTo>
                  <a:lnTo>
                    <a:pt x="235980" y="1433284"/>
                  </a:lnTo>
                  <a:lnTo>
                    <a:pt x="277326" y="1458847"/>
                  </a:lnTo>
                  <a:close/>
                  <a:moveTo>
                    <a:pt x="220778" y="1434660"/>
                  </a:moveTo>
                  <a:lnTo>
                    <a:pt x="235980" y="1433284"/>
                  </a:lnTo>
                  <a:lnTo>
                    <a:pt x="249214" y="1444770"/>
                  </a:lnTo>
                  <a:close/>
                  <a:moveTo>
                    <a:pt x="177919" y="1269080"/>
                  </a:moveTo>
                  <a:lnTo>
                    <a:pt x="165129" y="1254969"/>
                  </a:lnTo>
                  <a:lnTo>
                    <a:pt x="188833" y="1279967"/>
                  </a:lnTo>
                  <a:close/>
                  <a:moveTo>
                    <a:pt x="24930" y="1125876"/>
                  </a:moveTo>
                  <a:lnTo>
                    <a:pt x="5830" y="1096657"/>
                  </a:lnTo>
                  <a:lnTo>
                    <a:pt x="8116" y="1122060"/>
                  </a:lnTo>
                  <a:close/>
                  <a:moveTo>
                    <a:pt x="360781" y="1472427"/>
                  </a:moveTo>
                  <a:lnTo>
                    <a:pt x="336567" y="1489610"/>
                  </a:lnTo>
                  <a:lnTo>
                    <a:pt x="363649" y="1498892"/>
                  </a:lnTo>
                  <a:close/>
                  <a:moveTo>
                    <a:pt x="336567" y="1489610"/>
                  </a:moveTo>
                  <a:lnTo>
                    <a:pt x="360781" y="1472427"/>
                  </a:lnTo>
                  <a:lnTo>
                    <a:pt x="327006" y="1486470"/>
                  </a:lnTo>
                  <a:close/>
                  <a:moveTo>
                    <a:pt x="242885" y="1296529"/>
                  </a:moveTo>
                  <a:lnTo>
                    <a:pt x="228169" y="1269877"/>
                  </a:lnTo>
                  <a:lnTo>
                    <a:pt x="208347" y="1291976"/>
                  </a:lnTo>
                  <a:close/>
                  <a:moveTo>
                    <a:pt x="67537" y="1068122"/>
                  </a:moveTo>
                  <a:lnTo>
                    <a:pt x="43698" y="1085305"/>
                  </a:lnTo>
                  <a:lnTo>
                    <a:pt x="59042" y="1104877"/>
                  </a:lnTo>
                  <a:close/>
                  <a:moveTo>
                    <a:pt x="78435" y="1068122"/>
                  </a:moveTo>
                  <a:lnTo>
                    <a:pt x="71473" y="1115125"/>
                  </a:lnTo>
                  <a:lnTo>
                    <a:pt x="91847" y="1105552"/>
                  </a:lnTo>
                  <a:close/>
                  <a:moveTo>
                    <a:pt x="208844" y="1174204"/>
                  </a:moveTo>
                  <a:lnTo>
                    <a:pt x="229795" y="1179749"/>
                  </a:lnTo>
                  <a:lnTo>
                    <a:pt x="181999" y="1168940"/>
                  </a:lnTo>
                  <a:close/>
                  <a:moveTo>
                    <a:pt x="215022" y="1178387"/>
                  </a:moveTo>
                  <a:lnTo>
                    <a:pt x="240971" y="1193167"/>
                  </a:lnTo>
                  <a:lnTo>
                    <a:pt x="229795" y="1179749"/>
                  </a:lnTo>
                  <a:close/>
                  <a:moveTo>
                    <a:pt x="229795" y="1179749"/>
                  </a:moveTo>
                  <a:lnTo>
                    <a:pt x="240971" y="1193167"/>
                  </a:lnTo>
                  <a:lnTo>
                    <a:pt x="262947" y="1179124"/>
                  </a:lnTo>
                  <a:close/>
                  <a:moveTo>
                    <a:pt x="215022" y="1178387"/>
                  </a:moveTo>
                  <a:lnTo>
                    <a:pt x="229795" y="1179749"/>
                  </a:lnTo>
                  <a:lnTo>
                    <a:pt x="208844" y="1174204"/>
                  </a:lnTo>
                  <a:close/>
                  <a:moveTo>
                    <a:pt x="427477" y="1418041"/>
                  </a:moveTo>
                  <a:lnTo>
                    <a:pt x="427171" y="1419400"/>
                  </a:lnTo>
                  <a:lnTo>
                    <a:pt x="427177" y="1418489"/>
                  </a:lnTo>
                  <a:close/>
                  <a:moveTo>
                    <a:pt x="427477" y="1418041"/>
                  </a:moveTo>
                  <a:lnTo>
                    <a:pt x="427177" y="1418489"/>
                  </a:lnTo>
                  <a:lnTo>
                    <a:pt x="426755" y="1417846"/>
                  </a:lnTo>
                  <a:close/>
                  <a:moveTo>
                    <a:pt x="459407" y="1329677"/>
                  </a:moveTo>
                  <a:lnTo>
                    <a:pt x="454642" y="1381734"/>
                  </a:lnTo>
                  <a:lnTo>
                    <a:pt x="501382" y="1351500"/>
                  </a:lnTo>
                  <a:close/>
                  <a:moveTo>
                    <a:pt x="265628" y="1110380"/>
                  </a:moveTo>
                  <a:lnTo>
                    <a:pt x="233234" y="1154376"/>
                  </a:lnTo>
                  <a:lnTo>
                    <a:pt x="268544" y="1152758"/>
                  </a:lnTo>
                  <a:close/>
                  <a:moveTo>
                    <a:pt x="205200" y="1087694"/>
                  </a:moveTo>
                  <a:lnTo>
                    <a:pt x="268066" y="1102055"/>
                  </a:lnTo>
                  <a:lnTo>
                    <a:pt x="245419" y="1107265"/>
                  </a:lnTo>
                  <a:close/>
                  <a:moveTo>
                    <a:pt x="245419" y="1107265"/>
                  </a:moveTo>
                  <a:lnTo>
                    <a:pt x="265628" y="1110380"/>
                  </a:lnTo>
                  <a:lnTo>
                    <a:pt x="205200" y="1087694"/>
                  </a:lnTo>
                  <a:close/>
                  <a:moveTo>
                    <a:pt x="127151" y="1007454"/>
                  </a:moveTo>
                  <a:lnTo>
                    <a:pt x="144063" y="1038452"/>
                  </a:lnTo>
                  <a:lnTo>
                    <a:pt x="164200" y="1004422"/>
                  </a:lnTo>
                  <a:close/>
                  <a:moveTo>
                    <a:pt x="127151" y="1007454"/>
                  </a:moveTo>
                  <a:lnTo>
                    <a:pt x="164200" y="1004422"/>
                  </a:lnTo>
                  <a:lnTo>
                    <a:pt x="137060" y="985974"/>
                  </a:lnTo>
                  <a:close/>
                  <a:moveTo>
                    <a:pt x="164200" y="1004422"/>
                  </a:moveTo>
                  <a:lnTo>
                    <a:pt x="187950" y="1012202"/>
                  </a:lnTo>
                  <a:lnTo>
                    <a:pt x="168903" y="980453"/>
                  </a:lnTo>
                  <a:close/>
                  <a:moveTo>
                    <a:pt x="509900" y="1310612"/>
                  </a:moveTo>
                  <a:lnTo>
                    <a:pt x="501382" y="1351500"/>
                  </a:lnTo>
                  <a:lnTo>
                    <a:pt x="522854" y="1335573"/>
                  </a:lnTo>
                  <a:close/>
                  <a:moveTo>
                    <a:pt x="286021" y="1072977"/>
                  </a:moveTo>
                  <a:lnTo>
                    <a:pt x="309494" y="1057060"/>
                  </a:lnTo>
                  <a:lnTo>
                    <a:pt x="304340" y="1053327"/>
                  </a:lnTo>
                  <a:close/>
                  <a:moveTo>
                    <a:pt x="299389" y="1094588"/>
                  </a:moveTo>
                  <a:lnTo>
                    <a:pt x="309494" y="1057060"/>
                  </a:lnTo>
                  <a:lnTo>
                    <a:pt x="286021" y="1072977"/>
                  </a:lnTo>
                  <a:close/>
                  <a:moveTo>
                    <a:pt x="268066" y="1102055"/>
                  </a:moveTo>
                  <a:lnTo>
                    <a:pt x="299389" y="1094588"/>
                  </a:lnTo>
                  <a:lnTo>
                    <a:pt x="286021" y="1072977"/>
                  </a:lnTo>
                  <a:close/>
                  <a:moveTo>
                    <a:pt x="309494" y="1057060"/>
                  </a:moveTo>
                  <a:lnTo>
                    <a:pt x="272746" y="1023344"/>
                  </a:lnTo>
                  <a:lnTo>
                    <a:pt x="304340" y="1053327"/>
                  </a:lnTo>
                  <a:close/>
                  <a:moveTo>
                    <a:pt x="198525" y="958858"/>
                  </a:moveTo>
                  <a:lnTo>
                    <a:pt x="170510" y="954545"/>
                  </a:lnTo>
                  <a:lnTo>
                    <a:pt x="168903" y="980453"/>
                  </a:lnTo>
                  <a:close/>
                  <a:moveTo>
                    <a:pt x="568421" y="1285156"/>
                  </a:moveTo>
                  <a:lnTo>
                    <a:pt x="531880" y="1256674"/>
                  </a:lnTo>
                  <a:lnTo>
                    <a:pt x="559092" y="1302811"/>
                  </a:lnTo>
                  <a:close/>
                  <a:moveTo>
                    <a:pt x="530023" y="1266170"/>
                  </a:moveTo>
                  <a:lnTo>
                    <a:pt x="557319" y="1293429"/>
                  </a:lnTo>
                  <a:lnTo>
                    <a:pt x="559092" y="1302811"/>
                  </a:lnTo>
                  <a:close/>
                  <a:moveTo>
                    <a:pt x="296054" y="1040898"/>
                  </a:moveTo>
                  <a:lnTo>
                    <a:pt x="304340" y="1053327"/>
                  </a:lnTo>
                  <a:lnTo>
                    <a:pt x="272746" y="1023344"/>
                  </a:lnTo>
                  <a:close/>
                  <a:moveTo>
                    <a:pt x="220655" y="856953"/>
                  </a:moveTo>
                  <a:lnTo>
                    <a:pt x="198401" y="869956"/>
                  </a:lnTo>
                  <a:lnTo>
                    <a:pt x="257160" y="868863"/>
                  </a:lnTo>
                  <a:close/>
                  <a:moveTo>
                    <a:pt x="104268" y="767163"/>
                  </a:moveTo>
                  <a:lnTo>
                    <a:pt x="78869" y="751135"/>
                  </a:lnTo>
                  <a:lnTo>
                    <a:pt x="91890" y="759287"/>
                  </a:lnTo>
                  <a:close/>
                  <a:moveTo>
                    <a:pt x="418103" y="1018960"/>
                  </a:moveTo>
                  <a:lnTo>
                    <a:pt x="398082" y="1050387"/>
                  </a:lnTo>
                  <a:lnTo>
                    <a:pt x="419569" y="1021747"/>
                  </a:lnTo>
                  <a:close/>
                  <a:moveTo>
                    <a:pt x="449067" y="1055715"/>
                  </a:moveTo>
                  <a:lnTo>
                    <a:pt x="458001" y="1062338"/>
                  </a:lnTo>
                  <a:lnTo>
                    <a:pt x="419569" y="1021747"/>
                  </a:lnTo>
                  <a:close/>
                  <a:moveTo>
                    <a:pt x="267909" y="840044"/>
                  </a:moveTo>
                  <a:lnTo>
                    <a:pt x="220655" y="856953"/>
                  </a:lnTo>
                  <a:lnTo>
                    <a:pt x="257160" y="868863"/>
                  </a:lnTo>
                  <a:close/>
                  <a:moveTo>
                    <a:pt x="223049" y="849426"/>
                  </a:moveTo>
                  <a:lnTo>
                    <a:pt x="220655" y="856953"/>
                  </a:lnTo>
                  <a:lnTo>
                    <a:pt x="267909" y="840044"/>
                  </a:lnTo>
                  <a:close/>
                  <a:moveTo>
                    <a:pt x="370032" y="900690"/>
                  </a:moveTo>
                  <a:lnTo>
                    <a:pt x="423331" y="924004"/>
                  </a:lnTo>
                  <a:lnTo>
                    <a:pt x="384612" y="903813"/>
                  </a:lnTo>
                  <a:close/>
                  <a:moveTo>
                    <a:pt x="393941" y="908341"/>
                  </a:moveTo>
                  <a:lnTo>
                    <a:pt x="423331" y="924004"/>
                  </a:lnTo>
                  <a:lnTo>
                    <a:pt x="370032" y="900690"/>
                  </a:lnTo>
                  <a:close/>
                  <a:moveTo>
                    <a:pt x="163137" y="634227"/>
                  </a:moveTo>
                  <a:lnTo>
                    <a:pt x="145347" y="651411"/>
                  </a:lnTo>
                  <a:lnTo>
                    <a:pt x="176559" y="670982"/>
                  </a:lnTo>
                  <a:close/>
                  <a:moveTo>
                    <a:pt x="423331" y="924004"/>
                  </a:moveTo>
                  <a:lnTo>
                    <a:pt x="438261" y="928267"/>
                  </a:lnTo>
                  <a:lnTo>
                    <a:pt x="443450" y="903014"/>
                  </a:lnTo>
                  <a:close/>
                  <a:moveTo>
                    <a:pt x="464338" y="878197"/>
                  </a:moveTo>
                  <a:lnTo>
                    <a:pt x="438261" y="928267"/>
                  </a:lnTo>
                  <a:lnTo>
                    <a:pt x="460879" y="925757"/>
                  </a:lnTo>
                  <a:close/>
                  <a:moveTo>
                    <a:pt x="464338" y="878197"/>
                  </a:moveTo>
                  <a:lnTo>
                    <a:pt x="460879" y="925757"/>
                  </a:lnTo>
                  <a:lnTo>
                    <a:pt x="470749" y="928267"/>
                  </a:lnTo>
                  <a:close/>
                  <a:moveTo>
                    <a:pt x="464338" y="878197"/>
                  </a:moveTo>
                  <a:lnTo>
                    <a:pt x="453539" y="842230"/>
                  </a:lnTo>
                  <a:lnTo>
                    <a:pt x="461880" y="874328"/>
                  </a:lnTo>
                  <a:close/>
                  <a:moveTo>
                    <a:pt x="453539" y="842230"/>
                  </a:moveTo>
                  <a:lnTo>
                    <a:pt x="450936" y="837574"/>
                  </a:lnTo>
                  <a:lnTo>
                    <a:pt x="461880" y="874328"/>
                  </a:lnTo>
                  <a:close/>
                  <a:moveTo>
                    <a:pt x="659125" y="1086505"/>
                  </a:moveTo>
                  <a:lnTo>
                    <a:pt x="659677" y="1058103"/>
                  </a:lnTo>
                  <a:lnTo>
                    <a:pt x="657922" y="1052906"/>
                  </a:lnTo>
                  <a:close/>
                  <a:moveTo>
                    <a:pt x="657922" y="1052906"/>
                  </a:moveTo>
                  <a:lnTo>
                    <a:pt x="659677" y="1058103"/>
                  </a:lnTo>
                  <a:lnTo>
                    <a:pt x="657934" y="1008148"/>
                  </a:lnTo>
                  <a:close/>
                  <a:moveTo>
                    <a:pt x="569855" y="980831"/>
                  </a:moveTo>
                  <a:lnTo>
                    <a:pt x="602169" y="936902"/>
                  </a:lnTo>
                  <a:lnTo>
                    <a:pt x="569342" y="936502"/>
                  </a:lnTo>
                  <a:close/>
                  <a:moveTo>
                    <a:pt x="590905" y="901312"/>
                  </a:moveTo>
                  <a:lnTo>
                    <a:pt x="572192" y="914424"/>
                  </a:lnTo>
                  <a:lnTo>
                    <a:pt x="569342" y="936502"/>
                  </a:lnTo>
                  <a:close/>
                  <a:moveTo>
                    <a:pt x="450936" y="837574"/>
                  </a:moveTo>
                  <a:lnTo>
                    <a:pt x="468157" y="820390"/>
                  </a:lnTo>
                  <a:lnTo>
                    <a:pt x="461880" y="874328"/>
                  </a:lnTo>
                  <a:close/>
                  <a:moveTo>
                    <a:pt x="736687" y="896288"/>
                  </a:moveTo>
                  <a:lnTo>
                    <a:pt x="754858" y="906658"/>
                  </a:lnTo>
                  <a:lnTo>
                    <a:pt x="761600" y="888552"/>
                  </a:lnTo>
                  <a:close/>
                  <a:moveTo>
                    <a:pt x="761600" y="888552"/>
                  </a:moveTo>
                  <a:lnTo>
                    <a:pt x="754858" y="906658"/>
                  </a:lnTo>
                  <a:lnTo>
                    <a:pt x="770511" y="896288"/>
                  </a:lnTo>
                  <a:close/>
                  <a:moveTo>
                    <a:pt x="496262" y="521355"/>
                  </a:moveTo>
                  <a:lnTo>
                    <a:pt x="467599" y="517570"/>
                  </a:lnTo>
                  <a:lnTo>
                    <a:pt x="499186" y="563725"/>
                  </a:lnTo>
                  <a:close/>
                  <a:moveTo>
                    <a:pt x="446377" y="500760"/>
                  </a:moveTo>
                  <a:lnTo>
                    <a:pt x="462371" y="511555"/>
                  </a:lnTo>
                  <a:lnTo>
                    <a:pt x="467599" y="517570"/>
                  </a:lnTo>
                  <a:close/>
                  <a:moveTo>
                    <a:pt x="428492" y="462257"/>
                  </a:moveTo>
                  <a:lnTo>
                    <a:pt x="413955" y="444599"/>
                  </a:lnTo>
                  <a:lnTo>
                    <a:pt x="440612" y="479205"/>
                  </a:lnTo>
                  <a:close/>
                  <a:moveTo>
                    <a:pt x="459007" y="451771"/>
                  </a:moveTo>
                  <a:lnTo>
                    <a:pt x="428492" y="462257"/>
                  </a:lnTo>
                  <a:lnTo>
                    <a:pt x="440612" y="479205"/>
                  </a:lnTo>
                  <a:close/>
                  <a:moveTo>
                    <a:pt x="55339" y="9564"/>
                  </a:moveTo>
                  <a:lnTo>
                    <a:pt x="72337" y="40492"/>
                  </a:lnTo>
                  <a:lnTo>
                    <a:pt x="74491" y="50924"/>
                  </a:lnTo>
                  <a:close/>
                  <a:moveTo>
                    <a:pt x="33784" y="0"/>
                  </a:moveTo>
                  <a:lnTo>
                    <a:pt x="72337" y="40492"/>
                  </a:lnTo>
                  <a:lnTo>
                    <a:pt x="55339" y="9564"/>
                  </a:lnTo>
                  <a:close/>
                  <a:moveTo>
                    <a:pt x="874042" y="1006906"/>
                  </a:moveTo>
                  <a:lnTo>
                    <a:pt x="832642" y="992126"/>
                  </a:lnTo>
                  <a:lnTo>
                    <a:pt x="850158" y="1004974"/>
                  </a:lnTo>
                  <a:close/>
                  <a:moveTo>
                    <a:pt x="662760" y="690995"/>
                  </a:moveTo>
                  <a:lnTo>
                    <a:pt x="663171" y="716801"/>
                  </a:lnTo>
                  <a:lnTo>
                    <a:pt x="664438" y="695330"/>
                  </a:lnTo>
                  <a:close/>
                  <a:moveTo>
                    <a:pt x="664438" y="695330"/>
                  </a:moveTo>
                  <a:lnTo>
                    <a:pt x="671503" y="651747"/>
                  </a:lnTo>
                  <a:lnTo>
                    <a:pt x="662760" y="690995"/>
                  </a:lnTo>
                  <a:close/>
                  <a:moveTo>
                    <a:pt x="811784" y="740601"/>
                  </a:moveTo>
                  <a:lnTo>
                    <a:pt x="767601" y="761888"/>
                  </a:lnTo>
                  <a:lnTo>
                    <a:pt x="804594" y="775622"/>
                  </a:lnTo>
                  <a:close/>
                  <a:moveTo>
                    <a:pt x="811784" y="740601"/>
                  </a:moveTo>
                  <a:lnTo>
                    <a:pt x="776520" y="742181"/>
                  </a:lnTo>
                  <a:lnTo>
                    <a:pt x="767601" y="761888"/>
                  </a:lnTo>
                  <a:close/>
                  <a:moveTo>
                    <a:pt x="776520" y="742181"/>
                  </a:moveTo>
                  <a:lnTo>
                    <a:pt x="811784" y="740601"/>
                  </a:lnTo>
                  <a:lnTo>
                    <a:pt x="783777" y="726159"/>
                  </a:lnTo>
                  <a:close/>
                  <a:moveTo>
                    <a:pt x="671503" y="651747"/>
                  </a:moveTo>
                  <a:lnTo>
                    <a:pt x="682512" y="641392"/>
                  </a:lnTo>
                  <a:lnTo>
                    <a:pt x="681039" y="631388"/>
                  </a:lnTo>
                  <a:close/>
                  <a:moveTo>
                    <a:pt x="681039" y="631388"/>
                  </a:moveTo>
                  <a:lnTo>
                    <a:pt x="682512" y="641392"/>
                  </a:lnTo>
                  <a:lnTo>
                    <a:pt x="692577" y="605961"/>
                  </a:lnTo>
                  <a:close/>
                  <a:moveTo>
                    <a:pt x="692876" y="604105"/>
                  </a:moveTo>
                  <a:lnTo>
                    <a:pt x="681039" y="631388"/>
                  </a:lnTo>
                  <a:lnTo>
                    <a:pt x="692577" y="605961"/>
                  </a:lnTo>
                  <a:close/>
                  <a:moveTo>
                    <a:pt x="844203" y="607025"/>
                  </a:moveTo>
                  <a:lnTo>
                    <a:pt x="833268" y="553087"/>
                  </a:lnTo>
                  <a:lnTo>
                    <a:pt x="856292" y="589842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76" name="Input_density__76">
              <a:extLst>
                <a:ext uri="{FF2B5EF4-FFF2-40B4-BE49-F238E27FC236}">
                  <a16:creationId xmlns:a16="http://schemas.microsoft.com/office/drawing/2014/main" id="{D38455F1-6523-485D-F330-D174B9178561}"/>
                </a:ext>
              </a:extLst>
            </p:cNvPr>
            <p:cNvSpPr>
              <a:spLocks noGrp="1"/>
            </p:cNvSpPr>
            <p:nvPr/>
          </p:nvSpPr>
          <p:spPr>
            <a:xfrm>
              <a:off x="1001307" y="1785653"/>
              <a:ext cx="849480" cy="1509997"/>
            </a:xfrm>
            <a:custGeom>
              <a:avLst/>
              <a:gdLst/>
              <a:ahLst/>
              <a:cxnLst/>
              <a:rect l="0" t="0" r="0" b="0"/>
              <a:pathLst>
                <a:path w="849480" h="1509997">
                  <a:moveTo>
                    <a:pt x="0" y="1192039"/>
                  </a:moveTo>
                  <a:lnTo>
                    <a:pt x="34733" y="1212754"/>
                  </a:lnTo>
                  <a:lnTo>
                    <a:pt x="28481" y="1208717"/>
                  </a:lnTo>
                  <a:close/>
                  <a:moveTo>
                    <a:pt x="0" y="1192039"/>
                  </a:moveTo>
                  <a:lnTo>
                    <a:pt x="51297" y="1222171"/>
                  </a:lnTo>
                  <a:lnTo>
                    <a:pt x="34733" y="1212754"/>
                  </a:lnTo>
                  <a:close/>
                  <a:moveTo>
                    <a:pt x="103240" y="1239074"/>
                  </a:moveTo>
                  <a:lnTo>
                    <a:pt x="51297" y="1222171"/>
                  </a:lnTo>
                  <a:lnTo>
                    <a:pt x="79131" y="1226631"/>
                  </a:lnTo>
                  <a:close/>
                  <a:moveTo>
                    <a:pt x="371300" y="1489610"/>
                  </a:moveTo>
                  <a:lnTo>
                    <a:pt x="375619" y="1509997"/>
                  </a:lnTo>
                  <a:lnTo>
                    <a:pt x="398381" y="1498892"/>
                  </a:lnTo>
                  <a:close/>
                  <a:moveTo>
                    <a:pt x="395514" y="1472427"/>
                  </a:moveTo>
                  <a:lnTo>
                    <a:pt x="398381" y="1498892"/>
                  </a:lnTo>
                  <a:lnTo>
                    <a:pt x="420410" y="1485046"/>
                  </a:lnTo>
                  <a:close/>
                  <a:moveTo>
                    <a:pt x="454220" y="1455243"/>
                  </a:moveTo>
                  <a:lnTo>
                    <a:pt x="439389" y="1472427"/>
                  </a:lnTo>
                  <a:lnTo>
                    <a:pt x="461904" y="1419400"/>
                  </a:lnTo>
                  <a:close/>
                  <a:moveTo>
                    <a:pt x="216732" y="1168940"/>
                  </a:moveTo>
                  <a:lnTo>
                    <a:pt x="199346" y="1161204"/>
                  </a:lnTo>
                  <a:lnTo>
                    <a:pt x="195839" y="1143717"/>
                  </a:lnTo>
                  <a:close/>
                  <a:moveTo>
                    <a:pt x="236950" y="1172846"/>
                  </a:moveTo>
                  <a:lnTo>
                    <a:pt x="243577" y="1174204"/>
                  </a:lnTo>
                  <a:lnTo>
                    <a:pt x="216732" y="1168940"/>
                  </a:lnTo>
                  <a:close/>
                  <a:moveTo>
                    <a:pt x="476373" y="1381734"/>
                  </a:moveTo>
                  <a:lnTo>
                    <a:pt x="486446" y="1386583"/>
                  </a:lnTo>
                  <a:lnTo>
                    <a:pt x="490104" y="1377705"/>
                  </a:lnTo>
                  <a:close/>
                  <a:moveTo>
                    <a:pt x="198933" y="1004422"/>
                  </a:moveTo>
                  <a:lnTo>
                    <a:pt x="171951" y="1050939"/>
                  </a:lnTo>
                  <a:lnTo>
                    <a:pt x="191225" y="1030258"/>
                  </a:lnTo>
                  <a:close/>
                  <a:moveTo>
                    <a:pt x="198933" y="1004422"/>
                  </a:moveTo>
                  <a:lnTo>
                    <a:pt x="203636" y="980453"/>
                  </a:lnTo>
                  <a:lnTo>
                    <a:pt x="171793" y="985974"/>
                  </a:lnTo>
                  <a:close/>
                  <a:moveTo>
                    <a:pt x="203636" y="980453"/>
                  </a:moveTo>
                  <a:lnTo>
                    <a:pt x="205243" y="954545"/>
                  </a:lnTo>
                  <a:lnTo>
                    <a:pt x="194370" y="974178"/>
                  </a:lnTo>
                  <a:close/>
                  <a:moveTo>
                    <a:pt x="233258" y="958858"/>
                  </a:moveTo>
                  <a:lnTo>
                    <a:pt x="203636" y="980453"/>
                  </a:lnTo>
                  <a:lnTo>
                    <a:pt x="232194" y="962652"/>
                  </a:lnTo>
                  <a:close/>
                  <a:moveTo>
                    <a:pt x="205243" y="954545"/>
                  </a:moveTo>
                  <a:lnTo>
                    <a:pt x="229516" y="952638"/>
                  </a:lnTo>
                  <a:lnTo>
                    <a:pt x="209849" y="906307"/>
                  </a:lnTo>
                  <a:close/>
                  <a:moveTo>
                    <a:pt x="200955" y="943062"/>
                  </a:moveTo>
                  <a:lnTo>
                    <a:pt x="205243" y="954545"/>
                  </a:lnTo>
                  <a:lnTo>
                    <a:pt x="209607" y="906571"/>
                  </a:lnTo>
                  <a:close/>
                  <a:moveTo>
                    <a:pt x="129109" y="758546"/>
                  </a:moveTo>
                  <a:lnTo>
                    <a:pt x="113602" y="751135"/>
                  </a:lnTo>
                  <a:lnTo>
                    <a:pt x="139001" y="767163"/>
                  </a:lnTo>
                  <a:close/>
                  <a:moveTo>
                    <a:pt x="161120" y="753652"/>
                  </a:moveTo>
                  <a:lnTo>
                    <a:pt x="129109" y="758546"/>
                  </a:lnTo>
                  <a:lnTo>
                    <a:pt x="139001" y="767163"/>
                  </a:lnTo>
                  <a:close/>
                  <a:moveTo>
                    <a:pt x="148998" y="759287"/>
                  </a:moveTo>
                  <a:lnTo>
                    <a:pt x="161120" y="753652"/>
                  </a:lnTo>
                  <a:lnTo>
                    <a:pt x="139001" y="767163"/>
                  </a:lnTo>
                  <a:close/>
                  <a:moveTo>
                    <a:pt x="693706" y="1094858"/>
                  </a:moveTo>
                  <a:lnTo>
                    <a:pt x="649269" y="1105837"/>
                  </a:lnTo>
                  <a:lnTo>
                    <a:pt x="653542" y="1060348"/>
                  </a:lnTo>
                  <a:close/>
                  <a:moveTo>
                    <a:pt x="478182" y="903014"/>
                  </a:moveTo>
                  <a:lnTo>
                    <a:pt x="472994" y="928267"/>
                  </a:lnTo>
                  <a:lnTo>
                    <a:pt x="499071" y="878197"/>
                  </a:lnTo>
                  <a:close/>
                  <a:moveTo>
                    <a:pt x="499071" y="878197"/>
                  </a:moveTo>
                  <a:lnTo>
                    <a:pt x="496613" y="874328"/>
                  </a:lnTo>
                  <a:lnTo>
                    <a:pt x="478182" y="903014"/>
                  </a:lnTo>
                  <a:close/>
                  <a:moveTo>
                    <a:pt x="625638" y="901312"/>
                  </a:moveTo>
                  <a:lnTo>
                    <a:pt x="604075" y="936502"/>
                  </a:lnTo>
                  <a:lnTo>
                    <a:pt x="636902" y="936902"/>
                  </a:lnTo>
                  <a:close/>
                  <a:moveTo>
                    <a:pt x="750504" y="885097"/>
                  </a:moveTo>
                  <a:lnTo>
                    <a:pt x="771420" y="896288"/>
                  </a:lnTo>
                  <a:lnTo>
                    <a:pt x="772582" y="871435"/>
                  </a:lnTo>
                  <a:close/>
                  <a:moveTo>
                    <a:pt x="494816" y="552001"/>
                  </a:moveTo>
                  <a:lnTo>
                    <a:pt x="502332" y="517570"/>
                  </a:lnTo>
                  <a:lnTo>
                    <a:pt x="483598" y="538432"/>
                  </a:lnTo>
                  <a:close/>
                  <a:moveTo>
                    <a:pt x="459137" y="543181"/>
                  </a:moveTo>
                  <a:lnTo>
                    <a:pt x="494816" y="552001"/>
                  </a:lnTo>
                  <a:lnTo>
                    <a:pt x="483598" y="538432"/>
                  </a:lnTo>
                  <a:close/>
                  <a:moveTo>
                    <a:pt x="83961" y="40863"/>
                  </a:moveTo>
                  <a:lnTo>
                    <a:pt x="96029" y="57617"/>
                  </a:lnTo>
                  <a:lnTo>
                    <a:pt x="107070" y="40492"/>
                  </a:lnTo>
                  <a:close/>
                  <a:moveTo>
                    <a:pt x="79314" y="87679"/>
                  </a:moveTo>
                  <a:lnTo>
                    <a:pt x="96029" y="57617"/>
                  </a:lnTo>
                  <a:lnTo>
                    <a:pt x="78953" y="81010"/>
                  </a:lnTo>
                  <a:close/>
                  <a:moveTo>
                    <a:pt x="107070" y="40492"/>
                  </a:moveTo>
                  <a:lnTo>
                    <a:pt x="96029" y="57617"/>
                  </a:lnTo>
                  <a:lnTo>
                    <a:pt x="109224" y="50924"/>
                  </a:lnTo>
                  <a:close/>
                  <a:moveTo>
                    <a:pt x="68517" y="0"/>
                  </a:moveTo>
                  <a:lnTo>
                    <a:pt x="97927" y="33740"/>
                  </a:lnTo>
                  <a:lnTo>
                    <a:pt x="107070" y="40492"/>
                  </a:lnTo>
                  <a:close/>
                  <a:moveTo>
                    <a:pt x="717245" y="641392"/>
                  </a:moveTo>
                  <a:lnTo>
                    <a:pt x="706236" y="651747"/>
                  </a:lnTo>
                  <a:lnTo>
                    <a:pt x="699171" y="695330"/>
                  </a:lnTo>
                  <a:close/>
                  <a:moveTo>
                    <a:pt x="846517" y="740601"/>
                  </a:moveTo>
                  <a:lnTo>
                    <a:pt x="845192" y="701343"/>
                  </a:lnTo>
                  <a:lnTo>
                    <a:pt x="818510" y="726159"/>
                  </a:lnTo>
                  <a:close/>
                  <a:moveTo>
                    <a:pt x="846517" y="740601"/>
                  </a:moveTo>
                  <a:lnTo>
                    <a:pt x="839327" y="775622"/>
                  </a:lnTo>
                  <a:lnTo>
                    <a:pt x="849480" y="751657"/>
                  </a:lnTo>
                  <a:close/>
                  <a:moveTo>
                    <a:pt x="849480" y="751657"/>
                  </a:moveTo>
                  <a:lnTo>
                    <a:pt x="845192" y="701343"/>
                  </a:lnTo>
                  <a:lnTo>
                    <a:pt x="846517" y="740601"/>
                  </a:lnTo>
                  <a:close/>
                  <a:moveTo>
                    <a:pt x="846611" y="697719"/>
                  </a:moveTo>
                  <a:lnTo>
                    <a:pt x="845192" y="701343"/>
                  </a:lnTo>
                  <a:lnTo>
                    <a:pt x="849480" y="751657"/>
                  </a:lnTo>
                  <a:close/>
                  <a:moveTo>
                    <a:pt x="846244" y="696075"/>
                  </a:moveTo>
                  <a:lnTo>
                    <a:pt x="847813" y="680535"/>
                  </a:lnTo>
                  <a:lnTo>
                    <a:pt x="845192" y="701343"/>
                  </a:lnTo>
                  <a:close/>
                  <a:moveTo>
                    <a:pt x="846244" y="696075"/>
                  </a:moveTo>
                  <a:lnTo>
                    <a:pt x="845192" y="701343"/>
                  </a:lnTo>
                  <a:lnTo>
                    <a:pt x="846611" y="69771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77" name="Input_density__77">
              <a:extLst>
                <a:ext uri="{FF2B5EF4-FFF2-40B4-BE49-F238E27FC236}">
                  <a16:creationId xmlns:a16="http://schemas.microsoft.com/office/drawing/2014/main" id="{EC812035-3AEC-560F-E7A8-E0E058E04DEA}"/>
                </a:ext>
              </a:extLst>
            </p:cNvPr>
            <p:cNvSpPr>
              <a:spLocks noGrp="1"/>
            </p:cNvSpPr>
            <p:nvPr/>
          </p:nvSpPr>
          <p:spPr>
            <a:xfrm>
              <a:off x="1076346" y="1843270"/>
              <a:ext cx="784159" cy="1441275"/>
            </a:xfrm>
            <a:custGeom>
              <a:avLst/>
              <a:gdLst/>
              <a:ahLst/>
              <a:cxnLst/>
              <a:rect l="0" t="0" r="0" b="0"/>
              <a:pathLst>
                <a:path w="784159" h="1441275">
                  <a:moveTo>
                    <a:pt x="342355" y="1431993"/>
                  </a:moveTo>
                  <a:lnTo>
                    <a:pt x="345372" y="1427429"/>
                  </a:lnTo>
                  <a:lnTo>
                    <a:pt x="323343" y="1441275"/>
                  </a:lnTo>
                  <a:close/>
                  <a:moveTo>
                    <a:pt x="342355" y="1431993"/>
                  </a:moveTo>
                  <a:lnTo>
                    <a:pt x="364350" y="1414810"/>
                  </a:lnTo>
                  <a:lnTo>
                    <a:pt x="345372" y="1427429"/>
                  </a:lnTo>
                  <a:close/>
                  <a:moveTo>
                    <a:pt x="364350" y="1414810"/>
                  </a:moveTo>
                  <a:lnTo>
                    <a:pt x="371735" y="1401421"/>
                  </a:lnTo>
                  <a:lnTo>
                    <a:pt x="386865" y="1361783"/>
                  </a:lnTo>
                  <a:close/>
                  <a:moveTo>
                    <a:pt x="482548" y="1277955"/>
                  </a:moveTo>
                  <a:lnTo>
                    <a:pt x="461076" y="1293883"/>
                  </a:lnTo>
                  <a:lnTo>
                    <a:pt x="510820" y="1259082"/>
                  </a:lnTo>
                  <a:close/>
                  <a:moveTo>
                    <a:pt x="510820" y="1259082"/>
                  </a:moveTo>
                  <a:lnTo>
                    <a:pt x="494337" y="1282730"/>
                  </a:lnTo>
                  <a:lnTo>
                    <a:pt x="482548" y="1277955"/>
                  </a:lnTo>
                  <a:close/>
                  <a:moveTo>
                    <a:pt x="134810" y="848690"/>
                  </a:moveTo>
                  <a:lnTo>
                    <a:pt x="158095" y="812339"/>
                  </a:lnTo>
                  <a:lnTo>
                    <a:pt x="180350" y="799336"/>
                  </a:lnTo>
                  <a:close/>
                  <a:moveTo>
                    <a:pt x="178213" y="831507"/>
                  </a:moveTo>
                  <a:lnTo>
                    <a:pt x="180350" y="799336"/>
                  </a:lnTo>
                  <a:lnTo>
                    <a:pt x="182744" y="791809"/>
                  </a:lnTo>
                  <a:close/>
                  <a:moveTo>
                    <a:pt x="728467" y="1189693"/>
                  </a:moveTo>
                  <a:lnTo>
                    <a:pt x="700174" y="1178994"/>
                  </a:lnTo>
                  <a:lnTo>
                    <a:pt x="706632" y="1184261"/>
                  </a:lnTo>
                  <a:close/>
                  <a:moveTo>
                    <a:pt x="734438" y="1184261"/>
                  </a:moveTo>
                  <a:lnTo>
                    <a:pt x="750889" y="1177316"/>
                  </a:lnTo>
                  <a:lnTo>
                    <a:pt x="728467" y="1189693"/>
                  </a:lnTo>
                  <a:close/>
                  <a:moveTo>
                    <a:pt x="734438" y="1184261"/>
                  </a:moveTo>
                  <a:lnTo>
                    <a:pt x="762332" y="1167078"/>
                  </a:lnTo>
                  <a:lnTo>
                    <a:pt x="750889" y="1177316"/>
                  </a:lnTo>
                  <a:close/>
                  <a:moveTo>
                    <a:pt x="5593" y="47245"/>
                  </a:moveTo>
                  <a:lnTo>
                    <a:pt x="4275" y="30062"/>
                  </a:lnTo>
                  <a:lnTo>
                    <a:pt x="0" y="46094"/>
                  </a:lnTo>
                  <a:close/>
                  <a:moveTo>
                    <a:pt x="4275" y="30062"/>
                  </a:moveTo>
                  <a:lnTo>
                    <a:pt x="5593" y="47245"/>
                  </a:lnTo>
                  <a:lnTo>
                    <a:pt x="20991" y="0"/>
                  </a:lnTo>
                  <a:close/>
                  <a:moveTo>
                    <a:pt x="450827" y="389689"/>
                  </a:moveTo>
                  <a:lnTo>
                    <a:pt x="440702" y="404305"/>
                  </a:lnTo>
                  <a:lnTo>
                    <a:pt x="418701" y="394154"/>
                  </a:lnTo>
                  <a:close/>
                  <a:moveTo>
                    <a:pt x="771573" y="640102"/>
                  </a:moveTo>
                  <a:lnTo>
                    <a:pt x="784159" y="599880"/>
                  </a:lnTo>
                  <a:lnTo>
                    <a:pt x="771206" y="638458"/>
                  </a:lnTo>
                  <a:close/>
                  <a:moveTo>
                    <a:pt x="772775" y="622918"/>
                  </a:moveTo>
                  <a:lnTo>
                    <a:pt x="771206" y="638458"/>
                  </a:lnTo>
                  <a:lnTo>
                    <a:pt x="784159" y="5998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78" name="Input_density__78">
              <a:extLst>
                <a:ext uri="{FF2B5EF4-FFF2-40B4-BE49-F238E27FC236}">
                  <a16:creationId xmlns:a16="http://schemas.microsoft.com/office/drawing/2014/main" id="{4D183325-DA19-BD32-81AD-8A80CB922AB4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2126919"/>
              <a:ext cx="1048031" cy="1122003"/>
            </a:xfrm>
            <a:custGeom>
              <a:avLst/>
              <a:gdLst/>
              <a:ahLst/>
              <a:cxnLst/>
              <a:rect l="0" t="0" r="0" b="0"/>
              <a:pathLst>
                <a:path w="1048031" h="1122003">
                  <a:moveTo>
                    <a:pt x="13270" y="815161"/>
                  </a:moveTo>
                  <a:lnTo>
                    <a:pt x="0" y="832345"/>
                  </a:lnTo>
                  <a:lnTo>
                    <a:pt x="15878" y="851916"/>
                  </a:lnTo>
                  <a:close/>
                  <a:moveTo>
                    <a:pt x="15878" y="851916"/>
                  </a:moveTo>
                  <a:lnTo>
                    <a:pt x="42358" y="797978"/>
                  </a:lnTo>
                  <a:lnTo>
                    <a:pt x="13270" y="815161"/>
                  </a:lnTo>
                  <a:close/>
                  <a:moveTo>
                    <a:pt x="175672" y="861739"/>
                  </a:moveTo>
                  <a:lnTo>
                    <a:pt x="218785" y="856728"/>
                  </a:lnTo>
                  <a:lnTo>
                    <a:pt x="213519" y="854304"/>
                  </a:lnTo>
                  <a:close/>
                  <a:moveTo>
                    <a:pt x="213519" y="854304"/>
                  </a:moveTo>
                  <a:lnTo>
                    <a:pt x="186965" y="817550"/>
                  </a:lnTo>
                  <a:lnTo>
                    <a:pt x="175672" y="861739"/>
                  </a:lnTo>
                  <a:close/>
                  <a:moveTo>
                    <a:pt x="186965" y="817550"/>
                  </a:moveTo>
                  <a:lnTo>
                    <a:pt x="173122" y="819065"/>
                  </a:lnTo>
                  <a:lnTo>
                    <a:pt x="175672" y="861739"/>
                  </a:lnTo>
                  <a:close/>
                  <a:moveTo>
                    <a:pt x="138274" y="820307"/>
                  </a:moveTo>
                  <a:lnTo>
                    <a:pt x="113210" y="780794"/>
                  </a:lnTo>
                  <a:lnTo>
                    <a:pt x="95709" y="783077"/>
                  </a:lnTo>
                  <a:close/>
                  <a:moveTo>
                    <a:pt x="95709" y="783077"/>
                  </a:moveTo>
                  <a:lnTo>
                    <a:pt x="100898" y="789698"/>
                  </a:lnTo>
                  <a:lnTo>
                    <a:pt x="138274" y="820307"/>
                  </a:lnTo>
                  <a:close/>
                  <a:moveTo>
                    <a:pt x="135547" y="733031"/>
                  </a:moveTo>
                  <a:lnTo>
                    <a:pt x="136808" y="744039"/>
                  </a:lnTo>
                  <a:lnTo>
                    <a:pt x="115223" y="718679"/>
                  </a:lnTo>
                  <a:close/>
                  <a:moveTo>
                    <a:pt x="490738" y="1081355"/>
                  </a:moveTo>
                  <a:lnTo>
                    <a:pt x="482066" y="1122003"/>
                  </a:lnTo>
                  <a:lnTo>
                    <a:pt x="524004" y="1077223"/>
                  </a:lnTo>
                  <a:close/>
                  <a:moveTo>
                    <a:pt x="447447" y="1089461"/>
                  </a:moveTo>
                  <a:lnTo>
                    <a:pt x="490738" y="1081355"/>
                  </a:lnTo>
                  <a:lnTo>
                    <a:pt x="477413" y="1047440"/>
                  </a:lnTo>
                  <a:close/>
                  <a:moveTo>
                    <a:pt x="490738" y="1081355"/>
                  </a:moveTo>
                  <a:lnTo>
                    <a:pt x="528412" y="1074500"/>
                  </a:lnTo>
                  <a:lnTo>
                    <a:pt x="506471" y="1050905"/>
                  </a:lnTo>
                  <a:close/>
                  <a:moveTo>
                    <a:pt x="490738" y="1081355"/>
                  </a:moveTo>
                  <a:lnTo>
                    <a:pt x="506471" y="1050905"/>
                  </a:lnTo>
                  <a:lnTo>
                    <a:pt x="477413" y="1047440"/>
                  </a:lnTo>
                  <a:close/>
                  <a:moveTo>
                    <a:pt x="524004" y="1077223"/>
                  </a:moveTo>
                  <a:lnTo>
                    <a:pt x="549492" y="1105425"/>
                  </a:lnTo>
                  <a:lnTo>
                    <a:pt x="531859" y="1075013"/>
                  </a:lnTo>
                  <a:close/>
                  <a:moveTo>
                    <a:pt x="528412" y="1074500"/>
                  </a:moveTo>
                  <a:lnTo>
                    <a:pt x="524004" y="1077223"/>
                  </a:lnTo>
                  <a:lnTo>
                    <a:pt x="531859" y="1075013"/>
                  </a:lnTo>
                  <a:close/>
                  <a:moveTo>
                    <a:pt x="222161" y="618979"/>
                  </a:moveTo>
                  <a:lnTo>
                    <a:pt x="221769" y="582224"/>
                  </a:lnTo>
                  <a:lnTo>
                    <a:pt x="218919" y="585185"/>
                  </a:lnTo>
                  <a:close/>
                  <a:moveTo>
                    <a:pt x="222058" y="580344"/>
                  </a:moveTo>
                  <a:lnTo>
                    <a:pt x="218919" y="585185"/>
                  </a:lnTo>
                  <a:lnTo>
                    <a:pt x="221769" y="582224"/>
                  </a:lnTo>
                  <a:close/>
                  <a:moveTo>
                    <a:pt x="221769" y="582224"/>
                  </a:moveTo>
                  <a:lnTo>
                    <a:pt x="222161" y="618979"/>
                  </a:lnTo>
                  <a:lnTo>
                    <a:pt x="225222" y="601796"/>
                  </a:lnTo>
                  <a:close/>
                  <a:moveTo>
                    <a:pt x="221769" y="582224"/>
                  </a:moveTo>
                  <a:lnTo>
                    <a:pt x="225222" y="601796"/>
                  </a:lnTo>
                  <a:lnTo>
                    <a:pt x="231029" y="565041"/>
                  </a:lnTo>
                  <a:close/>
                  <a:moveTo>
                    <a:pt x="221769" y="582224"/>
                  </a:moveTo>
                  <a:lnTo>
                    <a:pt x="220821" y="538892"/>
                  </a:lnTo>
                  <a:lnTo>
                    <a:pt x="222058" y="580344"/>
                  </a:lnTo>
                  <a:close/>
                  <a:moveTo>
                    <a:pt x="221131" y="528286"/>
                  </a:moveTo>
                  <a:lnTo>
                    <a:pt x="220821" y="538892"/>
                  </a:lnTo>
                  <a:lnTo>
                    <a:pt x="221769" y="582224"/>
                  </a:lnTo>
                  <a:close/>
                  <a:moveTo>
                    <a:pt x="231029" y="565041"/>
                  </a:moveTo>
                  <a:lnTo>
                    <a:pt x="221131" y="528286"/>
                  </a:lnTo>
                  <a:lnTo>
                    <a:pt x="221769" y="582224"/>
                  </a:lnTo>
                  <a:close/>
                  <a:moveTo>
                    <a:pt x="227472" y="504376"/>
                  </a:moveTo>
                  <a:lnTo>
                    <a:pt x="220821" y="538892"/>
                  </a:lnTo>
                  <a:lnTo>
                    <a:pt x="221131" y="528286"/>
                  </a:lnTo>
                  <a:close/>
                  <a:moveTo>
                    <a:pt x="659252" y="952163"/>
                  </a:moveTo>
                  <a:lnTo>
                    <a:pt x="645433" y="969346"/>
                  </a:lnTo>
                  <a:lnTo>
                    <a:pt x="665306" y="988917"/>
                  </a:lnTo>
                  <a:close/>
                  <a:moveTo>
                    <a:pt x="282047" y="487637"/>
                  </a:moveTo>
                  <a:lnTo>
                    <a:pt x="258188" y="494642"/>
                  </a:lnTo>
                  <a:lnTo>
                    <a:pt x="227472" y="504376"/>
                  </a:lnTo>
                  <a:close/>
                  <a:moveTo>
                    <a:pt x="282047" y="487637"/>
                  </a:moveTo>
                  <a:lnTo>
                    <a:pt x="227472" y="504376"/>
                  </a:lnTo>
                  <a:lnTo>
                    <a:pt x="251464" y="497870"/>
                  </a:lnTo>
                  <a:close/>
                  <a:moveTo>
                    <a:pt x="309254" y="494086"/>
                  </a:moveTo>
                  <a:lnTo>
                    <a:pt x="314983" y="486205"/>
                  </a:lnTo>
                  <a:lnTo>
                    <a:pt x="282047" y="487637"/>
                  </a:lnTo>
                  <a:close/>
                  <a:moveTo>
                    <a:pt x="309254" y="494086"/>
                  </a:moveTo>
                  <a:lnTo>
                    <a:pt x="338681" y="497250"/>
                  </a:lnTo>
                  <a:lnTo>
                    <a:pt x="314983" y="486205"/>
                  </a:lnTo>
                  <a:close/>
                  <a:moveTo>
                    <a:pt x="362506" y="460222"/>
                  </a:moveTo>
                  <a:lnTo>
                    <a:pt x="317077" y="474348"/>
                  </a:lnTo>
                  <a:lnTo>
                    <a:pt x="338681" y="497250"/>
                  </a:lnTo>
                  <a:close/>
                  <a:moveTo>
                    <a:pt x="210797" y="400838"/>
                  </a:moveTo>
                  <a:lnTo>
                    <a:pt x="209047" y="367649"/>
                  </a:lnTo>
                  <a:lnTo>
                    <a:pt x="212369" y="346899"/>
                  </a:lnTo>
                  <a:close/>
                  <a:moveTo>
                    <a:pt x="212369" y="346899"/>
                  </a:moveTo>
                  <a:lnTo>
                    <a:pt x="228031" y="314049"/>
                  </a:lnTo>
                  <a:lnTo>
                    <a:pt x="187700" y="364083"/>
                  </a:lnTo>
                  <a:close/>
                  <a:moveTo>
                    <a:pt x="720542" y="881041"/>
                  </a:moveTo>
                  <a:lnTo>
                    <a:pt x="699329" y="898224"/>
                  </a:lnTo>
                  <a:lnTo>
                    <a:pt x="744837" y="917796"/>
                  </a:lnTo>
                  <a:close/>
                  <a:moveTo>
                    <a:pt x="679200" y="861469"/>
                  </a:moveTo>
                  <a:lnTo>
                    <a:pt x="699329" y="898224"/>
                  </a:lnTo>
                  <a:lnTo>
                    <a:pt x="720542" y="881041"/>
                  </a:lnTo>
                  <a:close/>
                  <a:moveTo>
                    <a:pt x="679200" y="861469"/>
                  </a:moveTo>
                  <a:lnTo>
                    <a:pt x="720542" y="881041"/>
                  </a:lnTo>
                  <a:lnTo>
                    <a:pt x="702775" y="844286"/>
                  </a:lnTo>
                  <a:close/>
                  <a:moveTo>
                    <a:pt x="670860" y="824714"/>
                  </a:moveTo>
                  <a:lnTo>
                    <a:pt x="702775" y="844286"/>
                  </a:lnTo>
                  <a:lnTo>
                    <a:pt x="685722" y="807531"/>
                  </a:lnTo>
                  <a:close/>
                  <a:moveTo>
                    <a:pt x="256367" y="331005"/>
                  </a:moveTo>
                  <a:lnTo>
                    <a:pt x="262123" y="316937"/>
                  </a:lnTo>
                  <a:lnTo>
                    <a:pt x="228031" y="314049"/>
                  </a:lnTo>
                  <a:close/>
                  <a:moveTo>
                    <a:pt x="256367" y="331005"/>
                  </a:moveTo>
                  <a:lnTo>
                    <a:pt x="286460" y="333629"/>
                  </a:lnTo>
                  <a:lnTo>
                    <a:pt x="262123" y="316937"/>
                  </a:lnTo>
                  <a:close/>
                  <a:moveTo>
                    <a:pt x="286460" y="333629"/>
                  </a:moveTo>
                  <a:lnTo>
                    <a:pt x="256367" y="331005"/>
                  </a:lnTo>
                  <a:lnTo>
                    <a:pt x="295835" y="346775"/>
                  </a:lnTo>
                  <a:close/>
                  <a:moveTo>
                    <a:pt x="513210" y="533062"/>
                  </a:moveTo>
                  <a:lnTo>
                    <a:pt x="494846" y="513491"/>
                  </a:lnTo>
                  <a:lnTo>
                    <a:pt x="494920" y="550246"/>
                  </a:lnTo>
                  <a:close/>
                  <a:moveTo>
                    <a:pt x="343146" y="312533"/>
                  </a:moveTo>
                  <a:lnTo>
                    <a:pt x="351681" y="307693"/>
                  </a:lnTo>
                  <a:lnTo>
                    <a:pt x="340739" y="293878"/>
                  </a:lnTo>
                  <a:close/>
                  <a:moveTo>
                    <a:pt x="920641" y="796657"/>
                  </a:moveTo>
                  <a:lnTo>
                    <a:pt x="931480" y="792736"/>
                  </a:lnTo>
                  <a:lnTo>
                    <a:pt x="918158" y="765417"/>
                  </a:lnTo>
                  <a:close/>
                  <a:moveTo>
                    <a:pt x="978143" y="776997"/>
                  </a:moveTo>
                  <a:lnTo>
                    <a:pt x="931480" y="792736"/>
                  </a:lnTo>
                  <a:lnTo>
                    <a:pt x="980618" y="778160"/>
                  </a:lnTo>
                  <a:close/>
                  <a:moveTo>
                    <a:pt x="980618" y="778160"/>
                  </a:moveTo>
                  <a:lnTo>
                    <a:pt x="929324" y="807168"/>
                  </a:lnTo>
                  <a:lnTo>
                    <a:pt x="969678" y="812307"/>
                  </a:lnTo>
                  <a:close/>
                  <a:moveTo>
                    <a:pt x="978143" y="776997"/>
                  </a:moveTo>
                  <a:lnTo>
                    <a:pt x="918158" y="765417"/>
                  </a:lnTo>
                  <a:lnTo>
                    <a:pt x="931480" y="792736"/>
                  </a:lnTo>
                  <a:close/>
                  <a:moveTo>
                    <a:pt x="981831" y="775552"/>
                  </a:moveTo>
                  <a:lnTo>
                    <a:pt x="1007286" y="753292"/>
                  </a:lnTo>
                  <a:lnTo>
                    <a:pt x="978143" y="776997"/>
                  </a:lnTo>
                  <a:close/>
                  <a:moveTo>
                    <a:pt x="978143" y="776997"/>
                  </a:moveTo>
                  <a:lnTo>
                    <a:pt x="980618" y="778160"/>
                  </a:lnTo>
                  <a:lnTo>
                    <a:pt x="981831" y="775552"/>
                  </a:lnTo>
                  <a:close/>
                  <a:moveTo>
                    <a:pt x="834225" y="700760"/>
                  </a:moveTo>
                  <a:lnTo>
                    <a:pt x="893578" y="702077"/>
                  </a:lnTo>
                  <a:lnTo>
                    <a:pt x="893593" y="701943"/>
                  </a:lnTo>
                  <a:close/>
                  <a:moveTo>
                    <a:pt x="834225" y="700760"/>
                  </a:moveTo>
                  <a:lnTo>
                    <a:pt x="893593" y="701943"/>
                  </a:lnTo>
                  <a:lnTo>
                    <a:pt x="850662" y="666005"/>
                  </a:lnTo>
                  <a:close/>
                  <a:moveTo>
                    <a:pt x="850078" y="665287"/>
                  </a:moveTo>
                  <a:lnTo>
                    <a:pt x="821634" y="682471"/>
                  </a:lnTo>
                  <a:lnTo>
                    <a:pt x="834225" y="700760"/>
                  </a:lnTo>
                  <a:close/>
                  <a:moveTo>
                    <a:pt x="792451" y="476733"/>
                  </a:moveTo>
                  <a:lnTo>
                    <a:pt x="791830" y="464329"/>
                  </a:lnTo>
                  <a:lnTo>
                    <a:pt x="777105" y="481513"/>
                  </a:lnTo>
                  <a:close/>
                  <a:moveTo>
                    <a:pt x="765425" y="279479"/>
                  </a:moveTo>
                  <a:lnTo>
                    <a:pt x="715371" y="313120"/>
                  </a:lnTo>
                  <a:lnTo>
                    <a:pt x="736210" y="294826"/>
                  </a:lnTo>
                  <a:close/>
                  <a:moveTo>
                    <a:pt x="1011704" y="630921"/>
                  </a:moveTo>
                  <a:lnTo>
                    <a:pt x="1048031" y="657774"/>
                  </a:lnTo>
                  <a:lnTo>
                    <a:pt x="1033124" y="625146"/>
                  </a:lnTo>
                  <a:close/>
                  <a:moveTo>
                    <a:pt x="1021793" y="615116"/>
                  </a:moveTo>
                  <a:lnTo>
                    <a:pt x="1011704" y="630921"/>
                  </a:lnTo>
                  <a:lnTo>
                    <a:pt x="1033124" y="625146"/>
                  </a:lnTo>
                  <a:close/>
                  <a:moveTo>
                    <a:pt x="1033124" y="625146"/>
                  </a:moveTo>
                  <a:lnTo>
                    <a:pt x="1041862" y="630921"/>
                  </a:lnTo>
                  <a:lnTo>
                    <a:pt x="1021793" y="615116"/>
                  </a:lnTo>
                  <a:close/>
                  <a:moveTo>
                    <a:pt x="776005" y="296014"/>
                  </a:moveTo>
                  <a:lnTo>
                    <a:pt x="765373" y="263371"/>
                  </a:lnTo>
                  <a:lnTo>
                    <a:pt x="765425" y="279479"/>
                  </a:lnTo>
                  <a:close/>
                  <a:moveTo>
                    <a:pt x="842370" y="282942"/>
                  </a:moveTo>
                  <a:lnTo>
                    <a:pt x="832121" y="322228"/>
                  </a:lnTo>
                  <a:lnTo>
                    <a:pt x="831496" y="305723"/>
                  </a:lnTo>
                  <a:close/>
                  <a:moveTo>
                    <a:pt x="583128" y="0"/>
                  </a:moveTo>
                  <a:lnTo>
                    <a:pt x="545085" y="42841"/>
                  </a:lnTo>
                  <a:lnTo>
                    <a:pt x="568972" y="25657"/>
                  </a:lnTo>
                  <a:close/>
                  <a:moveTo>
                    <a:pt x="852334" y="287426"/>
                  </a:moveTo>
                  <a:lnTo>
                    <a:pt x="831496" y="305723"/>
                  </a:lnTo>
                  <a:lnTo>
                    <a:pt x="829060" y="319697"/>
                  </a:lnTo>
                  <a:close/>
                  <a:moveTo>
                    <a:pt x="877741" y="257842"/>
                  </a:moveTo>
                  <a:lnTo>
                    <a:pt x="855833" y="272139"/>
                  </a:lnTo>
                  <a:lnTo>
                    <a:pt x="842370" y="282942"/>
                  </a:lnTo>
                  <a:close/>
                  <a:moveTo>
                    <a:pt x="980106" y="238436"/>
                  </a:moveTo>
                  <a:lnTo>
                    <a:pt x="961436" y="208867"/>
                  </a:lnTo>
                  <a:lnTo>
                    <a:pt x="939493" y="2443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79" name="Input_density__79">
              <a:extLst>
                <a:ext uri="{FF2B5EF4-FFF2-40B4-BE49-F238E27FC236}">
                  <a16:creationId xmlns:a16="http://schemas.microsoft.com/office/drawing/2014/main" id="{33911930-56F2-3B62-A3F8-E467D041ED83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785653"/>
              <a:ext cx="1053304" cy="1485046"/>
            </a:xfrm>
            <a:custGeom>
              <a:avLst/>
              <a:gdLst/>
              <a:ahLst/>
              <a:cxnLst/>
              <a:rect l="0" t="0" r="0" b="0"/>
              <a:pathLst>
                <a:path w="1053304" h="1485046">
                  <a:moveTo>
                    <a:pt x="0" y="1193182"/>
                  </a:moveTo>
                  <a:lnTo>
                    <a:pt x="933" y="1206145"/>
                  </a:lnTo>
                  <a:lnTo>
                    <a:pt x="23529" y="1218052"/>
                  </a:lnTo>
                  <a:close/>
                  <a:moveTo>
                    <a:pt x="23529" y="1218052"/>
                  </a:moveTo>
                  <a:lnTo>
                    <a:pt x="44052" y="1215837"/>
                  </a:lnTo>
                  <a:lnTo>
                    <a:pt x="0" y="1193182"/>
                  </a:lnTo>
                  <a:close/>
                  <a:moveTo>
                    <a:pt x="217048" y="1359774"/>
                  </a:moveTo>
                  <a:lnTo>
                    <a:pt x="218579" y="1361291"/>
                  </a:lnTo>
                  <a:lnTo>
                    <a:pt x="221092" y="1362193"/>
                  </a:lnTo>
                  <a:close/>
                  <a:moveTo>
                    <a:pt x="217048" y="1359774"/>
                  </a:moveTo>
                  <a:lnTo>
                    <a:pt x="195168" y="1335576"/>
                  </a:lnTo>
                  <a:lnTo>
                    <a:pt x="218579" y="1361291"/>
                  </a:lnTo>
                  <a:close/>
                  <a:moveTo>
                    <a:pt x="329716" y="1422959"/>
                  </a:moveTo>
                  <a:lnTo>
                    <a:pt x="324173" y="1419115"/>
                  </a:lnTo>
                  <a:lnTo>
                    <a:pt x="340433" y="1434660"/>
                  </a:lnTo>
                  <a:close/>
                  <a:moveTo>
                    <a:pt x="368869" y="1444770"/>
                  </a:moveTo>
                  <a:lnTo>
                    <a:pt x="329716" y="1422959"/>
                  </a:lnTo>
                  <a:lnTo>
                    <a:pt x="340433" y="1434660"/>
                  </a:lnTo>
                  <a:close/>
                  <a:moveTo>
                    <a:pt x="299520" y="1406270"/>
                  </a:moveTo>
                  <a:lnTo>
                    <a:pt x="338448" y="1433284"/>
                  </a:lnTo>
                  <a:lnTo>
                    <a:pt x="324173" y="1419115"/>
                  </a:lnTo>
                  <a:close/>
                  <a:moveTo>
                    <a:pt x="383864" y="1452855"/>
                  </a:moveTo>
                  <a:lnTo>
                    <a:pt x="368869" y="1444770"/>
                  </a:lnTo>
                  <a:lnTo>
                    <a:pt x="396981" y="1458847"/>
                  </a:lnTo>
                  <a:close/>
                  <a:moveTo>
                    <a:pt x="309246" y="1416100"/>
                  </a:moveTo>
                  <a:lnTo>
                    <a:pt x="299520" y="1406270"/>
                  </a:lnTo>
                  <a:lnTo>
                    <a:pt x="324173" y="1419115"/>
                  </a:lnTo>
                  <a:close/>
                  <a:moveTo>
                    <a:pt x="278749" y="1396529"/>
                  </a:moveTo>
                  <a:lnTo>
                    <a:pt x="299520" y="1406270"/>
                  </a:lnTo>
                  <a:lnTo>
                    <a:pt x="309246" y="1416100"/>
                  </a:lnTo>
                  <a:close/>
                  <a:moveTo>
                    <a:pt x="217048" y="1359774"/>
                  </a:moveTo>
                  <a:lnTo>
                    <a:pt x="221092" y="1362193"/>
                  </a:lnTo>
                  <a:lnTo>
                    <a:pt x="230040" y="1351973"/>
                  </a:lnTo>
                  <a:close/>
                  <a:moveTo>
                    <a:pt x="217048" y="1359774"/>
                  </a:moveTo>
                  <a:lnTo>
                    <a:pt x="230040" y="1351973"/>
                  </a:lnTo>
                  <a:lnTo>
                    <a:pt x="182317" y="1323019"/>
                  </a:lnTo>
                  <a:close/>
                  <a:moveTo>
                    <a:pt x="259203" y="1305835"/>
                  </a:moveTo>
                  <a:lnTo>
                    <a:pt x="240560" y="1338772"/>
                  </a:lnTo>
                  <a:lnTo>
                    <a:pt x="261964" y="1308361"/>
                  </a:lnTo>
                  <a:close/>
                  <a:moveTo>
                    <a:pt x="261964" y="1308361"/>
                  </a:moveTo>
                  <a:lnTo>
                    <a:pt x="240560" y="1338772"/>
                  </a:lnTo>
                  <a:lnTo>
                    <a:pt x="230040" y="1351973"/>
                  </a:lnTo>
                  <a:close/>
                  <a:moveTo>
                    <a:pt x="261964" y="1308361"/>
                  </a:moveTo>
                  <a:lnTo>
                    <a:pt x="230040" y="1351973"/>
                  </a:lnTo>
                  <a:lnTo>
                    <a:pt x="265601" y="1350151"/>
                  </a:lnTo>
                  <a:close/>
                  <a:moveTo>
                    <a:pt x="122397" y="1161573"/>
                  </a:moveTo>
                  <a:lnTo>
                    <a:pt x="117322" y="1158816"/>
                  </a:lnTo>
                  <a:lnTo>
                    <a:pt x="113403" y="1208717"/>
                  </a:lnTo>
                  <a:close/>
                  <a:moveTo>
                    <a:pt x="383864" y="1452855"/>
                  </a:moveTo>
                  <a:lnTo>
                    <a:pt x="396981" y="1458847"/>
                  </a:lnTo>
                  <a:lnTo>
                    <a:pt x="407952" y="1466319"/>
                  </a:lnTo>
                  <a:close/>
                  <a:moveTo>
                    <a:pt x="407952" y="1466319"/>
                  </a:moveTo>
                  <a:lnTo>
                    <a:pt x="382655" y="1443406"/>
                  </a:lnTo>
                  <a:lnTo>
                    <a:pt x="383864" y="1452855"/>
                  </a:lnTo>
                  <a:close/>
                  <a:moveTo>
                    <a:pt x="393801" y="1441778"/>
                  </a:moveTo>
                  <a:lnTo>
                    <a:pt x="382655" y="1443406"/>
                  </a:lnTo>
                  <a:lnTo>
                    <a:pt x="407952" y="1466319"/>
                  </a:lnTo>
                  <a:close/>
                  <a:moveTo>
                    <a:pt x="427797" y="1444307"/>
                  </a:moveTo>
                  <a:lnTo>
                    <a:pt x="393801" y="1441778"/>
                  </a:lnTo>
                  <a:lnTo>
                    <a:pt x="407952" y="1466319"/>
                  </a:lnTo>
                  <a:close/>
                  <a:moveTo>
                    <a:pt x="368869" y="1444770"/>
                  </a:moveTo>
                  <a:lnTo>
                    <a:pt x="383864" y="1452855"/>
                  </a:lnTo>
                  <a:lnTo>
                    <a:pt x="382655" y="1443406"/>
                  </a:lnTo>
                  <a:close/>
                  <a:moveTo>
                    <a:pt x="255834" y="1288652"/>
                  </a:moveTo>
                  <a:lnTo>
                    <a:pt x="259203" y="1305835"/>
                  </a:lnTo>
                  <a:lnTo>
                    <a:pt x="241631" y="1269080"/>
                  </a:lnTo>
                  <a:close/>
                  <a:moveTo>
                    <a:pt x="97332" y="1122060"/>
                  </a:moveTo>
                  <a:lnTo>
                    <a:pt x="121299" y="1142028"/>
                  </a:lnTo>
                  <a:lnTo>
                    <a:pt x="138631" y="1110622"/>
                  </a:lnTo>
                  <a:close/>
                  <a:moveTo>
                    <a:pt x="127771" y="1122060"/>
                  </a:moveTo>
                  <a:lnTo>
                    <a:pt x="138631" y="1110622"/>
                  </a:lnTo>
                  <a:lnTo>
                    <a:pt x="121299" y="1142028"/>
                  </a:lnTo>
                  <a:close/>
                  <a:moveTo>
                    <a:pt x="504324" y="1455243"/>
                  </a:moveTo>
                  <a:lnTo>
                    <a:pt x="505332" y="1485046"/>
                  </a:lnTo>
                  <a:lnTo>
                    <a:pt x="524433" y="1460251"/>
                  </a:lnTo>
                  <a:close/>
                  <a:moveTo>
                    <a:pt x="504324" y="1455243"/>
                  </a:moveTo>
                  <a:lnTo>
                    <a:pt x="480436" y="1472427"/>
                  </a:lnTo>
                  <a:lnTo>
                    <a:pt x="505332" y="1485046"/>
                  </a:lnTo>
                  <a:close/>
                  <a:moveTo>
                    <a:pt x="301655" y="1168940"/>
                  </a:moveTo>
                  <a:lnTo>
                    <a:pt x="349450" y="1179749"/>
                  </a:lnTo>
                  <a:lnTo>
                    <a:pt x="317150" y="1183563"/>
                  </a:lnTo>
                  <a:close/>
                  <a:moveTo>
                    <a:pt x="254736" y="1170989"/>
                  </a:moveTo>
                  <a:lnTo>
                    <a:pt x="228377" y="1129589"/>
                  </a:lnTo>
                  <a:lnTo>
                    <a:pt x="226598" y="1141632"/>
                  </a:lnTo>
                  <a:close/>
                  <a:moveTo>
                    <a:pt x="236113" y="1129731"/>
                  </a:moveTo>
                  <a:lnTo>
                    <a:pt x="228377" y="1129589"/>
                  </a:lnTo>
                  <a:lnTo>
                    <a:pt x="254736" y="1170989"/>
                  </a:lnTo>
                  <a:close/>
                  <a:moveTo>
                    <a:pt x="277287" y="1159097"/>
                  </a:moveTo>
                  <a:lnTo>
                    <a:pt x="236113" y="1129731"/>
                  </a:lnTo>
                  <a:lnTo>
                    <a:pt x="254736" y="1170989"/>
                  </a:lnTo>
                  <a:close/>
                  <a:moveTo>
                    <a:pt x="210039" y="1128453"/>
                  </a:moveTo>
                  <a:lnTo>
                    <a:pt x="229853" y="1104877"/>
                  </a:lnTo>
                  <a:lnTo>
                    <a:pt x="228377" y="1129589"/>
                  </a:lnTo>
                  <a:close/>
                  <a:moveTo>
                    <a:pt x="239419" y="1113721"/>
                  </a:moveTo>
                  <a:lnTo>
                    <a:pt x="226598" y="1141632"/>
                  </a:lnTo>
                  <a:lnTo>
                    <a:pt x="228377" y="1129589"/>
                  </a:lnTo>
                  <a:close/>
                  <a:moveTo>
                    <a:pt x="280761" y="1143717"/>
                  </a:moveTo>
                  <a:lnTo>
                    <a:pt x="284268" y="1161204"/>
                  </a:lnTo>
                  <a:lnTo>
                    <a:pt x="277287" y="1159097"/>
                  </a:lnTo>
                  <a:close/>
                  <a:moveTo>
                    <a:pt x="173404" y="1102447"/>
                  </a:moveTo>
                  <a:lnTo>
                    <a:pt x="228377" y="1129589"/>
                  </a:lnTo>
                  <a:lnTo>
                    <a:pt x="213491" y="1124449"/>
                  </a:lnTo>
                  <a:close/>
                  <a:moveTo>
                    <a:pt x="178697" y="1104877"/>
                  </a:moveTo>
                  <a:lnTo>
                    <a:pt x="228377" y="1129589"/>
                  </a:lnTo>
                  <a:lnTo>
                    <a:pt x="173404" y="1102447"/>
                  </a:lnTo>
                  <a:close/>
                  <a:moveTo>
                    <a:pt x="210039" y="1128453"/>
                  </a:moveTo>
                  <a:lnTo>
                    <a:pt x="228377" y="1129589"/>
                  </a:lnTo>
                  <a:lnTo>
                    <a:pt x="178697" y="1104877"/>
                  </a:lnTo>
                  <a:close/>
                  <a:moveTo>
                    <a:pt x="284268" y="1161204"/>
                  </a:moveTo>
                  <a:lnTo>
                    <a:pt x="301655" y="1168940"/>
                  </a:lnTo>
                  <a:lnTo>
                    <a:pt x="317150" y="1183563"/>
                  </a:lnTo>
                  <a:close/>
                  <a:moveTo>
                    <a:pt x="533614" y="1446691"/>
                  </a:moveTo>
                  <a:lnTo>
                    <a:pt x="524433" y="1460251"/>
                  </a:lnTo>
                  <a:lnTo>
                    <a:pt x="539143" y="1455243"/>
                  </a:lnTo>
                  <a:close/>
                  <a:moveTo>
                    <a:pt x="533614" y="1446691"/>
                  </a:moveTo>
                  <a:lnTo>
                    <a:pt x="539143" y="1455243"/>
                  </a:lnTo>
                  <a:lnTo>
                    <a:pt x="547132" y="1418041"/>
                  </a:lnTo>
                  <a:close/>
                  <a:moveTo>
                    <a:pt x="284268" y="1161204"/>
                  </a:moveTo>
                  <a:lnTo>
                    <a:pt x="317150" y="1183563"/>
                  </a:lnTo>
                  <a:lnTo>
                    <a:pt x="322253" y="1152194"/>
                  </a:lnTo>
                  <a:close/>
                  <a:moveTo>
                    <a:pt x="352889" y="1154376"/>
                  </a:moveTo>
                  <a:lnTo>
                    <a:pt x="317150" y="1183563"/>
                  </a:lnTo>
                  <a:lnTo>
                    <a:pt x="349450" y="1179749"/>
                  </a:lnTo>
                  <a:close/>
                  <a:moveTo>
                    <a:pt x="352889" y="1154376"/>
                  </a:moveTo>
                  <a:lnTo>
                    <a:pt x="322253" y="1152194"/>
                  </a:lnTo>
                  <a:lnTo>
                    <a:pt x="317150" y="1183563"/>
                  </a:lnTo>
                  <a:close/>
                  <a:moveTo>
                    <a:pt x="317799" y="1111068"/>
                  </a:moveTo>
                  <a:lnTo>
                    <a:pt x="310245" y="1072461"/>
                  </a:lnTo>
                  <a:lnTo>
                    <a:pt x="310074" y="1107265"/>
                  </a:lnTo>
                  <a:close/>
                  <a:moveTo>
                    <a:pt x="340432" y="1078192"/>
                  </a:moveTo>
                  <a:lnTo>
                    <a:pt x="358224" y="1105291"/>
                  </a:lnTo>
                  <a:lnTo>
                    <a:pt x="373972" y="1079016"/>
                  </a:lnTo>
                  <a:close/>
                  <a:moveTo>
                    <a:pt x="320769" y="1070510"/>
                  </a:moveTo>
                  <a:lnTo>
                    <a:pt x="358224" y="1105291"/>
                  </a:lnTo>
                  <a:lnTo>
                    <a:pt x="340432" y="1078192"/>
                  </a:lnTo>
                  <a:close/>
                  <a:moveTo>
                    <a:pt x="373972" y="1079016"/>
                  </a:moveTo>
                  <a:lnTo>
                    <a:pt x="365074" y="1107265"/>
                  </a:lnTo>
                  <a:lnTo>
                    <a:pt x="387721" y="1102055"/>
                  </a:lnTo>
                  <a:close/>
                  <a:moveTo>
                    <a:pt x="390424" y="1044319"/>
                  </a:moveTo>
                  <a:lnTo>
                    <a:pt x="415709" y="1040898"/>
                  </a:lnTo>
                  <a:lnTo>
                    <a:pt x="401193" y="1036144"/>
                  </a:lnTo>
                  <a:close/>
                  <a:moveTo>
                    <a:pt x="151715" y="672608"/>
                  </a:moveTo>
                  <a:lnTo>
                    <a:pt x="171822" y="705349"/>
                  </a:lnTo>
                  <a:lnTo>
                    <a:pt x="161876" y="688123"/>
                  </a:lnTo>
                  <a:close/>
                  <a:moveTo>
                    <a:pt x="676974" y="1293429"/>
                  </a:moveTo>
                  <a:lnTo>
                    <a:pt x="669881" y="1282931"/>
                  </a:lnTo>
                  <a:lnTo>
                    <a:pt x="705587" y="1313000"/>
                  </a:lnTo>
                  <a:close/>
                  <a:moveTo>
                    <a:pt x="683451" y="1239490"/>
                  </a:moveTo>
                  <a:lnTo>
                    <a:pt x="688076" y="1285156"/>
                  </a:lnTo>
                  <a:lnTo>
                    <a:pt x="709573" y="1269323"/>
                  </a:lnTo>
                  <a:close/>
                  <a:moveTo>
                    <a:pt x="412406" y="998836"/>
                  </a:moveTo>
                  <a:lnTo>
                    <a:pt x="437921" y="1022840"/>
                  </a:lnTo>
                  <a:lnTo>
                    <a:pt x="385475" y="993642"/>
                  </a:lnTo>
                  <a:close/>
                  <a:moveTo>
                    <a:pt x="437921" y="1022840"/>
                  </a:moveTo>
                  <a:lnTo>
                    <a:pt x="412500" y="999389"/>
                  </a:lnTo>
                  <a:lnTo>
                    <a:pt x="474536" y="1013441"/>
                  </a:lnTo>
                  <a:close/>
                  <a:moveTo>
                    <a:pt x="412406" y="998836"/>
                  </a:moveTo>
                  <a:lnTo>
                    <a:pt x="412500" y="999389"/>
                  </a:lnTo>
                  <a:lnTo>
                    <a:pt x="437921" y="1022840"/>
                  </a:lnTo>
                  <a:close/>
                  <a:moveTo>
                    <a:pt x="171822" y="705349"/>
                  </a:moveTo>
                  <a:lnTo>
                    <a:pt x="167376" y="659876"/>
                  </a:lnTo>
                  <a:lnTo>
                    <a:pt x="161876" y="688123"/>
                  </a:lnTo>
                  <a:close/>
                  <a:moveTo>
                    <a:pt x="728959" y="1259062"/>
                  </a:moveTo>
                  <a:lnTo>
                    <a:pt x="709573" y="1269323"/>
                  </a:lnTo>
                  <a:lnTo>
                    <a:pt x="728348" y="1262487"/>
                  </a:lnTo>
                  <a:close/>
                  <a:moveTo>
                    <a:pt x="520598" y="982205"/>
                  </a:moveTo>
                  <a:lnTo>
                    <a:pt x="508186" y="975145"/>
                  </a:lnTo>
                  <a:lnTo>
                    <a:pt x="538240" y="1001777"/>
                  </a:lnTo>
                  <a:close/>
                  <a:moveTo>
                    <a:pt x="537758" y="1018960"/>
                  </a:moveTo>
                  <a:lnTo>
                    <a:pt x="520598" y="982205"/>
                  </a:lnTo>
                  <a:lnTo>
                    <a:pt x="538240" y="1001777"/>
                  </a:lnTo>
                  <a:close/>
                  <a:moveTo>
                    <a:pt x="484047" y="928267"/>
                  </a:moveTo>
                  <a:lnTo>
                    <a:pt x="494342" y="962916"/>
                  </a:lnTo>
                  <a:lnTo>
                    <a:pt x="481542" y="945450"/>
                  </a:lnTo>
                  <a:close/>
                  <a:moveTo>
                    <a:pt x="483158" y="968404"/>
                  </a:moveTo>
                  <a:lnTo>
                    <a:pt x="494342" y="962916"/>
                  </a:lnTo>
                  <a:lnTo>
                    <a:pt x="484047" y="928267"/>
                  </a:lnTo>
                  <a:close/>
                  <a:moveTo>
                    <a:pt x="508186" y="975145"/>
                  </a:moveTo>
                  <a:lnTo>
                    <a:pt x="494342" y="962916"/>
                  </a:lnTo>
                  <a:lnTo>
                    <a:pt x="483158" y="968404"/>
                  </a:lnTo>
                  <a:close/>
                  <a:moveTo>
                    <a:pt x="481748" y="944194"/>
                  </a:moveTo>
                  <a:lnTo>
                    <a:pt x="483158" y="968404"/>
                  </a:lnTo>
                  <a:lnTo>
                    <a:pt x="484047" y="928267"/>
                  </a:lnTo>
                  <a:close/>
                  <a:moveTo>
                    <a:pt x="190214" y="601658"/>
                  </a:moveTo>
                  <a:lnTo>
                    <a:pt x="174850" y="640422"/>
                  </a:lnTo>
                  <a:lnTo>
                    <a:pt x="229637" y="624479"/>
                  </a:lnTo>
                  <a:close/>
                  <a:moveTo>
                    <a:pt x="769821" y="1273794"/>
                  </a:moveTo>
                  <a:lnTo>
                    <a:pt x="734865" y="1267678"/>
                  </a:lnTo>
                  <a:lnTo>
                    <a:pt x="728348" y="1262487"/>
                  </a:lnTo>
                  <a:close/>
                  <a:moveTo>
                    <a:pt x="776559" y="1250381"/>
                  </a:moveTo>
                  <a:lnTo>
                    <a:pt x="734865" y="1267678"/>
                  </a:lnTo>
                  <a:lnTo>
                    <a:pt x="769821" y="1273794"/>
                  </a:lnTo>
                  <a:close/>
                  <a:moveTo>
                    <a:pt x="497332" y="874328"/>
                  </a:moveTo>
                  <a:lnTo>
                    <a:pt x="504267" y="903813"/>
                  </a:lnTo>
                  <a:lnTo>
                    <a:pt x="531059" y="907778"/>
                  </a:lnTo>
                  <a:close/>
                  <a:moveTo>
                    <a:pt x="504267" y="903813"/>
                  </a:moveTo>
                  <a:lnTo>
                    <a:pt x="542986" y="924004"/>
                  </a:lnTo>
                  <a:lnTo>
                    <a:pt x="563105" y="903014"/>
                  </a:lnTo>
                  <a:close/>
                  <a:moveTo>
                    <a:pt x="282792" y="634227"/>
                  </a:moveTo>
                  <a:lnTo>
                    <a:pt x="327268" y="653799"/>
                  </a:lnTo>
                  <a:lnTo>
                    <a:pt x="317451" y="619133"/>
                  </a:lnTo>
                  <a:close/>
                  <a:moveTo>
                    <a:pt x="229637" y="624479"/>
                  </a:moveTo>
                  <a:lnTo>
                    <a:pt x="263169" y="625271"/>
                  </a:lnTo>
                  <a:lnTo>
                    <a:pt x="249386" y="620292"/>
                  </a:lnTo>
                  <a:close/>
                  <a:moveTo>
                    <a:pt x="574099" y="859153"/>
                  </a:moveTo>
                  <a:lnTo>
                    <a:pt x="563105" y="903014"/>
                  </a:lnTo>
                  <a:lnTo>
                    <a:pt x="581536" y="874328"/>
                  </a:lnTo>
                  <a:close/>
                  <a:moveTo>
                    <a:pt x="581536" y="874328"/>
                  </a:moveTo>
                  <a:lnTo>
                    <a:pt x="575163" y="851890"/>
                  </a:lnTo>
                  <a:lnTo>
                    <a:pt x="574099" y="859153"/>
                  </a:lnTo>
                  <a:close/>
                  <a:moveTo>
                    <a:pt x="587812" y="820390"/>
                  </a:moveTo>
                  <a:lnTo>
                    <a:pt x="575163" y="851890"/>
                  </a:lnTo>
                  <a:lnTo>
                    <a:pt x="581536" y="874328"/>
                  </a:lnTo>
                  <a:close/>
                  <a:moveTo>
                    <a:pt x="748111" y="960279"/>
                  </a:moveTo>
                  <a:lnTo>
                    <a:pt x="761296" y="994306"/>
                  </a:lnTo>
                  <a:lnTo>
                    <a:pt x="723102" y="953522"/>
                  </a:lnTo>
                  <a:close/>
                  <a:moveTo>
                    <a:pt x="719012" y="950227"/>
                  </a:moveTo>
                  <a:lnTo>
                    <a:pt x="723102" y="953522"/>
                  </a:lnTo>
                  <a:lnTo>
                    <a:pt x="728544" y="955420"/>
                  </a:lnTo>
                  <a:close/>
                  <a:moveTo>
                    <a:pt x="719012" y="950227"/>
                  </a:moveTo>
                  <a:lnTo>
                    <a:pt x="701584" y="926269"/>
                  </a:lnTo>
                  <a:lnTo>
                    <a:pt x="723102" y="953522"/>
                  </a:lnTo>
                  <a:close/>
                  <a:moveTo>
                    <a:pt x="880731" y="958274"/>
                  </a:moveTo>
                  <a:lnTo>
                    <a:pt x="867085" y="962478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46567" y="989370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52297" y="992126"/>
                  </a:lnTo>
                  <a:lnTo>
                    <a:pt x="946567" y="989370"/>
                  </a:lnTo>
                  <a:close/>
                  <a:moveTo>
                    <a:pt x="141073" y="72459"/>
                  </a:moveTo>
                  <a:lnTo>
                    <a:pt x="163876" y="81010"/>
                  </a:lnTo>
                  <a:lnTo>
                    <a:pt x="138484" y="51784"/>
                  </a:lnTo>
                  <a:close/>
                  <a:moveTo>
                    <a:pt x="163876" y="81010"/>
                  </a:moveTo>
                  <a:lnTo>
                    <a:pt x="168883" y="40863"/>
                  </a:lnTo>
                  <a:lnTo>
                    <a:pt x="138484" y="51784"/>
                  </a:lnTo>
                  <a:close/>
                  <a:moveTo>
                    <a:pt x="160428" y="9252"/>
                  </a:moveTo>
                  <a:lnTo>
                    <a:pt x="182850" y="33740"/>
                  </a:lnTo>
                  <a:lnTo>
                    <a:pt x="153439" y="0"/>
                  </a:lnTo>
                  <a:close/>
                  <a:moveTo>
                    <a:pt x="946567" y="989370"/>
                  </a:moveTo>
                  <a:lnTo>
                    <a:pt x="952297" y="992126"/>
                  </a:lnTo>
                  <a:lnTo>
                    <a:pt x="956358" y="991879"/>
                  </a:lnTo>
                  <a:close/>
                  <a:moveTo>
                    <a:pt x="993697" y="1006906"/>
                  </a:moveTo>
                  <a:lnTo>
                    <a:pt x="956358" y="991879"/>
                  </a:lnTo>
                  <a:lnTo>
                    <a:pt x="952297" y="992126"/>
                  </a:lnTo>
                  <a:close/>
                  <a:moveTo>
                    <a:pt x="946567" y="989370"/>
                  </a:moveTo>
                  <a:lnTo>
                    <a:pt x="956358" y="991879"/>
                  </a:lnTo>
                  <a:lnTo>
                    <a:pt x="961388" y="984735"/>
                  </a:lnTo>
                  <a:close/>
                  <a:moveTo>
                    <a:pt x="993697" y="1006906"/>
                  </a:moveTo>
                  <a:lnTo>
                    <a:pt x="1016315" y="1011916"/>
                  </a:lnTo>
                  <a:lnTo>
                    <a:pt x="956358" y="991879"/>
                  </a:lnTo>
                  <a:close/>
                  <a:moveTo>
                    <a:pt x="876207" y="865568"/>
                  </a:moveTo>
                  <a:lnTo>
                    <a:pt x="871994" y="861922"/>
                  </a:lnTo>
                  <a:lnTo>
                    <a:pt x="857504" y="871435"/>
                  </a:lnTo>
                  <a:close/>
                  <a:moveTo>
                    <a:pt x="885067" y="861922"/>
                  </a:moveTo>
                  <a:lnTo>
                    <a:pt x="876207" y="865568"/>
                  </a:lnTo>
                  <a:lnTo>
                    <a:pt x="878907" y="842350"/>
                  </a:lnTo>
                  <a:close/>
                  <a:moveTo>
                    <a:pt x="882351" y="825167"/>
                  </a:moveTo>
                  <a:lnTo>
                    <a:pt x="885067" y="861922"/>
                  </a:lnTo>
                  <a:lnTo>
                    <a:pt x="878907" y="842350"/>
                  </a:lnTo>
                  <a:close/>
                  <a:moveTo>
                    <a:pt x="756209" y="645652"/>
                  </a:moveTo>
                  <a:lnTo>
                    <a:pt x="718684" y="688631"/>
                  </a:lnTo>
                  <a:lnTo>
                    <a:pt x="701848" y="663191"/>
                  </a:lnTo>
                  <a:close/>
                  <a:moveTo>
                    <a:pt x="282040" y="173362"/>
                  </a:moveTo>
                  <a:lnTo>
                    <a:pt x="288062" y="213213"/>
                  </a:lnTo>
                  <a:lnTo>
                    <a:pt x="312141" y="202753"/>
                  </a:lnTo>
                  <a:close/>
                  <a:moveTo>
                    <a:pt x="296908" y="143615"/>
                  </a:moveTo>
                  <a:lnTo>
                    <a:pt x="322176" y="167820"/>
                  </a:lnTo>
                  <a:lnTo>
                    <a:pt x="291238" y="152969"/>
                  </a:lnTo>
                  <a:close/>
                  <a:moveTo>
                    <a:pt x="1032153" y="999040"/>
                  </a:moveTo>
                  <a:lnTo>
                    <a:pt x="1036635" y="1040143"/>
                  </a:lnTo>
                  <a:lnTo>
                    <a:pt x="1053304" y="1008932"/>
                  </a:lnTo>
                  <a:close/>
                  <a:moveTo>
                    <a:pt x="867176" y="715180"/>
                  </a:moveTo>
                  <a:lnTo>
                    <a:pt x="896175" y="742181"/>
                  </a:lnTo>
                  <a:lnTo>
                    <a:pt x="903432" y="726159"/>
                  </a:lnTo>
                  <a:close/>
                  <a:moveTo>
                    <a:pt x="854119" y="714902"/>
                  </a:moveTo>
                  <a:lnTo>
                    <a:pt x="896175" y="742181"/>
                  </a:lnTo>
                  <a:lnTo>
                    <a:pt x="867176" y="715180"/>
                  </a:lnTo>
                  <a:close/>
                  <a:moveTo>
                    <a:pt x="756209" y="645652"/>
                  </a:moveTo>
                  <a:lnTo>
                    <a:pt x="760127" y="637280"/>
                  </a:lnTo>
                  <a:lnTo>
                    <a:pt x="745312" y="678147"/>
                  </a:lnTo>
                  <a:close/>
                  <a:moveTo>
                    <a:pt x="401466" y="200332"/>
                  </a:moveTo>
                  <a:lnTo>
                    <a:pt x="389014" y="185317"/>
                  </a:lnTo>
                  <a:lnTo>
                    <a:pt x="408782" y="219904"/>
                  </a:lnTo>
                  <a:close/>
                  <a:moveTo>
                    <a:pt x="376444" y="150789"/>
                  </a:moveTo>
                  <a:lnTo>
                    <a:pt x="388443" y="142671"/>
                  </a:lnTo>
                  <a:lnTo>
                    <a:pt x="388256" y="109639"/>
                  </a:lnTo>
                  <a:close/>
                  <a:moveTo>
                    <a:pt x="404363" y="155180"/>
                  </a:moveTo>
                  <a:lnTo>
                    <a:pt x="388443" y="142671"/>
                  </a:lnTo>
                  <a:lnTo>
                    <a:pt x="376444" y="150789"/>
                  </a:lnTo>
                  <a:close/>
                  <a:moveTo>
                    <a:pt x="385839" y="98404"/>
                  </a:moveTo>
                  <a:lnTo>
                    <a:pt x="388256" y="109639"/>
                  </a:lnTo>
                  <a:lnTo>
                    <a:pt x="364258" y="80615"/>
                  </a:lnTo>
                  <a:close/>
                  <a:moveTo>
                    <a:pt x="685583" y="342124"/>
                  </a:moveTo>
                  <a:lnTo>
                    <a:pt x="704775" y="341962"/>
                  </a:lnTo>
                  <a:lnTo>
                    <a:pt x="692643" y="332557"/>
                  </a:lnTo>
                  <a:close/>
                  <a:moveTo>
                    <a:pt x="964229" y="579702"/>
                  </a:moveTo>
                  <a:lnTo>
                    <a:pt x="977852" y="626597"/>
                  </a:lnTo>
                  <a:lnTo>
                    <a:pt x="975948" y="589842"/>
                  </a:lnTo>
                  <a:close/>
                  <a:moveTo>
                    <a:pt x="964229" y="579702"/>
                  </a:moveTo>
                  <a:lnTo>
                    <a:pt x="978820" y="612586"/>
                  </a:lnTo>
                  <a:lnTo>
                    <a:pt x="977852" y="6265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80" name="Input_density__80">
              <a:extLst>
                <a:ext uri="{FF2B5EF4-FFF2-40B4-BE49-F238E27FC236}">
                  <a16:creationId xmlns:a16="http://schemas.microsoft.com/office/drawing/2014/main" id="{982D8A0B-67BA-B851-A7A4-88FB97F95BEE}"/>
                </a:ext>
              </a:extLst>
            </p:cNvPr>
            <p:cNvSpPr>
              <a:spLocks noGrp="1"/>
            </p:cNvSpPr>
            <p:nvPr/>
          </p:nvSpPr>
          <p:spPr>
            <a:xfrm>
              <a:off x="1029788" y="1866268"/>
              <a:ext cx="939901" cy="1405855"/>
            </a:xfrm>
            <a:custGeom>
              <a:avLst/>
              <a:gdLst/>
              <a:ahLst/>
              <a:cxnLst/>
              <a:rect l="0" t="0" r="0" b="0"/>
              <a:pathLst>
                <a:path w="939901" h="1405855">
                  <a:moveTo>
                    <a:pt x="107688" y="1281578"/>
                  </a:moveTo>
                  <a:lnTo>
                    <a:pt x="105175" y="1280676"/>
                  </a:lnTo>
                  <a:lnTo>
                    <a:pt x="122618" y="1309028"/>
                  </a:lnTo>
                  <a:close/>
                  <a:moveTo>
                    <a:pt x="147489" y="1305809"/>
                  </a:moveTo>
                  <a:lnTo>
                    <a:pt x="107688" y="1281578"/>
                  </a:lnTo>
                  <a:lnTo>
                    <a:pt x="122618" y="1309028"/>
                  </a:lnTo>
                  <a:close/>
                  <a:moveTo>
                    <a:pt x="103645" y="1279159"/>
                  </a:moveTo>
                  <a:lnTo>
                    <a:pt x="68914" y="1242404"/>
                  </a:lnTo>
                  <a:lnTo>
                    <a:pt x="81764" y="1254961"/>
                  </a:lnTo>
                  <a:close/>
                  <a:moveTo>
                    <a:pt x="45346" y="1212734"/>
                  </a:moveTo>
                  <a:lnTo>
                    <a:pt x="68914" y="1242404"/>
                  </a:lnTo>
                  <a:lnTo>
                    <a:pt x="61350" y="1232903"/>
                  </a:lnTo>
                  <a:close/>
                  <a:moveTo>
                    <a:pt x="165346" y="1315914"/>
                  </a:moveTo>
                  <a:lnTo>
                    <a:pt x="202986" y="1292519"/>
                  </a:lnTo>
                  <a:lnTo>
                    <a:pt x="152197" y="1269536"/>
                  </a:lnTo>
                  <a:close/>
                  <a:moveTo>
                    <a:pt x="165346" y="1315914"/>
                  </a:moveTo>
                  <a:lnTo>
                    <a:pt x="152197" y="1269536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07688" y="1281578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16637" y="1271358"/>
                  </a:lnTo>
                  <a:lnTo>
                    <a:pt x="107688" y="1281578"/>
                  </a:lnTo>
                  <a:close/>
                  <a:moveTo>
                    <a:pt x="152197" y="1269536"/>
                  </a:moveTo>
                  <a:lnTo>
                    <a:pt x="185967" y="1269170"/>
                  </a:lnTo>
                  <a:lnTo>
                    <a:pt x="148560" y="1227746"/>
                  </a:lnTo>
                  <a:close/>
                  <a:moveTo>
                    <a:pt x="61350" y="1232903"/>
                  </a:moveTo>
                  <a:lnTo>
                    <a:pt x="68914" y="1242404"/>
                  </a:lnTo>
                  <a:lnTo>
                    <a:pt x="80706" y="1228733"/>
                  </a:lnTo>
                  <a:close/>
                  <a:moveTo>
                    <a:pt x="61350" y="1232903"/>
                  </a:moveTo>
                  <a:lnTo>
                    <a:pt x="80706" y="1228733"/>
                  </a:lnTo>
                  <a:lnTo>
                    <a:pt x="40748" y="1205649"/>
                  </a:lnTo>
                  <a:close/>
                  <a:moveTo>
                    <a:pt x="40454" y="1154775"/>
                  </a:moveTo>
                  <a:lnTo>
                    <a:pt x="46391" y="1122390"/>
                  </a:lnTo>
                  <a:lnTo>
                    <a:pt x="6252" y="1132139"/>
                  </a:lnTo>
                  <a:close/>
                  <a:moveTo>
                    <a:pt x="46391" y="1122390"/>
                  </a:moveTo>
                  <a:lnTo>
                    <a:pt x="0" y="1128102"/>
                  </a:lnTo>
                  <a:lnTo>
                    <a:pt x="6252" y="1132139"/>
                  </a:lnTo>
                  <a:close/>
                  <a:moveTo>
                    <a:pt x="8993" y="1080958"/>
                  </a:moveTo>
                  <a:lnTo>
                    <a:pt x="0" y="1128102"/>
                  </a:lnTo>
                  <a:lnTo>
                    <a:pt x="46391" y="1122390"/>
                  </a:lnTo>
                  <a:close/>
                  <a:moveTo>
                    <a:pt x="14368" y="1041445"/>
                  </a:moveTo>
                  <a:lnTo>
                    <a:pt x="7895" y="1061413"/>
                  </a:lnTo>
                  <a:lnTo>
                    <a:pt x="31182" y="1045261"/>
                  </a:lnTo>
                  <a:close/>
                  <a:moveTo>
                    <a:pt x="31182" y="1045261"/>
                  </a:moveTo>
                  <a:lnTo>
                    <a:pt x="7895" y="1061413"/>
                  </a:lnTo>
                  <a:lnTo>
                    <a:pt x="8993" y="1080958"/>
                  </a:lnTo>
                  <a:close/>
                  <a:moveTo>
                    <a:pt x="367033" y="1391812"/>
                  </a:moveTo>
                  <a:lnTo>
                    <a:pt x="352785" y="1382654"/>
                  </a:lnTo>
                  <a:lnTo>
                    <a:pt x="333258" y="1405855"/>
                  </a:lnTo>
                  <a:close/>
                  <a:moveTo>
                    <a:pt x="294549" y="1385704"/>
                  </a:moveTo>
                  <a:lnTo>
                    <a:pt x="333258" y="1405855"/>
                  </a:lnTo>
                  <a:lnTo>
                    <a:pt x="352785" y="1382654"/>
                  </a:lnTo>
                  <a:close/>
                  <a:moveTo>
                    <a:pt x="314394" y="1363692"/>
                  </a:moveTo>
                  <a:lnTo>
                    <a:pt x="294549" y="1385704"/>
                  </a:lnTo>
                  <a:lnTo>
                    <a:pt x="352785" y="1382654"/>
                  </a:lnTo>
                  <a:close/>
                  <a:moveTo>
                    <a:pt x="7527" y="1004690"/>
                  </a:moveTo>
                  <a:lnTo>
                    <a:pt x="6265" y="993682"/>
                  </a:lnTo>
                  <a:lnTo>
                    <a:pt x="33041" y="1024262"/>
                  </a:lnTo>
                  <a:close/>
                  <a:moveTo>
                    <a:pt x="14368" y="1041445"/>
                  </a:moveTo>
                  <a:lnTo>
                    <a:pt x="7527" y="1004690"/>
                  </a:lnTo>
                  <a:lnTo>
                    <a:pt x="33041" y="1024262"/>
                  </a:lnTo>
                  <a:close/>
                  <a:moveTo>
                    <a:pt x="286411" y="1304094"/>
                  </a:moveTo>
                  <a:lnTo>
                    <a:pt x="296830" y="1298025"/>
                  </a:lnTo>
                  <a:lnTo>
                    <a:pt x="260547" y="1286943"/>
                  </a:lnTo>
                  <a:close/>
                  <a:moveTo>
                    <a:pt x="390921" y="1374628"/>
                  </a:moveTo>
                  <a:lnTo>
                    <a:pt x="411029" y="1379636"/>
                  </a:lnTo>
                  <a:lnTo>
                    <a:pt x="420210" y="1366076"/>
                  </a:lnTo>
                  <a:close/>
                  <a:moveTo>
                    <a:pt x="402578" y="1335664"/>
                  </a:moveTo>
                  <a:lnTo>
                    <a:pt x="420210" y="1366076"/>
                  </a:lnTo>
                  <a:lnTo>
                    <a:pt x="433729" y="1337426"/>
                  </a:lnTo>
                  <a:close/>
                  <a:moveTo>
                    <a:pt x="402578" y="1335664"/>
                  </a:moveTo>
                  <a:lnTo>
                    <a:pt x="433729" y="1337426"/>
                  </a:lnTo>
                  <a:lnTo>
                    <a:pt x="433007" y="1337231"/>
                  </a:lnTo>
                  <a:close/>
                  <a:moveTo>
                    <a:pt x="183835" y="1056870"/>
                  </a:moveTo>
                  <a:lnTo>
                    <a:pt x="170864" y="1080589"/>
                  </a:lnTo>
                  <a:lnTo>
                    <a:pt x="204395" y="1030453"/>
                  </a:lnTo>
                  <a:close/>
                  <a:moveTo>
                    <a:pt x="204395" y="1030453"/>
                  </a:moveTo>
                  <a:lnTo>
                    <a:pt x="170864" y="1080589"/>
                  </a:lnTo>
                  <a:lnTo>
                    <a:pt x="208850" y="1071579"/>
                  </a:lnTo>
                  <a:close/>
                  <a:moveTo>
                    <a:pt x="204395" y="1030453"/>
                  </a:moveTo>
                  <a:lnTo>
                    <a:pt x="196671" y="1026650"/>
                  </a:lnTo>
                  <a:lnTo>
                    <a:pt x="183835" y="1056870"/>
                  </a:lnTo>
                  <a:close/>
                  <a:moveTo>
                    <a:pt x="243245" y="1029839"/>
                  </a:moveTo>
                  <a:lnTo>
                    <a:pt x="236606" y="1026650"/>
                  </a:lnTo>
                  <a:lnTo>
                    <a:pt x="239485" y="1073761"/>
                  </a:lnTo>
                  <a:close/>
                  <a:moveTo>
                    <a:pt x="239485" y="1073761"/>
                  </a:moveTo>
                  <a:lnTo>
                    <a:pt x="236606" y="1026650"/>
                  </a:lnTo>
                  <a:lnTo>
                    <a:pt x="204395" y="1030453"/>
                  </a:lnTo>
                  <a:close/>
                  <a:moveTo>
                    <a:pt x="239485" y="1073761"/>
                  </a:moveTo>
                  <a:lnTo>
                    <a:pt x="204395" y="1030453"/>
                  </a:lnTo>
                  <a:lnTo>
                    <a:pt x="208850" y="1071579"/>
                  </a:lnTo>
                  <a:close/>
                  <a:moveTo>
                    <a:pt x="236606" y="1026650"/>
                  </a:moveTo>
                  <a:lnTo>
                    <a:pt x="207366" y="989895"/>
                  </a:lnTo>
                  <a:lnTo>
                    <a:pt x="204395" y="1030453"/>
                  </a:lnTo>
                  <a:close/>
                  <a:moveTo>
                    <a:pt x="103234" y="969024"/>
                  </a:moveTo>
                  <a:lnTo>
                    <a:pt x="133402" y="926839"/>
                  </a:lnTo>
                  <a:lnTo>
                    <a:pt x="101443" y="969603"/>
                  </a:lnTo>
                  <a:close/>
                  <a:moveTo>
                    <a:pt x="195439" y="989895"/>
                  </a:moveTo>
                  <a:lnTo>
                    <a:pt x="184884" y="1019227"/>
                  </a:lnTo>
                  <a:lnTo>
                    <a:pt x="196671" y="1026650"/>
                  </a:lnTo>
                  <a:close/>
                  <a:moveTo>
                    <a:pt x="236606" y="1026650"/>
                  </a:moveTo>
                  <a:lnTo>
                    <a:pt x="244820" y="1024676"/>
                  </a:lnTo>
                  <a:lnTo>
                    <a:pt x="207366" y="989895"/>
                  </a:lnTo>
                  <a:close/>
                  <a:moveTo>
                    <a:pt x="244820" y="1024676"/>
                  </a:moveTo>
                  <a:lnTo>
                    <a:pt x="251671" y="1026650"/>
                  </a:lnTo>
                  <a:lnTo>
                    <a:pt x="260569" y="998401"/>
                  </a:lnTo>
                  <a:close/>
                  <a:moveTo>
                    <a:pt x="516152" y="1229997"/>
                  </a:moveTo>
                  <a:lnTo>
                    <a:pt x="529105" y="1254957"/>
                  </a:lnTo>
                  <a:lnTo>
                    <a:pt x="536025" y="1249568"/>
                  </a:lnTo>
                  <a:close/>
                  <a:moveTo>
                    <a:pt x="366477" y="938345"/>
                  </a:moveTo>
                  <a:lnTo>
                    <a:pt x="390402" y="987586"/>
                  </a:lnTo>
                  <a:lnTo>
                    <a:pt x="404334" y="969772"/>
                  </a:lnTo>
                  <a:close/>
                  <a:moveTo>
                    <a:pt x="381890" y="992284"/>
                  </a:moveTo>
                  <a:lnTo>
                    <a:pt x="390402" y="987586"/>
                  </a:lnTo>
                  <a:lnTo>
                    <a:pt x="366477" y="938345"/>
                  </a:lnTo>
                  <a:close/>
                  <a:moveTo>
                    <a:pt x="342624" y="955529"/>
                  </a:moveTo>
                  <a:lnTo>
                    <a:pt x="381890" y="992284"/>
                  </a:lnTo>
                  <a:lnTo>
                    <a:pt x="366477" y="938345"/>
                  </a:lnTo>
                  <a:close/>
                  <a:moveTo>
                    <a:pt x="425821" y="941132"/>
                  </a:moveTo>
                  <a:lnTo>
                    <a:pt x="404334" y="969772"/>
                  </a:lnTo>
                  <a:lnTo>
                    <a:pt x="390402" y="987586"/>
                  </a:lnTo>
                  <a:close/>
                  <a:moveTo>
                    <a:pt x="390402" y="987586"/>
                  </a:moveTo>
                  <a:lnTo>
                    <a:pt x="415402" y="975100"/>
                  </a:lnTo>
                  <a:lnTo>
                    <a:pt x="425821" y="941132"/>
                  </a:lnTo>
                  <a:close/>
                  <a:moveTo>
                    <a:pt x="342624" y="955529"/>
                  </a:moveTo>
                  <a:lnTo>
                    <a:pt x="366477" y="938345"/>
                  </a:lnTo>
                  <a:lnTo>
                    <a:pt x="341068" y="954016"/>
                  </a:lnTo>
                  <a:close/>
                  <a:moveTo>
                    <a:pt x="366477" y="938345"/>
                  </a:moveTo>
                  <a:lnTo>
                    <a:pt x="361133" y="932826"/>
                  </a:lnTo>
                  <a:lnTo>
                    <a:pt x="341068" y="954016"/>
                  </a:lnTo>
                  <a:close/>
                  <a:moveTo>
                    <a:pt x="361133" y="932826"/>
                  </a:moveTo>
                  <a:lnTo>
                    <a:pt x="299096" y="918774"/>
                  </a:lnTo>
                  <a:lnTo>
                    <a:pt x="341068" y="954016"/>
                  </a:lnTo>
                  <a:close/>
                  <a:moveTo>
                    <a:pt x="296836" y="913214"/>
                  </a:moveTo>
                  <a:lnTo>
                    <a:pt x="299096" y="918774"/>
                  </a:lnTo>
                  <a:lnTo>
                    <a:pt x="299002" y="918221"/>
                  </a:lnTo>
                  <a:close/>
                  <a:moveTo>
                    <a:pt x="278726" y="882018"/>
                  </a:moveTo>
                  <a:lnTo>
                    <a:pt x="296836" y="913214"/>
                  </a:lnTo>
                  <a:lnTo>
                    <a:pt x="272616" y="867837"/>
                  </a:lnTo>
                  <a:close/>
                  <a:moveTo>
                    <a:pt x="272616" y="867837"/>
                  </a:moveTo>
                  <a:lnTo>
                    <a:pt x="296836" y="913214"/>
                  </a:lnTo>
                  <a:lnTo>
                    <a:pt x="299002" y="918221"/>
                  </a:lnTo>
                  <a:close/>
                  <a:moveTo>
                    <a:pt x="272616" y="867837"/>
                  </a:moveTo>
                  <a:lnTo>
                    <a:pt x="299002" y="918221"/>
                  </a:lnTo>
                  <a:lnTo>
                    <a:pt x="272071" y="913027"/>
                  </a:lnTo>
                  <a:close/>
                  <a:moveTo>
                    <a:pt x="278726" y="882018"/>
                  </a:moveTo>
                  <a:lnTo>
                    <a:pt x="272616" y="867837"/>
                  </a:lnTo>
                  <a:lnTo>
                    <a:pt x="250574" y="841010"/>
                  </a:lnTo>
                  <a:close/>
                  <a:moveTo>
                    <a:pt x="58419" y="624734"/>
                  </a:moveTo>
                  <a:lnTo>
                    <a:pt x="98749" y="574700"/>
                  </a:lnTo>
                  <a:lnTo>
                    <a:pt x="53973" y="579261"/>
                  </a:lnTo>
                  <a:close/>
                  <a:moveTo>
                    <a:pt x="53973" y="579261"/>
                  </a:moveTo>
                  <a:lnTo>
                    <a:pt x="98749" y="574700"/>
                  </a:lnTo>
                  <a:lnTo>
                    <a:pt x="89102" y="577789"/>
                  </a:lnTo>
                  <a:close/>
                  <a:moveTo>
                    <a:pt x="272569" y="864835"/>
                  </a:moveTo>
                  <a:lnTo>
                    <a:pt x="250574" y="841010"/>
                  </a:lnTo>
                  <a:lnTo>
                    <a:pt x="272616" y="867837"/>
                  </a:lnTo>
                  <a:close/>
                  <a:moveTo>
                    <a:pt x="570048" y="1158875"/>
                  </a:moveTo>
                  <a:lnTo>
                    <a:pt x="596170" y="1188708"/>
                  </a:lnTo>
                  <a:lnTo>
                    <a:pt x="615556" y="1178447"/>
                  </a:lnTo>
                  <a:close/>
                  <a:moveTo>
                    <a:pt x="556441" y="1068182"/>
                  </a:moveTo>
                  <a:lnTo>
                    <a:pt x="581944" y="1039311"/>
                  </a:lnTo>
                  <a:lnTo>
                    <a:pt x="541578" y="1085365"/>
                  </a:lnTo>
                  <a:close/>
                  <a:moveTo>
                    <a:pt x="421032" y="935995"/>
                  </a:moveTo>
                  <a:lnTo>
                    <a:pt x="424355" y="938345"/>
                  </a:lnTo>
                  <a:lnTo>
                    <a:pt x="424837" y="921162"/>
                  </a:lnTo>
                  <a:close/>
                  <a:moveTo>
                    <a:pt x="404334" y="969772"/>
                  </a:moveTo>
                  <a:lnTo>
                    <a:pt x="424355" y="938345"/>
                  </a:lnTo>
                  <a:lnTo>
                    <a:pt x="421032" y="935995"/>
                  </a:lnTo>
                  <a:close/>
                  <a:moveTo>
                    <a:pt x="432124" y="949098"/>
                  </a:moveTo>
                  <a:lnTo>
                    <a:pt x="415402" y="975100"/>
                  </a:lnTo>
                  <a:lnTo>
                    <a:pt x="446716" y="968891"/>
                  </a:lnTo>
                  <a:close/>
                  <a:moveTo>
                    <a:pt x="402984" y="921162"/>
                  </a:moveTo>
                  <a:lnTo>
                    <a:pt x="404334" y="969772"/>
                  </a:lnTo>
                  <a:lnTo>
                    <a:pt x="421032" y="935995"/>
                  </a:lnTo>
                  <a:close/>
                  <a:moveTo>
                    <a:pt x="366477" y="938345"/>
                  </a:moveTo>
                  <a:lnTo>
                    <a:pt x="414422" y="911281"/>
                  </a:lnTo>
                  <a:lnTo>
                    <a:pt x="369754" y="887789"/>
                  </a:lnTo>
                  <a:close/>
                  <a:moveTo>
                    <a:pt x="369754" y="887789"/>
                  </a:moveTo>
                  <a:lnTo>
                    <a:pt x="414422" y="911281"/>
                  </a:lnTo>
                  <a:lnTo>
                    <a:pt x="394783" y="894530"/>
                  </a:lnTo>
                  <a:close/>
                  <a:moveTo>
                    <a:pt x="366477" y="938345"/>
                  </a:moveTo>
                  <a:lnTo>
                    <a:pt x="369754" y="887789"/>
                  </a:lnTo>
                  <a:lnTo>
                    <a:pt x="361133" y="932826"/>
                  </a:lnTo>
                  <a:close/>
                  <a:moveTo>
                    <a:pt x="424837" y="921162"/>
                  </a:moveTo>
                  <a:lnTo>
                    <a:pt x="394783" y="894530"/>
                  </a:lnTo>
                  <a:lnTo>
                    <a:pt x="414422" y="911281"/>
                  </a:lnTo>
                  <a:close/>
                  <a:moveTo>
                    <a:pt x="376284" y="820075"/>
                  </a:moveTo>
                  <a:lnTo>
                    <a:pt x="390863" y="823198"/>
                  </a:lnTo>
                  <a:lnTo>
                    <a:pt x="365638" y="810897"/>
                  </a:lnTo>
                  <a:close/>
                  <a:moveTo>
                    <a:pt x="359324" y="829853"/>
                  </a:moveTo>
                  <a:lnTo>
                    <a:pt x="370644" y="847652"/>
                  </a:lnTo>
                  <a:lnTo>
                    <a:pt x="350805" y="828080"/>
                  </a:lnTo>
                  <a:close/>
                  <a:moveTo>
                    <a:pt x="166554" y="607426"/>
                  </a:moveTo>
                  <a:lnTo>
                    <a:pt x="172155" y="607550"/>
                  </a:lnTo>
                  <a:lnTo>
                    <a:pt x="157179" y="594280"/>
                  </a:lnTo>
                  <a:close/>
                  <a:moveTo>
                    <a:pt x="166554" y="607426"/>
                  </a:moveTo>
                  <a:lnTo>
                    <a:pt x="182811" y="590367"/>
                  </a:lnTo>
                  <a:lnTo>
                    <a:pt x="179821" y="602960"/>
                  </a:lnTo>
                  <a:close/>
                  <a:moveTo>
                    <a:pt x="61447" y="559807"/>
                  </a:moveTo>
                  <a:lnTo>
                    <a:pt x="95914" y="564100"/>
                  </a:lnTo>
                  <a:lnTo>
                    <a:pt x="116234" y="543863"/>
                  </a:lnTo>
                  <a:close/>
                  <a:moveTo>
                    <a:pt x="116234" y="543863"/>
                  </a:moveTo>
                  <a:lnTo>
                    <a:pt x="95914" y="564100"/>
                  </a:lnTo>
                  <a:lnTo>
                    <a:pt x="149766" y="544656"/>
                  </a:lnTo>
                  <a:close/>
                  <a:moveTo>
                    <a:pt x="549974" y="983868"/>
                  </a:moveTo>
                  <a:lnTo>
                    <a:pt x="513796" y="1031427"/>
                  </a:lnTo>
                  <a:lnTo>
                    <a:pt x="514059" y="1030725"/>
                  </a:lnTo>
                  <a:close/>
                  <a:moveTo>
                    <a:pt x="329855" y="803644"/>
                  </a:moveTo>
                  <a:lnTo>
                    <a:pt x="359324" y="829853"/>
                  </a:lnTo>
                  <a:lnTo>
                    <a:pt x="338404" y="810897"/>
                  </a:lnTo>
                  <a:close/>
                  <a:moveTo>
                    <a:pt x="370216" y="842667"/>
                  </a:moveTo>
                  <a:lnTo>
                    <a:pt x="368344" y="863579"/>
                  </a:lnTo>
                  <a:lnTo>
                    <a:pt x="370644" y="847652"/>
                  </a:lnTo>
                  <a:close/>
                  <a:moveTo>
                    <a:pt x="370644" y="847652"/>
                  </a:moveTo>
                  <a:lnTo>
                    <a:pt x="359324" y="829853"/>
                  </a:lnTo>
                  <a:lnTo>
                    <a:pt x="370216" y="842667"/>
                  </a:lnTo>
                  <a:close/>
                  <a:moveTo>
                    <a:pt x="320763" y="774142"/>
                  </a:moveTo>
                  <a:lnTo>
                    <a:pt x="332079" y="757089"/>
                  </a:lnTo>
                  <a:lnTo>
                    <a:pt x="338404" y="810897"/>
                  </a:lnTo>
                  <a:close/>
                  <a:moveTo>
                    <a:pt x="383929" y="793713"/>
                  </a:moveTo>
                  <a:lnTo>
                    <a:pt x="354722" y="765769"/>
                  </a:lnTo>
                  <a:lnTo>
                    <a:pt x="365565" y="774142"/>
                  </a:lnTo>
                  <a:close/>
                  <a:moveTo>
                    <a:pt x="460696" y="778538"/>
                  </a:moveTo>
                  <a:lnTo>
                    <a:pt x="419929" y="784592"/>
                  </a:lnTo>
                  <a:lnTo>
                    <a:pt x="417656" y="827163"/>
                  </a:lnTo>
                  <a:close/>
                  <a:moveTo>
                    <a:pt x="791359" y="1057308"/>
                  </a:moveTo>
                  <a:lnTo>
                    <a:pt x="757137" y="1031977"/>
                  </a:lnTo>
                  <a:lnTo>
                    <a:pt x="791132" y="1053387"/>
                  </a:lnTo>
                  <a:close/>
                  <a:moveTo>
                    <a:pt x="748788" y="1000759"/>
                  </a:moveTo>
                  <a:lnTo>
                    <a:pt x="729613" y="990925"/>
                  </a:lnTo>
                  <a:lnTo>
                    <a:pt x="783711" y="1016632"/>
                  </a:lnTo>
                  <a:close/>
                  <a:moveTo>
                    <a:pt x="726426" y="979877"/>
                  </a:moveTo>
                  <a:lnTo>
                    <a:pt x="729613" y="990925"/>
                  </a:lnTo>
                  <a:lnTo>
                    <a:pt x="748788" y="1000759"/>
                  </a:lnTo>
                  <a:close/>
                  <a:moveTo>
                    <a:pt x="609698" y="872907"/>
                  </a:moveTo>
                  <a:lnTo>
                    <a:pt x="650087" y="906367"/>
                  </a:lnTo>
                  <a:lnTo>
                    <a:pt x="615141" y="874805"/>
                  </a:lnTo>
                  <a:close/>
                  <a:moveTo>
                    <a:pt x="647893" y="913691"/>
                  </a:moveTo>
                  <a:lnTo>
                    <a:pt x="650087" y="906367"/>
                  </a:lnTo>
                  <a:lnTo>
                    <a:pt x="609698" y="872907"/>
                  </a:lnTo>
                  <a:close/>
                  <a:moveTo>
                    <a:pt x="605609" y="869612"/>
                  </a:moveTo>
                  <a:lnTo>
                    <a:pt x="577028" y="832857"/>
                  </a:lnTo>
                  <a:lnTo>
                    <a:pt x="588180" y="845654"/>
                  </a:lnTo>
                  <a:close/>
                  <a:moveTo>
                    <a:pt x="776509" y="1042294"/>
                  </a:moveTo>
                  <a:lnTo>
                    <a:pt x="812364" y="1084979"/>
                  </a:lnTo>
                  <a:lnTo>
                    <a:pt x="791132" y="1053387"/>
                  </a:lnTo>
                  <a:close/>
                  <a:moveTo>
                    <a:pt x="791132" y="1053387"/>
                  </a:moveTo>
                  <a:lnTo>
                    <a:pt x="812364" y="1084979"/>
                  </a:lnTo>
                  <a:lnTo>
                    <a:pt x="800043" y="1067819"/>
                  </a:lnTo>
                  <a:close/>
                  <a:moveTo>
                    <a:pt x="793800" y="1010577"/>
                  </a:moveTo>
                  <a:lnTo>
                    <a:pt x="748788" y="1000759"/>
                  </a:lnTo>
                  <a:lnTo>
                    <a:pt x="783711" y="1016632"/>
                  </a:lnTo>
                  <a:close/>
                  <a:moveTo>
                    <a:pt x="774370" y="925938"/>
                  </a:moveTo>
                  <a:lnTo>
                    <a:pt x="764312" y="962594"/>
                  </a:lnTo>
                  <a:lnTo>
                    <a:pt x="782705" y="930103"/>
                  </a:lnTo>
                  <a:close/>
                  <a:moveTo>
                    <a:pt x="650087" y="906367"/>
                  </a:moveTo>
                  <a:lnTo>
                    <a:pt x="667851" y="897466"/>
                  </a:lnTo>
                  <a:lnTo>
                    <a:pt x="615141" y="874805"/>
                  </a:lnTo>
                  <a:close/>
                  <a:moveTo>
                    <a:pt x="759688" y="921727"/>
                  </a:moveTo>
                  <a:lnTo>
                    <a:pt x="747565" y="899980"/>
                  </a:lnTo>
                  <a:lnTo>
                    <a:pt x="735845" y="889183"/>
                  </a:lnTo>
                  <a:close/>
                  <a:moveTo>
                    <a:pt x="731188" y="873062"/>
                  </a:moveTo>
                  <a:lnTo>
                    <a:pt x="759688" y="921727"/>
                  </a:lnTo>
                  <a:lnTo>
                    <a:pt x="735845" y="889183"/>
                  </a:lnTo>
                  <a:close/>
                  <a:moveTo>
                    <a:pt x="806230" y="898534"/>
                  </a:moveTo>
                  <a:lnTo>
                    <a:pt x="833164" y="908755"/>
                  </a:lnTo>
                  <a:lnTo>
                    <a:pt x="826759" y="879079"/>
                  </a:lnTo>
                  <a:close/>
                  <a:moveTo>
                    <a:pt x="826759" y="879079"/>
                  </a:moveTo>
                  <a:lnTo>
                    <a:pt x="833164" y="908755"/>
                  </a:lnTo>
                  <a:lnTo>
                    <a:pt x="852202" y="855944"/>
                  </a:lnTo>
                  <a:close/>
                  <a:moveTo>
                    <a:pt x="852202" y="855944"/>
                  </a:moveTo>
                  <a:lnTo>
                    <a:pt x="833164" y="908755"/>
                  </a:lnTo>
                  <a:lnTo>
                    <a:pt x="847985" y="904120"/>
                  </a:lnTo>
                  <a:close/>
                  <a:moveTo>
                    <a:pt x="852202" y="855944"/>
                  </a:moveTo>
                  <a:lnTo>
                    <a:pt x="850241" y="854817"/>
                  </a:lnTo>
                  <a:lnTo>
                    <a:pt x="826759" y="879079"/>
                  </a:lnTo>
                  <a:close/>
                  <a:moveTo>
                    <a:pt x="882423" y="891572"/>
                  </a:moveTo>
                  <a:lnTo>
                    <a:pt x="902911" y="931301"/>
                  </a:lnTo>
                  <a:lnTo>
                    <a:pt x="897392" y="928327"/>
                  </a:lnTo>
                  <a:close/>
                  <a:moveTo>
                    <a:pt x="842955" y="911264"/>
                  </a:moveTo>
                  <a:lnTo>
                    <a:pt x="902911" y="931301"/>
                  </a:lnTo>
                  <a:lnTo>
                    <a:pt x="882423" y="891572"/>
                  </a:lnTo>
                  <a:close/>
                  <a:moveTo>
                    <a:pt x="882423" y="891572"/>
                  </a:moveTo>
                  <a:lnTo>
                    <a:pt x="847985" y="904120"/>
                  </a:lnTo>
                  <a:lnTo>
                    <a:pt x="842955" y="911264"/>
                  </a:lnTo>
                  <a:close/>
                  <a:moveTo>
                    <a:pt x="847985" y="904120"/>
                  </a:moveTo>
                  <a:lnTo>
                    <a:pt x="892512" y="875767"/>
                  </a:lnTo>
                  <a:lnTo>
                    <a:pt x="880706" y="859860"/>
                  </a:lnTo>
                  <a:close/>
                  <a:moveTo>
                    <a:pt x="847985" y="904120"/>
                  </a:moveTo>
                  <a:lnTo>
                    <a:pt x="880706" y="859860"/>
                  </a:lnTo>
                  <a:lnTo>
                    <a:pt x="852202" y="855944"/>
                  </a:lnTo>
                  <a:close/>
                  <a:moveTo>
                    <a:pt x="902911" y="931301"/>
                  </a:moveTo>
                  <a:lnTo>
                    <a:pt x="880293" y="926291"/>
                  </a:lnTo>
                  <a:lnTo>
                    <a:pt x="912581" y="891572"/>
                  </a:lnTo>
                  <a:close/>
                  <a:moveTo>
                    <a:pt x="852202" y="855944"/>
                  </a:moveTo>
                  <a:lnTo>
                    <a:pt x="823785" y="839593"/>
                  </a:lnTo>
                  <a:lnTo>
                    <a:pt x="850241" y="854817"/>
                  </a:lnTo>
                  <a:close/>
                  <a:moveTo>
                    <a:pt x="850241" y="854817"/>
                  </a:moveTo>
                  <a:lnTo>
                    <a:pt x="813840" y="835245"/>
                  </a:lnTo>
                  <a:lnTo>
                    <a:pt x="813996" y="818062"/>
                  </a:lnTo>
                  <a:close/>
                  <a:moveTo>
                    <a:pt x="782796" y="810919"/>
                  </a:moveTo>
                  <a:lnTo>
                    <a:pt x="808863" y="812170"/>
                  </a:lnTo>
                  <a:lnTo>
                    <a:pt x="813996" y="818062"/>
                  </a:lnTo>
                  <a:close/>
                  <a:moveTo>
                    <a:pt x="744101" y="790820"/>
                  </a:moveTo>
                  <a:lnTo>
                    <a:pt x="732407" y="775465"/>
                  </a:lnTo>
                  <a:lnTo>
                    <a:pt x="705830" y="772307"/>
                  </a:lnTo>
                  <a:close/>
                  <a:moveTo>
                    <a:pt x="579859" y="577960"/>
                  </a:moveTo>
                  <a:lnTo>
                    <a:pt x="588445" y="582576"/>
                  </a:lnTo>
                  <a:lnTo>
                    <a:pt x="605280" y="608016"/>
                  </a:lnTo>
                  <a:close/>
                  <a:moveTo>
                    <a:pt x="903842" y="885797"/>
                  </a:moveTo>
                  <a:lnTo>
                    <a:pt x="939885" y="928310"/>
                  </a:lnTo>
                  <a:lnTo>
                    <a:pt x="912581" y="891572"/>
                  </a:lnTo>
                  <a:close/>
                  <a:moveTo>
                    <a:pt x="918749" y="918425"/>
                  </a:moveTo>
                  <a:lnTo>
                    <a:pt x="939901" y="928317"/>
                  </a:lnTo>
                  <a:lnTo>
                    <a:pt x="903842" y="885797"/>
                  </a:lnTo>
                  <a:close/>
                  <a:moveTo>
                    <a:pt x="742714" y="622297"/>
                  </a:moveTo>
                  <a:lnTo>
                    <a:pt x="740716" y="634287"/>
                  </a:lnTo>
                  <a:lnTo>
                    <a:pt x="753773" y="634565"/>
                  </a:lnTo>
                  <a:close/>
                  <a:moveTo>
                    <a:pt x="636144" y="540130"/>
                  </a:moveTo>
                  <a:lnTo>
                    <a:pt x="653526" y="543593"/>
                  </a:lnTo>
                  <a:lnTo>
                    <a:pt x="646724" y="556665"/>
                  </a:lnTo>
                  <a:close/>
                  <a:moveTo>
                    <a:pt x="620709" y="510792"/>
                  </a:moveTo>
                  <a:lnTo>
                    <a:pt x="653526" y="543593"/>
                  </a:lnTo>
                  <a:lnTo>
                    <a:pt x="636144" y="540130"/>
                  </a:lnTo>
                  <a:close/>
                  <a:moveTo>
                    <a:pt x="263041" y="70174"/>
                  </a:moveTo>
                  <a:lnTo>
                    <a:pt x="275610" y="104702"/>
                  </a:lnTo>
                  <a:lnTo>
                    <a:pt x="290959" y="74565"/>
                  </a:lnTo>
                  <a:close/>
                  <a:moveTo>
                    <a:pt x="264586" y="51342"/>
                  </a:moveTo>
                  <a:lnTo>
                    <a:pt x="263041" y="70174"/>
                  </a:lnTo>
                  <a:lnTo>
                    <a:pt x="274853" y="29024"/>
                  </a:lnTo>
                  <a:close/>
                  <a:moveTo>
                    <a:pt x="227997" y="10748"/>
                  </a:moveTo>
                  <a:lnTo>
                    <a:pt x="222053" y="16894"/>
                  </a:lnTo>
                  <a:lnTo>
                    <a:pt x="250854" y="0"/>
                  </a:lnTo>
                  <a:close/>
                  <a:moveTo>
                    <a:pt x="742714" y="622297"/>
                  </a:moveTo>
                  <a:lnTo>
                    <a:pt x="734340" y="617103"/>
                  </a:lnTo>
                  <a:lnTo>
                    <a:pt x="702840" y="582878"/>
                  </a:lnTo>
                  <a:close/>
                  <a:moveTo>
                    <a:pt x="724864" y="592062"/>
                  </a:moveTo>
                  <a:lnTo>
                    <a:pt x="742714" y="622297"/>
                  </a:lnTo>
                  <a:lnTo>
                    <a:pt x="702840" y="582878"/>
                  </a:lnTo>
                  <a:close/>
                  <a:moveTo>
                    <a:pt x="272436" y="17789"/>
                  </a:moveTo>
                  <a:lnTo>
                    <a:pt x="264586" y="51342"/>
                  </a:lnTo>
                  <a:lnTo>
                    <a:pt x="274853" y="29024"/>
                  </a:lnTo>
                  <a:close/>
                  <a:moveTo>
                    <a:pt x="567350" y="243449"/>
                  </a:moveTo>
                  <a:lnTo>
                    <a:pt x="579239" y="251942"/>
                  </a:lnTo>
                  <a:lnTo>
                    <a:pt x="544671" y="227478"/>
                  </a:lnTo>
                  <a:close/>
                  <a:moveTo>
                    <a:pt x="832155" y="469518"/>
                  </a:moveTo>
                  <a:lnTo>
                    <a:pt x="850825" y="499087"/>
                  </a:lnTo>
                  <a:lnTo>
                    <a:pt x="862544" y="50922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81" name="Input_density__81">
              <a:extLst>
                <a:ext uri="{FF2B5EF4-FFF2-40B4-BE49-F238E27FC236}">
                  <a16:creationId xmlns:a16="http://schemas.microsoft.com/office/drawing/2014/main" id="{52530DC2-3829-5BA2-FEEE-E433F0733653}"/>
                </a:ext>
              </a:extLst>
            </p:cNvPr>
            <p:cNvSpPr>
              <a:spLocks noGrp="1"/>
            </p:cNvSpPr>
            <p:nvPr/>
          </p:nvSpPr>
          <p:spPr>
            <a:xfrm>
              <a:off x="939914" y="1819393"/>
              <a:ext cx="958604" cy="1451305"/>
            </a:xfrm>
            <a:custGeom>
              <a:avLst/>
              <a:gdLst/>
              <a:ahLst/>
              <a:cxnLst/>
              <a:rect l="0" t="0" r="0" b="0"/>
              <a:pathLst>
                <a:path w="958604" h="1451305">
                  <a:moveTo>
                    <a:pt x="57239" y="1177534"/>
                  </a:moveTo>
                  <a:lnTo>
                    <a:pt x="20523" y="1182096"/>
                  </a:lnTo>
                  <a:lnTo>
                    <a:pt x="0" y="1184311"/>
                  </a:lnTo>
                  <a:close/>
                  <a:moveTo>
                    <a:pt x="93792" y="1125075"/>
                  </a:moveTo>
                  <a:lnTo>
                    <a:pt x="59433" y="1177551"/>
                  </a:lnTo>
                  <a:lnTo>
                    <a:pt x="89874" y="1174976"/>
                  </a:lnTo>
                  <a:close/>
                  <a:moveTo>
                    <a:pt x="500782" y="1438686"/>
                  </a:moveTo>
                  <a:lnTo>
                    <a:pt x="500904" y="1426510"/>
                  </a:lnTo>
                  <a:lnTo>
                    <a:pt x="481803" y="1451305"/>
                  </a:lnTo>
                  <a:close/>
                  <a:moveTo>
                    <a:pt x="500782" y="1438686"/>
                  </a:moveTo>
                  <a:lnTo>
                    <a:pt x="515613" y="1421503"/>
                  </a:lnTo>
                  <a:lnTo>
                    <a:pt x="500904" y="1426510"/>
                  </a:lnTo>
                  <a:close/>
                  <a:moveTo>
                    <a:pt x="257232" y="1109976"/>
                  </a:moveTo>
                  <a:lnTo>
                    <a:pt x="253758" y="1125357"/>
                  </a:lnTo>
                  <a:lnTo>
                    <a:pt x="231207" y="1137249"/>
                  </a:lnTo>
                  <a:close/>
                  <a:moveTo>
                    <a:pt x="523603" y="1384301"/>
                  </a:moveTo>
                  <a:lnTo>
                    <a:pt x="515613" y="1421503"/>
                  </a:lnTo>
                  <a:lnTo>
                    <a:pt x="523297" y="1385660"/>
                  </a:lnTo>
                  <a:close/>
                  <a:moveTo>
                    <a:pt x="198440" y="966817"/>
                  </a:moveTo>
                  <a:lnTo>
                    <a:pt x="179449" y="937510"/>
                  </a:lnTo>
                  <a:lnTo>
                    <a:pt x="233186" y="952234"/>
                  </a:lnTo>
                  <a:close/>
                  <a:moveTo>
                    <a:pt x="350443" y="1045276"/>
                  </a:moveTo>
                  <a:lnTo>
                    <a:pt x="364192" y="1068314"/>
                  </a:lnTo>
                  <a:lnTo>
                    <a:pt x="382147" y="1039237"/>
                  </a:lnTo>
                  <a:close/>
                  <a:moveTo>
                    <a:pt x="255763" y="940438"/>
                  </a:moveTo>
                  <a:lnTo>
                    <a:pt x="266636" y="920804"/>
                  </a:lnTo>
                  <a:lnTo>
                    <a:pt x="262348" y="909322"/>
                  </a:lnTo>
                  <a:close/>
                  <a:moveTo>
                    <a:pt x="233186" y="952234"/>
                  </a:moveTo>
                  <a:lnTo>
                    <a:pt x="265029" y="946712"/>
                  </a:lnTo>
                  <a:lnTo>
                    <a:pt x="255763" y="940438"/>
                  </a:lnTo>
                  <a:close/>
                  <a:moveTo>
                    <a:pt x="382147" y="1039237"/>
                  </a:moveTo>
                  <a:lnTo>
                    <a:pt x="392180" y="1007157"/>
                  </a:lnTo>
                  <a:lnTo>
                    <a:pt x="366895" y="1010578"/>
                  </a:lnTo>
                  <a:close/>
                  <a:moveTo>
                    <a:pt x="350443" y="1045276"/>
                  </a:moveTo>
                  <a:lnTo>
                    <a:pt x="382147" y="1039237"/>
                  </a:lnTo>
                  <a:lnTo>
                    <a:pt x="366895" y="1010578"/>
                  </a:lnTo>
                  <a:close/>
                  <a:moveTo>
                    <a:pt x="392180" y="1007157"/>
                  </a:moveTo>
                  <a:lnTo>
                    <a:pt x="382147" y="1039237"/>
                  </a:lnTo>
                  <a:lnTo>
                    <a:pt x="400466" y="1019587"/>
                  </a:lnTo>
                  <a:close/>
                  <a:moveTo>
                    <a:pt x="377664" y="1002403"/>
                  </a:moveTo>
                  <a:lnTo>
                    <a:pt x="392180" y="1007157"/>
                  </a:lnTo>
                  <a:lnTo>
                    <a:pt x="353079" y="967110"/>
                  </a:lnTo>
                  <a:close/>
                  <a:moveTo>
                    <a:pt x="319175" y="815685"/>
                  </a:moveTo>
                  <a:lnTo>
                    <a:pt x="299274" y="804776"/>
                  </a:lnTo>
                  <a:lnTo>
                    <a:pt x="314645" y="855383"/>
                  </a:lnTo>
                  <a:close/>
                  <a:moveTo>
                    <a:pt x="143847" y="626135"/>
                  </a:moveTo>
                  <a:lnTo>
                    <a:pt x="140904" y="617670"/>
                  </a:lnTo>
                  <a:lnTo>
                    <a:pt x="138347" y="654382"/>
                  </a:lnTo>
                  <a:close/>
                  <a:moveTo>
                    <a:pt x="686044" y="1235582"/>
                  </a:moveTo>
                  <a:lnTo>
                    <a:pt x="718997" y="1234211"/>
                  </a:lnTo>
                  <a:lnTo>
                    <a:pt x="704819" y="1228746"/>
                  </a:lnTo>
                  <a:close/>
                  <a:moveTo>
                    <a:pt x="746292" y="1240053"/>
                  </a:moveTo>
                  <a:lnTo>
                    <a:pt x="704819" y="1228746"/>
                  </a:lnTo>
                  <a:lnTo>
                    <a:pt x="731238" y="1234356"/>
                  </a:lnTo>
                  <a:close/>
                  <a:moveTo>
                    <a:pt x="321650" y="710752"/>
                  </a:moveTo>
                  <a:lnTo>
                    <a:pt x="327138" y="719717"/>
                  </a:lnTo>
                  <a:lnTo>
                    <a:pt x="341278" y="722385"/>
                  </a:lnTo>
                  <a:close/>
                  <a:moveTo>
                    <a:pt x="753029" y="1216640"/>
                  </a:moveTo>
                  <a:lnTo>
                    <a:pt x="761880" y="1225321"/>
                  </a:lnTo>
                  <a:lnTo>
                    <a:pt x="762153" y="1203147"/>
                  </a:lnTo>
                  <a:close/>
                  <a:moveTo>
                    <a:pt x="507530" y="874037"/>
                  </a:moveTo>
                  <a:lnTo>
                    <a:pt x="480738" y="870073"/>
                  </a:lnTo>
                  <a:lnTo>
                    <a:pt x="539576" y="869274"/>
                  </a:lnTo>
                  <a:close/>
                  <a:moveTo>
                    <a:pt x="295234" y="578605"/>
                  </a:moveTo>
                  <a:lnTo>
                    <a:pt x="254678" y="590208"/>
                  </a:lnTo>
                  <a:lnTo>
                    <a:pt x="239640" y="591531"/>
                  </a:lnTo>
                  <a:close/>
                  <a:moveTo>
                    <a:pt x="239640" y="591531"/>
                  </a:moveTo>
                  <a:lnTo>
                    <a:pt x="259263" y="600487"/>
                  </a:lnTo>
                  <a:lnTo>
                    <a:pt x="295234" y="578605"/>
                  </a:lnTo>
                  <a:close/>
                  <a:moveTo>
                    <a:pt x="239640" y="591531"/>
                  </a:moveTo>
                  <a:lnTo>
                    <a:pt x="254678" y="590208"/>
                  </a:lnTo>
                  <a:lnTo>
                    <a:pt x="225857" y="586551"/>
                  </a:lnTo>
                  <a:close/>
                  <a:moveTo>
                    <a:pt x="828844" y="1203344"/>
                  </a:moveTo>
                  <a:lnTo>
                    <a:pt x="843063" y="1208138"/>
                  </a:lnTo>
                  <a:lnTo>
                    <a:pt x="836606" y="1202871"/>
                  </a:lnTo>
                  <a:close/>
                  <a:moveTo>
                    <a:pt x="791826" y="1189513"/>
                  </a:moveTo>
                  <a:lnTo>
                    <a:pt x="807038" y="1199821"/>
                  </a:lnTo>
                  <a:lnTo>
                    <a:pt x="762153" y="1203147"/>
                  </a:lnTo>
                  <a:close/>
                  <a:moveTo>
                    <a:pt x="791826" y="1189513"/>
                  </a:moveTo>
                  <a:lnTo>
                    <a:pt x="828844" y="1203344"/>
                  </a:lnTo>
                  <a:lnTo>
                    <a:pt x="807038" y="1199821"/>
                  </a:lnTo>
                  <a:close/>
                  <a:moveTo>
                    <a:pt x="828844" y="1203344"/>
                  </a:moveTo>
                  <a:lnTo>
                    <a:pt x="836606" y="1202871"/>
                  </a:lnTo>
                  <a:lnTo>
                    <a:pt x="807038" y="1199821"/>
                  </a:lnTo>
                  <a:close/>
                  <a:moveTo>
                    <a:pt x="550570" y="825412"/>
                  </a:moveTo>
                  <a:lnTo>
                    <a:pt x="507530" y="874037"/>
                  </a:lnTo>
                  <a:lnTo>
                    <a:pt x="539576" y="869274"/>
                  </a:lnTo>
                  <a:close/>
                  <a:moveTo>
                    <a:pt x="855903" y="1208304"/>
                  </a:moveTo>
                  <a:lnTo>
                    <a:pt x="807038" y="1199821"/>
                  </a:lnTo>
                  <a:lnTo>
                    <a:pt x="836606" y="1202871"/>
                  </a:lnTo>
                  <a:close/>
                  <a:moveTo>
                    <a:pt x="892585" y="1184449"/>
                  </a:moveTo>
                  <a:lnTo>
                    <a:pt x="898763" y="1190954"/>
                  </a:lnTo>
                  <a:lnTo>
                    <a:pt x="899135" y="1149156"/>
                  </a:lnTo>
                  <a:close/>
                  <a:moveTo>
                    <a:pt x="899135" y="1149156"/>
                  </a:moveTo>
                  <a:lnTo>
                    <a:pt x="915148" y="1180657"/>
                  </a:lnTo>
                  <a:lnTo>
                    <a:pt x="935238" y="1159562"/>
                  </a:lnTo>
                  <a:close/>
                  <a:moveTo>
                    <a:pt x="887287" y="1173771"/>
                  </a:moveTo>
                  <a:lnTo>
                    <a:pt x="892585" y="1184449"/>
                  </a:lnTo>
                  <a:lnTo>
                    <a:pt x="899135" y="1149156"/>
                  </a:lnTo>
                  <a:close/>
                  <a:moveTo>
                    <a:pt x="557949" y="774666"/>
                  </a:moveTo>
                  <a:lnTo>
                    <a:pt x="551634" y="818149"/>
                  </a:lnTo>
                  <a:lnTo>
                    <a:pt x="564283" y="786650"/>
                  </a:lnTo>
                  <a:close/>
                  <a:moveTo>
                    <a:pt x="935238" y="1159562"/>
                  </a:moveTo>
                  <a:lnTo>
                    <a:pt x="958604" y="1150715"/>
                  </a:lnTo>
                  <a:lnTo>
                    <a:pt x="899135" y="1149156"/>
                  </a:lnTo>
                  <a:close/>
                  <a:moveTo>
                    <a:pt x="785957" y="858982"/>
                  </a:moveTo>
                  <a:lnTo>
                    <a:pt x="795704" y="819181"/>
                  </a:lnTo>
                  <a:lnTo>
                    <a:pt x="766625" y="835037"/>
                  </a:lnTo>
                  <a:close/>
                  <a:moveTo>
                    <a:pt x="795704" y="819181"/>
                  </a:moveTo>
                  <a:lnTo>
                    <a:pt x="811897" y="851357"/>
                  </a:lnTo>
                  <a:lnTo>
                    <a:pt x="833975" y="837695"/>
                  </a:lnTo>
                  <a:close/>
                  <a:moveTo>
                    <a:pt x="120606" y="80976"/>
                  </a:moveTo>
                  <a:lnTo>
                    <a:pt x="134641" y="90693"/>
                  </a:lnTo>
                  <a:lnTo>
                    <a:pt x="140346" y="47269"/>
                  </a:lnTo>
                  <a:close/>
                  <a:moveTo>
                    <a:pt x="145354" y="7123"/>
                  </a:moveTo>
                  <a:lnTo>
                    <a:pt x="168463" y="6752"/>
                  </a:lnTo>
                  <a:lnTo>
                    <a:pt x="159321" y="0"/>
                  </a:lnTo>
                  <a:close/>
                  <a:moveTo>
                    <a:pt x="140346" y="47269"/>
                  </a:moveTo>
                  <a:lnTo>
                    <a:pt x="157422" y="23877"/>
                  </a:lnTo>
                  <a:lnTo>
                    <a:pt x="145354" y="7123"/>
                  </a:lnTo>
                  <a:close/>
                  <a:moveTo>
                    <a:pt x="855377" y="808610"/>
                  </a:moveTo>
                  <a:lnTo>
                    <a:pt x="852677" y="831828"/>
                  </a:lnTo>
                  <a:lnTo>
                    <a:pt x="833975" y="837695"/>
                  </a:lnTo>
                  <a:close/>
                  <a:moveTo>
                    <a:pt x="145354" y="7123"/>
                  </a:moveTo>
                  <a:lnTo>
                    <a:pt x="159321" y="0"/>
                  </a:lnTo>
                  <a:lnTo>
                    <a:pt x="203734" y="4613"/>
                  </a:lnTo>
                  <a:close/>
                  <a:moveTo>
                    <a:pt x="856878" y="783665"/>
                  </a:moveTo>
                  <a:lnTo>
                    <a:pt x="861537" y="828181"/>
                  </a:lnTo>
                  <a:lnTo>
                    <a:pt x="858822" y="791426"/>
                  </a:lnTo>
                  <a:close/>
                  <a:moveTo>
                    <a:pt x="858822" y="791426"/>
                  </a:moveTo>
                  <a:lnTo>
                    <a:pt x="862951" y="753614"/>
                  </a:lnTo>
                  <a:lnTo>
                    <a:pt x="856878" y="783665"/>
                  </a:lnTo>
                  <a:close/>
                  <a:moveTo>
                    <a:pt x="868271" y="737488"/>
                  </a:moveTo>
                  <a:lnTo>
                    <a:pt x="862951" y="753614"/>
                  </a:lnTo>
                  <a:lnTo>
                    <a:pt x="858822" y="791426"/>
                  </a:lnTo>
                  <a:close/>
                  <a:moveTo>
                    <a:pt x="721782" y="644406"/>
                  </a:moveTo>
                  <a:lnTo>
                    <a:pt x="736598" y="603539"/>
                  </a:lnTo>
                  <a:lnTo>
                    <a:pt x="743401" y="590468"/>
                  </a:lnTo>
                  <a:close/>
                  <a:moveTo>
                    <a:pt x="365485" y="151577"/>
                  </a:moveTo>
                  <a:lnTo>
                    <a:pt x="377936" y="166591"/>
                  </a:lnTo>
                  <a:lnTo>
                    <a:pt x="380834" y="121440"/>
                  </a:lnTo>
                  <a:close/>
                  <a:moveTo>
                    <a:pt x="879903" y="692419"/>
                  </a:moveTo>
                  <a:lnTo>
                    <a:pt x="901932" y="683550"/>
                  </a:lnTo>
                  <a:lnTo>
                    <a:pt x="863918" y="661022"/>
                  </a:lnTo>
                  <a:close/>
                  <a:moveTo>
                    <a:pt x="879903" y="692419"/>
                  </a:moveTo>
                  <a:lnTo>
                    <a:pt x="863918" y="661022"/>
                  </a:lnTo>
                  <a:lnTo>
                    <a:pt x="843647" y="681440"/>
                  </a:lnTo>
                  <a:close/>
                  <a:moveTo>
                    <a:pt x="906586" y="667603"/>
                  </a:moveTo>
                  <a:lnTo>
                    <a:pt x="902879" y="683861"/>
                  </a:lnTo>
                  <a:lnTo>
                    <a:pt x="879903" y="692419"/>
                  </a:lnTo>
                  <a:close/>
                  <a:moveTo>
                    <a:pt x="909207" y="646795"/>
                  </a:moveTo>
                  <a:lnTo>
                    <a:pt x="902879" y="683861"/>
                  </a:lnTo>
                  <a:lnTo>
                    <a:pt x="906586" y="667603"/>
                  </a:lnTo>
                  <a:close/>
                  <a:moveTo>
                    <a:pt x="909690" y="633577"/>
                  </a:moveTo>
                  <a:lnTo>
                    <a:pt x="903611" y="683550"/>
                  </a:lnTo>
                  <a:lnTo>
                    <a:pt x="909207" y="646795"/>
                  </a:lnTo>
                  <a:close/>
                  <a:moveTo>
                    <a:pt x="909690" y="633577"/>
                  </a:moveTo>
                  <a:lnTo>
                    <a:pt x="909207" y="646795"/>
                  </a:lnTo>
                  <a:lnTo>
                    <a:pt x="913095" y="624101"/>
                  </a:lnTo>
                  <a:close/>
                  <a:moveTo>
                    <a:pt x="653106" y="348758"/>
                  </a:moveTo>
                  <a:lnTo>
                    <a:pt x="662015" y="389510"/>
                  </a:lnTo>
                  <a:lnTo>
                    <a:pt x="654957" y="352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82" name="Input_density__82">
              <a:extLst>
                <a:ext uri="{FF2B5EF4-FFF2-40B4-BE49-F238E27FC236}">
                  <a16:creationId xmlns:a16="http://schemas.microsoft.com/office/drawing/2014/main" id="{DA045E96-D819-70FB-A05E-AA33896A7C6C}"/>
                </a:ext>
              </a:extLst>
            </p:cNvPr>
            <p:cNvSpPr>
              <a:spLocks noGrp="1"/>
            </p:cNvSpPr>
            <p:nvPr/>
          </p:nvSpPr>
          <p:spPr>
            <a:xfrm>
              <a:off x="913778" y="2169760"/>
              <a:ext cx="948166" cy="1038514"/>
            </a:xfrm>
            <a:custGeom>
              <a:avLst/>
              <a:gdLst/>
              <a:ahLst/>
              <a:cxnLst/>
              <a:rect l="0" t="0" r="0" b="0"/>
              <a:pathLst>
                <a:path w="948166" h="1038514">
                  <a:moveTo>
                    <a:pt x="30467" y="753929"/>
                  </a:moveTo>
                  <a:lnTo>
                    <a:pt x="0" y="772320"/>
                  </a:lnTo>
                  <a:lnTo>
                    <a:pt x="29088" y="755137"/>
                  </a:lnTo>
                  <a:close/>
                  <a:moveTo>
                    <a:pt x="30467" y="753929"/>
                  </a:moveTo>
                  <a:lnTo>
                    <a:pt x="5902" y="758290"/>
                  </a:lnTo>
                  <a:lnTo>
                    <a:pt x="0" y="772320"/>
                  </a:lnTo>
                  <a:close/>
                  <a:moveTo>
                    <a:pt x="5902" y="758290"/>
                  </a:moveTo>
                  <a:lnTo>
                    <a:pt x="30467" y="753929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40755" y="718382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29088" y="755137"/>
                  </a:lnTo>
                  <a:lnTo>
                    <a:pt x="32950" y="753382"/>
                  </a:lnTo>
                  <a:close/>
                  <a:moveTo>
                    <a:pt x="32950" y="753382"/>
                  </a:moveTo>
                  <a:lnTo>
                    <a:pt x="40755" y="718382"/>
                  </a:lnTo>
                  <a:lnTo>
                    <a:pt x="30467" y="753929"/>
                  </a:lnTo>
                  <a:close/>
                  <a:moveTo>
                    <a:pt x="64292" y="710242"/>
                  </a:moveTo>
                  <a:lnTo>
                    <a:pt x="40755" y="71838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64292" y="71024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32950" y="753382"/>
                  </a:lnTo>
                  <a:lnTo>
                    <a:pt x="87628" y="746857"/>
                  </a:lnTo>
                  <a:close/>
                  <a:moveTo>
                    <a:pt x="99940" y="737953"/>
                  </a:moveTo>
                  <a:lnTo>
                    <a:pt x="94672" y="701198"/>
                  </a:lnTo>
                  <a:lnTo>
                    <a:pt x="82439" y="740236"/>
                  </a:lnTo>
                  <a:close/>
                  <a:moveTo>
                    <a:pt x="94672" y="701198"/>
                  </a:moveTo>
                  <a:lnTo>
                    <a:pt x="64292" y="710242"/>
                  </a:lnTo>
                  <a:lnTo>
                    <a:pt x="82439" y="740236"/>
                  </a:lnTo>
                  <a:close/>
                  <a:moveTo>
                    <a:pt x="48757" y="697733"/>
                  </a:moveTo>
                  <a:lnTo>
                    <a:pt x="40755" y="718382"/>
                  </a:lnTo>
                  <a:lnTo>
                    <a:pt x="64292" y="710242"/>
                  </a:lnTo>
                  <a:close/>
                  <a:moveTo>
                    <a:pt x="94672" y="701198"/>
                  </a:moveTo>
                  <a:lnTo>
                    <a:pt x="48757" y="697733"/>
                  </a:lnTo>
                  <a:lnTo>
                    <a:pt x="64292" y="710242"/>
                  </a:lnTo>
                  <a:close/>
                  <a:moveTo>
                    <a:pt x="101952" y="675838"/>
                  </a:moveTo>
                  <a:lnTo>
                    <a:pt x="94672" y="701198"/>
                  </a:lnTo>
                  <a:lnTo>
                    <a:pt x="122276" y="690190"/>
                  </a:lnTo>
                  <a:close/>
                  <a:moveTo>
                    <a:pt x="510733" y="1034382"/>
                  </a:moveTo>
                  <a:lnTo>
                    <a:pt x="515142" y="1031659"/>
                  </a:lnTo>
                  <a:lnTo>
                    <a:pt x="477468" y="1038514"/>
                  </a:lnTo>
                  <a:close/>
                  <a:moveTo>
                    <a:pt x="238194" y="455030"/>
                  </a:moveTo>
                  <a:lnTo>
                    <a:pt x="214202" y="461535"/>
                  </a:lnTo>
                  <a:lnTo>
                    <a:pt x="207861" y="485445"/>
                  </a:lnTo>
                  <a:close/>
                  <a:moveTo>
                    <a:pt x="645982" y="909322"/>
                  </a:moveTo>
                  <a:lnTo>
                    <a:pt x="685438" y="909805"/>
                  </a:lnTo>
                  <a:lnTo>
                    <a:pt x="672489" y="898824"/>
                  </a:lnTo>
                  <a:close/>
                  <a:moveTo>
                    <a:pt x="652286" y="882063"/>
                  </a:moveTo>
                  <a:lnTo>
                    <a:pt x="645982" y="909322"/>
                  </a:lnTo>
                  <a:lnTo>
                    <a:pt x="672489" y="898824"/>
                  </a:lnTo>
                  <a:close/>
                  <a:moveTo>
                    <a:pt x="665930" y="818628"/>
                  </a:moveTo>
                  <a:lnTo>
                    <a:pt x="654143" y="872567"/>
                  </a:lnTo>
                  <a:lnTo>
                    <a:pt x="686059" y="855383"/>
                  </a:lnTo>
                  <a:close/>
                  <a:moveTo>
                    <a:pt x="325411" y="454409"/>
                  </a:moveTo>
                  <a:lnTo>
                    <a:pt x="303807" y="431507"/>
                  </a:lnTo>
                  <a:lnTo>
                    <a:pt x="301713" y="443364"/>
                  </a:lnTo>
                  <a:close/>
                  <a:moveTo>
                    <a:pt x="657589" y="781873"/>
                  </a:moveTo>
                  <a:lnTo>
                    <a:pt x="665930" y="818628"/>
                  </a:lnTo>
                  <a:lnTo>
                    <a:pt x="689505" y="801445"/>
                  </a:lnTo>
                  <a:close/>
                  <a:moveTo>
                    <a:pt x="214760" y="271208"/>
                  </a:moveTo>
                  <a:lnTo>
                    <a:pt x="199099" y="304058"/>
                  </a:lnTo>
                  <a:lnTo>
                    <a:pt x="243097" y="288164"/>
                  </a:lnTo>
                  <a:close/>
                  <a:moveTo>
                    <a:pt x="655755" y="285969"/>
                  </a:moveTo>
                  <a:lnTo>
                    <a:pt x="650089" y="296599"/>
                  </a:lnTo>
                  <a:lnTo>
                    <a:pt x="704456" y="279084"/>
                  </a:lnTo>
                  <a:close/>
                  <a:moveTo>
                    <a:pt x="655755" y="285969"/>
                  </a:moveTo>
                  <a:lnTo>
                    <a:pt x="704456" y="279084"/>
                  </a:lnTo>
                  <a:lnTo>
                    <a:pt x="695870" y="274468"/>
                  </a:lnTo>
                  <a:close/>
                  <a:moveTo>
                    <a:pt x="517098" y="17183"/>
                  </a:moveTo>
                  <a:lnTo>
                    <a:pt x="536908" y="36755"/>
                  </a:lnTo>
                  <a:lnTo>
                    <a:pt x="531815" y="0"/>
                  </a:lnTo>
                  <a:close/>
                  <a:moveTo>
                    <a:pt x="531815" y="0"/>
                  </a:moveTo>
                  <a:lnTo>
                    <a:pt x="536908" y="36755"/>
                  </a:lnTo>
                  <a:lnTo>
                    <a:pt x="570602" y="19571"/>
                  </a:lnTo>
                  <a:close/>
                  <a:moveTo>
                    <a:pt x="818226" y="262882"/>
                  </a:moveTo>
                  <a:lnTo>
                    <a:pt x="839064" y="244585"/>
                  </a:lnTo>
                  <a:lnTo>
                    <a:pt x="829100" y="240101"/>
                  </a:lnTo>
                  <a:close/>
                  <a:moveTo>
                    <a:pt x="839064" y="244585"/>
                  </a:moveTo>
                  <a:lnTo>
                    <a:pt x="855345" y="222918"/>
                  </a:lnTo>
                  <a:lnTo>
                    <a:pt x="829100" y="240101"/>
                  </a:lnTo>
                  <a:close/>
                  <a:moveTo>
                    <a:pt x="864471" y="215001"/>
                  </a:moveTo>
                  <a:lnTo>
                    <a:pt x="829100" y="240101"/>
                  </a:lnTo>
                  <a:lnTo>
                    <a:pt x="855345" y="222918"/>
                  </a:lnTo>
                  <a:close/>
                  <a:moveTo>
                    <a:pt x="874416" y="216554"/>
                  </a:moveTo>
                  <a:lnTo>
                    <a:pt x="855345" y="222918"/>
                  </a:lnTo>
                  <a:lnTo>
                    <a:pt x="891573" y="220123"/>
                  </a:lnTo>
                  <a:close/>
                  <a:moveTo>
                    <a:pt x="864471" y="215001"/>
                  </a:moveTo>
                  <a:lnTo>
                    <a:pt x="855345" y="222918"/>
                  </a:lnTo>
                  <a:lnTo>
                    <a:pt x="874416" y="216554"/>
                  </a:lnTo>
                  <a:close/>
                  <a:moveTo>
                    <a:pt x="887104" y="186163"/>
                  </a:moveTo>
                  <a:lnTo>
                    <a:pt x="864471" y="215001"/>
                  </a:lnTo>
                  <a:lnTo>
                    <a:pt x="917494" y="192463"/>
                  </a:lnTo>
                  <a:close/>
                  <a:moveTo>
                    <a:pt x="917494" y="192463"/>
                  </a:moveTo>
                  <a:lnTo>
                    <a:pt x="864471" y="215001"/>
                  </a:lnTo>
                  <a:lnTo>
                    <a:pt x="912965" y="205735"/>
                  </a:lnTo>
                  <a:close/>
                  <a:moveTo>
                    <a:pt x="912965" y="205735"/>
                  </a:moveTo>
                  <a:lnTo>
                    <a:pt x="864471" y="215001"/>
                  </a:lnTo>
                  <a:lnTo>
                    <a:pt x="874416" y="216554"/>
                  </a:lnTo>
                  <a:close/>
                  <a:moveTo>
                    <a:pt x="895793" y="181516"/>
                  </a:moveTo>
                  <a:lnTo>
                    <a:pt x="917494" y="192463"/>
                  </a:lnTo>
                  <a:lnTo>
                    <a:pt x="932398" y="168980"/>
                  </a:lnTo>
                  <a:close/>
                  <a:moveTo>
                    <a:pt x="917494" y="192463"/>
                  </a:moveTo>
                  <a:lnTo>
                    <a:pt x="912965" y="205735"/>
                  </a:lnTo>
                  <a:lnTo>
                    <a:pt x="926223" y="201524"/>
                  </a:lnTo>
                  <a:close/>
                  <a:moveTo>
                    <a:pt x="926223" y="201524"/>
                  </a:moveTo>
                  <a:lnTo>
                    <a:pt x="932398" y="168980"/>
                  </a:lnTo>
                  <a:lnTo>
                    <a:pt x="917494" y="192463"/>
                  </a:lnTo>
                  <a:close/>
                  <a:moveTo>
                    <a:pt x="948166" y="166026"/>
                  </a:moveTo>
                  <a:lnTo>
                    <a:pt x="932398" y="168980"/>
                  </a:lnTo>
                  <a:lnTo>
                    <a:pt x="926223" y="20152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83" name="Input_density__83">
              <a:extLst>
                <a:ext uri="{FF2B5EF4-FFF2-40B4-BE49-F238E27FC236}">
                  <a16:creationId xmlns:a16="http://schemas.microsoft.com/office/drawing/2014/main" id="{6CD5BFC0-AFDA-6A6A-1A58-A7763F400C89}"/>
                </a:ext>
              </a:extLst>
            </p:cNvPr>
            <p:cNvSpPr>
              <a:spLocks noGrp="1"/>
            </p:cNvSpPr>
            <p:nvPr/>
          </p:nvSpPr>
          <p:spPr>
            <a:xfrm>
              <a:off x="1001405" y="1840643"/>
              <a:ext cx="947133" cy="1417437"/>
            </a:xfrm>
            <a:custGeom>
              <a:avLst/>
              <a:gdLst/>
              <a:ahLst/>
              <a:cxnLst/>
              <a:rect l="0" t="0" r="0" b="0"/>
              <a:pathLst>
                <a:path w="947133" h="1417437">
                  <a:moveTo>
                    <a:pt x="180580" y="1295161"/>
                  </a:moveTo>
                  <a:lnTo>
                    <a:pt x="231369" y="1318144"/>
                  </a:lnTo>
                  <a:lnTo>
                    <a:pt x="214350" y="1294795"/>
                  </a:lnTo>
                  <a:close/>
                  <a:moveTo>
                    <a:pt x="72224" y="1105341"/>
                  </a:moveTo>
                  <a:lnTo>
                    <a:pt x="37376" y="1106583"/>
                  </a:lnTo>
                  <a:lnTo>
                    <a:pt x="74774" y="1148015"/>
                  </a:lnTo>
                  <a:close/>
                  <a:moveTo>
                    <a:pt x="74774" y="1148015"/>
                  </a:moveTo>
                  <a:lnTo>
                    <a:pt x="68837" y="1180400"/>
                  </a:lnTo>
                  <a:lnTo>
                    <a:pt x="117886" y="1143004"/>
                  </a:lnTo>
                  <a:close/>
                  <a:moveTo>
                    <a:pt x="59565" y="1070886"/>
                  </a:moveTo>
                  <a:lnTo>
                    <a:pt x="37376" y="1106583"/>
                  </a:lnTo>
                  <a:lnTo>
                    <a:pt x="72224" y="1105341"/>
                  </a:lnTo>
                  <a:close/>
                  <a:moveTo>
                    <a:pt x="36279" y="1087038"/>
                  </a:moveTo>
                  <a:lnTo>
                    <a:pt x="12312" y="1067070"/>
                  </a:lnTo>
                  <a:lnTo>
                    <a:pt x="37376" y="1106583"/>
                  </a:lnTo>
                  <a:close/>
                  <a:moveTo>
                    <a:pt x="0" y="1075974"/>
                  </a:moveTo>
                  <a:lnTo>
                    <a:pt x="32301" y="1103826"/>
                  </a:lnTo>
                  <a:lnTo>
                    <a:pt x="37376" y="1106583"/>
                  </a:lnTo>
                  <a:close/>
                  <a:moveTo>
                    <a:pt x="7044" y="1030315"/>
                  </a:moveTo>
                  <a:lnTo>
                    <a:pt x="49052" y="1038588"/>
                  </a:lnTo>
                  <a:lnTo>
                    <a:pt x="34649" y="1019307"/>
                  </a:lnTo>
                  <a:close/>
                  <a:moveTo>
                    <a:pt x="12312" y="1067070"/>
                  </a:moveTo>
                  <a:lnTo>
                    <a:pt x="32994" y="1049887"/>
                  </a:lnTo>
                  <a:lnTo>
                    <a:pt x="7044" y="1030315"/>
                  </a:lnTo>
                  <a:close/>
                  <a:moveTo>
                    <a:pt x="423105" y="1363499"/>
                  </a:moveTo>
                  <a:lnTo>
                    <a:pt x="381168" y="1408279"/>
                  </a:lnTo>
                  <a:lnTo>
                    <a:pt x="395416" y="1417437"/>
                  </a:lnTo>
                  <a:close/>
                  <a:moveTo>
                    <a:pt x="423105" y="1363499"/>
                  </a:moveTo>
                  <a:lnTo>
                    <a:pt x="395416" y="1417437"/>
                  </a:lnTo>
                  <a:lnTo>
                    <a:pt x="419304" y="1400253"/>
                  </a:lnTo>
                  <a:close/>
                  <a:moveTo>
                    <a:pt x="389840" y="1367631"/>
                  </a:moveTo>
                  <a:lnTo>
                    <a:pt x="342777" y="1389317"/>
                  </a:lnTo>
                  <a:lnTo>
                    <a:pt x="381168" y="1408279"/>
                  </a:lnTo>
                  <a:close/>
                  <a:moveTo>
                    <a:pt x="389840" y="1367631"/>
                  </a:moveTo>
                  <a:lnTo>
                    <a:pt x="346549" y="1375737"/>
                  </a:lnTo>
                  <a:lnTo>
                    <a:pt x="342777" y="1389317"/>
                  </a:lnTo>
                  <a:close/>
                  <a:moveTo>
                    <a:pt x="346549" y="1375737"/>
                  </a:moveTo>
                  <a:lnTo>
                    <a:pt x="376515" y="1333716"/>
                  </a:lnTo>
                  <a:lnTo>
                    <a:pt x="345107" y="1332163"/>
                  </a:lnTo>
                  <a:close/>
                  <a:moveTo>
                    <a:pt x="314794" y="1329719"/>
                  </a:moveTo>
                  <a:lnTo>
                    <a:pt x="345107" y="133216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60478" y="133092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76515" y="1333716"/>
                  </a:lnTo>
                  <a:lnTo>
                    <a:pt x="360478" y="1330923"/>
                  </a:lnTo>
                  <a:close/>
                  <a:moveTo>
                    <a:pt x="423105" y="1363499"/>
                  </a:moveTo>
                  <a:lnTo>
                    <a:pt x="419304" y="1400253"/>
                  </a:lnTo>
                  <a:lnTo>
                    <a:pt x="448594" y="1391701"/>
                  </a:lnTo>
                  <a:close/>
                  <a:moveTo>
                    <a:pt x="430961" y="1361289"/>
                  </a:moveTo>
                  <a:lnTo>
                    <a:pt x="461390" y="1362856"/>
                  </a:lnTo>
                  <a:lnTo>
                    <a:pt x="427514" y="1360776"/>
                  </a:lnTo>
                  <a:close/>
                  <a:moveTo>
                    <a:pt x="121263" y="905255"/>
                  </a:moveTo>
                  <a:lnTo>
                    <a:pt x="118021" y="871461"/>
                  </a:lnTo>
                  <a:lnTo>
                    <a:pt x="117958" y="916260"/>
                  </a:lnTo>
                  <a:close/>
                  <a:moveTo>
                    <a:pt x="264989" y="1052275"/>
                  </a:moveTo>
                  <a:lnTo>
                    <a:pt x="271628" y="1055464"/>
                  </a:lnTo>
                  <a:lnTo>
                    <a:pt x="273203" y="1050301"/>
                  </a:lnTo>
                  <a:close/>
                  <a:moveTo>
                    <a:pt x="273203" y="1050301"/>
                  </a:moveTo>
                  <a:lnTo>
                    <a:pt x="271628" y="1055464"/>
                  </a:lnTo>
                  <a:lnTo>
                    <a:pt x="280054" y="1052275"/>
                  </a:lnTo>
                  <a:close/>
                  <a:moveTo>
                    <a:pt x="564408" y="1275194"/>
                  </a:moveTo>
                  <a:lnTo>
                    <a:pt x="587258" y="1258010"/>
                  </a:lnTo>
                  <a:lnTo>
                    <a:pt x="558354" y="1238439"/>
                  </a:lnTo>
                  <a:close/>
                  <a:moveTo>
                    <a:pt x="620567" y="1258010"/>
                  </a:moveTo>
                  <a:lnTo>
                    <a:pt x="584861" y="1227941"/>
                  </a:lnTo>
                  <a:lnTo>
                    <a:pt x="597810" y="1238922"/>
                  </a:lnTo>
                  <a:close/>
                  <a:moveTo>
                    <a:pt x="591954" y="1238439"/>
                  </a:moveTo>
                  <a:lnTo>
                    <a:pt x="564658" y="1211180"/>
                  </a:lnTo>
                  <a:lnTo>
                    <a:pt x="584861" y="1227941"/>
                  </a:lnTo>
                  <a:close/>
                  <a:moveTo>
                    <a:pt x="439881" y="1054664"/>
                  </a:moveTo>
                  <a:lnTo>
                    <a:pt x="461171" y="1073412"/>
                  </a:lnTo>
                  <a:lnTo>
                    <a:pt x="474120" y="1040060"/>
                  </a:lnTo>
                  <a:close/>
                  <a:moveTo>
                    <a:pt x="418785" y="1013211"/>
                  </a:moveTo>
                  <a:lnTo>
                    <a:pt x="413740" y="1020652"/>
                  </a:lnTo>
                  <a:lnTo>
                    <a:pt x="443786" y="1000725"/>
                  </a:lnTo>
                  <a:close/>
                  <a:moveTo>
                    <a:pt x="413740" y="1020652"/>
                  </a:moveTo>
                  <a:lnTo>
                    <a:pt x="439881" y="1054664"/>
                  </a:lnTo>
                  <a:lnTo>
                    <a:pt x="443786" y="1000725"/>
                  </a:lnTo>
                  <a:close/>
                  <a:moveTo>
                    <a:pt x="443786" y="1000725"/>
                  </a:moveTo>
                  <a:lnTo>
                    <a:pt x="439881" y="1054664"/>
                  </a:lnTo>
                  <a:lnTo>
                    <a:pt x="474907" y="1028561"/>
                  </a:lnTo>
                  <a:close/>
                  <a:moveTo>
                    <a:pt x="474907" y="1028561"/>
                  </a:moveTo>
                  <a:lnTo>
                    <a:pt x="439881" y="1054664"/>
                  </a:lnTo>
                  <a:lnTo>
                    <a:pt x="474120" y="1040060"/>
                  </a:lnTo>
                  <a:close/>
                  <a:moveTo>
                    <a:pt x="257684" y="794436"/>
                  </a:moveTo>
                  <a:lnTo>
                    <a:pt x="261608" y="746498"/>
                  </a:lnTo>
                  <a:lnTo>
                    <a:pt x="237783" y="783526"/>
                  </a:lnTo>
                  <a:close/>
                  <a:moveTo>
                    <a:pt x="109899" y="687114"/>
                  </a:moveTo>
                  <a:lnTo>
                    <a:pt x="111471" y="633175"/>
                  </a:lnTo>
                  <a:lnTo>
                    <a:pt x="86802" y="650359"/>
                  </a:lnTo>
                  <a:close/>
                  <a:moveTo>
                    <a:pt x="443786" y="1000725"/>
                  </a:moveTo>
                  <a:lnTo>
                    <a:pt x="474907" y="1028561"/>
                  </a:lnTo>
                  <a:lnTo>
                    <a:pt x="475099" y="994516"/>
                  </a:lnTo>
                  <a:close/>
                  <a:moveTo>
                    <a:pt x="475099" y="994516"/>
                  </a:moveTo>
                  <a:lnTo>
                    <a:pt x="474907" y="1028561"/>
                  </a:lnTo>
                  <a:lnTo>
                    <a:pt x="483701" y="1000725"/>
                  </a:lnTo>
                  <a:close/>
                  <a:moveTo>
                    <a:pt x="431367" y="946787"/>
                  </a:moveTo>
                  <a:lnTo>
                    <a:pt x="394860" y="963970"/>
                  </a:lnTo>
                  <a:lnTo>
                    <a:pt x="432717" y="995397"/>
                  </a:lnTo>
                  <a:close/>
                  <a:moveTo>
                    <a:pt x="431367" y="946787"/>
                  </a:moveTo>
                  <a:lnTo>
                    <a:pt x="442805" y="936906"/>
                  </a:lnTo>
                  <a:lnTo>
                    <a:pt x="394860" y="963970"/>
                  </a:lnTo>
                  <a:close/>
                  <a:moveTo>
                    <a:pt x="387707" y="855479"/>
                  </a:moveTo>
                  <a:lnTo>
                    <a:pt x="375352" y="842444"/>
                  </a:lnTo>
                  <a:lnTo>
                    <a:pt x="366788" y="836522"/>
                  </a:lnTo>
                  <a:close/>
                  <a:moveTo>
                    <a:pt x="277659" y="789389"/>
                  </a:moveTo>
                  <a:lnTo>
                    <a:pt x="243102" y="784761"/>
                  </a:lnTo>
                  <a:lnTo>
                    <a:pt x="299167" y="773593"/>
                  </a:lnTo>
                  <a:close/>
                  <a:moveTo>
                    <a:pt x="623920" y="1113378"/>
                  </a:moveTo>
                  <a:lnTo>
                    <a:pt x="584786" y="1093761"/>
                  </a:lnTo>
                  <a:lnTo>
                    <a:pt x="584824" y="1093807"/>
                  </a:lnTo>
                  <a:close/>
                  <a:moveTo>
                    <a:pt x="542179" y="1057052"/>
                  </a:moveTo>
                  <a:lnTo>
                    <a:pt x="584786" y="1093761"/>
                  </a:lnTo>
                  <a:lnTo>
                    <a:pt x="542442" y="1056350"/>
                  </a:lnTo>
                  <a:close/>
                  <a:moveTo>
                    <a:pt x="584699" y="1093696"/>
                  </a:moveTo>
                  <a:lnTo>
                    <a:pt x="584786" y="1093761"/>
                  </a:lnTo>
                  <a:lnTo>
                    <a:pt x="542179" y="1057052"/>
                  </a:lnTo>
                  <a:close/>
                  <a:moveTo>
                    <a:pt x="394022" y="836522"/>
                  </a:moveTo>
                  <a:lnTo>
                    <a:pt x="419247" y="848823"/>
                  </a:lnTo>
                  <a:lnTo>
                    <a:pt x="412312" y="819339"/>
                  </a:lnTo>
                  <a:close/>
                  <a:moveTo>
                    <a:pt x="400717" y="807914"/>
                  </a:moveTo>
                  <a:lnTo>
                    <a:pt x="383105" y="791394"/>
                  </a:lnTo>
                  <a:lnTo>
                    <a:pt x="412312" y="819339"/>
                  </a:lnTo>
                  <a:close/>
                  <a:moveTo>
                    <a:pt x="388259" y="761336"/>
                  </a:moveTo>
                  <a:lnTo>
                    <a:pt x="383105" y="791394"/>
                  </a:lnTo>
                  <a:lnTo>
                    <a:pt x="360722" y="782584"/>
                  </a:lnTo>
                  <a:close/>
                  <a:moveTo>
                    <a:pt x="211194" y="615992"/>
                  </a:moveTo>
                  <a:lnTo>
                    <a:pt x="242248" y="598809"/>
                  </a:lnTo>
                  <a:lnTo>
                    <a:pt x="197772" y="579237"/>
                  </a:lnTo>
                  <a:close/>
                  <a:moveTo>
                    <a:pt x="643710" y="1028198"/>
                  </a:moveTo>
                  <a:lnTo>
                    <a:pt x="653444" y="1005358"/>
                  </a:lnTo>
                  <a:lnTo>
                    <a:pt x="624021" y="1019926"/>
                  </a:lnTo>
                  <a:close/>
                  <a:moveTo>
                    <a:pt x="643710" y="1028198"/>
                  </a:moveTo>
                  <a:lnTo>
                    <a:pt x="672760" y="1031669"/>
                  </a:lnTo>
                  <a:lnTo>
                    <a:pt x="653444" y="1005358"/>
                  </a:lnTo>
                  <a:close/>
                  <a:moveTo>
                    <a:pt x="819743" y="1082933"/>
                  </a:moveTo>
                  <a:lnTo>
                    <a:pt x="817260" y="1051694"/>
                  </a:lnTo>
                  <a:lnTo>
                    <a:pt x="812094" y="1042257"/>
                  </a:lnTo>
                  <a:close/>
                  <a:moveTo>
                    <a:pt x="819743" y="1082933"/>
                  </a:moveTo>
                  <a:lnTo>
                    <a:pt x="828426" y="1093444"/>
                  </a:lnTo>
                  <a:lnTo>
                    <a:pt x="830582" y="1079012"/>
                  </a:lnTo>
                  <a:close/>
                  <a:moveTo>
                    <a:pt x="828426" y="1093444"/>
                  </a:moveTo>
                  <a:lnTo>
                    <a:pt x="819743" y="1082933"/>
                  </a:lnTo>
                  <a:lnTo>
                    <a:pt x="819515" y="1079012"/>
                  </a:lnTo>
                  <a:close/>
                  <a:moveTo>
                    <a:pt x="717422" y="977700"/>
                  </a:moveTo>
                  <a:lnTo>
                    <a:pt x="754809" y="1005502"/>
                  </a:lnTo>
                  <a:lnTo>
                    <a:pt x="733327" y="987036"/>
                  </a:lnTo>
                  <a:close/>
                  <a:moveTo>
                    <a:pt x="717422" y="977700"/>
                  </a:moveTo>
                  <a:lnTo>
                    <a:pt x="757996" y="1016550"/>
                  </a:lnTo>
                  <a:lnTo>
                    <a:pt x="754809" y="1005502"/>
                  </a:lnTo>
                  <a:close/>
                  <a:moveTo>
                    <a:pt x="720736" y="968747"/>
                  </a:moveTo>
                  <a:lnTo>
                    <a:pt x="717422" y="977700"/>
                  </a:lnTo>
                  <a:lnTo>
                    <a:pt x="733327" y="987036"/>
                  </a:lnTo>
                  <a:close/>
                  <a:moveTo>
                    <a:pt x="676276" y="939316"/>
                  </a:moveTo>
                  <a:lnTo>
                    <a:pt x="720736" y="968747"/>
                  </a:lnTo>
                  <a:lnTo>
                    <a:pt x="686787" y="937608"/>
                  </a:lnTo>
                  <a:close/>
                  <a:moveTo>
                    <a:pt x="717422" y="977700"/>
                  </a:moveTo>
                  <a:lnTo>
                    <a:pt x="720736" y="968747"/>
                  </a:lnTo>
                  <a:lnTo>
                    <a:pt x="676276" y="939316"/>
                  </a:lnTo>
                  <a:close/>
                  <a:moveTo>
                    <a:pt x="678470" y="931992"/>
                  </a:moveTo>
                  <a:lnTo>
                    <a:pt x="676276" y="939316"/>
                  </a:lnTo>
                  <a:lnTo>
                    <a:pt x="686787" y="937608"/>
                  </a:lnTo>
                  <a:close/>
                  <a:moveTo>
                    <a:pt x="830582" y="1079012"/>
                  </a:moveTo>
                  <a:lnTo>
                    <a:pt x="828426" y="1093444"/>
                  </a:lnTo>
                  <a:lnTo>
                    <a:pt x="879720" y="1064436"/>
                  </a:lnTo>
                  <a:close/>
                  <a:moveTo>
                    <a:pt x="868780" y="1098583"/>
                  </a:moveTo>
                  <a:lnTo>
                    <a:pt x="828426" y="1093444"/>
                  </a:lnTo>
                  <a:lnTo>
                    <a:pt x="840747" y="1110604"/>
                  </a:lnTo>
                  <a:close/>
                  <a:moveTo>
                    <a:pt x="812094" y="1042257"/>
                  </a:moveTo>
                  <a:lnTo>
                    <a:pt x="817260" y="1051694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17260" y="1051694"/>
                  </a:lnTo>
                  <a:lnTo>
                    <a:pt x="877245" y="1063273"/>
                  </a:lnTo>
                  <a:close/>
                  <a:moveTo>
                    <a:pt x="865909" y="1027743"/>
                  </a:moveTo>
                  <a:lnTo>
                    <a:pt x="822183" y="1036203"/>
                  </a:lnTo>
                  <a:lnTo>
                    <a:pt x="877245" y="1063273"/>
                  </a:lnTo>
                  <a:close/>
                  <a:moveTo>
                    <a:pt x="792680" y="988353"/>
                  </a:moveTo>
                  <a:lnTo>
                    <a:pt x="777171" y="1026384"/>
                  </a:lnTo>
                  <a:lnTo>
                    <a:pt x="822183" y="1036203"/>
                  </a:lnTo>
                  <a:close/>
                  <a:moveTo>
                    <a:pt x="823657" y="990257"/>
                  </a:moveTo>
                  <a:lnTo>
                    <a:pt x="792680" y="988353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52896" y="993574"/>
                  </a:lnTo>
                  <a:lnTo>
                    <a:pt x="823657" y="990257"/>
                  </a:lnTo>
                  <a:close/>
                  <a:moveTo>
                    <a:pt x="754809" y="1005502"/>
                  </a:moveTo>
                  <a:lnTo>
                    <a:pt x="777171" y="1026384"/>
                  </a:lnTo>
                  <a:lnTo>
                    <a:pt x="792680" y="988353"/>
                  </a:lnTo>
                  <a:close/>
                  <a:moveTo>
                    <a:pt x="754809" y="1005502"/>
                  </a:moveTo>
                  <a:lnTo>
                    <a:pt x="792680" y="988353"/>
                  </a:lnTo>
                  <a:lnTo>
                    <a:pt x="733327" y="987036"/>
                  </a:lnTo>
                  <a:close/>
                  <a:moveTo>
                    <a:pt x="811088" y="955728"/>
                  </a:moveTo>
                  <a:lnTo>
                    <a:pt x="792695" y="988219"/>
                  </a:lnTo>
                  <a:lnTo>
                    <a:pt x="792680" y="988353"/>
                  </a:lnTo>
                  <a:close/>
                  <a:moveTo>
                    <a:pt x="811088" y="955728"/>
                  </a:moveTo>
                  <a:lnTo>
                    <a:pt x="792680" y="988353"/>
                  </a:lnTo>
                  <a:lnTo>
                    <a:pt x="823657" y="990257"/>
                  </a:lnTo>
                  <a:close/>
                  <a:moveTo>
                    <a:pt x="719424" y="914808"/>
                  </a:moveTo>
                  <a:lnTo>
                    <a:pt x="686787" y="937608"/>
                  </a:lnTo>
                  <a:lnTo>
                    <a:pt x="720736" y="968747"/>
                  </a:lnTo>
                  <a:close/>
                  <a:moveTo>
                    <a:pt x="678470" y="931992"/>
                  </a:moveTo>
                  <a:lnTo>
                    <a:pt x="686787" y="937608"/>
                  </a:lnTo>
                  <a:lnTo>
                    <a:pt x="696234" y="923091"/>
                  </a:lnTo>
                  <a:close/>
                  <a:moveTo>
                    <a:pt x="879746" y="1061240"/>
                  </a:moveTo>
                  <a:lnTo>
                    <a:pt x="879720" y="1064436"/>
                  </a:lnTo>
                  <a:lnTo>
                    <a:pt x="865541" y="1045700"/>
                  </a:lnTo>
                  <a:close/>
                  <a:moveTo>
                    <a:pt x="880933" y="1061828"/>
                  </a:moveTo>
                  <a:lnTo>
                    <a:pt x="879720" y="1064436"/>
                  </a:lnTo>
                  <a:lnTo>
                    <a:pt x="879746" y="1061240"/>
                  </a:lnTo>
                  <a:close/>
                  <a:moveTo>
                    <a:pt x="788072" y="947352"/>
                  </a:moveTo>
                  <a:lnTo>
                    <a:pt x="792695" y="988219"/>
                  </a:lnTo>
                  <a:lnTo>
                    <a:pt x="802753" y="951563"/>
                  </a:lnTo>
                  <a:close/>
                  <a:moveTo>
                    <a:pt x="775948" y="925605"/>
                  </a:moveTo>
                  <a:lnTo>
                    <a:pt x="788072" y="947352"/>
                  </a:lnTo>
                  <a:lnTo>
                    <a:pt x="802753" y="951563"/>
                  </a:lnTo>
                  <a:close/>
                  <a:moveTo>
                    <a:pt x="690932" y="750605"/>
                  </a:moveTo>
                  <a:lnTo>
                    <a:pt x="712869" y="718130"/>
                  </a:lnTo>
                  <a:lnTo>
                    <a:pt x="668867" y="731033"/>
                  </a:lnTo>
                  <a:close/>
                  <a:moveTo>
                    <a:pt x="676206" y="767789"/>
                  </a:moveTo>
                  <a:lnTo>
                    <a:pt x="690932" y="750605"/>
                  </a:lnTo>
                  <a:lnTo>
                    <a:pt x="668867" y="731033"/>
                  </a:lnTo>
                  <a:close/>
                  <a:moveTo>
                    <a:pt x="910806" y="917197"/>
                  </a:moveTo>
                  <a:lnTo>
                    <a:pt x="920895" y="901392"/>
                  </a:lnTo>
                  <a:lnTo>
                    <a:pt x="876368" y="929745"/>
                  </a:lnTo>
                  <a:close/>
                  <a:moveTo>
                    <a:pt x="920895" y="901392"/>
                  </a:moveTo>
                  <a:lnTo>
                    <a:pt x="940964" y="917197"/>
                  </a:lnTo>
                  <a:lnTo>
                    <a:pt x="909089" y="885485"/>
                  </a:lnTo>
                  <a:close/>
                  <a:moveTo>
                    <a:pt x="616828" y="608201"/>
                  </a:moveTo>
                  <a:lnTo>
                    <a:pt x="656186" y="640340"/>
                  </a:lnTo>
                  <a:lnTo>
                    <a:pt x="671188" y="590662"/>
                  </a:lnTo>
                  <a:close/>
                  <a:moveTo>
                    <a:pt x="614473" y="599396"/>
                  </a:moveTo>
                  <a:lnTo>
                    <a:pt x="608242" y="603585"/>
                  </a:lnTo>
                  <a:lnTo>
                    <a:pt x="594648" y="553642"/>
                  </a:lnTo>
                  <a:close/>
                  <a:moveTo>
                    <a:pt x="449280" y="365872"/>
                  </a:moveTo>
                  <a:lnTo>
                    <a:pt x="441789" y="383055"/>
                  </a:lnTo>
                  <a:lnTo>
                    <a:pt x="457017" y="402627"/>
                  </a:lnTo>
                  <a:close/>
                  <a:moveTo>
                    <a:pt x="429470" y="346300"/>
                  </a:moveTo>
                  <a:lnTo>
                    <a:pt x="441789" y="383055"/>
                  </a:lnTo>
                  <a:lnTo>
                    <a:pt x="449280" y="365872"/>
                  </a:lnTo>
                  <a:close/>
                  <a:moveTo>
                    <a:pt x="236909" y="145342"/>
                  </a:moveTo>
                  <a:lnTo>
                    <a:pt x="237107" y="108587"/>
                  </a:lnTo>
                  <a:lnTo>
                    <a:pt x="227121" y="147763"/>
                  </a:lnTo>
                  <a:close/>
                  <a:moveTo>
                    <a:pt x="227121" y="147763"/>
                  </a:moveTo>
                  <a:lnTo>
                    <a:pt x="237107" y="108587"/>
                  </a:lnTo>
                  <a:lnTo>
                    <a:pt x="237156" y="112830"/>
                  </a:lnTo>
                  <a:close/>
                  <a:moveTo>
                    <a:pt x="203042" y="158223"/>
                  </a:moveTo>
                  <a:lnTo>
                    <a:pt x="236909" y="145342"/>
                  </a:lnTo>
                  <a:lnTo>
                    <a:pt x="227121" y="147763"/>
                  </a:lnTo>
                  <a:close/>
                  <a:moveTo>
                    <a:pt x="206218" y="97979"/>
                  </a:moveTo>
                  <a:lnTo>
                    <a:pt x="237156" y="112830"/>
                  </a:lnTo>
                  <a:lnTo>
                    <a:pt x="237107" y="108587"/>
                  </a:lnTo>
                  <a:close/>
                  <a:moveTo>
                    <a:pt x="925775" y="953952"/>
                  </a:moveTo>
                  <a:lnTo>
                    <a:pt x="947133" y="944050"/>
                  </a:lnTo>
                  <a:lnTo>
                    <a:pt x="910806" y="917197"/>
                  </a:lnTo>
                  <a:close/>
                  <a:moveTo>
                    <a:pt x="839991" y="842736"/>
                  </a:moveTo>
                  <a:lnTo>
                    <a:pt x="878624" y="880442"/>
                  </a:lnTo>
                  <a:lnTo>
                    <a:pt x="842379" y="843687"/>
                  </a:lnTo>
                  <a:close/>
                  <a:moveTo>
                    <a:pt x="839991" y="842736"/>
                  </a:moveTo>
                  <a:lnTo>
                    <a:pt x="837246" y="837795"/>
                  </a:lnTo>
                  <a:lnTo>
                    <a:pt x="829790" y="843687"/>
                  </a:lnTo>
                  <a:close/>
                  <a:moveTo>
                    <a:pt x="839991" y="842736"/>
                  </a:moveTo>
                  <a:lnTo>
                    <a:pt x="842379" y="843687"/>
                  </a:lnTo>
                  <a:lnTo>
                    <a:pt x="837246" y="837795"/>
                  </a:lnTo>
                  <a:close/>
                  <a:moveTo>
                    <a:pt x="671188" y="590662"/>
                  </a:moveTo>
                  <a:lnTo>
                    <a:pt x="715674" y="576398"/>
                  </a:lnTo>
                  <a:lnTo>
                    <a:pt x="675107" y="582290"/>
                  </a:lnTo>
                  <a:close/>
                  <a:moveTo>
                    <a:pt x="730598" y="591999"/>
                  </a:moveTo>
                  <a:lnTo>
                    <a:pt x="731223" y="608504"/>
                  </a:lnTo>
                  <a:lnTo>
                    <a:pt x="728162" y="605973"/>
                  </a:lnTo>
                  <a:close/>
                  <a:moveTo>
                    <a:pt x="715674" y="576398"/>
                  </a:moveTo>
                  <a:lnTo>
                    <a:pt x="706186" y="539364"/>
                  </a:lnTo>
                  <a:lnTo>
                    <a:pt x="675107" y="582290"/>
                  </a:lnTo>
                  <a:close/>
                  <a:moveTo>
                    <a:pt x="256380" y="36374"/>
                  </a:moveTo>
                  <a:lnTo>
                    <a:pt x="237807" y="22806"/>
                  </a:lnTo>
                  <a:lnTo>
                    <a:pt x="250436" y="42519"/>
                  </a:lnTo>
                  <a:close/>
                  <a:moveTo>
                    <a:pt x="160102" y="31803"/>
                  </a:moveTo>
                  <a:lnTo>
                    <a:pt x="199949" y="26496"/>
                  </a:lnTo>
                  <a:lnTo>
                    <a:pt x="180012" y="0"/>
                  </a:lnTo>
                  <a:close/>
                  <a:moveTo>
                    <a:pt x="199949" y="26496"/>
                  </a:moveTo>
                  <a:lnTo>
                    <a:pt x="237807" y="22806"/>
                  </a:lnTo>
                  <a:lnTo>
                    <a:pt x="216789" y="12925"/>
                  </a:lnTo>
                  <a:close/>
                  <a:moveTo>
                    <a:pt x="838595" y="530641"/>
                  </a:moveTo>
                  <a:lnTo>
                    <a:pt x="893800" y="557596"/>
                  </a:lnTo>
                  <a:lnTo>
                    <a:pt x="879208" y="52471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84" name="Input_density__84">
              <a:extLst>
                <a:ext uri="{FF2B5EF4-FFF2-40B4-BE49-F238E27FC236}">
                  <a16:creationId xmlns:a16="http://schemas.microsoft.com/office/drawing/2014/main" id="{4481E96C-19EC-E616-E626-C82BF3DD4BF2}"/>
                </a:ext>
              </a:extLst>
            </p:cNvPr>
            <p:cNvSpPr>
              <a:spLocks noGrp="1"/>
            </p:cNvSpPr>
            <p:nvPr/>
          </p:nvSpPr>
          <p:spPr>
            <a:xfrm>
              <a:off x="997153" y="1866662"/>
              <a:ext cx="979830" cy="1259337"/>
            </a:xfrm>
            <a:custGeom>
              <a:avLst/>
              <a:gdLst/>
              <a:ahLst/>
              <a:cxnLst/>
              <a:rect l="0" t="0" r="0" b="0"/>
              <a:pathLst>
                <a:path w="979830" h="1259337">
                  <a:moveTo>
                    <a:pt x="32635" y="1127707"/>
                  </a:moveTo>
                  <a:lnTo>
                    <a:pt x="2194" y="1130282"/>
                  </a:lnTo>
                  <a:lnTo>
                    <a:pt x="0" y="1130265"/>
                  </a:lnTo>
                  <a:close/>
                  <a:moveTo>
                    <a:pt x="568660" y="1249174"/>
                  </a:moveTo>
                  <a:lnTo>
                    <a:pt x="561741" y="1254563"/>
                  </a:lnTo>
                  <a:lnTo>
                    <a:pt x="573530" y="1259337"/>
                  </a:lnTo>
                  <a:close/>
                  <a:moveTo>
                    <a:pt x="211565" y="844869"/>
                  </a:moveTo>
                  <a:lnTo>
                    <a:pt x="205109" y="862052"/>
                  </a:lnTo>
                  <a:lnTo>
                    <a:pt x="239410" y="825248"/>
                  </a:lnTo>
                  <a:close/>
                  <a:moveTo>
                    <a:pt x="568660" y="1249174"/>
                  </a:moveTo>
                  <a:lnTo>
                    <a:pt x="573530" y="1259337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586908" y="1252452"/>
                  </a:lnTo>
                  <a:lnTo>
                    <a:pt x="573530" y="1259337"/>
                  </a:lnTo>
                  <a:close/>
                  <a:moveTo>
                    <a:pt x="592569" y="1249174"/>
                  </a:moveTo>
                  <a:lnTo>
                    <a:pt x="609330" y="1240074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624819" y="1231991"/>
                  </a:lnTo>
                  <a:lnTo>
                    <a:pt x="609330" y="1240074"/>
                  </a:lnTo>
                  <a:close/>
                  <a:moveTo>
                    <a:pt x="83665" y="570401"/>
                  </a:moveTo>
                  <a:lnTo>
                    <a:pt x="86608" y="578866"/>
                  </a:lnTo>
                  <a:lnTo>
                    <a:pt x="94082" y="559412"/>
                  </a:lnTo>
                  <a:close/>
                  <a:moveTo>
                    <a:pt x="661758" y="1186942"/>
                  </a:moveTo>
                  <a:lnTo>
                    <a:pt x="673999" y="1187087"/>
                  </a:lnTo>
                  <a:lnTo>
                    <a:pt x="647580" y="1181477"/>
                  </a:lnTo>
                  <a:close/>
                  <a:moveTo>
                    <a:pt x="704641" y="1178052"/>
                  </a:moveTo>
                  <a:lnTo>
                    <a:pt x="689053" y="1192784"/>
                  </a:lnTo>
                  <a:lnTo>
                    <a:pt x="673999" y="1187087"/>
                  </a:lnTo>
                  <a:close/>
                  <a:moveTo>
                    <a:pt x="695790" y="1169371"/>
                  </a:moveTo>
                  <a:lnTo>
                    <a:pt x="689053" y="1192784"/>
                  </a:lnTo>
                  <a:lnTo>
                    <a:pt x="704641" y="1178052"/>
                  </a:lnTo>
                  <a:close/>
                  <a:moveTo>
                    <a:pt x="704914" y="1155877"/>
                  </a:moveTo>
                  <a:lnTo>
                    <a:pt x="704641" y="1178052"/>
                  </a:lnTo>
                  <a:lnTo>
                    <a:pt x="716779" y="1171872"/>
                  </a:lnTo>
                  <a:close/>
                  <a:moveTo>
                    <a:pt x="704914" y="1155877"/>
                  </a:moveTo>
                  <a:lnTo>
                    <a:pt x="716779" y="1171872"/>
                  </a:lnTo>
                  <a:lnTo>
                    <a:pt x="734587" y="1142244"/>
                  </a:lnTo>
                  <a:close/>
                  <a:moveTo>
                    <a:pt x="309350" y="673540"/>
                  </a:moveTo>
                  <a:lnTo>
                    <a:pt x="284039" y="675116"/>
                  </a:lnTo>
                  <a:lnTo>
                    <a:pt x="336405" y="650119"/>
                  </a:lnTo>
                  <a:close/>
                  <a:moveTo>
                    <a:pt x="233875" y="536034"/>
                  </a:moveTo>
                  <a:lnTo>
                    <a:pt x="208858" y="546972"/>
                  </a:lnTo>
                  <a:lnTo>
                    <a:pt x="197439" y="542939"/>
                  </a:lnTo>
                  <a:close/>
                  <a:moveTo>
                    <a:pt x="798664" y="1161035"/>
                  </a:moveTo>
                  <a:lnTo>
                    <a:pt x="779367" y="1155601"/>
                  </a:lnTo>
                  <a:lnTo>
                    <a:pt x="807660" y="1166300"/>
                  </a:lnTo>
                  <a:close/>
                  <a:moveTo>
                    <a:pt x="830082" y="1153923"/>
                  </a:moveTo>
                  <a:lnTo>
                    <a:pt x="798664" y="1161035"/>
                  </a:lnTo>
                  <a:lnTo>
                    <a:pt x="807660" y="1166300"/>
                  </a:lnTo>
                  <a:close/>
                  <a:moveTo>
                    <a:pt x="835346" y="1137179"/>
                  </a:moveTo>
                  <a:lnTo>
                    <a:pt x="830048" y="1126502"/>
                  </a:lnTo>
                  <a:lnTo>
                    <a:pt x="830082" y="1153923"/>
                  </a:lnTo>
                  <a:close/>
                  <a:moveTo>
                    <a:pt x="835346" y="1137179"/>
                  </a:moveTo>
                  <a:lnTo>
                    <a:pt x="830082" y="1153923"/>
                  </a:lnTo>
                  <a:lnTo>
                    <a:pt x="841524" y="1143685"/>
                  </a:lnTo>
                  <a:close/>
                  <a:moveTo>
                    <a:pt x="841896" y="1101887"/>
                  </a:moveTo>
                  <a:lnTo>
                    <a:pt x="841524" y="1143685"/>
                  </a:lnTo>
                  <a:lnTo>
                    <a:pt x="857909" y="1133388"/>
                  </a:lnTo>
                  <a:close/>
                  <a:moveTo>
                    <a:pt x="901365" y="1103446"/>
                  </a:moveTo>
                  <a:lnTo>
                    <a:pt x="877999" y="1112293"/>
                  </a:lnTo>
                  <a:lnTo>
                    <a:pt x="931594" y="1091890"/>
                  </a:lnTo>
                  <a:close/>
                  <a:moveTo>
                    <a:pt x="901365" y="1103446"/>
                  </a:moveTo>
                  <a:lnTo>
                    <a:pt x="931594" y="1091890"/>
                  </a:lnTo>
                  <a:lnTo>
                    <a:pt x="953283" y="1076777"/>
                  </a:lnTo>
                  <a:close/>
                  <a:moveTo>
                    <a:pt x="79192" y="22701"/>
                  </a:moveTo>
                  <a:lnTo>
                    <a:pt x="83468" y="6669"/>
                  </a:lnTo>
                  <a:lnTo>
                    <a:pt x="83107" y="0"/>
                  </a:lnTo>
                  <a:close/>
                  <a:moveTo>
                    <a:pt x="967059" y="1018625"/>
                  </a:moveTo>
                  <a:lnTo>
                    <a:pt x="979830" y="1001442"/>
                  </a:lnTo>
                  <a:lnTo>
                    <a:pt x="963904" y="1055380"/>
                  </a:lnTo>
                  <a:close/>
                  <a:moveTo>
                    <a:pt x="845640" y="636592"/>
                  </a:moveTo>
                  <a:lnTo>
                    <a:pt x="846106" y="636589"/>
                  </a:lnTo>
                  <a:lnTo>
                    <a:pt x="844693" y="636280"/>
                  </a:lnTo>
                  <a:close/>
                  <a:moveTo>
                    <a:pt x="845640" y="636592"/>
                  </a:moveTo>
                  <a:lnTo>
                    <a:pt x="844693" y="636280"/>
                  </a:lnTo>
                  <a:lnTo>
                    <a:pt x="822664" y="645150"/>
                  </a:lnTo>
                  <a:close/>
                  <a:moveTo>
                    <a:pt x="846372" y="636280"/>
                  </a:moveTo>
                  <a:lnTo>
                    <a:pt x="845640" y="636592"/>
                  </a:lnTo>
                  <a:lnTo>
                    <a:pt x="851968" y="599525"/>
                  </a:lnTo>
                  <a:close/>
                  <a:moveTo>
                    <a:pt x="846372" y="636280"/>
                  </a:moveTo>
                  <a:lnTo>
                    <a:pt x="846106" y="636589"/>
                  </a:lnTo>
                  <a:lnTo>
                    <a:pt x="845640" y="636592"/>
                  </a:lnTo>
                  <a:close/>
                  <a:moveTo>
                    <a:pt x="844693" y="636280"/>
                  </a:moveTo>
                  <a:lnTo>
                    <a:pt x="846106" y="636589"/>
                  </a:lnTo>
                  <a:lnTo>
                    <a:pt x="846352" y="636013"/>
                  </a:lnTo>
                  <a:close/>
                  <a:moveTo>
                    <a:pt x="846352" y="636013"/>
                  </a:moveTo>
                  <a:lnTo>
                    <a:pt x="846106" y="636589"/>
                  </a:lnTo>
                  <a:lnTo>
                    <a:pt x="846372" y="636280"/>
                  </a:lnTo>
                  <a:close/>
                  <a:moveTo>
                    <a:pt x="855856" y="576832"/>
                  </a:moveTo>
                  <a:lnTo>
                    <a:pt x="851968" y="599525"/>
                  </a:lnTo>
                  <a:lnTo>
                    <a:pt x="863351" y="576487"/>
                  </a:lnTo>
                  <a:close/>
                  <a:moveTo>
                    <a:pt x="855856" y="576832"/>
                  </a:moveTo>
                  <a:lnTo>
                    <a:pt x="863351" y="576487"/>
                  </a:lnTo>
                  <a:lnTo>
                    <a:pt x="885734" y="563964"/>
                  </a:lnTo>
                  <a:close/>
                  <a:moveTo>
                    <a:pt x="595867" y="301489"/>
                  </a:moveTo>
                  <a:lnTo>
                    <a:pt x="618137" y="282556"/>
                  </a:lnTo>
                  <a:lnTo>
                    <a:pt x="604815" y="261114"/>
                  </a:lnTo>
                  <a:close/>
                  <a:moveTo>
                    <a:pt x="898052" y="531576"/>
                  </a:moveTo>
                  <a:lnTo>
                    <a:pt x="885734" y="563964"/>
                  </a:lnTo>
                  <a:lnTo>
                    <a:pt x="897084" y="54558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85" name="Input_density__85">
              <a:extLst>
                <a:ext uri="{FF2B5EF4-FFF2-40B4-BE49-F238E27FC236}">
                  <a16:creationId xmlns:a16="http://schemas.microsoft.com/office/drawing/2014/main" id="{5A17ECBF-8A46-5506-5FCB-561AEBAC12B3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66268"/>
              <a:ext cx="978136" cy="1351324"/>
            </a:xfrm>
            <a:custGeom>
              <a:avLst/>
              <a:gdLst/>
              <a:ahLst/>
              <a:cxnLst/>
              <a:rect l="0" t="0" r="0" b="0"/>
              <a:pathLst>
                <a:path w="978136" h="1351324">
                  <a:moveTo>
                    <a:pt x="0" y="1095951"/>
                  </a:moveTo>
                  <a:lnTo>
                    <a:pt x="35256" y="1132139"/>
                  </a:lnTo>
                  <a:lnTo>
                    <a:pt x="1676" y="1099042"/>
                  </a:lnTo>
                  <a:close/>
                  <a:moveTo>
                    <a:pt x="22594" y="1078200"/>
                  </a:moveTo>
                  <a:lnTo>
                    <a:pt x="1676" y="1099042"/>
                  </a:lnTo>
                  <a:lnTo>
                    <a:pt x="35256" y="1132139"/>
                  </a:lnTo>
                  <a:close/>
                  <a:moveTo>
                    <a:pt x="392763" y="1351324"/>
                  </a:moveTo>
                  <a:lnTo>
                    <a:pt x="426131" y="1306538"/>
                  </a:lnTo>
                  <a:lnTo>
                    <a:pt x="395818" y="1304094"/>
                  </a:lnTo>
                  <a:close/>
                  <a:moveTo>
                    <a:pt x="232117" y="1049116"/>
                  </a:moveTo>
                  <a:lnTo>
                    <a:pt x="263033" y="1026650"/>
                  </a:lnTo>
                  <a:lnTo>
                    <a:pt x="238368" y="1037603"/>
                  </a:lnTo>
                  <a:close/>
                  <a:moveTo>
                    <a:pt x="238368" y="1037603"/>
                  </a:moveTo>
                  <a:lnTo>
                    <a:pt x="263033" y="1026650"/>
                  </a:lnTo>
                  <a:lnTo>
                    <a:pt x="247582" y="1010730"/>
                  </a:lnTo>
                  <a:close/>
                  <a:moveTo>
                    <a:pt x="263033" y="1026650"/>
                  </a:moveTo>
                  <a:lnTo>
                    <a:pt x="293242" y="1056870"/>
                  </a:lnTo>
                  <a:lnTo>
                    <a:pt x="294291" y="1019227"/>
                  </a:lnTo>
                  <a:close/>
                  <a:moveTo>
                    <a:pt x="249669" y="983668"/>
                  </a:moveTo>
                  <a:lnTo>
                    <a:pt x="247582" y="1010730"/>
                  </a:lnTo>
                  <a:lnTo>
                    <a:pt x="278029" y="972712"/>
                  </a:lnTo>
                  <a:close/>
                  <a:moveTo>
                    <a:pt x="247582" y="1010730"/>
                  </a:moveTo>
                  <a:lnTo>
                    <a:pt x="263033" y="1026650"/>
                  </a:lnTo>
                  <a:lnTo>
                    <a:pt x="278029" y="972712"/>
                  </a:lnTo>
                  <a:close/>
                  <a:moveTo>
                    <a:pt x="278029" y="972712"/>
                  </a:moveTo>
                  <a:lnTo>
                    <a:pt x="263033" y="1026650"/>
                  </a:lnTo>
                  <a:lnTo>
                    <a:pt x="301609" y="991943"/>
                  </a:lnTo>
                  <a:close/>
                  <a:moveTo>
                    <a:pt x="301609" y="991943"/>
                  </a:moveTo>
                  <a:lnTo>
                    <a:pt x="263033" y="1026650"/>
                  </a:lnTo>
                  <a:lnTo>
                    <a:pt x="294291" y="1019227"/>
                  </a:lnTo>
                  <a:close/>
                  <a:moveTo>
                    <a:pt x="294291" y="1019227"/>
                  </a:moveTo>
                  <a:lnTo>
                    <a:pt x="293242" y="1056870"/>
                  </a:lnTo>
                  <a:lnTo>
                    <a:pt x="306078" y="1026650"/>
                  </a:lnTo>
                  <a:close/>
                  <a:moveTo>
                    <a:pt x="381478" y="913027"/>
                  </a:moveTo>
                  <a:lnTo>
                    <a:pt x="396158" y="903875"/>
                  </a:lnTo>
                  <a:lnTo>
                    <a:pt x="391981" y="901590"/>
                  </a:lnTo>
                  <a:close/>
                  <a:moveTo>
                    <a:pt x="381478" y="913027"/>
                  </a:moveTo>
                  <a:lnTo>
                    <a:pt x="391981" y="901590"/>
                  </a:lnTo>
                  <a:lnTo>
                    <a:pt x="382023" y="867837"/>
                  </a:lnTo>
                  <a:close/>
                  <a:moveTo>
                    <a:pt x="257982" y="842668"/>
                  </a:moveTo>
                  <a:lnTo>
                    <a:pt x="288295" y="845113"/>
                  </a:lnTo>
                  <a:lnTo>
                    <a:pt x="299308" y="791412"/>
                  </a:lnTo>
                  <a:close/>
                  <a:moveTo>
                    <a:pt x="299308" y="791412"/>
                  </a:moveTo>
                  <a:lnTo>
                    <a:pt x="288337" y="845264"/>
                  </a:lnTo>
                  <a:lnTo>
                    <a:pt x="338600" y="813252"/>
                  </a:lnTo>
                  <a:close/>
                  <a:moveTo>
                    <a:pt x="184245" y="651792"/>
                  </a:moveTo>
                  <a:lnTo>
                    <a:pt x="189173" y="628300"/>
                  </a:lnTo>
                  <a:lnTo>
                    <a:pt x="190922" y="661489"/>
                  </a:lnTo>
                  <a:close/>
                  <a:moveTo>
                    <a:pt x="185201" y="681060"/>
                  </a:moveTo>
                  <a:lnTo>
                    <a:pt x="184245" y="651792"/>
                  </a:lnTo>
                  <a:lnTo>
                    <a:pt x="195763" y="687175"/>
                  </a:lnTo>
                  <a:close/>
                  <a:moveTo>
                    <a:pt x="668282" y="1232385"/>
                  </a:moveTo>
                  <a:lnTo>
                    <a:pt x="686101" y="1240469"/>
                  </a:lnTo>
                  <a:lnTo>
                    <a:pt x="700058" y="1219281"/>
                  </a:lnTo>
                  <a:close/>
                  <a:moveTo>
                    <a:pt x="396158" y="903875"/>
                  </a:moveTo>
                  <a:lnTo>
                    <a:pt x="432414" y="938345"/>
                  </a:lnTo>
                  <a:lnTo>
                    <a:pt x="440762" y="884407"/>
                  </a:lnTo>
                  <a:close/>
                  <a:moveTo>
                    <a:pt x="381976" y="864835"/>
                  </a:moveTo>
                  <a:lnTo>
                    <a:pt x="396718" y="900638"/>
                  </a:lnTo>
                  <a:lnTo>
                    <a:pt x="391079" y="860475"/>
                  </a:lnTo>
                  <a:close/>
                  <a:moveTo>
                    <a:pt x="376971" y="810897"/>
                  </a:moveTo>
                  <a:lnTo>
                    <a:pt x="391079" y="860475"/>
                  </a:lnTo>
                  <a:lnTo>
                    <a:pt x="404216" y="837797"/>
                  </a:lnTo>
                  <a:close/>
                  <a:moveTo>
                    <a:pt x="381976" y="864835"/>
                  </a:moveTo>
                  <a:lnTo>
                    <a:pt x="391079" y="860475"/>
                  </a:lnTo>
                  <a:lnTo>
                    <a:pt x="376971" y="810897"/>
                  </a:lnTo>
                  <a:close/>
                  <a:moveTo>
                    <a:pt x="352383" y="828080"/>
                  </a:moveTo>
                  <a:lnTo>
                    <a:pt x="381976" y="864835"/>
                  </a:lnTo>
                  <a:lnTo>
                    <a:pt x="376971" y="810897"/>
                  </a:lnTo>
                  <a:close/>
                  <a:moveTo>
                    <a:pt x="391079" y="860475"/>
                  </a:moveTo>
                  <a:lnTo>
                    <a:pt x="432029" y="847652"/>
                  </a:lnTo>
                  <a:lnTo>
                    <a:pt x="404216" y="837797"/>
                  </a:lnTo>
                  <a:close/>
                  <a:moveTo>
                    <a:pt x="726997" y="1124508"/>
                  </a:moveTo>
                  <a:lnTo>
                    <a:pt x="729992" y="1177286"/>
                  </a:lnTo>
                  <a:lnTo>
                    <a:pt x="745632" y="1146052"/>
                  </a:lnTo>
                  <a:close/>
                  <a:moveTo>
                    <a:pt x="724963" y="1178447"/>
                  </a:moveTo>
                  <a:lnTo>
                    <a:pt x="729992" y="1177286"/>
                  </a:lnTo>
                  <a:lnTo>
                    <a:pt x="726997" y="1124508"/>
                  </a:lnTo>
                  <a:close/>
                  <a:moveTo>
                    <a:pt x="694122" y="1078039"/>
                  </a:moveTo>
                  <a:lnTo>
                    <a:pt x="665809" y="1068136"/>
                  </a:lnTo>
                  <a:lnTo>
                    <a:pt x="704943" y="1087753"/>
                  </a:lnTo>
                  <a:close/>
                  <a:moveTo>
                    <a:pt x="623466" y="1030725"/>
                  </a:moveTo>
                  <a:lnTo>
                    <a:pt x="669674" y="1050998"/>
                  </a:lnTo>
                  <a:lnTo>
                    <a:pt x="646572" y="1024837"/>
                  </a:lnTo>
                  <a:close/>
                  <a:moveTo>
                    <a:pt x="623466" y="1030725"/>
                  </a:moveTo>
                  <a:lnTo>
                    <a:pt x="665809" y="1068136"/>
                  </a:lnTo>
                  <a:lnTo>
                    <a:pt x="669674" y="1050998"/>
                  </a:lnTo>
                  <a:close/>
                  <a:moveTo>
                    <a:pt x="512391" y="921162"/>
                  </a:moveTo>
                  <a:lnTo>
                    <a:pt x="530439" y="935995"/>
                  </a:lnTo>
                  <a:lnTo>
                    <a:pt x="534920" y="914294"/>
                  </a:lnTo>
                  <a:close/>
                  <a:moveTo>
                    <a:pt x="523829" y="911281"/>
                  </a:moveTo>
                  <a:lnTo>
                    <a:pt x="512391" y="921162"/>
                  </a:lnTo>
                  <a:lnTo>
                    <a:pt x="534920" y="914294"/>
                  </a:lnTo>
                  <a:close/>
                  <a:moveTo>
                    <a:pt x="530439" y="935995"/>
                  </a:moveTo>
                  <a:lnTo>
                    <a:pt x="534244" y="921162"/>
                  </a:lnTo>
                  <a:lnTo>
                    <a:pt x="534920" y="914294"/>
                  </a:lnTo>
                  <a:close/>
                  <a:moveTo>
                    <a:pt x="534920" y="914294"/>
                  </a:moveTo>
                  <a:lnTo>
                    <a:pt x="534244" y="921162"/>
                  </a:lnTo>
                  <a:lnTo>
                    <a:pt x="523829" y="911281"/>
                  </a:lnTo>
                  <a:close/>
                  <a:moveTo>
                    <a:pt x="455429" y="879995"/>
                  </a:moveTo>
                  <a:lnTo>
                    <a:pt x="458987" y="917999"/>
                  </a:lnTo>
                  <a:lnTo>
                    <a:pt x="462402" y="884407"/>
                  </a:lnTo>
                  <a:close/>
                  <a:moveTo>
                    <a:pt x="455429" y="879995"/>
                  </a:moveTo>
                  <a:lnTo>
                    <a:pt x="462402" y="884407"/>
                  </a:lnTo>
                  <a:lnTo>
                    <a:pt x="479623" y="842667"/>
                  </a:lnTo>
                  <a:close/>
                  <a:moveTo>
                    <a:pt x="439262" y="803644"/>
                  </a:moveTo>
                  <a:lnTo>
                    <a:pt x="411716" y="798950"/>
                  </a:lnTo>
                  <a:lnTo>
                    <a:pt x="442982" y="845367"/>
                  </a:lnTo>
                  <a:close/>
                  <a:moveTo>
                    <a:pt x="442982" y="845367"/>
                  </a:moveTo>
                  <a:lnTo>
                    <a:pt x="479623" y="842667"/>
                  </a:lnTo>
                  <a:lnTo>
                    <a:pt x="439262" y="803644"/>
                  </a:lnTo>
                  <a:close/>
                  <a:moveTo>
                    <a:pt x="447811" y="810897"/>
                  </a:moveTo>
                  <a:lnTo>
                    <a:pt x="441486" y="757089"/>
                  </a:lnTo>
                  <a:lnTo>
                    <a:pt x="439262" y="803644"/>
                  </a:lnTo>
                  <a:close/>
                  <a:moveTo>
                    <a:pt x="441745" y="756958"/>
                  </a:moveTo>
                  <a:lnTo>
                    <a:pt x="464129" y="765769"/>
                  </a:lnTo>
                  <a:lnTo>
                    <a:pt x="481741" y="782289"/>
                  </a:lnTo>
                  <a:close/>
                  <a:moveTo>
                    <a:pt x="402290" y="761866"/>
                  </a:moveTo>
                  <a:lnTo>
                    <a:pt x="416161" y="757880"/>
                  </a:lnTo>
                  <a:lnTo>
                    <a:pt x="380190" y="747968"/>
                  </a:lnTo>
                  <a:close/>
                  <a:moveTo>
                    <a:pt x="402290" y="761866"/>
                  </a:moveTo>
                  <a:lnTo>
                    <a:pt x="441486" y="757089"/>
                  </a:lnTo>
                  <a:lnTo>
                    <a:pt x="416161" y="757880"/>
                  </a:lnTo>
                  <a:close/>
                  <a:moveTo>
                    <a:pt x="669674" y="1050998"/>
                  </a:moveTo>
                  <a:lnTo>
                    <a:pt x="665809" y="1068136"/>
                  </a:lnTo>
                  <a:lnTo>
                    <a:pt x="694122" y="1078039"/>
                  </a:lnTo>
                  <a:close/>
                  <a:moveTo>
                    <a:pt x="637624" y="1014243"/>
                  </a:moveTo>
                  <a:lnTo>
                    <a:pt x="623466" y="1030725"/>
                  </a:lnTo>
                  <a:lnTo>
                    <a:pt x="646572" y="1024837"/>
                  </a:lnTo>
                  <a:close/>
                  <a:moveTo>
                    <a:pt x="637624" y="1014243"/>
                  </a:moveTo>
                  <a:lnTo>
                    <a:pt x="622326" y="986905"/>
                  </a:lnTo>
                  <a:lnTo>
                    <a:pt x="623466" y="1030725"/>
                  </a:lnTo>
                  <a:close/>
                  <a:moveTo>
                    <a:pt x="786413" y="1113758"/>
                  </a:moveTo>
                  <a:lnTo>
                    <a:pt x="745632" y="1146052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26570" y="1152946"/>
                  </a:lnTo>
                  <a:lnTo>
                    <a:pt x="824811" y="1144080"/>
                  </a:lnTo>
                  <a:close/>
                  <a:moveTo>
                    <a:pt x="814549" y="1107325"/>
                  </a:moveTo>
                  <a:lnTo>
                    <a:pt x="786413" y="1113758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19004" y="1075017"/>
                  </a:lnTo>
                  <a:lnTo>
                    <a:pt x="786413" y="1113758"/>
                  </a:lnTo>
                  <a:close/>
                  <a:moveTo>
                    <a:pt x="786413" y="1113758"/>
                  </a:moveTo>
                  <a:lnTo>
                    <a:pt x="814298" y="1073429"/>
                  </a:lnTo>
                  <a:lnTo>
                    <a:pt x="780411" y="1073890"/>
                  </a:lnTo>
                  <a:close/>
                  <a:moveTo>
                    <a:pt x="694122" y="1078039"/>
                  </a:moveTo>
                  <a:lnTo>
                    <a:pt x="743514" y="1076798"/>
                  </a:lnTo>
                  <a:lnTo>
                    <a:pt x="741695" y="1035125"/>
                  </a:lnTo>
                  <a:close/>
                  <a:moveTo>
                    <a:pt x="694122" y="1078039"/>
                  </a:moveTo>
                  <a:lnTo>
                    <a:pt x="741695" y="1035125"/>
                  </a:lnTo>
                  <a:lnTo>
                    <a:pt x="708769" y="1036594"/>
                  </a:lnTo>
                  <a:close/>
                  <a:moveTo>
                    <a:pt x="764716" y="1041903"/>
                  </a:moveTo>
                  <a:lnTo>
                    <a:pt x="743514" y="1076798"/>
                  </a:lnTo>
                  <a:lnTo>
                    <a:pt x="780411" y="1073890"/>
                  </a:lnTo>
                  <a:close/>
                  <a:moveTo>
                    <a:pt x="705213" y="1033815"/>
                  </a:moveTo>
                  <a:lnTo>
                    <a:pt x="669674" y="1050998"/>
                  </a:lnTo>
                  <a:lnTo>
                    <a:pt x="694122" y="1078039"/>
                  </a:lnTo>
                  <a:close/>
                  <a:moveTo>
                    <a:pt x="669674" y="1050998"/>
                  </a:moveTo>
                  <a:lnTo>
                    <a:pt x="705213" y="1033815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37624" y="1014243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11568" y="977488"/>
                  </a:lnTo>
                  <a:lnTo>
                    <a:pt x="637624" y="1014243"/>
                  </a:lnTo>
                  <a:close/>
                  <a:moveTo>
                    <a:pt x="493335" y="793713"/>
                  </a:moveTo>
                  <a:lnTo>
                    <a:pt x="529336" y="784592"/>
                  </a:lnTo>
                  <a:lnTo>
                    <a:pt x="481741" y="782289"/>
                  </a:lnTo>
                  <a:close/>
                  <a:moveTo>
                    <a:pt x="481741" y="782289"/>
                  </a:moveTo>
                  <a:lnTo>
                    <a:pt x="529336" y="784592"/>
                  </a:lnTo>
                  <a:lnTo>
                    <a:pt x="536764" y="767225"/>
                  </a:lnTo>
                  <a:close/>
                  <a:moveTo>
                    <a:pt x="481741" y="782289"/>
                  </a:moveTo>
                  <a:lnTo>
                    <a:pt x="536764" y="767225"/>
                  </a:lnTo>
                  <a:lnTo>
                    <a:pt x="501206" y="758859"/>
                  </a:lnTo>
                  <a:close/>
                  <a:moveTo>
                    <a:pt x="204322" y="456481"/>
                  </a:moveTo>
                  <a:lnTo>
                    <a:pt x="227580" y="454906"/>
                  </a:lnTo>
                  <a:lnTo>
                    <a:pt x="192953" y="450018"/>
                  </a:lnTo>
                  <a:close/>
                  <a:moveTo>
                    <a:pt x="791201" y="1065118"/>
                  </a:moveTo>
                  <a:lnTo>
                    <a:pt x="819004" y="1075017"/>
                  </a:lnTo>
                  <a:lnTo>
                    <a:pt x="825998" y="1090142"/>
                  </a:lnTo>
                  <a:close/>
                  <a:moveTo>
                    <a:pt x="825998" y="1090142"/>
                  </a:moveTo>
                  <a:lnTo>
                    <a:pt x="819004" y="1075017"/>
                  </a:lnTo>
                  <a:lnTo>
                    <a:pt x="814549" y="1107325"/>
                  </a:lnTo>
                  <a:close/>
                  <a:moveTo>
                    <a:pt x="765096" y="1026407"/>
                  </a:moveTo>
                  <a:lnTo>
                    <a:pt x="742540" y="1033815"/>
                  </a:lnTo>
                  <a:lnTo>
                    <a:pt x="791201" y="1065118"/>
                  </a:lnTo>
                  <a:close/>
                  <a:moveTo>
                    <a:pt x="372446" y="554966"/>
                  </a:moveTo>
                  <a:lnTo>
                    <a:pt x="374089" y="556000"/>
                  </a:lnTo>
                  <a:lnTo>
                    <a:pt x="347811" y="559069"/>
                  </a:lnTo>
                  <a:close/>
                  <a:moveTo>
                    <a:pt x="309587" y="444522"/>
                  </a:moveTo>
                  <a:lnTo>
                    <a:pt x="251082" y="445735"/>
                  </a:lnTo>
                  <a:lnTo>
                    <a:pt x="250871" y="445778"/>
                  </a:lnTo>
                  <a:close/>
                  <a:moveTo>
                    <a:pt x="918668" y="1102282"/>
                  </a:moveTo>
                  <a:lnTo>
                    <a:pt x="949804" y="1072958"/>
                  </a:lnTo>
                  <a:lnTo>
                    <a:pt x="921771" y="1084979"/>
                  </a:lnTo>
                  <a:close/>
                  <a:moveTo>
                    <a:pt x="777257" y="897466"/>
                  </a:moveTo>
                  <a:lnTo>
                    <a:pt x="767811" y="911983"/>
                  </a:lnTo>
                  <a:lnTo>
                    <a:pt x="800448" y="889183"/>
                  </a:lnTo>
                  <a:close/>
                  <a:moveTo>
                    <a:pt x="800448" y="889183"/>
                  </a:moveTo>
                  <a:lnTo>
                    <a:pt x="801759" y="943122"/>
                  </a:lnTo>
                  <a:lnTo>
                    <a:pt x="830204" y="925938"/>
                  </a:lnTo>
                  <a:close/>
                  <a:moveTo>
                    <a:pt x="777257" y="897466"/>
                  </a:moveTo>
                  <a:lnTo>
                    <a:pt x="800448" y="889183"/>
                  </a:lnTo>
                  <a:lnTo>
                    <a:pt x="784983" y="879979"/>
                  </a:lnTo>
                  <a:close/>
                  <a:moveTo>
                    <a:pt x="686435" y="832857"/>
                  </a:moveTo>
                  <a:lnTo>
                    <a:pt x="730087" y="852428"/>
                  </a:lnTo>
                  <a:lnTo>
                    <a:pt x="706087" y="815673"/>
                  </a:lnTo>
                  <a:close/>
                  <a:moveTo>
                    <a:pt x="682261" y="786279"/>
                  </a:moveTo>
                  <a:lnTo>
                    <a:pt x="704601" y="800227"/>
                  </a:lnTo>
                  <a:lnTo>
                    <a:pt x="706087" y="815673"/>
                  </a:lnTo>
                  <a:close/>
                  <a:moveTo>
                    <a:pt x="706087" y="815673"/>
                  </a:moveTo>
                  <a:lnTo>
                    <a:pt x="704601" y="800227"/>
                  </a:lnTo>
                  <a:lnTo>
                    <a:pt x="686435" y="832857"/>
                  </a:lnTo>
                  <a:close/>
                  <a:moveTo>
                    <a:pt x="706087" y="815673"/>
                  </a:moveTo>
                  <a:lnTo>
                    <a:pt x="698285" y="804981"/>
                  </a:lnTo>
                  <a:lnTo>
                    <a:pt x="682261" y="786279"/>
                  </a:lnTo>
                  <a:close/>
                  <a:moveTo>
                    <a:pt x="678713" y="778918"/>
                  </a:moveTo>
                  <a:lnTo>
                    <a:pt x="682261" y="786279"/>
                  </a:lnTo>
                  <a:lnTo>
                    <a:pt x="698285" y="804981"/>
                  </a:lnTo>
                  <a:close/>
                  <a:moveTo>
                    <a:pt x="946565" y="1020075"/>
                  </a:moveTo>
                  <a:lnTo>
                    <a:pt x="948811" y="1022565"/>
                  </a:lnTo>
                  <a:lnTo>
                    <a:pt x="945857" y="1019020"/>
                  </a:lnTo>
                  <a:close/>
                  <a:moveTo>
                    <a:pt x="967275" y="1055775"/>
                  </a:moveTo>
                  <a:lnTo>
                    <a:pt x="949804" y="1072958"/>
                  </a:lnTo>
                  <a:lnTo>
                    <a:pt x="978136" y="1103840"/>
                  </a:lnTo>
                  <a:close/>
                  <a:moveTo>
                    <a:pt x="946565" y="1020075"/>
                  </a:moveTo>
                  <a:lnTo>
                    <a:pt x="960743" y="1038811"/>
                  </a:lnTo>
                  <a:lnTo>
                    <a:pt x="967275" y="1055775"/>
                  </a:lnTo>
                  <a:close/>
                  <a:moveTo>
                    <a:pt x="967275" y="1055775"/>
                  </a:moveTo>
                  <a:lnTo>
                    <a:pt x="948811" y="1022565"/>
                  </a:lnTo>
                  <a:lnTo>
                    <a:pt x="946565" y="1020075"/>
                  </a:lnTo>
                  <a:close/>
                  <a:moveTo>
                    <a:pt x="800448" y="889183"/>
                  </a:moveTo>
                  <a:lnTo>
                    <a:pt x="830900" y="925690"/>
                  </a:lnTo>
                  <a:lnTo>
                    <a:pt x="840594" y="873062"/>
                  </a:lnTo>
                  <a:close/>
                  <a:moveTo>
                    <a:pt x="830900" y="925690"/>
                  </a:moveTo>
                  <a:lnTo>
                    <a:pt x="869095" y="921727"/>
                  </a:lnTo>
                  <a:lnTo>
                    <a:pt x="840594" y="873062"/>
                  </a:lnTo>
                  <a:close/>
                  <a:moveTo>
                    <a:pt x="938263" y="965082"/>
                  </a:moveTo>
                  <a:lnTo>
                    <a:pt x="935487" y="972751"/>
                  </a:lnTo>
                  <a:lnTo>
                    <a:pt x="927561" y="982265"/>
                  </a:lnTo>
                  <a:close/>
                  <a:moveTo>
                    <a:pt x="844356" y="784972"/>
                  </a:moveTo>
                  <a:lnTo>
                    <a:pt x="790144" y="803066"/>
                  </a:lnTo>
                  <a:lnTo>
                    <a:pt x="813390" y="793772"/>
                  </a:lnTo>
                  <a:close/>
                  <a:moveTo>
                    <a:pt x="753296" y="755616"/>
                  </a:moveTo>
                  <a:lnTo>
                    <a:pt x="786158" y="788162"/>
                  </a:lnTo>
                  <a:lnTo>
                    <a:pt x="787768" y="754679"/>
                  </a:lnTo>
                  <a:close/>
                  <a:moveTo>
                    <a:pt x="753296" y="755616"/>
                  </a:moveTo>
                  <a:lnTo>
                    <a:pt x="772576" y="737384"/>
                  </a:lnTo>
                  <a:lnTo>
                    <a:pt x="736572" y="727345"/>
                  </a:lnTo>
                  <a:close/>
                  <a:moveTo>
                    <a:pt x="777208" y="718518"/>
                  </a:moveTo>
                  <a:lnTo>
                    <a:pt x="794038" y="721417"/>
                  </a:lnTo>
                  <a:lnTo>
                    <a:pt x="785051" y="707797"/>
                  </a:lnTo>
                  <a:close/>
                  <a:moveTo>
                    <a:pt x="786158" y="788162"/>
                  </a:moveTo>
                  <a:lnTo>
                    <a:pt x="809488" y="744552"/>
                  </a:lnTo>
                  <a:lnTo>
                    <a:pt x="787768" y="754679"/>
                  </a:lnTo>
                  <a:close/>
                  <a:moveTo>
                    <a:pt x="815237" y="772307"/>
                  </a:moveTo>
                  <a:lnTo>
                    <a:pt x="841813" y="775465"/>
                  </a:lnTo>
                  <a:lnTo>
                    <a:pt x="786158" y="788162"/>
                  </a:lnTo>
                  <a:close/>
                  <a:moveTo>
                    <a:pt x="853508" y="790820"/>
                  </a:moveTo>
                  <a:lnTo>
                    <a:pt x="867997" y="781307"/>
                  </a:lnTo>
                  <a:lnTo>
                    <a:pt x="841813" y="775465"/>
                  </a:lnTo>
                  <a:close/>
                  <a:moveTo>
                    <a:pt x="536095" y="379894"/>
                  </a:moveTo>
                  <a:lnTo>
                    <a:pt x="528753" y="382342"/>
                  </a:lnTo>
                  <a:lnTo>
                    <a:pt x="533654" y="377002"/>
                  </a:lnTo>
                  <a:close/>
                  <a:moveTo>
                    <a:pt x="264784" y="165932"/>
                  </a:moveTo>
                  <a:lnTo>
                    <a:pt x="284066" y="132598"/>
                  </a:lnTo>
                  <a:lnTo>
                    <a:pt x="255222" y="128959"/>
                  </a:lnTo>
                  <a:close/>
                  <a:moveTo>
                    <a:pt x="785051" y="707797"/>
                  </a:moveTo>
                  <a:lnTo>
                    <a:pt x="767651" y="681540"/>
                  </a:lnTo>
                  <a:lnTo>
                    <a:pt x="777208" y="718518"/>
                  </a:lnTo>
                  <a:close/>
                  <a:moveTo>
                    <a:pt x="921015" y="817111"/>
                  </a:moveTo>
                  <a:lnTo>
                    <a:pt x="910814" y="818062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21015" y="817111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36165" y="879079"/>
                  </a:lnTo>
                  <a:lnTo>
                    <a:pt x="959648" y="854817"/>
                  </a:lnTo>
                  <a:close/>
                  <a:moveTo>
                    <a:pt x="921015" y="817111"/>
                  </a:moveTo>
                  <a:lnTo>
                    <a:pt x="941687" y="845052"/>
                  </a:lnTo>
                  <a:lnTo>
                    <a:pt x="959648" y="854817"/>
                  </a:lnTo>
                  <a:close/>
                  <a:moveTo>
                    <a:pt x="877899" y="780328"/>
                  </a:moveTo>
                  <a:lnTo>
                    <a:pt x="841813" y="775465"/>
                  </a:lnTo>
                  <a:lnTo>
                    <a:pt x="867997" y="781307"/>
                  </a:lnTo>
                  <a:close/>
                  <a:moveTo>
                    <a:pt x="850994" y="730366"/>
                  </a:moveTo>
                  <a:lnTo>
                    <a:pt x="841813" y="775465"/>
                  </a:lnTo>
                  <a:lnTo>
                    <a:pt x="877899" y="780328"/>
                  </a:lnTo>
                  <a:close/>
                  <a:moveTo>
                    <a:pt x="809488" y="744552"/>
                  </a:moveTo>
                  <a:lnTo>
                    <a:pt x="841813" y="775465"/>
                  </a:lnTo>
                  <a:lnTo>
                    <a:pt x="850994" y="730366"/>
                  </a:lnTo>
                  <a:close/>
                  <a:moveTo>
                    <a:pt x="809488" y="744552"/>
                  </a:moveTo>
                  <a:lnTo>
                    <a:pt x="850994" y="730366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85051" y="707797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60521" y="671042"/>
                  </a:lnTo>
                  <a:lnTo>
                    <a:pt x="785051" y="707797"/>
                  </a:lnTo>
                  <a:close/>
                  <a:moveTo>
                    <a:pt x="530668" y="359818"/>
                  </a:moveTo>
                  <a:lnTo>
                    <a:pt x="536095" y="379894"/>
                  </a:lnTo>
                  <a:lnTo>
                    <a:pt x="533654" y="377002"/>
                  </a:lnTo>
                  <a:close/>
                  <a:moveTo>
                    <a:pt x="550586" y="409339"/>
                  </a:moveTo>
                  <a:lnTo>
                    <a:pt x="536095" y="379894"/>
                  </a:lnTo>
                  <a:lnTo>
                    <a:pt x="514336" y="411722"/>
                  </a:lnTo>
                  <a:close/>
                  <a:moveTo>
                    <a:pt x="600198" y="398780"/>
                  </a:moveTo>
                  <a:lnTo>
                    <a:pt x="586267" y="442901"/>
                  </a:lnTo>
                  <a:lnTo>
                    <a:pt x="639704" y="421910"/>
                  </a:lnTo>
                  <a:close/>
                  <a:moveTo>
                    <a:pt x="530668" y="359818"/>
                  </a:moveTo>
                  <a:lnTo>
                    <a:pt x="533654" y="377002"/>
                  </a:lnTo>
                  <a:lnTo>
                    <a:pt x="514212" y="340247"/>
                  </a:lnTo>
                  <a:close/>
                  <a:moveTo>
                    <a:pt x="404785" y="139289"/>
                  </a:moveTo>
                  <a:lnTo>
                    <a:pt x="385017" y="104702"/>
                  </a:lnTo>
                  <a:lnTo>
                    <a:pt x="391553" y="116993"/>
                  </a:lnTo>
                  <a:close/>
                  <a:moveTo>
                    <a:pt x="287242" y="72354"/>
                  </a:moveTo>
                  <a:lnTo>
                    <a:pt x="318131" y="82962"/>
                  </a:lnTo>
                  <a:lnTo>
                    <a:pt x="318307" y="29024"/>
                  </a:lnTo>
                  <a:close/>
                  <a:moveTo>
                    <a:pt x="372448" y="70174"/>
                  </a:moveTo>
                  <a:lnTo>
                    <a:pt x="373993" y="51342"/>
                  </a:lnTo>
                  <a:lnTo>
                    <a:pt x="336984" y="37548"/>
                  </a:lnTo>
                  <a:close/>
                  <a:moveTo>
                    <a:pt x="241126" y="6177"/>
                  </a:moveTo>
                  <a:lnTo>
                    <a:pt x="294572" y="29024"/>
                  </a:lnTo>
                  <a:lnTo>
                    <a:pt x="299378" y="30655"/>
                  </a:lnTo>
                  <a:close/>
                  <a:moveTo>
                    <a:pt x="757290" y="528634"/>
                  </a:moveTo>
                  <a:lnTo>
                    <a:pt x="730116" y="510792"/>
                  </a:lnTo>
                  <a:lnTo>
                    <a:pt x="721654" y="530517"/>
                  </a:lnTo>
                  <a:close/>
                  <a:moveTo>
                    <a:pt x="643110" y="343548"/>
                  </a:moveTo>
                  <a:lnTo>
                    <a:pt x="613139" y="305880"/>
                  </a:lnTo>
                  <a:lnTo>
                    <a:pt x="595052" y="310783"/>
                  </a:lnTo>
                  <a:close/>
                  <a:moveTo>
                    <a:pt x="549098" y="286308"/>
                  </a:moveTo>
                  <a:lnTo>
                    <a:pt x="595052" y="310783"/>
                  </a:lnTo>
                  <a:lnTo>
                    <a:pt x="559957" y="276693"/>
                  </a:lnTo>
                  <a:close/>
                  <a:moveTo>
                    <a:pt x="551064" y="274710"/>
                  </a:moveTo>
                  <a:lnTo>
                    <a:pt x="549098" y="286308"/>
                  </a:lnTo>
                  <a:lnTo>
                    <a:pt x="559957" y="276693"/>
                  </a:lnTo>
                  <a:close/>
                  <a:moveTo>
                    <a:pt x="567398" y="243771"/>
                  </a:moveTo>
                  <a:lnTo>
                    <a:pt x="549098" y="286308"/>
                  </a:lnTo>
                  <a:lnTo>
                    <a:pt x="551064" y="274710"/>
                  </a:lnTo>
                  <a:close/>
                  <a:moveTo>
                    <a:pt x="383428" y="139289"/>
                  </a:moveTo>
                  <a:lnTo>
                    <a:pt x="401208" y="153093"/>
                  </a:lnTo>
                  <a:lnTo>
                    <a:pt x="403092" y="134755"/>
                  </a:lnTo>
                  <a:close/>
                  <a:moveTo>
                    <a:pt x="391553" y="116993"/>
                  </a:moveTo>
                  <a:lnTo>
                    <a:pt x="383428" y="139289"/>
                  </a:lnTo>
                  <a:lnTo>
                    <a:pt x="403092" y="134755"/>
                  </a:lnTo>
                  <a:close/>
                  <a:moveTo>
                    <a:pt x="381843" y="17789"/>
                  </a:moveTo>
                  <a:lnTo>
                    <a:pt x="336984" y="37548"/>
                  </a:lnTo>
                  <a:lnTo>
                    <a:pt x="373993" y="51342"/>
                  </a:lnTo>
                  <a:close/>
                  <a:moveTo>
                    <a:pt x="344779" y="20833"/>
                  </a:moveTo>
                  <a:lnTo>
                    <a:pt x="336984" y="37548"/>
                  </a:lnTo>
                  <a:lnTo>
                    <a:pt x="381843" y="17789"/>
                  </a:lnTo>
                  <a:close/>
                  <a:moveTo>
                    <a:pt x="344779" y="20833"/>
                  </a:moveTo>
                  <a:lnTo>
                    <a:pt x="381843" y="17789"/>
                  </a:lnTo>
                  <a:lnTo>
                    <a:pt x="360261" y="0"/>
                  </a:lnTo>
                  <a:close/>
                  <a:moveTo>
                    <a:pt x="679884" y="340740"/>
                  </a:moveTo>
                  <a:lnTo>
                    <a:pt x="657392" y="342635"/>
                  </a:lnTo>
                  <a:lnTo>
                    <a:pt x="668740" y="367458"/>
                  </a:lnTo>
                  <a:close/>
                  <a:moveTo>
                    <a:pt x="642764" y="337143"/>
                  </a:moveTo>
                  <a:lnTo>
                    <a:pt x="620950" y="289728"/>
                  </a:lnTo>
                  <a:lnTo>
                    <a:pt x="613139" y="305880"/>
                  </a:lnTo>
                  <a:close/>
                  <a:moveTo>
                    <a:pt x="903952" y="535413"/>
                  </a:moveTo>
                  <a:lnTo>
                    <a:pt x="920636" y="582737"/>
                  </a:lnTo>
                  <a:lnTo>
                    <a:pt x="948104" y="538881"/>
                  </a:lnTo>
                  <a:close/>
                  <a:moveTo>
                    <a:pt x="948104" y="538881"/>
                  </a:moveTo>
                  <a:lnTo>
                    <a:pt x="974824" y="531971"/>
                  </a:lnTo>
                  <a:lnTo>
                    <a:pt x="949934" y="5287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86" name="Input_density__86">
              <a:extLst>
                <a:ext uri="{FF2B5EF4-FFF2-40B4-BE49-F238E27FC236}">
                  <a16:creationId xmlns:a16="http://schemas.microsoft.com/office/drawing/2014/main" id="{BE4066CF-E4B5-0EB2-295B-3C44F78389F5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23982"/>
              <a:ext cx="1045367" cy="1406440"/>
            </a:xfrm>
            <a:custGeom>
              <a:avLst/>
              <a:gdLst/>
              <a:ahLst/>
              <a:cxnLst/>
              <a:rect l="0" t="0" r="0" b="0"/>
              <a:pathLst>
                <a:path w="1045367" h="1406440">
                  <a:moveTo>
                    <a:pt x="0" y="1138236"/>
                  </a:moveTo>
                  <a:lnTo>
                    <a:pt x="40055" y="1177507"/>
                  </a:lnTo>
                  <a:lnTo>
                    <a:pt x="35256" y="1174424"/>
                  </a:lnTo>
                  <a:close/>
                  <a:moveTo>
                    <a:pt x="195343" y="1270901"/>
                  </a:moveTo>
                  <a:lnTo>
                    <a:pt x="226044" y="1313643"/>
                  </a:lnTo>
                  <a:lnTo>
                    <a:pt x="236563" y="1300442"/>
                  </a:lnTo>
                  <a:close/>
                  <a:moveTo>
                    <a:pt x="146035" y="1235018"/>
                  </a:moveTo>
                  <a:lnTo>
                    <a:pt x="142292" y="1230751"/>
                  </a:lnTo>
                  <a:lnTo>
                    <a:pt x="106354" y="1195443"/>
                  </a:lnTo>
                  <a:close/>
                  <a:moveTo>
                    <a:pt x="316597" y="1378891"/>
                  </a:moveTo>
                  <a:lnTo>
                    <a:pt x="295430" y="1373816"/>
                  </a:lnTo>
                  <a:lnTo>
                    <a:pt x="325719" y="1384629"/>
                  </a:lnTo>
                  <a:close/>
                  <a:moveTo>
                    <a:pt x="352159" y="1387273"/>
                  </a:moveTo>
                  <a:lnTo>
                    <a:pt x="316597" y="1378891"/>
                  </a:lnTo>
                  <a:lnTo>
                    <a:pt x="325719" y="1384629"/>
                  </a:lnTo>
                  <a:close/>
                  <a:moveTo>
                    <a:pt x="378659" y="1405076"/>
                  </a:moveTo>
                  <a:lnTo>
                    <a:pt x="374637" y="1397342"/>
                  </a:lnTo>
                  <a:lnTo>
                    <a:pt x="364873" y="1406440"/>
                  </a:lnTo>
                  <a:close/>
                  <a:moveTo>
                    <a:pt x="364873" y="1406440"/>
                  </a:moveTo>
                  <a:lnTo>
                    <a:pt x="374637" y="1397342"/>
                  </a:lnTo>
                  <a:lnTo>
                    <a:pt x="352159" y="1387273"/>
                  </a:lnTo>
                  <a:close/>
                  <a:moveTo>
                    <a:pt x="364873" y="1406440"/>
                  </a:moveTo>
                  <a:lnTo>
                    <a:pt x="352159" y="1387273"/>
                  </a:lnTo>
                  <a:lnTo>
                    <a:pt x="325719" y="1384629"/>
                  </a:lnTo>
                  <a:close/>
                  <a:moveTo>
                    <a:pt x="255206" y="1267505"/>
                  </a:moveTo>
                  <a:lnTo>
                    <a:pt x="251513" y="1260129"/>
                  </a:lnTo>
                  <a:lnTo>
                    <a:pt x="236563" y="1300442"/>
                  </a:lnTo>
                  <a:close/>
                  <a:moveTo>
                    <a:pt x="239209" y="1213567"/>
                  </a:moveTo>
                  <a:lnTo>
                    <a:pt x="251837" y="1250322"/>
                  </a:lnTo>
                  <a:lnTo>
                    <a:pt x="237634" y="1230751"/>
                  </a:lnTo>
                  <a:close/>
                  <a:moveTo>
                    <a:pt x="374637" y="1397342"/>
                  </a:moveTo>
                  <a:lnTo>
                    <a:pt x="378659" y="1405076"/>
                  </a:lnTo>
                  <a:lnTo>
                    <a:pt x="389805" y="1403449"/>
                  </a:lnTo>
                  <a:close/>
                  <a:moveTo>
                    <a:pt x="374637" y="1397342"/>
                  </a:moveTo>
                  <a:lnTo>
                    <a:pt x="389805" y="1403449"/>
                  </a:lnTo>
                  <a:lnTo>
                    <a:pt x="392763" y="1393609"/>
                  </a:lnTo>
                  <a:close/>
                  <a:moveTo>
                    <a:pt x="392763" y="1393609"/>
                  </a:moveTo>
                  <a:lnTo>
                    <a:pt x="352159" y="1387273"/>
                  </a:lnTo>
                  <a:lnTo>
                    <a:pt x="374637" y="1397342"/>
                  </a:lnTo>
                  <a:close/>
                  <a:moveTo>
                    <a:pt x="239229" y="1213430"/>
                  </a:moveTo>
                  <a:lnTo>
                    <a:pt x="251837" y="1250322"/>
                  </a:lnTo>
                  <a:lnTo>
                    <a:pt x="239209" y="1213567"/>
                  </a:lnTo>
                  <a:close/>
                  <a:moveTo>
                    <a:pt x="220678" y="1201423"/>
                  </a:moveTo>
                  <a:lnTo>
                    <a:pt x="239229" y="1213430"/>
                  </a:lnTo>
                  <a:lnTo>
                    <a:pt x="209256" y="1165962"/>
                  </a:lnTo>
                  <a:close/>
                  <a:moveTo>
                    <a:pt x="209494" y="1086119"/>
                  </a:moveTo>
                  <a:lnTo>
                    <a:pt x="238368" y="1079888"/>
                  </a:lnTo>
                  <a:lnTo>
                    <a:pt x="196760" y="1083784"/>
                  </a:lnTo>
                  <a:close/>
                  <a:moveTo>
                    <a:pt x="196760" y="1083784"/>
                  </a:moveTo>
                  <a:lnTo>
                    <a:pt x="247582" y="1053016"/>
                  </a:lnTo>
                  <a:lnTo>
                    <a:pt x="216449" y="1061191"/>
                  </a:lnTo>
                  <a:close/>
                  <a:moveTo>
                    <a:pt x="336435" y="1039863"/>
                  </a:moveTo>
                  <a:lnTo>
                    <a:pt x="294291" y="1061512"/>
                  </a:lnTo>
                  <a:lnTo>
                    <a:pt x="304846" y="1032180"/>
                  </a:lnTo>
                  <a:close/>
                  <a:moveTo>
                    <a:pt x="225010" y="1018912"/>
                  </a:moveTo>
                  <a:lnTo>
                    <a:pt x="249669" y="1025953"/>
                  </a:lnTo>
                  <a:lnTo>
                    <a:pt x="226350" y="995426"/>
                  </a:lnTo>
                  <a:close/>
                  <a:moveTo>
                    <a:pt x="301609" y="1034228"/>
                  </a:moveTo>
                  <a:lnTo>
                    <a:pt x="336435" y="1039863"/>
                  </a:lnTo>
                  <a:lnTo>
                    <a:pt x="355745" y="1015848"/>
                  </a:lnTo>
                  <a:close/>
                  <a:moveTo>
                    <a:pt x="355745" y="1015848"/>
                  </a:moveTo>
                  <a:lnTo>
                    <a:pt x="336435" y="1039863"/>
                  </a:lnTo>
                  <a:lnTo>
                    <a:pt x="386427" y="1005989"/>
                  </a:lnTo>
                  <a:close/>
                  <a:moveTo>
                    <a:pt x="668282" y="1274670"/>
                  </a:moveTo>
                  <a:lnTo>
                    <a:pt x="663680" y="1295132"/>
                  </a:lnTo>
                  <a:lnTo>
                    <a:pt x="686101" y="1282754"/>
                  </a:lnTo>
                  <a:close/>
                  <a:moveTo>
                    <a:pt x="668282" y="1274670"/>
                  </a:moveTo>
                  <a:lnTo>
                    <a:pt x="645432" y="1291854"/>
                  </a:lnTo>
                  <a:lnTo>
                    <a:pt x="663680" y="1295132"/>
                  </a:lnTo>
                  <a:close/>
                  <a:moveTo>
                    <a:pt x="391351" y="992033"/>
                  </a:moveTo>
                  <a:lnTo>
                    <a:pt x="355745" y="1015848"/>
                  </a:lnTo>
                  <a:lnTo>
                    <a:pt x="386427" y="1005989"/>
                  </a:lnTo>
                  <a:close/>
                  <a:moveTo>
                    <a:pt x="391351" y="992033"/>
                  </a:moveTo>
                  <a:lnTo>
                    <a:pt x="364741" y="986578"/>
                  </a:lnTo>
                  <a:lnTo>
                    <a:pt x="355745" y="1015848"/>
                  </a:lnTo>
                  <a:close/>
                  <a:moveTo>
                    <a:pt x="359242" y="946302"/>
                  </a:moveTo>
                  <a:lnTo>
                    <a:pt x="391351" y="992033"/>
                  </a:lnTo>
                  <a:lnTo>
                    <a:pt x="374083" y="961059"/>
                  </a:lnTo>
                  <a:close/>
                  <a:moveTo>
                    <a:pt x="386427" y="1005989"/>
                  </a:moveTo>
                  <a:lnTo>
                    <a:pt x="397196" y="997814"/>
                  </a:lnTo>
                  <a:lnTo>
                    <a:pt x="391351" y="992033"/>
                  </a:lnTo>
                  <a:close/>
                  <a:moveTo>
                    <a:pt x="391351" y="992033"/>
                  </a:moveTo>
                  <a:lnTo>
                    <a:pt x="397196" y="997814"/>
                  </a:lnTo>
                  <a:lnTo>
                    <a:pt x="375016" y="963325"/>
                  </a:lnTo>
                  <a:close/>
                  <a:moveTo>
                    <a:pt x="470540" y="975111"/>
                  </a:moveTo>
                  <a:lnTo>
                    <a:pt x="448886" y="980631"/>
                  </a:lnTo>
                  <a:lnTo>
                    <a:pt x="433925" y="984510"/>
                  </a:lnTo>
                  <a:close/>
                  <a:moveTo>
                    <a:pt x="288337" y="887549"/>
                  </a:moveTo>
                  <a:lnTo>
                    <a:pt x="288295" y="887398"/>
                  </a:lnTo>
                  <a:lnTo>
                    <a:pt x="322392" y="907120"/>
                  </a:lnTo>
                  <a:close/>
                  <a:moveTo>
                    <a:pt x="338600" y="855537"/>
                  </a:moveTo>
                  <a:lnTo>
                    <a:pt x="288337" y="887549"/>
                  </a:lnTo>
                  <a:lnTo>
                    <a:pt x="316181" y="867928"/>
                  </a:lnTo>
                  <a:close/>
                  <a:moveTo>
                    <a:pt x="184245" y="694077"/>
                  </a:moveTo>
                  <a:lnTo>
                    <a:pt x="220595" y="736361"/>
                  </a:lnTo>
                  <a:lnTo>
                    <a:pt x="195763" y="729461"/>
                  </a:lnTo>
                  <a:close/>
                  <a:moveTo>
                    <a:pt x="195763" y="729461"/>
                  </a:moveTo>
                  <a:lnTo>
                    <a:pt x="241622" y="760100"/>
                  </a:lnTo>
                  <a:lnTo>
                    <a:pt x="206887" y="736816"/>
                  </a:lnTo>
                  <a:close/>
                  <a:moveTo>
                    <a:pt x="700058" y="1261566"/>
                  </a:moveTo>
                  <a:lnTo>
                    <a:pt x="686101" y="1282754"/>
                  </a:lnTo>
                  <a:lnTo>
                    <a:pt x="701590" y="1274670"/>
                  </a:lnTo>
                  <a:close/>
                  <a:moveTo>
                    <a:pt x="458987" y="960284"/>
                  </a:moveTo>
                  <a:lnTo>
                    <a:pt x="432414" y="980631"/>
                  </a:lnTo>
                  <a:lnTo>
                    <a:pt x="456674" y="966015"/>
                  </a:lnTo>
                  <a:close/>
                  <a:moveTo>
                    <a:pt x="456674" y="966015"/>
                  </a:moveTo>
                  <a:lnTo>
                    <a:pt x="439675" y="984290"/>
                  </a:lnTo>
                  <a:lnTo>
                    <a:pt x="448886" y="980631"/>
                  </a:lnTo>
                  <a:close/>
                  <a:moveTo>
                    <a:pt x="448886" y="980631"/>
                  </a:moveTo>
                  <a:lnTo>
                    <a:pt x="470540" y="975111"/>
                  </a:lnTo>
                  <a:lnTo>
                    <a:pt x="456674" y="966015"/>
                  </a:lnTo>
                  <a:close/>
                  <a:moveTo>
                    <a:pt x="772562" y="1212051"/>
                  </a:moveTo>
                  <a:lnTo>
                    <a:pt x="729992" y="1219571"/>
                  </a:lnTo>
                  <a:lnTo>
                    <a:pt x="730869" y="1229348"/>
                  </a:lnTo>
                  <a:close/>
                  <a:moveTo>
                    <a:pt x="206275" y="542112"/>
                  </a:moveTo>
                  <a:lnTo>
                    <a:pt x="179169" y="595897"/>
                  </a:lnTo>
                  <a:lnTo>
                    <a:pt x="186218" y="563328"/>
                  </a:lnTo>
                  <a:close/>
                  <a:moveTo>
                    <a:pt x="245389" y="581962"/>
                  </a:moveTo>
                  <a:lnTo>
                    <a:pt x="246495" y="578714"/>
                  </a:lnTo>
                  <a:lnTo>
                    <a:pt x="225641" y="586149"/>
                  </a:lnTo>
                  <a:close/>
                  <a:moveTo>
                    <a:pt x="225641" y="586149"/>
                  </a:moveTo>
                  <a:lnTo>
                    <a:pt x="246495" y="578714"/>
                  </a:lnTo>
                  <a:lnTo>
                    <a:pt x="206275" y="542112"/>
                  </a:lnTo>
                  <a:close/>
                  <a:moveTo>
                    <a:pt x="225641" y="586149"/>
                  </a:moveTo>
                  <a:lnTo>
                    <a:pt x="206275" y="542112"/>
                  </a:lnTo>
                  <a:lnTo>
                    <a:pt x="186218" y="563328"/>
                  </a:lnTo>
                  <a:close/>
                  <a:moveTo>
                    <a:pt x="246495" y="578714"/>
                  </a:moveTo>
                  <a:lnTo>
                    <a:pt x="245389" y="581962"/>
                  </a:lnTo>
                  <a:lnTo>
                    <a:pt x="249977" y="580928"/>
                  </a:lnTo>
                  <a:close/>
                  <a:moveTo>
                    <a:pt x="285630" y="589652"/>
                  </a:moveTo>
                  <a:lnTo>
                    <a:pt x="249977" y="580928"/>
                  </a:lnTo>
                  <a:lnTo>
                    <a:pt x="245389" y="581962"/>
                  </a:lnTo>
                  <a:close/>
                  <a:moveTo>
                    <a:pt x="742540" y="1076100"/>
                  </a:moveTo>
                  <a:lnTo>
                    <a:pt x="741695" y="1077410"/>
                  </a:lnTo>
                  <a:lnTo>
                    <a:pt x="764716" y="1084188"/>
                  </a:lnTo>
                  <a:close/>
                  <a:moveTo>
                    <a:pt x="724734" y="1044858"/>
                  </a:moveTo>
                  <a:lnTo>
                    <a:pt x="742540" y="1076100"/>
                  </a:lnTo>
                  <a:lnTo>
                    <a:pt x="764716" y="1084188"/>
                  </a:lnTo>
                  <a:close/>
                  <a:moveTo>
                    <a:pt x="321469" y="574287"/>
                  </a:moveTo>
                  <a:lnTo>
                    <a:pt x="342300" y="580751"/>
                  </a:lnTo>
                  <a:lnTo>
                    <a:pt x="285630" y="589652"/>
                  </a:lnTo>
                  <a:close/>
                  <a:moveTo>
                    <a:pt x="285630" y="589652"/>
                  </a:moveTo>
                  <a:lnTo>
                    <a:pt x="342300" y="580751"/>
                  </a:lnTo>
                  <a:lnTo>
                    <a:pt x="307480" y="575139"/>
                  </a:lnTo>
                  <a:close/>
                  <a:moveTo>
                    <a:pt x="824811" y="1186365"/>
                  </a:moveTo>
                  <a:lnTo>
                    <a:pt x="826570" y="1195232"/>
                  </a:lnTo>
                  <a:lnTo>
                    <a:pt x="844053" y="1210957"/>
                  </a:lnTo>
                  <a:close/>
                  <a:moveTo>
                    <a:pt x="740992" y="1074783"/>
                  </a:moveTo>
                  <a:lnTo>
                    <a:pt x="786841" y="1066201"/>
                  </a:lnTo>
                  <a:lnTo>
                    <a:pt x="742540" y="1076100"/>
                  </a:lnTo>
                  <a:close/>
                  <a:moveTo>
                    <a:pt x="558416" y="794256"/>
                  </a:moveTo>
                  <a:lnTo>
                    <a:pt x="501206" y="801144"/>
                  </a:lnTo>
                  <a:lnTo>
                    <a:pt x="536764" y="809510"/>
                  </a:lnTo>
                  <a:close/>
                  <a:moveTo>
                    <a:pt x="918668" y="1144567"/>
                  </a:moveTo>
                  <a:lnTo>
                    <a:pt x="921771" y="1127264"/>
                  </a:lnTo>
                  <a:lnTo>
                    <a:pt x="906819" y="1169182"/>
                  </a:lnTo>
                  <a:close/>
                  <a:moveTo>
                    <a:pt x="906819" y="1169182"/>
                  </a:moveTo>
                  <a:lnTo>
                    <a:pt x="921771" y="1127264"/>
                  </a:lnTo>
                  <a:lnTo>
                    <a:pt x="905592" y="1115244"/>
                  </a:lnTo>
                  <a:close/>
                  <a:moveTo>
                    <a:pt x="906819" y="1169182"/>
                  </a:moveTo>
                  <a:lnTo>
                    <a:pt x="905592" y="1115244"/>
                  </a:lnTo>
                  <a:lnTo>
                    <a:pt x="927582" y="1151998"/>
                  </a:lnTo>
                  <a:close/>
                  <a:moveTo>
                    <a:pt x="730087" y="894714"/>
                  </a:moveTo>
                  <a:lnTo>
                    <a:pt x="724548" y="917090"/>
                  </a:lnTo>
                  <a:lnTo>
                    <a:pt x="747035" y="904957"/>
                  </a:lnTo>
                  <a:close/>
                  <a:moveTo>
                    <a:pt x="730087" y="894714"/>
                  </a:moveTo>
                  <a:lnTo>
                    <a:pt x="715016" y="911897"/>
                  </a:lnTo>
                  <a:lnTo>
                    <a:pt x="724548" y="917090"/>
                  </a:lnTo>
                  <a:close/>
                  <a:moveTo>
                    <a:pt x="637513" y="793108"/>
                  </a:moveTo>
                  <a:lnTo>
                    <a:pt x="678713" y="821204"/>
                  </a:lnTo>
                  <a:lnTo>
                    <a:pt x="652671" y="801301"/>
                  </a:lnTo>
                  <a:close/>
                  <a:moveTo>
                    <a:pt x="967275" y="1098060"/>
                  </a:moveTo>
                  <a:lnTo>
                    <a:pt x="978136" y="1146125"/>
                  </a:lnTo>
                  <a:lnTo>
                    <a:pt x="999901" y="1131292"/>
                  </a:lnTo>
                  <a:close/>
                  <a:moveTo>
                    <a:pt x="863088" y="924149"/>
                  </a:moveTo>
                  <a:lnTo>
                    <a:pt x="876734" y="919944"/>
                  </a:lnTo>
                  <a:lnTo>
                    <a:pt x="845878" y="914285"/>
                  </a:lnTo>
                  <a:close/>
                  <a:moveTo>
                    <a:pt x="784983" y="922264"/>
                  </a:moveTo>
                  <a:lnTo>
                    <a:pt x="841462" y="912643"/>
                  </a:lnTo>
                  <a:lnTo>
                    <a:pt x="804058" y="897372"/>
                  </a:lnTo>
                  <a:close/>
                  <a:moveTo>
                    <a:pt x="840594" y="915347"/>
                  </a:moveTo>
                  <a:lnTo>
                    <a:pt x="864916" y="877530"/>
                  </a:lnTo>
                  <a:lnTo>
                    <a:pt x="841462" y="912643"/>
                  </a:lnTo>
                  <a:close/>
                  <a:moveTo>
                    <a:pt x="747035" y="904957"/>
                  </a:moveTo>
                  <a:lnTo>
                    <a:pt x="784983" y="922264"/>
                  </a:lnTo>
                  <a:lnTo>
                    <a:pt x="804058" y="897372"/>
                  </a:lnTo>
                  <a:close/>
                  <a:moveTo>
                    <a:pt x="787707" y="841761"/>
                  </a:moveTo>
                  <a:lnTo>
                    <a:pt x="805489" y="854393"/>
                  </a:lnTo>
                  <a:lnTo>
                    <a:pt x="786158" y="830447"/>
                  </a:lnTo>
                  <a:close/>
                  <a:moveTo>
                    <a:pt x="137077" y="34129"/>
                  </a:moveTo>
                  <a:lnTo>
                    <a:pt x="140139" y="76387"/>
                  </a:lnTo>
                  <a:lnTo>
                    <a:pt x="159879" y="42680"/>
                  </a:lnTo>
                  <a:close/>
                  <a:moveTo>
                    <a:pt x="137077" y="34129"/>
                  </a:moveTo>
                  <a:lnTo>
                    <a:pt x="134488" y="13454"/>
                  </a:lnTo>
                  <a:lnTo>
                    <a:pt x="101254" y="13777"/>
                  </a:lnTo>
                  <a:close/>
                  <a:moveTo>
                    <a:pt x="95123" y="32166"/>
                  </a:moveTo>
                  <a:lnTo>
                    <a:pt x="102406" y="35228"/>
                  </a:lnTo>
                  <a:lnTo>
                    <a:pt x="101254" y="13777"/>
                  </a:lnTo>
                  <a:close/>
                  <a:moveTo>
                    <a:pt x="1032606" y="1080877"/>
                  </a:moveTo>
                  <a:lnTo>
                    <a:pt x="1039700" y="1085566"/>
                  </a:lnTo>
                  <a:lnTo>
                    <a:pt x="1042804" y="1070916"/>
                  </a:lnTo>
                  <a:close/>
                  <a:moveTo>
                    <a:pt x="876734" y="919944"/>
                  </a:moveTo>
                  <a:lnTo>
                    <a:pt x="842889" y="913483"/>
                  </a:lnTo>
                  <a:lnTo>
                    <a:pt x="845878" y="914285"/>
                  </a:lnTo>
                  <a:close/>
                  <a:moveTo>
                    <a:pt x="867297" y="913029"/>
                  </a:moveTo>
                  <a:lnTo>
                    <a:pt x="842889" y="913483"/>
                  </a:lnTo>
                  <a:lnTo>
                    <a:pt x="876734" y="919944"/>
                  </a:lnTo>
                  <a:close/>
                  <a:moveTo>
                    <a:pt x="898624" y="905578"/>
                  </a:moveTo>
                  <a:lnTo>
                    <a:pt x="867297" y="913029"/>
                  </a:lnTo>
                  <a:lnTo>
                    <a:pt x="876734" y="919944"/>
                  </a:lnTo>
                  <a:close/>
                  <a:moveTo>
                    <a:pt x="882617" y="860347"/>
                  </a:moveTo>
                  <a:lnTo>
                    <a:pt x="890761" y="876181"/>
                  </a:lnTo>
                  <a:lnTo>
                    <a:pt x="842889" y="913483"/>
                  </a:lnTo>
                  <a:close/>
                  <a:moveTo>
                    <a:pt x="841462" y="912643"/>
                  </a:moveTo>
                  <a:lnTo>
                    <a:pt x="842889" y="913483"/>
                  </a:lnTo>
                  <a:lnTo>
                    <a:pt x="817781" y="906806"/>
                  </a:lnTo>
                  <a:close/>
                  <a:moveTo>
                    <a:pt x="881070" y="823592"/>
                  </a:moveTo>
                  <a:lnTo>
                    <a:pt x="878931" y="831952"/>
                  </a:lnTo>
                  <a:lnTo>
                    <a:pt x="872210" y="827239"/>
                  </a:lnTo>
                  <a:close/>
                  <a:moveTo>
                    <a:pt x="718743" y="754157"/>
                  </a:moveTo>
                  <a:lnTo>
                    <a:pt x="753296" y="797902"/>
                  </a:lnTo>
                  <a:lnTo>
                    <a:pt x="735104" y="767265"/>
                  </a:lnTo>
                  <a:close/>
                  <a:moveTo>
                    <a:pt x="278043" y="135032"/>
                  </a:moveTo>
                  <a:lnTo>
                    <a:pt x="255222" y="171244"/>
                  </a:lnTo>
                  <a:lnTo>
                    <a:pt x="284066" y="174883"/>
                  </a:lnTo>
                  <a:close/>
                  <a:moveTo>
                    <a:pt x="134488" y="13454"/>
                  </a:moveTo>
                  <a:lnTo>
                    <a:pt x="164886" y="2534"/>
                  </a:lnTo>
                  <a:lnTo>
                    <a:pt x="189941" y="0"/>
                  </a:lnTo>
                  <a:close/>
                  <a:moveTo>
                    <a:pt x="1045367" y="1036212"/>
                  </a:moveTo>
                  <a:lnTo>
                    <a:pt x="1032606" y="1080877"/>
                  </a:lnTo>
                  <a:lnTo>
                    <a:pt x="1042804" y="1070916"/>
                  </a:lnTo>
                  <a:close/>
                  <a:moveTo>
                    <a:pt x="1032638" y="1001813"/>
                  </a:moveTo>
                  <a:lnTo>
                    <a:pt x="1017731" y="1031592"/>
                  </a:lnTo>
                  <a:lnTo>
                    <a:pt x="1045367" y="1036212"/>
                  </a:lnTo>
                  <a:close/>
                  <a:moveTo>
                    <a:pt x="1032638" y="1001813"/>
                  </a:moveTo>
                  <a:lnTo>
                    <a:pt x="1028156" y="960710"/>
                  </a:lnTo>
                  <a:lnTo>
                    <a:pt x="987953" y="990410"/>
                  </a:lnTo>
                  <a:close/>
                  <a:moveTo>
                    <a:pt x="878931" y="831952"/>
                  </a:moveTo>
                  <a:lnTo>
                    <a:pt x="881070" y="823592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50994" y="772651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77899" y="822613"/>
                  </a:lnTo>
                  <a:lnTo>
                    <a:pt x="881070" y="823592"/>
                  </a:lnTo>
                  <a:close/>
                  <a:moveTo>
                    <a:pt x="850994" y="772651"/>
                  </a:moveTo>
                  <a:lnTo>
                    <a:pt x="876411" y="779076"/>
                  </a:lnTo>
                  <a:lnTo>
                    <a:pt x="852621" y="761949"/>
                  </a:lnTo>
                  <a:close/>
                  <a:moveTo>
                    <a:pt x="876411" y="779076"/>
                  </a:moveTo>
                  <a:lnTo>
                    <a:pt x="882484" y="749025"/>
                  </a:lnTo>
                  <a:lnTo>
                    <a:pt x="852621" y="761949"/>
                  </a:lnTo>
                  <a:close/>
                  <a:moveTo>
                    <a:pt x="586267" y="485186"/>
                  </a:moveTo>
                  <a:lnTo>
                    <a:pt x="620588" y="488933"/>
                  </a:lnTo>
                  <a:lnTo>
                    <a:pt x="639704" y="464195"/>
                  </a:lnTo>
                  <a:close/>
                  <a:moveTo>
                    <a:pt x="359340" y="185522"/>
                  </a:moveTo>
                  <a:lnTo>
                    <a:pt x="379255" y="235512"/>
                  </a:lnTo>
                  <a:lnTo>
                    <a:pt x="401208" y="195378"/>
                  </a:lnTo>
                  <a:close/>
                  <a:moveTo>
                    <a:pt x="885044" y="727310"/>
                  </a:moveTo>
                  <a:lnTo>
                    <a:pt x="852621" y="761949"/>
                  </a:lnTo>
                  <a:lnTo>
                    <a:pt x="882484" y="749025"/>
                  </a:lnTo>
                  <a:close/>
                  <a:moveTo>
                    <a:pt x="885044" y="727310"/>
                  </a:moveTo>
                  <a:lnTo>
                    <a:pt x="863595" y="717660"/>
                  </a:lnTo>
                  <a:lnTo>
                    <a:pt x="852621" y="761949"/>
                  </a:lnTo>
                  <a:close/>
                  <a:moveTo>
                    <a:pt x="757290" y="570919"/>
                  </a:moveTo>
                  <a:lnTo>
                    <a:pt x="757263" y="622634"/>
                  </a:lnTo>
                  <a:lnTo>
                    <a:pt x="762933" y="585878"/>
                  </a:lnTo>
                  <a:close/>
                  <a:moveTo>
                    <a:pt x="757290" y="570919"/>
                  </a:moveTo>
                  <a:lnTo>
                    <a:pt x="757544" y="615460"/>
                  </a:lnTo>
                  <a:lnTo>
                    <a:pt x="757263" y="622634"/>
                  </a:lnTo>
                  <a:close/>
                  <a:moveTo>
                    <a:pt x="857699" y="632959"/>
                  </a:moveTo>
                  <a:lnTo>
                    <a:pt x="879757" y="678960"/>
                  </a:lnTo>
                  <a:lnTo>
                    <a:pt x="903116" y="633748"/>
                  </a:lnTo>
                  <a:close/>
                  <a:moveTo>
                    <a:pt x="948104" y="581166"/>
                  </a:moveTo>
                  <a:lnTo>
                    <a:pt x="920636" y="625022"/>
                  </a:lnTo>
                  <a:lnTo>
                    <a:pt x="932627" y="619512"/>
                  </a:lnTo>
                  <a:close/>
                  <a:moveTo>
                    <a:pt x="962505" y="606644"/>
                  </a:moveTo>
                  <a:lnTo>
                    <a:pt x="974824" y="574256"/>
                  </a:lnTo>
                  <a:lnTo>
                    <a:pt x="948104" y="581166"/>
                  </a:lnTo>
                  <a:close/>
                  <a:moveTo>
                    <a:pt x="932627" y="619512"/>
                  </a:moveTo>
                  <a:lnTo>
                    <a:pt x="962505" y="606644"/>
                  </a:lnTo>
                  <a:lnTo>
                    <a:pt x="948104" y="581166"/>
                  </a:lnTo>
                  <a:close/>
                  <a:moveTo>
                    <a:pt x="682673" y="291263"/>
                  </a:moveTo>
                  <a:lnTo>
                    <a:pt x="676992" y="330982"/>
                  </a:lnTo>
                  <a:lnTo>
                    <a:pt x="681587" y="303794"/>
                  </a:lnTo>
                  <a:close/>
                  <a:moveTo>
                    <a:pt x="671254" y="318206"/>
                  </a:moveTo>
                  <a:lnTo>
                    <a:pt x="676992" y="330982"/>
                  </a:lnTo>
                  <a:lnTo>
                    <a:pt x="682673" y="291263"/>
                  </a:lnTo>
                  <a:close/>
                  <a:moveTo>
                    <a:pt x="655747" y="286065"/>
                  </a:moveTo>
                  <a:lnTo>
                    <a:pt x="671254" y="318206"/>
                  </a:lnTo>
                  <a:lnTo>
                    <a:pt x="682673" y="291263"/>
                  </a:lnTo>
                  <a:close/>
                  <a:moveTo>
                    <a:pt x="665001" y="240289"/>
                  </a:moveTo>
                  <a:lnTo>
                    <a:pt x="676756" y="285735"/>
                  </a:lnTo>
                  <a:lnTo>
                    <a:pt x="653649" y="257472"/>
                  </a:lnTo>
                  <a:close/>
                  <a:moveTo>
                    <a:pt x="655747" y="286065"/>
                  </a:moveTo>
                  <a:lnTo>
                    <a:pt x="676756" y="285735"/>
                  </a:lnTo>
                  <a:lnTo>
                    <a:pt x="665001" y="24028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87" name="Input_density__87">
              <a:extLst>
                <a:ext uri="{FF2B5EF4-FFF2-40B4-BE49-F238E27FC236}">
                  <a16:creationId xmlns:a16="http://schemas.microsoft.com/office/drawing/2014/main" id="{3E94413D-CAF7-28F3-3B15-96C05BA10B3F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37759"/>
              <a:ext cx="982133" cy="1392201"/>
            </a:xfrm>
            <a:custGeom>
              <a:avLst/>
              <a:gdLst/>
              <a:ahLst/>
              <a:cxnLst/>
              <a:rect l="0" t="0" r="0" b="0"/>
              <a:pathLst>
                <a:path w="982133" h="1392201">
                  <a:moveTo>
                    <a:pt x="0" y="1141076"/>
                  </a:moveTo>
                  <a:lnTo>
                    <a:pt x="44052" y="1163730"/>
                  </a:lnTo>
                  <a:lnTo>
                    <a:pt x="3997" y="1124459"/>
                  </a:lnTo>
                  <a:close/>
                  <a:moveTo>
                    <a:pt x="182317" y="1270912"/>
                  </a:moveTo>
                  <a:lnTo>
                    <a:pt x="230040" y="1299866"/>
                  </a:lnTo>
                  <a:lnTo>
                    <a:pt x="199339" y="1257125"/>
                  </a:lnTo>
                  <a:close/>
                  <a:moveTo>
                    <a:pt x="194110" y="1257242"/>
                  </a:moveTo>
                  <a:lnTo>
                    <a:pt x="182317" y="1270912"/>
                  </a:lnTo>
                  <a:lnTo>
                    <a:pt x="199339" y="1257125"/>
                  </a:lnTo>
                  <a:close/>
                  <a:moveTo>
                    <a:pt x="150032" y="1221241"/>
                  </a:moveTo>
                  <a:lnTo>
                    <a:pt x="194624" y="1253728"/>
                  </a:lnTo>
                  <a:lnTo>
                    <a:pt x="159379" y="1232296"/>
                  </a:lnTo>
                  <a:close/>
                  <a:moveTo>
                    <a:pt x="150032" y="1221241"/>
                  </a:moveTo>
                  <a:lnTo>
                    <a:pt x="194110" y="1257242"/>
                  </a:lnTo>
                  <a:lnTo>
                    <a:pt x="194624" y="1253728"/>
                  </a:lnTo>
                  <a:close/>
                  <a:moveTo>
                    <a:pt x="154151" y="1234157"/>
                  </a:moveTo>
                  <a:lnTo>
                    <a:pt x="194110" y="1257242"/>
                  </a:lnTo>
                  <a:lnTo>
                    <a:pt x="150032" y="1221241"/>
                  </a:lnTo>
                  <a:close/>
                  <a:moveTo>
                    <a:pt x="194624" y="1253728"/>
                  </a:moveTo>
                  <a:lnTo>
                    <a:pt x="194110" y="1257242"/>
                  </a:lnTo>
                  <a:lnTo>
                    <a:pt x="199339" y="1257125"/>
                  </a:lnTo>
                  <a:close/>
                  <a:moveTo>
                    <a:pt x="146289" y="1216974"/>
                  </a:moveTo>
                  <a:lnTo>
                    <a:pt x="150032" y="1221241"/>
                  </a:lnTo>
                  <a:lnTo>
                    <a:pt x="159379" y="1232296"/>
                  </a:lnTo>
                  <a:close/>
                  <a:moveTo>
                    <a:pt x="194624" y="1253728"/>
                  </a:moveTo>
                  <a:lnTo>
                    <a:pt x="199339" y="1257125"/>
                  </a:lnTo>
                  <a:lnTo>
                    <a:pt x="200512" y="1252037"/>
                  </a:lnTo>
                  <a:close/>
                  <a:moveTo>
                    <a:pt x="194624" y="1253728"/>
                  </a:moveTo>
                  <a:lnTo>
                    <a:pt x="200512" y="1252037"/>
                  </a:lnTo>
                  <a:lnTo>
                    <a:pt x="159379" y="1232296"/>
                  </a:lnTo>
                  <a:close/>
                  <a:moveTo>
                    <a:pt x="159379" y="1232296"/>
                  </a:moveTo>
                  <a:lnTo>
                    <a:pt x="200512" y="1252037"/>
                  </a:lnTo>
                  <a:lnTo>
                    <a:pt x="216150" y="1223770"/>
                  </a:lnTo>
                  <a:close/>
                  <a:moveTo>
                    <a:pt x="199339" y="1257125"/>
                  </a:moveTo>
                  <a:lnTo>
                    <a:pt x="247660" y="1236545"/>
                  </a:lnTo>
                  <a:lnTo>
                    <a:pt x="200512" y="1252037"/>
                  </a:lnTo>
                  <a:close/>
                  <a:moveTo>
                    <a:pt x="255510" y="1246352"/>
                  </a:moveTo>
                  <a:lnTo>
                    <a:pt x="247660" y="1236545"/>
                  </a:lnTo>
                  <a:lnTo>
                    <a:pt x="199339" y="1257125"/>
                  </a:lnTo>
                  <a:close/>
                  <a:moveTo>
                    <a:pt x="240560" y="1286665"/>
                  </a:moveTo>
                  <a:lnTo>
                    <a:pt x="255510" y="1246352"/>
                  </a:lnTo>
                  <a:lnTo>
                    <a:pt x="199339" y="1257125"/>
                  </a:lnTo>
                  <a:close/>
                  <a:moveTo>
                    <a:pt x="200512" y="1252037"/>
                  </a:moveTo>
                  <a:lnTo>
                    <a:pt x="247660" y="1236545"/>
                  </a:lnTo>
                  <a:lnTo>
                    <a:pt x="216150" y="1223770"/>
                  </a:lnTo>
                  <a:close/>
                  <a:moveTo>
                    <a:pt x="259203" y="1253728"/>
                  </a:moveTo>
                  <a:lnTo>
                    <a:pt x="255834" y="1236545"/>
                  </a:lnTo>
                  <a:lnTo>
                    <a:pt x="255510" y="1246352"/>
                  </a:lnTo>
                  <a:close/>
                  <a:moveTo>
                    <a:pt x="117322" y="1106709"/>
                  </a:moveTo>
                  <a:lnTo>
                    <a:pt x="85020" y="1078858"/>
                  </a:lnTo>
                  <a:lnTo>
                    <a:pt x="125232" y="1089525"/>
                  </a:lnTo>
                  <a:close/>
                  <a:moveTo>
                    <a:pt x="369130" y="1330459"/>
                  </a:moveTo>
                  <a:lnTo>
                    <a:pt x="356155" y="1373496"/>
                  </a:lnTo>
                  <a:lnTo>
                    <a:pt x="396759" y="1379833"/>
                  </a:lnTo>
                  <a:close/>
                  <a:moveTo>
                    <a:pt x="399814" y="1332602"/>
                  </a:moveTo>
                  <a:lnTo>
                    <a:pt x="369130" y="1330459"/>
                  </a:lnTo>
                  <a:lnTo>
                    <a:pt x="396759" y="1379833"/>
                  </a:lnTo>
                  <a:close/>
                  <a:moveTo>
                    <a:pt x="431570" y="1378620"/>
                  </a:moveTo>
                  <a:lnTo>
                    <a:pt x="393801" y="1389672"/>
                  </a:lnTo>
                  <a:lnTo>
                    <a:pt x="427797" y="1392201"/>
                  </a:lnTo>
                  <a:close/>
                  <a:moveTo>
                    <a:pt x="431570" y="1378620"/>
                  </a:moveTo>
                  <a:lnTo>
                    <a:pt x="396759" y="1379833"/>
                  </a:lnTo>
                  <a:lnTo>
                    <a:pt x="393801" y="1389672"/>
                  </a:lnTo>
                  <a:close/>
                  <a:moveTo>
                    <a:pt x="396759" y="1379833"/>
                  </a:moveTo>
                  <a:lnTo>
                    <a:pt x="431570" y="1378620"/>
                  </a:lnTo>
                  <a:lnTo>
                    <a:pt x="430127" y="1335046"/>
                  </a:lnTo>
                  <a:close/>
                  <a:moveTo>
                    <a:pt x="399814" y="1332602"/>
                  </a:moveTo>
                  <a:lnTo>
                    <a:pt x="373950" y="1315451"/>
                  </a:lnTo>
                  <a:lnTo>
                    <a:pt x="346880" y="1303802"/>
                  </a:lnTo>
                  <a:close/>
                  <a:moveTo>
                    <a:pt x="369130" y="1330459"/>
                  </a:moveTo>
                  <a:lnTo>
                    <a:pt x="399814" y="1332602"/>
                  </a:lnTo>
                  <a:lnTo>
                    <a:pt x="346880" y="1303802"/>
                  </a:lnTo>
                  <a:close/>
                  <a:moveTo>
                    <a:pt x="247660" y="1236545"/>
                  </a:moveTo>
                  <a:lnTo>
                    <a:pt x="255510" y="1246352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16150" y="1223770"/>
                  </a:lnTo>
                  <a:lnTo>
                    <a:pt x="247660" y="1236545"/>
                  </a:lnTo>
                  <a:close/>
                  <a:moveTo>
                    <a:pt x="243225" y="1199653"/>
                  </a:moveTo>
                  <a:lnTo>
                    <a:pt x="224675" y="1187646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55510" y="1246352"/>
                  </a:lnTo>
                  <a:lnTo>
                    <a:pt x="255834" y="1236545"/>
                  </a:lnTo>
                  <a:close/>
                  <a:moveTo>
                    <a:pt x="243225" y="1199653"/>
                  </a:moveTo>
                  <a:lnTo>
                    <a:pt x="255047" y="1234788"/>
                  </a:lnTo>
                  <a:lnTo>
                    <a:pt x="255834" y="1236545"/>
                  </a:lnTo>
                  <a:close/>
                  <a:moveTo>
                    <a:pt x="213491" y="1072342"/>
                  </a:moveTo>
                  <a:lnTo>
                    <a:pt x="228377" y="1077483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84268" y="1109097"/>
                  </a:lnTo>
                  <a:lnTo>
                    <a:pt x="297239" y="1085378"/>
                  </a:lnTo>
                  <a:close/>
                  <a:moveTo>
                    <a:pt x="213491" y="1072342"/>
                  </a:moveTo>
                  <a:lnTo>
                    <a:pt x="236113" y="1077624"/>
                  </a:lnTo>
                  <a:lnTo>
                    <a:pt x="242365" y="1066111"/>
                  </a:lnTo>
                  <a:close/>
                  <a:moveTo>
                    <a:pt x="200757" y="1070007"/>
                  </a:moveTo>
                  <a:lnTo>
                    <a:pt x="242365" y="1066111"/>
                  </a:lnTo>
                  <a:lnTo>
                    <a:pt x="251579" y="1039239"/>
                  </a:lnTo>
                  <a:close/>
                  <a:moveTo>
                    <a:pt x="297239" y="1085378"/>
                  </a:moveTo>
                  <a:lnTo>
                    <a:pt x="267029" y="1055159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97239" y="1085378"/>
                  </a:lnTo>
                  <a:lnTo>
                    <a:pt x="236113" y="1077624"/>
                  </a:lnTo>
                  <a:close/>
                  <a:moveTo>
                    <a:pt x="305605" y="1020451"/>
                  </a:moveTo>
                  <a:lnTo>
                    <a:pt x="298287" y="1047735"/>
                  </a:lnTo>
                  <a:lnTo>
                    <a:pt x="340432" y="1026086"/>
                  </a:lnTo>
                  <a:close/>
                  <a:moveTo>
                    <a:pt x="253666" y="1012176"/>
                  </a:moveTo>
                  <a:lnTo>
                    <a:pt x="220446" y="1047414"/>
                  </a:lnTo>
                  <a:lnTo>
                    <a:pt x="251579" y="1039239"/>
                  </a:lnTo>
                  <a:close/>
                  <a:moveTo>
                    <a:pt x="282025" y="1001220"/>
                  </a:moveTo>
                  <a:lnTo>
                    <a:pt x="239504" y="994094"/>
                  </a:lnTo>
                  <a:lnTo>
                    <a:pt x="253666" y="1012176"/>
                  </a:lnTo>
                  <a:close/>
                  <a:moveTo>
                    <a:pt x="368738" y="972801"/>
                  </a:moveTo>
                  <a:lnTo>
                    <a:pt x="395348" y="978256"/>
                  </a:lnTo>
                  <a:lnTo>
                    <a:pt x="363238" y="932525"/>
                  </a:lnTo>
                  <a:close/>
                  <a:moveTo>
                    <a:pt x="437921" y="970733"/>
                  </a:moveTo>
                  <a:lnTo>
                    <a:pt x="436411" y="966854"/>
                  </a:lnTo>
                  <a:lnTo>
                    <a:pt x="400154" y="932383"/>
                  </a:lnTo>
                  <a:close/>
                  <a:moveTo>
                    <a:pt x="385475" y="941536"/>
                  </a:moveTo>
                  <a:lnTo>
                    <a:pt x="437921" y="970733"/>
                  </a:lnTo>
                  <a:lnTo>
                    <a:pt x="400154" y="932383"/>
                  </a:lnTo>
                  <a:close/>
                  <a:moveTo>
                    <a:pt x="363238" y="932525"/>
                  </a:moveTo>
                  <a:lnTo>
                    <a:pt x="339598" y="926759"/>
                  </a:lnTo>
                  <a:lnTo>
                    <a:pt x="357646" y="930099"/>
                  </a:lnTo>
                  <a:close/>
                  <a:moveTo>
                    <a:pt x="292292" y="873621"/>
                  </a:moveTo>
                  <a:lnTo>
                    <a:pt x="292333" y="873772"/>
                  </a:lnTo>
                  <a:lnTo>
                    <a:pt x="303305" y="819921"/>
                  </a:lnTo>
                  <a:close/>
                  <a:moveTo>
                    <a:pt x="356379" y="856589"/>
                  </a:moveTo>
                  <a:lnTo>
                    <a:pt x="342596" y="841760"/>
                  </a:lnTo>
                  <a:lnTo>
                    <a:pt x="363977" y="869519"/>
                  </a:lnTo>
                  <a:close/>
                  <a:moveTo>
                    <a:pt x="385973" y="893344"/>
                  </a:moveTo>
                  <a:lnTo>
                    <a:pt x="356379" y="856589"/>
                  </a:lnTo>
                  <a:lnTo>
                    <a:pt x="363977" y="869519"/>
                  </a:lnTo>
                  <a:close/>
                  <a:moveTo>
                    <a:pt x="189198" y="709569"/>
                  </a:moveTo>
                  <a:lnTo>
                    <a:pt x="199759" y="715684"/>
                  </a:lnTo>
                  <a:lnTo>
                    <a:pt x="210884" y="723040"/>
                  </a:lnTo>
                  <a:close/>
                  <a:moveTo>
                    <a:pt x="704055" y="1247789"/>
                  </a:moveTo>
                  <a:lnTo>
                    <a:pt x="705587" y="1260894"/>
                  </a:lnTo>
                  <a:lnTo>
                    <a:pt x="682830" y="1241805"/>
                  </a:lnTo>
                  <a:close/>
                  <a:moveTo>
                    <a:pt x="728348" y="1210380"/>
                  </a:moveTo>
                  <a:lnTo>
                    <a:pt x="734865" y="1215571"/>
                  </a:lnTo>
                  <a:lnTo>
                    <a:pt x="728959" y="1206955"/>
                  </a:lnTo>
                  <a:close/>
                  <a:moveTo>
                    <a:pt x="444759" y="912915"/>
                  </a:moveTo>
                  <a:lnTo>
                    <a:pt x="436411" y="966854"/>
                  </a:lnTo>
                  <a:lnTo>
                    <a:pt x="462983" y="946507"/>
                  </a:lnTo>
                  <a:close/>
                  <a:moveTo>
                    <a:pt x="462983" y="946507"/>
                  </a:moveTo>
                  <a:lnTo>
                    <a:pt x="483158" y="916297"/>
                  </a:lnTo>
                  <a:lnTo>
                    <a:pt x="466398" y="912915"/>
                  </a:lnTo>
                  <a:close/>
                  <a:moveTo>
                    <a:pt x="462983" y="946507"/>
                  </a:moveTo>
                  <a:lnTo>
                    <a:pt x="474536" y="961334"/>
                  </a:lnTo>
                  <a:lnTo>
                    <a:pt x="483158" y="916297"/>
                  </a:lnTo>
                  <a:close/>
                  <a:moveTo>
                    <a:pt x="460671" y="952238"/>
                  </a:moveTo>
                  <a:lnTo>
                    <a:pt x="474536" y="961334"/>
                  </a:lnTo>
                  <a:lnTo>
                    <a:pt x="462983" y="946507"/>
                  </a:lnTo>
                  <a:close/>
                  <a:moveTo>
                    <a:pt x="466398" y="912915"/>
                  </a:moveTo>
                  <a:lnTo>
                    <a:pt x="483158" y="916297"/>
                  </a:lnTo>
                  <a:lnTo>
                    <a:pt x="481748" y="892088"/>
                  </a:lnTo>
                  <a:close/>
                  <a:moveTo>
                    <a:pt x="728959" y="1206955"/>
                  </a:moveTo>
                  <a:lnTo>
                    <a:pt x="734865" y="1215571"/>
                  </a:lnTo>
                  <a:lnTo>
                    <a:pt x="733989" y="1205794"/>
                  </a:lnTo>
                  <a:close/>
                  <a:moveTo>
                    <a:pt x="733989" y="1205794"/>
                  </a:moveTo>
                  <a:lnTo>
                    <a:pt x="776559" y="1198274"/>
                  </a:lnTo>
                  <a:lnTo>
                    <a:pt x="749629" y="1174560"/>
                  </a:lnTo>
                  <a:close/>
                  <a:moveTo>
                    <a:pt x="776559" y="1198274"/>
                  </a:moveTo>
                  <a:lnTo>
                    <a:pt x="785682" y="1184780"/>
                  </a:lnTo>
                  <a:lnTo>
                    <a:pt x="749629" y="1174560"/>
                  </a:lnTo>
                  <a:close/>
                  <a:moveTo>
                    <a:pt x="483619" y="871175"/>
                  </a:moveTo>
                  <a:lnTo>
                    <a:pt x="466398" y="912915"/>
                  </a:lnTo>
                  <a:lnTo>
                    <a:pt x="481748" y="892088"/>
                  </a:lnTo>
                  <a:close/>
                  <a:moveTo>
                    <a:pt x="483619" y="871175"/>
                  </a:moveTo>
                  <a:lnTo>
                    <a:pt x="472727" y="858362"/>
                  </a:lnTo>
                  <a:lnTo>
                    <a:pt x="443258" y="832153"/>
                  </a:lnTo>
                  <a:close/>
                  <a:moveTo>
                    <a:pt x="641621" y="1042752"/>
                  </a:moveTo>
                  <a:lnTo>
                    <a:pt x="615565" y="1005997"/>
                  </a:lnTo>
                  <a:lnTo>
                    <a:pt x="626323" y="1015413"/>
                  </a:lnTo>
                  <a:close/>
                  <a:moveTo>
                    <a:pt x="785682" y="1184780"/>
                  </a:moveTo>
                  <a:lnTo>
                    <a:pt x="830567" y="1181455"/>
                  </a:lnTo>
                  <a:lnTo>
                    <a:pt x="818546" y="1135833"/>
                  </a:lnTo>
                  <a:close/>
                  <a:moveTo>
                    <a:pt x="768713" y="1070411"/>
                  </a:moveTo>
                  <a:lnTo>
                    <a:pt x="745692" y="1063634"/>
                  </a:lnTo>
                  <a:lnTo>
                    <a:pt x="747511" y="1105307"/>
                  </a:lnTo>
                  <a:close/>
                  <a:moveTo>
                    <a:pt x="744989" y="1061006"/>
                  </a:moveTo>
                  <a:lnTo>
                    <a:pt x="746537" y="1062323"/>
                  </a:lnTo>
                  <a:lnTo>
                    <a:pt x="728730" y="1031081"/>
                  </a:lnTo>
                  <a:close/>
                  <a:moveTo>
                    <a:pt x="744989" y="1061006"/>
                  </a:moveTo>
                  <a:lnTo>
                    <a:pt x="728730" y="1031081"/>
                  </a:lnTo>
                  <a:lnTo>
                    <a:pt x="723391" y="1025568"/>
                  </a:lnTo>
                  <a:close/>
                  <a:moveTo>
                    <a:pt x="615565" y="1005997"/>
                  </a:moveTo>
                  <a:lnTo>
                    <a:pt x="619082" y="994211"/>
                  </a:lnTo>
                  <a:lnTo>
                    <a:pt x="595819" y="968376"/>
                  </a:lnTo>
                  <a:close/>
                  <a:moveTo>
                    <a:pt x="497332" y="822222"/>
                  </a:moveTo>
                  <a:lnTo>
                    <a:pt x="531059" y="855671"/>
                  </a:lnTo>
                  <a:lnTo>
                    <a:pt x="533332" y="813101"/>
                  </a:lnTo>
                  <a:close/>
                  <a:moveTo>
                    <a:pt x="533332" y="813101"/>
                  </a:moveTo>
                  <a:lnTo>
                    <a:pt x="574099" y="807046"/>
                  </a:lnTo>
                  <a:lnTo>
                    <a:pt x="540760" y="795733"/>
                  </a:lnTo>
                  <a:close/>
                  <a:moveTo>
                    <a:pt x="574099" y="807046"/>
                  </a:moveTo>
                  <a:lnTo>
                    <a:pt x="575163" y="799783"/>
                  </a:lnTo>
                  <a:lnTo>
                    <a:pt x="540760" y="795733"/>
                  </a:lnTo>
                  <a:close/>
                  <a:moveTo>
                    <a:pt x="744989" y="1061006"/>
                  </a:moveTo>
                  <a:lnTo>
                    <a:pt x="723391" y="1025568"/>
                  </a:lnTo>
                  <a:lnTo>
                    <a:pt x="764468" y="1037625"/>
                  </a:lnTo>
                  <a:close/>
                  <a:moveTo>
                    <a:pt x="764468" y="1037625"/>
                  </a:moveTo>
                  <a:lnTo>
                    <a:pt x="723391" y="1025568"/>
                  </a:lnTo>
                  <a:lnTo>
                    <a:pt x="715281" y="1059674"/>
                  </a:lnTo>
                  <a:close/>
                  <a:moveTo>
                    <a:pt x="795198" y="1093626"/>
                  </a:moveTo>
                  <a:lnTo>
                    <a:pt x="746537" y="1062323"/>
                  </a:lnTo>
                  <a:lnTo>
                    <a:pt x="790837" y="1052424"/>
                  </a:lnTo>
                  <a:close/>
                  <a:moveTo>
                    <a:pt x="745692" y="1063634"/>
                  </a:moveTo>
                  <a:lnTo>
                    <a:pt x="746537" y="1062323"/>
                  </a:lnTo>
                  <a:lnTo>
                    <a:pt x="769092" y="1054915"/>
                  </a:lnTo>
                  <a:close/>
                  <a:moveTo>
                    <a:pt x="414959" y="604336"/>
                  </a:moveTo>
                  <a:lnTo>
                    <a:pt x="378086" y="584508"/>
                  </a:lnTo>
                  <a:lnTo>
                    <a:pt x="376443" y="583475"/>
                  </a:lnTo>
                  <a:close/>
                  <a:moveTo>
                    <a:pt x="982133" y="1132349"/>
                  </a:moveTo>
                  <a:lnTo>
                    <a:pt x="953801" y="1101467"/>
                  </a:lnTo>
                  <a:lnTo>
                    <a:pt x="922664" y="1130790"/>
                  </a:lnTo>
                  <a:close/>
                  <a:moveTo>
                    <a:pt x="906430" y="1098459"/>
                  </a:moveTo>
                  <a:lnTo>
                    <a:pt x="909588" y="1101467"/>
                  </a:lnTo>
                  <a:lnTo>
                    <a:pt x="889912" y="1070802"/>
                  </a:lnTo>
                  <a:close/>
                  <a:moveTo>
                    <a:pt x="909588" y="1101467"/>
                  </a:moveTo>
                  <a:lnTo>
                    <a:pt x="925767" y="1113487"/>
                  </a:lnTo>
                  <a:lnTo>
                    <a:pt x="889912" y="1070802"/>
                  </a:lnTo>
                  <a:close/>
                  <a:moveTo>
                    <a:pt x="906430" y="1098459"/>
                  </a:moveTo>
                  <a:lnTo>
                    <a:pt x="889912" y="1070802"/>
                  </a:lnTo>
                  <a:lnTo>
                    <a:pt x="881861" y="1064712"/>
                  </a:lnTo>
                  <a:close/>
                  <a:moveTo>
                    <a:pt x="728544" y="903314"/>
                  </a:moveTo>
                  <a:lnTo>
                    <a:pt x="781254" y="925974"/>
                  </a:lnTo>
                  <a:lnTo>
                    <a:pt x="788980" y="908487"/>
                  </a:lnTo>
                  <a:close/>
                  <a:moveTo>
                    <a:pt x="728544" y="903314"/>
                  </a:moveTo>
                  <a:lnTo>
                    <a:pt x="788980" y="908487"/>
                  </a:lnTo>
                  <a:lnTo>
                    <a:pt x="751031" y="891180"/>
                  </a:lnTo>
                  <a:close/>
                  <a:moveTo>
                    <a:pt x="690431" y="861365"/>
                  </a:moveTo>
                  <a:lnTo>
                    <a:pt x="719012" y="898120"/>
                  </a:lnTo>
                  <a:lnTo>
                    <a:pt x="734083" y="880937"/>
                  </a:lnTo>
                  <a:close/>
                  <a:moveTo>
                    <a:pt x="50873" y="89510"/>
                  </a:moveTo>
                  <a:lnTo>
                    <a:pt x="50827" y="84292"/>
                  </a:lnTo>
                  <a:lnTo>
                    <a:pt x="38347" y="49691"/>
                  </a:lnTo>
                  <a:close/>
                  <a:moveTo>
                    <a:pt x="804444" y="917692"/>
                  </a:moveTo>
                  <a:lnTo>
                    <a:pt x="844591" y="901571"/>
                  </a:lnTo>
                  <a:lnTo>
                    <a:pt x="788980" y="908487"/>
                  </a:lnTo>
                  <a:close/>
                  <a:moveTo>
                    <a:pt x="788980" y="908487"/>
                  </a:moveTo>
                  <a:lnTo>
                    <a:pt x="844591" y="901571"/>
                  </a:lnTo>
                  <a:lnTo>
                    <a:pt x="845458" y="898866"/>
                  </a:lnTo>
                  <a:close/>
                  <a:moveTo>
                    <a:pt x="789288" y="826998"/>
                  </a:moveTo>
                  <a:lnTo>
                    <a:pt x="791704" y="827984"/>
                  </a:lnTo>
                  <a:lnTo>
                    <a:pt x="790154" y="816670"/>
                  </a:lnTo>
                  <a:close/>
                  <a:moveTo>
                    <a:pt x="794140" y="831574"/>
                  </a:moveTo>
                  <a:lnTo>
                    <a:pt x="791704" y="827984"/>
                  </a:lnTo>
                  <a:lnTo>
                    <a:pt x="789288" y="826998"/>
                  </a:lnTo>
                  <a:close/>
                  <a:moveTo>
                    <a:pt x="115825" y="58538"/>
                  </a:moveTo>
                  <a:lnTo>
                    <a:pt x="144135" y="62610"/>
                  </a:lnTo>
                  <a:lnTo>
                    <a:pt x="141073" y="20352"/>
                  </a:lnTo>
                  <a:close/>
                  <a:moveTo>
                    <a:pt x="115825" y="58538"/>
                  </a:moveTo>
                  <a:lnTo>
                    <a:pt x="141073" y="20352"/>
                  </a:lnTo>
                  <a:lnTo>
                    <a:pt x="106402" y="21451"/>
                  </a:lnTo>
                  <a:close/>
                  <a:moveTo>
                    <a:pt x="106402" y="21451"/>
                  </a:moveTo>
                  <a:lnTo>
                    <a:pt x="141073" y="20352"/>
                  </a:lnTo>
                  <a:lnTo>
                    <a:pt x="105251" y="0"/>
                  </a:lnTo>
                  <a:close/>
                  <a:moveTo>
                    <a:pt x="949853" y="1047528"/>
                  </a:moveTo>
                  <a:lnTo>
                    <a:pt x="923933" y="1025484"/>
                  </a:lnTo>
                  <a:lnTo>
                    <a:pt x="950561" y="1048583"/>
                  </a:lnTo>
                  <a:close/>
                  <a:moveTo>
                    <a:pt x="949853" y="1047528"/>
                  </a:moveTo>
                  <a:lnTo>
                    <a:pt x="931557" y="1010773"/>
                  </a:lnTo>
                  <a:lnTo>
                    <a:pt x="923933" y="1025484"/>
                  </a:lnTo>
                  <a:close/>
                  <a:moveTo>
                    <a:pt x="880731" y="906167"/>
                  </a:moveTo>
                  <a:lnTo>
                    <a:pt x="919633" y="927043"/>
                  </a:lnTo>
                  <a:lnTo>
                    <a:pt x="940162" y="907587"/>
                  </a:lnTo>
                  <a:close/>
                  <a:moveTo>
                    <a:pt x="902620" y="891801"/>
                  </a:moveTo>
                  <a:lnTo>
                    <a:pt x="880731" y="906167"/>
                  </a:lnTo>
                  <a:lnTo>
                    <a:pt x="940162" y="907587"/>
                  </a:lnTo>
                  <a:close/>
                  <a:moveTo>
                    <a:pt x="794140" y="831574"/>
                  </a:moveTo>
                  <a:lnTo>
                    <a:pt x="789288" y="826998"/>
                  </a:lnTo>
                  <a:lnTo>
                    <a:pt x="798423" y="809815"/>
                  </a:lnTo>
                  <a:close/>
                  <a:moveTo>
                    <a:pt x="882928" y="818175"/>
                  </a:moveTo>
                  <a:lnTo>
                    <a:pt x="871994" y="809815"/>
                  </a:lnTo>
                  <a:lnTo>
                    <a:pt x="876207" y="813462"/>
                  </a:lnTo>
                  <a:close/>
                  <a:moveTo>
                    <a:pt x="798423" y="809815"/>
                  </a:moveTo>
                  <a:lnTo>
                    <a:pt x="790154" y="816670"/>
                  </a:lnTo>
                  <a:lnTo>
                    <a:pt x="757293" y="784125"/>
                  </a:lnTo>
                  <a:close/>
                  <a:moveTo>
                    <a:pt x="789288" y="826998"/>
                  </a:moveTo>
                  <a:lnTo>
                    <a:pt x="790154" y="816670"/>
                  </a:lnTo>
                  <a:lnTo>
                    <a:pt x="798423" y="809815"/>
                  </a:lnTo>
                  <a:close/>
                  <a:moveTo>
                    <a:pt x="581463" y="515775"/>
                  </a:moveTo>
                  <a:lnTo>
                    <a:pt x="551100" y="530173"/>
                  </a:lnTo>
                  <a:lnTo>
                    <a:pt x="566431" y="569713"/>
                  </a:lnTo>
                  <a:close/>
                  <a:moveTo>
                    <a:pt x="615112" y="564314"/>
                  </a:moveTo>
                  <a:lnTo>
                    <a:pt x="594257" y="582549"/>
                  </a:lnTo>
                  <a:lnTo>
                    <a:pt x="650975" y="573824"/>
                  </a:lnTo>
                  <a:close/>
                  <a:moveTo>
                    <a:pt x="545636" y="525339"/>
                  </a:moveTo>
                  <a:lnTo>
                    <a:pt x="551100" y="530173"/>
                  </a:lnTo>
                  <a:lnTo>
                    <a:pt x="594417" y="486937"/>
                  </a:lnTo>
                  <a:close/>
                  <a:moveTo>
                    <a:pt x="517402" y="448145"/>
                  </a:moveTo>
                  <a:lnTo>
                    <a:pt x="504024" y="494337"/>
                  </a:lnTo>
                  <a:lnTo>
                    <a:pt x="554836" y="463529"/>
                  </a:lnTo>
                  <a:close/>
                  <a:moveTo>
                    <a:pt x="554836" y="463529"/>
                  </a:moveTo>
                  <a:lnTo>
                    <a:pt x="535121" y="486026"/>
                  </a:lnTo>
                  <a:lnTo>
                    <a:pt x="590264" y="471409"/>
                  </a:lnTo>
                  <a:close/>
                  <a:moveTo>
                    <a:pt x="789048" y="736305"/>
                  </a:moveTo>
                  <a:lnTo>
                    <a:pt x="764518" y="699550"/>
                  </a:lnTo>
                  <a:lnTo>
                    <a:pt x="771647" y="710049"/>
                  </a:lnTo>
                  <a:close/>
                  <a:moveTo>
                    <a:pt x="940162" y="907587"/>
                  </a:moveTo>
                  <a:lnTo>
                    <a:pt x="945684" y="873560"/>
                  </a:lnTo>
                  <a:lnTo>
                    <a:pt x="902620" y="891801"/>
                  </a:lnTo>
                  <a:close/>
                  <a:moveTo>
                    <a:pt x="902620" y="891801"/>
                  </a:moveTo>
                  <a:lnTo>
                    <a:pt x="945684" y="873560"/>
                  </a:lnTo>
                  <a:lnTo>
                    <a:pt x="908589" y="876630"/>
                  </a:lnTo>
                  <a:close/>
                  <a:moveTo>
                    <a:pt x="908589" y="876630"/>
                  </a:moveTo>
                  <a:lnTo>
                    <a:pt x="914811" y="846570"/>
                  </a:lnTo>
                  <a:lnTo>
                    <a:pt x="894757" y="862404"/>
                  </a:lnTo>
                  <a:close/>
                  <a:moveTo>
                    <a:pt x="873761" y="833109"/>
                  </a:moveTo>
                  <a:lnTo>
                    <a:pt x="886614" y="846570"/>
                  </a:lnTo>
                  <a:lnTo>
                    <a:pt x="848353" y="813480"/>
                  </a:lnTo>
                  <a:close/>
                  <a:moveTo>
                    <a:pt x="871994" y="809815"/>
                  </a:moveTo>
                  <a:lnTo>
                    <a:pt x="882928" y="818175"/>
                  </a:lnTo>
                  <a:lnTo>
                    <a:pt x="881896" y="808837"/>
                  </a:lnTo>
                  <a:close/>
                  <a:moveTo>
                    <a:pt x="798035" y="749925"/>
                  </a:moveTo>
                  <a:lnTo>
                    <a:pt x="854991" y="758874"/>
                  </a:lnTo>
                  <a:lnTo>
                    <a:pt x="856617" y="748172"/>
                  </a:lnTo>
                  <a:close/>
                  <a:moveTo>
                    <a:pt x="612728" y="507159"/>
                  </a:moveTo>
                  <a:lnTo>
                    <a:pt x="627438" y="485822"/>
                  </a:lnTo>
                  <a:lnTo>
                    <a:pt x="594417" y="486937"/>
                  </a:lnTo>
                  <a:close/>
                  <a:moveTo>
                    <a:pt x="533040" y="351572"/>
                  </a:moveTo>
                  <a:lnTo>
                    <a:pt x="534664" y="388327"/>
                  </a:lnTo>
                  <a:lnTo>
                    <a:pt x="518209" y="368755"/>
                  </a:lnTo>
                  <a:close/>
                  <a:moveTo>
                    <a:pt x="298569" y="57532"/>
                  </a:moveTo>
                  <a:lnTo>
                    <a:pt x="291238" y="100862"/>
                  </a:lnTo>
                  <a:lnTo>
                    <a:pt x="303374" y="59163"/>
                  </a:lnTo>
                  <a:close/>
                  <a:moveTo>
                    <a:pt x="322303" y="57532"/>
                  </a:moveTo>
                  <a:lnTo>
                    <a:pt x="303374" y="59163"/>
                  </a:lnTo>
                  <a:lnTo>
                    <a:pt x="291238" y="100862"/>
                  </a:lnTo>
                  <a:close/>
                  <a:moveTo>
                    <a:pt x="267193" y="39328"/>
                  </a:moveTo>
                  <a:lnTo>
                    <a:pt x="298569" y="57532"/>
                  </a:lnTo>
                  <a:lnTo>
                    <a:pt x="245123" y="34686"/>
                  </a:lnTo>
                  <a:close/>
                  <a:moveTo>
                    <a:pt x="643701" y="450418"/>
                  </a:moveTo>
                  <a:lnTo>
                    <a:pt x="664209" y="430887"/>
                  </a:lnTo>
                  <a:lnTo>
                    <a:pt x="604195" y="427289"/>
                  </a:lnTo>
                  <a:close/>
                  <a:moveTo>
                    <a:pt x="563954" y="305202"/>
                  </a:moveTo>
                  <a:lnTo>
                    <a:pt x="599049" y="339292"/>
                  </a:lnTo>
                  <a:lnTo>
                    <a:pt x="604116" y="330785"/>
                  </a:lnTo>
                  <a:close/>
                  <a:moveTo>
                    <a:pt x="599049" y="339292"/>
                  </a:moveTo>
                  <a:lnTo>
                    <a:pt x="617135" y="334388"/>
                  </a:lnTo>
                  <a:lnTo>
                    <a:pt x="604116" y="330785"/>
                  </a:lnTo>
                  <a:close/>
                  <a:moveTo>
                    <a:pt x="407089" y="163263"/>
                  </a:moveTo>
                  <a:lnTo>
                    <a:pt x="405205" y="181601"/>
                  </a:lnTo>
                  <a:lnTo>
                    <a:pt x="408782" y="167797"/>
                  </a:lnTo>
                  <a:close/>
                  <a:moveTo>
                    <a:pt x="407089" y="163263"/>
                  </a:moveTo>
                  <a:lnTo>
                    <a:pt x="408782" y="167797"/>
                  </a:lnTo>
                  <a:lnTo>
                    <a:pt x="395549" y="145501"/>
                  </a:lnTo>
                  <a:close/>
                  <a:moveTo>
                    <a:pt x="694447" y="405405"/>
                  </a:moveTo>
                  <a:lnTo>
                    <a:pt x="683881" y="369248"/>
                  </a:lnTo>
                  <a:lnTo>
                    <a:pt x="672737" y="395967"/>
                  </a:lnTo>
                  <a:close/>
                  <a:moveTo>
                    <a:pt x="663709" y="332811"/>
                  </a:moveTo>
                  <a:lnTo>
                    <a:pt x="661388" y="371143"/>
                  </a:lnTo>
                  <a:lnTo>
                    <a:pt x="676635" y="330392"/>
                  </a:lnTo>
                  <a:close/>
                  <a:moveTo>
                    <a:pt x="676635" y="330392"/>
                  </a:moveTo>
                  <a:lnTo>
                    <a:pt x="661388" y="371143"/>
                  </a:lnTo>
                  <a:lnTo>
                    <a:pt x="683881" y="369248"/>
                  </a:lnTo>
                  <a:close/>
                  <a:moveTo>
                    <a:pt x="686670" y="277486"/>
                  </a:moveTo>
                  <a:lnTo>
                    <a:pt x="680753" y="271958"/>
                  </a:lnTo>
                  <a:lnTo>
                    <a:pt x="659744" y="272289"/>
                  </a:lnTo>
                  <a:close/>
                  <a:moveTo>
                    <a:pt x="686670" y="277486"/>
                  </a:moveTo>
                  <a:lnTo>
                    <a:pt x="685583" y="290017"/>
                  </a:lnTo>
                  <a:lnTo>
                    <a:pt x="692643" y="280450"/>
                  </a:lnTo>
                  <a:close/>
                  <a:moveTo>
                    <a:pt x="686670" y="277486"/>
                  </a:moveTo>
                  <a:lnTo>
                    <a:pt x="692643" y="280450"/>
                  </a:lnTo>
                  <a:lnTo>
                    <a:pt x="680753" y="27195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88" name="Input_density__88">
              <a:extLst>
                <a:ext uri="{FF2B5EF4-FFF2-40B4-BE49-F238E27FC236}">
                  <a16:creationId xmlns:a16="http://schemas.microsoft.com/office/drawing/2014/main" id="{E34A490B-30CC-0FC3-38B0-F55E2A26C762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52985"/>
              <a:ext cx="978820" cy="1245667"/>
            </a:xfrm>
            <a:custGeom>
              <a:avLst/>
              <a:gdLst/>
              <a:ahLst/>
              <a:cxnLst/>
              <a:rect l="0" t="0" r="0" b="0"/>
              <a:pathLst>
                <a:path w="978820" h="1245667">
                  <a:moveTo>
                    <a:pt x="3997" y="1109233"/>
                  </a:moveTo>
                  <a:lnTo>
                    <a:pt x="4418" y="1107632"/>
                  </a:lnTo>
                  <a:lnTo>
                    <a:pt x="0" y="1125849"/>
                  </a:lnTo>
                  <a:close/>
                  <a:moveTo>
                    <a:pt x="0" y="1125849"/>
                  </a:moveTo>
                  <a:lnTo>
                    <a:pt x="4418" y="1107632"/>
                  </a:lnTo>
                  <a:lnTo>
                    <a:pt x="26480" y="1071911"/>
                  </a:lnTo>
                  <a:close/>
                  <a:moveTo>
                    <a:pt x="4284" y="1108666"/>
                  </a:moveTo>
                  <a:lnTo>
                    <a:pt x="3997" y="1109233"/>
                  </a:lnTo>
                  <a:lnTo>
                    <a:pt x="5672" y="1112324"/>
                  </a:lnTo>
                  <a:close/>
                  <a:moveTo>
                    <a:pt x="4418" y="1107632"/>
                  </a:moveTo>
                  <a:lnTo>
                    <a:pt x="3997" y="1109233"/>
                  </a:lnTo>
                  <a:lnTo>
                    <a:pt x="4284" y="1108666"/>
                  </a:lnTo>
                  <a:close/>
                  <a:moveTo>
                    <a:pt x="4284" y="1108666"/>
                  </a:moveTo>
                  <a:lnTo>
                    <a:pt x="5672" y="1112324"/>
                  </a:lnTo>
                  <a:lnTo>
                    <a:pt x="16900" y="1098743"/>
                  </a:lnTo>
                  <a:close/>
                  <a:moveTo>
                    <a:pt x="4418" y="1107632"/>
                  </a:moveTo>
                  <a:lnTo>
                    <a:pt x="4284" y="1108666"/>
                  </a:lnTo>
                  <a:lnTo>
                    <a:pt x="16900" y="1098743"/>
                  </a:lnTo>
                  <a:close/>
                  <a:moveTo>
                    <a:pt x="85020" y="1063631"/>
                  </a:moveTo>
                  <a:lnTo>
                    <a:pt x="52690" y="1067331"/>
                  </a:lnTo>
                  <a:lnTo>
                    <a:pt x="105791" y="1045082"/>
                  </a:lnTo>
                  <a:close/>
                  <a:moveTo>
                    <a:pt x="122197" y="983606"/>
                  </a:moveTo>
                  <a:lnTo>
                    <a:pt x="134211" y="995142"/>
                  </a:lnTo>
                  <a:lnTo>
                    <a:pt x="116883" y="990347"/>
                  </a:lnTo>
                  <a:close/>
                  <a:moveTo>
                    <a:pt x="144790" y="970110"/>
                  </a:moveTo>
                  <a:lnTo>
                    <a:pt x="134211" y="995142"/>
                  </a:lnTo>
                  <a:lnTo>
                    <a:pt x="122197" y="983606"/>
                  </a:lnTo>
                  <a:close/>
                  <a:moveTo>
                    <a:pt x="193147" y="930124"/>
                  </a:moveTo>
                  <a:lnTo>
                    <a:pt x="161083" y="973295"/>
                  </a:lnTo>
                  <a:lnTo>
                    <a:pt x="177199" y="966423"/>
                  </a:lnTo>
                  <a:close/>
                  <a:moveTo>
                    <a:pt x="144790" y="970110"/>
                  </a:moveTo>
                  <a:lnTo>
                    <a:pt x="161083" y="973295"/>
                  </a:lnTo>
                  <a:lnTo>
                    <a:pt x="193147" y="930124"/>
                  </a:lnTo>
                  <a:close/>
                  <a:moveTo>
                    <a:pt x="194779" y="929668"/>
                  </a:moveTo>
                  <a:lnTo>
                    <a:pt x="207063" y="885945"/>
                  </a:lnTo>
                  <a:lnTo>
                    <a:pt x="209345" y="875729"/>
                  </a:lnTo>
                  <a:close/>
                  <a:moveTo>
                    <a:pt x="386020" y="881119"/>
                  </a:moveTo>
                  <a:lnTo>
                    <a:pt x="395978" y="914873"/>
                  </a:lnTo>
                  <a:lnTo>
                    <a:pt x="385973" y="878117"/>
                  </a:lnTo>
                  <a:close/>
                  <a:moveTo>
                    <a:pt x="261979" y="855950"/>
                  </a:moveTo>
                  <a:lnTo>
                    <a:pt x="303305" y="804694"/>
                  </a:lnTo>
                  <a:lnTo>
                    <a:pt x="262413" y="810850"/>
                  </a:lnTo>
                  <a:close/>
                  <a:moveTo>
                    <a:pt x="303305" y="804694"/>
                  </a:moveTo>
                  <a:lnTo>
                    <a:pt x="342596" y="826534"/>
                  </a:lnTo>
                  <a:lnTo>
                    <a:pt x="303662" y="804608"/>
                  </a:lnTo>
                  <a:close/>
                  <a:moveTo>
                    <a:pt x="262413" y="810850"/>
                  </a:moveTo>
                  <a:lnTo>
                    <a:pt x="303305" y="804694"/>
                  </a:lnTo>
                  <a:lnTo>
                    <a:pt x="293377" y="768019"/>
                  </a:lnTo>
                  <a:close/>
                  <a:moveTo>
                    <a:pt x="303662" y="804608"/>
                  </a:moveTo>
                  <a:lnTo>
                    <a:pt x="328122" y="772418"/>
                  </a:lnTo>
                  <a:lnTo>
                    <a:pt x="303305" y="804694"/>
                  </a:lnTo>
                  <a:close/>
                  <a:moveTo>
                    <a:pt x="303305" y="804694"/>
                  </a:moveTo>
                  <a:lnTo>
                    <a:pt x="328122" y="772418"/>
                  </a:lnTo>
                  <a:lnTo>
                    <a:pt x="322804" y="771184"/>
                  </a:lnTo>
                  <a:close/>
                  <a:moveTo>
                    <a:pt x="303305" y="804694"/>
                  </a:moveTo>
                  <a:lnTo>
                    <a:pt x="322804" y="771184"/>
                  </a:lnTo>
                  <a:lnTo>
                    <a:pt x="293377" y="768019"/>
                  </a:lnTo>
                  <a:close/>
                  <a:moveTo>
                    <a:pt x="266169" y="761570"/>
                  </a:moveTo>
                  <a:lnTo>
                    <a:pt x="250019" y="776180"/>
                  </a:lnTo>
                  <a:lnTo>
                    <a:pt x="293377" y="768019"/>
                  </a:lnTo>
                  <a:close/>
                  <a:moveTo>
                    <a:pt x="189198" y="694343"/>
                  </a:moveTo>
                  <a:lnTo>
                    <a:pt x="182768" y="657588"/>
                  </a:lnTo>
                  <a:lnTo>
                    <a:pt x="188242" y="665074"/>
                  </a:lnTo>
                  <a:close/>
                  <a:moveTo>
                    <a:pt x="188242" y="665074"/>
                  </a:moveTo>
                  <a:lnTo>
                    <a:pt x="182768" y="657588"/>
                  </a:lnTo>
                  <a:lnTo>
                    <a:pt x="193170" y="641582"/>
                  </a:lnTo>
                  <a:close/>
                  <a:moveTo>
                    <a:pt x="682830" y="1226579"/>
                  </a:moveTo>
                  <a:lnTo>
                    <a:pt x="672279" y="1245667"/>
                  </a:lnTo>
                  <a:lnTo>
                    <a:pt x="704055" y="1232563"/>
                  </a:lnTo>
                  <a:close/>
                  <a:moveTo>
                    <a:pt x="400714" y="913920"/>
                  </a:moveTo>
                  <a:lnTo>
                    <a:pt x="400154" y="917157"/>
                  </a:lnTo>
                  <a:lnTo>
                    <a:pt x="444759" y="897689"/>
                  </a:lnTo>
                  <a:close/>
                  <a:moveTo>
                    <a:pt x="395978" y="914873"/>
                  </a:moveTo>
                  <a:lnTo>
                    <a:pt x="400154" y="917157"/>
                  </a:lnTo>
                  <a:lnTo>
                    <a:pt x="400714" y="913920"/>
                  </a:lnTo>
                  <a:close/>
                  <a:moveTo>
                    <a:pt x="385973" y="878117"/>
                  </a:moveTo>
                  <a:lnTo>
                    <a:pt x="395978" y="914873"/>
                  </a:lnTo>
                  <a:lnTo>
                    <a:pt x="400714" y="913920"/>
                  </a:lnTo>
                  <a:close/>
                  <a:moveTo>
                    <a:pt x="444759" y="897689"/>
                  </a:moveTo>
                  <a:lnTo>
                    <a:pt x="436025" y="860934"/>
                  </a:lnTo>
                  <a:lnTo>
                    <a:pt x="400714" y="913920"/>
                  </a:lnTo>
                  <a:close/>
                  <a:moveTo>
                    <a:pt x="436025" y="860934"/>
                  </a:moveTo>
                  <a:lnTo>
                    <a:pt x="395076" y="873757"/>
                  </a:lnTo>
                  <a:lnTo>
                    <a:pt x="400714" y="913920"/>
                  </a:lnTo>
                  <a:close/>
                  <a:moveTo>
                    <a:pt x="368675" y="787424"/>
                  </a:moveTo>
                  <a:lnTo>
                    <a:pt x="342596" y="826534"/>
                  </a:lnTo>
                  <a:lnTo>
                    <a:pt x="356379" y="841363"/>
                  </a:lnTo>
                  <a:close/>
                  <a:moveTo>
                    <a:pt x="368675" y="787424"/>
                  </a:moveTo>
                  <a:lnTo>
                    <a:pt x="356379" y="841363"/>
                  </a:lnTo>
                  <a:lnTo>
                    <a:pt x="380967" y="824179"/>
                  </a:lnTo>
                  <a:close/>
                  <a:moveTo>
                    <a:pt x="303662" y="804608"/>
                  </a:moveTo>
                  <a:lnTo>
                    <a:pt x="342596" y="826534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03662" y="804608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50805" y="793166"/>
                  </a:lnTo>
                  <a:lnTo>
                    <a:pt x="384187" y="761250"/>
                  </a:lnTo>
                  <a:close/>
                  <a:moveTo>
                    <a:pt x="240490" y="604938"/>
                  </a:moveTo>
                  <a:lnTo>
                    <a:pt x="243723" y="609808"/>
                  </a:lnTo>
                  <a:lnTo>
                    <a:pt x="279958" y="620708"/>
                  </a:lnTo>
                  <a:close/>
                  <a:moveTo>
                    <a:pt x="704664" y="1154974"/>
                  </a:moveTo>
                  <a:lnTo>
                    <a:pt x="728959" y="1191729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04664" y="1154974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30993" y="1137790"/>
                  </a:lnTo>
                  <a:lnTo>
                    <a:pt x="708940" y="1101036"/>
                  </a:lnTo>
                  <a:close/>
                  <a:moveTo>
                    <a:pt x="708940" y="1101036"/>
                  </a:moveTo>
                  <a:lnTo>
                    <a:pt x="669844" y="1081464"/>
                  </a:lnTo>
                  <a:lnTo>
                    <a:pt x="686898" y="1118219"/>
                  </a:lnTo>
                  <a:close/>
                  <a:moveTo>
                    <a:pt x="436025" y="860934"/>
                  </a:moveTo>
                  <a:lnTo>
                    <a:pt x="459425" y="893277"/>
                  </a:lnTo>
                  <a:lnTo>
                    <a:pt x="446978" y="858650"/>
                  </a:lnTo>
                  <a:close/>
                  <a:moveTo>
                    <a:pt x="436025" y="860934"/>
                  </a:moveTo>
                  <a:lnTo>
                    <a:pt x="444759" y="897689"/>
                  </a:lnTo>
                  <a:lnTo>
                    <a:pt x="459425" y="893277"/>
                  </a:lnTo>
                  <a:close/>
                  <a:moveTo>
                    <a:pt x="446978" y="858650"/>
                  </a:moveTo>
                  <a:lnTo>
                    <a:pt x="459425" y="893277"/>
                  </a:lnTo>
                  <a:lnTo>
                    <a:pt x="483619" y="855949"/>
                  </a:lnTo>
                  <a:close/>
                  <a:moveTo>
                    <a:pt x="446978" y="858650"/>
                  </a:moveTo>
                  <a:lnTo>
                    <a:pt x="408213" y="851079"/>
                  </a:lnTo>
                  <a:lnTo>
                    <a:pt x="436025" y="860934"/>
                  </a:lnTo>
                  <a:close/>
                  <a:moveTo>
                    <a:pt x="415713" y="812232"/>
                  </a:moveTo>
                  <a:lnTo>
                    <a:pt x="408213" y="851079"/>
                  </a:lnTo>
                  <a:lnTo>
                    <a:pt x="446978" y="858650"/>
                  </a:lnTo>
                  <a:close/>
                  <a:moveTo>
                    <a:pt x="368675" y="787424"/>
                  </a:moveTo>
                  <a:lnTo>
                    <a:pt x="380967" y="824179"/>
                  </a:lnTo>
                  <a:lnTo>
                    <a:pt x="415713" y="812232"/>
                  </a:lnTo>
                  <a:close/>
                  <a:moveTo>
                    <a:pt x="415713" y="812232"/>
                  </a:moveTo>
                  <a:lnTo>
                    <a:pt x="443258" y="816927"/>
                  </a:lnTo>
                  <a:lnTo>
                    <a:pt x="445482" y="770372"/>
                  </a:lnTo>
                  <a:close/>
                  <a:moveTo>
                    <a:pt x="279958" y="620708"/>
                  </a:moveTo>
                  <a:lnTo>
                    <a:pt x="243723" y="609808"/>
                  </a:lnTo>
                  <a:lnTo>
                    <a:pt x="302093" y="607260"/>
                  </a:lnTo>
                  <a:close/>
                  <a:moveTo>
                    <a:pt x="279958" y="620708"/>
                  </a:moveTo>
                  <a:lnTo>
                    <a:pt x="302093" y="607260"/>
                  </a:lnTo>
                  <a:lnTo>
                    <a:pt x="296214" y="603649"/>
                  </a:lnTo>
                  <a:close/>
                  <a:moveTo>
                    <a:pt x="302093" y="607260"/>
                  </a:moveTo>
                  <a:lnTo>
                    <a:pt x="327268" y="586466"/>
                  </a:lnTo>
                  <a:lnTo>
                    <a:pt x="296214" y="603649"/>
                  </a:lnTo>
                  <a:close/>
                  <a:moveTo>
                    <a:pt x="730993" y="1137790"/>
                  </a:moveTo>
                  <a:lnTo>
                    <a:pt x="749629" y="1159334"/>
                  </a:lnTo>
                  <a:lnTo>
                    <a:pt x="752548" y="1130733"/>
                  </a:lnTo>
                  <a:close/>
                  <a:moveTo>
                    <a:pt x="708940" y="1101036"/>
                  </a:moveTo>
                  <a:lnTo>
                    <a:pt x="752548" y="1130733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30993" y="1137790"/>
                  </a:lnTo>
                  <a:lnTo>
                    <a:pt x="752548" y="1130733"/>
                  </a:lnTo>
                  <a:close/>
                  <a:moveTo>
                    <a:pt x="790410" y="1127040"/>
                  </a:moveTo>
                  <a:lnTo>
                    <a:pt x="752548" y="1130733"/>
                  </a:lnTo>
                  <a:lnTo>
                    <a:pt x="749629" y="1159334"/>
                  </a:lnTo>
                  <a:close/>
                  <a:moveTo>
                    <a:pt x="752548" y="1130733"/>
                  </a:moveTo>
                  <a:lnTo>
                    <a:pt x="790410" y="1127040"/>
                  </a:lnTo>
                  <a:lnTo>
                    <a:pt x="784408" y="1087172"/>
                  </a:lnTo>
                  <a:close/>
                  <a:moveTo>
                    <a:pt x="752548" y="1130733"/>
                  </a:moveTo>
                  <a:lnTo>
                    <a:pt x="784408" y="1087172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47511" y="1090081"/>
                  </a:lnTo>
                  <a:lnTo>
                    <a:pt x="698118" y="1091322"/>
                  </a:lnTo>
                  <a:close/>
                  <a:moveTo>
                    <a:pt x="483325" y="753057"/>
                  </a:moveTo>
                  <a:lnTo>
                    <a:pt x="485737" y="795571"/>
                  </a:lnTo>
                  <a:lnTo>
                    <a:pt x="505203" y="772141"/>
                  </a:lnTo>
                  <a:close/>
                  <a:moveTo>
                    <a:pt x="483325" y="753057"/>
                  </a:moveTo>
                  <a:lnTo>
                    <a:pt x="445742" y="770241"/>
                  </a:lnTo>
                  <a:lnTo>
                    <a:pt x="485737" y="795571"/>
                  </a:lnTo>
                  <a:close/>
                  <a:moveTo>
                    <a:pt x="493081" y="726821"/>
                  </a:moveTo>
                  <a:lnTo>
                    <a:pt x="473280" y="748993"/>
                  </a:lnTo>
                  <a:lnTo>
                    <a:pt x="445742" y="770241"/>
                  </a:lnTo>
                  <a:close/>
                  <a:moveTo>
                    <a:pt x="335803" y="581627"/>
                  </a:moveTo>
                  <a:lnTo>
                    <a:pt x="327268" y="586466"/>
                  </a:lnTo>
                  <a:lnTo>
                    <a:pt x="351808" y="572352"/>
                  </a:lnTo>
                  <a:close/>
                  <a:moveTo>
                    <a:pt x="351808" y="572352"/>
                  </a:moveTo>
                  <a:lnTo>
                    <a:pt x="302093" y="607260"/>
                  </a:lnTo>
                  <a:lnTo>
                    <a:pt x="321971" y="585372"/>
                  </a:lnTo>
                  <a:close/>
                  <a:moveTo>
                    <a:pt x="335803" y="581627"/>
                  </a:moveTo>
                  <a:lnTo>
                    <a:pt x="351808" y="572352"/>
                  </a:lnTo>
                  <a:lnTo>
                    <a:pt x="378086" y="569282"/>
                  </a:lnTo>
                  <a:close/>
                  <a:moveTo>
                    <a:pt x="208319" y="469764"/>
                  </a:moveTo>
                  <a:lnTo>
                    <a:pt x="254715" y="459132"/>
                  </a:lnTo>
                  <a:lnTo>
                    <a:pt x="231577" y="468188"/>
                  </a:lnTo>
                  <a:close/>
                  <a:moveTo>
                    <a:pt x="254715" y="459132"/>
                  </a:moveTo>
                  <a:lnTo>
                    <a:pt x="208319" y="469764"/>
                  </a:lnTo>
                  <a:lnTo>
                    <a:pt x="254868" y="459060"/>
                  </a:lnTo>
                  <a:close/>
                  <a:moveTo>
                    <a:pt x="286563" y="452988"/>
                  </a:moveTo>
                  <a:lnTo>
                    <a:pt x="254715" y="459132"/>
                  </a:lnTo>
                  <a:lnTo>
                    <a:pt x="255078" y="459017"/>
                  </a:lnTo>
                  <a:close/>
                  <a:moveTo>
                    <a:pt x="231577" y="468188"/>
                  </a:moveTo>
                  <a:lnTo>
                    <a:pt x="254715" y="459132"/>
                  </a:lnTo>
                  <a:lnTo>
                    <a:pt x="286563" y="452988"/>
                  </a:lnTo>
                  <a:close/>
                  <a:moveTo>
                    <a:pt x="254715" y="459132"/>
                  </a:moveTo>
                  <a:lnTo>
                    <a:pt x="254868" y="459060"/>
                  </a:lnTo>
                  <a:lnTo>
                    <a:pt x="255078" y="459017"/>
                  </a:lnTo>
                  <a:close/>
                  <a:moveTo>
                    <a:pt x="818546" y="1120607"/>
                  </a:moveTo>
                  <a:lnTo>
                    <a:pt x="828808" y="1157362"/>
                  </a:lnTo>
                  <a:lnTo>
                    <a:pt x="832111" y="1140179"/>
                  </a:lnTo>
                  <a:close/>
                  <a:moveTo>
                    <a:pt x="483325" y="753057"/>
                  </a:moveTo>
                  <a:lnTo>
                    <a:pt x="509355" y="700786"/>
                  </a:lnTo>
                  <a:lnTo>
                    <a:pt x="493081" y="726821"/>
                  </a:lnTo>
                  <a:close/>
                  <a:moveTo>
                    <a:pt x="834201" y="939220"/>
                  </a:moveTo>
                  <a:lnTo>
                    <a:pt x="818347" y="974693"/>
                  </a:lnTo>
                  <a:lnTo>
                    <a:pt x="834784" y="939938"/>
                  </a:lnTo>
                  <a:close/>
                  <a:moveTo>
                    <a:pt x="971272" y="1069057"/>
                  </a:moveTo>
                  <a:lnTo>
                    <a:pt x="964740" y="1052093"/>
                  </a:lnTo>
                  <a:lnTo>
                    <a:pt x="953801" y="1086241"/>
                  </a:lnTo>
                  <a:close/>
                  <a:moveTo>
                    <a:pt x="834201" y="939220"/>
                  </a:moveTo>
                  <a:lnTo>
                    <a:pt x="834784" y="939938"/>
                  </a:lnTo>
                  <a:lnTo>
                    <a:pt x="834897" y="938973"/>
                  </a:lnTo>
                  <a:close/>
                  <a:moveTo>
                    <a:pt x="804444" y="902466"/>
                  </a:moveTo>
                  <a:lnTo>
                    <a:pt x="834201" y="939220"/>
                  </a:lnTo>
                  <a:lnTo>
                    <a:pt x="834897" y="938973"/>
                  </a:lnTo>
                  <a:close/>
                  <a:moveTo>
                    <a:pt x="873092" y="935009"/>
                  </a:moveTo>
                  <a:lnTo>
                    <a:pt x="834784" y="939938"/>
                  </a:lnTo>
                  <a:lnTo>
                    <a:pt x="877716" y="975877"/>
                  </a:lnTo>
                  <a:close/>
                  <a:moveTo>
                    <a:pt x="873092" y="935009"/>
                  </a:moveTo>
                  <a:lnTo>
                    <a:pt x="834897" y="938973"/>
                  </a:lnTo>
                  <a:lnTo>
                    <a:pt x="834784" y="939938"/>
                  </a:lnTo>
                  <a:close/>
                  <a:moveTo>
                    <a:pt x="791765" y="767961"/>
                  </a:moveTo>
                  <a:lnTo>
                    <a:pt x="776573" y="750666"/>
                  </a:lnTo>
                  <a:lnTo>
                    <a:pt x="757293" y="768899"/>
                  </a:lnTo>
                  <a:close/>
                  <a:moveTo>
                    <a:pt x="845810" y="788747"/>
                  </a:moveTo>
                  <a:lnTo>
                    <a:pt x="813484" y="757834"/>
                  </a:lnTo>
                  <a:lnTo>
                    <a:pt x="790154" y="801444"/>
                  </a:lnTo>
                  <a:close/>
                  <a:moveTo>
                    <a:pt x="798035" y="734699"/>
                  </a:moveTo>
                  <a:lnTo>
                    <a:pt x="781204" y="731800"/>
                  </a:lnTo>
                  <a:lnTo>
                    <a:pt x="813484" y="757834"/>
                  </a:lnTo>
                  <a:close/>
                  <a:moveTo>
                    <a:pt x="813484" y="757834"/>
                  </a:moveTo>
                  <a:lnTo>
                    <a:pt x="781204" y="731800"/>
                  </a:lnTo>
                  <a:lnTo>
                    <a:pt x="775952" y="738262"/>
                  </a:lnTo>
                  <a:close/>
                  <a:moveTo>
                    <a:pt x="776573" y="750666"/>
                  </a:moveTo>
                  <a:lnTo>
                    <a:pt x="791765" y="767961"/>
                  </a:lnTo>
                  <a:lnTo>
                    <a:pt x="813484" y="757834"/>
                  </a:lnTo>
                  <a:close/>
                  <a:moveTo>
                    <a:pt x="775952" y="738262"/>
                  </a:moveTo>
                  <a:lnTo>
                    <a:pt x="776573" y="750666"/>
                  </a:lnTo>
                  <a:lnTo>
                    <a:pt x="813484" y="757834"/>
                  </a:lnTo>
                  <a:close/>
                  <a:moveTo>
                    <a:pt x="594417" y="471711"/>
                  </a:moveTo>
                  <a:lnTo>
                    <a:pt x="551100" y="514947"/>
                  </a:lnTo>
                  <a:lnTo>
                    <a:pt x="581463" y="500549"/>
                  </a:lnTo>
                  <a:close/>
                  <a:moveTo>
                    <a:pt x="268781" y="179215"/>
                  </a:moveTo>
                  <a:lnTo>
                    <a:pt x="310148" y="172672"/>
                  </a:lnTo>
                  <a:lnTo>
                    <a:pt x="288062" y="145880"/>
                  </a:lnTo>
                  <a:close/>
                  <a:moveTo>
                    <a:pt x="235014" y="0"/>
                  </a:moveTo>
                  <a:lnTo>
                    <a:pt x="211372" y="39917"/>
                  </a:lnTo>
                  <a:lnTo>
                    <a:pt x="230176" y="22734"/>
                  </a:lnTo>
                  <a:close/>
                  <a:moveTo>
                    <a:pt x="554836" y="448302"/>
                  </a:moveTo>
                  <a:lnTo>
                    <a:pt x="602016" y="409855"/>
                  </a:lnTo>
                  <a:lnTo>
                    <a:pt x="554583" y="422621"/>
                  </a:lnTo>
                  <a:close/>
                  <a:moveTo>
                    <a:pt x="604195" y="412063"/>
                  </a:moveTo>
                  <a:lnTo>
                    <a:pt x="602016" y="409855"/>
                  </a:lnTo>
                  <a:lnTo>
                    <a:pt x="554836" y="448302"/>
                  </a:lnTo>
                  <a:close/>
                  <a:moveTo>
                    <a:pt x="590264" y="456183"/>
                  </a:moveTo>
                  <a:lnTo>
                    <a:pt x="604195" y="412063"/>
                  </a:lnTo>
                  <a:lnTo>
                    <a:pt x="554836" y="448302"/>
                  </a:lnTo>
                  <a:close/>
                  <a:moveTo>
                    <a:pt x="540092" y="393176"/>
                  </a:moveTo>
                  <a:lnTo>
                    <a:pt x="554583" y="422621"/>
                  </a:lnTo>
                  <a:lnTo>
                    <a:pt x="542037" y="390284"/>
                  </a:lnTo>
                  <a:close/>
                  <a:moveTo>
                    <a:pt x="542037" y="390284"/>
                  </a:moveTo>
                  <a:lnTo>
                    <a:pt x="554583" y="422621"/>
                  </a:lnTo>
                  <a:lnTo>
                    <a:pt x="602016" y="409855"/>
                  </a:lnTo>
                  <a:close/>
                  <a:moveTo>
                    <a:pt x="542037" y="390284"/>
                  </a:moveTo>
                  <a:lnTo>
                    <a:pt x="602016" y="409855"/>
                  </a:lnTo>
                  <a:lnTo>
                    <a:pt x="581445" y="373101"/>
                  </a:lnTo>
                  <a:close/>
                  <a:moveTo>
                    <a:pt x="534301" y="353529"/>
                  </a:moveTo>
                  <a:lnTo>
                    <a:pt x="542037" y="390284"/>
                  </a:lnTo>
                  <a:lnTo>
                    <a:pt x="581445" y="373101"/>
                  </a:lnTo>
                  <a:close/>
                  <a:moveTo>
                    <a:pt x="529207" y="316774"/>
                  </a:moveTo>
                  <a:lnTo>
                    <a:pt x="567994" y="336346"/>
                  </a:lnTo>
                  <a:lnTo>
                    <a:pt x="553095" y="299590"/>
                  </a:lnTo>
                  <a:close/>
                  <a:moveTo>
                    <a:pt x="363336" y="156519"/>
                  </a:moveTo>
                  <a:lnTo>
                    <a:pt x="405205" y="166375"/>
                  </a:lnTo>
                  <a:lnTo>
                    <a:pt x="387425" y="152571"/>
                  </a:lnTo>
                  <a:close/>
                  <a:moveTo>
                    <a:pt x="387425" y="152571"/>
                  </a:moveTo>
                  <a:lnTo>
                    <a:pt x="395549" y="130275"/>
                  </a:lnTo>
                  <a:lnTo>
                    <a:pt x="363336" y="156519"/>
                  </a:lnTo>
                  <a:close/>
                  <a:moveTo>
                    <a:pt x="363336" y="156519"/>
                  </a:moveTo>
                  <a:lnTo>
                    <a:pt x="395549" y="130275"/>
                  </a:lnTo>
                  <a:lnTo>
                    <a:pt x="389014" y="117985"/>
                  </a:lnTo>
                  <a:close/>
                  <a:moveTo>
                    <a:pt x="348990" y="123435"/>
                  </a:moveTo>
                  <a:lnTo>
                    <a:pt x="389014" y="117985"/>
                  </a:lnTo>
                  <a:lnTo>
                    <a:pt x="376444" y="83456"/>
                  </a:lnTo>
                  <a:close/>
                  <a:moveTo>
                    <a:pt x="322303" y="42306"/>
                  </a:moveTo>
                  <a:lnTo>
                    <a:pt x="322127" y="96244"/>
                  </a:lnTo>
                  <a:lnTo>
                    <a:pt x="340981" y="50830"/>
                  </a:lnTo>
                  <a:close/>
                  <a:moveTo>
                    <a:pt x="331296" y="93073"/>
                  </a:moveTo>
                  <a:lnTo>
                    <a:pt x="376444" y="83456"/>
                  </a:lnTo>
                  <a:lnTo>
                    <a:pt x="340981" y="50830"/>
                  </a:lnTo>
                  <a:close/>
                  <a:moveTo>
                    <a:pt x="245123" y="19460"/>
                  </a:moveTo>
                  <a:lnTo>
                    <a:pt x="230176" y="22734"/>
                  </a:lnTo>
                  <a:lnTo>
                    <a:pt x="215461" y="51470"/>
                  </a:lnTo>
                  <a:close/>
                  <a:moveTo>
                    <a:pt x="322303" y="42306"/>
                  </a:moveTo>
                  <a:lnTo>
                    <a:pt x="335457" y="30176"/>
                  </a:lnTo>
                  <a:lnTo>
                    <a:pt x="303374" y="43937"/>
                  </a:lnTo>
                  <a:close/>
                  <a:moveTo>
                    <a:pt x="303374" y="43937"/>
                  </a:moveTo>
                  <a:lnTo>
                    <a:pt x="335457" y="30176"/>
                  </a:lnTo>
                  <a:lnTo>
                    <a:pt x="322827" y="10463"/>
                  </a:lnTo>
                  <a:close/>
                  <a:moveTo>
                    <a:pt x="303374" y="43937"/>
                  </a:moveTo>
                  <a:lnTo>
                    <a:pt x="322827" y="10463"/>
                  </a:lnTo>
                  <a:lnTo>
                    <a:pt x="284969" y="14154"/>
                  </a:lnTo>
                  <a:close/>
                  <a:moveTo>
                    <a:pt x="245123" y="19460"/>
                  </a:moveTo>
                  <a:lnTo>
                    <a:pt x="303374" y="43937"/>
                  </a:lnTo>
                  <a:lnTo>
                    <a:pt x="284969" y="14154"/>
                  </a:lnTo>
                  <a:close/>
                  <a:moveTo>
                    <a:pt x="836456" y="561359"/>
                  </a:moveTo>
                  <a:lnTo>
                    <a:pt x="813182" y="593631"/>
                  </a:lnTo>
                  <a:lnTo>
                    <a:pt x="827742" y="576447"/>
                  </a:lnTo>
                  <a:close/>
                  <a:moveTo>
                    <a:pt x="602016" y="409855"/>
                  </a:moveTo>
                  <a:lnTo>
                    <a:pt x="604195" y="412063"/>
                  </a:lnTo>
                  <a:lnTo>
                    <a:pt x="605115" y="408627"/>
                  </a:lnTo>
                  <a:close/>
                  <a:moveTo>
                    <a:pt x="581445" y="373101"/>
                  </a:moveTo>
                  <a:lnTo>
                    <a:pt x="602016" y="409855"/>
                  </a:lnTo>
                  <a:lnTo>
                    <a:pt x="605115" y="408627"/>
                  </a:lnTo>
                  <a:close/>
                  <a:moveTo>
                    <a:pt x="567994" y="336346"/>
                  </a:moveTo>
                  <a:lnTo>
                    <a:pt x="599697" y="368286"/>
                  </a:lnTo>
                  <a:lnTo>
                    <a:pt x="599049" y="324066"/>
                  </a:lnTo>
                  <a:close/>
                  <a:moveTo>
                    <a:pt x="646761" y="350425"/>
                  </a:moveTo>
                  <a:lnTo>
                    <a:pt x="617135" y="319162"/>
                  </a:lnTo>
                  <a:lnTo>
                    <a:pt x="647106" y="356831"/>
                  </a:lnTo>
                  <a:close/>
                  <a:moveTo>
                    <a:pt x="647106" y="356831"/>
                  </a:moveTo>
                  <a:lnTo>
                    <a:pt x="599049" y="324066"/>
                  </a:lnTo>
                  <a:lnTo>
                    <a:pt x="599697" y="368286"/>
                  </a:lnTo>
                  <a:close/>
                  <a:moveTo>
                    <a:pt x="567994" y="336346"/>
                  </a:moveTo>
                  <a:lnTo>
                    <a:pt x="599049" y="324066"/>
                  </a:lnTo>
                  <a:lnTo>
                    <a:pt x="553095" y="299590"/>
                  </a:lnTo>
                  <a:close/>
                  <a:moveTo>
                    <a:pt x="322303" y="42306"/>
                  </a:moveTo>
                  <a:lnTo>
                    <a:pt x="340981" y="50830"/>
                  </a:lnTo>
                  <a:lnTo>
                    <a:pt x="348775" y="34115"/>
                  </a:lnTo>
                  <a:close/>
                  <a:moveTo>
                    <a:pt x="348775" y="34115"/>
                  </a:moveTo>
                  <a:lnTo>
                    <a:pt x="364258" y="13282"/>
                  </a:lnTo>
                  <a:lnTo>
                    <a:pt x="335457" y="30176"/>
                  </a:lnTo>
                  <a:close/>
                  <a:moveTo>
                    <a:pt x="850408" y="568386"/>
                  </a:moveTo>
                  <a:lnTo>
                    <a:pt x="827742" y="576447"/>
                  </a:lnTo>
                  <a:lnTo>
                    <a:pt x="861696" y="603956"/>
                  </a:lnTo>
                  <a:close/>
                  <a:moveTo>
                    <a:pt x="873931" y="559264"/>
                  </a:moveTo>
                  <a:lnTo>
                    <a:pt x="850408" y="568386"/>
                  </a:lnTo>
                  <a:lnTo>
                    <a:pt x="861696" y="603956"/>
                  </a:lnTo>
                  <a:close/>
                  <a:moveTo>
                    <a:pt x="646761" y="350425"/>
                  </a:moveTo>
                  <a:lnTo>
                    <a:pt x="661388" y="355917"/>
                  </a:lnTo>
                  <a:lnTo>
                    <a:pt x="663709" y="317585"/>
                  </a:lnTo>
                  <a:close/>
                  <a:moveTo>
                    <a:pt x="923615" y="518299"/>
                  </a:moveTo>
                  <a:lnTo>
                    <a:pt x="953930" y="542080"/>
                  </a:lnTo>
                  <a:lnTo>
                    <a:pt x="978820" y="545253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89" name="Input_density__89">
              <a:extLst>
                <a:ext uri="{FF2B5EF4-FFF2-40B4-BE49-F238E27FC236}">
                  <a16:creationId xmlns:a16="http://schemas.microsoft.com/office/drawing/2014/main" id="{2B0B3499-B0B8-59B4-FB7B-F07C3D0145D6}"/>
                </a:ext>
              </a:extLst>
            </p:cNvPr>
            <p:cNvSpPr>
              <a:spLocks noGrp="1"/>
            </p:cNvSpPr>
            <p:nvPr/>
          </p:nvSpPr>
          <p:spPr>
            <a:xfrm>
              <a:off x="960437" y="2243164"/>
              <a:ext cx="1000620" cy="788020"/>
            </a:xfrm>
            <a:custGeom>
              <a:avLst/>
              <a:gdLst/>
              <a:ahLst/>
              <a:cxnLst/>
              <a:rect l="0" t="0" r="0" b="0"/>
              <a:pathLst>
                <a:path w="1000620" h="788020">
                  <a:moveTo>
                    <a:pt x="23465" y="755242"/>
                  </a:moveTo>
                  <a:lnTo>
                    <a:pt x="0" y="758325"/>
                  </a:lnTo>
                  <a:lnTo>
                    <a:pt x="36716" y="753763"/>
                  </a:lnTo>
                  <a:close/>
                  <a:moveTo>
                    <a:pt x="23465" y="755242"/>
                  </a:moveTo>
                  <a:lnTo>
                    <a:pt x="5174" y="760408"/>
                  </a:lnTo>
                  <a:lnTo>
                    <a:pt x="0" y="758325"/>
                  </a:lnTo>
                  <a:close/>
                  <a:moveTo>
                    <a:pt x="38910" y="753780"/>
                  </a:moveTo>
                  <a:lnTo>
                    <a:pt x="23465" y="755242"/>
                  </a:lnTo>
                  <a:lnTo>
                    <a:pt x="36716" y="753763"/>
                  </a:lnTo>
                  <a:close/>
                  <a:moveTo>
                    <a:pt x="142245" y="666937"/>
                  </a:moveTo>
                  <a:lnTo>
                    <a:pt x="156705" y="664602"/>
                  </a:lnTo>
                  <a:lnTo>
                    <a:pt x="176394" y="642009"/>
                  </a:lnTo>
                  <a:close/>
                  <a:moveTo>
                    <a:pt x="122446" y="230653"/>
                  </a:moveTo>
                  <a:lnTo>
                    <a:pt x="127690" y="199659"/>
                  </a:lnTo>
                  <a:lnTo>
                    <a:pt x="118408" y="224020"/>
                  </a:lnTo>
                  <a:close/>
                  <a:moveTo>
                    <a:pt x="139114" y="176715"/>
                  </a:moveTo>
                  <a:lnTo>
                    <a:pt x="127690" y="199659"/>
                  </a:lnTo>
                  <a:lnTo>
                    <a:pt x="122446" y="230653"/>
                  </a:lnTo>
                  <a:close/>
                  <a:moveTo>
                    <a:pt x="120381" y="193899"/>
                  </a:moveTo>
                  <a:lnTo>
                    <a:pt x="139114" y="176715"/>
                  </a:lnTo>
                  <a:lnTo>
                    <a:pt x="122446" y="230653"/>
                  </a:lnTo>
                  <a:close/>
                  <a:moveTo>
                    <a:pt x="346066" y="297038"/>
                  </a:moveTo>
                  <a:lnTo>
                    <a:pt x="311045" y="290676"/>
                  </a:lnTo>
                  <a:lnTo>
                    <a:pt x="320755" y="298614"/>
                  </a:lnTo>
                  <a:close/>
                  <a:moveTo>
                    <a:pt x="311045" y="290676"/>
                  </a:moveTo>
                  <a:lnTo>
                    <a:pt x="346066" y="297038"/>
                  </a:lnTo>
                  <a:lnTo>
                    <a:pt x="364960" y="271473"/>
                  </a:lnTo>
                  <a:close/>
                  <a:moveTo>
                    <a:pt x="364960" y="271473"/>
                  </a:moveTo>
                  <a:lnTo>
                    <a:pt x="374730" y="267658"/>
                  </a:lnTo>
                  <a:lnTo>
                    <a:pt x="377530" y="252614"/>
                  </a:lnTo>
                  <a:close/>
                  <a:moveTo>
                    <a:pt x="346066" y="297038"/>
                  </a:moveTo>
                  <a:lnTo>
                    <a:pt x="373121" y="273617"/>
                  </a:lnTo>
                  <a:lnTo>
                    <a:pt x="364960" y="271473"/>
                  </a:lnTo>
                  <a:close/>
                  <a:moveTo>
                    <a:pt x="860151" y="788020"/>
                  </a:moveTo>
                  <a:lnTo>
                    <a:pt x="856301" y="786755"/>
                  </a:lnTo>
                  <a:lnTo>
                    <a:pt x="835380" y="784533"/>
                  </a:lnTo>
                  <a:close/>
                  <a:moveTo>
                    <a:pt x="866798" y="777421"/>
                  </a:moveTo>
                  <a:lnTo>
                    <a:pt x="860151" y="788020"/>
                  </a:lnTo>
                  <a:lnTo>
                    <a:pt x="835380" y="784533"/>
                  </a:lnTo>
                  <a:close/>
                  <a:moveTo>
                    <a:pt x="866764" y="750000"/>
                  </a:moveTo>
                  <a:lnTo>
                    <a:pt x="860151" y="788020"/>
                  </a:lnTo>
                  <a:lnTo>
                    <a:pt x="866798" y="777421"/>
                  </a:lnTo>
                  <a:close/>
                  <a:moveTo>
                    <a:pt x="863889" y="786755"/>
                  </a:moveTo>
                  <a:lnTo>
                    <a:pt x="860151" y="788020"/>
                  </a:lnTo>
                  <a:lnTo>
                    <a:pt x="866764" y="750000"/>
                  </a:lnTo>
                  <a:close/>
                  <a:moveTo>
                    <a:pt x="377064" y="238672"/>
                  </a:moveTo>
                  <a:lnTo>
                    <a:pt x="364960" y="271473"/>
                  </a:lnTo>
                  <a:lnTo>
                    <a:pt x="377530" y="252614"/>
                  </a:lnTo>
                  <a:close/>
                  <a:moveTo>
                    <a:pt x="866764" y="750000"/>
                  </a:moveTo>
                  <a:lnTo>
                    <a:pt x="887526" y="732816"/>
                  </a:lnTo>
                  <a:lnTo>
                    <a:pt x="863889" y="786755"/>
                  </a:lnTo>
                  <a:close/>
                  <a:moveTo>
                    <a:pt x="959846" y="712110"/>
                  </a:moveTo>
                  <a:lnTo>
                    <a:pt x="938081" y="726943"/>
                  </a:lnTo>
                  <a:lnTo>
                    <a:pt x="990000" y="700275"/>
                  </a:lnTo>
                  <a:close/>
                  <a:moveTo>
                    <a:pt x="999645" y="666384"/>
                  </a:moveTo>
                  <a:lnTo>
                    <a:pt x="990000" y="700275"/>
                  </a:lnTo>
                  <a:lnTo>
                    <a:pt x="1000620" y="678878"/>
                  </a:lnTo>
                  <a:close/>
                  <a:moveTo>
                    <a:pt x="599649" y="45013"/>
                  </a:moveTo>
                  <a:lnTo>
                    <a:pt x="626980" y="22624"/>
                  </a:lnTo>
                  <a:lnTo>
                    <a:pt x="648325" y="6220"/>
                  </a:lnTo>
                  <a:close/>
                  <a:moveTo>
                    <a:pt x="889167" y="209806"/>
                  </a:moveTo>
                  <a:lnTo>
                    <a:pt x="881409" y="259778"/>
                  </a:lnTo>
                  <a:lnTo>
                    <a:pt x="883068" y="259511"/>
                  </a:lnTo>
                  <a:close/>
                  <a:moveTo>
                    <a:pt x="889167" y="209806"/>
                  </a:moveTo>
                  <a:lnTo>
                    <a:pt x="883068" y="259511"/>
                  </a:lnTo>
                  <a:lnTo>
                    <a:pt x="883089" y="259778"/>
                  </a:lnTo>
                  <a:close/>
                  <a:moveTo>
                    <a:pt x="650395" y="0"/>
                  </a:moveTo>
                  <a:lnTo>
                    <a:pt x="648325" y="6220"/>
                  </a:lnTo>
                  <a:lnTo>
                    <a:pt x="650670" y="249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90" name="Input_density__90">
              <a:extLst>
                <a:ext uri="{FF2B5EF4-FFF2-40B4-BE49-F238E27FC236}">
                  <a16:creationId xmlns:a16="http://schemas.microsoft.com/office/drawing/2014/main" id="{5BAFBEBA-46B8-AE57-29F8-5A28D1303935}"/>
                </a:ext>
              </a:extLst>
            </p:cNvPr>
            <p:cNvSpPr>
              <a:spLocks noGrp="1"/>
            </p:cNvSpPr>
            <p:nvPr/>
          </p:nvSpPr>
          <p:spPr>
            <a:xfrm>
              <a:off x="955638" y="1823982"/>
              <a:ext cx="1021345" cy="1210957"/>
            </a:xfrm>
            <a:custGeom>
              <a:avLst/>
              <a:gdLst/>
              <a:ahLst/>
              <a:cxnLst/>
              <a:rect l="0" t="0" r="0" b="0"/>
              <a:pathLst>
                <a:path w="1021345" h="1210957">
                  <a:moveTo>
                    <a:pt x="0" y="1174424"/>
                  </a:moveTo>
                  <a:lnTo>
                    <a:pt x="4799" y="1177507"/>
                  </a:lnTo>
                  <a:lnTo>
                    <a:pt x="9973" y="1179590"/>
                  </a:lnTo>
                  <a:close/>
                  <a:moveTo>
                    <a:pt x="0" y="1174424"/>
                  </a:moveTo>
                  <a:lnTo>
                    <a:pt x="9973" y="1179590"/>
                  </a:lnTo>
                  <a:lnTo>
                    <a:pt x="38449" y="1193996"/>
                  </a:lnTo>
                  <a:close/>
                  <a:moveTo>
                    <a:pt x="134151" y="1064117"/>
                  </a:moveTo>
                  <a:lnTo>
                    <a:pt x="174238" y="1086119"/>
                  </a:lnTo>
                  <a:lnTo>
                    <a:pt x="161504" y="1083784"/>
                  </a:lnTo>
                  <a:close/>
                  <a:moveTo>
                    <a:pt x="222667" y="995472"/>
                  </a:moveTo>
                  <a:lnTo>
                    <a:pt x="188691" y="993016"/>
                  </a:lnTo>
                  <a:lnTo>
                    <a:pt x="191094" y="995426"/>
                  </a:lnTo>
                  <a:close/>
                  <a:moveTo>
                    <a:pt x="242772" y="1014997"/>
                  </a:moveTo>
                  <a:lnTo>
                    <a:pt x="222667" y="995472"/>
                  </a:lnTo>
                  <a:lnTo>
                    <a:pt x="202164" y="991164"/>
                  </a:lnTo>
                  <a:close/>
                  <a:moveTo>
                    <a:pt x="301179" y="1039863"/>
                  </a:moveTo>
                  <a:lnTo>
                    <a:pt x="334719" y="1040686"/>
                  </a:lnTo>
                  <a:lnTo>
                    <a:pt x="351171" y="1005989"/>
                  </a:lnTo>
                  <a:close/>
                  <a:moveTo>
                    <a:pt x="397158" y="980631"/>
                  </a:moveTo>
                  <a:lnTo>
                    <a:pt x="398668" y="984510"/>
                  </a:lnTo>
                  <a:lnTo>
                    <a:pt x="404419" y="984290"/>
                  </a:lnTo>
                  <a:close/>
                  <a:moveTo>
                    <a:pt x="413630" y="980631"/>
                  </a:moveTo>
                  <a:lnTo>
                    <a:pt x="404419" y="984290"/>
                  </a:lnTo>
                  <a:lnTo>
                    <a:pt x="398668" y="984510"/>
                  </a:lnTo>
                  <a:close/>
                  <a:moveTo>
                    <a:pt x="397158" y="980631"/>
                  </a:moveTo>
                  <a:lnTo>
                    <a:pt x="404419" y="984290"/>
                  </a:lnTo>
                  <a:lnTo>
                    <a:pt x="421418" y="966015"/>
                  </a:lnTo>
                  <a:close/>
                  <a:moveTo>
                    <a:pt x="143913" y="595897"/>
                  </a:moveTo>
                  <a:lnTo>
                    <a:pt x="125180" y="613081"/>
                  </a:lnTo>
                  <a:lnTo>
                    <a:pt x="150961" y="563328"/>
                  </a:lnTo>
                  <a:close/>
                  <a:moveTo>
                    <a:pt x="125180" y="613081"/>
                  </a:moveTo>
                  <a:lnTo>
                    <a:pt x="135597" y="602092"/>
                  </a:lnTo>
                  <a:lnTo>
                    <a:pt x="150961" y="563328"/>
                  </a:lnTo>
                  <a:close/>
                  <a:moveTo>
                    <a:pt x="250373" y="589652"/>
                  </a:moveTo>
                  <a:lnTo>
                    <a:pt x="210133" y="581962"/>
                  </a:lnTo>
                  <a:lnTo>
                    <a:pt x="238954" y="585619"/>
                  </a:lnTo>
                  <a:close/>
                  <a:moveTo>
                    <a:pt x="214720" y="580928"/>
                  </a:moveTo>
                  <a:lnTo>
                    <a:pt x="250373" y="589652"/>
                  </a:lnTo>
                  <a:lnTo>
                    <a:pt x="272224" y="575139"/>
                  </a:lnTo>
                  <a:close/>
                  <a:moveTo>
                    <a:pt x="840179" y="1203715"/>
                  </a:moveTo>
                  <a:lnTo>
                    <a:pt x="808797" y="1210957"/>
                  </a:lnTo>
                  <a:lnTo>
                    <a:pt x="791314" y="1195232"/>
                  </a:lnTo>
                  <a:close/>
                  <a:moveTo>
                    <a:pt x="840179" y="1203715"/>
                  </a:moveTo>
                  <a:lnTo>
                    <a:pt x="861100" y="1205937"/>
                  </a:lnTo>
                  <a:lnTo>
                    <a:pt x="831419" y="1199328"/>
                  </a:lnTo>
                  <a:close/>
                  <a:moveTo>
                    <a:pt x="840179" y="1203715"/>
                  </a:moveTo>
                  <a:lnTo>
                    <a:pt x="831419" y="1199328"/>
                  </a:lnTo>
                  <a:lnTo>
                    <a:pt x="808797" y="1210957"/>
                  </a:lnTo>
                  <a:close/>
                  <a:moveTo>
                    <a:pt x="535910" y="813560"/>
                  </a:moveTo>
                  <a:lnTo>
                    <a:pt x="542225" y="770077"/>
                  </a:lnTo>
                  <a:lnTo>
                    <a:pt x="523160" y="794256"/>
                  </a:lnTo>
                  <a:close/>
                  <a:moveTo>
                    <a:pt x="501507" y="809510"/>
                  </a:moveTo>
                  <a:lnTo>
                    <a:pt x="535910" y="813560"/>
                  </a:lnTo>
                  <a:lnTo>
                    <a:pt x="523160" y="794256"/>
                  </a:lnTo>
                  <a:close/>
                  <a:moveTo>
                    <a:pt x="218461" y="261961"/>
                  </a:moveTo>
                  <a:lnTo>
                    <a:pt x="206630" y="252695"/>
                  </a:lnTo>
                  <a:lnTo>
                    <a:pt x="203255" y="249436"/>
                  </a:lnTo>
                  <a:close/>
                  <a:moveTo>
                    <a:pt x="994799" y="1119457"/>
                  </a:moveTo>
                  <a:lnTo>
                    <a:pt x="1004444" y="1085566"/>
                  </a:lnTo>
                  <a:lnTo>
                    <a:pt x="982243" y="1100882"/>
                  </a:lnTo>
                  <a:close/>
                  <a:moveTo>
                    <a:pt x="964645" y="1131292"/>
                  </a:moveTo>
                  <a:lnTo>
                    <a:pt x="994799" y="1119457"/>
                  </a:lnTo>
                  <a:lnTo>
                    <a:pt x="982243" y="1100882"/>
                  </a:lnTo>
                  <a:close/>
                  <a:moveTo>
                    <a:pt x="1005419" y="1098060"/>
                  </a:moveTo>
                  <a:lnTo>
                    <a:pt x="1007548" y="1070916"/>
                  </a:lnTo>
                  <a:lnTo>
                    <a:pt x="1004444" y="1085566"/>
                  </a:lnTo>
                  <a:close/>
                  <a:moveTo>
                    <a:pt x="1021345" y="1044122"/>
                  </a:moveTo>
                  <a:lnTo>
                    <a:pt x="1007548" y="1070916"/>
                  </a:lnTo>
                  <a:lnTo>
                    <a:pt x="1005419" y="1098060"/>
                  </a:lnTo>
                  <a:close/>
                  <a:moveTo>
                    <a:pt x="807632" y="913483"/>
                  </a:moveTo>
                  <a:lnTo>
                    <a:pt x="830528" y="879006"/>
                  </a:lnTo>
                  <a:lnTo>
                    <a:pt x="810622" y="914285"/>
                  </a:lnTo>
                  <a:close/>
                  <a:moveTo>
                    <a:pt x="807632" y="913483"/>
                  </a:moveTo>
                  <a:lnTo>
                    <a:pt x="806205" y="912643"/>
                  </a:lnTo>
                  <a:lnTo>
                    <a:pt x="829660" y="877530"/>
                  </a:lnTo>
                  <a:close/>
                  <a:moveTo>
                    <a:pt x="464772" y="508114"/>
                  </a:moveTo>
                  <a:lnTo>
                    <a:pt x="495868" y="499803"/>
                  </a:lnTo>
                  <a:lnTo>
                    <a:pt x="515583" y="477305"/>
                  </a:lnTo>
                  <a:close/>
                  <a:moveTo>
                    <a:pt x="495868" y="499803"/>
                  </a:moveTo>
                  <a:lnTo>
                    <a:pt x="529268" y="500102"/>
                  </a:lnTo>
                  <a:lnTo>
                    <a:pt x="551011" y="485186"/>
                  </a:lnTo>
                  <a:close/>
                  <a:moveTo>
                    <a:pt x="237843" y="125247"/>
                  </a:moveTo>
                  <a:lnTo>
                    <a:pt x="226404" y="143572"/>
                  </a:lnTo>
                  <a:lnTo>
                    <a:pt x="242787" y="135032"/>
                  </a:lnTo>
                  <a:close/>
                  <a:moveTo>
                    <a:pt x="242787" y="135032"/>
                  </a:moveTo>
                  <a:lnTo>
                    <a:pt x="226404" y="143572"/>
                  </a:lnTo>
                  <a:lnTo>
                    <a:pt x="219965" y="171244"/>
                  </a:lnTo>
                  <a:close/>
                  <a:moveTo>
                    <a:pt x="237843" y="125247"/>
                  </a:moveTo>
                  <a:lnTo>
                    <a:pt x="242787" y="135032"/>
                  </a:lnTo>
                  <a:lnTo>
                    <a:pt x="251985" y="114639"/>
                  </a:lnTo>
                  <a:close/>
                  <a:moveTo>
                    <a:pt x="65998" y="13777"/>
                  </a:moveTo>
                  <a:lnTo>
                    <a:pt x="99231" y="13454"/>
                  </a:lnTo>
                  <a:lnTo>
                    <a:pt x="123313" y="7282"/>
                  </a:lnTo>
                  <a:close/>
                  <a:moveTo>
                    <a:pt x="123313" y="7282"/>
                  </a:moveTo>
                  <a:lnTo>
                    <a:pt x="99231" y="13454"/>
                  </a:lnTo>
                  <a:lnTo>
                    <a:pt x="154685" y="0"/>
                  </a:lnTo>
                  <a:close/>
                  <a:moveTo>
                    <a:pt x="1010111" y="1036212"/>
                  </a:moveTo>
                  <a:lnTo>
                    <a:pt x="1007548" y="1070916"/>
                  </a:lnTo>
                  <a:lnTo>
                    <a:pt x="1021345" y="1044122"/>
                  </a:lnTo>
                  <a:close/>
                  <a:moveTo>
                    <a:pt x="997382" y="1001813"/>
                  </a:moveTo>
                  <a:lnTo>
                    <a:pt x="1010111" y="1036212"/>
                  </a:lnTo>
                  <a:lnTo>
                    <a:pt x="1021345" y="1044122"/>
                  </a:lnTo>
                  <a:close/>
                  <a:moveTo>
                    <a:pt x="834508" y="846885"/>
                  </a:moveTo>
                  <a:lnTo>
                    <a:pt x="855505" y="876181"/>
                  </a:lnTo>
                  <a:lnTo>
                    <a:pt x="847361" y="860347"/>
                  </a:lnTo>
                  <a:close/>
                  <a:moveTo>
                    <a:pt x="333935" y="222260"/>
                  </a:moveTo>
                  <a:lnTo>
                    <a:pt x="341153" y="272267"/>
                  </a:lnTo>
                  <a:lnTo>
                    <a:pt x="343999" y="235512"/>
                  </a:lnTo>
                  <a:close/>
                  <a:moveTo>
                    <a:pt x="357726" y="198757"/>
                  </a:moveTo>
                  <a:lnTo>
                    <a:pt x="369529" y="181574"/>
                  </a:lnTo>
                  <a:lnTo>
                    <a:pt x="365952" y="195378"/>
                  </a:lnTo>
                  <a:close/>
                  <a:moveTo>
                    <a:pt x="237682" y="89529"/>
                  </a:moveTo>
                  <a:lnTo>
                    <a:pt x="251985" y="114639"/>
                  </a:lnTo>
                  <a:lnTo>
                    <a:pt x="259316" y="71309"/>
                  </a:lnTo>
                  <a:close/>
                  <a:moveTo>
                    <a:pt x="237843" y="125247"/>
                  </a:moveTo>
                  <a:lnTo>
                    <a:pt x="251985" y="114639"/>
                  </a:lnTo>
                  <a:lnTo>
                    <a:pt x="237682" y="89529"/>
                  </a:lnTo>
                  <a:close/>
                  <a:moveTo>
                    <a:pt x="828339" y="717660"/>
                  </a:moveTo>
                  <a:lnTo>
                    <a:pt x="837366" y="712155"/>
                  </a:lnTo>
                  <a:lnTo>
                    <a:pt x="844501" y="678960"/>
                  </a:lnTo>
                  <a:close/>
                  <a:moveTo>
                    <a:pt x="849788" y="727310"/>
                  </a:moveTo>
                  <a:lnTo>
                    <a:pt x="837366" y="712155"/>
                  </a:lnTo>
                  <a:lnTo>
                    <a:pt x="828339" y="717660"/>
                  </a:lnTo>
                  <a:close/>
                  <a:moveTo>
                    <a:pt x="849788" y="727310"/>
                  </a:moveTo>
                  <a:lnTo>
                    <a:pt x="847227" y="749025"/>
                  </a:lnTo>
                  <a:lnTo>
                    <a:pt x="852547" y="732899"/>
                  </a:lnTo>
                  <a:close/>
                  <a:moveTo>
                    <a:pt x="849788" y="727310"/>
                  </a:moveTo>
                  <a:lnTo>
                    <a:pt x="852547" y="732899"/>
                  </a:lnTo>
                  <a:lnTo>
                    <a:pt x="837366" y="712155"/>
                  </a:lnTo>
                  <a:close/>
                  <a:moveTo>
                    <a:pt x="624956" y="444664"/>
                  </a:moveTo>
                  <a:lnTo>
                    <a:pt x="604448" y="464195"/>
                  </a:lnTo>
                  <a:lnTo>
                    <a:pt x="653124" y="425401"/>
                  </a:lnTo>
                  <a:close/>
                  <a:moveTo>
                    <a:pt x="867859" y="633748"/>
                  </a:moveTo>
                  <a:lnTo>
                    <a:pt x="844501" y="678960"/>
                  </a:lnTo>
                  <a:lnTo>
                    <a:pt x="848194" y="656432"/>
                  </a:lnTo>
                  <a:close/>
                  <a:moveTo>
                    <a:pt x="848194" y="656432"/>
                  </a:moveTo>
                  <a:lnTo>
                    <a:pt x="886208" y="678960"/>
                  </a:lnTo>
                  <a:lnTo>
                    <a:pt x="867859" y="633748"/>
                  </a:lnTo>
                  <a:close/>
                  <a:moveTo>
                    <a:pt x="867859" y="633748"/>
                  </a:moveTo>
                  <a:lnTo>
                    <a:pt x="886208" y="678960"/>
                  </a:lnTo>
                  <a:lnTo>
                    <a:pt x="893966" y="628988"/>
                  </a:lnTo>
                  <a:close/>
                  <a:moveTo>
                    <a:pt x="893966" y="628988"/>
                  </a:moveTo>
                  <a:lnTo>
                    <a:pt x="885380" y="625022"/>
                  </a:lnTo>
                  <a:lnTo>
                    <a:pt x="867859" y="633748"/>
                  </a:lnTo>
                  <a:close/>
                  <a:moveTo>
                    <a:pt x="885380" y="625022"/>
                  </a:moveTo>
                  <a:lnTo>
                    <a:pt x="893966" y="628988"/>
                  </a:lnTo>
                  <a:lnTo>
                    <a:pt x="897371" y="619512"/>
                  </a:lnTo>
                  <a:close/>
                  <a:moveTo>
                    <a:pt x="655194" y="419182"/>
                  </a:moveTo>
                  <a:lnTo>
                    <a:pt x="624956" y="444664"/>
                  </a:lnTo>
                  <a:lnTo>
                    <a:pt x="653124" y="425401"/>
                  </a:lnTo>
                  <a:close/>
                  <a:moveTo>
                    <a:pt x="644628" y="383025"/>
                  </a:moveTo>
                  <a:lnTo>
                    <a:pt x="655469" y="421675"/>
                  </a:lnTo>
                  <a:lnTo>
                    <a:pt x="646292" y="384920"/>
                  </a:lnTo>
                  <a:close/>
                  <a:moveTo>
                    <a:pt x="644628" y="383025"/>
                  </a:moveTo>
                  <a:lnTo>
                    <a:pt x="655194" y="419182"/>
                  </a:lnTo>
                  <a:lnTo>
                    <a:pt x="655469" y="421675"/>
                  </a:lnTo>
                  <a:close/>
                  <a:moveTo>
                    <a:pt x="637382" y="344169"/>
                  </a:moveTo>
                  <a:lnTo>
                    <a:pt x="641736" y="330982"/>
                  </a:lnTo>
                  <a:lnTo>
                    <a:pt x="624456" y="346588"/>
                  </a:lnTo>
                  <a:close/>
                  <a:moveTo>
                    <a:pt x="637382" y="344169"/>
                  </a:moveTo>
                  <a:lnTo>
                    <a:pt x="644628" y="383025"/>
                  </a:lnTo>
                  <a:lnTo>
                    <a:pt x="646292" y="384920"/>
                  </a:lnTo>
                  <a:close/>
                  <a:moveTo>
                    <a:pt x="641736" y="330982"/>
                  </a:moveTo>
                  <a:lnTo>
                    <a:pt x="637382" y="344169"/>
                  </a:lnTo>
                  <a:lnTo>
                    <a:pt x="646330" y="3037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91" name="Input_density__91">
              <a:extLst>
                <a:ext uri="{FF2B5EF4-FFF2-40B4-BE49-F238E27FC236}">
                  <a16:creationId xmlns:a16="http://schemas.microsoft.com/office/drawing/2014/main" id="{0909DF9B-A0BA-C8BD-7F99-B642CA56299F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1852985"/>
              <a:ext cx="949513" cy="1245667"/>
            </a:xfrm>
            <a:custGeom>
              <a:avLst/>
              <a:gdLst/>
              <a:ahLst/>
              <a:cxnLst/>
              <a:rect l="0" t="0" r="0" b="0"/>
              <a:pathLst>
                <a:path w="949513" h="1245667">
                  <a:moveTo>
                    <a:pt x="25925" y="1070156"/>
                  </a:moveTo>
                  <a:lnTo>
                    <a:pt x="22063" y="1071911"/>
                  </a:lnTo>
                  <a:lnTo>
                    <a:pt x="48273" y="1067331"/>
                  </a:lnTo>
                  <a:close/>
                  <a:moveTo>
                    <a:pt x="22063" y="1071911"/>
                  </a:moveTo>
                  <a:lnTo>
                    <a:pt x="0" y="1107632"/>
                  </a:lnTo>
                  <a:lnTo>
                    <a:pt x="48273" y="1067331"/>
                  </a:lnTo>
                  <a:close/>
                  <a:moveTo>
                    <a:pt x="48273" y="1067331"/>
                  </a:moveTo>
                  <a:lnTo>
                    <a:pt x="0" y="1107632"/>
                  </a:lnTo>
                  <a:lnTo>
                    <a:pt x="22173" y="1091483"/>
                  </a:lnTo>
                  <a:close/>
                  <a:moveTo>
                    <a:pt x="25925" y="1070156"/>
                  </a:moveTo>
                  <a:lnTo>
                    <a:pt x="48273" y="1067331"/>
                  </a:lnTo>
                  <a:lnTo>
                    <a:pt x="80603" y="1063631"/>
                  </a:lnTo>
                  <a:close/>
                  <a:moveTo>
                    <a:pt x="140373" y="970110"/>
                  </a:moveTo>
                  <a:lnTo>
                    <a:pt x="117779" y="983606"/>
                  </a:lnTo>
                  <a:lnTo>
                    <a:pt x="156665" y="973295"/>
                  </a:lnTo>
                  <a:close/>
                  <a:moveTo>
                    <a:pt x="210734" y="838974"/>
                  </a:moveTo>
                  <a:lnTo>
                    <a:pt x="204927" y="875729"/>
                  </a:lnTo>
                  <a:lnTo>
                    <a:pt x="247090" y="858546"/>
                  </a:lnTo>
                  <a:close/>
                  <a:moveTo>
                    <a:pt x="210734" y="838974"/>
                  </a:moveTo>
                  <a:lnTo>
                    <a:pt x="247090" y="858546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10734" y="838974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29284" y="821791"/>
                  </a:lnTo>
                  <a:lnTo>
                    <a:pt x="227262" y="785036"/>
                  </a:lnTo>
                  <a:close/>
                  <a:moveTo>
                    <a:pt x="231169" y="771804"/>
                  </a:moveTo>
                  <a:lnTo>
                    <a:pt x="200835" y="802219"/>
                  </a:lnTo>
                  <a:lnTo>
                    <a:pt x="227262" y="785036"/>
                  </a:lnTo>
                  <a:close/>
                  <a:moveTo>
                    <a:pt x="667861" y="1245667"/>
                  </a:moveTo>
                  <a:lnTo>
                    <a:pt x="678413" y="1226579"/>
                  </a:lnTo>
                  <a:lnTo>
                    <a:pt x="638957" y="1226096"/>
                  </a:lnTo>
                  <a:close/>
                  <a:moveTo>
                    <a:pt x="229284" y="821791"/>
                  </a:moveTo>
                  <a:lnTo>
                    <a:pt x="257561" y="855950"/>
                  </a:lnTo>
                  <a:lnTo>
                    <a:pt x="257995" y="810850"/>
                  </a:lnTo>
                  <a:close/>
                  <a:moveTo>
                    <a:pt x="229284" y="821791"/>
                  </a:moveTo>
                  <a:lnTo>
                    <a:pt x="247090" y="858546"/>
                  </a:lnTo>
                  <a:lnTo>
                    <a:pt x="257561" y="855950"/>
                  </a:lnTo>
                  <a:close/>
                  <a:moveTo>
                    <a:pt x="227262" y="785036"/>
                  </a:moveTo>
                  <a:lnTo>
                    <a:pt x="257995" y="810850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29284" y="821791"/>
                  </a:lnTo>
                  <a:lnTo>
                    <a:pt x="257995" y="810850"/>
                  </a:lnTo>
                  <a:close/>
                  <a:moveTo>
                    <a:pt x="257995" y="810850"/>
                  </a:moveTo>
                  <a:lnTo>
                    <a:pt x="288959" y="768019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45601" y="776180"/>
                  </a:lnTo>
                  <a:lnTo>
                    <a:pt x="231169" y="771804"/>
                  </a:lnTo>
                  <a:close/>
                  <a:moveTo>
                    <a:pt x="231169" y="771804"/>
                  </a:moveTo>
                  <a:lnTo>
                    <a:pt x="245601" y="776180"/>
                  </a:lnTo>
                  <a:lnTo>
                    <a:pt x="261751" y="761570"/>
                  </a:lnTo>
                  <a:close/>
                  <a:moveTo>
                    <a:pt x="346388" y="793166"/>
                  </a:moveTo>
                  <a:lnTo>
                    <a:pt x="338179" y="826534"/>
                  </a:lnTo>
                  <a:lnTo>
                    <a:pt x="364257" y="787424"/>
                  </a:lnTo>
                  <a:close/>
                  <a:moveTo>
                    <a:pt x="379769" y="761250"/>
                  </a:moveTo>
                  <a:lnTo>
                    <a:pt x="346388" y="793166"/>
                  </a:lnTo>
                  <a:lnTo>
                    <a:pt x="364257" y="787424"/>
                  </a:lnTo>
                  <a:close/>
                  <a:moveTo>
                    <a:pt x="178351" y="657588"/>
                  </a:moveTo>
                  <a:lnTo>
                    <a:pt x="214843" y="684604"/>
                  </a:lnTo>
                  <a:lnTo>
                    <a:pt x="204087" y="648601"/>
                  </a:lnTo>
                  <a:close/>
                  <a:moveTo>
                    <a:pt x="204087" y="648601"/>
                  </a:moveTo>
                  <a:lnTo>
                    <a:pt x="188752" y="641582"/>
                  </a:lnTo>
                  <a:lnTo>
                    <a:pt x="178351" y="657588"/>
                  </a:lnTo>
                  <a:close/>
                  <a:moveTo>
                    <a:pt x="236072" y="604938"/>
                  </a:moveTo>
                  <a:lnTo>
                    <a:pt x="192074" y="620832"/>
                  </a:lnTo>
                  <a:lnTo>
                    <a:pt x="239305" y="609808"/>
                  </a:lnTo>
                  <a:close/>
                  <a:moveTo>
                    <a:pt x="192074" y="620832"/>
                  </a:moveTo>
                  <a:lnTo>
                    <a:pt x="188752" y="641582"/>
                  </a:lnTo>
                  <a:lnTo>
                    <a:pt x="239305" y="609808"/>
                  </a:lnTo>
                  <a:close/>
                  <a:moveTo>
                    <a:pt x="239305" y="609808"/>
                  </a:moveTo>
                  <a:lnTo>
                    <a:pt x="188752" y="641582"/>
                  </a:lnTo>
                  <a:lnTo>
                    <a:pt x="227091" y="640404"/>
                  </a:lnTo>
                  <a:close/>
                  <a:moveTo>
                    <a:pt x="227091" y="640404"/>
                  </a:moveTo>
                  <a:lnTo>
                    <a:pt x="188752" y="641582"/>
                  </a:lnTo>
                  <a:lnTo>
                    <a:pt x="204087" y="648601"/>
                  </a:lnTo>
                  <a:close/>
                  <a:moveTo>
                    <a:pt x="364257" y="787424"/>
                  </a:moveTo>
                  <a:lnTo>
                    <a:pt x="411295" y="812232"/>
                  </a:lnTo>
                  <a:lnTo>
                    <a:pt x="401869" y="775148"/>
                  </a:lnTo>
                  <a:close/>
                  <a:moveTo>
                    <a:pt x="411295" y="812232"/>
                  </a:moveTo>
                  <a:lnTo>
                    <a:pt x="441065" y="770372"/>
                  </a:lnTo>
                  <a:lnTo>
                    <a:pt x="401869" y="775148"/>
                  </a:lnTo>
                  <a:close/>
                  <a:moveTo>
                    <a:pt x="379769" y="761250"/>
                  </a:moveTo>
                  <a:lnTo>
                    <a:pt x="364257" y="787424"/>
                  </a:lnTo>
                  <a:lnTo>
                    <a:pt x="401869" y="775148"/>
                  </a:lnTo>
                  <a:close/>
                  <a:moveTo>
                    <a:pt x="239305" y="609808"/>
                  </a:moveTo>
                  <a:lnTo>
                    <a:pt x="227091" y="640404"/>
                  </a:lnTo>
                  <a:lnTo>
                    <a:pt x="255982" y="633499"/>
                  </a:lnTo>
                  <a:close/>
                  <a:moveTo>
                    <a:pt x="297675" y="607260"/>
                  </a:moveTo>
                  <a:lnTo>
                    <a:pt x="255982" y="633499"/>
                  </a:lnTo>
                  <a:lnTo>
                    <a:pt x="289102" y="623221"/>
                  </a:lnTo>
                  <a:close/>
                  <a:moveTo>
                    <a:pt x="239305" y="609808"/>
                  </a:moveTo>
                  <a:lnTo>
                    <a:pt x="255982" y="633499"/>
                  </a:lnTo>
                  <a:lnTo>
                    <a:pt x="297675" y="607260"/>
                  </a:lnTo>
                  <a:close/>
                  <a:moveTo>
                    <a:pt x="488664" y="726821"/>
                  </a:moveTo>
                  <a:lnTo>
                    <a:pt x="441324" y="770241"/>
                  </a:lnTo>
                  <a:lnTo>
                    <a:pt x="478908" y="753057"/>
                  </a:lnTo>
                  <a:close/>
                  <a:moveTo>
                    <a:pt x="347390" y="572352"/>
                  </a:moveTo>
                  <a:lnTo>
                    <a:pt x="322851" y="586466"/>
                  </a:lnTo>
                  <a:lnTo>
                    <a:pt x="297675" y="607260"/>
                  </a:lnTo>
                  <a:close/>
                  <a:moveTo>
                    <a:pt x="312893" y="169754"/>
                  </a:moveTo>
                  <a:lnTo>
                    <a:pt x="317512" y="132999"/>
                  </a:lnTo>
                  <a:lnTo>
                    <a:pt x="305731" y="172672"/>
                  </a:lnTo>
                  <a:close/>
                  <a:moveTo>
                    <a:pt x="317512" y="132999"/>
                  </a:moveTo>
                  <a:lnTo>
                    <a:pt x="283645" y="145880"/>
                  </a:lnTo>
                  <a:lnTo>
                    <a:pt x="305731" y="172672"/>
                  </a:lnTo>
                  <a:close/>
                  <a:moveTo>
                    <a:pt x="589999" y="471711"/>
                  </a:moveTo>
                  <a:lnTo>
                    <a:pt x="577045" y="500549"/>
                  </a:lnTo>
                  <a:lnTo>
                    <a:pt x="608310" y="491933"/>
                  </a:lnTo>
                  <a:close/>
                  <a:moveTo>
                    <a:pt x="529883" y="353529"/>
                  </a:moveTo>
                  <a:lnTo>
                    <a:pt x="577027" y="373101"/>
                  </a:lnTo>
                  <a:lnTo>
                    <a:pt x="563576" y="336346"/>
                  </a:lnTo>
                  <a:close/>
                  <a:moveTo>
                    <a:pt x="317512" y="132999"/>
                  </a:moveTo>
                  <a:lnTo>
                    <a:pt x="358919" y="156519"/>
                  </a:lnTo>
                  <a:lnTo>
                    <a:pt x="344573" y="123435"/>
                  </a:lnTo>
                  <a:close/>
                  <a:moveTo>
                    <a:pt x="317512" y="132999"/>
                  </a:moveTo>
                  <a:lnTo>
                    <a:pt x="312893" y="169754"/>
                  </a:lnTo>
                  <a:lnTo>
                    <a:pt x="358919" y="156519"/>
                  </a:lnTo>
                  <a:close/>
                  <a:moveTo>
                    <a:pt x="358919" y="156519"/>
                  </a:moveTo>
                  <a:lnTo>
                    <a:pt x="384596" y="117985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17710" y="96244"/>
                  </a:lnTo>
                  <a:lnTo>
                    <a:pt x="317512" y="132999"/>
                  </a:lnTo>
                  <a:close/>
                  <a:moveTo>
                    <a:pt x="326878" y="93073"/>
                  </a:moveTo>
                  <a:lnTo>
                    <a:pt x="317710" y="96244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72027" y="83456"/>
                  </a:lnTo>
                  <a:lnTo>
                    <a:pt x="326878" y="93073"/>
                  </a:lnTo>
                  <a:close/>
                  <a:moveTo>
                    <a:pt x="336563" y="50830"/>
                  </a:moveTo>
                  <a:lnTo>
                    <a:pt x="317710" y="96244"/>
                  </a:lnTo>
                  <a:lnTo>
                    <a:pt x="326878" y="93073"/>
                  </a:lnTo>
                  <a:close/>
                  <a:moveTo>
                    <a:pt x="225758" y="22734"/>
                  </a:moveTo>
                  <a:lnTo>
                    <a:pt x="240705" y="19460"/>
                  </a:lnTo>
                  <a:lnTo>
                    <a:pt x="230597" y="0"/>
                  </a:lnTo>
                  <a:close/>
                  <a:moveTo>
                    <a:pt x="577027" y="373101"/>
                  </a:moveTo>
                  <a:lnTo>
                    <a:pt x="600698" y="408627"/>
                  </a:lnTo>
                  <a:lnTo>
                    <a:pt x="595279" y="368286"/>
                  </a:lnTo>
                  <a:close/>
                  <a:moveTo>
                    <a:pt x="599777" y="412063"/>
                  </a:moveTo>
                  <a:lnTo>
                    <a:pt x="643085" y="392672"/>
                  </a:lnTo>
                  <a:lnTo>
                    <a:pt x="600698" y="408627"/>
                  </a:lnTo>
                  <a:close/>
                  <a:moveTo>
                    <a:pt x="643085" y="392672"/>
                  </a:moveTo>
                  <a:lnTo>
                    <a:pt x="644857" y="359823"/>
                  </a:lnTo>
                  <a:lnTo>
                    <a:pt x="600698" y="408627"/>
                  </a:lnTo>
                  <a:close/>
                  <a:moveTo>
                    <a:pt x="600698" y="408627"/>
                  </a:moveTo>
                  <a:lnTo>
                    <a:pt x="644857" y="359823"/>
                  </a:lnTo>
                  <a:lnTo>
                    <a:pt x="642689" y="356831"/>
                  </a:lnTo>
                  <a:close/>
                  <a:moveTo>
                    <a:pt x="600698" y="408627"/>
                  </a:moveTo>
                  <a:lnTo>
                    <a:pt x="642689" y="356831"/>
                  </a:lnTo>
                  <a:lnTo>
                    <a:pt x="595279" y="368286"/>
                  </a:lnTo>
                  <a:close/>
                  <a:moveTo>
                    <a:pt x="563576" y="336346"/>
                  </a:moveTo>
                  <a:lnTo>
                    <a:pt x="577027" y="373101"/>
                  </a:lnTo>
                  <a:lnTo>
                    <a:pt x="595279" y="368286"/>
                  </a:lnTo>
                  <a:close/>
                  <a:moveTo>
                    <a:pt x="642689" y="356831"/>
                  </a:moveTo>
                  <a:lnTo>
                    <a:pt x="656971" y="355917"/>
                  </a:lnTo>
                  <a:lnTo>
                    <a:pt x="642343" y="350425"/>
                  </a:lnTo>
                  <a:close/>
                  <a:moveTo>
                    <a:pt x="642689" y="356831"/>
                  </a:moveTo>
                  <a:lnTo>
                    <a:pt x="644857" y="359823"/>
                  </a:lnTo>
                  <a:lnTo>
                    <a:pt x="656971" y="355917"/>
                  </a:lnTo>
                  <a:close/>
                  <a:moveTo>
                    <a:pt x="331039" y="30176"/>
                  </a:moveTo>
                  <a:lnTo>
                    <a:pt x="317886" y="42306"/>
                  </a:lnTo>
                  <a:lnTo>
                    <a:pt x="344358" y="34115"/>
                  </a:lnTo>
                  <a:close/>
                  <a:moveTo>
                    <a:pt x="832039" y="561359"/>
                  </a:moveTo>
                  <a:lnTo>
                    <a:pt x="823325" y="576447"/>
                  </a:lnTo>
                  <a:lnTo>
                    <a:pt x="845990" y="568386"/>
                  </a:lnTo>
                  <a:close/>
                  <a:moveTo>
                    <a:pt x="848320" y="539692"/>
                  </a:moveTo>
                  <a:lnTo>
                    <a:pt x="832039" y="561359"/>
                  </a:lnTo>
                  <a:lnTo>
                    <a:pt x="884548" y="536897"/>
                  </a:lnTo>
                  <a:close/>
                  <a:moveTo>
                    <a:pt x="884548" y="536897"/>
                  </a:moveTo>
                  <a:lnTo>
                    <a:pt x="832039" y="561359"/>
                  </a:lnTo>
                  <a:lnTo>
                    <a:pt x="869513" y="559264"/>
                  </a:lnTo>
                  <a:close/>
                  <a:moveTo>
                    <a:pt x="869513" y="559264"/>
                  </a:moveTo>
                  <a:lnTo>
                    <a:pt x="832039" y="561359"/>
                  </a:lnTo>
                  <a:lnTo>
                    <a:pt x="845990" y="568386"/>
                  </a:lnTo>
                  <a:close/>
                  <a:moveTo>
                    <a:pt x="867391" y="533328"/>
                  </a:moveTo>
                  <a:lnTo>
                    <a:pt x="884548" y="536897"/>
                  </a:lnTo>
                  <a:lnTo>
                    <a:pt x="905940" y="522509"/>
                  </a:lnTo>
                  <a:close/>
                  <a:moveTo>
                    <a:pt x="668319" y="380741"/>
                  </a:moveTo>
                  <a:lnTo>
                    <a:pt x="656971" y="355917"/>
                  </a:lnTo>
                  <a:lnTo>
                    <a:pt x="644857" y="359823"/>
                  </a:lnTo>
                  <a:close/>
                  <a:moveTo>
                    <a:pt x="903531" y="548695"/>
                  </a:moveTo>
                  <a:lnTo>
                    <a:pt x="947683" y="552163"/>
                  </a:lnTo>
                  <a:lnTo>
                    <a:pt x="943867" y="542080"/>
                  </a:lnTo>
                  <a:close/>
                  <a:moveTo>
                    <a:pt x="884548" y="536897"/>
                  </a:moveTo>
                  <a:lnTo>
                    <a:pt x="869513" y="559264"/>
                  </a:lnTo>
                  <a:lnTo>
                    <a:pt x="903531" y="548695"/>
                  </a:lnTo>
                  <a:close/>
                  <a:moveTo>
                    <a:pt x="919198" y="518299"/>
                  </a:moveTo>
                  <a:lnTo>
                    <a:pt x="905940" y="522509"/>
                  </a:lnTo>
                  <a:lnTo>
                    <a:pt x="944660" y="540863"/>
                  </a:lnTo>
                  <a:close/>
                  <a:moveTo>
                    <a:pt x="905940" y="522509"/>
                  </a:moveTo>
                  <a:lnTo>
                    <a:pt x="884548" y="536897"/>
                  </a:lnTo>
                  <a:lnTo>
                    <a:pt x="944660" y="540863"/>
                  </a:lnTo>
                  <a:close/>
                  <a:moveTo>
                    <a:pt x="944660" y="540863"/>
                  </a:moveTo>
                  <a:lnTo>
                    <a:pt x="884548" y="536897"/>
                  </a:lnTo>
                  <a:lnTo>
                    <a:pt x="943867" y="542080"/>
                  </a:lnTo>
                  <a:close/>
                  <a:moveTo>
                    <a:pt x="943867" y="542080"/>
                  </a:moveTo>
                  <a:lnTo>
                    <a:pt x="884548" y="536897"/>
                  </a:lnTo>
                  <a:lnTo>
                    <a:pt x="903531" y="548695"/>
                  </a:lnTo>
                  <a:close/>
                  <a:moveTo>
                    <a:pt x="944660" y="540863"/>
                  </a:moveTo>
                  <a:lnTo>
                    <a:pt x="949513" y="542080"/>
                  </a:lnTo>
                  <a:lnTo>
                    <a:pt x="919198" y="518299"/>
                  </a:lnTo>
                  <a:close/>
                  <a:moveTo>
                    <a:pt x="943867" y="542080"/>
                  </a:moveTo>
                  <a:lnTo>
                    <a:pt x="947683" y="552163"/>
                  </a:lnTo>
                  <a:lnTo>
                    <a:pt x="945613" y="541571"/>
                  </a:lnTo>
                  <a:close/>
                  <a:moveTo>
                    <a:pt x="944660" y="540863"/>
                  </a:moveTo>
                  <a:lnTo>
                    <a:pt x="943867" y="542080"/>
                  </a:lnTo>
                  <a:lnTo>
                    <a:pt x="945613" y="541571"/>
                  </a:lnTo>
                  <a:close/>
                  <a:moveTo>
                    <a:pt x="945613" y="541571"/>
                  </a:moveTo>
                  <a:lnTo>
                    <a:pt x="947683" y="552163"/>
                  </a:lnTo>
                  <a:lnTo>
                    <a:pt x="949513" y="542080"/>
                  </a:lnTo>
                  <a:close/>
                  <a:moveTo>
                    <a:pt x="945613" y="541571"/>
                  </a:moveTo>
                  <a:lnTo>
                    <a:pt x="949513" y="542080"/>
                  </a:lnTo>
                  <a:lnTo>
                    <a:pt x="944660" y="5408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92" name="Input_density__92">
              <a:extLst>
                <a:ext uri="{FF2B5EF4-FFF2-40B4-BE49-F238E27FC236}">
                  <a16:creationId xmlns:a16="http://schemas.microsoft.com/office/drawing/2014/main" id="{E45AD1D1-5990-E18B-6B6A-70BD738E9F0C}"/>
                </a:ext>
              </a:extLst>
            </p:cNvPr>
            <p:cNvSpPr>
              <a:spLocks noGrp="1"/>
            </p:cNvSpPr>
            <p:nvPr/>
          </p:nvSpPr>
          <p:spPr>
            <a:xfrm>
              <a:off x="953092" y="1835683"/>
              <a:ext cx="1012656" cy="1375573"/>
            </a:xfrm>
            <a:custGeom>
              <a:avLst/>
              <a:gdLst/>
              <a:ahLst/>
              <a:cxnLst/>
              <a:rect l="0" t="0" r="0" b="0"/>
              <a:pathLst>
                <a:path w="1012656" h="1375573">
                  <a:moveTo>
                    <a:pt x="4232" y="1145540"/>
                  </a:moveTo>
                  <a:lnTo>
                    <a:pt x="2546" y="1162724"/>
                  </a:lnTo>
                  <a:lnTo>
                    <a:pt x="40995" y="1182295"/>
                  </a:lnTo>
                  <a:close/>
                  <a:moveTo>
                    <a:pt x="122671" y="1234372"/>
                  </a:moveTo>
                  <a:lnTo>
                    <a:pt x="179443" y="1225846"/>
                  </a:lnTo>
                  <a:lnTo>
                    <a:pt x="143735" y="1216917"/>
                  </a:lnTo>
                  <a:close/>
                  <a:moveTo>
                    <a:pt x="47996" y="1165112"/>
                  </a:moveTo>
                  <a:lnTo>
                    <a:pt x="40995" y="1182295"/>
                  </a:lnTo>
                  <a:lnTo>
                    <a:pt x="43048" y="1185827"/>
                  </a:lnTo>
                  <a:close/>
                  <a:moveTo>
                    <a:pt x="246753" y="1352931"/>
                  </a:moveTo>
                  <a:lnTo>
                    <a:pt x="290963" y="1331704"/>
                  </a:lnTo>
                  <a:lnTo>
                    <a:pt x="251582" y="1344082"/>
                  </a:lnTo>
                  <a:close/>
                  <a:moveTo>
                    <a:pt x="301636" y="1337346"/>
                  </a:moveTo>
                  <a:lnTo>
                    <a:pt x="290963" y="1331704"/>
                  </a:lnTo>
                  <a:lnTo>
                    <a:pt x="246753" y="1352931"/>
                  </a:lnTo>
                  <a:close/>
                  <a:moveTo>
                    <a:pt x="283886" y="1367191"/>
                  </a:moveTo>
                  <a:lnTo>
                    <a:pt x="301636" y="1337346"/>
                  </a:lnTo>
                  <a:lnTo>
                    <a:pt x="246753" y="1352931"/>
                  </a:lnTo>
                  <a:close/>
                  <a:moveTo>
                    <a:pt x="319448" y="1375573"/>
                  </a:moveTo>
                  <a:lnTo>
                    <a:pt x="332423" y="1332536"/>
                  </a:lnTo>
                  <a:lnTo>
                    <a:pt x="301636" y="1337346"/>
                  </a:lnTo>
                  <a:close/>
                  <a:moveTo>
                    <a:pt x="283886" y="1367191"/>
                  </a:moveTo>
                  <a:lnTo>
                    <a:pt x="319448" y="1375573"/>
                  </a:lnTo>
                  <a:lnTo>
                    <a:pt x="301636" y="1337346"/>
                  </a:lnTo>
                  <a:close/>
                  <a:moveTo>
                    <a:pt x="332423" y="1332536"/>
                  </a:moveTo>
                  <a:lnTo>
                    <a:pt x="310172" y="1305878"/>
                  </a:lnTo>
                  <a:lnTo>
                    <a:pt x="324416" y="1331704"/>
                  </a:lnTo>
                  <a:close/>
                  <a:moveTo>
                    <a:pt x="310172" y="1305878"/>
                  </a:moveTo>
                  <a:lnTo>
                    <a:pt x="304161" y="1294949"/>
                  </a:lnTo>
                  <a:lnTo>
                    <a:pt x="324416" y="1331704"/>
                  </a:lnTo>
                  <a:close/>
                  <a:moveTo>
                    <a:pt x="187968" y="1189723"/>
                  </a:moveTo>
                  <a:lnTo>
                    <a:pt x="179443" y="1225846"/>
                  </a:lnTo>
                  <a:lnTo>
                    <a:pt x="218340" y="1236865"/>
                  </a:lnTo>
                  <a:close/>
                  <a:moveTo>
                    <a:pt x="187968" y="1189723"/>
                  </a:moveTo>
                  <a:lnTo>
                    <a:pt x="143735" y="1216917"/>
                  </a:lnTo>
                  <a:lnTo>
                    <a:pt x="179443" y="1225846"/>
                  </a:lnTo>
                  <a:close/>
                  <a:moveTo>
                    <a:pt x="187968" y="1189723"/>
                  </a:moveTo>
                  <a:lnTo>
                    <a:pt x="152586" y="1191399"/>
                  </a:lnTo>
                  <a:lnTo>
                    <a:pt x="143735" y="1216917"/>
                  </a:lnTo>
                  <a:close/>
                  <a:moveTo>
                    <a:pt x="298514" y="1288268"/>
                  </a:moveTo>
                  <a:lnTo>
                    <a:pt x="324416" y="1331704"/>
                  </a:lnTo>
                  <a:lnTo>
                    <a:pt x="304161" y="1294949"/>
                  </a:lnTo>
                  <a:close/>
                  <a:moveTo>
                    <a:pt x="298514" y="1288268"/>
                  </a:moveTo>
                  <a:lnTo>
                    <a:pt x="303663" y="1328829"/>
                  </a:lnTo>
                  <a:lnTo>
                    <a:pt x="324416" y="1331704"/>
                  </a:lnTo>
                  <a:close/>
                  <a:moveTo>
                    <a:pt x="298514" y="1288268"/>
                  </a:moveTo>
                  <a:lnTo>
                    <a:pt x="304161" y="1294949"/>
                  </a:lnTo>
                  <a:lnTo>
                    <a:pt x="286153" y="1279458"/>
                  </a:lnTo>
                  <a:close/>
                  <a:moveTo>
                    <a:pt x="151214" y="1013525"/>
                  </a:moveTo>
                  <a:lnTo>
                    <a:pt x="183738" y="1049491"/>
                  </a:lnTo>
                  <a:lnTo>
                    <a:pt x="192300" y="1007212"/>
                  </a:lnTo>
                  <a:close/>
                  <a:moveTo>
                    <a:pt x="187220" y="1040052"/>
                  </a:moveTo>
                  <a:lnTo>
                    <a:pt x="183738" y="1049491"/>
                  </a:lnTo>
                  <a:lnTo>
                    <a:pt x="151214" y="1013525"/>
                  </a:lnTo>
                  <a:close/>
                  <a:moveTo>
                    <a:pt x="216958" y="1014253"/>
                  </a:moveTo>
                  <a:lnTo>
                    <a:pt x="192300" y="1007212"/>
                  </a:lnTo>
                  <a:lnTo>
                    <a:pt x="183738" y="1049491"/>
                  </a:lnTo>
                  <a:close/>
                  <a:moveTo>
                    <a:pt x="268898" y="1022528"/>
                  </a:moveTo>
                  <a:lnTo>
                    <a:pt x="250683" y="986836"/>
                  </a:lnTo>
                  <a:lnTo>
                    <a:pt x="245318" y="1003297"/>
                  </a:lnTo>
                  <a:close/>
                  <a:moveTo>
                    <a:pt x="251957" y="987557"/>
                  </a:moveTo>
                  <a:lnTo>
                    <a:pt x="250683" y="986836"/>
                  </a:lnTo>
                  <a:lnTo>
                    <a:pt x="268898" y="1022528"/>
                  </a:lnTo>
                  <a:close/>
                  <a:moveTo>
                    <a:pt x="172746" y="966542"/>
                  </a:moveTo>
                  <a:lnTo>
                    <a:pt x="191236" y="981316"/>
                  </a:lnTo>
                  <a:lnTo>
                    <a:pt x="161117" y="960728"/>
                  </a:lnTo>
                  <a:close/>
                  <a:moveTo>
                    <a:pt x="172746" y="966542"/>
                  </a:moveTo>
                  <a:lnTo>
                    <a:pt x="161117" y="960728"/>
                  </a:lnTo>
                  <a:lnTo>
                    <a:pt x="144294" y="929657"/>
                  </a:lnTo>
                  <a:close/>
                  <a:moveTo>
                    <a:pt x="332030" y="974878"/>
                  </a:moveTo>
                  <a:lnTo>
                    <a:pt x="326531" y="934602"/>
                  </a:lnTo>
                  <a:lnTo>
                    <a:pt x="321061" y="968930"/>
                  </a:lnTo>
                  <a:close/>
                  <a:moveTo>
                    <a:pt x="326531" y="934602"/>
                  </a:moveTo>
                  <a:lnTo>
                    <a:pt x="320938" y="932175"/>
                  </a:lnTo>
                  <a:lnTo>
                    <a:pt x="321061" y="968930"/>
                  </a:lnTo>
                  <a:close/>
                  <a:moveTo>
                    <a:pt x="249141" y="898595"/>
                  </a:moveTo>
                  <a:lnTo>
                    <a:pt x="285419" y="891881"/>
                  </a:lnTo>
                  <a:lnTo>
                    <a:pt x="255585" y="875698"/>
                  </a:lnTo>
                  <a:close/>
                  <a:moveTo>
                    <a:pt x="289682" y="895420"/>
                  </a:moveTo>
                  <a:lnTo>
                    <a:pt x="255585" y="875698"/>
                  </a:lnTo>
                  <a:lnTo>
                    <a:pt x="285419" y="891881"/>
                  </a:lnTo>
                  <a:close/>
                  <a:moveTo>
                    <a:pt x="309342" y="921488"/>
                  </a:moveTo>
                  <a:lnTo>
                    <a:pt x="321061" y="968930"/>
                  </a:lnTo>
                  <a:lnTo>
                    <a:pt x="320938" y="932175"/>
                  </a:lnTo>
                  <a:close/>
                  <a:moveTo>
                    <a:pt x="289125" y="893177"/>
                  </a:moveTo>
                  <a:lnTo>
                    <a:pt x="320938" y="932175"/>
                  </a:lnTo>
                  <a:lnTo>
                    <a:pt x="289682" y="895420"/>
                  </a:lnTo>
                  <a:close/>
                  <a:moveTo>
                    <a:pt x="289125" y="893177"/>
                  </a:moveTo>
                  <a:lnTo>
                    <a:pt x="309342" y="921488"/>
                  </a:lnTo>
                  <a:lnTo>
                    <a:pt x="320938" y="932175"/>
                  </a:lnTo>
                  <a:close/>
                  <a:moveTo>
                    <a:pt x="199123" y="733183"/>
                  </a:moveTo>
                  <a:lnTo>
                    <a:pt x="216546" y="758952"/>
                  </a:lnTo>
                  <a:lnTo>
                    <a:pt x="230047" y="779877"/>
                  </a:lnTo>
                  <a:close/>
                  <a:moveTo>
                    <a:pt x="182553" y="701907"/>
                  </a:moveTo>
                  <a:lnTo>
                    <a:pt x="174177" y="725116"/>
                  </a:lnTo>
                  <a:lnTo>
                    <a:pt x="208911" y="748400"/>
                  </a:lnTo>
                  <a:close/>
                  <a:moveTo>
                    <a:pt x="590609" y="996853"/>
                  </a:moveTo>
                  <a:lnTo>
                    <a:pt x="582375" y="996288"/>
                  </a:lnTo>
                  <a:lnTo>
                    <a:pt x="625634" y="1027645"/>
                  </a:lnTo>
                  <a:close/>
                  <a:moveTo>
                    <a:pt x="625634" y="1027645"/>
                  </a:moveTo>
                  <a:lnTo>
                    <a:pt x="582375" y="996288"/>
                  </a:lnTo>
                  <a:lnTo>
                    <a:pt x="578857" y="1008073"/>
                  </a:lnTo>
                  <a:close/>
                  <a:moveTo>
                    <a:pt x="522391" y="928471"/>
                  </a:moveTo>
                  <a:lnTo>
                    <a:pt x="548960" y="954135"/>
                  </a:lnTo>
                  <a:lnTo>
                    <a:pt x="544286" y="948235"/>
                  </a:lnTo>
                  <a:close/>
                  <a:moveTo>
                    <a:pt x="522391" y="928471"/>
                  </a:moveTo>
                  <a:lnTo>
                    <a:pt x="559112" y="970453"/>
                  </a:lnTo>
                  <a:lnTo>
                    <a:pt x="548960" y="954135"/>
                  </a:lnTo>
                  <a:close/>
                  <a:moveTo>
                    <a:pt x="222916" y="549830"/>
                  </a:moveTo>
                  <a:lnTo>
                    <a:pt x="195755" y="517170"/>
                  </a:lnTo>
                  <a:lnTo>
                    <a:pt x="173565" y="530412"/>
                  </a:lnTo>
                  <a:close/>
                  <a:moveTo>
                    <a:pt x="169482" y="530259"/>
                  </a:moveTo>
                  <a:lnTo>
                    <a:pt x="193815" y="509915"/>
                  </a:lnTo>
                  <a:lnTo>
                    <a:pt x="150816" y="476884"/>
                  </a:lnTo>
                  <a:close/>
                  <a:moveTo>
                    <a:pt x="160243" y="480603"/>
                  </a:moveTo>
                  <a:lnTo>
                    <a:pt x="150816" y="476884"/>
                  </a:lnTo>
                  <a:lnTo>
                    <a:pt x="171611" y="487067"/>
                  </a:lnTo>
                  <a:close/>
                  <a:moveTo>
                    <a:pt x="583551" y="990890"/>
                  </a:moveTo>
                  <a:lnTo>
                    <a:pt x="582375" y="996288"/>
                  </a:lnTo>
                  <a:lnTo>
                    <a:pt x="590609" y="996853"/>
                  </a:lnTo>
                  <a:close/>
                  <a:moveTo>
                    <a:pt x="583551" y="990890"/>
                  </a:moveTo>
                  <a:lnTo>
                    <a:pt x="559112" y="970453"/>
                  </a:lnTo>
                  <a:lnTo>
                    <a:pt x="582375" y="996288"/>
                  </a:lnTo>
                  <a:close/>
                  <a:moveTo>
                    <a:pt x="583551" y="990890"/>
                  </a:moveTo>
                  <a:lnTo>
                    <a:pt x="548960" y="954135"/>
                  </a:lnTo>
                  <a:lnTo>
                    <a:pt x="559112" y="970453"/>
                  </a:lnTo>
                  <a:close/>
                  <a:moveTo>
                    <a:pt x="511363" y="917380"/>
                  </a:moveTo>
                  <a:lnTo>
                    <a:pt x="522391" y="928471"/>
                  </a:lnTo>
                  <a:lnTo>
                    <a:pt x="544286" y="948235"/>
                  </a:lnTo>
                  <a:close/>
                  <a:moveTo>
                    <a:pt x="795403" y="1157482"/>
                  </a:moveTo>
                  <a:lnTo>
                    <a:pt x="811343" y="1199257"/>
                  </a:lnTo>
                  <a:lnTo>
                    <a:pt x="833964" y="1187628"/>
                  </a:lnTo>
                  <a:close/>
                  <a:moveTo>
                    <a:pt x="795403" y="1157482"/>
                  </a:moveTo>
                  <a:lnTo>
                    <a:pt x="792100" y="1174665"/>
                  </a:lnTo>
                  <a:lnTo>
                    <a:pt x="811343" y="1199257"/>
                  </a:lnTo>
                  <a:close/>
                  <a:moveTo>
                    <a:pt x="732385" y="1056992"/>
                  </a:moveTo>
                  <a:lnTo>
                    <a:pt x="718669" y="1047217"/>
                  </a:lnTo>
                  <a:lnTo>
                    <a:pt x="676058" y="1067180"/>
                  </a:lnTo>
                  <a:close/>
                  <a:moveTo>
                    <a:pt x="708985" y="1065710"/>
                  </a:moveTo>
                  <a:lnTo>
                    <a:pt x="732385" y="1056992"/>
                  </a:lnTo>
                  <a:lnTo>
                    <a:pt x="676058" y="1067180"/>
                  </a:lnTo>
                  <a:close/>
                  <a:moveTo>
                    <a:pt x="678574" y="1061751"/>
                  </a:moveTo>
                  <a:lnTo>
                    <a:pt x="718669" y="1047217"/>
                  </a:lnTo>
                  <a:lnTo>
                    <a:pt x="727760" y="1039702"/>
                  </a:lnTo>
                  <a:close/>
                  <a:moveTo>
                    <a:pt x="590609" y="996853"/>
                  </a:moveTo>
                  <a:lnTo>
                    <a:pt x="625634" y="1027645"/>
                  </a:lnTo>
                  <a:lnTo>
                    <a:pt x="611361" y="978233"/>
                  </a:lnTo>
                  <a:close/>
                  <a:moveTo>
                    <a:pt x="641696" y="975149"/>
                  </a:moveTo>
                  <a:lnTo>
                    <a:pt x="625634" y="1027645"/>
                  </a:lnTo>
                  <a:lnTo>
                    <a:pt x="638677" y="1022350"/>
                  </a:lnTo>
                  <a:close/>
                  <a:moveTo>
                    <a:pt x="548960" y="954135"/>
                  </a:moveTo>
                  <a:lnTo>
                    <a:pt x="592490" y="936952"/>
                  </a:lnTo>
                  <a:lnTo>
                    <a:pt x="544286" y="948235"/>
                  </a:lnTo>
                  <a:close/>
                  <a:moveTo>
                    <a:pt x="629420" y="940382"/>
                  </a:moveTo>
                  <a:lnTo>
                    <a:pt x="609175" y="912094"/>
                  </a:lnTo>
                  <a:lnTo>
                    <a:pt x="610112" y="936952"/>
                  </a:lnTo>
                  <a:close/>
                  <a:moveTo>
                    <a:pt x="609175" y="912094"/>
                  </a:moveTo>
                  <a:lnTo>
                    <a:pt x="599882" y="900197"/>
                  </a:lnTo>
                  <a:lnTo>
                    <a:pt x="610112" y="936952"/>
                  </a:lnTo>
                  <a:close/>
                  <a:moveTo>
                    <a:pt x="755649" y="1083972"/>
                  </a:moveTo>
                  <a:lnTo>
                    <a:pt x="761130" y="1066788"/>
                  </a:lnTo>
                  <a:lnTo>
                    <a:pt x="732385" y="1056992"/>
                  </a:lnTo>
                  <a:close/>
                  <a:moveTo>
                    <a:pt x="732385" y="1056992"/>
                  </a:moveTo>
                  <a:lnTo>
                    <a:pt x="707632" y="1038127"/>
                  </a:lnTo>
                  <a:lnTo>
                    <a:pt x="718669" y="1047217"/>
                  </a:lnTo>
                  <a:close/>
                  <a:moveTo>
                    <a:pt x="359091" y="594902"/>
                  </a:moveTo>
                  <a:lnTo>
                    <a:pt x="377866" y="606157"/>
                  </a:lnTo>
                  <a:lnTo>
                    <a:pt x="339735" y="585552"/>
                  </a:lnTo>
                  <a:close/>
                  <a:moveTo>
                    <a:pt x="372237" y="521808"/>
                  </a:moveTo>
                  <a:lnTo>
                    <a:pt x="390366" y="552218"/>
                  </a:lnTo>
                  <a:lnTo>
                    <a:pt x="389497" y="550817"/>
                  </a:lnTo>
                  <a:close/>
                  <a:moveTo>
                    <a:pt x="2576" y="113412"/>
                  </a:moveTo>
                  <a:lnTo>
                    <a:pt x="0" y="91164"/>
                  </a:lnTo>
                  <a:lnTo>
                    <a:pt x="14120" y="86368"/>
                  </a:lnTo>
                  <a:close/>
                  <a:moveTo>
                    <a:pt x="23569" y="123434"/>
                  </a:moveTo>
                  <a:lnTo>
                    <a:pt x="2576" y="113412"/>
                  </a:lnTo>
                  <a:lnTo>
                    <a:pt x="14120" y="86368"/>
                  </a:lnTo>
                  <a:close/>
                  <a:moveTo>
                    <a:pt x="890045" y="1132422"/>
                  </a:moveTo>
                  <a:lnTo>
                    <a:pt x="887542" y="1167162"/>
                  </a:lnTo>
                  <a:lnTo>
                    <a:pt x="894871" y="1140298"/>
                  </a:lnTo>
                  <a:close/>
                  <a:moveTo>
                    <a:pt x="871546" y="1102715"/>
                  </a:moveTo>
                  <a:lnTo>
                    <a:pt x="894871" y="1140298"/>
                  </a:lnTo>
                  <a:lnTo>
                    <a:pt x="872881" y="1103543"/>
                  </a:lnTo>
                  <a:close/>
                  <a:moveTo>
                    <a:pt x="833156" y="1062089"/>
                  </a:moveTo>
                  <a:lnTo>
                    <a:pt x="869722" y="1100536"/>
                  </a:lnTo>
                  <a:lnTo>
                    <a:pt x="845153" y="1066788"/>
                  </a:lnTo>
                  <a:close/>
                  <a:moveTo>
                    <a:pt x="795216" y="1021099"/>
                  </a:moveTo>
                  <a:lnTo>
                    <a:pt x="822267" y="1047685"/>
                  </a:lnTo>
                  <a:lnTo>
                    <a:pt x="809280" y="1030033"/>
                  </a:lnTo>
                  <a:close/>
                  <a:moveTo>
                    <a:pt x="833156" y="1062089"/>
                  </a:moveTo>
                  <a:lnTo>
                    <a:pt x="822267" y="1047685"/>
                  </a:lnTo>
                  <a:lnTo>
                    <a:pt x="795216" y="1021099"/>
                  </a:lnTo>
                  <a:close/>
                  <a:moveTo>
                    <a:pt x="833156" y="1062089"/>
                  </a:moveTo>
                  <a:lnTo>
                    <a:pt x="845153" y="1066788"/>
                  </a:lnTo>
                  <a:lnTo>
                    <a:pt x="822267" y="1047685"/>
                  </a:lnTo>
                  <a:close/>
                  <a:moveTo>
                    <a:pt x="714324" y="893257"/>
                  </a:moveTo>
                  <a:lnTo>
                    <a:pt x="692165" y="871713"/>
                  </a:lnTo>
                  <a:lnTo>
                    <a:pt x="697376" y="883014"/>
                  </a:lnTo>
                  <a:close/>
                  <a:moveTo>
                    <a:pt x="692165" y="871713"/>
                  </a:moveTo>
                  <a:lnTo>
                    <a:pt x="691180" y="835092"/>
                  </a:lnTo>
                  <a:lnTo>
                    <a:pt x="697376" y="883014"/>
                  </a:lnTo>
                  <a:close/>
                  <a:moveTo>
                    <a:pt x="697376" y="883014"/>
                  </a:moveTo>
                  <a:lnTo>
                    <a:pt x="691180" y="835092"/>
                  </a:lnTo>
                  <a:lnTo>
                    <a:pt x="692233" y="829075"/>
                  </a:lnTo>
                  <a:close/>
                  <a:moveTo>
                    <a:pt x="658220" y="792320"/>
                  </a:moveTo>
                  <a:lnTo>
                    <a:pt x="646002" y="809503"/>
                  </a:lnTo>
                  <a:lnTo>
                    <a:pt x="665574" y="835566"/>
                  </a:lnTo>
                  <a:close/>
                  <a:moveTo>
                    <a:pt x="438996" y="571790"/>
                  </a:moveTo>
                  <a:lnTo>
                    <a:pt x="390366" y="552218"/>
                  </a:lnTo>
                  <a:lnTo>
                    <a:pt x="420239" y="588973"/>
                  </a:lnTo>
                  <a:close/>
                  <a:moveTo>
                    <a:pt x="363493" y="515464"/>
                  </a:moveTo>
                  <a:lnTo>
                    <a:pt x="389497" y="550817"/>
                  </a:lnTo>
                  <a:lnTo>
                    <a:pt x="401736" y="535035"/>
                  </a:lnTo>
                  <a:close/>
                  <a:moveTo>
                    <a:pt x="69508" y="147914"/>
                  </a:moveTo>
                  <a:lnTo>
                    <a:pt x="92574" y="94422"/>
                  </a:lnTo>
                  <a:lnTo>
                    <a:pt x="90496" y="93975"/>
                  </a:lnTo>
                  <a:close/>
                  <a:moveTo>
                    <a:pt x="90496" y="93975"/>
                  </a:moveTo>
                  <a:lnTo>
                    <a:pt x="93886" y="96829"/>
                  </a:lnTo>
                  <a:lnTo>
                    <a:pt x="69508" y="147914"/>
                  </a:lnTo>
                  <a:close/>
                  <a:moveTo>
                    <a:pt x="79118" y="60615"/>
                  </a:moveTo>
                  <a:lnTo>
                    <a:pt x="69695" y="23528"/>
                  </a:lnTo>
                  <a:lnTo>
                    <a:pt x="63176" y="57220"/>
                  </a:lnTo>
                  <a:close/>
                  <a:moveTo>
                    <a:pt x="691180" y="835092"/>
                  </a:moveTo>
                  <a:lnTo>
                    <a:pt x="692165" y="871713"/>
                  </a:lnTo>
                  <a:lnTo>
                    <a:pt x="690249" y="865830"/>
                  </a:lnTo>
                  <a:close/>
                  <a:moveTo>
                    <a:pt x="967932" y="1069177"/>
                  </a:moveTo>
                  <a:lnTo>
                    <a:pt x="967190" y="1119592"/>
                  </a:lnTo>
                  <a:lnTo>
                    <a:pt x="984789" y="1089182"/>
                  </a:lnTo>
                  <a:close/>
                  <a:moveTo>
                    <a:pt x="967932" y="1069177"/>
                  </a:moveTo>
                  <a:lnTo>
                    <a:pt x="934565" y="1086360"/>
                  </a:lnTo>
                  <a:lnTo>
                    <a:pt x="967190" y="1119592"/>
                  </a:lnTo>
                  <a:close/>
                  <a:moveTo>
                    <a:pt x="692233" y="829075"/>
                  </a:moveTo>
                  <a:lnTo>
                    <a:pt x="691180" y="835092"/>
                  </a:lnTo>
                  <a:lnTo>
                    <a:pt x="691099" y="827833"/>
                  </a:lnTo>
                  <a:close/>
                  <a:moveTo>
                    <a:pt x="663970" y="778052"/>
                  </a:moveTo>
                  <a:lnTo>
                    <a:pt x="689063" y="827179"/>
                  </a:lnTo>
                  <a:lnTo>
                    <a:pt x="691099" y="827833"/>
                  </a:lnTo>
                  <a:close/>
                  <a:moveTo>
                    <a:pt x="705976" y="775137"/>
                  </a:moveTo>
                  <a:lnTo>
                    <a:pt x="720585" y="786201"/>
                  </a:lnTo>
                  <a:lnTo>
                    <a:pt x="686032" y="742457"/>
                  </a:lnTo>
                  <a:close/>
                  <a:moveTo>
                    <a:pt x="209175" y="240995"/>
                  </a:moveTo>
                  <a:lnTo>
                    <a:pt x="252339" y="219322"/>
                  </a:lnTo>
                  <a:lnTo>
                    <a:pt x="206303" y="190380"/>
                  </a:lnTo>
                  <a:close/>
                  <a:moveTo>
                    <a:pt x="222511" y="159544"/>
                  </a:moveTo>
                  <a:lnTo>
                    <a:pt x="206303" y="190380"/>
                  </a:lnTo>
                  <a:lnTo>
                    <a:pt x="232073" y="196517"/>
                  </a:lnTo>
                  <a:close/>
                  <a:moveTo>
                    <a:pt x="55088" y="53062"/>
                  </a:moveTo>
                  <a:lnTo>
                    <a:pt x="90496" y="93975"/>
                  </a:lnTo>
                  <a:lnTo>
                    <a:pt x="63176" y="57220"/>
                  </a:lnTo>
                  <a:close/>
                  <a:moveTo>
                    <a:pt x="985020" y="1019892"/>
                  </a:moveTo>
                  <a:lnTo>
                    <a:pt x="956486" y="1016001"/>
                  </a:lnTo>
                  <a:lnTo>
                    <a:pt x="988894" y="1061490"/>
                  </a:lnTo>
                  <a:close/>
                  <a:moveTo>
                    <a:pt x="988894" y="1061490"/>
                  </a:moveTo>
                  <a:lnTo>
                    <a:pt x="984789" y="1089182"/>
                  </a:lnTo>
                  <a:lnTo>
                    <a:pt x="999895" y="1069177"/>
                  </a:lnTo>
                  <a:close/>
                  <a:moveTo>
                    <a:pt x="988894" y="1061490"/>
                  </a:moveTo>
                  <a:lnTo>
                    <a:pt x="999895" y="1069177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8894" y="1061490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4367" y="991396"/>
                  </a:lnTo>
                  <a:lnTo>
                    <a:pt x="957182" y="1014333"/>
                  </a:lnTo>
                  <a:close/>
                  <a:moveTo>
                    <a:pt x="887958" y="941728"/>
                  </a:moveTo>
                  <a:lnTo>
                    <a:pt x="880211" y="947335"/>
                  </a:lnTo>
                  <a:lnTo>
                    <a:pt x="874467" y="958912"/>
                  </a:lnTo>
                  <a:close/>
                  <a:moveTo>
                    <a:pt x="761327" y="752002"/>
                  </a:moveTo>
                  <a:lnTo>
                    <a:pt x="819910" y="750248"/>
                  </a:lnTo>
                  <a:lnTo>
                    <a:pt x="788026" y="755617"/>
                  </a:lnTo>
                  <a:close/>
                  <a:moveTo>
                    <a:pt x="738180" y="693828"/>
                  </a:moveTo>
                  <a:lnTo>
                    <a:pt x="727872" y="690783"/>
                  </a:lnTo>
                  <a:lnTo>
                    <a:pt x="762785" y="721198"/>
                  </a:lnTo>
                  <a:close/>
                  <a:moveTo>
                    <a:pt x="762785" y="721198"/>
                  </a:moveTo>
                  <a:lnTo>
                    <a:pt x="727872" y="690783"/>
                  </a:lnTo>
                  <a:lnTo>
                    <a:pt x="727810" y="701627"/>
                  </a:lnTo>
                  <a:close/>
                  <a:moveTo>
                    <a:pt x="662598" y="689673"/>
                  </a:moveTo>
                  <a:lnTo>
                    <a:pt x="671527" y="701627"/>
                  </a:lnTo>
                  <a:lnTo>
                    <a:pt x="691660" y="648388"/>
                  </a:lnTo>
                  <a:close/>
                  <a:moveTo>
                    <a:pt x="691660" y="648388"/>
                  </a:moveTo>
                  <a:lnTo>
                    <a:pt x="692240" y="646640"/>
                  </a:lnTo>
                  <a:lnTo>
                    <a:pt x="658409" y="644729"/>
                  </a:lnTo>
                  <a:close/>
                  <a:moveTo>
                    <a:pt x="693263" y="647689"/>
                  </a:moveTo>
                  <a:lnTo>
                    <a:pt x="727872" y="690783"/>
                  </a:lnTo>
                  <a:lnTo>
                    <a:pt x="714044" y="684443"/>
                  </a:lnTo>
                  <a:close/>
                  <a:moveTo>
                    <a:pt x="693263" y="647689"/>
                  </a:moveTo>
                  <a:lnTo>
                    <a:pt x="691660" y="648388"/>
                  </a:lnTo>
                  <a:lnTo>
                    <a:pt x="676306" y="683274"/>
                  </a:lnTo>
                  <a:close/>
                  <a:moveTo>
                    <a:pt x="584174" y="547354"/>
                  </a:moveTo>
                  <a:lnTo>
                    <a:pt x="544755" y="517852"/>
                  </a:lnTo>
                  <a:lnTo>
                    <a:pt x="556305" y="512129"/>
                  </a:lnTo>
                  <a:close/>
                  <a:moveTo>
                    <a:pt x="481625" y="442307"/>
                  </a:moveTo>
                  <a:lnTo>
                    <a:pt x="450762" y="462883"/>
                  </a:lnTo>
                  <a:lnTo>
                    <a:pt x="480694" y="450222"/>
                  </a:lnTo>
                  <a:close/>
                  <a:moveTo>
                    <a:pt x="452170" y="439165"/>
                  </a:moveTo>
                  <a:lnTo>
                    <a:pt x="481625" y="442307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492458" y="397994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503385" y="410479"/>
                  </a:lnTo>
                  <a:lnTo>
                    <a:pt x="497957" y="390404"/>
                  </a:lnTo>
                  <a:close/>
                  <a:moveTo>
                    <a:pt x="492458" y="397994"/>
                  </a:moveTo>
                  <a:lnTo>
                    <a:pt x="481625" y="442307"/>
                  </a:lnTo>
                  <a:lnTo>
                    <a:pt x="497957" y="390404"/>
                  </a:lnTo>
                  <a:close/>
                  <a:moveTo>
                    <a:pt x="317147" y="243937"/>
                  </a:moveTo>
                  <a:lnTo>
                    <a:pt x="343651" y="249477"/>
                  </a:lnTo>
                  <a:lnTo>
                    <a:pt x="336481" y="210560"/>
                  </a:lnTo>
                  <a:close/>
                  <a:moveTo>
                    <a:pt x="336481" y="210560"/>
                  </a:moveTo>
                  <a:lnTo>
                    <a:pt x="346544" y="223812"/>
                  </a:lnTo>
                  <a:lnTo>
                    <a:pt x="326629" y="173822"/>
                  </a:lnTo>
                  <a:close/>
                  <a:moveTo>
                    <a:pt x="183281" y="30108"/>
                  </a:moveTo>
                  <a:lnTo>
                    <a:pt x="186007" y="22854"/>
                  </a:lnTo>
                  <a:lnTo>
                    <a:pt x="131955" y="0"/>
                  </a:lnTo>
                  <a:close/>
                  <a:moveTo>
                    <a:pt x="762785" y="721198"/>
                  </a:moveTo>
                  <a:lnTo>
                    <a:pt x="793495" y="704015"/>
                  </a:lnTo>
                  <a:lnTo>
                    <a:pt x="738180" y="693828"/>
                  </a:lnTo>
                  <a:close/>
                  <a:moveTo>
                    <a:pt x="819910" y="750248"/>
                  </a:moveTo>
                  <a:lnTo>
                    <a:pt x="830885" y="705959"/>
                  </a:lnTo>
                  <a:lnTo>
                    <a:pt x="802149" y="712211"/>
                  </a:lnTo>
                  <a:close/>
                  <a:moveTo>
                    <a:pt x="788026" y="755617"/>
                  </a:moveTo>
                  <a:lnTo>
                    <a:pt x="819910" y="750248"/>
                  </a:lnTo>
                  <a:lnTo>
                    <a:pt x="802149" y="712211"/>
                  </a:lnTo>
                  <a:close/>
                  <a:moveTo>
                    <a:pt x="688944" y="561102"/>
                  </a:moveTo>
                  <a:lnTo>
                    <a:pt x="725186" y="593750"/>
                  </a:lnTo>
                  <a:lnTo>
                    <a:pt x="724833" y="603760"/>
                  </a:lnTo>
                  <a:close/>
                  <a:moveTo>
                    <a:pt x="691423" y="547379"/>
                  </a:moveTo>
                  <a:lnTo>
                    <a:pt x="688944" y="561102"/>
                  </a:lnTo>
                  <a:lnTo>
                    <a:pt x="700917" y="520240"/>
                  </a:lnTo>
                  <a:close/>
                  <a:moveTo>
                    <a:pt x="600818" y="489076"/>
                  </a:moveTo>
                  <a:lnTo>
                    <a:pt x="626801" y="526551"/>
                  </a:lnTo>
                  <a:lnTo>
                    <a:pt x="637060" y="520240"/>
                  </a:lnTo>
                  <a:close/>
                  <a:moveTo>
                    <a:pt x="486237" y="349063"/>
                  </a:moveTo>
                  <a:lnTo>
                    <a:pt x="496333" y="353648"/>
                  </a:lnTo>
                  <a:lnTo>
                    <a:pt x="476159" y="337055"/>
                  </a:lnTo>
                  <a:close/>
                  <a:moveTo>
                    <a:pt x="518353" y="305295"/>
                  </a:moveTo>
                  <a:lnTo>
                    <a:pt x="518351" y="299710"/>
                  </a:lnTo>
                  <a:lnTo>
                    <a:pt x="480241" y="264444"/>
                  </a:lnTo>
                  <a:close/>
                  <a:moveTo>
                    <a:pt x="824989" y="621259"/>
                  </a:moveTo>
                  <a:lnTo>
                    <a:pt x="799924" y="607687"/>
                  </a:lnTo>
                  <a:lnTo>
                    <a:pt x="810528" y="613322"/>
                  </a:lnTo>
                  <a:close/>
                  <a:moveTo>
                    <a:pt x="636030" y="398043"/>
                  </a:moveTo>
                  <a:lnTo>
                    <a:pt x="627502" y="432964"/>
                  </a:lnTo>
                  <a:lnTo>
                    <a:pt x="657740" y="407482"/>
                  </a:lnTo>
                  <a:close/>
                  <a:moveTo>
                    <a:pt x="567409" y="332862"/>
                  </a:moveTo>
                  <a:lnTo>
                    <a:pt x="580428" y="336465"/>
                  </a:lnTo>
                  <a:lnTo>
                    <a:pt x="588239" y="320314"/>
                  </a:lnTo>
                  <a:close/>
                  <a:moveTo>
                    <a:pt x="546683" y="283740"/>
                  </a:moveTo>
                  <a:lnTo>
                    <a:pt x="518351" y="299710"/>
                  </a:lnTo>
                  <a:lnTo>
                    <a:pt x="527247" y="307278"/>
                  </a:lnTo>
                  <a:close/>
                  <a:moveTo>
                    <a:pt x="588239" y="320314"/>
                  </a:moveTo>
                  <a:lnTo>
                    <a:pt x="589138" y="319282"/>
                  </a:lnTo>
                  <a:lnTo>
                    <a:pt x="567409" y="332862"/>
                  </a:lnTo>
                  <a:close/>
                  <a:moveTo>
                    <a:pt x="567409" y="332862"/>
                  </a:moveTo>
                  <a:lnTo>
                    <a:pt x="546683" y="283740"/>
                  </a:lnTo>
                  <a:lnTo>
                    <a:pt x="527247" y="307278"/>
                  </a:lnTo>
                  <a:close/>
                  <a:moveTo>
                    <a:pt x="589138" y="319282"/>
                  </a:moveTo>
                  <a:lnTo>
                    <a:pt x="588239" y="320314"/>
                  </a:lnTo>
                  <a:lnTo>
                    <a:pt x="589605" y="319645"/>
                  </a:lnTo>
                  <a:close/>
                  <a:moveTo>
                    <a:pt x="885265" y="599343"/>
                  </a:moveTo>
                  <a:lnTo>
                    <a:pt x="870405" y="622048"/>
                  </a:lnTo>
                  <a:lnTo>
                    <a:pt x="887926" y="613322"/>
                  </a:lnTo>
                  <a:close/>
                  <a:moveTo>
                    <a:pt x="601569" y="175236"/>
                  </a:moveTo>
                  <a:lnTo>
                    <a:pt x="609931" y="191834"/>
                  </a:lnTo>
                  <a:lnTo>
                    <a:pt x="573705" y="163988"/>
                  </a:lnTo>
                  <a:close/>
                  <a:moveTo>
                    <a:pt x="455859" y="44814"/>
                  </a:moveTo>
                  <a:lnTo>
                    <a:pt x="497646" y="71305"/>
                  </a:lnTo>
                  <a:lnTo>
                    <a:pt x="450485" y="37811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393" name="Input_density__93">
              <a:extLst>
                <a:ext uri="{FF2B5EF4-FFF2-40B4-BE49-F238E27FC236}">
                  <a16:creationId xmlns:a16="http://schemas.microsoft.com/office/drawing/2014/main" id="{5B5C266F-82E4-747F-871C-D7127B508059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2009504"/>
              <a:ext cx="917555" cy="983660"/>
            </a:xfrm>
            <a:custGeom>
              <a:avLst/>
              <a:gdLst/>
              <a:ahLst/>
              <a:cxnLst/>
              <a:rect l="0" t="0" r="0" b="0"/>
              <a:pathLst>
                <a:path w="917555" h="983660">
                  <a:moveTo>
                    <a:pt x="12482" y="942224"/>
                  </a:moveTo>
                  <a:lnTo>
                    <a:pt x="1255" y="955805"/>
                  </a:lnTo>
                  <a:lnTo>
                    <a:pt x="22173" y="934964"/>
                  </a:lnTo>
                  <a:close/>
                  <a:moveTo>
                    <a:pt x="22173" y="934964"/>
                  </a:moveTo>
                  <a:lnTo>
                    <a:pt x="0" y="951113"/>
                  </a:lnTo>
                  <a:lnTo>
                    <a:pt x="12482" y="942224"/>
                  </a:lnTo>
                  <a:close/>
                  <a:moveTo>
                    <a:pt x="22173" y="934964"/>
                  </a:moveTo>
                  <a:lnTo>
                    <a:pt x="76291" y="919358"/>
                  </a:lnTo>
                  <a:lnTo>
                    <a:pt x="74802" y="918648"/>
                  </a:lnTo>
                  <a:close/>
                  <a:moveTo>
                    <a:pt x="54681" y="954535"/>
                  </a:moveTo>
                  <a:lnTo>
                    <a:pt x="76291" y="919358"/>
                  </a:lnTo>
                  <a:lnTo>
                    <a:pt x="22173" y="934964"/>
                  </a:lnTo>
                  <a:close/>
                  <a:moveTo>
                    <a:pt x="36521" y="971719"/>
                  </a:moveTo>
                  <a:lnTo>
                    <a:pt x="54681" y="954535"/>
                  </a:lnTo>
                  <a:lnTo>
                    <a:pt x="22173" y="934964"/>
                  </a:lnTo>
                  <a:close/>
                  <a:moveTo>
                    <a:pt x="48273" y="910813"/>
                  </a:moveTo>
                  <a:lnTo>
                    <a:pt x="22173" y="934964"/>
                  </a:lnTo>
                  <a:lnTo>
                    <a:pt x="74802" y="918648"/>
                  </a:lnTo>
                  <a:close/>
                  <a:moveTo>
                    <a:pt x="74802" y="918648"/>
                  </a:moveTo>
                  <a:lnTo>
                    <a:pt x="76291" y="919358"/>
                  </a:lnTo>
                  <a:lnTo>
                    <a:pt x="78228" y="917780"/>
                  </a:lnTo>
                  <a:close/>
                  <a:moveTo>
                    <a:pt x="76291" y="919358"/>
                  </a:moveTo>
                  <a:lnTo>
                    <a:pt x="100936" y="915295"/>
                  </a:lnTo>
                  <a:lnTo>
                    <a:pt x="78228" y="917780"/>
                  </a:lnTo>
                  <a:close/>
                  <a:moveTo>
                    <a:pt x="103691" y="900597"/>
                  </a:moveTo>
                  <a:lnTo>
                    <a:pt x="104516" y="863842"/>
                  </a:lnTo>
                  <a:lnTo>
                    <a:pt x="78228" y="917780"/>
                  </a:lnTo>
                  <a:close/>
                  <a:moveTo>
                    <a:pt x="136095" y="825965"/>
                  </a:moveTo>
                  <a:lnTo>
                    <a:pt x="112466" y="833828"/>
                  </a:lnTo>
                  <a:lnTo>
                    <a:pt x="104516" y="863842"/>
                  </a:lnTo>
                  <a:close/>
                  <a:moveTo>
                    <a:pt x="156665" y="816776"/>
                  </a:moveTo>
                  <a:lnTo>
                    <a:pt x="117779" y="827087"/>
                  </a:lnTo>
                  <a:lnTo>
                    <a:pt x="169860" y="827630"/>
                  </a:lnTo>
                  <a:close/>
                  <a:moveTo>
                    <a:pt x="169860" y="827630"/>
                  </a:moveTo>
                  <a:lnTo>
                    <a:pt x="117779" y="827087"/>
                  </a:lnTo>
                  <a:lnTo>
                    <a:pt x="112466" y="833828"/>
                  </a:lnTo>
                  <a:close/>
                  <a:moveTo>
                    <a:pt x="169860" y="827630"/>
                  </a:moveTo>
                  <a:lnTo>
                    <a:pt x="112466" y="833828"/>
                  </a:lnTo>
                  <a:lnTo>
                    <a:pt x="136095" y="825965"/>
                  </a:lnTo>
                  <a:close/>
                  <a:moveTo>
                    <a:pt x="156665" y="816776"/>
                  </a:moveTo>
                  <a:lnTo>
                    <a:pt x="169860" y="827630"/>
                  </a:lnTo>
                  <a:lnTo>
                    <a:pt x="172782" y="809904"/>
                  </a:lnTo>
                  <a:close/>
                  <a:moveTo>
                    <a:pt x="172782" y="809904"/>
                  </a:moveTo>
                  <a:lnTo>
                    <a:pt x="169860" y="827630"/>
                  </a:lnTo>
                  <a:lnTo>
                    <a:pt x="183504" y="839704"/>
                  </a:lnTo>
                  <a:close/>
                  <a:moveTo>
                    <a:pt x="231608" y="549086"/>
                  </a:moveTo>
                  <a:lnTo>
                    <a:pt x="231412" y="559361"/>
                  </a:lnTo>
                  <a:lnTo>
                    <a:pt x="230681" y="557395"/>
                  </a:lnTo>
                  <a:close/>
                  <a:moveTo>
                    <a:pt x="229826" y="520640"/>
                  </a:moveTo>
                  <a:lnTo>
                    <a:pt x="227091" y="483885"/>
                  </a:lnTo>
                  <a:lnTo>
                    <a:pt x="214843" y="528085"/>
                  </a:lnTo>
                  <a:close/>
                  <a:moveTo>
                    <a:pt x="227091" y="483885"/>
                  </a:moveTo>
                  <a:lnTo>
                    <a:pt x="204087" y="492082"/>
                  </a:lnTo>
                  <a:lnTo>
                    <a:pt x="214843" y="528085"/>
                  </a:lnTo>
                  <a:close/>
                  <a:moveTo>
                    <a:pt x="102750" y="410375"/>
                  </a:moveTo>
                  <a:lnTo>
                    <a:pt x="97030" y="373620"/>
                  </a:lnTo>
                  <a:lnTo>
                    <a:pt x="85950" y="417366"/>
                  </a:lnTo>
                  <a:close/>
                  <a:moveTo>
                    <a:pt x="231608" y="549086"/>
                  </a:moveTo>
                  <a:lnTo>
                    <a:pt x="230681" y="557395"/>
                  </a:lnTo>
                  <a:lnTo>
                    <a:pt x="236373" y="555328"/>
                  </a:lnTo>
                  <a:close/>
                  <a:moveTo>
                    <a:pt x="278389" y="503511"/>
                  </a:moveTo>
                  <a:lnTo>
                    <a:pt x="229826" y="520640"/>
                  </a:lnTo>
                  <a:lnTo>
                    <a:pt x="278511" y="503664"/>
                  </a:lnTo>
                  <a:close/>
                  <a:moveTo>
                    <a:pt x="229826" y="520640"/>
                  </a:moveTo>
                  <a:lnTo>
                    <a:pt x="231608" y="549086"/>
                  </a:lnTo>
                  <a:lnTo>
                    <a:pt x="278511" y="503664"/>
                  </a:lnTo>
                  <a:close/>
                  <a:moveTo>
                    <a:pt x="227091" y="483885"/>
                  </a:moveTo>
                  <a:lnTo>
                    <a:pt x="278389" y="503511"/>
                  </a:lnTo>
                  <a:lnTo>
                    <a:pt x="255982" y="476980"/>
                  </a:lnTo>
                  <a:close/>
                  <a:moveTo>
                    <a:pt x="227091" y="483885"/>
                  </a:moveTo>
                  <a:lnTo>
                    <a:pt x="229826" y="520640"/>
                  </a:lnTo>
                  <a:lnTo>
                    <a:pt x="278389" y="503511"/>
                  </a:lnTo>
                  <a:close/>
                  <a:moveTo>
                    <a:pt x="278898" y="503457"/>
                  </a:moveTo>
                  <a:lnTo>
                    <a:pt x="289102" y="466702"/>
                  </a:lnTo>
                  <a:lnTo>
                    <a:pt x="278389" y="503511"/>
                  </a:lnTo>
                  <a:close/>
                  <a:moveTo>
                    <a:pt x="289102" y="466702"/>
                  </a:moveTo>
                  <a:lnTo>
                    <a:pt x="255982" y="476980"/>
                  </a:lnTo>
                  <a:lnTo>
                    <a:pt x="278389" y="503511"/>
                  </a:lnTo>
                  <a:close/>
                  <a:moveTo>
                    <a:pt x="278389" y="503511"/>
                  </a:moveTo>
                  <a:lnTo>
                    <a:pt x="278511" y="503664"/>
                  </a:lnTo>
                  <a:lnTo>
                    <a:pt x="278898" y="503457"/>
                  </a:lnTo>
                  <a:close/>
                  <a:moveTo>
                    <a:pt x="278612" y="503330"/>
                  </a:moveTo>
                  <a:lnTo>
                    <a:pt x="278898" y="503457"/>
                  </a:lnTo>
                  <a:lnTo>
                    <a:pt x="278511" y="503664"/>
                  </a:lnTo>
                  <a:close/>
                  <a:moveTo>
                    <a:pt x="278612" y="503330"/>
                  </a:moveTo>
                  <a:lnTo>
                    <a:pt x="294193" y="466089"/>
                  </a:lnTo>
                  <a:lnTo>
                    <a:pt x="278898" y="503457"/>
                  </a:lnTo>
                  <a:close/>
                  <a:moveTo>
                    <a:pt x="278898" y="503457"/>
                  </a:moveTo>
                  <a:lnTo>
                    <a:pt x="301844" y="449519"/>
                  </a:lnTo>
                  <a:lnTo>
                    <a:pt x="289102" y="466702"/>
                  </a:lnTo>
                  <a:close/>
                  <a:moveTo>
                    <a:pt x="814128" y="964088"/>
                  </a:moveTo>
                  <a:lnTo>
                    <a:pt x="827693" y="983660"/>
                  </a:lnTo>
                  <a:lnTo>
                    <a:pt x="825577" y="946905"/>
                  </a:lnTo>
                  <a:close/>
                  <a:moveTo>
                    <a:pt x="220728" y="339254"/>
                  </a:moveTo>
                  <a:lnTo>
                    <a:pt x="228045" y="343348"/>
                  </a:lnTo>
                  <a:lnTo>
                    <a:pt x="231373" y="335658"/>
                  </a:lnTo>
                  <a:close/>
                  <a:moveTo>
                    <a:pt x="226105" y="336094"/>
                  </a:moveTo>
                  <a:lnTo>
                    <a:pt x="220728" y="339254"/>
                  </a:lnTo>
                  <a:lnTo>
                    <a:pt x="231373" y="335658"/>
                  </a:lnTo>
                  <a:close/>
                  <a:moveTo>
                    <a:pt x="305731" y="16153"/>
                  </a:moveTo>
                  <a:lnTo>
                    <a:pt x="264363" y="22696"/>
                  </a:lnTo>
                  <a:lnTo>
                    <a:pt x="310708" y="18427"/>
                  </a:lnTo>
                  <a:close/>
                  <a:moveTo>
                    <a:pt x="264363" y="22696"/>
                  </a:moveTo>
                  <a:lnTo>
                    <a:pt x="284629" y="45500"/>
                  </a:lnTo>
                  <a:lnTo>
                    <a:pt x="310708" y="18427"/>
                  </a:lnTo>
                  <a:close/>
                  <a:moveTo>
                    <a:pt x="305731" y="16153"/>
                  </a:moveTo>
                  <a:lnTo>
                    <a:pt x="310708" y="18427"/>
                  </a:lnTo>
                  <a:lnTo>
                    <a:pt x="312893" y="13235"/>
                  </a:lnTo>
                  <a:close/>
                  <a:moveTo>
                    <a:pt x="289863" y="46712"/>
                  </a:moveTo>
                  <a:lnTo>
                    <a:pt x="310708" y="18427"/>
                  </a:lnTo>
                  <a:lnTo>
                    <a:pt x="284629" y="45500"/>
                  </a:lnTo>
                  <a:close/>
                  <a:moveTo>
                    <a:pt x="289863" y="46712"/>
                  </a:moveTo>
                  <a:lnTo>
                    <a:pt x="331905" y="39621"/>
                  </a:lnTo>
                  <a:lnTo>
                    <a:pt x="310708" y="18427"/>
                  </a:lnTo>
                  <a:close/>
                  <a:moveTo>
                    <a:pt x="331905" y="39621"/>
                  </a:moveTo>
                  <a:lnTo>
                    <a:pt x="312893" y="13235"/>
                  </a:lnTo>
                  <a:lnTo>
                    <a:pt x="310708" y="18427"/>
                  </a:lnTo>
                  <a:close/>
                  <a:moveTo>
                    <a:pt x="358919" y="0"/>
                  </a:moveTo>
                  <a:lnTo>
                    <a:pt x="312893" y="13235"/>
                  </a:lnTo>
                  <a:lnTo>
                    <a:pt x="331905" y="39621"/>
                  </a:lnTo>
                  <a:close/>
                  <a:moveTo>
                    <a:pt x="644857" y="203304"/>
                  </a:moveTo>
                  <a:lnTo>
                    <a:pt x="643085" y="236153"/>
                  </a:lnTo>
                  <a:lnTo>
                    <a:pt x="668319" y="224222"/>
                  </a:lnTo>
                  <a:close/>
                  <a:moveTo>
                    <a:pt x="869513" y="402745"/>
                  </a:moveTo>
                  <a:lnTo>
                    <a:pt x="917555" y="425522"/>
                  </a:lnTo>
                  <a:lnTo>
                    <a:pt x="903531" y="392176"/>
                  </a:lnTo>
                  <a:close/>
                  <a:moveTo>
                    <a:pt x="578103" y="10457"/>
                  </a:moveTo>
                  <a:lnTo>
                    <a:pt x="529025" y="32465"/>
                  </a:lnTo>
                  <a:lnTo>
                    <a:pt x="572725" y="1801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394" name="Input_density__94">
              <a:extLst>
                <a:ext uri="{FF2B5EF4-FFF2-40B4-BE49-F238E27FC236}">
                  <a16:creationId xmlns:a16="http://schemas.microsoft.com/office/drawing/2014/main" id="{02CEE977-D4B4-154F-5748-45429A098BA5}"/>
                </a:ext>
              </a:extLst>
            </p:cNvPr>
            <p:cNvSpPr>
              <a:spLocks noGrp="1"/>
            </p:cNvSpPr>
            <p:nvPr/>
          </p:nvSpPr>
          <p:spPr>
            <a:xfrm>
              <a:off x="882826" y="1888567"/>
              <a:ext cx="1059160" cy="1284462"/>
            </a:xfrm>
            <a:custGeom>
              <a:avLst/>
              <a:gdLst/>
              <a:ahLst/>
              <a:cxnLst/>
              <a:rect l="0" t="0" r="0" b="0"/>
              <a:pathLst>
                <a:path w="1059160" h="1284462">
                  <a:moveTo>
                    <a:pt x="60149" y="1055901"/>
                  </a:moveTo>
                  <a:lnTo>
                    <a:pt x="72812" y="1109839"/>
                  </a:lnTo>
                  <a:lnTo>
                    <a:pt x="74498" y="1092656"/>
                  </a:lnTo>
                  <a:close/>
                  <a:moveTo>
                    <a:pt x="74498" y="1092656"/>
                  </a:moveTo>
                  <a:lnTo>
                    <a:pt x="111261" y="1129411"/>
                  </a:lnTo>
                  <a:lnTo>
                    <a:pt x="118262" y="1112228"/>
                  </a:lnTo>
                  <a:close/>
                  <a:moveTo>
                    <a:pt x="371902" y="1284462"/>
                  </a:moveTo>
                  <a:lnTo>
                    <a:pt x="402689" y="1279652"/>
                  </a:lnTo>
                  <a:lnTo>
                    <a:pt x="394682" y="1278819"/>
                  </a:lnTo>
                  <a:close/>
                  <a:moveTo>
                    <a:pt x="356419" y="1226574"/>
                  </a:moveTo>
                  <a:lnTo>
                    <a:pt x="299264" y="1233664"/>
                  </a:lnTo>
                  <a:lnTo>
                    <a:pt x="324701" y="1232560"/>
                  </a:lnTo>
                  <a:close/>
                  <a:moveTo>
                    <a:pt x="373929" y="1275944"/>
                  </a:moveTo>
                  <a:lnTo>
                    <a:pt x="371902" y="1284462"/>
                  </a:lnTo>
                  <a:lnTo>
                    <a:pt x="394682" y="1278819"/>
                  </a:lnTo>
                  <a:close/>
                  <a:moveTo>
                    <a:pt x="335833" y="1235080"/>
                  </a:moveTo>
                  <a:lnTo>
                    <a:pt x="356419" y="1226574"/>
                  </a:lnTo>
                  <a:lnTo>
                    <a:pt x="324701" y="1232560"/>
                  </a:lnTo>
                  <a:close/>
                  <a:moveTo>
                    <a:pt x="335833" y="1235080"/>
                  </a:moveTo>
                  <a:lnTo>
                    <a:pt x="368780" y="1235384"/>
                  </a:lnTo>
                  <a:lnTo>
                    <a:pt x="356419" y="1226574"/>
                  </a:lnTo>
                  <a:close/>
                  <a:moveTo>
                    <a:pt x="262566" y="954328"/>
                  </a:moveTo>
                  <a:lnTo>
                    <a:pt x="261502" y="928431"/>
                  </a:lnTo>
                  <a:lnTo>
                    <a:pt x="221480" y="960641"/>
                  </a:lnTo>
                  <a:close/>
                  <a:moveTo>
                    <a:pt x="210758" y="930841"/>
                  </a:moveTo>
                  <a:lnTo>
                    <a:pt x="261502" y="928431"/>
                  </a:lnTo>
                  <a:lnTo>
                    <a:pt x="243012" y="913658"/>
                  </a:lnTo>
                  <a:close/>
                  <a:moveTo>
                    <a:pt x="214746" y="876903"/>
                  </a:moveTo>
                  <a:lnTo>
                    <a:pt x="227027" y="893726"/>
                  </a:lnTo>
                  <a:lnTo>
                    <a:pt x="210758" y="930841"/>
                  </a:lnTo>
                  <a:close/>
                  <a:moveTo>
                    <a:pt x="243012" y="913658"/>
                  </a:moveTo>
                  <a:lnTo>
                    <a:pt x="214746" y="876903"/>
                  </a:lnTo>
                  <a:lnTo>
                    <a:pt x="210758" y="930841"/>
                  </a:lnTo>
                  <a:close/>
                  <a:moveTo>
                    <a:pt x="0" y="565680"/>
                  </a:moveTo>
                  <a:lnTo>
                    <a:pt x="767" y="528924"/>
                  </a:lnTo>
                  <a:lnTo>
                    <a:pt x="4255" y="536670"/>
                  </a:lnTo>
                  <a:close/>
                  <a:moveTo>
                    <a:pt x="319407" y="845711"/>
                  </a:moveTo>
                  <a:lnTo>
                    <a:pt x="325851" y="822813"/>
                  </a:lnTo>
                  <a:lnTo>
                    <a:pt x="295538" y="820369"/>
                  </a:lnTo>
                  <a:close/>
                  <a:moveTo>
                    <a:pt x="319407" y="845711"/>
                  </a:moveTo>
                  <a:lnTo>
                    <a:pt x="325303" y="849979"/>
                  </a:lnTo>
                  <a:lnTo>
                    <a:pt x="346504" y="842536"/>
                  </a:lnTo>
                  <a:close/>
                  <a:moveTo>
                    <a:pt x="269389" y="680298"/>
                  </a:moveTo>
                  <a:lnTo>
                    <a:pt x="269584" y="670024"/>
                  </a:lnTo>
                  <a:lnTo>
                    <a:pt x="279177" y="695516"/>
                  </a:lnTo>
                  <a:close/>
                  <a:moveTo>
                    <a:pt x="279177" y="695516"/>
                  </a:moveTo>
                  <a:lnTo>
                    <a:pt x="269584" y="670024"/>
                  </a:lnTo>
                  <a:lnTo>
                    <a:pt x="267802" y="641578"/>
                  </a:lnTo>
                  <a:close/>
                  <a:moveTo>
                    <a:pt x="267802" y="641578"/>
                  </a:moveTo>
                  <a:lnTo>
                    <a:pt x="252819" y="649022"/>
                  </a:lnTo>
                  <a:lnTo>
                    <a:pt x="279177" y="695516"/>
                  </a:lnTo>
                  <a:close/>
                  <a:moveTo>
                    <a:pt x="222756" y="658761"/>
                  </a:moveTo>
                  <a:lnTo>
                    <a:pt x="244443" y="672232"/>
                  </a:lnTo>
                  <a:lnTo>
                    <a:pt x="252819" y="649022"/>
                  </a:lnTo>
                  <a:close/>
                  <a:moveTo>
                    <a:pt x="107179" y="507171"/>
                  </a:moveTo>
                  <a:lnTo>
                    <a:pt x="99011" y="502215"/>
                  </a:lnTo>
                  <a:lnTo>
                    <a:pt x="84688" y="498368"/>
                  </a:lnTo>
                  <a:close/>
                  <a:moveTo>
                    <a:pt x="99011" y="502215"/>
                  </a:moveTo>
                  <a:lnTo>
                    <a:pt x="107179" y="507171"/>
                  </a:lnTo>
                  <a:lnTo>
                    <a:pt x="147765" y="463716"/>
                  </a:lnTo>
                  <a:close/>
                  <a:moveTo>
                    <a:pt x="478317" y="862108"/>
                  </a:moveTo>
                  <a:lnTo>
                    <a:pt x="496542" y="895699"/>
                  </a:lnTo>
                  <a:lnTo>
                    <a:pt x="492984" y="857696"/>
                  </a:lnTo>
                  <a:close/>
                  <a:moveTo>
                    <a:pt x="138810" y="481456"/>
                  </a:moveTo>
                  <a:lnTo>
                    <a:pt x="147765" y="463716"/>
                  </a:lnTo>
                  <a:lnTo>
                    <a:pt x="135006" y="494558"/>
                  </a:lnTo>
                  <a:close/>
                  <a:moveTo>
                    <a:pt x="742769" y="1011516"/>
                  </a:moveTo>
                  <a:lnTo>
                    <a:pt x="731677" y="1055740"/>
                  </a:lnTo>
                  <a:lnTo>
                    <a:pt x="746324" y="1014295"/>
                  </a:lnTo>
                  <a:close/>
                  <a:moveTo>
                    <a:pt x="742769" y="1011516"/>
                  </a:moveTo>
                  <a:lnTo>
                    <a:pt x="704819" y="983692"/>
                  </a:lnTo>
                  <a:lnTo>
                    <a:pt x="684128" y="1002538"/>
                  </a:lnTo>
                  <a:close/>
                  <a:moveTo>
                    <a:pt x="695900" y="974761"/>
                  </a:moveTo>
                  <a:lnTo>
                    <a:pt x="684128" y="1002538"/>
                  </a:lnTo>
                  <a:lnTo>
                    <a:pt x="704819" y="983692"/>
                  </a:lnTo>
                  <a:close/>
                  <a:moveTo>
                    <a:pt x="243831" y="477527"/>
                  </a:moveTo>
                  <a:lnTo>
                    <a:pt x="258704" y="460191"/>
                  </a:lnTo>
                  <a:lnTo>
                    <a:pt x="239748" y="477374"/>
                  </a:lnTo>
                  <a:close/>
                  <a:moveTo>
                    <a:pt x="221082" y="424000"/>
                  </a:moveTo>
                  <a:lnTo>
                    <a:pt x="264081" y="457031"/>
                  </a:lnTo>
                  <a:lnTo>
                    <a:pt x="241877" y="434182"/>
                  </a:lnTo>
                  <a:close/>
                  <a:moveTo>
                    <a:pt x="742769" y="1011516"/>
                  </a:moveTo>
                  <a:lnTo>
                    <a:pt x="746324" y="1014295"/>
                  </a:lnTo>
                  <a:lnTo>
                    <a:pt x="748840" y="1008866"/>
                  </a:lnTo>
                  <a:close/>
                  <a:moveTo>
                    <a:pt x="748840" y="1008866"/>
                  </a:moveTo>
                  <a:lnTo>
                    <a:pt x="704819" y="983692"/>
                  </a:lnTo>
                  <a:lnTo>
                    <a:pt x="742769" y="1011516"/>
                  </a:lnTo>
                  <a:close/>
                  <a:moveTo>
                    <a:pt x="708943" y="969466"/>
                  </a:moveTo>
                  <a:lnTo>
                    <a:pt x="704819" y="983692"/>
                  </a:lnTo>
                  <a:lnTo>
                    <a:pt x="748840" y="1008866"/>
                  </a:lnTo>
                  <a:close/>
                  <a:moveTo>
                    <a:pt x="746324" y="1014295"/>
                  </a:moveTo>
                  <a:lnTo>
                    <a:pt x="788935" y="994333"/>
                  </a:lnTo>
                  <a:lnTo>
                    <a:pt x="748840" y="1008866"/>
                  </a:lnTo>
                  <a:close/>
                  <a:moveTo>
                    <a:pt x="825915" y="1031087"/>
                  </a:moveTo>
                  <a:lnTo>
                    <a:pt x="802651" y="1004108"/>
                  </a:lnTo>
                  <a:lnTo>
                    <a:pt x="828756" y="1042819"/>
                  </a:lnTo>
                  <a:close/>
                  <a:moveTo>
                    <a:pt x="695900" y="974761"/>
                  </a:moveTo>
                  <a:lnTo>
                    <a:pt x="704819" y="983692"/>
                  </a:lnTo>
                  <a:lnTo>
                    <a:pt x="708943" y="969466"/>
                  </a:lnTo>
                  <a:close/>
                  <a:moveTo>
                    <a:pt x="544780" y="700293"/>
                  </a:moveTo>
                  <a:lnTo>
                    <a:pt x="538762" y="736560"/>
                  </a:lnTo>
                  <a:lnTo>
                    <a:pt x="527962" y="739765"/>
                  </a:lnTo>
                  <a:close/>
                  <a:moveTo>
                    <a:pt x="291218" y="443008"/>
                  </a:moveTo>
                  <a:lnTo>
                    <a:pt x="266021" y="464286"/>
                  </a:lnTo>
                  <a:lnTo>
                    <a:pt x="293182" y="496946"/>
                  </a:lnTo>
                  <a:close/>
                  <a:moveTo>
                    <a:pt x="825915" y="1031087"/>
                  </a:moveTo>
                  <a:lnTo>
                    <a:pt x="828756" y="1042819"/>
                  </a:lnTo>
                  <a:lnTo>
                    <a:pt x="849244" y="1053733"/>
                  </a:lnTo>
                  <a:close/>
                  <a:moveTo>
                    <a:pt x="911455" y="1092168"/>
                  </a:moveTo>
                  <a:lnTo>
                    <a:pt x="904230" y="1134743"/>
                  </a:lnTo>
                  <a:lnTo>
                    <a:pt x="934037" y="1087414"/>
                  </a:lnTo>
                  <a:close/>
                  <a:moveTo>
                    <a:pt x="865669" y="1104597"/>
                  </a:moveTo>
                  <a:lnTo>
                    <a:pt x="904230" y="1134743"/>
                  </a:lnTo>
                  <a:lnTo>
                    <a:pt x="911455" y="1092168"/>
                  </a:lnTo>
                  <a:close/>
                  <a:moveTo>
                    <a:pt x="863553" y="1067842"/>
                  </a:moveTo>
                  <a:lnTo>
                    <a:pt x="900883" y="1050659"/>
                  </a:lnTo>
                  <a:lnTo>
                    <a:pt x="849244" y="1053733"/>
                  </a:lnTo>
                  <a:close/>
                  <a:moveTo>
                    <a:pt x="900883" y="1050659"/>
                  </a:moveTo>
                  <a:lnTo>
                    <a:pt x="871558" y="1040957"/>
                  </a:lnTo>
                  <a:lnTo>
                    <a:pt x="849244" y="1053733"/>
                  </a:lnTo>
                  <a:close/>
                  <a:moveTo>
                    <a:pt x="831396" y="1013904"/>
                  </a:moveTo>
                  <a:lnTo>
                    <a:pt x="849244" y="1053733"/>
                  </a:lnTo>
                  <a:lnTo>
                    <a:pt x="871558" y="1040957"/>
                  </a:lnTo>
                  <a:close/>
                  <a:moveTo>
                    <a:pt x="831396" y="1013904"/>
                  </a:moveTo>
                  <a:lnTo>
                    <a:pt x="825915" y="1031087"/>
                  </a:lnTo>
                  <a:lnTo>
                    <a:pt x="849244" y="1053733"/>
                  </a:lnTo>
                  <a:close/>
                  <a:moveTo>
                    <a:pt x="934037" y="1087414"/>
                  </a:moveTo>
                  <a:lnTo>
                    <a:pt x="957808" y="1114278"/>
                  </a:lnTo>
                  <a:lnTo>
                    <a:pt x="960311" y="1079538"/>
                  </a:lnTo>
                  <a:close/>
                  <a:moveTo>
                    <a:pt x="941812" y="1049830"/>
                  </a:moveTo>
                  <a:lnTo>
                    <a:pt x="960311" y="1079538"/>
                  </a:lnTo>
                  <a:lnTo>
                    <a:pt x="965137" y="1087414"/>
                  </a:lnTo>
                  <a:close/>
                  <a:moveTo>
                    <a:pt x="910177" y="1048461"/>
                  </a:moveTo>
                  <a:lnTo>
                    <a:pt x="871558" y="1040957"/>
                  </a:lnTo>
                  <a:lnTo>
                    <a:pt x="900883" y="1050659"/>
                  </a:lnTo>
                  <a:close/>
                  <a:moveTo>
                    <a:pt x="903422" y="1009205"/>
                  </a:moveTo>
                  <a:lnTo>
                    <a:pt x="877301" y="1003353"/>
                  </a:lnTo>
                  <a:lnTo>
                    <a:pt x="910177" y="1048461"/>
                  </a:lnTo>
                  <a:close/>
                  <a:moveTo>
                    <a:pt x="941812" y="1049830"/>
                  </a:moveTo>
                  <a:lnTo>
                    <a:pt x="939988" y="1047651"/>
                  </a:lnTo>
                  <a:lnTo>
                    <a:pt x="903422" y="1009205"/>
                  </a:lnTo>
                  <a:close/>
                  <a:moveTo>
                    <a:pt x="910177" y="1048461"/>
                  </a:moveTo>
                  <a:lnTo>
                    <a:pt x="941812" y="1049830"/>
                  </a:lnTo>
                  <a:lnTo>
                    <a:pt x="903422" y="1009205"/>
                  </a:lnTo>
                  <a:close/>
                  <a:moveTo>
                    <a:pt x="941812" y="1049830"/>
                  </a:moveTo>
                  <a:lnTo>
                    <a:pt x="943147" y="1050659"/>
                  </a:lnTo>
                  <a:lnTo>
                    <a:pt x="939988" y="1047651"/>
                  </a:lnTo>
                  <a:close/>
                  <a:moveTo>
                    <a:pt x="877301" y="1003353"/>
                  </a:moveTo>
                  <a:lnTo>
                    <a:pt x="903422" y="1009205"/>
                  </a:lnTo>
                  <a:lnTo>
                    <a:pt x="865482" y="968215"/>
                  </a:lnTo>
                  <a:close/>
                  <a:moveTo>
                    <a:pt x="767642" y="830129"/>
                  </a:moveTo>
                  <a:lnTo>
                    <a:pt x="762499" y="776191"/>
                  </a:lnTo>
                  <a:lnTo>
                    <a:pt x="743642" y="793374"/>
                  </a:lnTo>
                  <a:close/>
                  <a:moveTo>
                    <a:pt x="743642" y="793374"/>
                  </a:moveTo>
                  <a:lnTo>
                    <a:pt x="762499" y="776191"/>
                  </a:lnTo>
                  <a:lnTo>
                    <a:pt x="735840" y="782681"/>
                  </a:lnTo>
                  <a:close/>
                  <a:moveTo>
                    <a:pt x="762499" y="776191"/>
                  </a:moveTo>
                  <a:lnTo>
                    <a:pt x="759329" y="774294"/>
                  </a:lnTo>
                  <a:lnTo>
                    <a:pt x="735840" y="782681"/>
                  </a:lnTo>
                  <a:close/>
                  <a:moveTo>
                    <a:pt x="728486" y="739436"/>
                  </a:moveTo>
                  <a:lnTo>
                    <a:pt x="735840" y="782681"/>
                  </a:lnTo>
                  <a:lnTo>
                    <a:pt x="759329" y="774294"/>
                  </a:lnTo>
                  <a:close/>
                  <a:moveTo>
                    <a:pt x="509262" y="518906"/>
                  </a:moveTo>
                  <a:lnTo>
                    <a:pt x="461455" y="498263"/>
                  </a:lnTo>
                  <a:lnTo>
                    <a:pt x="460632" y="499334"/>
                  </a:lnTo>
                  <a:close/>
                  <a:moveTo>
                    <a:pt x="459763" y="497933"/>
                  </a:moveTo>
                  <a:lnTo>
                    <a:pt x="460632" y="499334"/>
                  </a:lnTo>
                  <a:lnTo>
                    <a:pt x="461455" y="498263"/>
                  </a:lnTo>
                  <a:close/>
                  <a:moveTo>
                    <a:pt x="472002" y="482151"/>
                  </a:moveTo>
                  <a:lnTo>
                    <a:pt x="459763" y="497933"/>
                  </a:lnTo>
                  <a:lnTo>
                    <a:pt x="461455" y="498263"/>
                  </a:lnTo>
                  <a:close/>
                  <a:moveTo>
                    <a:pt x="162840" y="41538"/>
                  </a:moveTo>
                  <a:lnTo>
                    <a:pt x="196253" y="41462"/>
                  </a:lnTo>
                  <a:lnTo>
                    <a:pt x="177694" y="11802"/>
                  </a:lnTo>
                  <a:close/>
                  <a:moveTo>
                    <a:pt x="162840" y="41538"/>
                  </a:moveTo>
                  <a:lnTo>
                    <a:pt x="177694" y="11802"/>
                  </a:lnTo>
                  <a:lnTo>
                    <a:pt x="149384" y="7730"/>
                  </a:lnTo>
                  <a:close/>
                  <a:moveTo>
                    <a:pt x="162840" y="41538"/>
                  </a:moveTo>
                  <a:lnTo>
                    <a:pt x="149384" y="7730"/>
                  </a:lnTo>
                  <a:lnTo>
                    <a:pt x="160762" y="41091"/>
                  </a:lnTo>
                  <a:close/>
                  <a:moveTo>
                    <a:pt x="149384" y="7730"/>
                  </a:moveTo>
                  <a:lnTo>
                    <a:pt x="133442" y="4336"/>
                  </a:lnTo>
                  <a:lnTo>
                    <a:pt x="160762" y="41091"/>
                  </a:lnTo>
                  <a:close/>
                  <a:moveTo>
                    <a:pt x="1004831" y="1033476"/>
                  </a:moveTo>
                  <a:lnTo>
                    <a:pt x="1038198" y="1016292"/>
                  </a:lnTo>
                  <a:lnTo>
                    <a:pt x="986366" y="1000266"/>
                  </a:lnTo>
                  <a:close/>
                  <a:moveTo>
                    <a:pt x="1038198" y="1016292"/>
                  </a:moveTo>
                  <a:lnTo>
                    <a:pt x="1011069" y="996419"/>
                  </a:lnTo>
                  <a:lnTo>
                    <a:pt x="986366" y="1000266"/>
                  </a:lnTo>
                  <a:close/>
                  <a:moveTo>
                    <a:pt x="994453" y="979537"/>
                  </a:moveTo>
                  <a:lnTo>
                    <a:pt x="986366" y="1000266"/>
                  </a:lnTo>
                  <a:lnTo>
                    <a:pt x="1011069" y="996419"/>
                  </a:lnTo>
                  <a:close/>
                  <a:moveTo>
                    <a:pt x="994453" y="979537"/>
                  </a:moveTo>
                  <a:lnTo>
                    <a:pt x="983412" y="996721"/>
                  </a:lnTo>
                  <a:lnTo>
                    <a:pt x="986366" y="1000266"/>
                  </a:lnTo>
                  <a:close/>
                  <a:moveTo>
                    <a:pt x="965116" y="959966"/>
                  </a:moveTo>
                  <a:lnTo>
                    <a:pt x="983412" y="996721"/>
                  </a:lnTo>
                  <a:lnTo>
                    <a:pt x="994453" y="979537"/>
                  </a:lnTo>
                  <a:close/>
                  <a:moveTo>
                    <a:pt x="947763" y="910751"/>
                  </a:moveTo>
                  <a:lnTo>
                    <a:pt x="973042" y="950452"/>
                  </a:lnTo>
                  <a:lnTo>
                    <a:pt x="975819" y="942782"/>
                  </a:lnTo>
                  <a:close/>
                  <a:moveTo>
                    <a:pt x="975819" y="942782"/>
                  </a:moveTo>
                  <a:lnTo>
                    <a:pt x="957526" y="920808"/>
                  </a:lnTo>
                  <a:lnTo>
                    <a:pt x="947763" y="910751"/>
                  </a:lnTo>
                  <a:close/>
                  <a:moveTo>
                    <a:pt x="759329" y="774294"/>
                  </a:moveTo>
                  <a:lnTo>
                    <a:pt x="762499" y="776191"/>
                  </a:lnTo>
                  <a:lnTo>
                    <a:pt x="761365" y="774948"/>
                  </a:lnTo>
                  <a:close/>
                  <a:moveTo>
                    <a:pt x="639346" y="592416"/>
                  </a:moveTo>
                  <a:lnTo>
                    <a:pt x="669507" y="591411"/>
                  </a:lnTo>
                  <a:lnTo>
                    <a:pt x="660609" y="611988"/>
                  </a:lnTo>
                  <a:close/>
                  <a:moveTo>
                    <a:pt x="670400" y="615736"/>
                  </a:moveTo>
                  <a:lnTo>
                    <a:pt x="644537" y="594258"/>
                  </a:lnTo>
                  <a:lnTo>
                    <a:pt x="639346" y="592416"/>
                  </a:lnTo>
                  <a:close/>
                  <a:moveTo>
                    <a:pt x="660609" y="611988"/>
                  </a:moveTo>
                  <a:lnTo>
                    <a:pt x="670400" y="615736"/>
                  </a:lnTo>
                  <a:lnTo>
                    <a:pt x="639346" y="592416"/>
                  </a:lnTo>
                  <a:close/>
                  <a:moveTo>
                    <a:pt x="689412" y="611988"/>
                  </a:moveTo>
                  <a:lnTo>
                    <a:pt x="648141" y="589085"/>
                  </a:lnTo>
                  <a:lnTo>
                    <a:pt x="648847" y="592416"/>
                  </a:lnTo>
                  <a:close/>
                  <a:moveTo>
                    <a:pt x="644537" y="594258"/>
                  </a:moveTo>
                  <a:lnTo>
                    <a:pt x="670400" y="615736"/>
                  </a:lnTo>
                  <a:lnTo>
                    <a:pt x="689412" y="611988"/>
                  </a:lnTo>
                  <a:close/>
                  <a:moveTo>
                    <a:pt x="648847" y="592416"/>
                  </a:moveTo>
                  <a:lnTo>
                    <a:pt x="644537" y="594258"/>
                  </a:lnTo>
                  <a:lnTo>
                    <a:pt x="689412" y="611988"/>
                  </a:lnTo>
                  <a:close/>
                  <a:moveTo>
                    <a:pt x="599990" y="518906"/>
                  </a:moveTo>
                  <a:lnTo>
                    <a:pt x="607807" y="485300"/>
                  </a:lnTo>
                  <a:lnTo>
                    <a:pt x="615021" y="464967"/>
                  </a:lnTo>
                  <a:close/>
                  <a:moveTo>
                    <a:pt x="276569" y="137496"/>
                  </a:moveTo>
                  <a:lnTo>
                    <a:pt x="322605" y="166438"/>
                  </a:lnTo>
                  <a:lnTo>
                    <a:pt x="302339" y="143633"/>
                  </a:lnTo>
                  <a:close/>
                  <a:moveTo>
                    <a:pt x="160762" y="41091"/>
                  </a:moveTo>
                  <a:lnTo>
                    <a:pt x="135256" y="36875"/>
                  </a:lnTo>
                  <a:lnTo>
                    <a:pt x="164152" y="43945"/>
                  </a:lnTo>
                  <a:close/>
                  <a:moveTo>
                    <a:pt x="190696" y="46980"/>
                  </a:moveTo>
                  <a:lnTo>
                    <a:pt x="196938" y="41950"/>
                  </a:lnTo>
                  <a:lnTo>
                    <a:pt x="164152" y="43945"/>
                  </a:lnTo>
                  <a:close/>
                  <a:moveTo>
                    <a:pt x="1038198" y="1016292"/>
                  </a:moveTo>
                  <a:lnTo>
                    <a:pt x="1055055" y="1036298"/>
                  </a:lnTo>
                  <a:lnTo>
                    <a:pt x="1059160" y="1008605"/>
                  </a:lnTo>
                  <a:close/>
                  <a:moveTo>
                    <a:pt x="1059160" y="1008605"/>
                  </a:moveTo>
                  <a:lnTo>
                    <a:pt x="1011069" y="996419"/>
                  </a:lnTo>
                  <a:lnTo>
                    <a:pt x="1038198" y="1016292"/>
                  </a:lnTo>
                  <a:close/>
                  <a:moveTo>
                    <a:pt x="1026752" y="963116"/>
                  </a:moveTo>
                  <a:lnTo>
                    <a:pt x="1011069" y="996419"/>
                  </a:lnTo>
                  <a:lnTo>
                    <a:pt x="1059160" y="1008605"/>
                  </a:lnTo>
                  <a:close/>
                  <a:moveTo>
                    <a:pt x="994453" y="979537"/>
                  </a:moveTo>
                  <a:lnTo>
                    <a:pt x="1011069" y="996419"/>
                  </a:lnTo>
                  <a:lnTo>
                    <a:pt x="1026752" y="963116"/>
                  </a:lnTo>
                  <a:close/>
                  <a:moveTo>
                    <a:pt x="975819" y="942782"/>
                  </a:moveTo>
                  <a:lnTo>
                    <a:pt x="994453" y="979537"/>
                  </a:lnTo>
                  <a:lnTo>
                    <a:pt x="993794" y="925599"/>
                  </a:lnTo>
                  <a:close/>
                  <a:moveTo>
                    <a:pt x="975819" y="942782"/>
                  </a:moveTo>
                  <a:lnTo>
                    <a:pt x="993794" y="925599"/>
                  </a:lnTo>
                  <a:lnTo>
                    <a:pt x="957526" y="920808"/>
                  </a:lnTo>
                  <a:close/>
                  <a:moveTo>
                    <a:pt x="958224" y="888844"/>
                  </a:moveTo>
                  <a:lnTo>
                    <a:pt x="944733" y="906027"/>
                  </a:lnTo>
                  <a:lnTo>
                    <a:pt x="957526" y="920808"/>
                  </a:lnTo>
                  <a:close/>
                  <a:moveTo>
                    <a:pt x="833051" y="668314"/>
                  </a:moveTo>
                  <a:lnTo>
                    <a:pt x="831593" y="699117"/>
                  </a:lnTo>
                  <a:lnTo>
                    <a:pt x="858292" y="702732"/>
                  </a:lnTo>
                  <a:close/>
                  <a:moveTo>
                    <a:pt x="761926" y="595503"/>
                  </a:moveTo>
                  <a:lnTo>
                    <a:pt x="763529" y="594804"/>
                  </a:lnTo>
                  <a:lnTo>
                    <a:pt x="762506" y="593756"/>
                  </a:lnTo>
                  <a:close/>
                  <a:moveTo>
                    <a:pt x="648671" y="513506"/>
                  </a:moveTo>
                  <a:lnTo>
                    <a:pt x="689371" y="484539"/>
                  </a:lnTo>
                  <a:lnTo>
                    <a:pt x="654440" y="494469"/>
                  </a:lnTo>
                  <a:close/>
                  <a:moveTo>
                    <a:pt x="684534" y="523016"/>
                  </a:moveTo>
                  <a:lnTo>
                    <a:pt x="706372" y="508457"/>
                  </a:lnTo>
                  <a:lnTo>
                    <a:pt x="648671" y="513506"/>
                  </a:lnTo>
                  <a:close/>
                  <a:moveTo>
                    <a:pt x="654440" y="494469"/>
                  </a:moveTo>
                  <a:lnTo>
                    <a:pt x="697067" y="473667"/>
                  </a:lnTo>
                  <a:lnTo>
                    <a:pt x="677323" y="458208"/>
                  </a:lnTo>
                  <a:close/>
                  <a:moveTo>
                    <a:pt x="654440" y="494469"/>
                  </a:moveTo>
                  <a:lnTo>
                    <a:pt x="677323" y="458208"/>
                  </a:lnTo>
                  <a:lnTo>
                    <a:pt x="646287" y="456352"/>
                  </a:lnTo>
                  <a:close/>
                  <a:moveTo>
                    <a:pt x="588142" y="387040"/>
                  </a:moveTo>
                  <a:lnTo>
                    <a:pt x="550960" y="397337"/>
                  </a:lnTo>
                  <a:lnTo>
                    <a:pt x="588395" y="412721"/>
                  </a:lnTo>
                  <a:close/>
                  <a:moveTo>
                    <a:pt x="588142" y="387040"/>
                  </a:moveTo>
                  <a:lnTo>
                    <a:pt x="551891" y="389422"/>
                  </a:lnTo>
                  <a:lnTo>
                    <a:pt x="550960" y="397337"/>
                  </a:lnTo>
                  <a:close/>
                  <a:moveTo>
                    <a:pt x="863761" y="651131"/>
                  </a:moveTo>
                  <a:lnTo>
                    <a:pt x="858292" y="702732"/>
                  </a:lnTo>
                  <a:lnTo>
                    <a:pt x="872415" y="659327"/>
                  </a:lnTo>
                  <a:close/>
                  <a:moveTo>
                    <a:pt x="863761" y="651131"/>
                  </a:moveTo>
                  <a:lnTo>
                    <a:pt x="833051" y="668314"/>
                  </a:lnTo>
                  <a:lnTo>
                    <a:pt x="858292" y="702732"/>
                  </a:lnTo>
                  <a:close/>
                  <a:moveTo>
                    <a:pt x="762506" y="593756"/>
                  </a:moveTo>
                  <a:lnTo>
                    <a:pt x="763529" y="594804"/>
                  </a:lnTo>
                  <a:lnTo>
                    <a:pt x="764201" y="593654"/>
                  </a:lnTo>
                  <a:close/>
                  <a:moveTo>
                    <a:pt x="766627" y="512955"/>
                  </a:moveTo>
                  <a:lnTo>
                    <a:pt x="795452" y="540866"/>
                  </a:lnTo>
                  <a:lnTo>
                    <a:pt x="759210" y="508218"/>
                  </a:lnTo>
                  <a:close/>
                  <a:moveTo>
                    <a:pt x="759210" y="508218"/>
                  </a:moveTo>
                  <a:lnTo>
                    <a:pt x="795099" y="550875"/>
                  </a:lnTo>
                  <a:lnTo>
                    <a:pt x="794846" y="506334"/>
                  </a:lnTo>
                  <a:close/>
                  <a:moveTo>
                    <a:pt x="588619" y="252410"/>
                  </a:moveTo>
                  <a:lnTo>
                    <a:pt x="597513" y="254394"/>
                  </a:lnTo>
                  <a:lnTo>
                    <a:pt x="588617" y="246826"/>
                  </a:lnTo>
                  <a:close/>
                  <a:moveTo>
                    <a:pt x="343575" y="26296"/>
                  </a:moveTo>
                  <a:lnTo>
                    <a:pt x="332992" y="12857"/>
                  </a:lnTo>
                  <a:lnTo>
                    <a:pt x="347211" y="0"/>
                  </a:lnTo>
                  <a:close/>
                  <a:moveTo>
                    <a:pt x="895255" y="568374"/>
                  </a:moveTo>
                  <a:lnTo>
                    <a:pt x="861301" y="540866"/>
                  </a:lnTo>
                  <a:lnTo>
                    <a:pt x="870190" y="554803"/>
                  </a:lnTo>
                  <a:close/>
                  <a:moveTo>
                    <a:pt x="870190" y="554803"/>
                  </a:moveTo>
                  <a:lnTo>
                    <a:pt x="861301" y="540866"/>
                  </a:lnTo>
                  <a:lnTo>
                    <a:pt x="844563" y="555193"/>
                  </a:lnTo>
                  <a:close/>
                  <a:moveTo>
                    <a:pt x="926536" y="560438"/>
                  </a:moveTo>
                  <a:lnTo>
                    <a:pt x="907490" y="523682"/>
                  </a:lnTo>
                  <a:lnTo>
                    <a:pt x="895255" y="568374"/>
                  </a:lnTo>
                  <a:close/>
                  <a:moveTo>
                    <a:pt x="659871" y="266760"/>
                  </a:moveTo>
                  <a:lnTo>
                    <a:pt x="658505" y="267429"/>
                  </a:lnTo>
                  <a:lnTo>
                    <a:pt x="680320" y="314844"/>
                  </a:lnTo>
                  <a:close/>
                  <a:moveTo>
                    <a:pt x="697268" y="282004"/>
                  </a:moveTo>
                  <a:lnTo>
                    <a:pt x="659871" y="266760"/>
                  </a:lnTo>
                  <a:lnTo>
                    <a:pt x="680320" y="314844"/>
                  </a:lnTo>
                  <a:close/>
                  <a:moveTo>
                    <a:pt x="926536" y="560438"/>
                  </a:moveTo>
                  <a:lnTo>
                    <a:pt x="940671" y="569164"/>
                  </a:lnTo>
                  <a:lnTo>
                    <a:pt x="955531" y="546459"/>
                  </a:lnTo>
                  <a:close/>
                  <a:moveTo>
                    <a:pt x="955531" y="546459"/>
                  </a:moveTo>
                  <a:lnTo>
                    <a:pt x="958192" y="560438"/>
                  </a:lnTo>
                  <a:lnTo>
                    <a:pt x="941507" y="51311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395" name="Input_density__95">
              <a:extLst>
                <a:ext uri="{FF2B5EF4-FFF2-40B4-BE49-F238E27FC236}">
                  <a16:creationId xmlns:a16="http://schemas.microsoft.com/office/drawing/2014/main" id="{72AE0225-529C-9249-961B-FF12E7FE3873}"/>
                </a:ext>
              </a:extLst>
            </p:cNvPr>
            <p:cNvSpPr>
              <a:spLocks noGrp="1"/>
            </p:cNvSpPr>
            <p:nvPr/>
          </p:nvSpPr>
          <p:spPr>
            <a:xfrm>
              <a:off x="967514" y="1835683"/>
              <a:ext cx="992567" cy="1367191"/>
            </a:xfrm>
            <a:custGeom>
              <a:avLst/>
              <a:gdLst/>
              <a:ahLst/>
              <a:cxnLst/>
              <a:rect l="0" t="0" r="0" b="0"/>
              <a:pathLst>
                <a:path w="992567" h="1367191">
                  <a:moveTo>
                    <a:pt x="108249" y="1234372"/>
                  </a:moveTo>
                  <a:lnTo>
                    <a:pt x="91282" y="1202425"/>
                  </a:lnTo>
                  <a:lnTo>
                    <a:pt x="95159" y="1219051"/>
                  </a:lnTo>
                  <a:close/>
                  <a:moveTo>
                    <a:pt x="92636" y="1204363"/>
                  </a:moveTo>
                  <a:lnTo>
                    <a:pt x="91282" y="1202425"/>
                  </a:lnTo>
                  <a:lnTo>
                    <a:pt x="108249" y="1234372"/>
                  </a:lnTo>
                  <a:close/>
                  <a:moveTo>
                    <a:pt x="129313" y="1216917"/>
                  </a:moveTo>
                  <a:lnTo>
                    <a:pt x="92636" y="1204363"/>
                  </a:lnTo>
                  <a:lnTo>
                    <a:pt x="108249" y="1234372"/>
                  </a:lnTo>
                  <a:close/>
                  <a:moveTo>
                    <a:pt x="61745" y="1185077"/>
                  </a:moveTo>
                  <a:lnTo>
                    <a:pt x="57492" y="1197545"/>
                  </a:lnTo>
                  <a:lnTo>
                    <a:pt x="28626" y="1185827"/>
                  </a:lnTo>
                  <a:close/>
                  <a:moveTo>
                    <a:pt x="223527" y="1348887"/>
                  </a:moveTo>
                  <a:lnTo>
                    <a:pt x="228748" y="1350921"/>
                  </a:lnTo>
                  <a:lnTo>
                    <a:pt x="232331" y="1352931"/>
                  </a:lnTo>
                  <a:close/>
                  <a:moveTo>
                    <a:pt x="228748" y="1350921"/>
                  </a:moveTo>
                  <a:lnTo>
                    <a:pt x="223527" y="1348887"/>
                  </a:lnTo>
                  <a:lnTo>
                    <a:pt x="178652" y="1319813"/>
                  </a:lnTo>
                  <a:close/>
                  <a:moveTo>
                    <a:pt x="269464" y="1367191"/>
                  </a:moveTo>
                  <a:lnTo>
                    <a:pt x="228748" y="1350921"/>
                  </a:lnTo>
                  <a:lnTo>
                    <a:pt x="248297" y="1362116"/>
                  </a:lnTo>
                  <a:close/>
                  <a:moveTo>
                    <a:pt x="269464" y="1367191"/>
                  </a:moveTo>
                  <a:lnTo>
                    <a:pt x="232331" y="1352931"/>
                  </a:lnTo>
                  <a:lnTo>
                    <a:pt x="228748" y="1350921"/>
                  </a:lnTo>
                  <a:close/>
                  <a:moveTo>
                    <a:pt x="223527" y="1348887"/>
                  </a:moveTo>
                  <a:lnTo>
                    <a:pt x="232331" y="1352931"/>
                  </a:lnTo>
                  <a:lnTo>
                    <a:pt x="237160" y="1344082"/>
                  </a:lnTo>
                  <a:close/>
                  <a:moveTo>
                    <a:pt x="138164" y="1191399"/>
                  </a:moveTo>
                  <a:lnTo>
                    <a:pt x="92636" y="1204363"/>
                  </a:lnTo>
                  <a:lnTo>
                    <a:pt x="129313" y="1216917"/>
                  </a:lnTo>
                  <a:close/>
                  <a:moveTo>
                    <a:pt x="162123" y="1154262"/>
                  </a:moveTo>
                  <a:lnTo>
                    <a:pt x="138164" y="1191399"/>
                  </a:lnTo>
                  <a:lnTo>
                    <a:pt x="173546" y="1189723"/>
                  </a:lnTo>
                  <a:close/>
                  <a:moveTo>
                    <a:pt x="176814" y="981316"/>
                  </a:moveTo>
                  <a:lnTo>
                    <a:pt x="177877" y="1007212"/>
                  </a:lnTo>
                  <a:lnTo>
                    <a:pt x="179217" y="983725"/>
                  </a:lnTo>
                  <a:close/>
                  <a:moveTo>
                    <a:pt x="276029" y="1006904"/>
                  </a:moveTo>
                  <a:lnTo>
                    <a:pt x="237535" y="987557"/>
                  </a:lnTo>
                  <a:lnTo>
                    <a:pt x="254476" y="1022528"/>
                  </a:lnTo>
                  <a:close/>
                  <a:moveTo>
                    <a:pt x="210791" y="983772"/>
                  </a:moveTo>
                  <a:lnTo>
                    <a:pt x="230896" y="1003297"/>
                  </a:lnTo>
                  <a:lnTo>
                    <a:pt x="236261" y="986836"/>
                  </a:lnTo>
                  <a:close/>
                  <a:moveTo>
                    <a:pt x="276029" y="1006904"/>
                  </a:moveTo>
                  <a:lnTo>
                    <a:pt x="254476" y="1022528"/>
                  </a:lnTo>
                  <a:lnTo>
                    <a:pt x="308612" y="1004148"/>
                  </a:lnTo>
                  <a:close/>
                  <a:moveTo>
                    <a:pt x="296547" y="987407"/>
                  </a:moveTo>
                  <a:lnTo>
                    <a:pt x="317608" y="974878"/>
                  </a:lnTo>
                  <a:lnTo>
                    <a:pt x="306639" y="968930"/>
                  </a:lnTo>
                  <a:close/>
                  <a:moveTo>
                    <a:pt x="194489" y="748400"/>
                  </a:moveTo>
                  <a:lnTo>
                    <a:pt x="202124" y="758952"/>
                  </a:lnTo>
                  <a:lnTo>
                    <a:pt x="184701" y="733183"/>
                  </a:lnTo>
                  <a:close/>
                  <a:moveTo>
                    <a:pt x="184701" y="733183"/>
                  </a:moveTo>
                  <a:lnTo>
                    <a:pt x="215625" y="779877"/>
                  </a:lnTo>
                  <a:lnTo>
                    <a:pt x="192164" y="771862"/>
                  </a:lnTo>
                  <a:close/>
                  <a:moveTo>
                    <a:pt x="0" y="551253"/>
                  </a:moveTo>
                  <a:lnTo>
                    <a:pt x="14322" y="555099"/>
                  </a:lnTo>
                  <a:lnTo>
                    <a:pt x="14858" y="510687"/>
                  </a:lnTo>
                  <a:close/>
                  <a:moveTo>
                    <a:pt x="125189" y="530741"/>
                  </a:moveTo>
                  <a:lnTo>
                    <a:pt x="159143" y="530412"/>
                  </a:lnTo>
                  <a:lnTo>
                    <a:pt x="155060" y="530259"/>
                  </a:lnTo>
                  <a:close/>
                  <a:moveTo>
                    <a:pt x="125189" y="530741"/>
                  </a:moveTo>
                  <a:lnTo>
                    <a:pt x="155060" y="530259"/>
                  </a:lnTo>
                  <a:lnTo>
                    <a:pt x="125599" y="529576"/>
                  </a:lnTo>
                  <a:close/>
                  <a:moveTo>
                    <a:pt x="208494" y="549830"/>
                  </a:moveTo>
                  <a:lnTo>
                    <a:pt x="199362" y="567014"/>
                  </a:lnTo>
                  <a:lnTo>
                    <a:pt x="202844" y="569228"/>
                  </a:lnTo>
                  <a:close/>
                  <a:moveTo>
                    <a:pt x="199362" y="567014"/>
                  </a:moveTo>
                  <a:lnTo>
                    <a:pt x="208494" y="549830"/>
                  </a:lnTo>
                  <a:lnTo>
                    <a:pt x="159143" y="530412"/>
                  </a:lnTo>
                  <a:close/>
                  <a:moveTo>
                    <a:pt x="155060" y="530259"/>
                  </a:moveTo>
                  <a:lnTo>
                    <a:pt x="136394" y="476884"/>
                  </a:lnTo>
                  <a:lnTo>
                    <a:pt x="125599" y="529576"/>
                  </a:lnTo>
                  <a:close/>
                  <a:moveTo>
                    <a:pt x="507969" y="928471"/>
                  </a:moveTo>
                  <a:lnTo>
                    <a:pt x="496941" y="917380"/>
                  </a:lnTo>
                  <a:lnTo>
                    <a:pt x="462346" y="893727"/>
                  </a:lnTo>
                  <a:close/>
                  <a:moveTo>
                    <a:pt x="670290" y="1012013"/>
                  </a:moveTo>
                  <a:lnTo>
                    <a:pt x="624255" y="1022350"/>
                  </a:lnTo>
                  <a:lnTo>
                    <a:pt x="664152" y="1061751"/>
                  </a:lnTo>
                  <a:close/>
                  <a:moveTo>
                    <a:pt x="664152" y="1061751"/>
                  </a:moveTo>
                  <a:lnTo>
                    <a:pt x="672262" y="1027645"/>
                  </a:lnTo>
                  <a:lnTo>
                    <a:pt x="670290" y="1012013"/>
                  </a:lnTo>
                  <a:close/>
                  <a:moveTo>
                    <a:pt x="596939" y="978233"/>
                  </a:moveTo>
                  <a:lnTo>
                    <a:pt x="611212" y="1027645"/>
                  </a:lnTo>
                  <a:lnTo>
                    <a:pt x="627273" y="975149"/>
                  </a:lnTo>
                  <a:close/>
                  <a:moveTo>
                    <a:pt x="624255" y="1022350"/>
                  </a:moveTo>
                  <a:lnTo>
                    <a:pt x="655347" y="979415"/>
                  </a:lnTo>
                  <a:lnTo>
                    <a:pt x="627273" y="975149"/>
                  </a:lnTo>
                  <a:close/>
                  <a:moveTo>
                    <a:pt x="590446" y="973707"/>
                  </a:moveTo>
                  <a:lnTo>
                    <a:pt x="569128" y="990890"/>
                  </a:lnTo>
                  <a:lnTo>
                    <a:pt x="576187" y="996853"/>
                  </a:lnTo>
                  <a:close/>
                  <a:moveTo>
                    <a:pt x="534538" y="954135"/>
                  </a:moveTo>
                  <a:lnTo>
                    <a:pt x="569128" y="990890"/>
                  </a:lnTo>
                  <a:lnTo>
                    <a:pt x="590446" y="973707"/>
                  </a:lnTo>
                  <a:close/>
                  <a:moveTo>
                    <a:pt x="627273" y="975149"/>
                  </a:moveTo>
                  <a:lnTo>
                    <a:pt x="655347" y="979415"/>
                  </a:lnTo>
                  <a:lnTo>
                    <a:pt x="614998" y="940382"/>
                  </a:lnTo>
                  <a:close/>
                  <a:moveTo>
                    <a:pt x="614998" y="940382"/>
                  </a:moveTo>
                  <a:lnTo>
                    <a:pt x="595690" y="936952"/>
                  </a:lnTo>
                  <a:lnTo>
                    <a:pt x="613490" y="973707"/>
                  </a:lnTo>
                  <a:close/>
                  <a:moveTo>
                    <a:pt x="363829" y="606413"/>
                  </a:moveTo>
                  <a:lnTo>
                    <a:pt x="325313" y="585552"/>
                  </a:lnTo>
                  <a:lnTo>
                    <a:pt x="363444" y="606157"/>
                  </a:lnTo>
                  <a:close/>
                  <a:moveTo>
                    <a:pt x="819542" y="1187628"/>
                  </a:moveTo>
                  <a:lnTo>
                    <a:pt x="849224" y="1194237"/>
                  </a:lnTo>
                  <a:lnTo>
                    <a:pt x="849349" y="1140298"/>
                  </a:lnTo>
                  <a:close/>
                  <a:moveTo>
                    <a:pt x="849349" y="1140298"/>
                  </a:moveTo>
                  <a:lnTo>
                    <a:pt x="849224" y="1194237"/>
                  </a:lnTo>
                  <a:lnTo>
                    <a:pt x="873120" y="1167162"/>
                  </a:lnTo>
                  <a:close/>
                  <a:moveTo>
                    <a:pt x="595690" y="936952"/>
                  </a:moveTo>
                  <a:lnTo>
                    <a:pt x="585460" y="900197"/>
                  </a:lnTo>
                  <a:lnTo>
                    <a:pt x="625500" y="919768"/>
                  </a:lnTo>
                  <a:close/>
                  <a:moveTo>
                    <a:pt x="344669" y="594902"/>
                  </a:moveTo>
                  <a:lnTo>
                    <a:pt x="371052" y="642912"/>
                  </a:lnTo>
                  <a:lnTo>
                    <a:pt x="363444" y="606157"/>
                  </a:lnTo>
                  <a:close/>
                  <a:moveTo>
                    <a:pt x="405817" y="588973"/>
                  </a:moveTo>
                  <a:lnTo>
                    <a:pt x="375944" y="552218"/>
                  </a:lnTo>
                  <a:lnTo>
                    <a:pt x="390289" y="567242"/>
                  </a:lnTo>
                  <a:close/>
                  <a:moveTo>
                    <a:pt x="688587" y="879320"/>
                  </a:moveTo>
                  <a:lnTo>
                    <a:pt x="677743" y="871713"/>
                  </a:lnTo>
                  <a:lnTo>
                    <a:pt x="699902" y="893257"/>
                  </a:lnTo>
                  <a:close/>
                  <a:moveTo>
                    <a:pt x="631580" y="809503"/>
                  </a:moveTo>
                  <a:lnTo>
                    <a:pt x="643797" y="792320"/>
                  </a:lnTo>
                  <a:lnTo>
                    <a:pt x="605538" y="789601"/>
                  </a:lnTo>
                  <a:close/>
                  <a:moveTo>
                    <a:pt x="643797" y="792320"/>
                  </a:moveTo>
                  <a:lnTo>
                    <a:pt x="629039" y="781258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605538" y="789601"/>
                  </a:lnTo>
                  <a:lnTo>
                    <a:pt x="629039" y="781258"/>
                  </a:lnTo>
                  <a:close/>
                  <a:moveTo>
                    <a:pt x="595616" y="755565"/>
                  </a:moveTo>
                  <a:lnTo>
                    <a:pt x="580901" y="772749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587002" y="748664"/>
                  </a:lnTo>
                  <a:lnTo>
                    <a:pt x="558737" y="739194"/>
                  </a:lnTo>
                  <a:close/>
                  <a:moveTo>
                    <a:pt x="424574" y="571790"/>
                  </a:moveTo>
                  <a:lnTo>
                    <a:pt x="419556" y="592547"/>
                  </a:lnTo>
                  <a:lnTo>
                    <a:pt x="442361" y="581603"/>
                  </a:lnTo>
                  <a:close/>
                  <a:moveTo>
                    <a:pt x="66662" y="145171"/>
                  </a:moveTo>
                  <a:lnTo>
                    <a:pt x="111565" y="94346"/>
                  </a:lnTo>
                  <a:lnTo>
                    <a:pt x="78152" y="94422"/>
                  </a:lnTo>
                  <a:close/>
                  <a:moveTo>
                    <a:pt x="55273" y="23528"/>
                  </a:moveTo>
                  <a:lnTo>
                    <a:pt x="47990" y="20465"/>
                  </a:lnTo>
                  <a:lnTo>
                    <a:pt x="48754" y="57220"/>
                  </a:lnTo>
                  <a:close/>
                  <a:moveTo>
                    <a:pt x="970367" y="1089182"/>
                  </a:moveTo>
                  <a:lnTo>
                    <a:pt x="992567" y="1073866"/>
                  </a:lnTo>
                  <a:lnTo>
                    <a:pt x="985473" y="1069177"/>
                  </a:lnTo>
                  <a:close/>
                  <a:moveTo>
                    <a:pt x="770648" y="895106"/>
                  </a:moveTo>
                  <a:lnTo>
                    <a:pt x="759401" y="885402"/>
                  </a:lnTo>
                  <a:lnTo>
                    <a:pt x="756925" y="885672"/>
                  </a:lnTo>
                  <a:close/>
                  <a:moveTo>
                    <a:pt x="756925" y="885672"/>
                  </a:moveTo>
                  <a:lnTo>
                    <a:pt x="794329" y="900943"/>
                  </a:lnTo>
                  <a:lnTo>
                    <a:pt x="770648" y="895106"/>
                  </a:lnTo>
                  <a:close/>
                  <a:moveTo>
                    <a:pt x="643797" y="792320"/>
                  </a:moveTo>
                  <a:lnTo>
                    <a:pt x="674641" y="827179"/>
                  </a:lnTo>
                  <a:lnTo>
                    <a:pt x="649548" y="778052"/>
                  </a:lnTo>
                  <a:close/>
                  <a:moveTo>
                    <a:pt x="629039" y="781258"/>
                  </a:moveTo>
                  <a:lnTo>
                    <a:pt x="643797" y="792320"/>
                  </a:lnTo>
                  <a:lnTo>
                    <a:pt x="649548" y="778052"/>
                  </a:lnTo>
                  <a:close/>
                  <a:moveTo>
                    <a:pt x="663657" y="738382"/>
                  </a:moveTo>
                  <a:lnTo>
                    <a:pt x="683680" y="764766"/>
                  </a:lnTo>
                  <a:lnTo>
                    <a:pt x="671610" y="742457"/>
                  </a:lnTo>
                  <a:close/>
                  <a:moveTo>
                    <a:pt x="671610" y="742457"/>
                  </a:moveTo>
                  <a:lnTo>
                    <a:pt x="652404" y="713324"/>
                  </a:lnTo>
                  <a:lnTo>
                    <a:pt x="663657" y="738382"/>
                  </a:lnTo>
                  <a:close/>
                  <a:moveTo>
                    <a:pt x="437123" y="484420"/>
                  </a:moveTo>
                  <a:lnTo>
                    <a:pt x="473203" y="526923"/>
                  </a:lnTo>
                  <a:lnTo>
                    <a:pt x="452583" y="498280"/>
                  </a:lnTo>
                  <a:close/>
                  <a:moveTo>
                    <a:pt x="437123" y="484420"/>
                  </a:moveTo>
                  <a:lnTo>
                    <a:pt x="452583" y="498280"/>
                  </a:lnTo>
                  <a:lnTo>
                    <a:pt x="436339" y="462883"/>
                  </a:lnTo>
                  <a:close/>
                  <a:moveTo>
                    <a:pt x="436339" y="462883"/>
                  </a:moveTo>
                  <a:lnTo>
                    <a:pt x="452895" y="496414"/>
                  </a:lnTo>
                  <a:lnTo>
                    <a:pt x="466272" y="450222"/>
                  </a:lnTo>
                  <a:close/>
                  <a:moveTo>
                    <a:pt x="194753" y="240995"/>
                  </a:moveTo>
                  <a:lnTo>
                    <a:pt x="225407" y="268757"/>
                  </a:lnTo>
                  <a:lnTo>
                    <a:pt x="243254" y="260567"/>
                  </a:lnTo>
                  <a:close/>
                  <a:moveTo>
                    <a:pt x="194753" y="240995"/>
                  </a:moveTo>
                  <a:lnTo>
                    <a:pt x="191881" y="190380"/>
                  </a:lnTo>
                  <a:lnTo>
                    <a:pt x="181482" y="229103"/>
                  </a:lnTo>
                  <a:close/>
                  <a:moveTo>
                    <a:pt x="286098" y="274885"/>
                  </a:moveTo>
                  <a:lnTo>
                    <a:pt x="243219" y="265226"/>
                  </a:lnTo>
                  <a:lnTo>
                    <a:pt x="267636" y="272463"/>
                  </a:lnTo>
                  <a:close/>
                  <a:moveTo>
                    <a:pt x="985505" y="990113"/>
                  </a:moveTo>
                  <a:lnTo>
                    <a:pt x="969945" y="991396"/>
                  </a:lnTo>
                  <a:lnTo>
                    <a:pt x="970598" y="1019892"/>
                  </a:lnTo>
                  <a:close/>
                  <a:moveTo>
                    <a:pt x="851491" y="893877"/>
                  </a:moveTo>
                  <a:lnTo>
                    <a:pt x="857459" y="878706"/>
                  </a:lnTo>
                  <a:lnTo>
                    <a:pt x="820164" y="901329"/>
                  </a:lnTo>
                  <a:close/>
                  <a:moveTo>
                    <a:pt x="857459" y="878706"/>
                  </a:moveTo>
                  <a:lnTo>
                    <a:pt x="843628" y="864480"/>
                  </a:lnTo>
                  <a:lnTo>
                    <a:pt x="822632" y="835185"/>
                  </a:lnTo>
                  <a:close/>
                  <a:moveTo>
                    <a:pt x="661884" y="683274"/>
                  </a:moveTo>
                  <a:lnTo>
                    <a:pt x="713450" y="690783"/>
                  </a:lnTo>
                  <a:lnTo>
                    <a:pt x="678841" y="647689"/>
                  </a:lnTo>
                  <a:close/>
                  <a:moveTo>
                    <a:pt x="563983" y="566391"/>
                  </a:moveTo>
                  <a:lnTo>
                    <a:pt x="569752" y="547354"/>
                  </a:lnTo>
                  <a:lnTo>
                    <a:pt x="553397" y="555181"/>
                  </a:lnTo>
                  <a:close/>
                  <a:moveTo>
                    <a:pt x="569752" y="547354"/>
                  </a:moveTo>
                  <a:lnTo>
                    <a:pt x="541882" y="512129"/>
                  </a:lnTo>
                  <a:lnTo>
                    <a:pt x="563860" y="537423"/>
                  </a:lnTo>
                  <a:close/>
                  <a:moveTo>
                    <a:pt x="467203" y="442307"/>
                  </a:moveTo>
                  <a:lnTo>
                    <a:pt x="437748" y="439165"/>
                  </a:lnTo>
                  <a:lnTo>
                    <a:pt x="436339" y="462883"/>
                  </a:lnTo>
                  <a:close/>
                  <a:moveTo>
                    <a:pt x="699622" y="684443"/>
                  </a:moveTo>
                  <a:lnTo>
                    <a:pt x="713450" y="690783"/>
                  </a:lnTo>
                  <a:lnTo>
                    <a:pt x="723758" y="693828"/>
                  </a:lnTo>
                  <a:close/>
                  <a:moveTo>
                    <a:pt x="117533" y="0"/>
                  </a:moveTo>
                  <a:lnTo>
                    <a:pt x="171585" y="22854"/>
                  </a:lnTo>
                  <a:lnTo>
                    <a:pt x="138881" y="1984"/>
                  </a:lnTo>
                  <a:close/>
                  <a:moveTo>
                    <a:pt x="971751" y="974207"/>
                  </a:moveTo>
                  <a:lnTo>
                    <a:pt x="942760" y="1014333"/>
                  </a:lnTo>
                  <a:lnTo>
                    <a:pt x="969945" y="991396"/>
                  </a:lnTo>
                  <a:close/>
                  <a:moveTo>
                    <a:pt x="957433" y="941100"/>
                  </a:moveTo>
                  <a:lnTo>
                    <a:pt x="946839" y="967372"/>
                  </a:lnTo>
                  <a:lnTo>
                    <a:pt x="971751" y="974207"/>
                  </a:lnTo>
                  <a:close/>
                  <a:moveTo>
                    <a:pt x="787727" y="712211"/>
                  </a:moveTo>
                  <a:lnTo>
                    <a:pt x="816462" y="705959"/>
                  </a:lnTo>
                  <a:lnTo>
                    <a:pt x="807909" y="704015"/>
                  </a:lnTo>
                  <a:close/>
                  <a:moveTo>
                    <a:pt x="807909" y="704015"/>
                  </a:moveTo>
                  <a:lnTo>
                    <a:pt x="816462" y="705959"/>
                  </a:lnTo>
                  <a:lnTo>
                    <a:pt x="816915" y="696765"/>
                  </a:lnTo>
                  <a:close/>
                  <a:moveTo>
                    <a:pt x="479401" y="387643"/>
                  </a:moveTo>
                  <a:lnTo>
                    <a:pt x="442914" y="391257"/>
                  </a:lnTo>
                  <a:lnTo>
                    <a:pt x="478036" y="397994"/>
                  </a:lnTo>
                  <a:close/>
                  <a:moveTo>
                    <a:pt x="443054" y="390105"/>
                  </a:moveTo>
                  <a:lnTo>
                    <a:pt x="479401" y="387643"/>
                  </a:lnTo>
                  <a:lnTo>
                    <a:pt x="471815" y="349063"/>
                  </a:lnTo>
                  <a:close/>
                  <a:moveTo>
                    <a:pt x="479401" y="387643"/>
                  </a:moveTo>
                  <a:lnTo>
                    <a:pt x="478036" y="397994"/>
                  </a:lnTo>
                  <a:lnTo>
                    <a:pt x="483535" y="390404"/>
                  </a:lnTo>
                  <a:close/>
                  <a:moveTo>
                    <a:pt x="471815" y="349063"/>
                  </a:moveTo>
                  <a:lnTo>
                    <a:pt x="483535" y="390404"/>
                  </a:lnTo>
                  <a:lnTo>
                    <a:pt x="481911" y="353648"/>
                  </a:lnTo>
                  <a:close/>
                  <a:moveTo>
                    <a:pt x="471815" y="349063"/>
                  </a:moveTo>
                  <a:lnTo>
                    <a:pt x="479401" y="387643"/>
                  </a:lnTo>
                  <a:lnTo>
                    <a:pt x="483535" y="390404"/>
                  </a:lnTo>
                  <a:close/>
                  <a:moveTo>
                    <a:pt x="248304" y="65741"/>
                  </a:moveTo>
                  <a:lnTo>
                    <a:pt x="225805" y="77829"/>
                  </a:lnTo>
                  <a:lnTo>
                    <a:pt x="262523" y="52884"/>
                  </a:lnTo>
                  <a:close/>
                  <a:moveTo>
                    <a:pt x="262523" y="52884"/>
                  </a:moveTo>
                  <a:lnTo>
                    <a:pt x="225805" y="77829"/>
                  </a:lnTo>
                  <a:lnTo>
                    <a:pt x="247439" y="59609"/>
                  </a:lnTo>
                  <a:close/>
                  <a:moveTo>
                    <a:pt x="807909" y="704015"/>
                  </a:moveTo>
                  <a:lnTo>
                    <a:pt x="816915" y="696765"/>
                  </a:lnTo>
                  <a:lnTo>
                    <a:pt x="791571" y="699108"/>
                  </a:lnTo>
                  <a:close/>
                  <a:moveTo>
                    <a:pt x="818812" y="659303"/>
                  </a:moveTo>
                  <a:lnTo>
                    <a:pt x="832624" y="667260"/>
                  </a:lnTo>
                  <a:lnTo>
                    <a:pt x="810567" y="621259"/>
                  </a:lnTo>
                  <a:close/>
                  <a:moveTo>
                    <a:pt x="810567" y="621259"/>
                  </a:moveTo>
                  <a:lnTo>
                    <a:pt x="855983" y="622048"/>
                  </a:lnTo>
                  <a:lnTo>
                    <a:pt x="841848" y="613322"/>
                  </a:lnTo>
                  <a:close/>
                  <a:moveTo>
                    <a:pt x="818812" y="659303"/>
                  </a:moveTo>
                  <a:lnTo>
                    <a:pt x="810567" y="621259"/>
                  </a:lnTo>
                  <a:lnTo>
                    <a:pt x="800817" y="650077"/>
                  </a:lnTo>
                  <a:close/>
                  <a:moveTo>
                    <a:pt x="810567" y="621259"/>
                  </a:moveTo>
                  <a:lnTo>
                    <a:pt x="796106" y="613322"/>
                  </a:lnTo>
                  <a:lnTo>
                    <a:pt x="800817" y="650077"/>
                  </a:lnTo>
                  <a:close/>
                  <a:moveTo>
                    <a:pt x="552986" y="332862"/>
                  </a:moveTo>
                  <a:lnTo>
                    <a:pt x="574716" y="319282"/>
                  </a:lnTo>
                  <a:lnTo>
                    <a:pt x="532261" y="283740"/>
                  </a:lnTo>
                  <a:close/>
                  <a:moveTo>
                    <a:pt x="575183" y="319645"/>
                  </a:moveTo>
                  <a:lnTo>
                    <a:pt x="612580" y="334888"/>
                  </a:lnTo>
                  <a:lnTo>
                    <a:pt x="616912" y="302099"/>
                  </a:lnTo>
                  <a:close/>
                  <a:moveTo>
                    <a:pt x="614251" y="211405"/>
                  </a:moveTo>
                  <a:lnTo>
                    <a:pt x="617727" y="222210"/>
                  </a:lnTo>
                  <a:lnTo>
                    <a:pt x="587146" y="175236"/>
                  </a:lnTo>
                  <a:close/>
                  <a:moveTo>
                    <a:pt x="587146" y="175236"/>
                  </a:moveTo>
                  <a:lnTo>
                    <a:pt x="617727" y="222210"/>
                  </a:lnTo>
                  <a:lnTo>
                    <a:pt x="595509" y="19183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396" name="Input_density__96">
              <a:extLst>
                <a:ext uri="{FF2B5EF4-FFF2-40B4-BE49-F238E27FC236}">
                  <a16:creationId xmlns:a16="http://schemas.microsoft.com/office/drawing/2014/main" id="{933C379B-E7F8-6C23-34CC-45009287958C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937515" cy="1355034"/>
            </a:xfrm>
            <a:custGeom>
              <a:avLst/>
              <a:gdLst/>
              <a:ahLst/>
              <a:cxnLst/>
              <a:rect l="0" t="0" r="0" b="0"/>
              <a:pathLst>
                <a:path w="937515" h="1355034">
                  <a:moveTo>
                    <a:pt x="13755" y="1191224"/>
                  </a:moveTo>
                  <a:lnTo>
                    <a:pt x="47169" y="1225198"/>
                  </a:lnTo>
                  <a:lnTo>
                    <a:pt x="43291" y="1208573"/>
                  </a:lnTo>
                  <a:close/>
                  <a:moveTo>
                    <a:pt x="43291" y="1208573"/>
                  </a:moveTo>
                  <a:lnTo>
                    <a:pt x="30583" y="1208015"/>
                  </a:lnTo>
                  <a:lnTo>
                    <a:pt x="13755" y="1191224"/>
                  </a:lnTo>
                  <a:close/>
                  <a:moveTo>
                    <a:pt x="130661" y="1325960"/>
                  </a:moveTo>
                  <a:lnTo>
                    <a:pt x="175536" y="1355034"/>
                  </a:lnTo>
                  <a:lnTo>
                    <a:pt x="145330" y="1337800"/>
                  </a:lnTo>
                  <a:close/>
                  <a:moveTo>
                    <a:pt x="114133" y="1160409"/>
                  </a:moveTo>
                  <a:lnTo>
                    <a:pt x="95158" y="1178585"/>
                  </a:lnTo>
                  <a:lnTo>
                    <a:pt x="90174" y="1197546"/>
                  </a:lnTo>
                  <a:close/>
                  <a:moveTo>
                    <a:pt x="128824" y="987463"/>
                  </a:moveTo>
                  <a:lnTo>
                    <a:pt x="162800" y="989919"/>
                  </a:lnTo>
                  <a:lnTo>
                    <a:pt x="154148" y="993636"/>
                  </a:lnTo>
                  <a:close/>
                  <a:moveTo>
                    <a:pt x="162800" y="989919"/>
                  </a:moveTo>
                  <a:lnTo>
                    <a:pt x="188271" y="992983"/>
                  </a:lnTo>
                  <a:lnTo>
                    <a:pt x="154148" y="993636"/>
                  </a:lnTo>
                  <a:close/>
                  <a:moveTo>
                    <a:pt x="189545" y="993704"/>
                  </a:moveTo>
                  <a:lnTo>
                    <a:pt x="228039" y="1013051"/>
                  </a:lnTo>
                  <a:lnTo>
                    <a:pt x="248556" y="993555"/>
                  </a:lnTo>
                  <a:close/>
                  <a:moveTo>
                    <a:pt x="260621" y="1010296"/>
                  </a:moveTo>
                  <a:lnTo>
                    <a:pt x="269618" y="981026"/>
                  </a:lnTo>
                  <a:lnTo>
                    <a:pt x="248556" y="993555"/>
                  </a:lnTo>
                  <a:close/>
                  <a:moveTo>
                    <a:pt x="228039" y="1013051"/>
                  </a:moveTo>
                  <a:lnTo>
                    <a:pt x="260621" y="1010296"/>
                  </a:lnTo>
                  <a:lnTo>
                    <a:pt x="248556" y="993555"/>
                  </a:lnTo>
                  <a:close/>
                  <a:moveTo>
                    <a:pt x="77199" y="536888"/>
                  </a:moveTo>
                  <a:lnTo>
                    <a:pt x="84046" y="590345"/>
                  </a:lnTo>
                  <a:lnTo>
                    <a:pt x="111152" y="536559"/>
                  </a:lnTo>
                  <a:close/>
                  <a:moveTo>
                    <a:pt x="76891" y="536406"/>
                  </a:moveTo>
                  <a:lnTo>
                    <a:pt x="77199" y="536888"/>
                  </a:lnTo>
                  <a:lnTo>
                    <a:pt x="77609" y="535723"/>
                  </a:lnTo>
                  <a:close/>
                  <a:moveTo>
                    <a:pt x="160503" y="555978"/>
                  </a:moveTo>
                  <a:lnTo>
                    <a:pt x="154853" y="575376"/>
                  </a:lnTo>
                  <a:lnTo>
                    <a:pt x="178555" y="567785"/>
                  </a:lnTo>
                  <a:close/>
                  <a:moveTo>
                    <a:pt x="178555" y="567785"/>
                  </a:moveTo>
                  <a:lnTo>
                    <a:pt x="154853" y="575376"/>
                  </a:lnTo>
                  <a:lnTo>
                    <a:pt x="212357" y="569586"/>
                  </a:lnTo>
                  <a:close/>
                  <a:moveTo>
                    <a:pt x="77609" y="535723"/>
                  </a:moveTo>
                  <a:lnTo>
                    <a:pt x="88404" y="483031"/>
                  </a:lnTo>
                  <a:lnTo>
                    <a:pt x="76891" y="536406"/>
                  </a:lnTo>
                  <a:close/>
                  <a:moveTo>
                    <a:pt x="76891" y="536406"/>
                  </a:moveTo>
                  <a:lnTo>
                    <a:pt x="88404" y="483031"/>
                  </a:lnTo>
                  <a:lnTo>
                    <a:pt x="87983" y="482468"/>
                  </a:lnTo>
                  <a:close/>
                  <a:moveTo>
                    <a:pt x="576265" y="1028498"/>
                  </a:moveTo>
                  <a:lnTo>
                    <a:pt x="622300" y="1018161"/>
                  </a:lnTo>
                  <a:lnTo>
                    <a:pt x="607356" y="985562"/>
                  </a:lnTo>
                  <a:close/>
                  <a:moveTo>
                    <a:pt x="579283" y="981297"/>
                  </a:moveTo>
                  <a:lnTo>
                    <a:pt x="567008" y="946529"/>
                  </a:lnTo>
                  <a:lnTo>
                    <a:pt x="565500" y="979854"/>
                  </a:lnTo>
                  <a:close/>
                  <a:moveTo>
                    <a:pt x="315839" y="612560"/>
                  </a:moveTo>
                  <a:lnTo>
                    <a:pt x="321996" y="652302"/>
                  </a:lnTo>
                  <a:lnTo>
                    <a:pt x="322462" y="666243"/>
                  </a:lnTo>
                  <a:close/>
                  <a:moveTo>
                    <a:pt x="321996" y="652302"/>
                  </a:moveTo>
                  <a:lnTo>
                    <a:pt x="315839" y="612560"/>
                  </a:lnTo>
                  <a:lnTo>
                    <a:pt x="323062" y="649059"/>
                  </a:lnTo>
                  <a:close/>
                  <a:moveTo>
                    <a:pt x="315839" y="612560"/>
                  </a:moveTo>
                  <a:lnTo>
                    <a:pt x="315454" y="612304"/>
                  </a:lnTo>
                  <a:lnTo>
                    <a:pt x="323062" y="649059"/>
                  </a:lnTo>
                  <a:close/>
                  <a:moveTo>
                    <a:pt x="825130" y="1173310"/>
                  </a:moveTo>
                  <a:lnTo>
                    <a:pt x="801233" y="1200384"/>
                  </a:lnTo>
                  <a:lnTo>
                    <a:pt x="811568" y="1196377"/>
                  </a:lnTo>
                  <a:close/>
                  <a:moveTo>
                    <a:pt x="832458" y="1146446"/>
                  </a:moveTo>
                  <a:lnTo>
                    <a:pt x="825130" y="1173310"/>
                  </a:lnTo>
                  <a:lnTo>
                    <a:pt x="808822" y="1200384"/>
                  </a:lnTo>
                  <a:close/>
                  <a:moveTo>
                    <a:pt x="674471" y="887544"/>
                  </a:moveTo>
                  <a:lnTo>
                    <a:pt x="640596" y="885467"/>
                  </a:lnTo>
                  <a:lnTo>
                    <a:pt x="651911" y="899404"/>
                  </a:lnTo>
                  <a:close/>
                  <a:moveTo>
                    <a:pt x="674471" y="887544"/>
                  </a:moveTo>
                  <a:lnTo>
                    <a:pt x="651911" y="899404"/>
                  </a:lnTo>
                  <a:lnTo>
                    <a:pt x="708935" y="891819"/>
                  </a:lnTo>
                  <a:close/>
                  <a:moveTo>
                    <a:pt x="532911" y="778896"/>
                  </a:moveTo>
                  <a:lnTo>
                    <a:pt x="547626" y="761713"/>
                  </a:lnTo>
                  <a:lnTo>
                    <a:pt x="510747" y="745341"/>
                  </a:lnTo>
                  <a:close/>
                  <a:moveTo>
                    <a:pt x="484370" y="771298"/>
                  </a:moveTo>
                  <a:lnTo>
                    <a:pt x="510747" y="745341"/>
                  </a:lnTo>
                  <a:lnTo>
                    <a:pt x="539012" y="754812"/>
                  </a:lnTo>
                  <a:close/>
                  <a:moveTo>
                    <a:pt x="376583" y="577938"/>
                  </a:moveTo>
                  <a:lnTo>
                    <a:pt x="357827" y="595121"/>
                  </a:lnTo>
                  <a:lnTo>
                    <a:pt x="371565" y="598695"/>
                  </a:lnTo>
                  <a:close/>
                  <a:moveTo>
                    <a:pt x="143388" y="243883"/>
                  </a:moveTo>
                  <a:lnTo>
                    <a:pt x="146763" y="247143"/>
                  </a:lnTo>
                  <a:lnTo>
                    <a:pt x="133492" y="235250"/>
                  </a:lnTo>
                  <a:close/>
                  <a:moveTo>
                    <a:pt x="18672" y="151319"/>
                  </a:moveTo>
                  <a:lnTo>
                    <a:pt x="30162" y="100569"/>
                  </a:lnTo>
                  <a:lnTo>
                    <a:pt x="7096" y="154061"/>
                  </a:lnTo>
                  <a:close/>
                  <a:moveTo>
                    <a:pt x="146763" y="247143"/>
                  </a:moveTo>
                  <a:lnTo>
                    <a:pt x="158594" y="256409"/>
                  </a:lnTo>
                  <a:lnTo>
                    <a:pt x="177417" y="274905"/>
                  </a:lnTo>
                  <a:close/>
                  <a:moveTo>
                    <a:pt x="708935" y="891819"/>
                  </a:moveTo>
                  <a:lnTo>
                    <a:pt x="711411" y="891549"/>
                  </a:lnTo>
                  <a:lnTo>
                    <a:pt x="699442" y="884695"/>
                  </a:lnTo>
                  <a:close/>
                  <a:moveTo>
                    <a:pt x="708935" y="891819"/>
                  </a:moveTo>
                  <a:lnTo>
                    <a:pt x="699442" y="884695"/>
                  </a:lnTo>
                  <a:lnTo>
                    <a:pt x="674471" y="887544"/>
                  </a:lnTo>
                  <a:close/>
                  <a:moveTo>
                    <a:pt x="515992" y="572538"/>
                  </a:moveTo>
                  <a:lnTo>
                    <a:pt x="482644" y="572430"/>
                  </a:lnTo>
                  <a:lnTo>
                    <a:pt x="495137" y="590774"/>
                  </a:lnTo>
                  <a:close/>
                  <a:moveTo>
                    <a:pt x="388349" y="469031"/>
                  </a:moveTo>
                  <a:lnTo>
                    <a:pt x="404593" y="504428"/>
                  </a:lnTo>
                  <a:lnTo>
                    <a:pt x="404905" y="502561"/>
                  </a:lnTo>
                  <a:close/>
                  <a:moveTo>
                    <a:pt x="177417" y="274905"/>
                  </a:moveTo>
                  <a:lnTo>
                    <a:pt x="210110" y="272563"/>
                  </a:lnTo>
                  <a:lnTo>
                    <a:pt x="195228" y="271373"/>
                  </a:lnTo>
                  <a:close/>
                  <a:moveTo>
                    <a:pt x="210110" y="272563"/>
                  </a:moveTo>
                  <a:lnTo>
                    <a:pt x="219645" y="278611"/>
                  </a:lnTo>
                  <a:lnTo>
                    <a:pt x="195228" y="271373"/>
                  </a:lnTo>
                  <a:close/>
                  <a:moveTo>
                    <a:pt x="151412" y="156449"/>
                  </a:moveTo>
                  <a:lnTo>
                    <a:pt x="144084" y="178646"/>
                  </a:lnTo>
                  <a:lnTo>
                    <a:pt x="160099" y="165692"/>
                  </a:lnTo>
                  <a:close/>
                  <a:moveTo>
                    <a:pt x="160099" y="165692"/>
                  </a:moveTo>
                  <a:lnTo>
                    <a:pt x="144084" y="178646"/>
                  </a:lnTo>
                  <a:lnTo>
                    <a:pt x="143891" y="196528"/>
                  </a:lnTo>
                  <a:close/>
                  <a:moveTo>
                    <a:pt x="151412" y="156449"/>
                  </a:moveTo>
                  <a:lnTo>
                    <a:pt x="160099" y="165692"/>
                  </a:lnTo>
                  <a:lnTo>
                    <a:pt x="166537" y="138019"/>
                  </a:lnTo>
                  <a:close/>
                  <a:moveTo>
                    <a:pt x="0" y="26613"/>
                  </a:moveTo>
                  <a:lnTo>
                    <a:pt x="14482" y="9430"/>
                  </a:lnTo>
                  <a:lnTo>
                    <a:pt x="764" y="63368"/>
                  </a:lnTo>
                  <a:close/>
                  <a:moveTo>
                    <a:pt x="0" y="26613"/>
                  </a:moveTo>
                  <a:lnTo>
                    <a:pt x="6131" y="8224"/>
                  </a:lnTo>
                  <a:lnTo>
                    <a:pt x="29715" y="192"/>
                  </a:lnTo>
                  <a:close/>
                  <a:moveTo>
                    <a:pt x="711411" y="891549"/>
                  </a:moveTo>
                  <a:lnTo>
                    <a:pt x="722658" y="901253"/>
                  </a:lnTo>
                  <a:lnTo>
                    <a:pt x="739134" y="908523"/>
                  </a:lnTo>
                  <a:close/>
                  <a:moveTo>
                    <a:pt x="772174" y="907477"/>
                  </a:moveTo>
                  <a:lnTo>
                    <a:pt x="722658" y="901253"/>
                  </a:lnTo>
                  <a:lnTo>
                    <a:pt x="747765" y="907930"/>
                  </a:lnTo>
                  <a:close/>
                  <a:moveTo>
                    <a:pt x="772174" y="907477"/>
                  </a:moveTo>
                  <a:lnTo>
                    <a:pt x="739134" y="908523"/>
                  </a:lnTo>
                  <a:lnTo>
                    <a:pt x="722658" y="901253"/>
                  </a:lnTo>
                  <a:close/>
                  <a:moveTo>
                    <a:pt x="927952" y="984631"/>
                  </a:moveTo>
                  <a:lnTo>
                    <a:pt x="921954" y="997543"/>
                  </a:lnTo>
                  <a:lnTo>
                    <a:pt x="937515" y="996261"/>
                  </a:lnTo>
                  <a:close/>
                  <a:moveTo>
                    <a:pt x="629248" y="654535"/>
                  </a:moveTo>
                  <a:lnTo>
                    <a:pt x="609115" y="707774"/>
                  </a:lnTo>
                  <a:lnTo>
                    <a:pt x="613893" y="689421"/>
                  </a:lnTo>
                  <a:close/>
                  <a:moveTo>
                    <a:pt x="482644" y="572430"/>
                  </a:moveTo>
                  <a:lnTo>
                    <a:pt x="515992" y="572538"/>
                  </a:lnTo>
                  <a:lnTo>
                    <a:pt x="505407" y="561329"/>
                  </a:lnTo>
                  <a:close/>
                  <a:moveTo>
                    <a:pt x="281239" y="255625"/>
                  </a:moveTo>
                  <a:lnTo>
                    <a:pt x="238108" y="281033"/>
                  </a:lnTo>
                  <a:lnTo>
                    <a:pt x="271623" y="281764"/>
                  </a:lnTo>
                  <a:close/>
                  <a:moveTo>
                    <a:pt x="274068" y="216707"/>
                  </a:moveTo>
                  <a:lnTo>
                    <a:pt x="281239" y="255625"/>
                  </a:lnTo>
                  <a:lnTo>
                    <a:pt x="281286" y="266715"/>
                  </a:lnTo>
                  <a:close/>
                  <a:moveTo>
                    <a:pt x="157719" y="133414"/>
                  </a:moveTo>
                  <a:lnTo>
                    <a:pt x="171879" y="111367"/>
                  </a:lnTo>
                  <a:lnTo>
                    <a:pt x="173493" y="102511"/>
                  </a:lnTo>
                  <a:close/>
                  <a:moveTo>
                    <a:pt x="157719" y="133414"/>
                  </a:moveTo>
                  <a:lnTo>
                    <a:pt x="166537" y="138019"/>
                  </a:lnTo>
                  <a:lnTo>
                    <a:pt x="171879" y="111367"/>
                  </a:lnTo>
                  <a:close/>
                  <a:moveTo>
                    <a:pt x="151412" y="156449"/>
                  </a:moveTo>
                  <a:lnTo>
                    <a:pt x="166537" y="138019"/>
                  </a:lnTo>
                  <a:lnTo>
                    <a:pt x="149993" y="146819"/>
                  </a:lnTo>
                  <a:close/>
                  <a:moveTo>
                    <a:pt x="166537" y="138019"/>
                  </a:moveTo>
                  <a:lnTo>
                    <a:pt x="177976" y="119695"/>
                  </a:lnTo>
                  <a:lnTo>
                    <a:pt x="171879" y="111367"/>
                  </a:lnTo>
                  <a:close/>
                  <a:moveTo>
                    <a:pt x="177815" y="83977"/>
                  </a:moveTo>
                  <a:lnTo>
                    <a:pt x="171879" y="111367"/>
                  </a:lnTo>
                  <a:lnTo>
                    <a:pt x="177976" y="119695"/>
                  </a:lnTo>
                  <a:close/>
                  <a:moveTo>
                    <a:pt x="90890" y="8131"/>
                  </a:moveTo>
                  <a:lnTo>
                    <a:pt x="43784" y="0"/>
                  </a:lnTo>
                  <a:lnTo>
                    <a:pt x="69542" y="6148"/>
                  </a:lnTo>
                  <a:close/>
                  <a:moveTo>
                    <a:pt x="898002" y="930693"/>
                  </a:moveTo>
                  <a:lnTo>
                    <a:pt x="897168" y="933240"/>
                  </a:lnTo>
                  <a:lnTo>
                    <a:pt x="909443" y="947248"/>
                  </a:lnTo>
                  <a:close/>
                  <a:moveTo>
                    <a:pt x="923761" y="980355"/>
                  </a:moveTo>
                  <a:lnTo>
                    <a:pt x="921954" y="997543"/>
                  </a:lnTo>
                  <a:lnTo>
                    <a:pt x="927952" y="984631"/>
                  </a:lnTo>
                  <a:close/>
                  <a:moveTo>
                    <a:pt x="768925" y="702913"/>
                  </a:moveTo>
                  <a:lnTo>
                    <a:pt x="768472" y="712107"/>
                  </a:lnTo>
                  <a:lnTo>
                    <a:pt x="784634" y="673408"/>
                  </a:lnTo>
                  <a:close/>
                  <a:moveTo>
                    <a:pt x="749943" y="660310"/>
                  </a:moveTo>
                  <a:lnTo>
                    <a:pt x="768925" y="702913"/>
                  </a:lnTo>
                  <a:lnTo>
                    <a:pt x="770822" y="665450"/>
                  </a:lnTo>
                  <a:close/>
                  <a:moveTo>
                    <a:pt x="770822" y="665450"/>
                  </a:moveTo>
                  <a:lnTo>
                    <a:pt x="768925" y="702913"/>
                  </a:lnTo>
                  <a:lnTo>
                    <a:pt x="784634" y="673408"/>
                  </a:lnTo>
                  <a:close/>
                  <a:moveTo>
                    <a:pt x="460092" y="325727"/>
                  </a:moveTo>
                  <a:lnTo>
                    <a:pt x="455939" y="305858"/>
                  </a:lnTo>
                  <a:lnTo>
                    <a:pt x="484270" y="289887"/>
                  </a:lnTo>
                  <a:close/>
                  <a:moveTo>
                    <a:pt x="568921" y="308246"/>
                  </a:moveTo>
                  <a:lnTo>
                    <a:pt x="564590" y="341035"/>
                  </a:lnTo>
                  <a:lnTo>
                    <a:pt x="576131" y="312654"/>
                  </a:lnTo>
                  <a:close/>
                  <a:moveTo>
                    <a:pt x="576131" y="312654"/>
                  </a:moveTo>
                  <a:lnTo>
                    <a:pt x="564590" y="341035"/>
                  </a:lnTo>
                  <a:lnTo>
                    <a:pt x="581869" y="325429"/>
                  </a:lnTo>
                  <a:close/>
                  <a:moveTo>
                    <a:pt x="576131" y="312654"/>
                  </a:moveTo>
                  <a:lnTo>
                    <a:pt x="560624" y="280513"/>
                  </a:lnTo>
                  <a:lnTo>
                    <a:pt x="568921" y="308246"/>
                  </a:lnTo>
                  <a:close/>
                  <a:moveTo>
                    <a:pt x="560624" y="280513"/>
                  </a:moveTo>
                  <a:lnTo>
                    <a:pt x="551237" y="271491"/>
                  </a:lnTo>
                  <a:lnTo>
                    <a:pt x="568921" y="308246"/>
                  </a:lnTo>
                  <a:close/>
                  <a:moveTo>
                    <a:pt x="565742" y="249136"/>
                  </a:moveTo>
                  <a:lnTo>
                    <a:pt x="560624" y="280513"/>
                  </a:lnTo>
                  <a:lnTo>
                    <a:pt x="569878" y="234736"/>
                  </a:lnTo>
                  <a:close/>
                  <a:moveTo>
                    <a:pt x="551237" y="271491"/>
                  </a:moveTo>
                  <a:lnTo>
                    <a:pt x="560624" y="280513"/>
                  </a:lnTo>
                  <a:lnTo>
                    <a:pt x="565742" y="249136"/>
                  </a:lnTo>
                  <a:close/>
                  <a:moveTo>
                    <a:pt x="565742" y="249136"/>
                  </a:moveTo>
                  <a:lnTo>
                    <a:pt x="569737" y="228357"/>
                  </a:lnTo>
                  <a:lnTo>
                    <a:pt x="551237" y="271491"/>
                  </a:lnTo>
                  <a:close/>
                  <a:moveTo>
                    <a:pt x="551237" y="271491"/>
                  </a:moveTo>
                  <a:lnTo>
                    <a:pt x="569737" y="228357"/>
                  </a:lnTo>
                  <a:lnTo>
                    <a:pt x="566261" y="217553"/>
                  </a:lnTo>
                  <a:close/>
                  <a:moveTo>
                    <a:pt x="569737" y="228357"/>
                  </a:moveTo>
                  <a:lnTo>
                    <a:pt x="565742" y="249136"/>
                  </a:lnTo>
                  <a:lnTo>
                    <a:pt x="569878" y="23473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397" name="Input_density__97">
              <a:extLst>
                <a:ext uri="{FF2B5EF4-FFF2-40B4-BE49-F238E27FC236}">
                  <a16:creationId xmlns:a16="http://schemas.microsoft.com/office/drawing/2014/main" id="{4873E3CC-897F-CE81-B9CA-238FA6B7025C}"/>
                </a:ext>
              </a:extLst>
            </p:cNvPr>
            <p:cNvSpPr>
              <a:spLocks noGrp="1"/>
            </p:cNvSpPr>
            <p:nvPr/>
          </p:nvSpPr>
          <p:spPr>
            <a:xfrm>
              <a:off x="957432" y="1724572"/>
              <a:ext cx="919847" cy="1268592"/>
            </a:xfrm>
            <a:custGeom>
              <a:avLst/>
              <a:gdLst/>
              <a:ahLst/>
              <a:cxnLst/>
              <a:rect l="0" t="0" r="0" b="0"/>
              <a:pathLst>
                <a:path w="919847" h="1268592">
                  <a:moveTo>
                    <a:pt x="64744" y="1173495"/>
                  </a:moveTo>
                  <a:lnTo>
                    <a:pt x="38172" y="1203580"/>
                  </a:lnTo>
                  <a:lnTo>
                    <a:pt x="41598" y="1202713"/>
                  </a:lnTo>
                  <a:close/>
                  <a:moveTo>
                    <a:pt x="11643" y="1195745"/>
                  </a:moveTo>
                  <a:lnTo>
                    <a:pt x="38172" y="1203580"/>
                  </a:lnTo>
                  <a:lnTo>
                    <a:pt x="64744" y="1173495"/>
                  </a:lnTo>
                  <a:close/>
                  <a:moveTo>
                    <a:pt x="67887" y="1148774"/>
                  </a:moveTo>
                  <a:lnTo>
                    <a:pt x="65227" y="1163926"/>
                  </a:lnTo>
                  <a:lnTo>
                    <a:pt x="41598" y="1202713"/>
                  </a:lnTo>
                  <a:close/>
                  <a:moveTo>
                    <a:pt x="75836" y="1118760"/>
                  </a:moveTo>
                  <a:lnTo>
                    <a:pt x="65227" y="1163926"/>
                  </a:lnTo>
                  <a:lnTo>
                    <a:pt x="67887" y="1148774"/>
                  </a:lnTo>
                  <a:close/>
                  <a:moveTo>
                    <a:pt x="146874" y="1124636"/>
                  </a:moveTo>
                  <a:lnTo>
                    <a:pt x="186896" y="1092426"/>
                  </a:lnTo>
                  <a:lnTo>
                    <a:pt x="136152" y="1094836"/>
                  </a:lnTo>
                  <a:close/>
                  <a:moveTo>
                    <a:pt x="166016" y="1014359"/>
                  </a:moveTo>
                  <a:lnTo>
                    <a:pt x="140140" y="1040898"/>
                  </a:lnTo>
                  <a:lnTo>
                    <a:pt x="156624" y="1007614"/>
                  </a:lnTo>
                  <a:close/>
                  <a:moveTo>
                    <a:pt x="188671" y="1002854"/>
                  </a:moveTo>
                  <a:lnTo>
                    <a:pt x="166016" y="1014359"/>
                  </a:lnTo>
                  <a:lnTo>
                    <a:pt x="156624" y="1007614"/>
                  </a:lnTo>
                  <a:close/>
                  <a:moveTo>
                    <a:pt x="166016" y="1014359"/>
                  </a:moveTo>
                  <a:lnTo>
                    <a:pt x="188671" y="1002854"/>
                  </a:lnTo>
                  <a:lnTo>
                    <a:pt x="168297" y="1004143"/>
                  </a:lnTo>
                  <a:close/>
                  <a:moveTo>
                    <a:pt x="188671" y="1002854"/>
                  </a:moveTo>
                  <a:lnTo>
                    <a:pt x="210461" y="986960"/>
                  </a:lnTo>
                  <a:lnTo>
                    <a:pt x="168297" y="1004143"/>
                  </a:lnTo>
                  <a:close/>
                  <a:moveTo>
                    <a:pt x="220932" y="984364"/>
                  </a:moveTo>
                  <a:lnTo>
                    <a:pt x="210461" y="986960"/>
                  </a:lnTo>
                  <a:lnTo>
                    <a:pt x="244801" y="1009706"/>
                  </a:lnTo>
                  <a:close/>
                  <a:moveTo>
                    <a:pt x="244801" y="1009706"/>
                  </a:moveTo>
                  <a:lnTo>
                    <a:pt x="210461" y="986960"/>
                  </a:lnTo>
                  <a:lnTo>
                    <a:pt x="210344" y="987678"/>
                  </a:lnTo>
                  <a:close/>
                  <a:moveTo>
                    <a:pt x="210344" y="987678"/>
                  </a:moveTo>
                  <a:lnTo>
                    <a:pt x="210461" y="986960"/>
                  </a:lnTo>
                  <a:lnTo>
                    <a:pt x="188671" y="1002854"/>
                  </a:lnTo>
                  <a:close/>
                  <a:moveTo>
                    <a:pt x="141721" y="786001"/>
                  </a:moveTo>
                  <a:lnTo>
                    <a:pt x="148150" y="822756"/>
                  </a:lnTo>
                  <a:lnTo>
                    <a:pt x="178213" y="813017"/>
                  </a:lnTo>
                  <a:close/>
                  <a:moveTo>
                    <a:pt x="11462" y="705989"/>
                  </a:moveTo>
                  <a:lnTo>
                    <a:pt x="49320" y="702299"/>
                  </a:lnTo>
                  <a:lnTo>
                    <a:pt x="32573" y="671166"/>
                  </a:lnTo>
                  <a:close/>
                  <a:moveTo>
                    <a:pt x="60400" y="658553"/>
                  </a:moveTo>
                  <a:lnTo>
                    <a:pt x="32573" y="671166"/>
                  </a:lnTo>
                  <a:lnTo>
                    <a:pt x="49320" y="702299"/>
                  </a:lnTo>
                  <a:close/>
                  <a:moveTo>
                    <a:pt x="73159" y="627711"/>
                  </a:moveTo>
                  <a:lnTo>
                    <a:pt x="32573" y="671166"/>
                  </a:lnTo>
                  <a:lnTo>
                    <a:pt x="60400" y="658553"/>
                  </a:lnTo>
                  <a:close/>
                  <a:moveTo>
                    <a:pt x="339920" y="952593"/>
                  </a:moveTo>
                  <a:lnTo>
                    <a:pt x="367165" y="979493"/>
                  </a:lnTo>
                  <a:lnTo>
                    <a:pt x="374665" y="940646"/>
                  </a:lnTo>
                  <a:close/>
                  <a:moveTo>
                    <a:pt x="280923" y="713785"/>
                  </a:moveTo>
                  <a:lnTo>
                    <a:pt x="252472" y="751634"/>
                  </a:lnTo>
                  <a:lnTo>
                    <a:pt x="265215" y="734451"/>
                  </a:lnTo>
                  <a:close/>
                  <a:moveTo>
                    <a:pt x="280923" y="713785"/>
                  </a:moveTo>
                  <a:lnTo>
                    <a:pt x="261046" y="735673"/>
                  </a:lnTo>
                  <a:lnTo>
                    <a:pt x="252472" y="751634"/>
                  </a:lnTo>
                  <a:close/>
                  <a:moveTo>
                    <a:pt x="191415" y="628281"/>
                  </a:moveTo>
                  <a:lnTo>
                    <a:pt x="184098" y="624186"/>
                  </a:lnTo>
                  <a:lnTo>
                    <a:pt x="169225" y="641522"/>
                  </a:lnTo>
                  <a:close/>
                  <a:moveTo>
                    <a:pt x="184098" y="624186"/>
                  </a:moveTo>
                  <a:lnTo>
                    <a:pt x="189475" y="621026"/>
                  </a:lnTo>
                  <a:lnTo>
                    <a:pt x="165142" y="641369"/>
                  </a:lnTo>
                  <a:close/>
                  <a:moveTo>
                    <a:pt x="167271" y="598177"/>
                  </a:moveTo>
                  <a:lnTo>
                    <a:pt x="189475" y="621026"/>
                  </a:lnTo>
                  <a:lnTo>
                    <a:pt x="213820" y="587474"/>
                  </a:lnTo>
                  <a:close/>
                  <a:moveTo>
                    <a:pt x="788947" y="1231837"/>
                  </a:moveTo>
                  <a:lnTo>
                    <a:pt x="774638" y="1217728"/>
                  </a:lnTo>
                  <a:lnTo>
                    <a:pt x="754150" y="1206814"/>
                  </a:lnTo>
                  <a:close/>
                  <a:moveTo>
                    <a:pt x="442278" y="881471"/>
                  </a:moveTo>
                  <a:lnTo>
                    <a:pt x="464156" y="900555"/>
                  </a:lnTo>
                  <a:lnTo>
                    <a:pt x="470174" y="864288"/>
                  </a:lnTo>
                  <a:close/>
                  <a:moveTo>
                    <a:pt x="469441" y="827533"/>
                  </a:moveTo>
                  <a:lnTo>
                    <a:pt x="468307" y="829199"/>
                  </a:lnTo>
                  <a:lnTo>
                    <a:pt x="442278" y="881471"/>
                  </a:lnTo>
                  <a:close/>
                  <a:moveTo>
                    <a:pt x="470174" y="864288"/>
                  </a:moveTo>
                  <a:lnTo>
                    <a:pt x="469441" y="827533"/>
                  </a:lnTo>
                  <a:lnTo>
                    <a:pt x="442278" y="881471"/>
                  </a:lnTo>
                  <a:close/>
                  <a:moveTo>
                    <a:pt x="335396" y="696662"/>
                  </a:moveTo>
                  <a:lnTo>
                    <a:pt x="310760" y="700765"/>
                  </a:lnTo>
                  <a:lnTo>
                    <a:pt x="280923" y="713785"/>
                  </a:lnTo>
                  <a:close/>
                  <a:moveTo>
                    <a:pt x="236619" y="576508"/>
                  </a:moveTo>
                  <a:lnTo>
                    <a:pt x="194743" y="620590"/>
                  </a:lnTo>
                  <a:lnTo>
                    <a:pt x="216612" y="607003"/>
                  </a:lnTo>
                  <a:close/>
                  <a:moveTo>
                    <a:pt x="189475" y="621026"/>
                  </a:moveTo>
                  <a:lnTo>
                    <a:pt x="194743" y="620590"/>
                  </a:lnTo>
                  <a:lnTo>
                    <a:pt x="236619" y="576508"/>
                  </a:lnTo>
                  <a:close/>
                  <a:moveTo>
                    <a:pt x="213820" y="587474"/>
                  </a:moveTo>
                  <a:lnTo>
                    <a:pt x="189475" y="621026"/>
                  </a:lnTo>
                  <a:lnTo>
                    <a:pt x="236619" y="576508"/>
                  </a:lnTo>
                  <a:close/>
                  <a:moveTo>
                    <a:pt x="826277" y="1214654"/>
                  </a:moveTo>
                  <a:lnTo>
                    <a:pt x="836850" y="1256163"/>
                  </a:lnTo>
                  <a:lnTo>
                    <a:pt x="836450" y="1228049"/>
                  </a:lnTo>
                  <a:close/>
                  <a:moveTo>
                    <a:pt x="791063" y="1268592"/>
                  </a:moveTo>
                  <a:lnTo>
                    <a:pt x="836850" y="1256163"/>
                  </a:lnTo>
                  <a:lnTo>
                    <a:pt x="826277" y="1214654"/>
                  </a:lnTo>
                  <a:close/>
                  <a:moveTo>
                    <a:pt x="788947" y="1231837"/>
                  </a:moveTo>
                  <a:lnTo>
                    <a:pt x="791063" y="1268592"/>
                  </a:lnTo>
                  <a:lnTo>
                    <a:pt x="826277" y="1214654"/>
                  </a:lnTo>
                  <a:close/>
                  <a:moveTo>
                    <a:pt x="836850" y="1256163"/>
                  </a:moveTo>
                  <a:lnTo>
                    <a:pt x="859431" y="1251409"/>
                  </a:lnTo>
                  <a:lnTo>
                    <a:pt x="836450" y="1228049"/>
                  </a:lnTo>
                  <a:close/>
                  <a:moveTo>
                    <a:pt x="469441" y="827533"/>
                  </a:moveTo>
                  <a:lnTo>
                    <a:pt x="470174" y="864288"/>
                  </a:lnTo>
                  <a:lnTo>
                    <a:pt x="483866" y="847104"/>
                  </a:lnTo>
                  <a:close/>
                  <a:moveTo>
                    <a:pt x="469441" y="827533"/>
                  </a:moveTo>
                  <a:lnTo>
                    <a:pt x="483866" y="847104"/>
                  </a:lnTo>
                  <a:lnTo>
                    <a:pt x="477094" y="810349"/>
                  </a:lnTo>
                  <a:close/>
                  <a:moveTo>
                    <a:pt x="485337" y="787331"/>
                  </a:moveTo>
                  <a:lnTo>
                    <a:pt x="469441" y="827533"/>
                  </a:lnTo>
                  <a:lnTo>
                    <a:pt x="477094" y="810349"/>
                  </a:lnTo>
                  <a:close/>
                  <a:moveTo>
                    <a:pt x="885705" y="1243533"/>
                  </a:moveTo>
                  <a:lnTo>
                    <a:pt x="836450" y="1228049"/>
                  </a:lnTo>
                  <a:lnTo>
                    <a:pt x="859431" y="1251409"/>
                  </a:lnTo>
                  <a:close/>
                  <a:moveTo>
                    <a:pt x="835571" y="1212456"/>
                  </a:moveTo>
                  <a:lnTo>
                    <a:pt x="836450" y="1228049"/>
                  </a:lnTo>
                  <a:lnTo>
                    <a:pt x="885705" y="1243533"/>
                  </a:lnTo>
                  <a:close/>
                  <a:moveTo>
                    <a:pt x="867206" y="1213825"/>
                  </a:moveTo>
                  <a:lnTo>
                    <a:pt x="835571" y="1212456"/>
                  </a:lnTo>
                  <a:lnTo>
                    <a:pt x="885705" y="1243533"/>
                  </a:lnTo>
                  <a:close/>
                  <a:moveTo>
                    <a:pt x="826277" y="1214654"/>
                  </a:moveTo>
                  <a:lnTo>
                    <a:pt x="836450" y="1228049"/>
                  </a:lnTo>
                  <a:lnTo>
                    <a:pt x="835571" y="1212456"/>
                  </a:lnTo>
                  <a:close/>
                  <a:moveTo>
                    <a:pt x="485337" y="787331"/>
                  </a:moveTo>
                  <a:lnTo>
                    <a:pt x="511823" y="790151"/>
                  </a:lnTo>
                  <a:lnTo>
                    <a:pt x="502697" y="773594"/>
                  </a:lnTo>
                  <a:close/>
                  <a:moveTo>
                    <a:pt x="511823" y="790151"/>
                  </a:moveTo>
                  <a:lnTo>
                    <a:pt x="524843" y="756411"/>
                  </a:lnTo>
                  <a:lnTo>
                    <a:pt x="502697" y="773594"/>
                  </a:lnTo>
                  <a:close/>
                  <a:moveTo>
                    <a:pt x="890510" y="1123961"/>
                  </a:moveTo>
                  <a:lnTo>
                    <a:pt x="919847" y="1143532"/>
                  </a:lnTo>
                  <a:lnTo>
                    <a:pt x="901213" y="1106777"/>
                  </a:lnTo>
                  <a:close/>
                  <a:moveTo>
                    <a:pt x="594901" y="755406"/>
                  </a:moveTo>
                  <a:lnTo>
                    <a:pt x="573535" y="753080"/>
                  </a:lnTo>
                  <a:lnTo>
                    <a:pt x="614806" y="775982"/>
                  </a:lnTo>
                  <a:close/>
                  <a:moveTo>
                    <a:pt x="244825" y="334923"/>
                  </a:moveTo>
                  <a:lnTo>
                    <a:pt x="247999" y="330433"/>
                  </a:lnTo>
                  <a:lnTo>
                    <a:pt x="204835" y="352106"/>
                  </a:lnTo>
                  <a:close/>
                  <a:moveTo>
                    <a:pt x="571681" y="620346"/>
                  </a:moveTo>
                  <a:lnTo>
                    <a:pt x="540415" y="628962"/>
                  </a:lnTo>
                  <a:lnTo>
                    <a:pt x="579834" y="658464"/>
                  </a:lnTo>
                  <a:close/>
                  <a:moveTo>
                    <a:pt x="631766" y="672452"/>
                  </a:moveTo>
                  <a:lnTo>
                    <a:pt x="614765" y="648534"/>
                  </a:lnTo>
                  <a:lnTo>
                    <a:pt x="574065" y="677501"/>
                  </a:lnTo>
                  <a:close/>
                  <a:moveTo>
                    <a:pt x="614765" y="648534"/>
                  </a:moveTo>
                  <a:lnTo>
                    <a:pt x="622461" y="637662"/>
                  </a:lnTo>
                  <a:lnTo>
                    <a:pt x="579834" y="658464"/>
                  </a:lnTo>
                  <a:close/>
                  <a:moveTo>
                    <a:pt x="312807" y="355047"/>
                  </a:moveTo>
                  <a:lnTo>
                    <a:pt x="332141" y="321670"/>
                  </a:lnTo>
                  <a:lnTo>
                    <a:pt x="295275" y="324553"/>
                  </a:lnTo>
                  <a:close/>
                  <a:moveTo>
                    <a:pt x="332141" y="321670"/>
                  </a:moveTo>
                  <a:lnTo>
                    <a:pt x="322289" y="284932"/>
                  </a:lnTo>
                  <a:lnTo>
                    <a:pt x="295275" y="324553"/>
                  </a:lnTo>
                  <a:close/>
                  <a:moveTo>
                    <a:pt x="29152" y="10505"/>
                  </a:moveTo>
                  <a:lnTo>
                    <a:pt x="0" y="26085"/>
                  </a:lnTo>
                  <a:lnTo>
                    <a:pt x="54217" y="8009"/>
                  </a:lnTo>
                  <a:close/>
                  <a:moveTo>
                    <a:pt x="85395" y="0"/>
                  </a:moveTo>
                  <a:lnTo>
                    <a:pt x="29152" y="10505"/>
                  </a:lnTo>
                  <a:lnTo>
                    <a:pt x="54217" y="8009"/>
                  </a:lnTo>
                  <a:close/>
                  <a:moveTo>
                    <a:pt x="684604" y="672213"/>
                  </a:moveTo>
                  <a:lnTo>
                    <a:pt x="642748" y="685289"/>
                  </a:lnTo>
                  <a:lnTo>
                    <a:pt x="692021" y="676950"/>
                  </a:lnTo>
                  <a:close/>
                  <a:moveTo>
                    <a:pt x="692021" y="676950"/>
                  </a:moveTo>
                  <a:lnTo>
                    <a:pt x="642748" y="685289"/>
                  </a:lnTo>
                  <a:lnTo>
                    <a:pt x="636021" y="688360"/>
                  </a:lnTo>
                  <a:close/>
                  <a:moveTo>
                    <a:pt x="642748" y="685289"/>
                  </a:moveTo>
                  <a:lnTo>
                    <a:pt x="684604" y="672213"/>
                  </a:lnTo>
                  <a:lnTo>
                    <a:pt x="631766" y="672452"/>
                  </a:lnTo>
                  <a:close/>
                  <a:moveTo>
                    <a:pt x="631766" y="672452"/>
                  </a:moveTo>
                  <a:lnTo>
                    <a:pt x="684604" y="672213"/>
                  </a:lnTo>
                  <a:lnTo>
                    <a:pt x="687083" y="658490"/>
                  </a:lnTo>
                  <a:close/>
                  <a:moveTo>
                    <a:pt x="631766" y="672452"/>
                  </a:moveTo>
                  <a:lnTo>
                    <a:pt x="687083" y="658490"/>
                  </a:lnTo>
                  <a:lnTo>
                    <a:pt x="650903" y="647793"/>
                  </a:lnTo>
                  <a:close/>
                  <a:moveTo>
                    <a:pt x="631766" y="672452"/>
                  </a:moveTo>
                  <a:lnTo>
                    <a:pt x="632720" y="631351"/>
                  </a:lnTo>
                  <a:lnTo>
                    <a:pt x="614765" y="648534"/>
                  </a:lnTo>
                  <a:close/>
                  <a:moveTo>
                    <a:pt x="632720" y="631351"/>
                  </a:moveTo>
                  <a:lnTo>
                    <a:pt x="622461" y="637662"/>
                  </a:lnTo>
                  <a:lnTo>
                    <a:pt x="614765" y="648534"/>
                  </a:lnTo>
                  <a:close/>
                  <a:moveTo>
                    <a:pt x="623162" y="544074"/>
                  </a:moveTo>
                  <a:lnTo>
                    <a:pt x="606456" y="521086"/>
                  </a:lnTo>
                  <a:lnTo>
                    <a:pt x="563148" y="540476"/>
                  </a:lnTo>
                  <a:close/>
                  <a:moveTo>
                    <a:pt x="623162" y="544074"/>
                  </a:moveTo>
                  <a:lnTo>
                    <a:pt x="631690" y="509154"/>
                  </a:lnTo>
                  <a:lnTo>
                    <a:pt x="606456" y="521086"/>
                  </a:lnTo>
                  <a:close/>
                  <a:moveTo>
                    <a:pt x="832884" y="687677"/>
                  </a:moveTo>
                  <a:lnTo>
                    <a:pt x="851930" y="724433"/>
                  </a:lnTo>
                  <a:lnTo>
                    <a:pt x="880925" y="710454"/>
                  </a:lnTo>
                  <a:close/>
                  <a:moveTo>
                    <a:pt x="488191" y="316962"/>
                  </a:moveTo>
                  <a:lnTo>
                    <a:pt x="492395" y="317398"/>
                  </a:lnTo>
                  <a:lnTo>
                    <a:pt x="541473" y="295390"/>
                  </a:lnTo>
                  <a:close/>
                  <a:moveTo>
                    <a:pt x="520344" y="312599"/>
                  </a:moveTo>
                  <a:lnTo>
                    <a:pt x="488191" y="316962"/>
                  </a:lnTo>
                  <a:lnTo>
                    <a:pt x="541473" y="295390"/>
                  </a:lnTo>
                  <a:close/>
                  <a:moveTo>
                    <a:pt x="569365" y="275099"/>
                  </a:moveTo>
                  <a:lnTo>
                    <a:pt x="520344" y="3125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69365" y="2750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97229" y="286347"/>
                  </a:lnTo>
                  <a:lnTo>
                    <a:pt x="569365" y="27509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398" name="Input_density__98">
              <a:extLst>
                <a:ext uri="{FF2B5EF4-FFF2-40B4-BE49-F238E27FC236}">
                  <a16:creationId xmlns:a16="http://schemas.microsoft.com/office/drawing/2014/main" id="{35D5ACB2-3F65-FE13-F52A-8CDC60426297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825130" cy="1202570"/>
            </a:xfrm>
            <a:custGeom>
              <a:avLst/>
              <a:gdLst/>
              <a:ahLst/>
              <a:cxnLst/>
              <a:rect l="0" t="0" r="0" b="0"/>
              <a:pathLst>
                <a:path w="825130" h="1202570">
                  <a:moveTo>
                    <a:pt x="110291" y="1063383"/>
                  </a:moveTo>
                  <a:lnTo>
                    <a:pt x="87178" y="1080566"/>
                  </a:lnTo>
                  <a:lnTo>
                    <a:pt x="121326" y="1055638"/>
                  </a:lnTo>
                  <a:close/>
                  <a:moveTo>
                    <a:pt x="54137" y="681038"/>
                  </a:moveTo>
                  <a:lnTo>
                    <a:pt x="63340" y="637650"/>
                  </a:lnTo>
                  <a:lnTo>
                    <a:pt x="67556" y="627100"/>
                  </a:lnTo>
                  <a:close/>
                  <a:moveTo>
                    <a:pt x="54137" y="681038"/>
                  </a:moveTo>
                  <a:lnTo>
                    <a:pt x="67556" y="627100"/>
                  </a:lnTo>
                  <a:lnTo>
                    <a:pt x="60563" y="663855"/>
                  </a:lnTo>
                  <a:close/>
                  <a:moveTo>
                    <a:pt x="67556" y="627100"/>
                  </a:moveTo>
                  <a:lnTo>
                    <a:pt x="63340" y="637650"/>
                  </a:lnTo>
                  <a:lnTo>
                    <a:pt x="72622" y="613288"/>
                  </a:lnTo>
                  <a:close/>
                  <a:moveTo>
                    <a:pt x="72622" y="613288"/>
                  </a:moveTo>
                  <a:lnTo>
                    <a:pt x="82689" y="577172"/>
                  </a:lnTo>
                  <a:lnTo>
                    <a:pt x="67556" y="627100"/>
                  </a:lnTo>
                  <a:close/>
                  <a:moveTo>
                    <a:pt x="82689" y="577172"/>
                  </a:moveTo>
                  <a:lnTo>
                    <a:pt x="72622" y="613288"/>
                  </a:lnTo>
                  <a:lnTo>
                    <a:pt x="84046" y="590345"/>
                  </a:lnTo>
                  <a:close/>
                  <a:moveTo>
                    <a:pt x="82689" y="577172"/>
                  </a:moveTo>
                  <a:lnTo>
                    <a:pt x="84046" y="590345"/>
                  </a:lnTo>
                  <a:lnTo>
                    <a:pt x="77199" y="536888"/>
                  </a:lnTo>
                  <a:close/>
                  <a:moveTo>
                    <a:pt x="82689" y="577172"/>
                  </a:moveTo>
                  <a:lnTo>
                    <a:pt x="77199" y="536888"/>
                  </a:lnTo>
                  <a:lnTo>
                    <a:pt x="82082" y="573161"/>
                  </a:lnTo>
                  <a:close/>
                  <a:moveTo>
                    <a:pt x="77199" y="536888"/>
                  </a:moveTo>
                  <a:lnTo>
                    <a:pt x="76891" y="536406"/>
                  </a:lnTo>
                  <a:lnTo>
                    <a:pt x="82082" y="573161"/>
                  </a:lnTo>
                  <a:close/>
                  <a:moveTo>
                    <a:pt x="247943" y="702636"/>
                  </a:moveTo>
                  <a:lnTo>
                    <a:pt x="255977" y="704306"/>
                  </a:lnTo>
                  <a:lnTo>
                    <a:pt x="279975" y="697823"/>
                  </a:lnTo>
                  <a:close/>
                  <a:moveTo>
                    <a:pt x="279975" y="697823"/>
                  </a:moveTo>
                  <a:lnTo>
                    <a:pt x="255977" y="704306"/>
                  </a:lnTo>
                  <a:lnTo>
                    <a:pt x="309893" y="685102"/>
                  </a:lnTo>
                  <a:close/>
                  <a:moveTo>
                    <a:pt x="300637" y="678866"/>
                  </a:moveTo>
                  <a:lnTo>
                    <a:pt x="321996" y="652302"/>
                  </a:lnTo>
                  <a:lnTo>
                    <a:pt x="323062" y="649059"/>
                  </a:lnTo>
                  <a:close/>
                  <a:moveTo>
                    <a:pt x="309893" y="685102"/>
                  </a:moveTo>
                  <a:lnTo>
                    <a:pt x="321996" y="652302"/>
                  </a:lnTo>
                  <a:lnTo>
                    <a:pt x="300637" y="678866"/>
                  </a:lnTo>
                  <a:close/>
                  <a:moveTo>
                    <a:pt x="279975" y="697823"/>
                  </a:moveTo>
                  <a:lnTo>
                    <a:pt x="309893" y="685102"/>
                  </a:lnTo>
                  <a:lnTo>
                    <a:pt x="300637" y="678866"/>
                  </a:lnTo>
                  <a:close/>
                  <a:moveTo>
                    <a:pt x="801233" y="1200384"/>
                  </a:moveTo>
                  <a:lnTo>
                    <a:pt x="805083" y="1201649"/>
                  </a:lnTo>
                  <a:lnTo>
                    <a:pt x="807224" y="1202570"/>
                  </a:lnTo>
                  <a:close/>
                  <a:moveTo>
                    <a:pt x="801233" y="1200384"/>
                  </a:moveTo>
                  <a:lnTo>
                    <a:pt x="807224" y="1202570"/>
                  </a:lnTo>
                  <a:lnTo>
                    <a:pt x="811568" y="1196377"/>
                  </a:lnTo>
                  <a:close/>
                  <a:moveTo>
                    <a:pt x="811568" y="1196377"/>
                  </a:moveTo>
                  <a:lnTo>
                    <a:pt x="807224" y="1202570"/>
                  </a:lnTo>
                  <a:lnTo>
                    <a:pt x="808822" y="1200384"/>
                  </a:lnTo>
                  <a:close/>
                  <a:moveTo>
                    <a:pt x="808822" y="1200384"/>
                  </a:moveTo>
                  <a:lnTo>
                    <a:pt x="825130" y="1173310"/>
                  </a:lnTo>
                  <a:lnTo>
                    <a:pt x="811568" y="1196377"/>
                  </a:lnTo>
                  <a:close/>
                  <a:moveTo>
                    <a:pt x="357827" y="595121"/>
                  </a:moveTo>
                  <a:lnTo>
                    <a:pt x="367130" y="597950"/>
                  </a:lnTo>
                  <a:lnTo>
                    <a:pt x="371565" y="598695"/>
                  </a:lnTo>
                  <a:close/>
                  <a:moveTo>
                    <a:pt x="377997" y="595121"/>
                  </a:moveTo>
                  <a:lnTo>
                    <a:pt x="371565" y="598695"/>
                  </a:lnTo>
                  <a:lnTo>
                    <a:pt x="367130" y="597950"/>
                  </a:lnTo>
                  <a:close/>
                  <a:moveTo>
                    <a:pt x="394370" y="587751"/>
                  </a:moveTo>
                  <a:lnTo>
                    <a:pt x="371565" y="598695"/>
                  </a:lnTo>
                  <a:lnTo>
                    <a:pt x="430725" y="599100"/>
                  </a:lnTo>
                  <a:close/>
                  <a:moveTo>
                    <a:pt x="14482" y="9430"/>
                  </a:moveTo>
                  <a:lnTo>
                    <a:pt x="0" y="26613"/>
                  </a:lnTo>
                  <a:lnTo>
                    <a:pt x="29715" y="192"/>
                  </a:lnTo>
                  <a:close/>
                  <a:moveTo>
                    <a:pt x="29715" y="192"/>
                  </a:moveTo>
                  <a:lnTo>
                    <a:pt x="6131" y="8224"/>
                  </a:lnTo>
                  <a:lnTo>
                    <a:pt x="63446" y="1729"/>
                  </a:lnTo>
                  <a:close/>
                  <a:moveTo>
                    <a:pt x="271623" y="281764"/>
                  </a:moveTo>
                  <a:lnTo>
                    <a:pt x="238108" y="281033"/>
                  </a:lnTo>
                  <a:lnTo>
                    <a:pt x="219645" y="278611"/>
                  </a:lnTo>
                  <a:close/>
                  <a:moveTo>
                    <a:pt x="281239" y="255625"/>
                  </a:moveTo>
                  <a:lnTo>
                    <a:pt x="271623" y="281764"/>
                  </a:lnTo>
                  <a:lnTo>
                    <a:pt x="281286" y="266715"/>
                  </a:lnTo>
                  <a:close/>
                  <a:moveTo>
                    <a:pt x="173493" y="102511"/>
                  </a:moveTo>
                  <a:lnTo>
                    <a:pt x="171879" y="111367"/>
                  </a:lnTo>
                  <a:lnTo>
                    <a:pt x="177815" y="83977"/>
                  </a:lnTo>
                  <a:close/>
                  <a:moveTo>
                    <a:pt x="29715" y="192"/>
                  </a:moveTo>
                  <a:lnTo>
                    <a:pt x="63446" y="1729"/>
                  </a:lnTo>
                  <a:lnTo>
                    <a:pt x="43784" y="0"/>
                  </a:lnTo>
                  <a:close/>
                  <a:moveTo>
                    <a:pt x="63446" y="1729"/>
                  </a:moveTo>
                  <a:lnTo>
                    <a:pt x="69542" y="6148"/>
                  </a:lnTo>
                  <a:lnTo>
                    <a:pt x="4378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399" name="Input_density__99">
              <a:extLst>
                <a:ext uri="{FF2B5EF4-FFF2-40B4-BE49-F238E27FC236}">
                  <a16:creationId xmlns:a16="http://schemas.microsoft.com/office/drawing/2014/main" id="{0A13C304-FC25-3CAC-4656-41065D9AC6C4}"/>
                </a:ext>
              </a:extLst>
            </p:cNvPr>
            <p:cNvSpPr>
              <a:spLocks noGrp="1"/>
            </p:cNvSpPr>
            <p:nvPr/>
          </p:nvSpPr>
          <p:spPr>
            <a:xfrm>
              <a:off x="925801" y="1749863"/>
              <a:ext cx="861878" cy="1417472"/>
            </a:xfrm>
            <a:custGeom>
              <a:avLst/>
              <a:gdLst/>
              <a:ahLst/>
              <a:cxnLst/>
              <a:rect l="0" t="0" r="0" b="0"/>
              <a:pathLst>
                <a:path w="861878" h="1417472">
                  <a:moveTo>
                    <a:pt x="88515" y="1378380"/>
                  </a:moveTo>
                  <a:lnTo>
                    <a:pt x="94114" y="1382260"/>
                  </a:lnTo>
                  <a:lnTo>
                    <a:pt x="100347" y="1383837"/>
                  </a:lnTo>
                  <a:close/>
                  <a:moveTo>
                    <a:pt x="134349" y="1290183"/>
                  </a:moveTo>
                  <a:lnTo>
                    <a:pt x="120287" y="1287687"/>
                  </a:lnTo>
                  <a:lnTo>
                    <a:pt x="132995" y="1288245"/>
                  </a:lnTo>
                  <a:close/>
                  <a:moveTo>
                    <a:pt x="173015" y="1397952"/>
                  </a:moveTo>
                  <a:lnTo>
                    <a:pt x="187529" y="1405239"/>
                  </a:lnTo>
                  <a:lnTo>
                    <a:pt x="199409" y="1408854"/>
                  </a:lnTo>
                  <a:close/>
                  <a:moveTo>
                    <a:pt x="235034" y="1417472"/>
                  </a:moveTo>
                  <a:lnTo>
                    <a:pt x="199409" y="1408854"/>
                  </a:lnTo>
                  <a:lnTo>
                    <a:pt x="187529" y="1405239"/>
                  </a:lnTo>
                  <a:close/>
                  <a:moveTo>
                    <a:pt x="120287" y="1287687"/>
                  </a:moveTo>
                  <a:lnTo>
                    <a:pt x="134349" y="1290183"/>
                  </a:lnTo>
                  <a:lnTo>
                    <a:pt x="146537" y="1277236"/>
                  </a:lnTo>
                  <a:close/>
                  <a:moveTo>
                    <a:pt x="146537" y="1277236"/>
                  </a:moveTo>
                  <a:lnTo>
                    <a:pt x="134349" y="1290183"/>
                  </a:lnTo>
                  <a:lnTo>
                    <a:pt x="179878" y="1277218"/>
                  </a:lnTo>
                  <a:close/>
                  <a:moveTo>
                    <a:pt x="146537" y="1277236"/>
                  </a:moveTo>
                  <a:lnTo>
                    <a:pt x="179878" y="1277218"/>
                  </a:lnTo>
                  <a:lnTo>
                    <a:pt x="154579" y="1269611"/>
                  </a:lnTo>
                  <a:close/>
                  <a:moveTo>
                    <a:pt x="179878" y="1277218"/>
                  </a:moveTo>
                  <a:lnTo>
                    <a:pt x="184862" y="1258257"/>
                  </a:lnTo>
                  <a:lnTo>
                    <a:pt x="154579" y="1269611"/>
                  </a:lnTo>
                  <a:close/>
                  <a:moveTo>
                    <a:pt x="198611" y="1261989"/>
                  </a:moveTo>
                  <a:lnTo>
                    <a:pt x="179472" y="1253320"/>
                  </a:lnTo>
                  <a:lnTo>
                    <a:pt x="184862" y="1258257"/>
                  </a:lnTo>
                  <a:close/>
                  <a:moveTo>
                    <a:pt x="277975" y="1072655"/>
                  </a:moveTo>
                  <a:lnTo>
                    <a:pt x="279249" y="1073376"/>
                  </a:lnTo>
                  <a:lnTo>
                    <a:pt x="247634" y="1114981"/>
                  </a:lnTo>
                  <a:close/>
                  <a:moveTo>
                    <a:pt x="264657" y="1108688"/>
                  </a:moveTo>
                  <a:lnTo>
                    <a:pt x="279249" y="1073376"/>
                  </a:lnTo>
                  <a:lnTo>
                    <a:pt x="300850" y="1057930"/>
                  </a:lnTo>
                  <a:close/>
                  <a:moveTo>
                    <a:pt x="300850" y="1057930"/>
                  </a:moveTo>
                  <a:lnTo>
                    <a:pt x="279249" y="1073376"/>
                  </a:lnTo>
                  <a:lnTo>
                    <a:pt x="338261" y="1073227"/>
                  </a:lnTo>
                  <a:close/>
                  <a:moveTo>
                    <a:pt x="48482" y="737253"/>
                  </a:moveTo>
                  <a:lnTo>
                    <a:pt x="1573" y="776859"/>
                  </a:lnTo>
                  <a:lnTo>
                    <a:pt x="0" y="776770"/>
                  </a:lnTo>
                  <a:close/>
                  <a:moveTo>
                    <a:pt x="300814" y="1054088"/>
                  </a:moveTo>
                  <a:lnTo>
                    <a:pt x="298319" y="1091505"/>
                  </a:lnTo>
                  <a:lnTo>
                    <a:pt x="300850" y="1057930"/>
                  </a:lnTo>
                  <a:close/>
                  <a:moveTo>
                    <a:pt x="12838" y="632353"/>
                  </a:moveTo>
                  <a:lnTo>
                    <a:pt x="43656" y="622998"/>
                  </a:lnTo>
                  <a:lnTo>
                    <a:pt x="60990" y="591600"/>
                  </a:lnTo>
                  <a:close/>
                  <a:moveTo>
                    <a:pt x="56571" y="596507"/>
                  </a:moveTo>
                  <a:lnTo>
                    <a:pt x="60990" y="591600"/>
                  </a:lnTo>
                  <a:lnTo>
                    <a:pt x="43656" y="622998"/>
                  </a:lnTo>
                  <a:close/>
                  <a:moveTo>
                    <a:pt x="328280" y="843496"/>
                  </a:moveTo>
                  <a:lnTo>
                    <a:pt x="331611" y="832403"/>
                  </a:lnTo>
                  <a:lnTo>
                    <a:pt x="316428" y="827550"/>
                  </a:lnTo>
                  <a:close/>
                  <a:moveTo>
                    <a:pt x="300851" y="865519"/>
                  </a:moveTo>
                  <a:lnTo>
                    <a:pt x="328280" y="843496"/>
                  </a:lnTo>
                  <a:lnTo>
                    <a:pt x="316428" y="827550"/>
                  </a:lnTo>
                  <a:close/>
                  <a:moveTo>
                    <a:pt x="331611" y="832403"/>
                  </a:moveTo>
                  <a:lnTo>
                    <a:pt x="333218" y="786350"/>
                  </a:lnTo>
                  <a:lnTo>
                    <a:pt x="324452" y="819425"/>
                  </a:lnTo>
                  <a:close/>
                  <a:moveTo>
                    <a:pt x="333218" y="786350"/>
                  </a:moveTo>
                  <a:lnTo>
                    <a:pt x="335597" y="782670"/>
                  </a:lnTo>
                  <a:lnTo>
                    <a:pt x="324452" y="819425"/>
                  </a:lnTo>
                  <a:close/>
                  <a:moveTo>
                    <a:pt x="166595" y="616078"/>
                  </a:moveTo>
                  <a:lnTo>
                    <a:pt x="177688" y="562140"/>
                  </a:lnTo>
                  <a:lnTo>
                    <a:pt x="175929" y="598895"/>
                  </a:lnTo>
                  <a:close/>
                  <a:moveTo>
                    <a:pt x="559295" y="1016501"/>
                  </a:moveTo>
                  <a:lnTo>
                    <a:pt x="536528" y="997897"/>
                  </a:lnTo>
                  <a:lnTo>
                    <a:pt x="571578" y="1034054"/>
                  </a:lnTo>
                  <a:close/>
                  <a:moveTo>
                    <a:pt x="590483" y="1008529"/>
                  </a:moveTo>
                  <a:lnTo>
                    <a:pt x="559295" y="1016501"/>
                  </a:lnTo>
                  <a:lnTo>
                    <a:pt x="571578" y="1034054"/>
                  </a:lnTo>
                  <a:close/>
                  <a:moveTo>
                    <a:pt x="360997" y="773402"/>
                  </a:moveTo>
                  <a:lnTo>
                    <a:pt x="319401" y="815241"/>
                  </a:lnTo>
                  <a:lnTo>
                    <a:pt x="335597" y="782670"/>
                  </a:lnTo>
                  <a:close/>
                  <a:moveTo>
                    <a:pt x="253528" y="618467"/>
                  </a:moveTo>
                  <a:lnTo>
                    <a:pt x="250207" y="635650"/>
                  </a:lnTo>
                  <a:lnTo>
                    <a:pt x="268259" y="647457"/>
                  </a:lnTo>
                  <a:close/>
                  <a:moveTo>
                    <a:pt x="177946" y="558941"/>
                  </a:moveTo>
                  <a:lnTo>
                    <a:pt x="186734" y="510944"/>
                  </a:lnTo>
                  <a:lnTo>
                    <a:pt x="177688" y="562140"/>
                  </a:lnTo>
                  <a:close/>
                  <a:moveTo>
                    <a:pt x="667534" y="1075825"/>
                  </a:moveTo>
                  <a:lnTo>
                    <a:pt x="655204" y="1059526"/>
                  </a:lnTo>
                  <a:lnTo>
                    <a:pt x="693594" y="1085712"/>
                  </a:lnTo>
                  <a:close/>
                  <a:moveTo>
                    <a:pt x="590483" y="1008529"/>
                  </a:moveTo>
                  <a:lnTo>
                    <a:pt x="619782" y="1022772"/>
                  </a:lnTo>
                  <a:lnTo>
                    <a:pt x="602277" y="1016280"/>
                  </a:lnTo>
                  <a:close/>
                  <a:moveTo>
                    <a:pt x="378635" y="743139"/>
                  </a:moveTo>
                  <a:lnTo>
                    <a:pt x="390341" y="758538"/>
                  </a:lnTo>
                  <a:lnTo>
                    <a:pt x="399893" y="714485"/>
                  </a:lnTo>
                  <a:close/>
                  <a:moveTo>
                    <a:pt x="399893" y="714485"/>
                  </a:moveTo>
                  <a:lnTo>
                    <a:pt x="390341" y="758538"/>
                  </a:lnTo>
                  <a:lnTo>
                    <a:pt x="412766" y="728732"/>
                  </a:lnTo>
                  <a:close/>
                  <a:moveTo>
                    <a:pt x="189520" y="506007"/>
                  </a:moveTo>
                  <a:lnTo>
                    <a:pt x="167877" y="499186"/>
                  </a:lnTo>
                  <a:lnTo>
                    <a:pt x="185292" y="508202"/>
                  </a:lnTo>
                  <a:close/>
                  <a:moveTo>
                    <a:pt x="189520" y="506007"/>
                  </a:moveTo>
                  <a:lnTo>
                    <a:pt x="193588" y="505372"/>
                  </a:lnTo>
                  <a:lnTo>
                    <a:pt x="195048" y="491018"/>
                  </a:lnTo>
                  <a:close/>
                  <a:moveTo>
                    <a:pt x="675127" y="1079098"/>
                  </a:moveTo>
                  <a:lnTo>
                    <a:pt x="693594" y="1085712"/>
                  </a:lnTo>
                  <a:lnTo>
                    <a:pt x="705290" y="1092415"/>
                  </a:lnTo>
                  <a:close/>
                  <a:moveTo>
                    <a:pt x="593279" y="826566"/>
                  </a:moveTo>
                  <a:lnTo>
                    <a:pt x="561545" y="858568"/>
                  </a:lnTo>
                  <a:lnTo>
                    <a:pt x="574074" y="850970"/>
                  </a:lnTo>
                  <a:close/>
                  <a:moveTo>
                    <a:pt x="53670" y="179795"/>
                  </a:moveTo>
                  <a:lnTo>
                    <a:pt x="25545" y="157999"/>
                  </a:lnTo>
                  <a:lnTo>
                    <a:pt x="53742" y="179670"/>
                  </a:lnTo>
                  <a:close/>
                  <a:moveTo>
                    <a:pt x="53742" y="179670"/>
                  </a:moveTo>
                  <a:lnTo>
                    <a:pt x="25545" y="157999"/>
                  </a:lnTo>
                  <a:lnTo>
                    <a:pt x="53990" y="179795"/>
                  </a:lnTo>
                  <a:close/>
                  <a:moveTo>
                    <a:pt x="789146" y="964367"/>
                  </a:moveTo>
                  <a:lnTo>
                    <a:pt x="730301" y="965139"/>
                  </a:lnTo>
                  <a:lnTo>
                    <a:pt x="764176" y="967216"/>
                  </a:lnTo>
                  <a:close/>
                  <a:moveTo>
                    <a:pt x="223196" y="314923"/>
                  </a:moveTo>
                  <a:lnTo>
                    <a:pt x="233595" y="276200"/>
                  </a:lnTo>
                  <a:lnTo>
                    <a:pt x="211816" y="326815"/>
                  </a:lnTo>
                  <a:close/>
                  <a:moveTo>
                    <a:pt x="211816" y="326815"/>
                  </a:moveTo>
                  <a:lnTo>
                    <a:pt x="233595" y="276200"/>
                  </a:lnTo>
                  <a:lnTo>
                    <a:pt x="225532" y="272877"/>
                  </a:lnTo>
                  <a:close/>
                  <a:moveTo>
                    <a:pt x="211816" y="326815"/>
                  </a:moveTo>
                  <a:lnTo>
                    <a:pt x="225532" y="272877"/>
                  </a:lnTo>
                  <a:lnTo>
                    <a:pt x="219392" y="309632"/>
                  </a:lnTo>
                  <a:close/>
                  <a:moveTo>
                    <a:pt x="225532" y="272877"/>
                  </a:moveTo>
                  <a:lnTo>
                    <a:pt x="233595" y="276200"/>
                  </a:lnTo>
                  <a:lnTo>
                    <a:pt x="233788" y="258318"/>
                  </a:lnTo>
                  <a:close/>
                  <a:moveTo>
                    <a:pt x="53670" y="179795"/>
                  </a:moveTo>
                  <a:lnTo>
                    <a:pt x="53742" y="179670"/>
                  </a:lnTo>
                  <a:lnTo>
                    <a:pt x="70326" y="145467"/>
                  </a:lnTo>
                  <a:close/>
                  <a:moveTo>
                    <a:pt x="53742" y="179670"/>
                  </a:moveTo>
                  <a:lnTo>
                    <a:pt x="53990" y="179795"/>
                  </a:lnTo>
                  <a:lnTo>
                    <a:pt x="70326" y="145467"/>
                  </a:lnTo>
                  <a:close/>
                  <a:moveTo>
                    <a:pt x="70326" y="145467"/>
                  </a:moveTo>
                  <a:lnTo>
                    <a:pt x="53990" y="179795"/>
                  </a:lnTo>
                  <a:lnTo>
                    <a:pt x="82379" y="138882"/>
                  </a:lnTo>
                  <a:close/>
                  <a:moveTo>
                    <a:pt x="82379" y="138882"/>
                  </a:moveTo>
                  <a:lnTo>
                    <a:pt x="77106" y="125857"/>
                  </a:lnTo>
                  <a:lnTo>
                    <a:pt x="70326" y="145467"/>
                  </a:lnTo>
                  <a:close/>
                  <a:moveTo>
                    <a:pt x="104186" y="89102"/>
                  </a:moveTo>
                  <a:lnTo>
                    <a:pt x="91361" y="99534"/>
                  </a:lnTo>
                  <a:lnTo>
                    <a:pt x="90468" y="143040"/>
                  </a:lnTo>
                  <a:close/>
                  <a:moveTo>
                    <a:pt x="77106" y="125857"/>
                  </a:moveTo>
                  <a:lnTo>
                    <a:pt x="82379" y="138882"/>
                  </a:lnTo>
                  <a:lnTo>
                    <a:pt x="91361" y="99534"/>
                  </a:lnTo>
                  <a:close/>
                  <a:moveTo>
                    <a:pt x="841730" y="954038"/>
                  </a:moveTo>
                  <a:lnTo>
                    <a:pt x="828838" y="988195"/>
                  </a:lnTo>
                  <a:lnTo>
                    <a:pt x="845875" y="955683"/>
                  </a:lnTo>
                  <a:close/>
                  <a:moveTo>
                    <a:pt x="841730" y="954038"/>
                  </a:moveTo>
                  <a:lnTo>
                    <a:pt x="801115" y="971221"/>
                  </a:lnTo>
                  <a:lnTo>
                    <a:pt x="828838" y="988195"/>
                  </a:lnTo>
                  <a:close/>
                  <a:moveTo>
                    <a:pt x="801115" y="971221"/>
                  </a:moveTo>
                  <a:lnTo>
                    <a:pt x="841730" y="954038"/>
                  </a:lnTo>
                  <a:lnTo>
                    <a:pt x="789146" y="964367"/>
                  </a:lnTo>
                  <a:close/>
                  <a:moveTo>
                    <a:pt x="841730" y="954038"/>
                  </a:moveTo>
                  <a:lnTo>
                    <a:pt x="809667" y="944884"/>
                  </a:lnTo>
                  <a:lnTo>
                    <a:pt x="789146" y="964367"/>
                  </a:lnTo>
                  <a:close/>
                  <a:moveTo>
                    <a:pt x="845875" y="955683"/>
                  </a:moveTo>
                  <a:lnTo>
                    <a:pt x="861878" y="987149"/>
                  </a:lnTo>
                  <a:lnTo>
                    <a:pt x="853683" y="954038"/>
                  </a:lnTo>
                  <a:close/>
                  <a:moveTo>
                    <a:pt x="828838" y="988195"/>
                  </a:moveTo>
                  <a:lnTo>
                    <a:pt x="861878" y="987149"/>
                  </a:lnTo>
                  <a:lnTo>
                    <a:pt x="845875" y="955683"/>
                  </a:lnTo>
                  <a:close/>
                  <a:moveTo>
                    <a:pt x="458098" y="515265"/>
                  </a:moveTo>
                  <a:lnTo>
                    <a:pt x="479462" y="524985"/>
                  </a:lnTo>
                  <a:lnTo>
                    <a:pt x="457623" y="500685"/>
                  </a:lnTo>
                  <a:close/>
                  <a:moveTo>
                    <a:pt x="239698" y="226491"/>
                  </a:moveTo>
                  <a:lnTo>
                    <a:pt x="225532" y="272877"/>
                  </a:lnTo>
                  <a:lnTo>
                    <a:pt x="233788" y="258318"/>
                  </a:lnTo>
                  <a:close/>
                  <a:moveTo>
                    <a:pt x="239698" y="226491"/>
                  </a:moveTo>
                  <a:lnTo>
                    <a:pt x="233788" y="258318"/>
                  </a:lnTo>
                  <a:lnTo>
                    <a:pt x="241116" y="236122"/>
                  </a:lnTo>
                  <a:close/>
                  <a:moveTo>
                    <a:pt x="239698" y="226491"/>
                  </a:moveTo>
                  <a:lnTo>
                    <a:pt x="256242" y="217692"/>
                  </a:lnTo>
                  <a:lnTo>
                    <a:pt x="247423" y="213086"/>
                  </a:lnTo>
                  <a:close/>
                  <a:moveTo>
                    <a:pt x="102614" y="77685"/>
                  </a:moveTo>
                  <a:lnTo>
                    <a:pt x="77106" y="125857"/>
                  </a:lnTo>
                  <a:lnTo>
                    <a:pt x="91361" y="99534"/>
                  </a:lnTo>
                  <a:close/>
                  <a:moveTo>
                    <a:pt x="91361" y="99534"/>
                  </a:moveTo>
                  <a:lnTo>
                    <a:pt x="104186" y="89102"/>
                  </a:lnTo>
                  <a:lnTo>
                    <a:pt x="102614" y="77685"/>
                  </a:lnTo>
                  <a:close/>
                  <a:moveTo>
                    <a:pt x="133489" y="79672"/>
                  </a:moveTo>
                  <a:lnTo>
                    <a:pt x="121415" y="71918"/>
                  </a:lnTo>
                  <a:lnTo>
                    <a:pt x="119419" y="79864"/>
                  </a:lnTo>
                  <a:close/>
                  <a:moveTo>
                    <a:pt x="102614" y="77685"/>
                  </a:moveTo>
                  <a:lnTo>
                    <a:pt x="104186" y="89102"/>
                  </a:lnTo>
                  <a:lnTo>
                    <a:pt x="119419" y="79864"/>
                  </a:lnTo>
                  <a:close/>
                  <a:moveTo>
                    <a:pt x="180594" y="87804"/>
                  </a:moveTo>
                  <a:lnTo>
                    <a:pt x="145186" y="79993"/>
                  </a:lnTo>
                  <a:lnTo>
                    <a:pt x="133489" y="79672"/>
                  </a:lnTo>
                  <a:close/>
                  <a:moveTo>
                    <a:pt x="685701" y="730549"/>
                  </a:moveTo>
                  <a:lnTo>
                    <a:pt x="719532" y="732460"/>
                  </a:lnTo>
                  <a:lnTo>
                    <a:pt x="704189" y="719121"/>
                  </a:lnTo>
                  <a:close/>
                  <a:moveTo>
                    <a:pt x="605920" y="610594"/>
                  </a:moveTo>
                  <a:lnTo>
                    <a:pt x="562559" y="643871"/>
                  </a:lnTo>
                  <a:lnTo>
                    <a:pt x="595111" y="641001"/>
                  </a:lnTo>
                  <a:close/>
                  <a:moveTo>
                    <a:pt x="595111" y="641001"/>
                  </a:moveTo>
                  <a:lnTo>
                    <a:pt x="605574" y="623243"/>
                  </a:lnTo>
                  <a:lnTo>
                    <a:pt x="605920" y="610594"/>
                  </a:lnTo>
                  <a:close/>
                  <a:moveTo>
                    <a:pt x="484628" y="477077"/>
                  </a:moveTo>
                  <a:lnTo>
                    <a:pt x="484768" y="475924"/>
                  </a:lnTo>
                  <a:lnTo>
                    <a:pt x="476255" y="474140"/>
                  </a:lnTo>
                  <a:close/>
                  <a:moveTo>
                    <a:pt x="457623" y="500685"/>
                  </a:moveTo>
                  <a:lnTo>
                    <a:pt x="484628" y="477077"/>
                  </a:lnTo>
                  <a:lnTo>
                    <a:pt x="476255" y="474140"/>
                  </a:lnTo>
                  <a:close/>
                  <a:moveTo>
                    <a:pt x="484768" y="475924"/>
                  </a:moveTo>
                  <a:lnTo>
                    <a:pt x="513529" y="434883"/>
                  </a:lnTo>
                  <a:lnTo>
                    <a:pt x="489835" y="427058"/>
                  </a:lnTo>
                  <a:close/>
                  <a:moveTo>
                    <a:pt x="252536" y="171306"/>
                  </a:moveTo>
                  <a:lnTo>
                    <a:pt x="247423" y="213086"/>
                  </a:lnTo>
                  <a:lnTo>
                    <a:pt x="263197" y="182183"/>
                  </a:lnTo>
                  <a:close/>
                  <a:moveTo>
                    <a:pt x="252536" y="171306"/>
                  </a:moveTo>
                  <a:lnTo>
                    <a:pt x="263197" y="182183"/>
                  </a:lnTo>
                  <a:lnTo>
                    <a:pt x="255249" y="146141"/>
                  </a:lnTo>
                  <a:close/>
                  <a:moveTo>
                    <a:pt x="255249" y="146141"/>
                  </a:moveTo>
                  <a:lnTo>
                    <a:pt x="263197" y="182183"/>
                  </a:lnTo>
                  <a:lnTo>
                    <a:pt x="267519" y="163649"/>
                  </a:lnTo>
                  <a:close/>
                  <a:moveTo>
                    <a:pt x="839647" y="739982"/>
                  </a:moveTo>
                  <a:lnTo>
                    <a:pt x="860526" y="745122"/>
                  </a:lnTo>
                  <a:lnTo>
                    <a:pt x="842531" y="735897"/>
                  </a:lnTo>
                  <a:close/>
                  <a:moveTo>
                    <a:pt x="610053" y="600658"/>
                  </a:moveTo>
                  <a:lnTo>
                    <a:pt x="640411" y="589588"/>
                  </a:lnTo>
                  <a:lnTo>
                    <a:pt x="663061" y="578061"/>
                  </a:lnTo>
                  <a:close/>
                  <a:moveTo>
                    <a:pt x="573975" y="369559"/>
                  </a:moveTo>
                  <a:lnTo>
                    <a:pt x="616430" y="405102"/>
                  </a:lnTo>
                  <a:lnTo>
                    <a:pt x="598912" y="392556"/>
                  </a:lnTo>
                  <a:close/>
                  <a:moveTo>
                    <a:pt x="321183" y="75663"/>
                  </a:moveTo>
                  <a:lnTo>
                    <a:pt x="329500" y="111062"/>
                  </a:lnTo>
                  <a:lnTo>
                    <a:pt x="334808" y="98237"/>
                  </a:lnTo>
                  <a:close/>
                  <a:moveTo>
                    <a:pt x="321183" y="75663"/>
                  </a:moveTo>
                  <a:lnTo>
                    <a:pt x="334808" y="98237"/>
                  </a:lnTo>
                  <a:lnTo>
                    <a:pt x="350581" y="61001"/>
                  </a:lnTo>
                  <a:close/>
                  <a:moveTo>
                    <a:pt x="352991" y="54320"/>
                  </a:moveTo>
                  <a:lnTo>
                    <a:pt x="350581" y="61001"/>
                  </a:lnTo>
                  <a:lnTo>
                    <a:pt x="354818" y="57123"/>
                  </a:lnTo>
                  <a:close/>
                  <a:moveTo>
                    <a:pt x="362619" y="9802"/>
                  </a:moveTo>
                  <a:lnTo>
                    <a:pt x="354818" y="57123"/>
                  </a:lnTo>
                  <a:lnTo>
                    <a:pt x="374931" y="27466"/>
                  </a:lnTo>
                  <a:close/>
                  <a:moveTo>
                    <a:pt x="362619" y="9802"/>
                  </a:moveTo>
                  <a:lnTo>
                    <a:pt x="374931" y="27466"/>
                  </a:lnTo>
                  <a:lnTo>
                    <a:pt x="395415" y="7845"/>
                  </a:lnTo>
                  <a:close/>
                  <a:moveTo>
                    <a:pt x="605270" y="197944"/>
                  </a:moveTo>
                  <a:lnTo>
                    <a:pt x="549546" y="210385"/>
                  </a:lnTo>
                  <a:lnTo>
                    <a:pt x="583882" y="214185"/>
                  </a:lnTo>
                  <a:close/>
                  <a:moveTo>
                    <a:pt x="398086" y="0"/>
                  </a:moveTo>
                  <a:lnTo>
                    <a:pt x="362619" y="9802"/>
                  </a:lnTo>
                  <a:lnTo>
                    <a:pt x="395415" y="7845"/>
                  </a:lnTo>
                  <a:close/>
                  <a:moveTo>
                    <a:pt x="398086" y="0"/>
                  </a:moveTo>
                  <a:lnTo>
                    <a:pt x="395415" y="7845"/>
                  </a:lnTo>
                  <a:lnTo>
                    <a:pt x="400204" y="3185"/>
                  </a:lnTo>
                  <a:close/>
                  <a:moveTo>
                    <a:pt x="637787" y="194943"/>
                  </a:moveTo>
                  <a:lnTo>
                    <a:pt x="650195" y="154216"/>
                  </a:lnTo>
                  <a:lnTo>
                    <a:pt x="620104" y="157199"/>
                  </a:lnTo>
                  <a:close/>
                  <a:moveTo>
                    <a:pt x="605270" y="197944"/>
                  </a:moveTo>
                  <a:lnTo>
                    <a:pt x="637787" y="194943"/>
                  </a:lnTo>
                  <a:lnTo>
                    <a:pt x="620104" y="157199"/>
                  </a:lnTo>
                  <a:close/>
                  <a:moveTo>
                    <a:pt x="652939" y="169777"/>
                  </a:moveTo>
                  <a:lnTo>
                    <a:pt x="647704" y="135813"/>
                  </a:lnTo>
                  <a:lnTo>
                    <a:pt x="650195" y="154216"/>
                  </a:lnTo>
                  <a:close/>
                  <a:moveTo>
                    <a:pt x="652215" y="115838"/>
                  </a:moveTo>
                  <a:lnTo>
                    <a:pt x="647704" y="135813"/>
                  </a:lnTo>
                  <a:lnTo>
                    <a:pt x="652939" y="169777"/>
                  </a:lnTo>
                  <a:close/>
                  <a:moveTo>
                    <a:pt x="657855" y="77559"/>
                  </a:moveTo>
                  <a:lnTo>
                    <a:pt x="652215" y="115838"/>
                  </a:lnTo>
                  <a:lnTo>
                    <a:pt x="672273" y="103095"/>
                  </a:lnTo>
                  <a:close/>
                  <a:moveTo>
                    <a:pt x="657855" y="77559"/>
                  </a:moveTo>
                  <a:lnTo>
                    <a:pt x="672273" y="103095"/>
                  </a:lnTo>
                  <a:lnTo>
                    <a:pt x="692586" y="828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00" name="Input_density__100">
              <a:extLst>
                <a:ext uri="{FF2B5EF4-FFF2-40B4-BE49-F238E27FC236}">
                  <a16:creationId xmlns:a16="http://schemas.microsoft.com/office/drawing/2014/main" id="{38A39389-0194-35D2-7FF1-295E90E6586C}"/>
                </a:ext>
              </a:extLst>
            </p:cNvPr>
            <p:cNvSpPr>
              <a:spLocks noGrp="1"/>
            </p:cNvSpPr>
            <p:nvPr/>
          </p:nvSpPr>
          <p:spPr>
            <a:xfrm>
              <a:off x="930666" y="1724889"/>
              <a:ext cx="655657" cy="1366599"/>
            </a:xfrm>
            <a:custGeom>
              <a:avLst/>
              <a:gdLst/>
              <a:ahLst/>
              <a:cxnLst/>
              <a:rect l="0" t="0" r="0" b="0"/>
              <a:pathLst>
                <a:path w="655657" h="1366599">
                  <a:moveTo>
                    <a:pt x="99595" y="1327981"/>
                  </a:moveTo>
                  <a:lnTo>
                    <a:pt x="66760" y="1366599"/>
                  </a:lnTo>
                  <a:lnTo>
                    <a:pt x="101961" y="1349416"/>
                  </a:lnTo>
                  <a:close/>
                  <a:moveTo>
                    <a:pt x="109714" y="1349416"/>
                  </a:moveTo>
                  <a:lnTo>
                    <a:pt x="99595" y="1327981"/>
                  </a:lnTo>
                  <a:lnTo>
                    <a:pt x="110513" y="1345200"/>
                  </a:lnTo>
                  <a:close/>
                  <a:moveTo>
                    <a:pt x="44818" y="1239151"/>
                  </a:moveTo>
                  <a:lnTo>
                    <a:pt x="70423" y="1275906"/>
                  </a:lnTo>
                  <a:lnTo>
                    <a:pt x="101625" y="1258722"/>
                  </a:lnTo>
                  <a:close/>
                  <a:moveTo>
                    <a:pt x="44818" y="1239151"/>
                  </a:moveTo>
                  <a:lnTo>
                    <a:pt x="101625" y="1258722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44818" y="1239151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66427" y="1203974"/>
                  </a:lnTo>
                  <a:lnTo>
                    <a:pt x="44818" y="1239151"/>
                  </a:lnTo>
                  <a:close/>
                  <a:moveTo>
                    <a:pt x="91072" y="1199910"/>
                  </a:moveTo>
                  <a:lnTo>
                    <a:pt x="93828" y="1185212"/>
                  </a:lnTo>
                  <a:lnTo>
                    <a:pt x="68364" y="1202396"/>
                  </a:lnTo>
                  <a:close/>
                  <a:moveTo>
                    <a:pt x="91072" y="1199910"/>
                  </a:moveTo>
                  <a:lnTo>
                    <a:pt x="86553" y="1221967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0848" y="1202618"/>
                  </a:lnTo>
                  <a:lnTo>
                    <a:pt x="103665" y="1216526"/>
                  </a:lnTo>
                  <a:close/>
                  <a:moveTo>
                    <a:pt x="103665" y="1216526"/>
                  </a:moveTo>
                  <a:lnTo>
                    <a:pt x="150848" y="1202618"/>
                  </a:lnTo>
                  <a:lnTo>
                    <a:pt x="93828" y="1185212"/>
                  </a:lnTo>
                  <a:close/>
                  <a:moveTo>
                    <a:pt x="93828" y="1185212"/>
                  </a:moveTo>
                  <a:lnTo>
                    <a:pt x="150848" y="1202618"/>
                  </a:lnTo>
                  <a:lnTo>
                    <a:pt x="135441" y="1168029"/>
                  </a:lnTo>
                  <a:close/>
                  <a:moveTo>
                    <a:pt x="93828" y="1185212"/>
                  </a:moveTo>
                  <a:lnTo>
                    <a:pt x="91072" y="1199910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1761" y="1204784"/>
                  </a:lnTo>
                  <a:lnTo>
                    <a:pt x="150848" y="1202618"/>
                  </a:lnTo>
                  <a:close/>
                  <a:moveTo>
                    <a:pt x="151150" y="1205010"/>
                  </a:moveTo>
                  <a:lnTo>
                    <a:pt x="152131" y="1207413"/>
                  </a:lnTo>
                  <a:lnTo>
                    <a:pt x="151761" y="1204784"/>
                  </a:lnTo>
                  <a:close/>
                  <a:moveTo>
                    <a:pt x="94653" y="1148457"/>
                  </a:moveTo>
                  <a:lnTo>
                    <a:pt x="93828" y="1185212"/>
                  </a:lnTo>
                  <a:lnTo>
                    <a:pt x="135441" y="1168029"/>
                  </a:lnTo>
                  <a:close/>
                  <a:moveTo>
                    <a:pt x="94653" y="1148457"/>
                  </a:moveTo>
                  <a:lnTo>
                    <a:pt x="135441" y="1168029"/>
                  </a:lnTo>
                  <a:lnTo>
                    <a:pt x="121379" y="1131274"/>
                  </a:lnTo>
                  <a:close/>
                  <a:moveTo>
                    <a:pt x="126232" y="1110580"/>
                  </a:moveTo>
                  <a:lnTo>
                    <a:pt x="94653" y="1148457"/>
                  </a:lnTo>
                  <a:lnTo>
                    <a:pt x="121379" y="1131274"/>
                  </a:lnTo>
                  <a:close/>
                  <a:moveTo>
                    <a:pt x="149787" y="1161371"/>
                  </a:moveTo>
                  <a:lnTo>
                    <a:pt x="150848" y="1202618"/>
                  </a:lnTo>
                  <a:lnTo>
                    <a:pt x="177615" y="1150846"/>
                  </a:lnTo>
                  <a:close/>
                  <a:moveTo>
                    <a:pt x="177615" y="1150846"/>
                  </a:moveTo>
                  <a:lnTo>
                    <a:pt x="150848" y="1202618"/>
                  </a:lnTo>
                  <a:lnTo>
                    <a:pt x="151761" y="1204784"/>
                  </a:lnTo>
                  <a:close/>
                  <a:moveTo>
                    <a:pt x="135441" y="1168029"/>
                  </a:moveTo>
                  <a:lnTo>
                    <a:pt x="150848" y="1202618"/>
                  </a:lnTo>
                  <a:lnTo>
                    <a:pt x="149787" y="1161371"/>
                  </a:lnTo>
                  <a:close/>
                  <a:moveTo>
                    <a:pt x="121379" y="1131274"/>
                  </a:moveTo>
                  <a:lnTo>
                    <a:pt x="149787" y="1161371"/>
                  </a:lnTo>
                  <a:lnTo>
                    <a:pt x="146921" y="1118953"/>
                  </a:lnTo>
                  <a:close/>
                  <a:moveTo>
                    <a:pt x="121379" y="1131274"/>
                  </a:moveTo>
                  <a:lnTo>
                    <a:pt x="135441" y="1168029"/>
                  </a:lnTo>
                  <a:lnTo>
                    <a:pt x="149787" y="1161371"/>
                  </a:lnTo>
                  <a:close/>
                  <a:moveTo>
                    <a:pt x="149787" y="1161371"/>
                  </a:moveTo>
                  <a:lnTo>
                    <a:pt x="173641" y="1124319"/>
                  </a:lnTo>
                  <a:lnTo>
                    <a:pt x="146921" y="1118953"/>
                  </a:lnTo>
                  <a:close/>
                  <a:moveTo>
                    <a:pt x="126232" y="1110580"/>
                  </a:moveTo>
                  <a:lnTo>
                    <a:pt x="121379" y="1131274"/>
                  </a:lnTo>
                  <a:lnTo>
                    <a:pt x="146921" y="1118953"/>
                  </a:lnTo>
                  <a:close/>
                  <a:moveTo>
                    <a:pt x="146921" y="1118953"/>
                  </a:moveTo>
                  <a:lnTo>
                    <a:pt x="159997" y="1112246"/>
                  </a:lnTo>
                  <a:lnTo>
                    <a:pt x="126232" y="1110580"/>
                  </a:lnTo>
                  <a:close/>
                  <a:moveTo>
                    <a:pt x="146921" y="1118953"/>
                  </a:moveTo>
                  <a:lnTo>
                    <a:pt x="173641" y="1124319"/>
                  </a:lnTo>
                  <a:lnTo>
                    <a:pt x="159997" y="1112246"/>
                  </a:lnTo>
                  <a:close/>
                  <a:moveTo>
                    <a:pt x="207834" y="1002479"/>
                  </a:moveTo>
                  <a:lnTo>
                    <a:pt x="183391" y="1007297"/>
                  </a:lnTo>
                  <a:lnTo>
                    <a:pt x="167411" y="1023397"/>
                  </a:lnTo>
                  <a:close/>
                  <a:moveTo>
                    <a:pt x="210896" y="1004537"/>
                  </a:moveTo>
                  <a:lnTo>
                    <a:pt x="237111" y="987361"/>
                  </a:lnTo>
                  <a:lnTo>
                    <a:pt x="207834" y="1002479"/>
                  </a:lnTo>
                  <a:close/>
                  <a:moveTo>
                    <a:pt x="84469" y="731746"/>
                  </a:moveTo>
                  <a:lnTo>
                    <a:pt x="61183" y="785684"/>
                  </a:lnTo>
                  <a:lnTo>
                    <a:pt x="91318" y="768501"/>
                  </a:lnTo>
                  <a:close/>
                  <a:moveTo>
                    <a:pt x="76087" y="701982"/>
                  </a:moveTo>
                  <a:lnTo>
                    <a:pt x="90617" y="717167"/>
                  </a:lnTo>
                  <a:lnTo>
                    <a:pt x="92887" y="694991"/>
                  </a:lnTo>
                  <a:close/>
                  <a:moveTo>
                    <a:pt x="226509" y="839943"/>
                  </a:moveTo>
                  <a:lnTo>
                    <a:pt x="220818" y="842011"/>
                  </a:lnTo>
                  <a:lnTo>
                    <a:pt x="249208" y="840175"/>
                  </a:lnTo>
                  <a:close/>
                  <a:moveTo>
                    <a:pt x="268647" y="788279"/>
                  </a:moveTo>
                  <a:lnTo>
                    <a:pt x="221745" y="833702"/>
                  </a:lnTo>
                  <a:lnTo>
                    <a:pt x="260089" y="824827"/>
                  </a:lnTo>
                  <a:close/>
                  <a:moveTo>
                    <a:pt x="260089" y="824827"/>
                  </a:moveTo>
                  <a:lnTo>
                    <a:pt x="221745" y="833702"/>
                  </a:lnTo>
                  <a:lnTo>
                    <a:pt x="226509" y="839943"/>
                  </a:lnTo>
                  <a:close/>
                  <a:moveTo>
                    <a:pt x="226509" y="839943"/>
                  </a:moveTo>
                  <a:lnTo>
                    <a:pt x="249208" y="840175"/>
                  </a:lnTo>
                  <a:lnTo>
                    <a:pt x="260089" y="824827"/>
                  </a:lnTo>
                  <a:close/>
                  <a:moveTo>
                    <a:pt x="84469" y="731746"/>
                  </a:moveTo>
                  <a:lnTo>
                    <a:pt x="114186" y="715755"/>
                  </a:lnTo>
                  <a:lnTo>
                    <a:pt x="90617" y="717167"/>
                  </a:lnTo>
                  <a:close/>
                  <a:moveTo>
                    <a:pt x="92887" y="694991"/>
                  </a:moveTo>
                  <a:lnTo>
                    <a:pt x="90617" y="717167"/>
                  </a:lnTo>
                  <a:lnTo>
                    <a:pt x="116104" y="714562"/>
                  </a:lnTo>
                  <a:close/>
                  <a:moveTo>
                    <a:pt x="260089" y="824827"/>
                  </a:moveTo>
                  <a:lnTo>
                    <a:pt x="268748" y="787945"/>
                  </a:lnTo>
                  <a:lnTo>
                    <a:pt x="268647" y="788279"/>
                  </a:lnTo>
                  <a:close/>
                  <a:moveTo>
                    <a:pt x="221509" y="620273"/>
                  </a:moveTo>
                  <a:lnTo>
                    <a:pt x="218181" y="627963"/>
                  </a:lnTo>
                  <a:lnTo>
                    <a:pt x="243379" y="606686"/>
                  </a:lnTo>
                  <a:close/>
                  <a:moveTo>
                    <a:pt x="117090" y="459666"/>
                  </a:moveTo>
                  <a:lnTo>
                    <a:pt x="105022" y="499469"/>
                  </a:lnTo>
                  <a:lnTo>
                    <a:pt x="111761" y="496421"/>
                  </a:lnTo>
                  <a:close/>
                  <a:moveTo>
                    <a:pt x="117090" y="459666"/>
                  </a:moveTo>
                  <a:lnTo>
                    <a:pt x="111761" y="496421"/>
                  </a:lnTo>
                  <a:lnTo>
                    <a:pt x="139855" y="442482"/>
                  </a:lnTo>
                  <a:close/>
                  <a:moveTo>
                    <a:pt x="149896" y="429391"/>
                  </a:moveTo>
                  <a:lnTo>
                    <a:pt x="117090" y="459666"/>
                  </a:lnTo>
                  <a:lnTo>
                    <a:pt x="139855" y="442482"/>
                  </a:lnTo>
                  <a:close/>
                  <a:moveTo>
                    <a:pt x="537668" y="792849"/>
                  </a:moveTo>
                  <a:lnTo>
                    <a:pt x="540208" y="836936"/>
                  </a:lnTo>
                  <a:lnTo>
                    <a:pt x="540480" y="796900"/>
                  </a:lnTo>
                  <a:close/>
                  <a:moveTo>
                    <a:pt x="510633" y="846787"/>
                  </a:moveTo>
                  <a:lnTo>
                    <a:pt x="540208" y="836936"/>
                  </a:lnTo>
                  <a:lnTo>
                    <a:pt x="537668" y="792849"/>
                  </a:lnTo>
                  <a:close/>
                  <a:moveTo>
                    <a:pt x="503861" y="810032"/>
                  </a:moveTo>
                  <a:lnTo>
                    <a:pt x="510633" y="846787"/>
                  </a:lnTo>
                  <a:lnTo>
                    <a:pt x="537668" y="792849"/>
                  </a:lnTo>
                  <a:close/>
                  <a:moveTo>
                    <a:pt x="540208" y="836936"/>
                  </a:moveTo>
                  <a:lnTo>
                    <a:pt x="560299" y="829604"/>
                  </a:lnTo>
                  <a:lnTo>
                    <a:pt x="540480" y="796900"/>
                  </a:lnTo>
                  <a:close/>
                  <a:moveTo>
                    <a:pt x="538590" y="789834"/>
                  </a:moveTo>
                  <a:lnTo>
                    <a:pt x="503861" y="810032"/>
                  </a:lnTo>
                  <a:lnTo>
                    <a:pt x="537668" y="792849"/>
                  </a:lnTo>
                  <a:close/>
                  <a:moveTo>
                    <a:pt x="538590" y="789834"/>
                  </a:moveTo>
                  <a:lnTo>
                    <a:pt x="512103" y="787014"/>
                  </a:lnTo>
                  <a:lnTo>
                    <a:pt x="503861" y="810032"/>
                  </a:lnTo>
                  <a:close/>
                  <a:moveTo>
                    <a:pt x="542629" y="790221"/>
                  </a:moveTo>
                  <a:lnTo>
                    <a:pt x="540480" y="796900"/>
                  </a:lnTo>
                  <a:lnTo>
                    <a:pt x="575826" y="775665"/>
                  </a:lnTo>
                  <a:close/>
                  <a:moveTo>
                    <a:pt x="540480" y="796900"/>
                  </a:moveTo>
                  <a:lnTo>
                    <a:pt x="560299" y="829604"/>
                  </a:lnTo>
                  <a:lnTo>
                    <a:pt x="575826" y="775665"/>
                  </a:lnTo>
                  <a:close/>
                  <a:moveTo>
                    <a:pt x="537668" y="792849"/>
                  </a:moveTo>
                  <a:lnTo>
                    <a:pt x="540480" y="796900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37668" y="792849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42629" y="790221"/>
                  </a:lnTo>
                  <a:lnTo>
                    <a:pt x="551609" y="756094"/>
                  </a:lnTo>
                  <a:close/>
                  <a:moveTo>
                    <a:pt x="551609" y="756094"/>
                  </a:moveTo>
                  <a:lnTo>
                    <a:pt x="542629" y="790221"/>
                  </a:lnTo>
                  <a:lnTo>
                    <a:pt x="575826" y="775665"/>
                  </a:lnTo>
                  <a:close/>
                  <a:moveTo>
                    <a:pt x="649499" y="849175"/>
                  </a:moveTo>
                  <a:lnTo>
                    <a:pt x="638353" y="811322"/>
                  </a:lnTo>
                  <a:lnTo>
                    <a:pt x="640927" y="827097"/>
                  </a:lnTo>
                  <a:close/>
                  <a:moveTo>
                    <a:pt x="630716" y="812421"/>
                  </a:moveTo>
                  <a:lnTo>
                    <a:pt x="640927" y="827097"/>
                  </a:lnTo>
                  <a:lnTo>
                    <a:pt x="638353" y="811322"/>
                  </a:lnTo>
                  <a:close/>
                  <a:moveTo>
                    <a:pt x="635722" y="807634"/>
                  </a:moveTo>
                  <a:lnTo>
                    <a:pt x="630716" y="812421"/>
                  </a:lnTo>
                  <a:lnTo>
                    <a:pt x="638353" y="811322"/>
                  </a:lnTo>
                  <a:close/>
                  <a:moveTo>
                    <a:pt x="600935" y="705939"/>
                  </a:moveTo>
                  <a:lnTo>
                    <a:pt x="582412" y="732895"/>
                  </a:lnTo>
                  <a:lnTo>
                    <a:pt x="578320" y="738910"/>
                  </a:lnTo>
                  <a:close/>
                  <a:moveTo>
                    <a:pt x="271591" y="334606"/>
                  </a:moveTo>
                  <a:lnTo>
                    <a:pt x="287733" y="369787"/>
                  </a:lnTo>
                  <a:lnTo>
                    <a:pt x="280000" y="331327"/>
                  </a:lnTo>
                  <a:close/>
                  <a:moveTo>
                    <a:pt x="274766" y="330116"/>
                  </a:moveTo>
                  <a:lnTo>
                    <a:pt x="271591" y="334606"/>
                  </a:lnTo>
                  <a:lnTo>
                    <a:pt x="280000" y="331327"/>
                  </a:lnTo>
                  <a:close/>
                  <a:moveTo>
                    <a:pt x="45528" y="28530"/>
                  </a:moveTo>
                  <a:lnTo>
                    <a:pt x="7158" y="40566"/>
                  </a:lnTo>
                  <a:lnTo>
                    <a:pt x="56478" y="40646"/>
                  </a:lnTo>
                  <a:close/>
                  <a:moveTo>
                    <a:pt x="7158" y="40566"/>
                  </a:moveTo>
                  <a:lnTo>
                    <a:pt x="0" y="50269"/>
                  </a:lnTo>
                  <a:lnTo>
                    <a:pt x="56478" y="40646"/>
                  </a:lnTo>
                  <a:close/>
                  <a:moveTo>
                    <a:pt x="80984" y="7692"/>
                  </a:moveTo>
                  <a:lnTo>
                    <a:pt x="45528" y="28530"/>
                  </a:lnTo>
                  <a:lnTo>
                    <a:pt x="65680" y="23382"/>
                  </a:lnTo>
                  <a:close/>
                  <a:moveTo>
                    <a:pt x="26766" y="25768"/>
                  </a:moveTo>
                  <a:lnTo>
                    <a:pt x="45528" y="28530"/>
                  </a:lnTo>
                  <a:lnTo>
                    <a:pt x="80984" y="7692"/>
                  </a:lnTo>
                  <a:close/>
                  <a:moveTo>
                    <a:pt x="45528" y="28530"/>
                  </a:moveTo>
                  <a:lnTo>
                    <a:pt x="56478" y="40646"/>
                  </a:lnTo>
                  <a:lnTo>
                    <a:pt x="65680" y="23382"/>
                  </a:lnTo>
                  <a:close/>
                  <a:moveTo>
                    <a:pt x="104658" y="0"/>
                  </a:moveTo>
                  <a:lnTo>
                    <a:pt x="65680" y="23382"/>
                  </a:lnTo>
                  <a:lnTo>
                    <a:pt x="100084" y="6199"/>
                  </a:lnTo>
                  <a:close/>
                  <a:moveTo>
                    <a:pt x="104658" y="0"/>
                  </a:moveTo>
                  <a:lnTo>
                    <a:pt x="80984" y="7692"/>
                  </a:lnTo>
                  <a:lnTo>
                    <a:pt x="65680" y="23382"/>
                  </a:lnTo>
                  <a:close/>
                  <a:moveTo>
                    <a:pt x="648236" y="662009"/>
                  </a:moveTo>
                  <a:lnTo>
                    <a:pt x="647908" y="667789"/>
                  </a:lnTo>
                  <a:lnTo>
                    <a:pt x="651476" y="666412"/>
                  </a:lnTo>
                  <a:close/>
                  <a:moveTo>
                    <a:pt x="655657" y="667789"/>
                  </a:moveTo>
                  <a:lnTo>
                    <a:pt x="648236" y="662009"/>
                  </a:lnTo>
                  <a:lnTo>
                    <a:pt x="651476" y="666412"/>
                  </a:lnTo>
                  <a:close/>
                  <a:moveTo>
                    <a:pt x="483982" y="325410"/>
                  </a:moveTo>
                  <a:lnTo>
                    <a:pt x="473932" y="356566"/>
                  </a:lnTo>
                  <a:lnTo>
                    <a:pt x="512103" y="340478"/>
                  </a:lnTo>
                  <a:close/>
                  <a:moveTo>
                    <a:pt x="543184" y="325971"/>
                  </a:moveTo>
                  <a:lnTo>
                    <a:pt x="483982" y="325410"/>
                  </a:lnTo>
                  <a:lnTo>
                    <a:pt x="519463" y="339382"/>
                  </a:lnTo>
                  <a:close/>
                  <a:moveTo>
                    <a:pt x="579224" y="295340"/>
                  </a:moveTo>
                  <a:lnTo>
                    <a:pt x="562862" y="302627"/>
                  </a:lnTo>
                  <a:lnTo>
                    <a:pt x="592897" y="291054"/>
                  </a:lnTo>
                  <a:close/>
                  <a:moveTo>
                    <a:pt x="592897" y="291054"/>
                  </a:moveTo>
                  <a:lnTo>
                    <a:pt x="562862" y="302627"/>
                  </a:lnTo>
                  <a:lnTo>
                    <a:pt x="543184" y="325971"/>
                  </a:lnTo>
                  <a:close/>
                  <a:moveTo>
                    <a:pt x="592897" y="291054"/>
                  </a:moveTo>
                  <a:lnTo>
                    <a:pt x="543184" y="325971"/>
                  </a:lnTo>
                  <a:lnTo>
                    <a:pt x="565662" y="313805"/>
                  </a:lnTo>
                  <a:close/>
                  <a:moveTo>
                    <a:pt x="568240" y="295073"/>
                  </a:moveTo>
                  <a:lnTo>
                    <a:pt x="562862" y="302627"/>
                  </a:lnTo>
                  <a:lnTo>
                    <a:pt x="579224" y="29534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01" name="Input_density__101">
              <a:extLst>
                <a:ext uri="{FF2B5EF4-FFF2-40B4-BE49-F238E27FC236}">
                  <a16:creationId xmlns:a16="http://schemas.microsoft.com/office/drawing/2014/main" id="{923A3CA9-9465-EB00-8115-F835A0DF96E6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1047336" cy="1688787"/>
            </a:xfrm>
            <a:custGeom>
              <a:avLst/>
              <a:gdLst/>
              <a:ahLst/>
              <a:cxnLst/>
              <a:rect l="0" t="0" r="0" b="0"/>
              <a:pathLst>
                <a:path w="1047336" h="1688787">
                  <a:moveTo>
                    <a:pt x="163243" y="1561892"/>
                  </a:moveTo>
                  <a:lnTo>
                    <a:pt x="141156" y="1575519"/>
                  </a:lnTo>
                  <a:lnTo>
                    <a:pt x="130409" y="1600511"/>
                  </a:lnTo>
                  <a:close/>
                  <a:moveTo>
                    <a:pt x="134072" y="1509818"/>
                  </a:moveTo>
                  <a:lnTo>
                    <a:pt x="129124" y="1530533"/>
                  </a:lnTo>
                  <a:lnTo>
                    <a:pt x="157990" y="1542250"/>
                  </a:lnTo>
                  <a:close/>
                  <a:moveTo>
                    <a:pt x="337657" y="1688787"/>
                  </a:moveTo>
                  <a:lnTo>
                    <a:pt x="377038" y="1676409"/>
                  </a:lnTo>
                  <a:lnTo>
                    <a:pt x="347107" y="1654817"/>
                  </a:lnTo>
                  <a:close/>
                  <a:moveTo>
                    <a:pt x="208046" y="1604825"/>
                  </a:moveTo>
                  <a:lnTo>
                    <a:pt x="173363" y="1583327"/>
                  </a:lnTo>
                  <a:lnTo>
                    <a:pt x="174162" y="1579111"/>
                  </a:lnTo>
                  <a:close/>
                  <a:moveTo>
                    <a:pt x="157990" y="1542250"/>
                  </a:moveTo>
                  <a:lnTo>
                    <a:pt x="213363" y="1528496"/>
                  </a:lnTo>
                  <a:lnTo>
                    <a:pt x="175286" y="1510708"/>
                  </a:lnTo>
                  <a:close/>
                  <a:moveTo>
                    <a:pt x="377038" y="1676409"/>
                  </a:moveTo>
                  <a:lnTo>
                    <a:pt x="387711" y="1682051"/>
                  </a:lnTo>
                  <a:lnTo>
                    <a:pt x="389739" y="1673534"/>
                  </a:lnTo>
                  <a:close/>
                  <a:moveTo>
                    <a:pt x="389739" y="1673534"/>
                  </a:moveTo>
                  <a:lnTo>
                    <a:pt x="347107" y="1654817"/>
                  </a:lnTo>
                  <a:lnTo>
                    <a:pt x="377038" y="1676409"/>
                  </a:lnTo>
                  <a:close/>
                  <a:moveTo>
                    <a:pt x="351642" y="1632670"/>
                  </a:moveTo>
                  <a:lnTo>
                    <a:pt x="347107" y="1654817"/>
                  </a:lnTo>
                  <a:lnTo>
                    <a:pt x="389739" y="1673534"/>
                  </a:lnTo>
                  <a:close/>
                  <a:moveTo>
                    <a:pt x="384589" y="1632973"/>
                  </a:moveTo>
                  <a:lnTo>
                    <a:pt x="351642" y="1632670"/>
                  </a:lnTo>
                  <a:lnTo>
                    <a:pt x="389739" y="1673534"/>
                  </a:lnTo>
                  <a:close/>
                  <a:moveTo>
                    <a:pt x="351642" y="1632670"/>
                  </a:moveTo>
                  <a:lnTo>
                    <a:pt x="314285" y="1656675"/>
                  </a:lnTo>
                  <a:lnTo>
                    <a:pt x="347107" y="1654817"/>
                  </a:lnTo>
                  <a:close/>
                  <a:moveTo>
                    <a:pt x="351642" y="1632670"/>
                  </a:moveTo>
                  <a:lnTo>
                    <a:pt x="340510" y="1630149"/>
                  </a:lnTo>
                  <a:lnTo>
                    <a:pt x="303882" y="1599663"/>
                  </a:lnTo>
                  <a:close/>
                  <a:moveTo>
                    <a:pt x="247192" y="1305433"/>
                  </a:moveTo>
                  <a:lnTo>
                    <a:pt x="226071" y="1295517"/>
                  </a:lnTo>
                  <a:lnTo>
                    <a:pt x="230369" y="1274363"/>
                  </a:lnTo>
                  <a:close/>
                  <a:moveTo>
                    <a:pt x="90698" y="1038166"/>
                  </a:moveTo>
                  <a:lnTo>
                    <a:pt x="108475" y="1073534"/>
                  </a:lnTo>
                  <a:lnTo>
                    <a:pt x="97704" y="1056598"/>
                  </a:lnTo>
                  <a:close/>
                  <a:moveTo>
                    <a:pt x="335216" y="1243301"/>
                  </a:moveTo>
                  <a:lnTo>
                    <a:pt x="300760" y="1221273"/>
                  </a:lnTo>
                  <a:lnTo>
                    <a:pt x="332146" y="1240126"/>
                  </a:lnTo>
                  <a:close/>
                  <a:moveTo>
                    <a:pt x="341112" y="1247568"/>
                  </a:moveTo>
                  <a:lnTo>
                    <a:pt x="335216" y="1243301"/>
                  </a:lnTo>
                  <a:lnTo>
                    <a:pt x="332146" y="1240126"/>
                  </a:lnTo>
                  <a:close/>
                  <a:moveTo>
                    <a:pt x="95233" y="1034479"/>
                  </a:moveTo>
                  <a:lnTo>
                    <a:pt x="124832" y="1019596"/>
                  </a:lnTo>
                  <a:lnTo>
                    <a:pt x="107266" y="996138"/>
                  </a:lnTo>
                  <a:close/>
                  <a:moveTo>
                    <a:pt x="15809" y="963269"/>
                  </a:moveTo>
                  <a:lnTo>
                    <a:pt x="15891" y="999863"/>
                  </a:lnTo>
                  <a:lnTo>
                    <a:pt x="21620" y="950655"/>
                  </a:lnTo>
                  <a:close/>
                  <a:moveTo>
                    <a:pt x="15809" y="963269"/>
                  </a:moveTo>
                  <a:lnTo>
                    <a:pt x="22397" y="927981"/>
                  </a:lnTo>
                  <a:lnTo>
                    <a:pt x="24266" y="909331"/>
                  </a:lnTo>
                  <a:close/>
                  <a:moveTo>
                    <a:pt x="15809" y="963269"/>
                  </a:moveTo>
                  <a:lnTo>
                    <a:pt x="24266" y="909331"/>
                  </a:lnTo>
                  <a:lnTo>
                    <a:pt x="16576" y="926514"/>
                  </a:lnTo>
                  <a:close/>
                  <a:moveTo>
                    <a:pt x="15285" y="901389"/>
                  </a:moveTo>
                  <a:lnTo>
                    <a:pt x="1295" y="877684"/>
                  </a:lnTo>
                  <a:lnTo>
                    <a:pt x="24266" y="909331"/>
                  </a:lnTo>
                  <a:close/>
                  <a:moveTo>
                    <a:pt x="0" y="872576"/>
                  </a:moveTo>
                  <a:lnTo>
                    <a:pt x="1295" y="877684"/>
                  </a:lnTo>
                  <a:lnTo>
                    <a:pt x="15285" y="901389"/>
                  </a:lnTo>
                  <a:close/>
                  <a:moveTo>
                    <a:pt x="3100" y="855832"/>
                  </a:moveTo>
                  <a:lnTo>
                    <a:pt x="1295" y="877684"/>
                  </a:lnTo>
                  <a:lnTo>
                    <a:pt x="0" y="872576"/>
                  </a:lnTo>
                  <a:close/>
                  <a:moveTo>
                    <a:pt x="318024" y="1230189"/>
                  </a:moveTo>
                  <a:lnTo>
                    <a:pt x="341112" y="1247568"/>
                  </a:lnTo>
                  <a:lnTo>
                    <a:pt x="332146" y="1240126"/>
                  </a:lnTo>
                  <a:close/>
                  <a:moveTo>
                    <a:pt x="368975" y="1260602"/>
                  </a:moveTo>
                  <a:lnTo>
                    <a:pt x="341112" y="1247568"/>
                  </a:lnTo>
                  <a:lnTo>
                    <a:pt x="318024" y="1230189"/>
                  </a:lnTo>
                  <a:close/>
                  <a:moveTo>
                    <a:pt x="368975" y="1260602"/>
                  </a:moveTo>
                  <a:lnTo>
                    <a:pt x="362313" y="1240126"/>
                  </a:lnTo>
                  <a:lnTo>
                    <a:pt x="341112" y="1247568"/>
                  </a:lnTo>
                  <a:close/>
                  <a:moveTo>
                    <a:pt x="375200" y="1237883"/>
                  </a:moveTo>
                  <a:lnTo>
                    <a:pt x="362313" y="1240126"/>
                  </a:lnTo>
                  <a:lnTo>
                    <a:pt x="368975" y="1260602"/>
                  </a:lnTo>
                  <a:close/>
                  <a:moveTo>
                    <a:pt x="318024" y="1230189"/>
                  </a:moveTo>
                  <a:lnTo>
                    <a:pt x="332146" y="1240126"/>
                  </a:lnTo>
                  <a:lnTo>
                    <a:pt x="300760" y="1221273"/>
                  </a:lnTo>
                  <a:close/>
                  <a:moveTo>
                    <a:pt x="112845" y="975414"/>
                  </a:moveTo>
                  <a:lnTo>
                    <a:pt x="107266" y="996138"/>
                  </a:lnTo>
                  <a:lnTo>
                    <a:pt x="148117" y="965657"/>
                  </a:lnTo>
                  <a:close/>
                  <a:moveTo>
                    <a:pt x="112845" y="975414"/>
                  </a:moveTo>
                  <a:lnTo>
                    <a:pt x="139735" y="935893"/>
                  </a:lnTo>
                  <a:lnTo>
                    <a:pt x="101877" y="939583"/>
                  </a:lnTo>
                  <a:close/>
                  <a:moveTo>
                    <a:pt x="101877" y="939583"/>
                  </a:moveTo>
                  <a:lnTo>
                    <a:pt x="122989" y="904761"/>
                  </a:lnTo>
                  <a:lnTo>
                    <a:pt x="100497" y="895958"/>
                  </a:lnTo>
                  <a:close/>
                  <a:moveTo>
                    <a:pt x="0" y="872576"/>
                  </a:moveTo>
                  <a:lnTo>
                    <a:pt x="10393" y="825540"/>
                  </a:lnTo>
                  <a:lnTo>
                    <a:pt x="3100" y="855832"/>
                  </a:lnTo>
                  <a:close/>
                  <a:moveTo>
                    <a:pt x="12148" y="818638"/>
                  </a:moveTo>
                  <a:lnTo>
                    <a:pt x="10393" y="825540"/>
                  </a:lnTo>
                  <a:lnTo>
                    <a:pt x="0" y="872576"/>
                  </a:lnTo>
                  <a:close/>
                  <a:moveTo>
                    <a:pt x="285198" y="1077888"/>
                  </a:moveTo>
                  <a:lnTo>
                    <a:pt x="259633" y="1095877"/>
                  </a:lnTo>
                  <a:lnTo>
                    <a:pt x="284467" y="1075922"/>
                  </a:lnTo>
                  <a:close/>
                  <a:moveTo>
                    <a:pt x="156056" y="874964"/>
                  </a:moveTo>
                  <a:lnTo>
                    <a:pt x="155833" y="860729"/>
                  </a:lnTo>
                  <a:lnTo>
                    <a:pt x="154619" y="879046"/>
                  </a:lnTo>
                  <a:close/>
                  <a:moveTo>
                    <a:pt x="165666" y="911719"/>
                  </a:moveTo>
                  <a:lnTo>
                    <a:pt x="154619" y="879046"/>
                  </a:lnTo>
                  <a:lnTo>
                    <a:pt x="162741" y="917190"/>
                  </a:lnTo>
                  <a:close/>
                  <a:moveTo>
                    <a:pt x="165666" y="911719"/>
                  </a:moveTo>
                  <a:lnTo>
                    <a:pt x="156056" y="874964"/>
                  </a:lnTo>
                  <a:lnTo>
                    <a:pt x="154619" y="879046"/>
                  </a:lnTo>
                  <a:close/>
                  <a:moveTo>
                    <a:pt x="557412" y="1173139"/>
                  </a:moveTo>
                  <a:lnTo>
                    <a:pt x="562416" y="1211691"/>
                  </a:lnTo>
                  <a:lnTo>
                    <a:pt x="558706" y="1208147"/>
                  </a:lnTo>
                  <a:close/>
                  <a:moveTo>
                    <a:pt x="847205" y="1411494"/>
                  </a:moveTo>
                  <a:lnTo>
                    <a:pt x="846702" y="1411081"/>
                  </a:lnTo>
                  <a:lnTo>
                    <a:pt x="818460" y="1401697"/>
                  </a:lnTo>
                  <a:close/>
                  <a:moveTo>
                    <a:pt x="425811" y="930257"/>
                  </a:moveTo>
                  <a:lnTo>
                    <a:pt x="429503" y="933679"/>
                  </a:lnTo>
                  <a:lnTo>
                    <a:pt x="445166" y="939607"/>
                  </a:lnTo>
                  <a:close/>
                  <a:moveTo>
                    <a:pt x="416843" y="925097"/>
                  </a:moveTo>
                  <a:lnTo>
                    <a:pt x="429503" y="933679"/>
                  </a:lnTo>
                  <a:lnTo>
                    <a:pt x="425811" y="930257"/>
                  </a:lnTo>
                  <a:close/>
                  <a:moveTo>
                    <a:pt x="307028" y="840597"/>
                  </a:moveTo>
                  <a:lnTo>
                    <a:pt x="312311" y="877352"/>
                  </a:lnTo>
                  <a:lnTo>
                    <a:pt x="309222" y="834622"/>
                  </a:lnTo>
                  <a:close/>
                  <a:moveTo>
                    <a:pt x="236598" y="713149"/>
                  </a:moveTo>
                  <a:lnTo>
                    <a:pt x="220431" y="718389"/>
                  </a:lnTo>
                  <a:lnTo>
                    <a:pt x="248303" y="764893"/>
                  </a:lnTo>
                  <a:close/>
                  <a:moveTo>
                    <a:pt x="242969" y="676394"/>
                  </a:moveTo>
                  <a:lnTo>
                    <a:pt x="221920" y="694619"/>
                  </a:lnTo>
                  <a:lnTo>
                    <a:pt x="246190" y="679788"/>
                  </a:lnTo>
                  <a:close/>
                  <a:moveTo>
                    <a:pt x="236598" y="713149"/>
                  </a:moveTo>
                  <a:lnTo>
                    <a:pt x="251384" y="680203"/>
                  </a:lnTo>
                  <a:lnTo>
                    <a:pt x="246190" y="679788"/>
                  </a:lnTo>
                  <a:close/>
                  <a:moveTo>
                    <a:pt x="893110" y="1400943"/>
                  </a:moveTo>
                  <a:lnTo>
                    <a:pt x="887368" y="1438547"/>
                  </a:lnTo>
                  <a:lnTo>
                    <a:pt x="925986" y="1446051"/>
                  </a:lnTo>
                  <a:close/>
                  <a:moveTo>
                    <a:pt x="847205" y="1411494"/>
                  </a:moveTo>
                  <a:lnTo>
                    <a:pt x="887368" y="1438547"/>
                  </a:lnTo>
                  <a:lnTo>
                    <a:pt x="893110" y="1400943"/>
                  </a:lnTo>
                  <a:close/>
                  <a:moveTo>
                    <a:pt x="893110" y="1400943"/>
                  </a:moveTo>
                  <a:lnTo>
                    <a:pt x="846702" y="1411081"/>
                  </a:lnTo>
                  <a:lnTo>
                    <a:pt x="847205" y="1411494"/>
                  </a:lnTo>
                  <a:close/>
                  <a:moveTo>
                    <a:pt x="855514" y="1359673"/>
                  </a:moveTo>
                  <a:lnTo>
                    <a:pt x="846702" y="1411081"/>
                  </a:lnTo>
                  <a:lnTo>
                    <a:pt x="893110" y="1400943"/>
                  </a:lnTo>
                  <a:close/>
                  <a:moveTo>
                    <a:pt x="603857" y="1070848"/>
                  </a:moveTo>
                  <a:lnTo>
                    <a:pt x="574282" y="1080699"/>
                  </a:lnTo>
                  <a:lnTo>
                    <a:pt x="610872" y="1109891"/>
                  </a:lnTo>
                  <a:close/>
                  <a:moveTo>
                    <a:pt x="610872" y="1109891"/>
                  </a:moveTo>
                  <a:lnTo>
                    <a:pt x="574282" y="1080699"/>
                  </a:lnTo>
                  <a:lnTo>
                    <a:pt x="582948" y="1076198"/>
                  </a:lnTo>
                  <a:close/>
                  <a:moveTo>
                    <a:pt x="501536" y="896388"/>
                  </a:moveTo>
                  <a:lnTo>
                    <a:pt x="477265" y="895853"/>
                  </a:lnTo>
                  <a:lnTo>
                    <a:pt x="525071" y="916496"/>
                  </a:lnTo>
                  <a:close/>
                  <a:moveTo>
                    <a:pt x="221920" y="694619"/>
                  </a:moveTo>
                  <a:lnTo>
                    <a:pt x="242969" y="676394"/>
                  </a:lnTo>
                  <a:lnTo>
                    <a:pt x="226762" y="668495"/>
                  </a:lnTo>
                  <a:close/>
                  <a:moveTo>
                    <a:pt x="226762" y="668495"/>
                  </a:moveTo>
                  <a:lnTo>
                    <a:pt x="242969" y="676394"/>
                  </a:lnTo>
                  <a:lnTo>
                    <a:pt x="213544" y="663303"/>
                  </a:lnTo>
                  <a:close/>
                  <a:moveTo>
                    <a:pt x="487811" y="879741"/>
                  </a:moveTo>
                  <a:lnTo>
                    <a:pt x="477265" y="895853"/>
                  </a:lnTo>
                  <a:lnTo>
                    <a:pt x="501536" y="896388"/>
                  </a:lnTo>
                  <a:close/>
                  <a:moveTo>
                    <a:pt x="45689" y="365171"/>
                  </a:moveTo>
                  <a:lnTo>
                    <a:pt x="46721" y="330877"/>
                  </a:lnTo>
                  <a:lnTo>
                    <a:pt x="50592" y="372477"/>
                  </a:lnTo>
                  <a:close/>
                  <a:moveTo>
                    <a:pt x="45689" y="365171"/>
                  </a:moveTo>
                  <a:lnTo>
                    <a:pt x="44610" y="328416"/>
                  </a:lnTo>
                  <a:lnTo>
                    <a:pt x="46721" y="330877"/>
                  </a:lnTo>
                  <a:close/>
                  <a:moveTo>
                    <a:pt x="696114" y="1100271"/>
                  </a:moveTo>
                  <a:lnTo>
                    <a:pt x="713148" y="1083087"/>
                  </a:lnTo>
                  <a:lnTo>
                    <a:pt x="687499" y="1093370"/>
                  </a:lnTo>
                  <a:close/>
                  <a:moveTo>
                    <a:pt x="623948" y="1063516"/>
                  </a:moveTo>
                  <a:lnTo>
                    <a:pt x="652062" y="1085452"/>
                  </a:lnTo>
                  <a:lnTo>
                    <a:pt x="663849" y="1049164"/>
                  </a:lnTo>
                  <a:close/>
                  <a:moveTo>
                    <a:pt x="652062" y="1085452"/>
                  </a:moveTo>
                  <a:lnTo>
                    <a:pt x="694365" y="1046332"/>
                  </a:lnTo>
                  <a:lnTo>
                    <a:pt x="663849" y="1049164"/>
                  </a:lnTo>
                  <a:close/>
                  <a:moveTo>
                    <a:pt x="687499" y="1093370"/>
                  </a:moveTo>
                  <a:lnTo>
                    <a:pt x="704576" y="1061009"/>
                  </a:lnTo>
                  <a:lnTo>
                    <a:pt x="652062" y="1085452"/>
                  </a:lnTo>
                  <a:close/>
                  <a:moveTo>
                    <a:pt x="676419" y="1009577"/>
                  </a:moveTo>
                  <a:lnTo>
                    <a:pt x="664097" y="1034242"/>
                  </a:lnTo>
                  <a:lnTo>
                    <a:pt x="686210" y="1013326"/>
                  </a:lnTo>
                  <a:close/>
                  <a:moveTo>
                    <a:pt x="686210" y="1013326"/>
                  </a:moveTo>
                  <a:lnTo>
                    <a:pt x="664097" y="1034242"/>
                  </a:lnTo>
                  <a:lnTo>
                    <a:pt x="663849" y="1049164"/>
                  </a:lnTo>
                  <a:close/>
                  <a:moveTo>
                    <a:pt x="506203" y="872326"/>
                  </a:moveTo>
                  <a:lnTo>
                    <a:pt x="501536" y="896388"/>
                  </a:lnTo>
                  <a:lnTo>
                    <a:pt x="547560" y="862557"/>
                  </a:lnTo>
                  <a:close/>
                  <a:moveTo>
                    <a:pt x="547560" y="862557"/>
                  </a:moveTo>
                  <a:lnTo>
                    <a:pt x="501536" y="896388"/>
                  </a:lnTo>
                  <a:lnTo>
                    <a:pt x="525071" y="916496"/>
                  </a:lnTo>
                  <a:close/>
                  <a:moveTo>
                    <a:pt x="547560" y="862557"/>
                  </a:moveTo>
                  <a:lnTo>
                    <a:pt x="525071" y="916496"/>
                  </a:lnTo>
                  <a:lnTo>
                    <a:pt x="540290" y="899312"/>
                  </a:lnTo>
                  <a:close/>
                  <a:moveTo>
                    <a:pt x="487811" y="879741"/>
                  </a:moveTo>
                  <a:lnTo>
                    <a:pt x="501536" y="896388"/>
                  </a:lnTo>
                  <a:lnTo>
                    <a:pt x="506203" y="872326"/>
                  </a:lnTo>
                  <a:close/>
                  <a:moveTo>
                    <a:pt x="455217" y="842986"/>
                  </a:moveTo>
                  <a:lnTo>
                    <a:pt x="506203" y="872326"/>
                  </a:lnTo>
                  <a:lnTo>
                    <a:pt x="478160" y="837359"/>
                  </a:lnTo>
                  <a:close/>
                  <a:moveTo>
                    <a:pt x="487811" y="879741"/>
                  </a:moveTo>
                  <a:lnTo>
                    <a:pt x="506203" y="872326"/>
                  </a:lnTo>
                  <a:lnTo>
                    <a:pt x="455217" y="842986"/>
                  </a:lnTo>
                  <a:close/>
                  <a:moveTo>
                    <a:pt x="537621" y="829125"/>
                  </a:moveTo>
                  <a:lnTo>
                    <a:pt x="509191" y="828801"/>
                  </a:lnTo>
                  <a:lnTo>
                    <a:pt x="506203" y="872326"/>
                  </a:lnTo>
                  <a:close/>
                  <a:moveTo>
                    <a:pt x="547560" y="862557"/>
                  </a:moveTo>
                  <a:lnTo>
                    <a:pt x="550244" y="857716"/>
                  </a:lnTo>
                  <a:lnTo>
                    <a:pt x="537621" y="829125"/>
                  </a:lnTo>
                  <a:close/>
                  <a:moveTo>
                    <a:pt x="506203" y="872326"/>
                  </a:moveTo>
                  <a:lnTo>
                    <a:pt x="547560" y="862557"/>
                  </a:lnTo>
                  <a:lnTo>
                    <a:pt x="537621" y="829125"/>
                  </a:lnTo>
                  <a:close/>
                  <a:moveTo>
                    <a:pt x="550244" y="857716"/>
                  </a:moveTo>
                  <a:lnTo>
                    <a:pt x="553710" y="862557"/>
                  </a:lnTo>
                  <a:lnTo>
                    <a:pt x="537621" y="829125"/>
                  </a:lnTo>
                  <a:close/>
                  <a:moveTo>
                    <a:pt x="589736" y="880794"/>
                  </a:moveTo>
                  <a:lnTo>
                    <a:pt x="573701" y="871628"/>
                  </a:lnTo>
                  <a:lnTo>
                    <a:pt x="553710" y="862557"/>
                  </a:lnTo>
                  <a:close/>
                  <a:moveTo>
                    <a:pt x="335240" y="568517"/>
                  </a:moveTo>
                  <a:lnTo>
                    <a:pt x="295251" y="585701"/>
                  </a:lnTo>
                  <a:lnTo>
                    <a:pt x="343751" y="605273"/>
                  </a:lnTo>
                  <a:close/>
                  <a:moveTo>
                    <a:pt x="179962" y="441534"/>
                  </a:moveTo>
                  <a:lnTo>
                    <a:pt x="151065" y="434464"/>
                  </a:lnTo>
                  <a:lnTo>
                    <a:pt x="174666" y="450102"/>
                  </a:lnTo>
                  <a:close/>
                  <a:moveTo>
                    <a:pt x="179962" y="441534"/>
                  </a:moveTo>
                  <a:lnTo>
                    <a:pt x="174666" y="450102"/>
                  </a:lnTo>
                  <a:lnTo>
                    <a:pt x="206505" y="444569"/>
                  </a:lnTo>
                  <a:close/>
                  <a:moveTo>
                    <a:pt x="141163" y="397768"/>
                  </a:moveTo>
                  <a:lnTo>
                    <a:pt x="151065" y="434464"/>
                  </a:lnTo>
                  <a:lnTo>
                    <a:pt x="176572" y="438681"/>
                  </a:lnTo>
                  <a:close/>
                  <a:moveTo>
                    <a:pt x="343751" y="605273"/>
                  </a:moveTo>
                  <a:lnTo>
                    <a:pt x="343716" y="609931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2561" y="1360706"/>
                  </a:lnTo>
                  <a:lnTo>
                    <a:pt x="1043257" y="1359038"/>
                  </a:lnTo>
                  <a:close/>
                  <a:moveTo>
                    <a:pt x="1010263" y="1377127"/>
                  </a:moveTo>
                  <a:lnTo>
                    <a:pt x="1042561" y="1360706"/>
                  </a:lnTo>
                  <a:lnTo>
                    <a:pt x="1009603" y="1323189"/>
                  </a:lnTo>
                  <a:close/>
                  <a:moveTo>
                    <a:pt x="1009603" y="1323189"/>
                  </a:moveTo>
                  <a:lnTo>
                    <a:pt x="997613" y="1312959"/>
                  </a:lnTo>
                  <a:lnTo>
                    <a:pt x="973336" y="1318398"/>
                  </a:lnTo>
                  <a:close/>
                  <a:moveTo>
                    <a:pt x="974033" y="1286434"/>
                  </a:moveTo>
                  <a:lnTo>
                    <a:pt x="973336" y="1318398"/>
                  </a:lnTo>
                  <a:lnTo>
                    <a:pt x="997613" y="1312959"/>
                  </a:lnTo>
                  <a:close/>
                  <a:moveTo>
                    <a:pt x="778028" y="1065904"/>
                  </a:moveTo>
                  <a:lnTo>
                    <a:pt x="748674" y="1034379"/>
                  </a:lnTo>
                  <a:lnTo>
                    <a:pt x="760729" y="1050172"/>
                  </a:lnTo>
                  <a:close/>
                  <a:moveTo>
                    <a:pt x="664097" y="1034242"/>
                  </a:moveTo>
                  <a:lnTo>
                    <a:pt x="676419" y="1009577"/>
                  </a:lnTo>
                  <a:lnTo>
                    <a:pt x="676980" y="993741"/>
                  </a:lnTo>
                  <a:close/>
                  <a:moveTo>
                    <a:pt x="739815" y="996834"/>
                  </a:moveTo>
                  <a:lnTo>
                    <a:pt x="705221" y="1009577"/>
                  </a:lnTo>
                  <a:lnTo>
                    <a:pt x="699371" y="1041546"/>
                  </a:lnTo>
                  <a:close/>
                  <a:moveTo>
                    <a:pt x="748674" y="1034379"/>
                  </a:moveTo>
                  <a:lnTo>
                    <a:pt x="739815" y="996834"/>
                  </a:lnTo>
                  <a:lnTo>
                    <a:pt x="702002" y="1045233"/>
                  </a:lnTo>
                  <a:close/>
                  <a:moveTo>
                    <a:pt x="739815" y="996834"/>
                  </a:moveTo>
                  <a:lnTo>
                    <a:pt x="748674" y="1034379"/>
                  </a:lnTo>
                  <a:lnTo>
                    <a:pt x="777736" y="993093"/>
                  </a:lnTo>
                  <a:close/>
                  <a:moveTo>
                    <a:pt x="685316" y="989001"/>
                  </a:moveTo>
                  <a:lnTo>
                    <a:pt x="684307" y="992394"/>
                  </a:lnTo>
                  <a:lnTo>
                    <a:pt x="677852" y="989458"/>
                  </a:lnTo>
                  <a:close/>
                  <a:moveTo>
                    <a:pt x="676980" y="993741"/>
                  </a:moveTo>
                  <a:lnTo>
                    <a:pt x="676419" y="1009577"/>
                  </a:lnTo>
                  <a:lnTo>
                    <a:pt x="685316" y="989001"/>
                  </a:lnTo>
                  <a:close/>
                  <a:moveTo>
                    <a:pt x="685316" y="989001"/>
                  </a:moveTo>
                  <a:lnTo>
                    <a:pt x="705221" y="1009577"/>
                  </a:lnTo>
                  <a:lnTo>
                    <a:pt x="744484" y="989434"/>
                  </a:lnTo>
                  <a:close/>
                  <a:moveTo>
                    <a:pt x="578518" y="867218"/>
                  </a:moveTo>
                  <a:lnTo>
                    <a:pt x="553039" y="861337"/>
                  </a:lnTo>
                  <a:lnTo>
                    <a:pt x="547560" y="862557"/>
                  </a:lnTo>
                  <a:close/>
                  <a:moveTo>
                    <a:pt x="553710" y="862557"/>
                  </a:moveTo>
                  <a:lnTo>
                    <a:pt x="553039" y="861337"/>
                  </a:lnTo>
                  <a:lnTo>
                    <a:pt x="589736" y="880794"/>
                  </a:lnTo>
                  <a:close/>
                  <a:moveTo>
                    <a:pt x="553039" y="861337"/>
                  </a:moveTo>
                  <a:lnTo>
                    <a:pt x="550244" y="857716"/>
                  </a:lnTo>
                  <a:lnTo>
                    <a:pt x="547560" y="862557"/>
                  </a:lnTo>
                  <a:close/>
                  <a:moveTo>
                    <a:pt x="553039" y="861337"/>
                  </a:moveTo>
                  <a:lnTo>
                    <a:pt x="553710" y="862557"/>
                  </a:lnTo>
                  <a:lnTo>
                    <a:pt x="550244" y="857716"/>
                  </a:lnTo>
                  <a:close/>
                  <a:moveTo>
                    <a:pt x="350262" y="608323"/>
                  </a:moveTo>
                  <a:lnTo>
                    <a:pt x="351382" y="603699"/>
                  </a:lnTo>
                  <a:lnTo>
                    <a:pt x="343751" y="605273"/>
                  </a:lnTo>
                  <a:close/>
                  <a:moveTo>
                    <a:pt x="403222" y="588642"/>
                  </a:moveTo>
                  <a:lnTo>
                    <a:pt x="350262" y="608323"/>
                  </a:lnTo>
                  <a:lnTo>
                    <a:pt x="386596" y="619591"/>
                  </a:lnTo>
                  <a:close/>
                  <a:moveTo>
                    <a:pt x="403222" y="588642"/>
                  </a:moveTo>
                  <a:lnTo>
                    <a:pt x="351382" y="603699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3257" y="1359038"/>
                  </a:lnTo>
                  <a:lnTo>
                    <a:pt x="1047336" y="1312077"/>
                  </a:lnTo>
                  <a:close/>
                  <a:moveTo>
                    <a:pt x="1009603" y="1323189"/>
                  </a:moveTo>
                  <a:lnTo>
                    <a:pt x="1047336" y="1312077"/>
                  </a:lnTo>
                  <a:lnTo>
                    <a:pt x="997613" y="1312959"/>
                  </a:lnTo>
                  <a:close/>
                  <a:moveTo>
                    <a:pt x="995711" y="1269250"/>
                  </a:moveTo>
                  <a:lnTo>
                    <a:pt x="997613" y="1312959"/>
                  </a:lnTo>
                  <a:lnTo>
                    <a:pt x="1018281" y="1294024"/>
                  </a:lnTo>
                  <a:close/>
                  <a:moveTo>
                    <a:pt x="995711" y="1269250"/>
                  </a:moveTo>
                  <a:lnTo>
                    <a:pt x="974033" y="1286434"/>
                  </a:lnTo>
                  <a:lnTo>
                    <a:pt x="997613" y="1312959"/>
                  </a:lnTo>
                  <a:close/>
                  <a:moveTo>
                    <a:pt x="693830" y="924622"/>
                  </a:moveTo>
                  <a:lnTo>
                    <a:pt x="719305" y="901700"/>
                  </a:lnTo>
                  <a:lnTo>
                    <a:pt x="751198" y="918327"/>
                  </a:lnTo>
                  <a:close/>
                  <a:moveTo>
                    <a:pt x="693830" y="924622"/>
                  </a:moveTo>
                  <a:lnTo>
                    <a:pt x="751198" y="918327"/>
                  </a:lnTo>
                  <a:lnTo>
                    <a:pt x="726436" y="921954"/>
                  </a:lnTo>
                  <a:close/>
                  <a:moveTo>
                    <a:pt x="782436" y="910545"/>
                  </a:moveTo>
                  <a:lnTo>
                    <a:pt x="726436" y="921954"/>
                  </a:lnTo>
                  <a:lnTo>
                    <a:pt x="751198" y="918327"/>
                  </a:lnTo>
                  <a:close/>
                  <a:moveTo>
                    <a:pt x="825125" y="945575"/>
                  </a:moveTo>
                  <a:lnTo>
                    <a:pt x="800336" y="929972"/>
                  </a:lnTo>
                  <a:lnTo>
                    <a:pt x="814370" y="933731"/>
                  </a:lnTo>
                  <a:close/>
                  <a:moveTo>
                    <a:pt x="719305" y="901700"/>
                  </a:moveTo>
                  <a:lnTo>
                    <a:pt x="776129" y="922564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782436" y="910545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800336" y="929972"/>
                  </a:lnTo>
                  <a:lnTo>
                    <a:pt x="782436" y="910545"/>
                  </a:lnTo>
                  <a:close/>
                  <a:moveTo>
                    <a:pt x="800336" y="929972"/>
                  </a:moveTo>
                  <a:lnTo>
                    <a:pt x="811261" y="938455"/>
                  </a:lnTo>
                  <a:lnTo>
                    <a:pt x="782436" y="910545"/>
                  </a:lnTo>
                  <a:close/>
                  <a:moveTo>
                    <a:pt x="723135" y="864945"/>
                  </a:moveTo>
                  <a:lnTo>
                    <a:pt x="741318" y="881387"/>
                  </a:lnTo>
                  <a:lnTo>
                    <a:pt x="734920" y="847762"/>
                  </a:lnTo>
                  <a:close/>
                  <a:moveTo>
                    <a:pt x="359384" y="423886"/>
                  </a:moveTo>
                  <a:lnTo>
                    <a:pt x="368830" y="460641"/>
                  </a:lnTo>
                  <a:lnTo>
                    <a:pt x="366090" y="412753"/>
                  </a:lnTo>
                  <a:close/>
                  <a:moveTo>
                    <a:pt x="348802" y="410446"/>
                  </a:moveTo>
                  <a:lnTo>
                    <a:pt x="359384" y="423886"/>
                  </a:lnTo>
                  <a:lnTo>
                    <a:pt x="366090" y="412753"/>
                  </a:lnTo>
                  <a:close/>
                  <a:moveTo>
                    <a:pt x="874384" y="941607"/>
                  </a:moveTo>
                  <a:lnTo>
                    <a:pt x="886000" y="952392"/>
                  </a:lnTo>
                  <a:lnTo>
                    <a:pt x="847571" y="933289"/>
                  </a:lnTo>
                  <a:close/>
                  <a:moveTo>
                    <a:pt x="776343" y="788148"/>
                  </a:moveTo>
                  <a:lnTo>
                    <a:pt x="801235" y="788416"/>
                  </a:lnTo>
                  <a:lnTo>
                    <a:pt x="763163" y="770648"/>
                  </a:lnTo>
                  <a:close/>
                  <a:moveTo>
                    <a:pt x="776343" y="788148"/>
                  </a:moveTo>
                  <a:lnTo>
                    <a:pt x="806096" y="791048"/>
                  </a:lnTo>
                  <a:lnTo>
                    <a:pt x="801235" y="788416"/>
                  </a:lnTo>
                  <a:close/>
                  <a:moveTo>
                    <a:pt x="536561" y="382516"/>
                  </a:moveTo>
                  <a:lnTo>
                    <a:pt x="587051" y="409091"/>
                  </a:lnTo>
                  <a:lnTo>
                    <a:pt x="551384" y="380939"/>
                  </a:lnTo>
                  <a:close/>
                  <a:moveTo>
                    <a:pt x="536561" y="382516"/>
                  </a:moveTo>
                  <a:lnTo>
                    <a:pt x="583722" y="416010"/>
                  </a:lnTo>
                  <a:lnTo>
                    <a:pt x="587051" y="409091"/>
                  </a:lnTo>
                  <a:close/>
                  <a:moveTo>
                    <a:pt x="681304" y="521325"/>
                  </a:moveTo>
                  <a:lnTo>
                    <a:pt x="719126" y="538927"/>
                  </a:lnTo>
                  <a:lnTo>
                    <a:pt x="689146" y="522277"/>
                  </a:lnTo>
                  <a:close/>
                  <a:moveTo>
                    <a:pt x="708979" y="413102"/>
                  </a:moveTo>
                  <a:lnTo>
                    <a:pt x="677975" y="374724"/>
                  </a:lnTo>
                  <a:lnTo>
                    <a:pt x="666877" y="375495"/>
                  </a:lnTo>
                  <a:close/>
                  <a:moveTo>
                    <a:pt x="561281" y="183431"/>
                  </a:moveTo>
                  <a:lnTo>
                    <a:pt x="599149" y="173766"/>
                  </a:lnTo>
                  <a:lnTo>
                    <a:pt x="565672" y="145733"/>
                  </a:lnTo>
                  <a:close/>
                  <a:moveTo>
                    <a:pt x="568764" y="132600"/>
                  </a:moveTo>
                  <a:lnTo>
                    <a:pt x="565672" y="145733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605466" y="73734"/>
                  </a:lnTo>
                  <a:lnTo>
                    <a:pt x="589831" y="53066"/>
                  </a:lnTo>
                  <a:close/>
                  <a:moveTo>
                    <a:pt x="570213" y="86675"/>
                  </a:moveTo>
                  <a:lnTo>
                    <a:pt x="597418" y="83072"/>
                  </a:lnTo>
                  <a:lnTo>
                    <a:pt x="589831" y="53066"/>
                  </a:lnTo>
                  <a:close/>
                  <a:moveTo>
                    <a:pt x="553254" y="3097"/>
                  </a:moveTo>
                  <a:lnTo>
                    <a:pt x="496889" y="13141"/>
                  </a:lnTo>
                  <a:lnTo>
                    <a:pt x="519106" y="0"/>
                  </a:lnTo>
                  <a:close/>
                  <a:moveTo>
                    <a:pt x="725973" y="220298"/>
                  </a:moveTo>
                  <a:lnTo>
                    <a:pt x="746767" y="228306"/>
                  </a:lnTo>
                  <a:lnTo>
                    <a:pt x="709828" y="214772"/>
                  </a:lnTo>
                  <a:close/>
                  <a:moveTo>
                    <a:pt x="725973" y="220298"/>
                  </a:moveTo>
                  <a:lnTo>
                    <a:pt x="752038" y="226196"/>
                  </a:lnTo>
                  <a:lnTo>
                    <a:pt x="746767" y="228306"/>
                  </a:lnTo>
                  <a:close/>
                  <a:moveTo>
                    <a:pt x="529399" y="3274"/>
                  </a:moveTo>
                  <a:lnTo>
                    <a:pt x="558515" y="6691"/>
                  </a:lnTo>
                  <a:lnTo>
                    <a:pt x="553254" y="309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02" name="Input_density__102">
              <a:extLst>
                <a:ext uri="{FF2B5EF4-FFF2-40B4-BE49-F238E27FC236}">
                  <a16:creationId xmlns:a16="http://schemas.microsoft.com/office/drawing/2014/main" id="{0B3AD7A6-2408-4C82-C8F9-4E510F96B59D}"/>
                </a:ext>
              </a:extLst>
            </p:cNvPr>
            <p:cNvSpPr>
              <a:spLocks noGrp="1"/>
            </p:cNvSpPr>
            <p:nvPr/>
          </p:nvSpPr>
          <p:spPr>
            <a:xfrm>
              <a:off x="868312" y="1494074"/>
              <a:ext cx="1070954" cy="1685690"/>
            </a:xfrm>
            <a:custGeom>
              <a:avLst/>
              <a:gdLst/>
              <a:ahLst/>
              <a:cxnLst/>
              <a:rect l="0" t="0" r="0" b="0"/>
              <a:pathLst>
                <a:path w="1070954" h="1685690">
                  <a:moveTo>
                    <a:pt x="161948" y="1558796"/>
                  </a:moveTo>
                  <a:lnTo>
                    <a:pt x="172068" y="1580231"/>
                  </a:lnTo>
                  <a:lnTo>
                    <a:pt x="139861" y="1572422"/>
                  </a:lnTo>
                  <a:close/>
                  <a:moveTo>
                    <a:pt x="292523" y="1673261"/>
                  </a:moveTo>
                  <a:lnTo>
                    <a:pt x="336362" y="1685690"/>
                  </a:lnTo>
                  <a:lnTo>
                    <a:pt x="345812" y="1651720"/>
                  </a:lnTo>
                  <a:close/>
                  <a:moveTo>
                    <a:pt x="292523" y="1673261"/>
                  </a:moveTo>
                  <a:lnTo>
                    <a:pt x="345812" y="1651720"/>
                  </a:lnTo>
                  <a:lnTo>
                    <a:pt x="312990" y="1653578"/>
                  </a:lnTo>
                  <a:close/>
                  <a:moveTo>
                    <a:pt x="350348" y="1629573"/>
                  </a:moveTo>
                  <a:lnTo>
                    <a:pt x="320018" y="1627143"/>
                  </a:lnTo>
                  <a:lnTo>
                    <a:pt x="312990" y="1653578"/>
                  </a:lnTo>
                  <a:close/>
                  <a:moveTo>
                    <a:pt x="320018" y="1627143"/>
                  </a:moveTo>
                  <a:lnTo>
                    <a:pt x="350348" y="1629573"/>
                  </a:lnTo>
                  <a:lnTo>
                    <a:pt x="302587" y="1596567"/>
                  </a:lnTo>
                  <a:close/>
                  <a:moveTo>
                    <a:pt x="67645" y="1033683"/>
                  </a:moveTo>
                  <a:lnTo>
                    <a:pt x="89403" y="1035069"/>
                  </a:lnTo>
                  <a:lnTo>
                    <a:pt x="96409" y="1053502"/>
                  </a:lnTo>
                  <a:close/>
                  <a:moveTo>
                    <a:pt x="14598" y="996928"/>
                  </a:moveTo>
                  <a:lnTo>
                    <a:pt x="14619" y="996944"/>
                  </a:lnTo>
                  <a:lnTo>
                    <a:pt x="14658" y="996998"/>
                  </a:lnTo>
                  <a:close/>
                  <a:moveTo>
                    <a:pt x="14596" y="996767"/>
                  </a:moveTo>
                  <a:lnTo>
                    <a:pt x="14619" y="996944"/>
                  </a:lnTo>
                  <a:lnTo>
                    <a:pt x="14598" y="996928"/>
                  </a:lnTo>
                  <a:close/>
                  <a:moveTo>
                    <a:pt x="57489" y="1032559"/>
                  </a:moveTo>
                  <a:lnTo>
                    <a:pt x="14658" y="996998"/>
                  </a:lnTo>
                  <a:lnTo>
                    <a:pt x="14619" y="996944"/>
                  </a:lnTo>
                  <a:close/>
                  <a:moveTo>
                    <a:pt x="14619" y="996944"/>
                  </a:moveTo>
                  <a:lnTo>
                    <a:pt x="14596" y="996767"/>
                  </a:lnTo>
                  <a:lnTo>
                    <a:pt x="23962" y="971689"/>
                  </a:lnTo>
                  <a:close/>
                  <a:moveTo>
                    <a:pt x="96409" y="1053502"/>
                  </a:moveTo>
                  <a:lnTo>
                    <a:pt x="93938" y="1031382"/>
                  </a:lnTo>
                  <a:lnTo>
                    <a:pt x="67645" y="1033683"/>
                  </a:lnTo>
                  <a:close/>
                  <a:moveTo>
                    <a:pt x="67645" y="1033683"/>
                  </a:moveTo>
                  <a:lnTo>
                    <a:pt x="93938" y="1031382"/>
                  </a:lnTo>
                  <a:lnTo>
                    <a:pt x="105971" y="993042"/>
                  </a:lnTo>
                  <a:close/>
                  <a:moveTo>
                    <a:pt x="14598" y="996928"/>
                  </a:moveTo>
                  <a:lnTo>
                    <a:pt x="20325" y="947558"/>
                  </a:lnTo>
                  <a:lnTo>
                    <a:pt x="14596" y="996767"/>
                  </a:lnTo>
                  <a:close/>
                  <a:moveTo>
                    <a:pt x="22971" y="906234"/>
                  </a:moveTo>
                  <a:lnTo>
                    <a:pt x="0" y="874588"/>
                  </a:lnTo>
                  <a:lnTo>
                    <a:pt x="5786" y="886663"/>
                  </a:lnTo>
                  <a:close/>
                  <a:moveTo>
                    <a:pt x="22971" y="906234"/>
                  </a:moveTo>
                  <a:lnTo>
                    <a:pt x="5786" y="886663"/>
                  </a:lnTo>
                  <a:lnTo>
                    <a:pt x="15281" y="923418"/>
                  </a:lnTo>
                  <a:close/>
                  <a:moveTo>
                    <a:pt x="358302" y="1309877"/>
                  </a:moveTo>
                  <a:lnTo>
                    <a:pt x="401767" y="1301629"/>
                  </a:lnTo>
                  <a:lnTo>
                    <a:pt x="394122" y="1263097"/>
                  </a:lnTo>
                  <a:close/>
                  <a:moveTo>
                    <a:pt x="358302" y="1309877"/>
                  </a:moveTo>
                  <a:lnTo>
                    <a:pt x="394122" y="1263097"/>
                  </a:lnTo>
                  <a:lnTo>
                    <a:pt x="367680" y="1257506"/>
                  </a:lnTo>
                  <a:close/>
                  <a:moveTo>
                    <a:pt x="394122" y="1263097"/>
                  </a:moveTo>
                  <a:lnTo>
                    <a:pt x="401767" y="1301629"/>
                  </a:lnTo>
                  <a:lnTo>
                    <a:pt x="405842" y="1310539"/>
                  </a:lnTo>
                  <a:close/>
                  <a:moveTo>
                    <a:pt x="394122" y="1263097"/>
                  </a:moveTo>
                  <a:lnTo>
                    <a:pt x="373905" y="1234786"/>
                  </a:lnTo>
                  <a:lnTo>
                    <a:pt x="367680" y="1257506"/>
                  </a:lnTo>
                  <a:close/>
                  <a:moveTo>
                    <a:pt x="100582" y="936487"/>
                  </a:moveTo>
                  <a:lnTo>
                    <a:pt x="99381" y="925806"/>
                  </a:lnTo>
                  <a:lnTo>
                    <a:pt x="114452" y="962561"/>
                  </a:lnTo>
                  <a:close/>
                  <a:moveTo>
                    <a:pt x="68335" y="890868"/>
                  </a:moveTo>
                  <a:lnTo>
                    <a:pt x="22971" y="906234"/>
                  </a:lnTo>
                  <a:lnTo>
                    <a:pt x="21102" y="924884"/>
                  </a:lnTo>
                  <a:close/>
                  <a:moveTo>
                    <a:pt x="68335" y="890868"/>
                  </a:moveTo>
                  <a:lnTo>
                    <a:pt x="100582" y="936487"/>
                  </a:lnTo>
                  <a:lnTo>
                    <a:pt x="99202" y="892861"/>
                  </a:lnTo>
                  <a:close/>
                  <a:moveTo>
                    <a:pt x="13990" y="898293"/>
                  </a:moveTo>
                  <a:lnTo>
                    <a:pt x="22971" y="906234"/>
                  </a:lnTo>
                  <a:lnTo>
                    <a:pt x="70327" y="888142"/>
                  </a:lnTo>
                  <a:close/>
                  <a:moveTo>
                    <a:pt x="633741" y="1295744"/>
                  </a:moveTo>
                  <a:lnTo>
                    <a:pt x="689649" y="1315316"/>
                  </a:lnTo>
                  <a:lnTo>
                    <a:pt x="677271" y="1278561"/>
                  </a:lnTo>
                  <a:close/>
                  <a:moveTo>
                    <a:pt x="555053" y="1222234"/>
                  </a:moveTo>
                  <a:lnTo>
                    <a:pt x="584870" y="1249176"/>
                  </a:lnTo>
                  <a:lnTo>
                    <a:pt x="561121" y="1208595"/>
                  </a:lnTo>
                  <a:close/>
                  <a:moveTo>
                    <a:pt x="561121" y="1208595"/>
                  </a:moveTo>
                  <a:lnTo>
                    <a:pt x="584870" y="1249176"/>
                  </a:lnTo>
                  <a:lnTo>
                    <a:pt x="594017" y="1253686"/>
                  </a:lnTo>
                  <a:close/>
                  <a:moveTo>
                    <a:pt x="305733" y="837501"/>
                  </a:moveTo>
                  <a:lnTo>
                    <a:pt x="307696" y="891439"/>
                  </a:lnTo>
                  <a:lnTo>
                    <a:pt x="311016" y="874256"/>
                  </a:lnTo>
                  <a:close/>
                  <a:moveTo>
                    <a:pt x="805864" y="1384714"/>
                  </a:moveTo>
                  <a:lnTo>
                    <a:pt x="792412" y="1379736"/>
                  </a:lnTo>
                  <a:lnTo>
                    <a:pt x="817165" y="1398601"/>
                  </a:lnTo>
                  <a:close/>
                  <a:moveTo>
                    <a:pt x="845407" y="1407984"/>
                  </a:moveTo>
                  <a:lnTo>
                    <a:pt x="805864" y="1384714"/>
                  </a:lnTo>
                  <a:lnTo>
                    <a:pt x="817165" y="1398601"/>
                  </a:lnTo>
                  <a:close/>
                  <a:moveTo>
                    <a:pt x="443871" y="936510"/>
                  </a:moveTo>
                  <a:lnTo>
                    <a:pt x="428208" y="930582"/>
                  </a:lnTo>
                  <a:lnTo>
                    <a:pt x="455361" y="967337"/>
                  </a:lnTo>
                  <a:close/>
                  <a:moveTo>
                    <a:pt x="311016" y="874256"/>
                  </a:moveTo>
                  <a:lnTo>
                    <a:pt x="310722" y="874000"/>
                  </a:lnTo>
                  <a:lnTo>
                    <a:pt x="307927" y="831525"/>
                  </a:lnTo>
                  <a:close/>
                  <a:moveTo>
                    <a:pt x="242781" y="763991"/>
                  </a:moveTo>
                  <a:lnTo>
                    <a:pt x="225366" y="754975"/>
                  </a:lnTo>
                  <a:lnTo>
                    <a:pt x="224698" y="800746"/>
                  </a:lnTo>
                  <a:close/>
                  <a:moveTo>
                    <a:pt x="219136" y="715292"/>
                  </a:moveTo>
                  <a:lnTo>
                    <a:pt x="225366" y="754975"/>
                  </a:lnTo>
                  <a:lnTo>
                    <a:pt x="247008" y="761796"/>
                  </a:lnTo>
                  <a:close/>
                  <a:moveTo>
                    <a:pt x="252536" y="746807"/>
                  </a:moveTo>
                  <a:lnTo>
                    <a:pt x="235303" y="710052"/>
                  </a:lnTo>
                  <a:lnTo>
                    <a:pt x="247008" y="761796"/>
                  </a:lnTo>
                  <a:close/>
                  <a:moveTo>
                    <a:pt x="790308" y="1371642"/>
                  </a:moveTo>
                  <a:lnTo>
                    <a:pt x="792412" y="1379736"/>
                  </a:lnTo>
                  <a:lnTo>
                    <a:pt x="805864" y="1384714"/>
                  </a:lnTo>
                  <a:close/>
                  <a:moveTo>
                    <a:pt x="792412" y="1379736"/>
                  </a:moveTo>
                  <a:lnTo>
                    <a:pt x="790308" y="1371642"/>
                  </a:lnTo>
                  <a:lnTo>
                    <a:pt x="751082" y="1341501"/>
                  </a:lnTo>
                  <a:close/>
                  <a:moveTo>
                    <a:pt x="87357" y="455021"/>
                  </a:moveTo>
                  <a:lnTo>
                    <a:pt x="121547" y="489522"/>
                  </a:lnTo>
                  <a:lnTo>
                    <a:pt x="93004" y="463518"/>
                  </a:lnTo>
                  <a:close/>
                  <a:moveTo>
                    <a:pt x="79858" y="452768"/>
                  </a:moveTo>
                  <a:lnTo>
                    <a:pt x="87357" y="455021"/>
                  </a:lnTo>
                  <a:lnTo>
                    <a:pt x="93004" y="463518"/>
                  </a:lnTo>
                  <a:close/>
                  <a:moveTo>
                    <a:pt x="84780" y="432772"/>
                  </a:moveTo>
                  <a:lnTo>
                    <a:pt x="87357" y="455021"/>
                  </a:lnTo>
                  <a:lnTo>
                    <a:pt x="79858" y="452768"/>
                  </a:lnTo>
                  <a:close/>
                  <a:moveTo>
                    <a:pt x="879996" y="1362708"/>
                  </a:moveTo>
                  <a:lnTo>
                    <a:pt x="854219" y="1356576"/>
                  </a:lnTo>
                  <a:lnTo>
                    <a:pt x="891815" y="1397847"/>
                  </a:lnTo>
                  <a:close/>
                  <a:moveTo>
                    <a:pt x="805864" y="1384714"/>
                  </a:moveTo>
                  <a:lnTo>
                    <a:pt x="817542" y="1359305"/>
                  </a:lnTo>
                  <a:lnTo>
                    <a:pt x="790308" y="1371642"/>
                  </a:lnTo>
                  <a:close/>
                  <a:moveTo>
                    <a:pt x="854219" y="1356576"/>
                  </a:moveTo>
                  <a:lnTo>
                    <a:pt x="805864" y="1384714"/>
                  </a:lnTo>
                  <a:lnTo>
                    <a:pt x="845407" y="1407984"/>
                  </a:lnTo>
                  <a:close/>
                  <a:moveTo>
                    <a:pt x="854219" y="1356576"/>
                  </a:moveTo>
                  <a:lnTo>
                    <a:pt x="817542" y="1359305"/>
                  </a:lnTo>
                  <a:lnTo>
                    <a:pt x="805864" y="1384714"/>
                  </a:lnTo>
                  <a:close/>
                  <a:moveTo>
                    <a:pt x="602562" y="1067751"/>
                  </a:moveTo>
                  <a:lnTo>
                    <a:pt x="619033" y="1114357"/>
                  </a:lnTo>
                  <a:lnTo>
                    <a:pt x="650767" y="1082356"/>
                  </a:lnTo>
                  <a:close/>
                  <a:moveTo>
                    <a:pt x="453922" y="839889"/>
                  </a:moveTo>
                  <a:lnTo>
                    <a:pt x="448273" y="857072"/>
                  </a:lnTo>
                  <a:lnTo>
                    <a:pt x="486516" y="876644"/>
                  </a:lnTo>
                  <a:close/>
                  <a:moveTo>
                    <a:pt x="453922" y="839889"/>
                  </a:moveTo>
                  <a:lnTo>
                    <a:pt x="451567" y="835886"/>
                  </a:lnTo>
                  <a:lnTo>
                    <a:pt x="434141" y="810180"/>
                  </a:lnTo>
                  <a:close/>
                  <a:moveTo>
                    <a:pt x="270397" y="700707"/>
                  </a:moveTo>
                  <a:lnTo>
                    <a:pt x="291996" y="709213"/>
                  </a:lnTo>
                  <a:lnTo>
                    <a:pt x="250089" y="677106"/>
                  </a:lnTo>
                  <a:close/>
                  <a:moveTo>
                    <a:pt x="292904" y="709497"/>
                  </a:moveTo>
                  <a:lnTo>
                    <a:pt x="270397" y="700707"/>
                  </a:lnTo>
                  <a:lnTo>
                    <a:pt x="317185" y="707183"/>
                  </a:lnTo>
                  <a:close/>
                  <a:moveTo>
                    <a:pt x="125366" y="472339"/>
                  </a:moveTo>
                  <a:lnTo>
                    <a:pt x="121547" y="489522"/>
                  </a:lnTo>
                  <a:lnTo>
                    <a:pt x="146983" y="509094"/>
                  </a:lnTo>
                  <a:close/>
                  <a:moveTo>
                    <a:pt x="93004" y="463518"/>
                  </a:moveTo>
                  <a:lnTo>
                    <a:pt x="110865" y="435909"/>
                  </a:lnTo>
                  <a:lnTo>
                    <a:pt x="79858" y="452768"/>
                  </a:lnTo>
                  <a:close/>
                  <a:moveTo>
                    <a:pt x="775879" y="1169441"/>
                  </a:moveTo>
                  <a:lnTo>
                    <a:pt x="775960" y="1176701"/>
                  </a:lnTo>
                  <a:lnTo>
                    <a:pt x="754866" y="1159436"/>
                  </a:lnTo>
                  <a:close/>
                  <a:moveTo>
                    <a:pt x="754866" y="1159436"/>
                  </a:moveTo>
                  <a:lnTo>
                    <a:pt x="775960" y="1176701"/>
                  </a:lnTo>
                  <a:lnTo>
                    <a:pt x="783486" y="1190256"/>
                  </a:lnTo>
                  <a:close/>
                  <a:moveTo>
                    <a:pt x="783486" y="1190256"/>
                  </a:moveTo>
                  <a:lnTo>
                    <a:pt x="775960" y="1176701"/>
                  </a:lnTo>
                  <a:lnTo>
                    <a:pt x="775030" y="1207439"/>
                  </a:lnTo>
                  <a:close/>
                  <a:moveTo>
                    <a:pt x="711853" y="1079991"/>
                  </a:moveTo>
                  <a:lnTo>
                    <a:pt x="694819" y="1097174"/>
                  </a:lnTo>
                  <a:lnTo>
                    <a:pt x="721447" y="1116746"/>
                  </a:lnTo>
                  <a:close/>
                  <a:moveTo>
                    <a:pt x="523776" y="913399"/>
                  </a:moveTo>
                  <a:lnTo>
                    <a:pt x="541563" y="923212"/>
                  </a:lnTo>
                  <a:lnTo>
                    <a:pt x="538995" y="896216"/>
                  </a:lnTo>
                  <a:close/>
                  <a:moveTo>
                    <a:pt x="476865" y="834263"/>
                  </a:moveTo>
                  <a:lnTo>
                    <a:pt x="504908" y="869230"/>
                  </a:lnTo>
                  <a:lnTo>
                    <a:pt x="507896" y="825704"/>
                  </a:lnTo>
                  <a:close/>
                  <a:moveTo>
                    <a:pt x="456184" y="837006"/>
                  </a:moveTo>
                  <a:lnTo>
                    <a:pt x="453922" y="839889"/>
                  </a:lnTo>
                  <a:lnTo>
                    <a:pt x="476865" y="834263"/>
                  </a:lnTo>
                  <a:close/>
                  <a:moveTo>
                    <a:pt x="510105" y="822706"/>
                  </a:moveTo>
                  <a:lnTo>
                    <a:pt x="507896" y="825704"/>
                  </a:lnTo>
                  <a:lnTo>
                    <a:pt x="536326" y="826029"/>
                  </a:lnTo>
                  <a:close/>
                  <a:moveTo>
                    <a:pt x="552415" y="859461"/>
                  </a:moveTo>
                  <a:lnTo>
                    <a:pt x="572406" y="868532"/>
                  </a:lnTo>
                  <a:lnTo>
                    <a:pt x="536326" y="826029"/>
                  </a:lnTo>
                  <a:close/>
                  <a:moveTo>
                    <a:pt x="451567" y="835886"/>
                  </a:moveTo>
                  <a:lnTo>
                    <a:pt x="453922" y="839889"/>
                  </a:lnTo>
                  <a:lnTo>
                    <a:pt x="456184" y="837006"/>
                  </a:lnTo>
                  <a:close/>
                  <a:moveTo>
                    <a:pt x="510105" y="822706"/>
                  </a:moveTo>
                  <a:lnTo>
                    <a:pt x="536326" y="826029"/>
                  </a:lnTo>
                  <a:lnTo>
                    <a:pt x="535542" y="804492"/>
                  </a:lnTo>
                  <a:close/>
                  <a:moveTo>
                    <a:pt x="427652" y="803134"/>
                  </a:moveTo>
                  <a:lnTo>
                    <a:pt x="456184" y="837006"/>
                  </a:lnTo>
                  <a:lnTo>
                    <a:pt x="423299" y="791906"/>
                  </a:lnTo>
                  <a:close/>
                  <a:moveTo>
                    <a:pt x="451567" y="835886"/>
                  </a:moveTo>
                  <a:lnTo>
                    <a:pt x="456184" y="837006"/>
                  </a:lnTo>
                  <a:lnTo>
                    <a:pt x="427652" y="803134"/>
                  </a:lnTo>
                  <a:close/>
                  <a:moveTo>
                    <a:pt x="342456" y="602176"/>
                  </a:moveTo>
                  <a:lnTo>
                    <a:pt x="324610" y="610366"/>
                  </a:lnTo>
                  <a:lnTo>
                    <a:pt x="342421" y="606835"/>
                  </a:lnTo>
                  <a:close/>
                  <a:moveTo>
                    <a:pt x="111479" y="435584"/>
                  </a:moveTo>
                  <a:lnTo>
                    <a:pt x="173371" y="447006"/>
                  </a:lnTo>
                  <a:lnTo>
                    <a:pt x="149770" y="431368"/>
                  </a:lnTo>
                  <a:close/>
                  <a:moveTo>
                    <a:pt x="385301" y="616494"/>
                  </a:moveTo>
                  <a:lnTo>
                    <a:pt x="348967" y="605227"/>
                  </a:lnTo>
                  <a:lnTo>
                    <a:pt x="342421" y="606835"/>
                  </a:lnTo>
                  <a:close/>
                  <a:moveTo>
                    <a:pt x="1041267" y="1357610"/>
                  </a:moveTo>
                  <a:lnTo>
                    <a:pt x="1069800" y="1361500"/>
                  </a:lnTo>
                  <a:lnTo>
                    <a:pt x="1041962" y="1355942"/>
                  </a:lnTo>
                  <a:close/>
                  <a:moveTo>
                    <a:pt x="943230" y="1248894"/>
                  </a:moveTo>
                  <a:lnTo>
                    <a:pt x="964991" y="1288944"/>
                  </a:lnTo>
                  <a:lnTo>
                    <a:pt x="972738" y="1283337"/>
                  </a:lnTo>
                  <a:close/>
                  <a:moveTo>
                    <a:pt x="972738" y="1283337"/>
                  </a:moveTo>
                  <a:lnTo>
                    <a:pt x="947408" y="1251573"/>
                  </a:lnTo>
                  <a:lnTo>
                    <a:pt x="943230" y="1248894"/>
                  </a:lnTo>
                  <a:close/>
                  <a:moveTo>
                    <a:pt x="756308" y="1043236"/>
                  </a:moveTo>
                  <a:lnTo>
                    <a:pt x="747379" y="1031282"/>
                  </a:lnTo>
                  <a:lnTo>
                    <a:pt x="776733" y="1062807"/>
                  </a:lnTo>
                  <a:close/>
                  <a:moveTo>
                    <a:pt x="703926" y="1006481"/>
                  </a:moveTo>
                  <a:lnTo>
                    <a:pt x="738520" y="993737"/>
                  </a:lnTo>
                  <a:lnTo>
                    <a:pt x="743189" y="986338"/>
                  </a:lnTo>
                  <a:close/>
                  <a:moveTo>
                    <a:pt x="507896" y="825704"/>
                  </a:moveTo>
                  <a:lnTo>
                    <a:pt x="510105" y="822706"/>
                  </a:lnTo>
                  <a:lnTo>
                    <a:pt x="507703" y="822211"/>
                  </a:lnTo>
                  <a:close/>
                  <a:moveTo>
                    <a:pt x="507703" y="822211"/>
                  </a:moveTo>
                  <a:lnTo>
                    <a:pt x="476865" y="834263"/>
                  </a:lnTo>
                  <a:lnTo>
                    <a:pt x="507896" y="825704"/>
                  </a:lnTo>
                  <a:close/>
                  <a:moveTo>
                    <a:pt x="996318" y="1309862"/>
                  </a:moveTo>
                  <a:lnTo>
                    <a:pt x="1046041" y="1308981"/>
                  </a:lnTo>
                  <a:lnTo>
                    <a:pt x="1044361" y="1268701"/>
                  </a:lnTo>
                  <a:close/>
                  <a:moveTo>
                    <a:pt x="996318" y="1309862"/>
                  </a:moveTo>
                  <a:lnTo>
                    <a:pt x="1044361" y="1268701"/>
                  </a:lnTo>
                  <a:lnTo>
                    <a:pt x="1016986" y="1290928"/>
                  </a:lnTo>
                  <a:close/>
                  <a:moveTo>
                    <a:pt x="1070954" y="1315816"/>
                  </a:moveTo>
                  <a:lnTo>
                    <a:pt x="1046041" y="1308981"/>
                  </a:lnTo>
                  <a:lnTo>
                    <a:pt x="1041962" y="1355942"/>
                  </a:lnTo>
                  <a:close/>
                  <a:moveTo>
                    <a:pt x="972738" y="1283337"/>
                  </a:moveTo>
                  <a:lnTo>
                    <a:pt x="994416" y="1266154"/>
                  </a:lnTo>
                  <a:lnTo>
                    <a:pt x="947408" y="1251573"/>
                  </a:lnTo>
                  <a:close/>
                  <a:moveTo>
                    <a:pt x="806437" y="1002025"/>
                  </a:moveTo>
                  <a:lnTo>
                    <a:pt x="778715" y="988147"/>
                  </a:lnTo>
                  <a:lnTo>
                    <a:pt x="810294" y="1008869"/>
                  </a:lnTo>
                  <a:close/>
                  <a:moveTo>
                    <a:pt x="810294" y="1008869"/>
                  </a:moveTo>
                  <a:lnTo>
                    <a:pt x="778715" y="988147"/>
                  </a:lnTo>
                  <a:lnTo>
                    <a:pt x="778044" y="989297"/>
                  </a:lnTo>
                  <a:close/>
                  <a:moveTo>
                    <a:pt x="810294" y="1008869"/>
                  </a:moveTo>
                  <a:lnTo>
                    <a:pt x="778044" y="989297"/>
                  </a:lnTo>
                  <a:lnTo>
                    <a:pt x="798824" y="1026052"/>
                  </a:lnTo>
                  <a:close/>
                  <a:moveTo>
                    <a:pt x="578603" y="729252"/>
                  </a:moveTo>
                  <a:lnTo>
                    <a:pt x="542256" y="731713"/>
                  </a:lnTo>
                  <a:lnTo>
                    <a:pt x="542117" y="732866"/>
                  </a:lnTo>
                  <a:close/>
                  <a:moveTo>
                    <a:pt x="1044726" y="1265303"/>
                  </a:moveTo>
                  <a:lnTo>
                    <a:pt x="1020869" y="1257610"/>
                  </a:lnTo>
                  <a:lnTo>
                    <a:pt x="1016986" y="1290928"/>
                  </a:lnTo>
                  <a:close/>
                  <a:moveTo>
                    <a:pt x="1020869" y="1257610"/>
                  </a:moveTo>
                  <a:lnTo>
                    <a:pt x="1044726" y="1265303"/>
                  </a:lnTo>
                  <a:lnTo>
                    <a:pt x="1041205" y="1223418"/>
                  </a:lnTo>
                  <a:close/>
                  <a:moveTo>
                    <a:pt x="1020869" y="1257610"/>
                  </a:moveTo>
                  <a:lnTo>
                    <a:pt x="1041205" y="1223418"/>
                  </a:lnTo>
                  <a:lnTo>
                    <a:pt x="1012726" y="1219483"/>
                  </a:lnTo>
                  <a:close/>
                  <a:moveTo>
                    <a:pt x="890773" y="1040717"/>
                  </a:moveTo>
                  <a:lnTo>
                    <a:pt x="878275" y="1045624"/>
                  </a:lnTo>
                  <a:lnTo>
                    <a:pt x="886929" y="1053820"/>
                  </a:lnTo>
                  <a:close/>
                  <a:moveTo>
                    <a:pt x="890773" y="1040717"/>
                  </a:moveTo>
                  <a:lnTo>
                    <a:pt x="886929" y="1053820"/>
                  </a:lnTo>
                  <a:lnTo>
                    <a:pt x="907111" y="1045624"/>
                  </a:lnTo>
                  <a:close/>
                  <a:moveTo>
                    <a:pt x="772824" y="965848"/>
                  </a:moveTo>
                  <a:lnTo>
                    <a:pt x="813075" y="930635"/>
                  </a:lnTo>
                  <a:lnTo>
                    <a:pt x="799041" y="926876"/>
                  </a:lnTo>
                  <a:close/>
                  <a:moveTo>
                    <a:pt x="733625" y="844666"/>
                  </a:moveTo>
                  <a:lnTo>
                    <a:pt x="740023" y="878291"/>
                  </a:lnTo>
                  <a:lnTo>
                    <a:pt x="760559" y="858862"/>
                  </a:lnTo>
                  <a:close/>
                  <a:moveTo>
                    <a:pt x="740023" y="878291"/>
                  </a:moveTo>
                  <a:lnTo>
                    <a:pt x="776204" y="888988"/>
                  </a:lnTo>
                  <a:lnTo>
                    <a:pt x="795632" y="865421"/>
                  </a:lnTo>
                  <a:close/>
                  <a:moveTo>
                    <a:pt x="873089" y="938511"/>
                  </a:moveTo>
                  <a:lnTo>
                    <a:pt x="889772" y="952036"/>
                  </a:lnTo>
                  <a:lnTo>
                    <a:pt x="884705" y="949296"/>
                  </a:lnTo>
                  <a:close/>
                  <a:moveTo>
                    <a:pt x="889772" y="952036"/>
                  </a:moveTo>
                  <a:lnTo>
                    <a:pt x="873089" y="938511"/>
                  </a:lnTo>
                  <a:lnTo>
                    <a:pt x="916310" y="971254"/>
                  </a:lnTo>
                  <a:close/>
                  <a:moveTo>
                    <a:pt x="889772" y="952036"/>
                  </a:moveTo>
                  <a:lnTo>
                    <a:pt x="895309" y="954931"/>
                  </a:lnTo>
                  <a:lnTo>
                    <a:pt x="884705" y="949296"/>
                  </a:lnTo>
                  <a:close/>
                  <a:moveTo>
                    <a:pt x="687851" y="519180"/>
                  </a:moveTo>
                  <a:lnTo>
                    <a:pt x="713454" y="553014"/>
                  </a:lnTo>
                  <a:lnTo>
                    <a:pt x="686349" y="516845"/>
                  </a:lnTo>
                  <a:close/>
                  <a:moveTo>
                    <a:pt x="578994" y="442749"/>
                  </a:moveTo>
                  <a:lnTo>
                    <a:pt x="585756" y="405994"/>
                  </a:lnTo>
                  <a:lnTo>
                    <a:pt x="582427" y="412914"/>
                  </a:lnTo>
                  <a:close/>
                  <a:moveTo>
                    <a:pt x="532334" y="369239"/>
                  </a:moveTo>
                  <a:lnTo>
                    <a:pt x="535266" y="379420"/>
                  </a:lnTo>
                  <a:lnTo>
                    <a:pt x="550089" y="377842"/>
                  </a:lnTo>
                  <a:close/>
                  <a:moveTo>
                    <a:pt x="532334" y="369239"/>
                  </a:moveTo>
                  <a:lnTo>
                    <a:pt x="530483" y="338561"/>
                  </a:lnTo>
                  <a:lnTo>
                    <a:pt x="535266" y="379420"/>
                  </a:lnTo>
                  <a:close/>
                  <a:moveTo>
                    <a:pt x="687851" y="519180"/>
                  </a:moveTo>
                  <a:lnTo>
                    <a:pt x="717831" y="535831"/>
                  </a:lnTo>
                  <a:lnTo>
                    <a:pt x="717687" y="536114"/>
                  </a:lnTo>
                  <a:close/>
                  <a:moveTo>
                    <a:pt x="585756" y="405994"/>
                  </a:moveTo>
                  <a:lnTo>
                    <a:pt x="580159" y="388811"/>
                  </a:lnTo>
                  <a:lnTo>
                    <a:pt x="550089" y="377842"/>
                  </a:lnTo>
                  <a:close/>
                  <a:moveTo>
                    <a:pt x="705192" y="391602"/>
                  </a:moveTo>
                  <a:lnTo>
                    <a:pt x="676680" y="371627"/>
                  </a:lnTo>
                  <a:lnTo>
                    <a:pt x="707684" y="410006"/>
                  </a:lnTo>
                  <a:close/>
                  <a:moveTo>
                    <a:pt x="676680" y="371627"/>
                  </a:moveTo>
                  <a:lnTo>
                    <a:pt x="705192" y="391602"/>
                  </a:lnTo>
                  <a:lnTo>
                    <a:pt x="702960" y="369099"/>
                  </a:lnTo>
                  <a:close/>
                  <a:moveTo>
                    <a:pt x="715344" y="333348"/>
                  </a:moveTo>
                  <a:lnTo>
                    <a:pt x="676680" y="371627"/>
                  </a:lnTo>
                  <a:lnTo>
                    <a:pt x="702960" y="369099"/>
                  </a:lnTo>
                  <a:close/>
                  <a:moveTo>
                    <a:pt x="559986" y="180335"/>
                  </a:moveTo>
                  <a:lnTo>
                    <a:pt x="554412" y="224607"/>
                  </a:lnTo>
                  <a:lnTo>
                    <a:pt x="566178" y="220047"/>
                  </a:lnTo>
                  <a:close/>
                  <a:moveTo>
                    <a:pt x="578586" y="43220"/>
                  </a:moveTo>
                  <a:lnTo>
                    <a:pt x="568717" y="62657"/>
                  </a:lnTo>
                  <a:lnTo>
                    <a:pt x="588537" y="49970"/>
                  </a:lnTo>
                  <a:close/>
                  <a:moveTo>
                    <a:pt x="588537" y="49970"/>
                  </a:moveTo>
                  <a:lnTo>
                    <a:pt x="568717" y="62657"/>
                  </a:lnTo>
                  <a:lnTo>
                    <a:pt x="568918" y="83579"/>
                  </a:lnTo>
                  <a:close/>
                  <a:moveTo>
                    <a:pt x="557220" y="3594"/>
                  </a:moveTo>
                  <a:lnTo>
                    <a:pt x="578586" y="43220"/>
                  </a:lnTo>
                  <a:lnTo>
                    <a:pt x="558858" y="6466"/>
                  </a:lnTo>
                  <a:close/>
                  <a:moveTo>
                    <a:pt x="557220" y="3594"/>
                  </a:moveTo>
                  <a:lnTo>
                    <a:pt x="577309" y="32010"/>
                  </a:lnTo>
                  <a:lnTo>
                    <a:pt x="578586" y="43220"/>
                  </a:lnTo>
                  <a:close/>
                  <a:moveTo>
                    <a:pt x="557220" y="3594"/>
                  </a:moveTo>
                  <a:lnTo>
                    <a:pt x="558858" y="6466"/>
                  </a:lnTo>
                  <a:lnTo>
                    <a:pt x="551959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03" name="Input_density__103">
              <a:extLst>
                <a:ext uri="{FF2B5EF4-FFF2-40B4-BE49-F238E27FC236}">
                  <a16:creationId xmlns:a16="http://schemas.microsoft.com/office/drawing/2014/main" id="{BDBFD2AC-3958-2672-3B24-7BFA9018993D}"/>
                </a:ext>
              </a:extLst>
            </p:cNvPr>
            <p:cNvSpPr>
              <a:spLocks noGrp="1"/>
            </p:cNvSpPr>
            <p:nvPr/>
          </p:nvSpPr>
          <p:spPr>
            <a:xfrm>
              <a:off x="907147" y="1490977"/>
              <a:ext cx="720599" cy="1542250"/>
            </a:xfrm>
            <a:custGeom>
              <a:avLst/>
              <a:gdLst/>
              <a:ahLst/>
              <a:cxnLst/>
              <a:rect l="0" t="0" r="0" b="0"/>
              <a:pathLst>
                <a:path w="720599" h="1542250">
                  <a:moveTo>
                    <a:pt x="50177" y="1490246"/>
                  </a:moveTo>
                  <a:lnTo>
                    <a:pt x="93941" y="1509818"/>
                  </a:lnTo>
                  <a:lnTo>
                    <a:pt x="68336" y="1473062"/>
                  </a:lnTo>
                  <a:close/>
                  <a:moveTo>
                    <a:pt x="125144" y="1492634"/>
                  </a:moveTo>
                  <a:lnTo>
                    <a:pt x="93941" y="1509818"/>
                  </a:lnTo>
                  <a:lnTo>
                    <a:pt x="117859" y="1542250"/>
                  </a:lnTo>
                  <a:close/>
                  <a:moveTo>
                    <a:pt x="201134" y="1384757"/>
                  </a:moveTo>
                  <a:lnTo>
                    <a:pt x="215313" y="1368838"/>
                  </a:lnTo>
                  <a:lnTo>
                    <a:pt x="173305" y="1395283"/>
                  </a:lnTo>
                  <a:close/>
                  <a:moveTo>
                    <a:pt x="173305" y="1395283"/>
                  </a:moveTo>
                  <a:lnTo>
                    <a:pt x="215313" y="1368838"/>
                  </a:lnTo>
                  <a:lnTo>
                    <a:pt x="197159" y="1358231"/>
                  </a:lnTo>
                  <a:close/>
                  <a:moveTo>
                    <a:pt x="190239" y="1274363"/>
                  </a:moveTo>
                  <a:lnTo>
                    <a:pt x="186765" y="1290469"/>
                  </a:lnTo>
                  <a:lnTo>
                    <a:pt x="190930" y="1257309"/>
                  </a:lnTo>
                  <a:close/>
                  <a:moveTo>
                    <a:pt x="185940" y="1295517"/>
                  </a:moveTo>
                  <a:lnTo>
                    <a:pt x="186765" y="1290469"/>
                  </a:lnTo>
                  <a:lnTo>
                    <a:pt x="190239" y="1274363"/>
                  </a:lnTo>
                  <a:close/>
                  <a:moveTo>
                    <a:pt x="206909" y="1241209"/>
                  </a:moveTo>
                  <a:lnTo>
                    <a:pt x="190239" y="1274363"/>
                  </a:lnTo>
                  <a:lnTo>
                    <a:pt x="190930" y="1257309"/>
                  </a:lnTo>
                  <a:close/>
                  <a:moveTo>
                    <a:pt x="260629" y="1221273"/>
                  </a:moveTo>
                  <a:lnTo>
                    <a:pt x="238956" y="1236449"/>
                  </a:lnTo>
                  <a:lnTo>
                    <a:pt x="206909" y="1241209"/>
                  </a:lnTo>
                  <a:close/>
                  <a:moveTo>
                    <a:pt x="260629" y="1221273"/>
                  </a:moveTo>
                  <a:lnTo>
                    <a:pt x="206909" y="1241209"/>
                  </a:lnTo>
                  <a:lnTo>
                    <a:pt x="231353" y="1236391"/>
                  </a:lnTo>
                  <a:close/>
                  <a:moveTo>
                    <a:pt x="62977" y="1076800"/>
                  </a:moveTo>
                  <a:lnTo>
                    <a:pt x="86744" y="1069451"/>
                  </a:lnTo>
                  <a:lnTo>
                    <a:pt x="68345" y="1073534"/>
                  </a:lnTo>
                  <a:close/>
                  <a:moveTo>
                    <a:pt x="86744" y="1069451"/>
                  </a:moveTo>
                  <a:lnTo>
                    <a:pt x="95814" y="1056351"/>
                  </a:lnTo>
                  <a:lnTo>
                    <a:pt x="68345" y="1073534"/>
                  </a:lnTo>
                  <a:close/>
                  <a:moveTo>
                    <a:pt x="55103" y="1034479"/>
                  </a:moveTo>
                  <a:lnTo>
                    <a:pt x="57574" y="1056598"/>
                  </a:lnTo>
                  <a:lnTo>
                    <a:pt x="84701" y="1019596"/>
                  </a:lnTo>
                  <a:close/>
                  <a:moveTo>
                    <a:pt x="84701" y="1019596"/>
                  </a:moveTo>
                  <a:lnTo>
                    <a:pt x="57574" y="1056598"/>
                  </a:lnTo>
                  <a:lnTo>
                    <a:pt x="68345" y="1073534"/>
                  </a:lnTo>
                  <a:close/>
                  <a:moveTo>
                    <a:pt x="84701" y="1019596"/>
                  </a:moveTo>
                  <a:lnTo>
                    <a:pt x="68345" y="1073534"/>
                  </a:lnTo>
                  <a:lnTo>
                    <a:pt x="95814" y="1056351"/>
                  </a:lnTo>
                  <a:close/>
                  <a:moveTo>
                    <a:pt x="234415" y="1238449"/>
                  </a:moveTo>
                  <a:lnTo>
                    <a:pt x="277894" y="1230189"/>
                  </a:lnTo>
                  <a:lnTo>
                    <a:pt x="260629" y="1221273"/>
                  </a:lnTo>
                  <a:close/>
                  <a:moveTo>
                    <a:pt x="107987" y="965657"/>
                  </a:moveTo>
                  <a:lnTo>
                    <a:pt x="67136" y="996138"/>
                  </a:lnTo>
                  <a:lnTo>
                    <a:pt x="84701" y="1019596"/>
                  </a:lnTo>
                  <a:close/>
                  <a:moveTo>
                    <a:pt x="107987" y="965657"/>
                  </a:moveTo>
                  <a:lnTo>
                    <a:pt x="114136" y="951079"/>
                  </a:lnTo>
                  <a:lnTo>
                    <a:pt x="72715" y="975414"/>
                  </a:lnTo>
                  <a:close/>
                  <a:moveTo>
                    <a:pt x="72715" y="975414"/>
                  </a:moveTo>
                  <a:lnTo>
                    <a:pt x="114136" y="951079"/>
                  </a:lnTo>
                  <a:lnTo>
                    <a:pt x="99605" y="935893"/>
                  </a:lnTo>
                  <a:close/>
                  <a:moveTo>
                    <a:pt x="272727" y="1074087"/>
                  </a:moveTo>
                  <a:lnTo>
                    <a:pt x="244337" y="1075922"/>
                  </a:lnTo>
                  <a:lnTo>
                    <a:pt x="219503" y="1095877"/>
                  </a:lnTo>
                  <a:close/>
                  <a:moveTo>
                    <a:pt x="139623" y="948474"/>
                  </a:moveTo>
                  <a:lnTo>
                    <a:pt x="122611" y="917190"/>
                  </a:lnTo>
                  <a:lnTo>
                    <a:pt x="116406" y="928903"/>
                  </a:lnTo>
                  <a:close/>
                  <a:moveTo>
                    <a:pt x="110685" y="892147"/>
                  </a:moveTo>
                  <a:lnTo>
                    <a:pt x="116406" y="928903"/>
                  </a:lnTo>
                  <a:lnTo>
                    <a:pt x="114489" y="879046"/>
                  </a:lnTo>
                  <a:close/>
                  <a:moveTo>
                    <a:pt x="116406" y="928903"/>
                  </a:moveTo>
                  <a:lnTo>
                    <a:pt x="122611" y="917190"/>
                  </a:lnTo>
                  <a:lnTo>
                    <a:pt x="114489" y="879046"/>
                  </a:lnTo>
                  <a:close/>
                  <a:moveTo>
                    <a:pt x="272727" y="1074087"/>
                  </a:moveTo>
                  <a:lnTo>
                    <a:pt x="293247" y="1083466"/>
                  </a:lnTo>
                  <a:lnTo>
                    <a:pt x="283607" y="1058739"/>
                  </a:lnTo>
                  <a:close/>
                  <a:moveTo>
                    <a:pt x="283607" y="1058739"/>
                  </a:moveTo>
                  <a:lnTo>
                    <a:pt x="320142" y="1078311"/>
                  </a:lnTo>
                  <a:lnTo>
                    <a:pt x="317758" y="1041555"/>
                  </a:lnTo>
                  <a:close/>
                  <a:moveTo>
                    <a:pt x="302066" y="1004801"/>
                  </a:moveTo>
                  <a:lnTo>
                    <a:pt x="292267" y="1021857"/>
                  </a:lnTo>
                  <a:lnTo>
                    <a:pt x="283607" y="1058739"/>
                  </a:lnTo>
                  <a:close/>
                  <a:moveTo>
                    <a:pt x="317758" y="1041555"/>
                  </a:moveTo>
                  <a:lnTo>
                    <a:pt x="302066" y="1004801"/>
                  </a:lnTo>
                  <a:lnTo>
                    <a:pt x="283607" y="1058739"/>
                  </a:lnTo>
                  <a:close/>
                  <a:moveTo>
                    <a:pt x="292553" y="1021984"/>
                  </a:moveTo>
                  <a:lnTo>
                    <a:pt x="307848" y="984616"/>
                  </a:lnTo>
                  <a:lnTo>
                    <a:pt x="315500" y="968046"/>
                  </a:lnTo>
                  <a:close/>
                  <a:moveTo>
                    <a:pt x="307848" y="984616"/>
                  </a:moveTo>
                  <a:lnTo>
                    <a:pt x="292267" y="1021857"/>
                  </a:lnTo>
                  <a:lnTo>
                    <a:pt x="302066" y="1004801"/>
                  </a:lnTo>
                  <a:close/>
                  <a:moveTo>
                    <a:pt x="307848" y="984616"/>
                  </a:moveTo>
                  <a:lnTo>
                    <a:pt x="324829" y="951896"/>
                  </a:lnTo>
                  <a:lnTo>
                    <a:pt x="315500" y="968046"/>
                  </a:lnTo>
                  <a:close/>
                  <a:moveTo>
                    <a:pt x="324829" y="951896"/>
                  </a:moveTo>
                  <a:lnTo>
                    <a:pt x="325493" y="950862"/>
                  </a:lnTo>
                  <a:lnTo>
                    <a:pt x="315500" y="968046"/>
                  </a:lnTo>
                  <a:close/>
                  <a:moveTo>
                    <a:pt x="107874" y="735251"/>
                  </a:moveTo>
                  <a:lnTo>
                    <a:pt x="85021" y="747516"/>
                  </a:lnTo>
                  <a:lnTo>
                    <a:pt x="128540" y="733381"/>
                  </a:lnTo>
                  <a:close/>
                  <a:moveTo>
                    <a:pt x="521489" y="1092663"/>
                  </a:moveTo>
                  <a:lnTo>
                    <a:pt x="534151" y="1080699"/>
                  </a:lnTo>
                  <a:lnTo>
                    <a:pt x="520459" y="1097882"/>
                  </a:lnTo>
                  <a:close/>
                  <a:moveTo>
                    <a:pt x="269091" y="834622"/>
                  </a:moveTo>
                  <a:lnTo>
                    <a:pt x="286904" y="810103"/>
                  </a:lnTo>
                  <a:lnTo>
                    <a:pt x="266897" y="840597"/>
                  </a:lnTo>
                  <a:close/>
                  <a:moveTo>
                    <a:pt x="206060" y="679788"/>
                  </a:moveTo>
                  <a:lnTo>
                    <a:pt x="181790" y="694619"/>
                  </a:lnTo>
                  <a:lnTo>
                    <a:pt x="180301" y="718389"/>
                  </a:lnTo>
                  <a:close/>
                  <a:moveTo>
                    <a:pt x="180301" y="718389"/>
                  </a:moveTo>
                  <a:lnTo>
                    <a:pt x="196468" y="713149"/>
                  </a:lnTo>
                  <a:lnTo>
                    <a:pt x="206060" y="679788"/>
                  </a:lnTo>
                  <a:close/>
                  <a:moveTo>
                    <a:pt x="173414" y="663303"/>
                  </a:moveTo>
                  <a:lnTo>
                    <a:pt x="152145" y="679989"/>
                  </a:lnTo>
                  <a:lnTo>
                    <a:pt x="140608" y="693577"/>
                  </a:lnTo>
                  <a:close/>
                  <a:moveTo>
                    <a:pt x="542818" y="1076198"/>
                  </a:moveTo>
                  <a:lnTo>
                    <a:pt x="534151" y="1080699"/>
                  </a:lnTo>
                  <a:lnTo>
                    <a:pt x="521489" y="1092663"/>
                  </a:lnTo>
                  <a:close/>
                  <a:moveTo>
                    <a:pt x="563726" y="1070848"/>
                  </a:moveTo>
                  <a:lnTo>
                    <a:pt x="611932" y="1085452"/>
                  </a:lnTo>
                  <a:lnTo>
                    <a:pt x="583818" y="1063516"/>
                  </a:lnTo>
                  <a:close/>
                  <a:moveTo>
                    <a:pt x="231561" y="703803"/>
                  </a:moveTo>
                  <a:lnTo>
                    <a:pt x="211254" y="680203"/>
                  </a:lnTo>
                  <a:lnTo>
                    <a:pt x="196468" y="713149"/>
                  </a:lnTo>
                  <a:close/>
                  <a:moveTo>
                    <a:pt x="673018" y="1083087"/>
                  </a:moveTo>
                  <a:lnTo>
                    <a:pt x="664446" y="1061009"/>
                  </a:lnTo>
                  <a:lnTo>
                    <a:pt x="647369" y="1093370"/>
                  </a:lnTo>
                  <a:close/>
                  <a:moveTo>
                    <a:pt x="599344" y="1009577"/>
                  </a:moveTo>
                  <a:lnTo>
                    <a:pt x="583818" y="1063516"/>
                  </a:lnTo>
                  <a:lnTo>
                    <a:pt x="623967" y="1034242"/>
                  </a:lnTo>
                  <a:close/>
                  <a:moveTo>
                    <a:pt x="623967" y="1034242"/>
                  </a:moveTo>
                  <a:lnTo>
                    <a:pt x="583818" y="1063516"/>
                  </a:lnTo>
                  <a:lnTo>
                    <a:pt x="623718" y="1049164"/>
                  </a:lnTo>
                  <a:close/>
                  <a:moveTo>
                    <a:pt x="664446" y="1061009"/>
                  </a:moveTo>
                  <a:lnTo>
                    <a:pt x="654235" y="1046332"/>
                  </a:lnTo>
                  <a:lnTo>
                    <a:pt x="611932" y="1085452"/>
                  </a:lnTo>
                  <a:close/>
                  <a:moveTo>
                    <a:pt x="654235" y="1046332"/>
                  </a:moveTo>
                  <a:lnTo>
                    <a:pt x="659240" y="1041546"/>
                  </a:lnTo>
                  <a:lnTo>
                    <a:pt x="646079" y="1013326"/>
                  </a:lnTo>
                  <a:close/>
                  <a:moveTo>
                    <a:pt x="623718" y="1049164"/>
                  </a:moveTo>
                  <a:lnTo>
                    <a:pt x="654235" y="1046332"/>
                  </a:lnTo>
                  <a:lnTo>
                    <a:pt x="646079" y="1013326"/>
                  </a:lnTo>
                  <a:close/>
                  <a:moveTo>
                    <a:pt x="575128" y="990006"/>
                  </a:moveTo>
                  <a:lnTo>
                    <a:pt x="599344" y="1009577"/>
                  </a:lnTo>
                  <a:lnTo>
                    <a:pt x="601839" y="972822"/>
                  </a:lnTo>
                  <a:close/>
                  <a:moveTo>
                    <a:pt x="646079" y="1013326"/>
                  </a:moveTo>
                  <a:lnTo>
                    <a:pt x="659240" y="1041546"/>
                  </a:lnTo>
                  <a:lnTo>
                    <a:pt x="665091" y="1009577"/>
                  </a:lnTo>
                  <a:close/>
                  <a:moveTo>
                    <a:pt x="605931" y="966806"/>
                  </a:moveTo>
                  <a:lnTo>
                    <a:pt x="575128" y="990006"/>
                  </a:lnTo>
                  <a:lnTo>
                    <a:pt x="601839" y="972822"/>
                  </a:lnTo>
                  <a:close/>
                  <a:moveTo>
                    <a:pt x="23518" y="284181"/>
                  </a:moveTo>
                  <a:lnTo>
                    <a:pt x="4480" y="328416"/>
                  </a:lnTo>
                  <a:lnTo>
                    <a:pt x="0" y="311232"/>
                  </a:lnTo>
                  <a:close/>
                  <a:moveTo>
                    <a:pt x="23518" y="284181"/>
                  </a:moveTo>
                  <a:lnTo>
                    <a:pt x="7973" y="322268"/>
                  </a:lnTo>
                  <a:lnTo>
                    <a:pt x="4480" y="328416"/>
                  </a:lnTo>
                  <a:close/>
                  <a:moveTo>
                    <a:pt x="23518" y="284181"/>
                  </a:moveTo>
                  <a:lnTo>
                    <a:pt x="30676" y="274477"/>
                  </a:lnTo>
                  <a:lnTo>
                    <a:pt x="29289" y="291661"/>
                  </a:lnTo>
                  <a:close/>
                  <a:moveTo>
                    <a:pt x="673018" y="1083087"/>
                  </a:moveTo>
                  <a:lnTo>
                    <a:pt x="720599" y="1050172"/>
                  </a:lnTo>
                  <a:lnTo>
                    <a:pt x="661872" y="1045233"/>
                  </a:lnTo>
                  <a:close/>
                  <a:moveTo>
                    <a:pt x="661872" y="1045233"/>
                  </a:moveTo>
                  <a:lnTo>
                    <a:pt x="720599" y="1050172"/>
                  </a:lnTo>
                  <a:lnTo>
                    <a:pt x="708543" y="1034379"/>
                  </a:lnTo>
                  <a:close/>
                  <a:moveTo>
                    <a:pt x="661872" y="1045233"/>
                  </a:moveTo>
                  <a:lnTo>
                    <a:pt x="699684" y="996834"/>
                  </a:lnTo>
                  <a:lnTo>
                    <a:pt x="659240" y="1041546"/>
                  </a:lnTo>
                  <a:close/>
                  <a:moveTo>
                    <a:pt x="637721" y="989458"/>
                  </a:moveTo>
                  <a:lnTo>
                    <a:pt x="636850" y="993741"/>
                  </a:lnTo>
                  <a:lnTo>
                    <a:pt x="645186" y="989001"/>
                  </a:lnTo>
                  <a:close/>
                  <a:moveTo>
                    <a:pt x="653699" y="924622"/>
                  </a:moveTo>
                  <a:lnTo>
                    <a:pt x="605931" y="966806"/>
                  </a:lnTo>
                  <a:lnTo>
                    <a:pt x="624453" y="939850"/>
                  </a:lnTo>
                  <a:close/>
                  <a:moveTo>
                    <a:pt x="303621" y="605273"/>
                  </a:moveTo>
                  <a:lnTo>
                    <a:pt x="311251" y="603699"/>
                  </a:lnTo>
                  <a:lnTo>
                    <a:pt x="295109" y="568517"/>
                  </a:lnTo>
                  <a:close/>
                  <a:moveTo>
                    <a:pt x="311251" y="603699"/>
                  </a:moveTo>
                  <a:lnTo>
                    <a:pt x="363092" y="588642"/>
                  </a:lnTo>
                  <a:lnTo>
                    <a:pt x="345560" y="558148"/>
                  </a:lnTo>
                  <a:close/>
                  <a:moveTo>
                    <a:pt x="311251" y="603699"/>
                  </a:moveTo>
                  <a:lnTo>
                    <a:pt x="345560" y="558148"/>
                  </a:lnTo>
                  <a:lnTo>
                    <a:pt x="303518" y="565239"/>
                  </a:lnTo>
                  <a:close/>
                  <a:moveTo>
                    <a:pt x="50285" y="259680"/>
                  </a:moveTo>
                  <a:lnTo>
                    <a:pt x="30676" y="274477"/>
                  </a:lnTo>
                  <a:lnTo>
                    <a:pt x="69047" y="262442"/>
                  </a:lnTo>
                  <a:close/>
                  <a:moveTo>
                    <a:pt x="624453" y="939850"/>
                  </a:moveTo>
                  <a:lnTo>
                    <a:pt x="643249" y="943791"/>
                  </a:lnTo>
                  <a:lnTo>
                    <a:pt x="653699" y="924622"/>
                  </a:lnTo>
                  <a:close/>
                  <a:moveTo>
                    <a:pt x="653699" y="924622"/>
                  </a:moveTo>
                  <a:lnTo>
                    <a:pt x="643249" y="943791"/>
                  </a:lnTo>
                  <a:lnTo>
                    <a:pt x="671427" y="901700"/>
                  </a:lnTo>
                  <a:close/>
                  <a:moveTo>
                    <a:pt x="671755" y="895921"/>
                  </a:moveTo>
                  <a:lnTo>
                    <a:pt x="669130" y="905092"/>
                  </a:lnTo>
                  <a:lnTo>
                    <a:pt x="671427" y="901700"/>
                  </a:lnTo>
                  <a:close/>
                  <a:moveTo>
                    <a:pt x="701188" y="881387"/>
                  </a:moveTo>
                  <a:lnTo>
                    <a:pt x="683005" y="864945"/>
                  </a:lnTo>
                  <a:lnTo>
                    <a:pt x="682051" y="906047"/>
                  </a:lnTo>
                  <a:close/>
                  <a:moveTo>
                    <a:pt x="671755" y="895921"/>
                  </a:moveTo>
                  <a:lnTo>
                    <a:pt x="679175" y="901700"/>
                  </a:lnTo>
                  <a:lnTo>
                    <a:pt x="669130" y="905092"/>
                  </a:lnTo>
                  <a:close/>
                  <a:moveTo>
                    <a:pt x="159011" y="224619"/>
                  </a:moveTo>
                  <a:lnTo>
                    <a:pt x="135679" y="233595"/>
                  </a:lnTo>
                  <a:lnTo>
                    <a:pt x="104502" y="241604"/>
                  </a:lnTo>
                  <a:close/>
                  <a:moveTo>
                    <a:pt x="159011" y="224619"/>
                  </a:moveTo>
                  <a:lnTo>
                    <a:pt x="104502" y="241604"/>
                  </a:lnTo>
                  <a:lnTo>
                    <a:pt x="128177" y="233912"/>
                  </a:lnTo>
                  <a:close/>
                  <a:moveTo>
                    <a:pt x="325959" y="412753"/>
                  </a:moveTo>
                  <a:lnTo>
                    <a:pt x="328734" y="406702"/>
                  </a:lnTo>
                  <a:lnTo>
                    <a:pt x="308671" y="410446"/>
                  </a:lnTo>
                  <a:close/>
                  <a:moveTo>
                    <a:pt x="497794" y="605144"/>
                  </a:moveTo>
                  <a:lnTo>
                    <a:pt x="490574" y="620614"/>
                  </a:lnTo>
                  <a:lnTo>
                    <a:pt x="497450" y="590477"/>
                  </a:lnTo>
                  <a:close/>
                  <a:moveTo>
                    <a:pt x="507501" y="559322"/>
                  </a:moveTo>
                  <a:lnTo>
                    <a:pt x="497794" y="605144"/>
                  </a:lnTo>
                  <a:lnTo>
                    <a:pt x="497450" y="590477"/>
                  </a:lnTo>
                  <a:close/>
                  <a:moveTo>
                    <a:pt x="542680" y="550992"/>
                  </a:moveTo>
                  <a:lnTo>
                    <a:pt x="527279" y="553722"/>
                  </a:lnTo>
                  <a:lnTo>
                    <a:pt x="566702" y="559883"/>
                  </a:lnTo>
                  <a:close/>
                  <a:moveTo>
                    <a:pt x="527279" y="553722"/>
                  </a:moveTo>
                  <a:lnTo>
                    <a:pt x="507501" y="559322"/>
                  </a:lnTo>
                  <a:lnTo>
                    <a:pt x="566702" y="559883"/>
                  </a:lnTo>
                  <a:close/>
                  <a:moveTo>
                    <a:pt x="542680" y="550992"/>
                  </a:moveTo>
                  <a:lnTo>
                    <a:pt x="566702" y="559883"/>
                  </a:lnTo>
                  <a:lnTo>
                    <a:pt x="586380" y="536539"/>
                  </a:lnTo>
                  <a:close/>
                  <a:moveTo>
                    <a:pt x="647513" y="519941"/>
                  </a:moveTo>
                  <a:lnTo>
                    <a:pt x="602742" y="529252"/>
                  </a:lnTo>
                  <a:lnTo>
                    <a:pt x="649015" y="522277"/>
                  </a:lnTo>
                  <a:close/>
                  <a:moveTo>
                    <a:pt x="602742" y="529252"/>
                  </a:moveTo>
                  <a:lnTo>
                    <a:pt x="616415" y="524966"/>
                  </a:lnTo>
                  <a:lnTo>
                    <a:pt x="649015" y="522277"/>
                  </a:lnTo>
                  <a:close/>
                  <a:moveTo>
                    <a:pt x="616415" y="524966"/>
                  </a:moveTo>
                  <a:lnTo>
                    <a:pt x="641173" y="521325"/>
                  </a:lnTo>
                  <a:lnTo>
                    <a:pt x="649015" y="522277"/>
                  </a:lnTo>
                  <a:close/>
                  <a:moveTo>
                    <a:pt x="420519" y="98432"/>
                  </a:moveTo>
                  <a:lnTo>
                    <a:pt x="439220" y="72144"/>
                  </a:lnTo>
                  <a:lnTo>
                    <a:pt x="422853" y="80684"/>
                  </a:lnTo>
                  <a:close/>
                  <a:moveTo>
                    <a:pt x="437979" y="63501"/>
                  </a:moveTo>
                  <a:lnTo>
                    <a:pt x="446759" y="26746"/>
                  </a:lnTo>
                  <a:lnTo>
                    <a:pt x="422853" y="80684"/>
                  </a:lnTo>
                  <a:close/>
                  <a:moveTo>
                    <a:pt x="478976" y="0"/>
                  </a:moveTo>
                  <a:lnTo>
                    <a:pt x="456758" y="13141"/>
                  </a:lnTo>
                  <a:lnTo>
                    <a:pt x="446759" y="26746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04" name="Input_density__104">
              <a:extLst>
                <a:ext uri="{FF2B5EF4-FFF2-40B4-BE49-F238E27FC236}">
                  <a16:creationId xmlns:a16="http://schemas.microsoft.com/office/drawing/2014/main" id="{A7E59552-9F29-53F9-8431-4FFD42E88E0F}"/>
                </a:ext>
              </a:extLst>
            </p:cNvPr>
            <p:cNvSpPr>
              <a:spLocks noGrp="1"/>
            </p:cNvSpPr>
            <p:nvPr/>
          </p:nvSpPr>
          <p:spPr>
            <a:xfrm>
              <a:off x="891283" y="1664743"/>
              <a:ext cx="1033665" cy="1519827"/>
            </a:xfrm>
            <a:custGeom>
              <a:avLst/>
              <a:gdLst/>
              <a:ahLst/>
              <a:cxnLst/>
              <a:rect l="0" t="0" r="0" b="0"/>
              <a:pathLst>
                <a:path w="1033665" h="1519827">
                  <a:moveTo>
                    <a:pt x="137976" y="1356016"/>
                  </a:moveTo>
                  <a:lnTo>
                    <a:pt x="154805" y="1372807"/>
                  </a:lnTo>
                  <a:lnTo>
                    <a:pt x="133724" y="1368485"/>
                  </a:lnTo>
                  <a:close/>
                  <a:moveTo>
                    <a:pt x="299758" y="1519827"/>
                  </a:moveTo>
                  <a:lnTo>
                    <a:pt x="313391" y="1515021"/>
                  </a:lnTo>
                  <a:lnTo>
                    <a:pt x="269552" y="1502592"/>
                  </a:lnTo>
                  <a:close/>
                  <a:moveTo>
                    <a:pt x="233927" y="1493974"/>
                  </a:moveTo>
                  <a:lnTo>
                    <a:pt x="269552" y="1502592"/>
                  </a:lnTo>
                  <a:lnTo>
                    <a:pt x="290019" y="1482909"/>
                  </a:lnTo>
                  <a:close/>
                  <a:moveTo>
                    <a:pt x="154805" y="1372807"/>
                  </a:moveTo>
                  <a:lnTo>
                    <a:pt x="181054" y="1362356"/>
                  </a:lnTo>
                  <a:lnTo>
                    <a:pt x="133724" y="1368485"/>
                  </a:lnTo>
                  <a:close/>
                  <a:moveTo>
                    <a:pt x="133724" y="1368485"/>
                  </a:moveTo>
                  <a:lnTo>
                    <a:pt x="181054" y="1362356"/>
                  </a:lnTo>
                  <a:lnTo>
                    <a:pt x="189097" y="1354731"/>
                  </a:lnTo>
                  <a:close/>
                  <a:moveTo>
                    <a:pt x="219380" y="1343377"/>
                  </a:moveTo>
                  <a:lnTo>
                    <a:pt x="209166" y="1333556"/>
                  </a:lnTo>
                  <a:lnTo>
                    <a:pt x="189097" y="1354731"/>
                  </a:lnTo>
                  <a:close/>
                  <a:moveTo>
                    <a:pt x="222926" y="1131667"/>
                  </a:moveTo>
                  <a:lnTo>
                    <a:pt x="253046" y="1152255"/>
                  </a:lnTo>
                  <a:lnTo>
                    <a:pt x="278370" y="1158429"/>
                  </a:lnTo>
                  <a:close/>
                  <a:moveTo>
                    <a:pt x="66432" y="864400"/>
                  </a:moveTo>
                  <a:lnTo>
                    <a:pt x="44674" y="863013"/>
                  </a:lnTo>
                  <a:lnTo>
                    <a:pt x="12644" y="836294"/>
                  </a:lnTo>
                  <a:close/>
                  <a:moveTo>
                    <a:pt x="72725" y="845830"/>
                  </a:moveTo>
                  <a:lnTo>
                    <a:pt x="36091" y="861979"/>
                  </a:lnTo>
                  <a:lnTo>
                    <a:pt x="83000" y="822373"/>
                  </a:lnTo>
                  <a:close/>
                  <a:moveTo>
                    <a:pt x="34518" y="861890"/>
                  </a:moveTo>
                  <a:lnTo>
                    <a:pt x="44674" y="863013"/>
                  </a:lnTo>
                  <a:lnTo>
                    <a:pt x="83000" y="822373"/>
                  </a:lnTo>
                  <a:close/>
                  <a:moveTo>
                    <a:pt x="378796" y="1130960"/>
                  </a:moveTo>
                  <a:lnTo>
                    <a:pt x="335367" y="1143050"/>
                  </a:lnTo>
                  <a:lnTo>
                    <a:pt x="372778" y="1158347"/>
                  </a:lnTo>
                  <a:close/>
                  <a:moveTo>
                    <a:pt x="378796" y="1130960"/>
                  </a:moveTo>
                  <a:lnTo>
                    <a:pt x="335331" y="1139208"/>
                  </a:lnTo>
                  <a:lnTo>
                    <a:pt x="335367" y="1143050"/>
                  </a:lnTo>
                  <a:close/>
                  <a:moveTo>
                    <a:pt x="378796" y="1130960"/>
                  </a:moveTo>
                  <a:lnTo>
                    <a:pt x="372778" y="1158347"/>
                  </a:lnTo>
                  <a:lnTo>
                    <a:pt x="382871" y="1139870"/>
                  </a:lnTo>
                  <a:close/>
                  <a:moveTo>
                    <a:pt x="88579" y="801648"/>
                  </a:moveTo>
                  <a:lnTo>
                    <a:pt x="77611" y="765818"/>
                  </a:lnTo>
                  <a:lnTo>
                    <a:pt x="91481" y="791892"/>
                  </a:lnTo>
                  <a:close/>
                  <a:moveTo>
                    <a:pt x="45364" y="720199"/>
                  </a:moveTo>
                  <a:lnTo>
                    <a:pt x="76410" y="755137"/>
                  </a:lnTo>
                  <a:lnTo>
                    <a:pt x="77611" y="765818"/>
                  </a:lnTo>
                  <a:close/>
                  <a:moveTo>
                    <a:pt x="0" y="735565"/>
                  </a:moveTo>
                  <a:lnTo>
                    <a:pt x="45364" y="720199"/>
                  </a:lnTo>
                  <a:lnTo>
                    <a:pt x="47356" y="717473"/>
                  </a:lnTo>
                  <a:close/>
                  <a:moveTo>
                    <a:pt x="45364" y="720199"/>
                  </a:moveTo>
                  <a:lnTo>
                    <a:pt x="76232" y="722192"/>
                  </a:lnTo>
                  <a:lnTo>
                    <a:pt x="47356" y="717473"/>
                  </a:lnTo>
                  <a:close/>
                  <a:moveTo>
                    <a:pt x="76232" y="722192"/>
                  </a:moveTo>
                  <a:lnTo>
                    <a:pt x="78173" y="708118"/>
                  </a:lnTo>
                  <a:lnTo>
                    <a:pt x="47356" y="717473"/>
                  </a:lnTo>
                  <a:close/>
                  <a:moveTo>
                    <a:pt x="78173" y="708118"/>
                  </a:moveTo>
                  <a:lnTo>
                    <a:pt x="76232" y="722192"/>
                  </a:lnTo>
                  <a:lnTo>
                    <a:pt x="91089" y="681627"/>
                  </a:lnTo>
                  <a:close/>
                  <a:moveTo>
                    <a:pt x="350945" y="912670"/>
                  </a:moveTo>
                  <a:lnTo>
                    <a:pt x="366128" y="917523"/>
                  </a:lnTo>
                  <a:lnTo>
                    <a:pt x="358969" y="904545"/>
                  </a:lnTo>
                  <a:close/>
                  <a:moveTo>
                    <a:pt x="666678" y="1144647"/>
                  </a:moveTo>
                  <a:lnTo>
                    <a:pt x="652418" y="1167793"/>
                  </a:lnTo>
                  <a:lnTo>
                    <a:pt x="673170" y="1149172"/>
                  </a:lnTo>
                  <a:close/>
                  <a:moveTo>
                    <a:pt x="654300" y="1107892"/>
                  </a:moveTo>
                  <a:lnTo>
                    <a:pt x="625001" y="1093649"/>
                  </a:lnTo>
                  <a:lnTo>
                    <a:pt x="606095" y="1119174"/>
                  </a:lnTo>
                  <a:close/>
                  <a:moveTo>
                    <a:pt x="606095" y="1119174"/>
                  </a:moveTo>
                  <a:lnTo>
                    <a:pt x="571046" y="1083017"/>
                  </a:lnTo>
                  <a:lnTo>
                    <a:pt x="573173" y="1088320"/>
                  </a:lnTo>
                  <a:close/>
                  <a:moveTo>
                    <a:pt x="561899" y="1078507"/>
                  </a:moveTo>
                  <a:lnTo>
                    <a:pt x="573173" y="1088320"/>
                  </a:lnTo>
                  <a:lnTo>
                    <a:pt x="571046" y="1083017"/>
                  </a:lnTo>
                  <a:close/>
                  <a:moveTo>
                    <a:pt x="370114" y="867790"/>
                  </a:moveTo>
                  <a:lnTo>
                    <a:pt x="353918" y="900361"/>
                  </a:lnTo>
                  <a:lnTo>
                    <a:pt x="358969" y="904545"/>
                  </a:lnTo>
                  <a:close/>
                  <a:moveTo>
                    <a:pt x="206770" y="670243"/>
                  </a:moveTo>
                  <a:lnTo>
                    <a:pt x="226412" y="696212"/>
                  </a:lnTo>
                  <a:lnTo>
                    <a:pt x="210447" y="684015"/>
                  </a:lnTo>
                  <a:close/>
                  <a:moveTo>
                    <a:pt x="288045" y="703587"/>
                  </a:moveTo>
                  <a:lnTo>
                    <a:pt x="302777" y="732577"/>
                  </a:lnTo>
                  <a:lnTo>
                    <a:pt x="327788" y="729878"/>
                  </a:lnTo>
                  <a:close/>
                  <a:moveTo>
                    <a:pt x="212205" y="647260"/>
                  </a:moveTo>
                  <a:lnTo>
                    <a:pt x="201727" y="630077"/>
                  </a:lnTo>
                  <a:lnTo>
                    <a:pt x="210447" y="684015"/>
                  </a:lnTo>
                  <a:close/>
                  <a:moveTo>
                    <a:pt x="212205" y="647260"/>
                  </a:moveTo>
                  <a:lnTo>
                    <a:pt x="219810" y="593322"/>
                  </a:lnTo>
                  <a:lnTo>
                    <a:pt x="201727" y="630077"/>
                  </a:lnTo>
                  <a:close/>
                  <a:moveTo>
                    <a:pt x="654300" y="1107892"/>
                  </a:moveTo>
                  <a:lnTo>
                    <a:pt x="666678" y="1144647"/>
                  </a:lnTo>
                  <a:lnTo>
                    <a:pt x="636795" y="1101400"/>
                  </a:lnTo>
                  <a:close/>
                  <a:moveTo>
                    <a:pt x="420900" y="765841"/>
                  </a:moveTo>
                  <a:lnTo>
                    <a:pt x="434411" y="799605"/>
                  </a:lnTo>
                  <a:lnTo>
                    <a:pt x="447284" y="813852"/>
                  </a:lnTo>
                  <a:close/>
                  <a:moveTo>
                    <a:pt x="434411" y="799605"/>
                  </a:moveTo>
                  <a:lnTo>
                    <a:pt x="420900" y="765841"/>
                  </a:lnTo>
                  <a:lnTo>
                    <a:pt x="432390" y="796668"/>
                  </a:lnTo>
                  <a:close/>
                  <a:moveTo>
                    <a:pt x="327788" y="729878"/>
                  </a:moveTo>
                  <a:lnTo>
                    <a:pt x="287751" y="703331"/>
                  </a:lnTo>
                  <a:lnTo>
                    <a:pt x="288045" y="703587"/>
                  </a:lnTo>
                  <a:close/>
                  <a:moveTo>
                    <a:pt x="728111" y="1170832"/>
                  </a:moveTo>
                  <a:lnTo>
                    <a:pt x="767337" y="1200973"/>
                  </a:lnTo>
                  <a:lnTo>
                    <a:pt x="739808" y="1177535"/>
                  </a:lnTo>
                  <a:close/>
                  <a:moveTo>
                    <a:pt x="806434" y="1147035"/>
                  </a:moveTo>
                  <a:lnTo>
                    <a:pt x="796296" y="1167949"/>
                  </a:lnTo>
                  <a:lnTo>
                    <a:pt x="815557" y="1153916"/>
                  </a:lnTo>
                  <a:close/>
                  <a:moveTo>
                    <a:pt x="815557" y="1153916"/>
                  </a:moveTo>
                  <a:lnTo>
                    <a:pt x="796296" y="1167949"/>
                  </a:lnTo>
                  <a:lnTo>
                    <a:pt x="794571" y="1188636"/>
                  </a:lnTo>
                  <a:close/>
                  <a:moveTo>
                    <a:pt x="815557" y="1153916"/>
                  </a:moveTo>
                  <a:lnTo>
                    <a:pt x="794571" y="1188636"/>
                  </a:lnTo>
                  <a:lnTo>
                    <a:pt x="831248" y="1185907"/>
                  </a:lnTo>
                  <a:close/>
                  <a:moveTo>
                    <a:pt x="831248" y="1185907"/>
                  </a:moveTo>
                  <a:lnTo>
                    <a:pt x="857025" y="1192039"/>
                  </a:lnTo>
                  <a:lnTo>
                    <a:pt x="815557" y="1153916"/>
                  </a:lnTo>
                  <a:close/>
                  <a:moveTo>
                    <a:pt x="586607" y="936125"/>
                  </a:moveTo>
                  <a:lnTo>
                    <a:pt x="596062" y="943688"/>
                  </a:lnTo>
                  <a:lnTo>
                    <a:pt x="579591" y="897082"/>
                  </a:lnTo>
                  <a:close/>
                  <a:moveTo>
                    <a:pt x="627796" y="911686"/>
                  </a:moveTo>
                  <a:lnTo>
                    <a:pt x="608591" y="936090"/>
                  </a:lnTo>
                  <a:lnTo>
                    <a:pt x="663233" y="919604"/>
                  </a:lnTo>
                  <a:close/>
                  <a:moveTo>
                    <a:pt x="87894" y="265240"/>
                  </a:moveTo>
                  <a:lnTo>
                    <a:pt x="70033" y="292849"/>
                  </a:lnTo>
                  <a:lnTo>
                    <a:pt x="88508" y="264915"/>
                  </a:lnTo>
                  <a:close/>
                  <a:moveTo>
                    <a:pt x="88508" y="264915"/>
                  </a:moveTo>
                  <a:lnTo>
                    <a:pt x="70033" y="292849"/>
                  </a:lnTo>
                  <a:lnTo>
                    <a:pt x="98577" y="318853"/>
                  </a:lnTo>
                  <a:close/>
                  <a:moveTo>
                    <a:pt x="88508" y="264915"/>
                  </a:moveTo>
                  <a:lnTo>
                    <a:pt x="98577" y="318853"/>
                  </a:lnTo>
                  <a:lnTo>
                    <a:pt x="102395" y="301670"/>
                  </a:lnTo>
                  <a:close/>
                  <a:moveTo>
                    <a:pt x="61809" y="262103"/>
                  </a:moveTo>
                  <a:lnTo>
                    <a:pt x="56888" y="282098"/>
                  </a:lnTo>
                  <a:lnTo>
                    <a:pt x="87894" y="265240"/>
                  </a:lnTo>
                  <a:close/>
                  <a:moveTo>
                    <a:pt x="88508" y="264915"/>
                  </a:moveTo>
                  <a:lnTo>
                    <a:pt x="60063" y="243119"/>
                  </a:lnTo>
                  <a:lnTo>
                    <a:pt x="62141" y="245343"/>
                  </a:lnTo>
                  <a:close/>
                  <a:moveTo>
                    <a:pt x="61809" y="262103"/>
                  </a:moveTo>
                  <a:lnTo>
                    <a:pt x="87894" y="265240"/>
                  </a:lnTo>
                  <a:lnTo>
                    <a:pt x="88508" y="264915"/>
                  </a:lnTo>
                  <a:close/>
                  <a:moveTo>
                    <a:pt x="62141" y="245343"/>
                  </a:moveTo>
                  <a:lnTo>
                    <a:pt x="61809" y="262103"/>
                  </a:lnTo>
                  <a:lnTo>
                    <a:pt x="88508" y="264915"/>
                  </a:lnTo>
                  <a:close/>
                  <a:moveTo>
                    <a:pt x="796081" y="1142662"/>
                  </a:moveTo>
                  <a:lnTo>
                    <a:pt x="806434" y="1147035"/>
                  </a:lnTo>
                  <a:lnTo>
                    <a:pt x="786358" y="1130793"/>
                  </a:lnTo>
                  <a:close/>
                  <a:moveTo>
                    <a:pt x="671848" y="926505"/>
                  </a:moveTo>
                  <a:lnTo>
                    <a:pt x="705271" y="952197"/>
                  </a:lnTo>
                  <a:lnTo>
                    <a:pt x="698476" y="946077"/>
                  </a:lnTo>
                  <a:close/>
                  <a:moveTo>
                    <a:pt x="512539" y="763177"/>
                  </a:moveTo>
                  <a:lnTo>
                    <a:pt x="518592" y="752543"/>
                  </a:lnTo>
                  <a:lnTo>
                    <a:pt x="536899" y="770460"/>
                  </a:lnTo>
                  <a:close/>
                  <a:moveTo>
                    <a:pt x="116897" y="224002"/>
                  </a:moveTo>
                  <a:lnTo>
                    <a:pt x="88508" y="264915"/>
                  </a:lnTo>
                  <a:lnTo>
                    <a:pt x="126800" y="260699"/>
                  </a:lnTo>
                  <a:close/>
                  <a:moveTo>
                    <a:pt x="124986" y="228160"/>
                  </a:moveTo>
                  <a:lnTo>
                    <a:pt x="125878" y="184654"/>
                  </a:lnTo>
                  <a:lnTo>
                    <a:pt x="116897" y="224002"/>
                  </a:lnTo>
                  <a:close/>
                  <a:moveTo>
                    <a:pt x="739888" y="909322"/>
                  </a:moveTo>
                  <a:lnTo>
                    <a:pt x="733337" y="872567"/>
                  </a:lnTo>
                  <a:lnTo>
                    <a:pt x="753762" y="892138"/>
                  </a:lnTo>
                  <a:close/>
                  <a:moveTo>
                    <a:pt x="680237" y="824688"/>
                  </a:moveTo>
                  <a:lnTo>
                    <a:pt x="660042" y="818628"/>
                  </a:lnTo>
                  <a:lnTo>
                    <a:pt x="661051" y="815235"/>
                  </a:lnTo>
                  <a:close/>
                  <a:moveTo>
                    <a:pt x="720218" y="815669"/>
                  </a:moveTo>
                  <a:lnTo>
                    <a:pt x="680237" y="824688"/>
                  </a:lnTo>
                  <a:lnTo>
                    <a:pt x="661051" y="815235"/>
                  </a:lnTo>
                  <a:close/>
                  <a:moveTo>
                    <a:pt x="715549" y="823068"/>
                  </a:moveTo>
                  <a:lnTo>
                    <a:pt x="753470" y="819327"/>
                  </a:lnTo>
                  <a:lnTo>
                    <a:pt x="720218" y="815669"/>
                  </a:lnTo>
                  <a:close/>
                  <a:moveTo>
                    <a:pt x="629629" y="726121"/>
                  </a:moveTo>
                  <a:lnTo>
                    <a:pt x="645984" y="718293"/>
                  </a:lnTo>
                  <a:lnTo>
                    <a:pt x="640092" y="708363"/>
                  </a:lnTo>
                  <a:close/>
                  <a:moveTo>
                    <a:pt x="513980" y="610105"/>
                  </a:moveTo>
                  <a:lnTo>
                    <a:pt x="487134" y="652037"/>
                  </a:lnTo>
                  <a:lnTo>
                    <a:pt x="512571" y="633823"/>
                  </a:lnTo>
                  <a:close/>
                  <a:moveTo>
                    <a:pt x="484732" y="651542"/>
                  </a:moveTo>
                  <a:lnTo>
                    <a:pt x="487134" y="652037"/>
                  </a:lnTo>
                  <a:lnTo>
                    <a:pt x="513980" y="610105"/>
                  </a:lnTo>
                  <a:close/>
                  <a:moveTo>
                    <a:pt x="492615" y="600385"/>
                  </a:moveTo>
                  <a:lnTo>
                    <a:pt x="484732" y="651542"/>
                  </a:lnTo>
                  <a:lnTo>
                    <a:pt x="513980" y="610105"/>
                  </a:lnTo>
                  <a:close/>
                  <a:moveTo>
                    <a:pt x="513980" y="610105"/>
                  </a:moveTo>
                  <a:lnTo>
                    <a:pt x="519146" y="562197"/>
                  </a:lnTo>
                  <a:lnTo>
                    <a:pt x="492141" y="585805"/>
                  </a:lnTo>
                  <a:close/>
                  <a:moveTo>
                    <a:pt x="405461" y="420417"/>
                  </a:moveTo>
                  <a:lnTo>
                    <a:pt x="378956" y="414876"/>
                  </a:lnTo>
                  <a:lnTo>
                    <a:pt x="362330" y="445825"/>
                  </a:lnTo>
                  <a:close/>
                  <a:moveTo>
                    <a:pt x="243027" y="354626"/>
                  </a:moveTo>
                  <a:lnTo>
                    <a:pt x="253910" y="394752"/>
                  </a:lnTo>
                  <a:lnTo>
                    <a:pt x="260050" y="357997"/>
                  </a:lnTo>
                  <a:close/>
                  <a:moveTo>
                    <a:pt x="243027" y="354626"/>
                  </a:moveTo>
                  <a:lnTo>
                    <a:pt x="260050" y="357997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43027" y="354626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74215" y="311611"/>
                  </a:lnTo>
                  <a:lnTo>
                    <a:pt x="248032" y="296005"/>
                  </a:lnTo>
                  <a:close/>
                  <a:moveTo>
                    <a:pt x="274215" y="311611"/>
                  </a:moveTo>
                  <a:lnTo>
                    <a:pt x="281940" y="298206"/>
                  </a:lnTo>
                  <a:lnTo>
                    <a:pt x="248032" y="296005"/>
                  </a:lnTo>
                  <a:close/>
                  <a:moveTo>
                    <a:pt x="155933" y="157038"/>
                  </a:moveTo>
                  <a:lnTo>
                    <a:pt x="168006" y="164792"/>
                  </a:lnTo>
                  <a:lnTo>
                    <a:pt x="179704" y="165113"/>
                  </a:lnTo>
                  <a:close/>
                  <a:moveTo>
                    <a:pt x="153937" y="164984"/>
                  </a:moveTo>
                  <a:lnTo>
                    <a:pt x="155933" y="157038"/>
                  </a:lnTo>
                  <a:lnTo>
                    <a:pt x="141667" y="147477"/>
                  </a:lnTo>
                  <a:close/>
                  <a:moveTo>
                    <a:pt x="141667" y="147477"/>
                  </a:moveTo>
                  <a:lnTo>
                    <a:pt x="137132" y="162805"/>
                  </a:lnTo>
                  <a:lnTo>
                    <a:pt x="153937" y="164984"/>
                  </a:lnTo>
                  <a:close/>
                  <a:moveTo>
                    <a:pt x="1033665" y="1112040"/>
                  </a:moveTo>
                  <a:lnTo>
                    <a:pt x="1021390" y="1098032"/>
                  </a:lnTo>
                  <a:lnTo>
                    <a:pt x="1023070" y="1138312"/>
                  </a:lnTo>
                  <a:close/>
                  <a:moveTo>
                    <a:pt x="918693" y="1058730"/>
                  </a:moveTo>
                  <a:lnTo>
                    <a:pt x="918932" y="1075913"/>
                  </a:lnTo>
                  <a:lnTo>
                    <a:pt x="924438" y="1080903"/>
                  </a:lnTo>
                  <a:close/>
                  <a:moveTo>
                    <a:pt x="855304" y="874955"/>
                  </a:moveTo>
                  <a:lnTo>
                    <a:pt x="824594" y="860550"/>
                  </a:lnTo>
                  <a:lnTo>
                    <a:pt x="799990" y="864768"/>
                  </a:lnTo>
                  <a:close/>
                  <a:moveTo>
                    <a:pt x="787323" y="838200"/>
                  </a:moveTo>
                  <a:lnTo>
                    <a:pt x="799990" y="864768"/>
                  </a:lnTo>
                  <a:lnTo>
                    <a:pt x="824594" y="860550"/>
                  </a:lnTo>
                  <a:close/>
                  <a:moveTo>
                    <a:pt x="787323" y="838200"/>
                  </a:moveTo>
                  <a:lnTo>
                    <a:pt x="775853" y="855383"/>
                  </a:lnTo>
                  <a:lnTo>
                    <a:pt x="799990" y="864768"/>
                  </a:lnTo>
                  <a:close/>
                  <a:moveTo>
                    <a:pt x="754049" y="817580"/>
                  </a:moveTo>
                  <a:lnTo>
                    <a:pt x="755745" y="817478"/>
                  </a:lnTo>
                  <a:lnTo>
                    <a:pt x="738707" y="804241"/>
                  </a:lnTo>
                  <a:close/>
                  <a:moveTo>
                    <a:pt x="289767" y="231261"/>
                  </a:moveTo>
                  <a:lnTo>
                    <a:pt x="302037" y="248769"/>
                  </a:lnTo>
                  <a:lnTo>
                    <a:pt x="324536" y="236681"/>
                  </a:lnTo>
                  <a:close/>
                  <a:moveTo>
                    <a:pt x="189744" y="139855"/>
                  </a:moveTo>
                  <a:lnTo>
                    <a:pt x="155933" y="157038"/>
                  </a:lnTo>
                  <a:lnTo>
                    <a:pt x="179704" y="165113"/>
                  </a:lnTo>
                  <a:close/>
                  <a:moveTo>
                    <a:pt x="179704" y="165113"/>
                  </a:moveTo>
                  <a:lnTo>
                    <a:pt x="215112" y="172924"/>
                  </a:lnTo>
                  <a:lnTo>
                    <a:pt x="240424" y="171353"/>
                  </a:lnTo>
                  <a:close/>
                  <a:moveTo>
                    <a:pt x="199988" y="144746"/>
                  </a:moveTo>
                  <a:lnTo>
                    <a:pt x="179704" y="165113"/>
                  </a:lnTo>
                  <a:lnTo>
                    <a:pt x="240424" y="171353"/>
                  </a:lnTo>
                  <a:close/>
                  <a:moveTo>
                    <a:pt x="783466" y="831356"/>
                  </a:moveTo>
                  <a:lnTo>
                    <a:pt x="738707" y="804241"/>
                  </a:lnTo>
                  <a:lnTo>
                    <a:pt x="755745" y="817478"/>
                  </a:lnTo>
                  <a:close/>
                  <a:moveTo>
                    <a:pt x="1021755" y="1094634"/>
                  </a:moveTo>
                  <a:lnTo>
                    <a:pt x="994015" y="1120259"/>
                  </a:lnTo>
                  <a:lnTo>
                    <a:pt x="1021390" y="1098032"/>
                  </a:lnTo>
                  <a:close/>
                  <a:moveTo>
                    <a:pt x="1021755" y="1094634"/>
                  </a:moveTo>
                  <a:lnTo>
                    <a:pt x="1021390" y="1098032"/>
                  </a:lnTo>
                  <a:lnTo>
                    <a:pt x="1022224" y="1095485"/>
                  </a:lnTo>
                  <a:close/>
                  <a:moveTo>
                    <a:pt x="1018234" y="1052749"/>
                  </a:moveTo>
                  <a:lnTo>
                    <a:pt x="1022224" y="1095485"/>
                  </a:lnTo>
                  <a:lnTo>
                    <a:pt x="1025678" y="1058730"/>
                  </a:lnTo>
                  <a:close/>
                  <a:moveTo>
                    <a:pt x="1018234" y="1052749"/>
                  </a:moveTo>
                  <a:lnTo>
                    <a:pt x="1021755" y="1094634"/>
                  </a:lnTo>
                  <a:lnTo>
                    <a:pt x="1022224" y="1095485"/>
                  </a:lnTo>
                  <a:close/>
                  <a:moveTo>
                    <a:pt x="1005988" y="1040448"/>
                  </a:moveTo>
                  <a:lnTo>
                    <a:pt x="989755" y="1048814"/>
                  </a:lnTo>
                  <a:lnTo>
                    <a:pt x="1018234" y="1052749"/>
                  </a:lnTo>
                  <a:close/>
                  <a:moveTo>
                    <a:pt x="855304" y="874955"/>
                  </a:moveTo>
                  <a:lnTo>
                    <a:pt x="867802" y="870048"/>
                  </a:lnTo>
                  <a:lnTo>
                    <a:pt x="874164" y="825102"/>
                  </a:lnTo>
                  <a:close/>
                  <a:moveTo>
                    <a:pt x="824594" y="860550"/>
                  </a:moveTo>
                  <a:lnTo>
                    <a:pt x="855304" y="874955"/>
                  </a:lnTo>
                  <a:lnTo>
                    <a:pt x="874164" y="825102"/>
                  </a:lnTo>
                  <a:close/>
                  <a:moveTo>
                    <a:pt x="867802" y="870048"/>
                  </a:moveTo>
                  <a:lnTo>
                    <a:pt x="893147" y="867705"/>
                  </a:lnTo>
                  <a:lnTo>
                    <a:pt x="874164" y="825102"/>
                  </a:lnTo>
                  <a:close/>
                  <a:moveTo>
                    <a:pt x="787323" y="838200"/>
                  </a:moveTo>
                  <a:lnTo>
                    <a:pt x="824594" y="860550"/>
                  </a:lnTo>
                  <a:lnTo>
                    <a:pt x="786352" y="837342"/>
                  </a:lnTo>
                  <a:close/>
                  <a:moveTo>
                    <a:pt x="783466" y="831356"/>
                  </a:moveTo>
                  <a:lnTo>
                    <a:pt x="787323" y="838200"/>
                  </a:lnTo>
                  <a:lnTo>
                    <a:pt x="786352" y="837342"/>
                  </a:lnTo>
                  <a:close/>
                  <a:moveTo>
                    <a:pt x="698869" y="691180"/>
                  </a:moveTo>
                  <a:lnTo>
                    <a:pt x="710654" y="673996"/>
                  </a:lnTo>
                  <a:lnTo>
                    <a:pt x="674929" y="674708"/>
                  </a:lnTo>
                  <a:close/>
                  <a:moveTo>
                    <a:pt x="710654" y="673996"/>
                  </a:moveTo>
                  <a:lnTo>
                    <a:pt x="697578" y="663181"/>
                  </a:lnTo>
                  <a:lnTo>
                    <a:pt x="674929" y="674708"/>
                  </a:lnTo>
                  <a:close/>
                  <a:moveTo>
                    <a:pt x="737588" y="688193"/>
                  </a:moveTo>
                  <a:lnTo>
                    <a:pt x="717052" y="707622"/>
                  </a:lnTo>
                  <a:lnTo>
                    <a:pt x="772662" y="694752"/>
                  </a:lnTo>
                  <a:close/>
                  <a:moveTo>
                    <a:pt x="324536" y="236681"/>
                  </a:moveTo>
                  <a:lnTo>
                    <a:pt x="311004" y="214454"/>
                  </a:lnTo>
                  <a:lnTo>
                    <a:pt x="289767" y="231261"/>
                  </a:lnTo>
                  <a:close/>
                  <a:moveTo>
                    <a:pt x="872338" y="784262"/>
                  </a:moveTo>
                  <a:lnTo>
                    <a:pt x="866802" y="781367"/>
                  </a:lnTo>
                  <a:lnTo>
                    <a:pt x="899925" y="803833"/>
                  </a:lnTo>
                  <a:close/>
                  <a:moveTo>
                    <a:pt x="877049" y="821017"/>
                  </a:moveTo>
                  <a:lnTo>
                    <a:pt x="872338" y="784262"/>
                  </a:lnTo>
                  <a:lnTo>
                    <a:pt x="899925" y="803833"/>
                  </a:lnTo>
                  <a:close/>
                  <a:moveTo>
                    <a:pt x="650947" y="490222"/>
                  </a:moveTo>
                  <a:lnTo>
                    <a:pt x="651415" y="490584"/>
                  </a:lnTo>
                  <a:lnTo>
                    <a:pt x="633430" y="477676"/>
                  </a:lnTo>
                  <a:close/>
                  <a:moveTo>
                    <a:pt x="353275" y="184931"/>
                  </a:moveTo>
                  <a:lnTo>
                    <a:pt x="374612" y="203121"/>
                  </a:lnTo>
                  <a:lnTo>
                    <a:pt x="364018" y="196182"/>
                  </a:lnTo>
                  <a:close/>
                  <a:moveTo>
                    <a:pt x="387509" y="139440"/>
                  </a:moveTo>
                  <a:lnTo>
                    <a:pt x="389335" y="142243"/>
                  </a:lnTo>
                  <a:lnTo>
                    <a:pt x="397137" y="94922"/>
                  </a:lnTo>
                  <a:close/>
                  <a:moveTo>
                    <a:pt x="694716" y="365445"/>
                  </a:moveTo>
                  <a:lnTo>
                    <a:pt x="690483" y="382345"/>
                  </a:lnTo>
                  <a:lnTo>
                    <a:pt x="664880" y="348511"/>
                  </a:lnTo>
                  <a:close/>
                  <a:moveTo>
                    <a:pt x="679989" y="198430"/>
                  </a:moveTo>
                  <a:lnTo>
                    <a:pt x="682222" y="220933"/>
                  </a:lnTo>
                  <a:lnTo>
                    <a:pt x="686733" y="200958"/>
                  </a:lnTo>
                  <a:close/>
                  <a:moveTo>
                    <a:pt x="679989" y="198430"/>
                  </a:moveTo>
                  <a:lnTo>
                    <a:pt x="686733" y="200958"/>
                  </a:lnTo>
                  <a:lnTo>
                    <a:pt x="692373" y="162679"/>
                  </a:lnTo>
                  <a:close/>
                  <a:moveTo>
                    <a:pt x="574884" y="0"/>
                  </a:moveTo>
                  <a:lnTo>
                    <a:pt x="537015" y="9665"/>
                  </a:lnTo>
                  <a:lnTo>
                    <a:pt x="570019" y="5057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05" name="Input_density__105">
              <a:extLst>
                <a:ext uri="{FF2B5EF4-FFF2-40B4-BE49-F238E27FC236}">
                  <a16:creationId xmlns:a16="http://schemas.microsoft.com/office/drawing/2014/main" id="{F03DA744-BF6B-53C2-9EF5-A52C79270C58}"/>
                </a:ext>
              </a:extLst>
            </p:cNvPr>
            <p:cNvSpPr>
              <a:spLocks noGrp="1"/>
            </p:cNvSpPr>
            <p:nvPr/>
          </p:nvSpPr>
          <p:spPr>
            <a:xfrm>
              <a:off x="1103488" y="1709301"/>
              <a:ext cx="631979" cy="1126273"/>
            </a:xfrm>
            <a:custGeom>
              <a:avLst/>
              <a:gdLst/>
              <a:ahLst/>
              <a:cxnLst/>
              <a:rect l="0" t="0" r="0" b="0"/>
              <a:pathLst>
                <a:path w="631979" h="1126273">
                  <a:moveTo>
                    <a:pt x="157909" y="823231"/>
                  </a:moveTo>
                  <a:lnTo>
                    <a:pt x="155530" y="826911"/>
                  </a:lnTo>
                  <a:lnTo>
                    <a:pt x="159959" y="822870"/>
                  </a:lnTo>
                  <a:close/>
                  <a:moveTo>
                    <a:pt x="491300" y="1101531"/>
                  </a:moveTo>
                  <a:lnTo>
                    <a:pt x="477516" y="1100088"/>
                  </a:lnTo>
                  <a:lnTo>
                    <a:pt x="460965" y="1104614"/>
                  </a:lnTo>
                  <a:close/>
                  <a:moveTo>
                    <a:pt x="157909" y="823231"/>
                  </a:moveTo>
                  <a:lnTo>
                    <a:pt x="160964" y="822493"/>
                  </a:lnTo>
                  <a:lnTo>
                    <a:pt x="183309" y="813963"/>
                  </a:lnTo>
                  <a:close/>
                  <a:moveTo>
                    <a:pt x="160964" y="822493"/>
                  </a:moveTo>
                  <a:lnTo>
                    <a:pt x="157909" y="823231"/>
                  </a:lnTo>
                  <a:lnTo>
                    <a:pt x="159959" y="822870"/>
                  </a:lnTo>
                  <a:close/>
                  <a:moveTo>
                    <a:pt x="197587" y="806048"/>
                  </a:moveTo>
                  <a:lnTo>
                    <a:pt x="160964" y="822493"/>
                  </a:lnTo>
                  <a:lnTo>
                    <a:pt x="212653" y="799100"/>
                  </a:lnTo>
                  <a:close/>
                  <a:moveTo>
                    <a:pt x="212653" y="799100"/>
                  </a:moveTo>
                  <a:lnTo>
                    <a:pt x="160964" y="822493"/>
                  </a:lnTo>
                  <a:lnTo>
                    <a:pt x="159959" y="822870"/>
                  </a:lnTo>
                  <a:close/>
                  <a:moveTo>
                    <a:pt x="212653" y="799100"/>
                  </a:moveTo>
                  <a:lnTo>
                    <a:pt x="159959" y="822870"/>
                  </a:lnTo>
                  <a:lnTo>
                    <a:pt x="191991" y="818056"/>
                  </a:lnTo>
                  <a:close/>
                  <a:moveTo>
                    <a:pt x="34949" y="664688"/>
                  </a:moveTo>
                  <a:lnTo>
                    <a:pt x="24798" y="691251"/>
                  </a:lnTo>
                  <a:lnTo>
                    <a:pt x="38224" y="676212"/>
                  </a:lnTo>
                  <a:close/>
                  <a:moveTo>
                    <a:pt x="0" y="602701"/>
                  </a:moveTo>
                  <a:lnTo>
                    <a:pt x="9047" y="551505"/>
                  </a:lnTo>
                  <a:lnTo>
                    <a:pt x="7605" y="548763"/>
                  </a:lnTo>
                  <a:close/>
                  <a:moveTo>
                    <a:pt x="7605" y="548763"/>
                  </a:moveTo>
                  <a:lnTo>
                    <a:pt x="9047" y="551505"/>
                  </a:lnTo>
                  <a:lnTo>
                    <a:pt x="11832" y="546568"/>
                  </a:lnTo>
                  <a:close/>
                  <a:moveTo>
                    <a:pt x="197587" y="806048"/>
                  </a:moveTo>
                  <a:lnTo>
                    <a:pt x="183309" y="813963"/>
                  </a:lnTo>
                  <a:lnTo>
                    <a:pt x="160964" y="822493"/>
                  </a:lnTo>
                  <a:close/>
                  <a:moveTo>
                    <a:pt x="515906" y="1126273"/>
                  </a:moveTo>
                  <a:lnTo>
                    <a:pt x="477516" y="1100088"/>
                  </a:lnTo>
                  <a:lnTo>
                    <a:pt x="495371" y="1098221"/>
                  </a:lnTo>
                  <a:close/>
                  <a:moveTo>
                    <a:pt x="197587" y="806048"/>
                  </a:moveTo>
                  <a:lnTo>
                    <a:pt x="212653" y="799100"/>
                  </a:lnTo>
                  <a:lnTo>
                    <a:pt x="193385" y="796135"/>
                  </a:lnTo>
                  <a:close/>
                  <a:moveTo>
                    <a:pt x="45508" y="355484"/>
                  </a:moveTo>
                  <a:lnTo>
                    <a:pt x="34129" y="367376"/>
                  </a:lnTo>
                  <a:lnTo>
                    <a:pt x="6976" y="374200"/>
                  </a:lnTo>
                  <a:close/>
                  <a:moveTo>
                    <a:pt x="365053" y="706544"/>
                  </a:moveTo>
                  <a:lnTo>
                    <a:pt x="306387" y="707984"/>
                  </a:lnTo>
                  <a:lnTo>
                    <a:pt x="342742" y="719334"/>
                  </a:lnTo>
                  <a:close/>
                  <a:moveTo>
                    <a:pt x="596549" y="1011783"/>
                  </a:moveTo>
                  <a:lnTo>
                    <a:pt x="611458" y="1004929"/>
                  </a:lnTo>
                  <a:lnTo>
                    <a:pt x="631979" y="985446"/>
                  </a:lnTo>
                  <a:close/>
                  <a:moveTo>
                    <a:pt x="493592" y="774070"/>
                  </a:moveTo>
                  <a:lnTo>
                    <a:pt x="468031" y="780129"/>
                  </a:lnTo>
                  <a:lnTo>
                    <a:pt x="508013" y="771110"/>
                  </a:lnTo>
                  <a:close/>
                  <a:moveTo>
                    <a:pt x="384871" y="684432"/>
                  </a:moveTo>
                  <a:lnTo>
                    <a:pt x="365053" y="706544"/>
                  </a:lnTo>
                  <a:lnTo>
                    <a:pt x="417423" y="681562"/>
                  </a:lnTo>
                  <a:close/>
                  <a:moveTo>
                    <a:pt x="526502" y="759682"/>
                  </a:moveTo>
                  <a:lnTo>
                    <a:pt x="493592" y="774070"/>
                  </a:lnTo>
                  <a:lnTo>
                    <a:pt x="508013" y="771110"/>
                  </a:lnTo>
                  <a:close/>
                  <a:moveTo>
                    <a:pt x="307080" y="516486"/>
                  </a:moveTo>
                  <a:lnTo>
                    <a:pt x="312147" y="467619"/>
                  </a:lnTo>
                  <a:lnTo>
                    <a:pt x="302193" y="499601"/>
                  </a:lnTo>
                  <a:close/>
                  <a:moveTo>
                    <a:pt x="169795" y="114868"/>
                  </a:moveTo>
                  <a:lnTo>
                    <a:pt x="177130" y="97685"/>
                  </a:lnTo>
                  <a:lnTo>
                    <a:pt x="172893" y="101562"/>
                  </a:lnTo>
                  <a:close/>
                  <a:moveTo>
                    <a:pt x="202798" y="60930"/>
                  </a:moveTo>
                  <a:lnTo>
                    <a:pt x="222516" y="43746"/>
                  </a:lnTo>
                  <a:lnTo>
                    <a:pt x="217728" y="48407"/>
                  </a:lnTo>
                  <a:close/>
                  <a:moveTo>
                    <a:pt x="427582" y="238505"/>
                  </a:moveTo>
                  <a:lnTo>
                    <a:pt x="406194" y="254746"/>
                  </a:lnTo>
                  <a:lnTo>
                    <a:pt x="460099" y="235504"/>
                  </a:lnTo>
                  <a:close/>
                  <a:moveTo>
                    <a:pt x="233870" y="12553"/>
                  </a:moveTo>
                  <a:lnTo>
                    <a:pt x="220399" y="40561"/>
                  </a:lnTo>
                  <a:lnTo>
                    <a:pt x="263832" y="0"/>
                  </a:lnTo>
                  <a:close/>
                  <a:moveTo>
                    <a:pt x="472508" y="194778"/>
                  </a:moveTo>
                  <a:lnTo>
                    <a:pt x="460099" y="235504"/>
                  </a:lnTo>
                  <a:lnTo>
                    <a:pt x="475251" y="2103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06" name="Input_density__106">
              <a:extLst>
                <a:ext uri="{FF2B5EF4-FFF2-40B4-BE49-F238E27FC236}">
                  <a16:creationId xmlns:a16="http://schemas.microsoft.com/office/drawing/2014/main" id="{41DB1540-E0FB-C819-527B-8CB3A7E90C46}"/>
                </a:ext>
              </a:extLst>
            </p:cNvPr>
            <p:cNvSpPr>
              <a:spLocks noGrp="1"/>
            </p:cNvSpPr>
            <p:nvPr/>
          </p:nvSpPr>
          <p:spPr>
            <a:xfrm>
              <a:off x="882302" y="1497668"/>
              <a:ext cx="1006879" cy="1649984"/>
            </a:xfrm>
            <a:custGeom>
              <a:avLst/>
              <a:gdLst/>
              <a:ahLst/>
              <a:cxnLst/>
              <a:rect l="0" t="0" r="0" b="0"/>
              <a:pathLst>
                <a:path w="1006879" h="1649984">
                  <a:moveTo>
                    <a:pt x="149145" y="1613391"/>
                  </a:moveTo>
                  <a:lnTo>
                    <a:pt x="143845" y="1636032"/>
                  </a:lnTo>
                  <a:lnTo>
                    <a:pt x="167598" y="1628630"/>
                  </a:lnTo>
                  <a:close/>
                  <a:moveTo>
                    <a:pt x="215805" y="1632963"/>
                  </a:moveTo>
                  <a:lnTo>
                    <a:pt x="213006" y="1644997"/>
                  </a:lnTo>
                  <a:lnTo>
                    <a:pt x="230046" y="1641327"/>
                  </a:lnTo>
                  <a:close/>
                  <a:moveTo>
                    <a:pt x="276690" y="1620311"/>
                  </a:moveTo>
                  <a:lnTo>
                    <a:pt x="230046" y="1641327"/>
                  </a:lnTo>
                  <a:lnTo>
                    <a:pt x="265405" y="1648955"/>
                  </a:lnTo>
                  <a:close/>
                  <a:moveTo>
                    <a:pt x="306028" y="1623549"/>
                  </a:moveTo>
                  <a:lnTo>
                    <a:pt x="265405" y="1648955"/>
                  </a:lnTo>
                  <a:lnTo>
                    <a:pt x="299000" y="1649984"/>
                  </a:lnTo>
                  <a:close/>
                  <a:moveTo>
                    <a:pt x="306028" y="1623549"/>
                  </a:moveTo>
                  <a:lnTo>
                    <a:pt x="276690" y="1620311"/>
                  </a:lnTo>
                  <a:lnTo>
                    <a:pt x="265405" y="1648955"/>
                  </a:lnTo>
                  <a:close/>
                  <a:moveTo>
                    <a:pt x="276690" y="1620311"/>
                  </a:moveTo>
                  <a:lnTo>
                    <a:pt x="306028" y="1623549"/>
                  </a:lnTo>
                  <a:lnTo>
                    <a:pt x="288597" y="1592972"/>
                  </a:lnTo>
                  <a:close/>
                  <a:moveTo>
                    <a:pt x="276690" y="1620311"/>
                  </a:moveTo>
                  <a:lnTo>
                    <a:pt x="288597" y="1592972"/>
                  </a:lnTo>
                  <a:lnTo>
                    <a:pt x="262115" y="1587413"/>
                  </a:lnTo>
                  <a:close/>
                  <a:moveTo>
                    <a:pt x="228361" y="1510452"/>
                  </a:moveTo>
                  <a:lnTo>
                    <a:pt x="222971" y="1505515"/>
                  </a:lnTo>
                  <a:lnTo>
                    <a:pt x="218147" y="1500631"/>
                  </a:lnTo>
                  <a:close/>
                  <a:moveTo>
                    <a:pt x="249655" y="1488331"/>
                  </a:moveTo>
                  <a:lnTo>
                    <a:pt x="222971" y="1505515"/>
                  </a:lnTo>
                  <a:lnTo>
                    <a:pt x="257616" y="1523624"/>
                  </a:lnTo>
                  <a:close/>
                  <a:moveTo>
                    <a:pt x="18803" y="1012905"/>
                  </a:moveTo>
                  <a:lnTo>
                    <a:pt x="668" y="993403"/>
                  </a:lnTo>
                  <a:lnTo>
                    <a:pt x="27524" y="1016231"/>
                  </a:lnTo>
                  <a:close/>
                  <a:moveTo>
                    <a:pt x="608" y="993333"/>
                  </a:moveTo>
                  <a:lnTo>
                    <a:pt x="668" y="993403"/>
                  </a:lnTo>
                  <a:lnTo>
                    <a:pt x="18803" y="1012905"/>
                  </a:lnTo>
                  <a:close/>
                  <a:moveTo>
                    <a:pt x="3195" y="976150"/>
                  </a:moveTo>
                  <a:lnTo>
                    <a:pt x="608" y="993333"/>
                  </a:lnTo>
                  <a:lnTo>
                    <a:pt x="18803" y="1012905"/>
                  </a:lnTo>
                  <a:close/>
                  <a:moveTo>
                    <a:pt x="320084" y="1298892"/>
                  </a:moveTo>
                  <a:lnTo>
                    <a:pt x="333988" y="1332335"/>
                  </a:lnTo>
                  <a:lnTo>
                    <a:pt x="344312" y="1306282"/>
                  </a:lnTo>
                  <a:close/>
                  <a:moveTo>
                    <a:pt x="320084" y="1298892"/>
                  </a:moveTo>
                  <a:lnTo>
                    <a:pt x="344312" y="1306282"/>
                  </a:lnTo>
                  <a:lnTo>
                    <a:pt x="353690" y="1253911"/>
                  </a:lnTo>
                  <a:close/>
                  <a:moveTo>
                    <a:pt x="5293" y="900063"/>
                  </a:moveTo>
                  <a:lnTo>
                    <a:pt x="54097" y="885456"/>
                  </a:lnTo>
                  <a:lnTo>
                    <a:pt x="7112" y="921290"/>
                  </a:lnTo>
                  <a:close/>
                  <a:moveTo>
                    <a:pt x="56337" y="884548"/>
                  </a:moveTo>
                  <a:lnTo>
                    <a:pt x="5293" y="900063"/>
                  </a:lnTo>
                  <a:lnTo>
                    <a:pt x="0" y="894698"/>
                  </a:lnTo>
                  <a:close/>
                  <a:moveTo>
                    <a:pt x="87905" y="949484"/>
                  </a:moveTo>
                  <a:lnTo>
                    <a:pt x="82956" y="984071"/>
                  </a:lnTo>
                  <a:lnTo>
                    <a:pt x="100462" y="958966"/>
                  </a:lnTo>
                  <a:close/>
                  <a:moveTo>
                    <a:pt x="318093" y="1076775"/>
                  </a:moveTo>
                  <a:lnTo>
                    <a:pt x="332361" y="1125558"/>
                  </a:lnTo>
                  <a:lnTo>
                    <a:pt x="359926" y="1079745"/>
                  </a:lnTo>
                  <a:close/>
                  <a:moveTo>
                    <a:pt x="164468" y="941783"/>
                  </a:moveTo>
                  <a:lnTo>
                    <a:pt x="174503" y="978538"/>
                  </a:lnTo>
                  <a:lnTo>
                    <a:pt x="222830" y="940892"/>
                  </a:lnTo>
                  <a:close/>
                  <a:moveTo>
                    <a:pt x="164349" y="941513"/>
                  </a:moveTo>
                  <a:lnTo>
                    <a:pt x="164468" y="941783"/>
                  </a:lnTo>
                  <a:lnTo>
                    <a:pt x="222830" y="940892"/>
                  </a:lnTo>
                  <a:close/>
                  <a:moveTo>
                    <a:pt x="173987" y="978424"/>
                  </a:moveTo>
                  <a:lnTo>
                    <a:pt x="164349" y="941513"/>
                  </a:lnTo>
                  <a:lnTo>
                    <a:pt x="222830" y="940892"/>
                  </a:lnTo>
                  <a:close/>
                  <a:moveTo>
                    <a:pt x="142923" y="887845"/>
                  </a:moveTo>
                  <a:lnTo>
                    <a:pt x="124598" y="857246"/>
                  </a:lnTo>
                  <a:lnTo>
                    <a:pt x="140771" y="868273"/>
                  </a:lnTo>
                  <a:close/>
                  <a:moveTo>
                    <a:pt x="140548" y="854038"/>
                  </a:moveTo>
                  <a:lnTo>
                    <a:pt x="140771" y="868273"/>
                  </a:lnTo>
                  <a:lnTo>
                    <a:pt x="124598" y="857246"/>
                  </a:lnTo>
                  <a:close/>
                  <a:moveTo>
                    <a:pt x="344987" y="1071620"/>
                  </a:moveTo>
                  <a:lnTo>
                    <a:pt x="359926" y="1079745"/>
                  </a:lnTo>
                  <a:lnTo>
                    <a:pt x="362899" y="1067436"/>
                  </a:lnTo>
                  <a:close/>
                  <a:moveTo>
                    <a:pt x="344987" y="1071620"/>
                  </a:moveTo>
                  <a:lnTo>
                    <a:pt x="362899" y="1067436"/>
                  </a:lnTo>
                  <a:lnTo>
                    <a:pt x="351555" y="1017681"/>
                  </a:lnTo>
                  <a:close/>
                  <a:moveTo>
                    <a:pt x="342603" y="1034864"/>
                  </a:moveTo>
                  <a:lnTo>
                    <a:pt x="344987" y="1071620"/>
                  </a:lnTo>
                  <a:lnTo>
                    <a:pt x="351555" y="1017681"/>
                  </a:lnTo>
                  <a:close/>
                  <a:moveTo>
                    <a:pt x="362899" y="1067436"/>
                  </a:moveTo>
                  <a:lnTo>
                    <a:pt x="359926" y="1079745"/>
                  </a:lnTo>
                  <a:lnTo>
                    <a:pt x="367950" y="1071620"/>
                  </a:lnTo>
                  <a:close/>
                  <a:moveTo>
                    <a:pt x="221793" y="877153"/>
                  </a:moveTo>
                  <a:lnTo>
                    <a:pt x="256135" y="876322"/>
                  </a:lnTo>
                  <a:lnTo>
                    <a:pt x="215751" y="837318"/>
                  </a:lnTo>
                  <a:close/>
                  <a:moveTo>
                    <a:pt x="178751" y="840310"/>
                  </a:moveTo>
                  <a:lnTo>
                    <a:pt x="217278" y="870661"/>
                  </a:lnTo>
                  <a:lnTo>
                    <a:pt x="221793" y="877153"/>
                  </a:lnTo>
                  <a:close/>
                  <a:moveTo>
                    <a:pt x="178751" y="840310"/>
                  </a:moveTo>
                  <a:lnTo>
                    <a:pt x="169999" y="802678"/>
                  </a:lnTo>
                  <a:lnTo>
                    <a:pt x="169709" y="833906"/>
                  </a:lnTo>
                  <a:close/>
                  <a:moveTo>
                    <a:pt x="219428" y="851090"/>
                  </a:moveTo>
                  <a:lnTo>
                    <a:pt x="210866" y="799952"/>
                  </a:lnTo>
                  <a:lnTo>
                    <a:pt x="215751" y="837318"/>
                  </a:lnTo>
                  <a:close/>
                  <a:moveTo>
                    <a:pt x="210708" y="797151"/>
                  </a:moveTo>
                  <a:lnTo>
                    <a:pt x="210866" y="799952"/>
                  </a:lnTo>
                  <a:lnTo>
                    <a:pt x="219428" y="851090"/>
                  </a:lnTo>
                  <a:close/>
                  <a:moveTo>
                    <a:pt x="169999" y="802678"/>
                  </a:moveTo>
                  <a:lnTo>
                    <a:pt x="209396" y="797151"/>
                  </a:lnTo>
                  <a:lnTo>
                    <a:pt x="172971" y="782846"/>
                  </a:lnTo>
                  <a:close/>
                  <a:moveTo>
                    <a:pt x="602794" y="1268696"/>
                  </a:moveTo>
                  <a:lnTo>
                    <a:pt x="596450" y="1257783"/>
                  </a:lnTo>
                  <a:lnTo>
                    <a:pt x="590436" y="1250861"/>
                  </a:lnTo>
                  <a:close/>
                  <a:moveTo>
                    <a:pt x="520913" y="1154480"/>
                  </a:moveTo>
                  <a:lnTo>
                    <a:pt x="542127" y="1166448"/>
                  </a:lnTo>
                  <a:lnTo>
                    <a:pt x="549503" y="1184273"/>
                  </a:lnTo>
                  <a:close/>
                  <a:moveTo>
                    <a:pt x="285506" y="853478"/>
                  </a:moveTo>
                  <a:lnTo>
                    <a:pt x="296732" y="870406"/>
                  </a:lnTo>
                  <a:lnTo>
                    <a:pt x="326602" y="887310"/>
                  </a:lnTo>
                  <a:close/>
                  <a:moveTo>
                    <a:pt x="776318" y="1368048"/>
                  </a:moveTo>
                  <a:lnTo>
                    <a:pt x="803552" y="1355711"/>
                  </a:lnTo>
                  <a:lnTo>
                    <a:pt x="805277" y="1335024"/>
                  </a:lnTo>
                  <a:close/>
                  <a:moveTo>
                    <a:pt x="410076" y="921929"/>
                  </a:moveTo>
                  <a:lnTo>
                    <a:pt x="441371" y="963743"/>
                  </a:lnTo>
                  <a:lnTo>
                    <a:pt x="414218" y="926988"/>
                  </a:lnTo>
                  <a:close/>
                  <a:moveTo>
                    <a:pt x="386547" y="913969"/>
                  </a:moveTo>
                  <a:lnTo>
                    <a:pt x="431264" y="949450"/>
                  </a:lnTo>
                  <a:lnTo>
                    <a:pt x="410076" y="921929"/>
                  </a:lnTo>
                  <a:close/>
                  <a:moveTo>
                    <a:pt x="732469" y="1225083"/>
                  </a:moveTo>
                  <a:lnTo>
                    <a:pt x="770706" y="1265832"/>
                  </a:lnTo>
                  <a:lnTo>
                    <a:pt x="743388" y="1240600"/>
                  </a:lnTo>
                  <a:close/>
                  <a:moveTo>
                    <a:pt x="409309" y="788311"/>
                  </a:moveTo>
                  <a:lnTo>
                    <a:pt x="442194" y="833412"/>
                  </a:lnTo>
                  <a:lnTo>
                    <a:pt x="449075" y="819111"/>
                  </a:lnTo>
                  <a:close/>
                  <a:moveTo>
                    <a:pt x="111376" y="468745"/>
                  </a:moveTo>
                  <a:lnTo>
                    <a:pt x="132196" y="451561"/>
                  </a:lnTo>
                  <a:lnTo>
                    <a:pt x="97489" y="431990"/>
                  </a:lnTo>
                  <a:close/>
                  <a:moveTo>
                    <a:pt x="521132" y="929376"/>
                  </a:moveTo>
                  <a:lnTo>
                    <a:pt x="521520" y="930251"/>
                  </a:lnTo>
                  <a:lnTo>
                    <a:pt x="523581" y="933060"/>
                  </a:lnTo>
                  <a:close/>
                  <a:moveTo>
                    <a:pt x="449075" y="819111"/>
                  </a:moveTo>
                  <a:lnTo>
                    <a:pt x="442194" y="833412"/>
                  </a:lnTo>
                  <a:lnTo>
                    <a:pt x="462876" y="830668"/>
                  </a:lnTo>
                  <a:close/>
                  <a:moveTo>
                    <a:pt x="829071" y="1231571"/>
                  </a:moveTo>
                  <a:lnTo>
                    <a:pt x="809890" y="1206233"/>
                  </a:lnTo>
                  <a:lnTo>
                    <a:pt x="770467" y="1233243"/>
                  </a:lnTo>
                  <a:close/>
                  <a:moveTo>
                    <a:pt x="809890" y="1206233"/>
                  </a:moveTo>
                  <a:lnTo>
                    <a:pt x="774764" y="1173039"/>
                  </a:lnTo>
                  <a:lnTo>
                    <a:pt x="769496" y="1186661"/>
                  </a:lnTo>
                  <a:close/>
                  <a:moveTo>
                    <a:pt x="753225" y="1168778"/>
                  </a:moveTo>
                  <a:lnTo>
                    <a:pt x="769496" y="1186661"/>
                  </a:lnTo>
                  <a:lnTo>
                    <a:pt x="774764" y="1173039"/>
                  </a:lnTo>
                  <a:close/>
                  <a:moveTo>
                    <a:pt x="232661" y="555088"/>
                  </a:moveTo>
                  <a:lnTo>
                    <a:pt x="263770" y="556885"/>
                  </a:lnTo>
                  <a:lnTo>
                    <a:pt x="252008" y="521700"/>
                  </a:lnTo>
                  <a:close/>
                  <a:moveTo>
                    <a:pt x="254789" y="474692"/>
                  </a:moveTo>
                  <a:lnTo>
                    <a:pt x="227644" y="477853"/>
                  </a:lnTo>
                  <a:lnTo>
                    <a:pt x="224519" y="516959"/>
                  </a:lnTo>
                  <a:close/>
                  <a:moveTo>
                    <a:pt x="254789" y="474692"/>
                  </a:moveTo>
                  <a:lnTo>
                    <a:pt x="224519" y="516959"/>
                  </a:lnTo>
                  <a:lnTo>
                    <a:pt x="252008" y="521700"/>
                  </a:lnTo>
                  <a:close/>
                  <a:moveTo>
                    <a:pt x="114361" y="328605"/>
                  </a:moveTo>
                  <a:lnTo>
                    <a:pt x="76093" y="287880"/>
                  </a:lnTo>
                  <a:lnTo>
                    <a:pt x="80831" y="328776"/>
                  </a:lnTo>
                  <a:close/>
                  <a:moveTo>
                    <a:pt x="114361" y="328605"/>
                  </a:moveTo>
                  <a:lnTo>
                    <a:pt x="146113" y="329879"/>
                  </a:lnTo>
                  <a:lnTo>
                    <a:pt x="113821" y="301438"/>
                  </a:lnTo>
                  <a:close/>
                  <a:moveTo>
                    <a:pt x="146113" y="329879"/>
                  </a:moveTo>
                  <a:lnTo>
                    <a:pt x="150648" y="314552"/>
                  </a:lnTo>
                  <a:lnTo>
                    <a:pt x="113821" y="301438"/>
                  </a:lnTo>
                  <a:close/>
                  <a:moveTo>
                    <a:pt x="980427" y="1262559"/>
                  </a:moveTo>
                  <a:lnTo>
                    <a:pt x="959867" y="1250657"/>
                  </a:lnTo>
                  <a:lnTo>
                    <a:pt x="933419" y="1247978"/>
                  </a:lnTo>
                  <a:close/>
                  <a:moveTo>
                    <a:pt x="241002" y="431587"/>
                  </a:moveTo>
                  <a:lnTo>
                    <a:pt x="239350" y="471133"/>
                  </a:lnTo>
                  <a:lnTo>
                    <a:pt x="257013" y="463080"/>
                  </a:lnTo>
                  <a:close/>
                  <a:moveTo>
                    <a:pt x="164914" y="324113"/>
                  </a:moveTo>
                  <a:lnTo>
                    <a:pt x="198725" y="306930"/>
                  </a:lnTo>
                  <a:lnTo>
                    <a:pt x="150648" y="314552"/>
                  </a:lnTo>
                  <a:close/>
                  <a:moveTo>
                    <a:pt x="198725" y="306930"/>
                  </a:moveTo>
                  <a:lnTo>
                    <a:pt x="169279" y="288000"/>
                  </a:lnTo>
                  <a:lnTo>
                    <a:pt x="150648" y="314552"/>
                  </a:lnTo>
                  <a:close/>
                  <a:moveTo>
                    <a:pt x="998736" y="1215889"/>
                  </a:moveTo>
                  <a:lnTo>
                    <a:pt x="980427" y="1262559"/>
                  </a:lnTo>
                  <a:lnTo>
                    <a:pt x="1006879" y="1254016"/>
                  </a:lnTo>
                  <a:close/>
                  <a:moveTo>
                    <a:pt x="869801" y="1149951"/>
                  </a:moveTo>
                  <a:lnTo>
                    <a:pt x="866875" y="1135111"/>
                  </a:lnTo>
                  <a:lnTo>
                    <a:pt x="857849" y="1118381"/>
                  </a:lnTo>
                  <a:close/>
                  <a:moveTo>
                    <a:pt x="836580" y="1149872"/>
                  </a:moveTo>
                  <a:lnTo>
                    <a:pt x="846040" y="1152294"/>
                  </a:lnTo>
                  <a:lnTo>
                    <a:pt x="857849" y="1118381"/>
                  </a:lnTo>
                  <a:close/>
                  <a:moveTo>
                    <a:pt x="795333" y="1004416"/>
                  </a:moveTo>
                  <a:lnTo>
                    <a:pt x="820357" y="1028819"/>
                  </a:lnTo>
                  <a:lnTo>
                    <a:pt x="771602" y="996621"/>
                  </a:lnTo>
                  <a:close/>
                  <a:moveTo>
                    <a:pt x="792447" y="998430"/>
                  </a:moveTo>
                  <a:lnTo>
                    <a:pt x="795333" y="1004416"/>
                  </a:lnTo>
                  <a:lnTo>
                    <a:pt x="773792" y="951336"/>
                  </a:lnTo>
                  <a:close/>
                  <a:moveTo>
                    <a:pt x="773792" y="951336"/>
                  </a:moveTo>
                  <a:lnTo>
                    <a:pt x="799085" y="927040"/>
                  </a:lnTo>
                  <a:lnTo>
                    <a:pt x="758834" y="962254"/>
                  </a:lnTo>
                  <a:close/>
                  <a:moveTo>
                    <a:pt x="760844" y="915873"/>
                  </a:moveTo>
                  <a:lnTo>
                    <a:pt x="760823" y="914581"/>
                  </a:lnTo>
                  <a:lnTo>
                    <a:pt x="770832" y="951336"/>
                  </a:lnTo>
                  <a:close/>
                  <a:moveTo>
                    <a:pt x="760823" y="914581"/>
                  </a:moveTo>
                  <a:lnTo>
                    <a:pt x="760844" y="915873"/>
                  </a:lnTo>
                  <a:lnTo>
                    <a:pt x="699840" y="893632"/>
                  </a:lnTo>
                  <a:close/>
                  <a:moveTo>
                    <a:pt x="198725" y="306930"/>
                  </a:moveTo>
                  <a:lnTo>
                    <a:pt x="215346" y="289746"/>
                  </a:lnTo>
                  <a:lnTo>
                    <a:pt x="169279" y="288000"/>
                  </a:lnTo>
                  <a:close/>
                  <a:moveTo>
                    <a:pt x="249405" y="338428"/>
                  </a:moveTo>
                  <a:lnTo>
                    <a:pt x="232978" y="305380"/>
                  </a:lnTo>
                  <a:lnTo>
                    <a:pt x="208969" y="311820"/>
                  </a:lnTo>
                  <a:close/>
                  <a:moveTo>
                    <a:pt x="732238" y="823888"/>
                  </a:moveTo>
                  <a:lnTo>
                    <a:pt x="719635" y="841071"/>
                  </a:lnTo>
                  <a:lnTo>
                    <a:pt x="759821" y="860643"/>
                  </a:lnTo>
                  <a:close/>
                  <a:moveTo>
                    <a:pt x="736203" y="750378"/>
                  </a:moveTo>
                  <a:lnTo>
                    <a:pt x="719193" y="781284"/>
                  </a:lnTo>
                  <a:lnTo>
                    <a:pt x="740289" y="753595"/>
                  </a:lnTo>
                  <a:close/>
                  <a:moveTo>
                    <a:pt x="319985" y="381529"/>
                  </a:moveTo>
                  <a:lnTo>
                    <a:pt x="353579" y="400011"/>
                  </a:lnTo>
                  <a:lnTo>
                    <a:pt x="339256" y="357371"/>
                  </a:lnTo>
                  <a:close/>
                  <a:moveTo>
                    <a:pt x="339256" y="357371"/>
                  </a:moveTo>
                  <a:lnTo>
                    <a:pt x="353579" y="400011"/>
                  </a:lnTo>
                  <a:lnTo>
                    <a:pt x="362256" y="352005"/>
                  </a:lnTo>
                  <a:close/>
                  <a:moveTo>
                    <a:pt x="411589" y="383734"/>
                  </a:moveTo>
                  <a:lnTo>
                    <a:pt x="383593" y="370196"/>
                  </a:lnTo>
                  <a:lnTo>
                    <a:pt x="362256" y="352005"/>
                  </a:lnTo>
                  <a:close/>
                  <a:moveTo>
                    <a:pt x="899443" y="991612"/>
                  </a:moveTo>
                  <a:lnTo>
                    <a:pt x="919297" y="1002559"/>
                  </a:lnTo>
                  <a:lnTo>
                    <a:pt x="905178" y="969291"/>
                  </a:lnTo>
                  <a:close/>
                  <a:moveTo>
                    <a:pt x="878647" y="963772"/>
                  </a:moveTo>
                  <a:lnTo>
                    <a:pt x="905178" y="969291"/>
                  </a:lnTo>
                  <a:lnTo>
                    <a:pt x="902320" y="967660"/>
                  </a:lnTo>
                  <a:close/>
                  <a:moveTo>
                    <a:pt x="719193" y="781284"/>
                  </a:moveTo>
                  <a:lnTo>
                    <a:pt x="736203" y="750378"/>
                  </a:lnTo>
                  <a:lnTo>
                    <a:pt x="721343" y="741910"/>
                  </a:lnTo>
                  <a:close/>
                  <a:moveTo>
                    <a:pt x="784308" y="611537"/>
                  </a:moveTo>
                  <a:lnTo>
                    <a:pt x="808386" y="625318"/>
                  </a:lnTo>
                  <a:lnTo>
                    <a:pt x="767449" y="597274"/>
                  </a:lnTo>
                  <a:close/>
                  <a:moveTo>
                    <a:pt x="808386" y="625318"/>
                  </a:moveTo>
                  <a:lnTo>
                    <a:pt x="817056" y="628779"/>
                  </a:lnTo>
                  <a:lnTo>
                    <a:pt x="767449" y="597274"/>
                  </a:lnTo>
                  <a:close/>
                  <a:moveTo>
                    <a:pt x="767449" y="597274"/>
                  </a:moveTo>
                  <a:lnTo>
                    <a:pt x="817056" y="628779"/>
                  </a:lnTo>
                  <a:lnTo>
                    <a:pt x="787726" y="605746"/>
                  </a:lnTo>
                  <a:close/>
                  <a:moveTo>
                    <a:pt x="827957" y="650157"/>
                  </a:moveTo>
                  <a:lnTo>
                    <a:pt x="817056" y="628779"/>
                  </a:lnTo>
                  <a:lnTo>
                    <a:pt x="808386" y="625318"/>
                  </a:lnTo>
                  <a:close/>
                  <a:moveTo>
                    <a:pt x="741364" y="591392"/>
                  </a:moveTo>
                  <a:lnTo>
                    <a:pt x="767449" y="597274"/>
                  </a:lnTo>
                  <a:lnTo>
                    <a:pt x="717003" y="566450"/>
                  </a:lnTo>
                  <a:close/>
                  <a:moveTo>
                    <a:pt x="683628" y="521748"/>
                  </a:moveTo>
                  <a:lnTo>
                    <a:pt x="717003" y="566450"/>
                  </a:lnTo>
                  <a:lnTo>
                    <a:pt x="703842" y="532236"/>
                  </a:lnTo>
                  <a:close/>
                  <a:moveTo>
                    <a:pt x="655997" y="380954"/>
                  </a:moveTo>
                  <a:lnTo>
                    <a:pt x="678706" y="404788"/>
                  </a:lnTo>
                  <a:lnTo>
                    <a:pt x="693694" y="406411"/>
                  </a:lnTo>
                  <a:close/>
                  <a:moveTo>
                    <a:pt x="615228" y="353102"/>
                  </a:moveTo>
                  <a:lnTo>
                    <a:pt x="566169" y="385216"/>
                  </a:lnTo>
                  <a:lnTo>
                    <a:pt x="616113" y="370559"/>
                  </a:lnTo>
                  <a:close/>
                  <a:moveTo>
                    <a:pt x="591900" y="331278"/>
                  </a:moveTo>
                  <a:lnTo>
                    <a:pt x="566169" y="385216"/>
                  </a:lnTo>
                  <a:lnTo>
                    <a:pt x="615228" y="353102"/>
                  </a:lnTo>
                  <a:close/>
                  <a:moveTo>
                    <a:pt x="563753" y="341292"/>
                  </a:moveTo>
                  <a:lnTo>
                    <a:pt x="591900" y="331278"/>
                  </a:lnTo>
                  <a:lnTo>
                    <a:pt x="574973" y="327173"/>
                  </a:lnTo>
                  <a:close/>
                  <a:moveTo>
                    <a:pt x="563116" y="331278"/>
                  </a:moveTo>
                  <a:lnTo>
                    <a:pt x="563753" y="341292"/>
                  </a:lnTo>
                  <a:lnTo>
                    <a:pt x="574973" y="327173"/>
                  </a:lnTo>
                  <a:close/>
                  <a:moveTo>
                    <a:pt x="620205" y="371713"/>
                  </a:moveTo>
                  <a:lnTo>
                    <a:pt x="644841" y="367614"/>
                  </a:lnTo>
                  <a:lnTo>
                    <a:pt x="655997" y="380954"/>
                  </a:lnTo>
                  <a:close/>
                  <a:moveTo>
                    <a:pt x="614745" y="282178"/>
                  </a:moveTo>
                  <a:lnTo>
                    <a:pt x="591900" y="331278"/>
                  </a:lnTo>
                  <a:lnTo>
                    <a:pt x="611700" y="329400"/>
                  </a:lnTo>
                  <a:close/>
                  <a:moveTo>
                    <a:pt x="614745" y="282178"/>
                  </a:moveTo>
                  <a:lnTo>
                    <a:pt x="642522" y="277340"/>
                  </a:lnTo>
                  <a:lnTo>
                    <a:pt x="617457" y="265229"/>
                  </a:lnTo>
                  <a:close/>
                  <a:moveTo>
                    <a:pt x="545996" y="176740"/>
                  </a:moveTo>
                  <a:lnTo>
                    <a:pt x="524105" y="130319"/>
                  </a:lnTo>
                  <a:lnTo>
                    <a:pt x="512375" y="132238"/>
                  </a:lnTo>
                  <a:close/>
                  <a:moveTo>
                    <a:pt x="512375" y="132238"/>
                  </a:moveTo>
                  <a:lnTo>
                    <a:pt x="516054" y="135253"/>
                  </a:lnTo>
                  <a:lnTo>
                    <a:pt x="545996" y="176740"/>
                  </a:lnTo>
                  <a:close/>
                  <a:moveTo>
                    <a:pt x="516054" y="135253"/>
                  </a:moveTo>
                  <a:lnTo>
                    <a:pt x="512375" y="132238"/>
                  </a:lnTo>
                  <a:lnTo>
                    <a:pt x="512146" y="130319"/>
                  </a:lnTo>
                  <a:close/>
                  <a:moveTo>
                    <a:pt x="617457" y="265229"/>
                  </a:moveTo>
                  <a:lnTo>
                    <a:pt x="671402" y="246135"/>
                  </a:lnTo>
                  <a:lnTo>
                    <a:pt x="635605" y="236874"/>
                  </a:lnTo>
                  <a:close/>
                  <a:moveTo>
                    <a:pt x="534684" y="149891"/>
                  </a:moveTo>
                  <a:lnTo>
                    <a:pt x="516054" y="135253"/>
                  </a:lnTo>
                  <a:lnTo>
                    <a:pt x="512146" y="130319"/>
                  </a:lnTo>
                  <a:close/>
                  <a:moveTo>
                    <a:pt x="686509" y="206409"/>
                  </a:moveTo>
                  <a:lnTo>
                    <a:pt x="671402" y="246135"/>
                  </a:lnTo>
                  <a:lnTo>
                    <a:pt x="710688" y="213607"/>
                  </a:lnTo>
                  <a:close/>
                  <a:moveTo>
                    <a:pt x="710688" y="213607"/>
                  </a:moveTo>
                  <a:lnTo>
                    <a:pt x="694543" y="208081"/>
                  </a:lnTo>
                  <a:lnTo>
                    <a:pt x="687014" y="206218"/>
                  </a:lnTo>
                  <a:close/>
                  <a:moveTo>
                    <a:pt x="554727" y="59062"/>
                  </a:moveTo>
                  <a:lnTo>
                    <a:pt x="564596" y="39626"/>
                  </a:lnTo>
                  <a:lnTo>
                    <a:pt x="563319" y="28415"/>
                  </a:lnTo>
                  <a:close/>
                  <a:moveTo>
                    <a:pt x="554727" y="59062"/>
                  </a:moveTo>
                  <a:lnTo>
                    <a:pt x="563319" y="28415"/>
                  </a:lnTo>
                  <a:lnTo>
                    <a:pt x="519860" y="53273"/>
                  </a:lnTo>
                  <a:close/>
                  <a:moveTo>
                    <a:pt x="519860" y="53273"/>
                  </a:moveTo>
                  <a:lnTo>
                    <a:pt x="563319" y="28415"/>
                  </a:lnTo>
                  <a:lnTo>
                    <a:pt x="532897" y="26060"/>
                  </a:lnTo>
                  <a:close/>
                  <a:moveTo>
                    <a:pt x="532897" y="26060"/>
                  </a:moveTo>
                  <a:lnTo>
                    <a:pt x="563319" y="28415"/>
                  </a:lnTo>
                  <a:lnTo>
                    <a:pt x="54323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07" name="Input_density__107">
              <a:extLst>
                <a:ext uri="{FF2B5EF4-FFF2-40B4-BE49-F238E27FC236}">
                  <a16:creationId xmlns:a16="http://schemas.microsoft.com/office/drawing/2014/main" id="{51A3D7BA-E0E5-D1F8-BAD3-A5DEB21BB830}"/>
                </a:ext>
              </a:extLst>
            </p:cNvPr>
            <p:cNvSpPr>
              <a:spLocks noGrp="1"/>
            </p:cNvSpPr>
            <p:nvPr/>
          </p:nvSpPr>
          <p:spPr>
            <a:xfrm>
              <a:off x="882970" y="1574049"/>
              <a:ext cx="998068" cy="1584667"/>
            </a:xfrm>
            <a:custGeom>
              <a:avLst/>
              <a:gdLst/>
              <a:ahLst/>
              <a:cxnLst/>
              <a:rect l="0" t="0" r="0" b="0"/>
              <a:pathLst>
                <a:path w="998068" h="1584667">
                  <a:moveTo>
                    <a:pt x="148477" y="1537010"/>
                  </a:moveTo>
                  <a:lnTo>
                    <a:pt x="131346" y="1554194"/>
                  </a:lnTo>
                  <a:lnTo>
                    <a:pt x="143178" y="1559650"/>
                  </a:lnTo>
                  <a:close/>
                  <a:moveTo>
                    <a:pt x="242240" y="1584667"/>
                  </a:moveTo>
                  <a:lnTo>
                    <a:pt x="212339" y="1568616"/>
                  </a:lnTo>
                  <a:lnTo>
                    <a:pt x="215846" y="1573765"/>
                  </a:lnTo>
                  <a:close/>
                  <a:moveTo>
                    <a:pt x="229378" y="1564946"/>
                  </a:moveTo>
                  <a:lnTo>
                    <a:pt x="212339" y="156861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29378" y="156494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42240" y="1584667"/>
                  </a:lnTo>
                  <a:lnTo>
                    <a:pt x="298333" y="1573603"/>
                  </a:lnTo>
                  <a:close/>
                  <a:moveTo>
                    <a:pt x="203016" y="1562590"/>
                  </a:moveTo>
                  <a:lnTo>
                    <a:pt x="212339" y="1568616"/>
                  </a:lnTo>
                  <a:lnTo>
                    <a:pt x="166930" y="1552249"/>
                  </a:lnTo>
                  <a:close/>
                  <a:moveTo>
                    <a:pt x="248987" y="1411950"/>
                  </a:moveTo>
                  <a:lnTo>
                    <a:pt x="256948" y="1447243"/>
                  </a:lnTo>
                  <a:lnTo>
                    <a:pt x="279191" y="1434196"/>
                  </a:lnTo>
                  <a:close/>
                  <a:moveTo>
                    <a:pt x="312580" y="1434455"/>
                  </a:moveTo>
                  <a:lnTo>
                    <a:pt x="297592" y="1406786"/>
                  </a:lnTo>
                  <a:lnTo>
                    <a:pt x="279191" y="1434196"/>
                  </a:lnTo>
                  <a:close/>
                  <a:moveTo>
                    <a:pt x="0" y="917022"/>
                  </a:moveTo>
                  <a:lnTo>
                    <a:pt x="42831" y="952583"/>
                  </a:lnTo>
                  <a:lnTo>
                    <a:pt x="26857" y="939850"/>
                  </a:lnTo>
                  <a:close/>
                  <a:moveTo>
                    <a:pt x="67920" y="950180"/>
                  </a:moveTo>
                  <a:lnTo>
                    <a:pt x="32918" y="943889"/>
                  </a:lnTo>
                  <a:lnTo>
                    <a:pt x="26857" y="939850"/>
                  </a:lnTo>
                  <a:close/>
                  <a:moveTo>
                    <a:pt x="333320" y="1255954"/>
                  </a:moveTo>
                  <a:lnTo>
                    <a:pt x="341150" y="1267318"/>
                  </a:lnTo>
                  <a:lnTo>
                    <a:pt x="343645" y="1229901"/>
                  </a:lnTo>
                  <a:close/>
                  <a:moveTo>
                    <a:pt x="75347" y="927516"/>
                  </a:moveTo>
                  <a:lnTo>
                    <a:pt x="32918" y="943889"/>
                  </a:lnTo>
                  <a:lnTo>
                    <a:pt x="67920" y="950180"/>
                  </a:lnTo>
                  <a:close/>
                  <a:moveTo>
                    <a:pt x="75347" y="927516"/>
                  </a:moveTo>
                  <a:lnTo>
                    <a:pt x="36347" y="932134"/>
                  </a:lnTo>
                  <a:lnTo>
                    <a:pt x="32918" y="943889"/>
                  </a:lnTo>
                  <a:close/>
                  <a:moveTo>
                    <a:pt x="82288" y="907690"/>
                  </a:moveTo>
                  <a:lnTo>
                    <a:pt x="96892" y="892342"/>
                  </a:lnTo>
                  <a:lnTo>
                    <a:pt x="99794" y="882585"/>
                  </a:lnTo>
                  <a:close/>
                  <a:moveTo>
                    <a:pt x="82288" y="907690"/>
                  </a:moveTo>
                  <a:lnTo>
                    <a:pt x="91313" y="913066"/>
                  </a:lnTo>
                  <a:lnTo>
                    <a:pt x="96892" y="892342"/>
                  </a:lnTo>
                  <a:close/>
                  <a:moveTo>
                    <a:pt x="75347" y="927516"/>
                  </a:moveTo>
                  <a:lnTo>
                    <a:pt x="91313" y="913066"/>
                  </a:lnTo>
                  <a:lnTo>
                    <a:pt x="82288" y="907690"/>
                  </a:lnTo>
                  <a:close/>
                  <a:moveTo>
                    <a:pt x="81038" y="936524"/>
                  </a:moveTo>
                  <a:lnTo>
                    <a:pt x="91313" y="913066"/>
                  </a:lnTo>
                  <a:lnTo>
                    <a:pt x="75347" y="927516"/>
                  </a:lnTo>
                  <a:close/>
                  <a:moveTo>
                    <a:pt x="6444" y="844909"/>
                  </a:moveTo>
                  <a:lnTo>
                    <a:pt x="53430" y="809075"/>
                  </a:lnTo>
                  <a:lnTo>
                    <a:pt x="57082" y="813451"/>
                  </a:lnTo>
                  <a:close/>
                  <a:moveTo>
                    <a:pt x="57082" y="813451"/>
                  </a:moveTo>
                  <a:lnTo>
                    <a:pt x="53677" y="810892"/>
                  </a:lnTo>
                  <a:lnTo>
                    <a:pt x="6444" y="844909"/>
                  </a:lnTo>
                  <a:close/>
                  <a:moveTo>
                    <a:pt x="57082" y="813451"/>
                  </a:moveTo>
                  <a:lnTo>
                    <a:pt x="84724" y="845830"/>
                  </a:lnTo>
                  <a:lnTo>
                    <a:pt x="53677" y="810892"/>
                  </a:lnTo>
                  <a:close/>
                  <a:moveTo>
                    <a:pt x="53430" y="809075"/>
                  </a:moveTo>
                  <a:lnTo>
                    <a:pt x="4626" y="823682"/>
                  </a:lnTo>
                  <a:lnTo>
                    <a:pt x="55669" y="808167"/>
                  </a:lnTo>
                  <a:close/>
                  <a:moveTo>
                    <a:pt x="76269" y="837273"/>
                  </a:moveTo>
                  <a:lnTo>
                    <a:pt x="99794" y="882585"/>
                  </a:lnTo>
                  <a:lnTo>
                    <a:pt x="84724" y="845830"/>
                  </a:lnTo>
                  <a:close/>
                  <a:moveTo>
                    <a:pt x="76269" y="837273"/>
                  </a:moveTo>
                  <a:lnTo>
                    <a:pt x="87237" y="873103"/>
                  </a:lnTo>
                  <a:lnTo>
                    <a:pt x="99794" y="882585"/>
                  </a:lnTo>
                  <a:close/>
                  <a:moveTo>
                    <a:pt x="41887" y="793389"/>
                  </a:moveTo>
                  <a:lnTo>
                    <a:pt x="76269" y="837273"/>
                  </a:lnTo>
                  <a:lnTo>
                    <a:pt x="53430" y="809075"/>
                  </a:lnTo>
                  <a:close/>
                  <a:moveTo>
                    <a:pt x="41887" y="793389"/>
                  </a:moveTo>
                  <a:lnTo>
                    <a:pt x="53430" y="809075"/>
                  </a:lnTo>
                  <a:lnTo>
                    <a:pt x="42595" y="787651"/>
                  </a:lnTo>
                  <a:close/>
                  <a:moveTo>
                    <a:pt x="42595" y="787651"/>
                  </a:moveTo>
                  <a:lnTo>
                    <a:pt x="53430" y="809075"/>
                  </a:lnTo>
                  <a:lnTo>
                    <a:pt x="55669" y="808167"/>
                  </a:lnTo>
                  <a:close/>
                  <a:moveTo>
                    <a:pt x="42595" y="787651"/>
                  </a:moveTo>
                  <a:lnTo>
                    <a:pt x="55669" y="808167"/>
                  </a:lnTo>
                  <a:lnTo>
                    <a:pt x="70049" y="765724"/>
                  </a:lnTo>
                  <a:close/>
                  <a:moveTo>
                    <a:pt x="317425" y="1000394"/>
                  </a:moveTo>
                  <a:lnTo>
                    <a:pt x="295757" y="1035668"/>
                  </a:lnTo>
                  <a:lnTo>
                    <a:pt x="321336" y="1041961"/>
                  </a:lnTo>
                  <a:close/>
                  <a:moveTo>
                    <a:pt x="321336" y="1041961"/>
                  </a:moveTo>
                  <a:lnTo>
                    <a:pt x="331693" y="1049177"/>
                  </a:lnTo>
                  <a:lnTo>
                    <a:pt x="317425" y="1000394"/>
                  </a:lnTo>
                  <a:close/>
                  <a:moveTo>
                    <a:pt x="123931" y="780865"/>
                  </a:moveTo>
                  <a:lnTo>
                    <a:pt x="115836" y="774709"/>
                  </a:lnTo>
                  <a:lnTo>
                    <a:pt x="103821" y="767414"/>
                  </a:lnTo>
                  <a:close/>
                  <a:moveTo>
                    <a:pt x="350887" y="941300"/>
                  </a:moveTo>
                  <a:lnTo>
                    <a:pt x="362232" y="991055"/>
                  </a:lnTo>
                  <a:lnTo>
                    <a:pt x="370550" y="949373"/>
                  </a:lnTo>
                  <a:close/>
                  <a:moveTo>
                    <a:pt x="370550" y="949373"/>
                  </a:moveTo>
                  <a:lnTo>
                    <a:pt x="362232" y="991055"/>
                  </a:lnTo>
                  <a:lnTo>
                    <a:pt x="403828" y="949216"/>
                  </a:lnTo>
                  <a:close/>
                  <a:moveTo>
                    <a:pt x="221125" y="800772"/>
                  </a:moveTo>
                  <a:lnTo>
                    <a:pt x="221071" y="845563"/>
                  </a:lnTo>
                  <a:lnTo>
                    <a:pt x="255467" y="799941"/>
                  </a:lnTo>
                  <a:close/>
                  <a:moveTo>
                    <a:pt x="255467" y="799941"/>
                  </a:moveTo>
                  <a:lnTo>
                    <a:pt x="234725" y="786905"/>
                  </a:lnTo>
                  <a:lnTo>
                    <a:pt x="215083" y="760937"/>
                  </a:lnTo>
                  <a:close/>
                  <a:moveTo>
                    <a:pt x="589769" y="1174480"/>
                  </a:moveTo>
                  <a:lnTo>
                    <a:pt x="580836" y="1190169"/>
                  </a:lnTo>
                  <a:lnTo>
                    <a:pt x="602126" y="1192315"/>
                  </a:lnTo>
                  <a:close/>
                  <a:moveTo>
                    <a:pt x="325935" y="810929"/>
                  </a:moveTo>
                  <a:lnTo>
                    <a:pt x="296064" y="794025"/>
                  </a:lnTo>
                  <a:lnTo>
                    <a:pt x="336101" y="820572"/>
                  </a:lnTo>
                  <a:close/>
                  <a:moveTo>
                    <a:pt x="237879" y="666832"/>
                  </a:moveTo>
                  <a:lnTo>
                    <a:pt x="236418" y="681186"/>
                  </a:lnTo>
                  <a:lnTo>
                    <a:pt x="257907" y="681163"/>
                  </a:lnTo>
                  <a:close/>
                  <a:moveTo>
                    <a:pt x="748121" y="1268228"/>
                  </a:moveTo>
                  <a:lnTo>
                    <a:pt x="775651" y="1291667"/>
                  </a:lnTo>
                  <a:lnTo>
                    <a:pt x="804609" y="1258642"/>
                  </a:lnTo>
                  <a:close/>
                  <a:moveTo>
                    <a:pt x="409409" y="845548"/>
                  </a:moveTo>
                  <a:lnTo>
                    <a:pt x="430597" y="873069"/>
                  </a:lnTo>
                  <a:lnTo>
                    <a:pt x="440703" y="887362"/>
                  </a:lnTo>
                  <a:close/>
                  <a:moveTo>
                    <a:pt x="804609" y="1258642"/>
                  </a:moveTo>
                  <a:lnTo>
                    <a:pt x="804394" y="1233356"/>
                  </a:lnTo>
                  <a:lnTo>
                    <a:pt x="790192" y="1274483"/>
                  </a:lnTo>
                  <a:close/>
                  <a:moveTo>
                    <a:pt x="804394" y="1233356"/>
                  </a:moveTo>
                  <a:lnTo>
                    <a:pt x="804609" y="1258642"/>
                  </a:lnTo>
                  <a:lnTo>
                    <a:pt x="814747" y="1237728"/>
                  </a:lnTo>
                  <a:close/>
                  <a:moveTo>
                    <a:pt x="789067" y="1220545"/>
                  </a:moveTo>
                  <a:lnTo>
                    <a:pt x="804394" y="1233356"/>
                  </a:lnTo>
                  <a:lnTo>
                    <a:pt x="770038" y="1189451"/>
                  </a:lnTo>
                  <a:close/>
                  <a:moveTo>
                    <a:pt x="770038" y="1189451"/>
                  </a:moveTo>
                  <a:lnTo>
                    <a:pt x="804394" y="1233356"/>
                  </a:lnTo>
                  <a:lnTo>
                    <a:pt x="779688" y="1200973"/>
                  </a:lnTo>
                  <a:close/>
                  <a:moveTo>
                    <a:pt x="769799" y="1156862"/>
                  </a:moveTo>
                  <a:lnTo>
                    <a:pt x="759031" y="1153653"/>
                  </a:lnTo>
                  <a:lnTo>
                    <a:pt x="807660" y="1173840"/>
                  </a:lnTo>
                  <a:close/>
                  <a:moveTo>
                    <a:pt x="373212" y="723158"/>
                  </a:moveTo>
                  <a:lnTo>
                    <a:pt x="419228" y="718171"/>
                  </a:lnTo>
                  <a:lnTo>
                    <a:pt x="410602" y="742730"/>
                  </a:lnTo>
                  <a:close/>
                  <a:moveTo>
                    <a:pt x="373212" y="723158"/>
                  </a:moveTo>
                  <a:lnTo>
                    <a:pt x="410602" y="742730"/>
                  </a:lnTo>
                  <a:lnTo>
                    <a:pt x="396482" y="759914"/>
                  </a:lnTo>
                  <a:close/>
                  <a:moveTo>
                    <a:pt x="408642" y="711930"/>
                  </a:moveTo>
                  <a:lnTo>
                    <a:pt x="448407" y="742730"/>
                  </a:lnTo>
                  <a:lnTo>
                    <a:pt x="419228" y="718171"/>
                  </a:lnTo>
                  <a:close/>
                  <a:moveTo>
                    <a:pt x="807660" y="1173840"/>
                  </a:moveTo>
                  <a:lnTo>
                    <a:pt x="828404" y="1155190"/>
                  </a:lnTo>
                  <a:lnTo>
                    <a:pt x="769799" y="1156862"/>
                  </a:lnTo>
                  <a:close/>
                  <a:moveTo>
                    <a:pt x="716480" y="1071663"/>
                  </a:moveTo>
                  <a:lnTo>
                    <a:pt x="774096" y="1096658"/>
                  </a:lnTo>
                  <a:lnTo>
                    <a:pt x="765932" y="1093097"/>
                  </a:lnTo>
                  <a:close/>
                  <a:moveTo>
                    <a:pt x="752557" y="1092396"/>
                  </a:moveTo>
                  <a:lnTo>
                    <a:pt x="774096" y="1096658"/>
                  </a:lnTo>
                  <a:lnTo>
                    <a:pt x="721008" y="1073525"/>
                  </a:lnTo>
                  <a:close/>
                  <a:moveTo>
                    <a:pt x="448407" y="742730"/>
                  </a:moveTo>
                  <a:lnTo>
                    <a:pt x="462208" y="754287"/>
                  </a:lnTo>
                  <a:lnTo>
                    <a:pt x="464267" y="738543"/>
                  </a:lnTo>
                  <a:close/>
                  <a:moveTo>
                    <a:pt x="448407" y="742730"/>
                  </a:moveTo>
                  <a:lnTo>
                    <a:pt x="464267" y="738543"/>
                  </a:lnTo>
                  <a:lnTo>
                    <a:pt x="419228" y="718171"/>
                  </a:lnTo>
                  <a:close/>
                  <a:moveTo>
                    <a:pt x="493045" y="742235"/>
                  </a:moveTo>
                  <a:lnTo>
                    <a:pt x="464267" y="738543"/>
                  </a:lnTo>
                  <a:lnTo>
                    <a:pt x="462208" y="754287"/>
                  </a:lnTo>
                  <a:close/>
                  <a:moveTo>
                    <a:pt x="500929" y="691079"/>
                  </a:moveTo>
                  <a:lnTo>
                    <a:pt x="464267" y="738543"/>
                  </a:lnTo>
                  <a:lnTo>
                    <a:pt x="493045" y="742235"/>
                  </a:lnTo>
                  <a:close/>
                  <a:moveTo>
                    <a:pt x="238683" y="394752"/>
                  </a:moveTo>
                  <a:lnTo>
                    <a:pt x="226977" y="401472"/>
                  </a:lnTo>
                  <a:lnTo>
                    <a:pt x="254122" y="398310"/>
                  </a:lnTo>
                  <a:close/>
                  <a:moveTo>
                    <a:pt x="238683" y="394752"/>
                  </a:moveTo>
                  <a:lnTo>
                    <a:pt x="254122" y="398310"/>
                  </a:lnTo>
                  <a:lnTo>
                    <a:pt x="256345" y="386699"/>
                  </a:lnTo>
                  <a:close/>
                  <a:moveTo>
                    <a:pt x="113693" y="252224"/>
                  </a:moveTo>
                  <a:lnTo>
                    <a:pt x="115396" y="295586"/>
                  </a:lnTo>
                  <a:lnTo>
                    <a:pt x="145445" y="253498"/>
                  </a:lnTo>
                  <a:close/>
                  <a:moveTo>
                    <a:pt x="80163" y="252395"/>
                  </a:moveTo>
                  <a:lnTo>
                    <a:pt x="115396" y="295586"/>
                  </a:lnTo>
                  <a:lnTo>
                    <a:pt x="113693" y="252224"/>
                  </a:lnTo>
                  <a:close/>
                  <a:moveTo>
                    <a:pt x="927007" y="1149423"/>
                  </a:moveTo>
                  <a:lnTo>
                    <a:pt x="932751" y="1171597"/>
                  </a:lnTo>
                  <a:lnTo>
                    <a:pt x="959199" y="1174276"/>
                  </a:lnTo>
                  <a:close/>
                  <a:moveTo>
                    <a:pt x="852498" y="1120698"/>
                  </a:moveTo>
                  <a:lnTo>
                    <a:pt x="863989" y="1077752"/>
                  </a:lnTo>
                  <a:lnTo>
                    <a:pt x="839533" y="1129852"/>
                  </a:lnTo>
                  <a:close/>
                  <a:moveTo>
                    <a:pt x="867685" y="1081272"/>
                  </a:moveTo>
                  <a:lnTo>
                    <a:pt x="861725" y="1124341"/>
                  </a:lnTo>
                  <a:lnTo>
                    <a:pt x="839533" y="1129852"/>
                  </a:lnTo>
                  <a:close/>
                  <a:moveTo>
                    <a:pt x="861725" y="1124341"/>
                  </a:moveTo>
                  <a:lnTo>
                    <a:pt x="867685" y="1081272"/>
                  </a:lnTo>
                  <a:lnTo>
                    <a:pt x="884561" y="1129852"/>
                  </a:lnTo>
                  <a:close/>
                  <a:moveTo>
                    <a:pt x="863989" y="1077752"/>
                  </a:moveTo>
                  <a:lnTo>
                    <a:pt x="852498" y="1120698"/>
                  </a:lnTo>
                  <a:lnTo>
                    <a:pt x="884561" y="1129852"/>
                  </a:lnTo>
                  <a:close/>
                  <a:moveTo>
                    <a:pt x="697961" y="916639"/>
                  </a:moveTo>
                  <a:lnTo>
                    <a:pt x="664244" y="908054"/>
                  </a:lnTo>
                  <a:lnTo>
                    <a:pt x="668355" y="909322"/>
                  </a:lnTo>
                  <a:close/>
                  <a:moveTo>
                    <a:pt x="687649" y="906452"/>
                  </a:moveTo>
                  <a:lnTo>
                    <a:pt x="664244" y="908054"/>
                  </a:lnTo>
                  <a:lnTo>
                    <a:pt x="697961" y="916639"/>
                  </a:lnTo>
                  <a:close/>
                  <a:moveTo>
                    <a:pt x="228243" y="392261"/>
                  </a:moveTo>
                  <a:lnTo>
                    <a:pt x="226977" y="401472"/>
                  </a:lnTo>
                  <a:lnTo>
                    <a:pt x="238683" y="394752"/>
                  </a:lnTo>
                  <a:close/>
                  <a:moveTo>
                    <a:pt x="228243" y="392261"/>
                  </a:moveTo>
                  <a:lnTo>
                    <a:pt x="238683" y="394752"/>
                  </a:lnTo>
                  <a:lnTo>
                    <a:pt x="240334" y="355206"/>
                  </a:lnTo>
                  <a:close/>
                  <a:moveTo>
                    <a:pt x="240334" y="355206"/>
                  </a:moveTo>
                  <a:lnTo>
                    <a:pt x="256345" y="386699"/>
                  </a:lnTo>
                  <a:lnTo>
                    <a:pt x="273767" y="355629"/>
                  </a:lnTo>
                  <a:close/>
                  <a:moveTo>
                    <a:pt x="273767" y="355629"/>
                  </a:moveTo>
                  <a:lnTo>
                    <a:pt x="295367" y="347120"/>
                  </a:lnTo>
                  <a:lnTo>
                    <a:pt x="288706" y="340813"/>
                  </a:lnTo>
                  <a:close/>
                  <a:moveTo>
                    <a:pt x="256345" y="386699"/>
                  </a:moveTo>
                  <a:lnTo>
                    <a:pt x="290254" y="388900"/>
                  </a:lnTo>
                  <a:lnTo>
                    <a:pt x="273767" y="355629"/>
                  </a:lnTo>
                  <a:close/>
                  <a:moveTo>
                    <a:pt x="288706" y="340813"/>
                  </a:moveTo>
                  <a:lnTo>
                    <a:pt x="295367" y="347120"/>
                  </a:lnTo>
                  <a:lnTo>
                    <a:pt x="298080" y="321954"/>
                  </a:lnTo>
                  <a:close/>
                  <a:moveTo>
                    <a:pt x="198057" y="230548"/>
                  </a:moveTo>
                  <a:lnTo>
                    <a:pt x="188017" y="255807"/>
                  </a:lnTo>
                  <a:lnTo>
                    <a:pt x="208301" y="235439"/>
                  </a:lnTo>
                  <a:close/>
                  <a:moveTo>
                    <a:pt x="959199" y="1174276"/>
                  </a:moveTo>
                  <a:lnTo>
                    <a:pt x="979759" y="1186178"/>
                  </a:lnTo>
                  <a:lnTo>
                    <a:pt x="980078" y="1156132"/>
                  </a:lnTo>
                  <a:close/>
                  <a:moveTo>
                    <a:pt x="980078" y="1156132"/>
                  </a:moveTo>
                  <a:lnTo>
                    <a:pt x="979759" y="1186178"/>
                  </a:lnTo>
                  <a:lnTo>
                    <a:pt x="998068" y="1139508"/>
                  </a:lnTo>
                  <a:close/>
                  <a:moveTo>
                    <a:pt x="959199" y="1174276"/>
                  </a:moveTo>
                  <a:lnTo>
                    <a:pt x="935991" y="1135799"/>
                  </a:lnTo>
                  <a:lnTo>
                    <a:pt x="927007" y="1149423"/>
                  </a:lnTo>
                  <a:close/>
                  <a:moveTo>
                    <a:pt x="752012" y="897944"/>
                  </a:moveTo>
                  <a:lnTo>
                    <a:pt x="791779" y="922049"/>
                  </a:lnTo>
                  <a:lnTo>
                    <a:pt x="773124" y="874955"/>
                  </a:lnTo>
                  <a:close/>
                  <a:moveTo>
                    <a:pt x="758166" y="885873"/>
                  </a:moveTo>
                  <a:lnTo>
                    <a:pt x="784383" y="846900"/>
                  </a:lnTo>
                  <a:lnTo>
                    <a:pt x="760176" y="839492"/>
                  </a:lnTo>
                  <a:close/>
                  <a:moveTo>
                    <a:pt x="758166" y="885873"/>
                  </a:moveTo>
                  <a:lnTo>
                    <a:pt x="760176" y="839492"/>
                  </a:lnTo>
                  <a:lnTo>
                    <a:pt x="770164" y="874955"/>
                  </a:lnTo>
                  <a:close/>
                  <a:moveTo>
                    <a:pt x="620950" y="781651"/>
                  </a:moveTo>
                  <a:lnTo>
                    <a:pt x="652884" y="776472"/>
                  </a:lnTo>
                  <a:lnTo>
                    <a:pt x="672109" y="752142"/>
                  </a:lnTo>
                  <a:close/>
                  <a:moveTo>
                    <a:pt x="637831" y="748560"/>
                  </a:moveTo>
                  <a:lnTo>
                    <a:pt x="620950" y="781651"/>
                  </a:lnTo>
                  <a:lnTo>
                    <a:pt x="672109" y="752142"/>
                  </a:lnTo>
                  <a:close/>
                  <a:moveTo>
                    <a:pt x="672109" y="752142"/>
                  </a:moveTo>
                  <a:lnTo>
                    <a:pt x="652884" y="776472"/>
                  </a:lnTo>
                  <a:lnTo>
                    <a:pt x="705892" y="753875"/>
                  </a:lnTo>
                  <a:close/>
                  <a:moveTo>
                    <a:pt x="285890" y="304745"/>
                  </a:moveTo>
                  <a:lnTo>
                    <a:pt x="298080" y="321954"/>
                  </a:lnTo>
                  <a:lnTo>
                    <a:pt x="319317" y="305148"/>
                  </a:lnTo>
                  <a:close/>
                  <a:moveTo>
                    <a:pt x="208301" y="235439"/>
                  </a:moveTo>
                  <a:lnTo>
                    <a:pt x="214678" y="213365"/>
                  </a:lnTo>
                  <a:lnTo>
                    <a:pt x="198057" y="230548"/>
                  </a:lnTo>
                  <a:close/>
                  <a:moveTo>
                    <a:pt x="232311" y="228999"/>
                  </a:moveTo>
                  <a:lnTo>
                    <a:pt x="214678" y="213365"/>
                  </a:lnTo>
                  <a:lnTo>
                    <a:pt x="208301" y="235439"/>
                  </a:lnTo>
                  <a:close/>
                  <a:moveTo>
                    <a:pt x="718968" y="764690"/>
                  </a:moveTo>
                  <a:lnTo>
                    <a:pt x="745901" y="778887"/>
                  </a:lnTo>
                  <a:lnTo>
                    <a:pt x="759154" y="784262"/>
                  </a:lnTo>
                  <a:close/>
                  <a:moveTo>
                    <a:pt x="440917" y="175814"/>
                  </a:moveTo>
                  <a:lnTo>
                    <a:pt x="409703" y="174102"/>
                  </a:lnTo>
                  <a:lnTo>
                    <a:pt x="405450" y="185616"/>
                  </a:lnTo>
                  <a:close/>
                  <a:moveTo>
                    <a:pt x="833826" y="585692"/>
                  </a:moveTo>
                  <a:lnTo>
                    <a:pt x="816388" y="552398"/>
                  </a:lnTo>
                  <a:lnTo>
                    <a:pt x="827290" y="573776"/>
                  </a:lnTo>
                  <a:close/>
                  <a:moveTo>
                    <a:pt x="822186" y="566120"/>
                  </a:moveTo>
                  <a:lnTo>
                    <a:pt x="816388" y="552398"/>
                  </a:lnTo>
                  <a:lnTo>
                    <a:pt x="833826" y="585692"/>
                  </a:lnTo>
                  <a:close/>
                  <a:moveTo>
                    <a:pt x="662935" y="333012"/>
                  </a:moveTo>
                  <a:lnTo>
                    <a:pt x="693026" y="330030"/>
                  </a:lnTo>
                  <a:lnTo>
                    <a:pt x="678038" y="328407"/>
                  </a:lnTo>
                  <a:close/>
                  <a:moveTo>
                    <a:pt x="563303" y="308835"/>
                  </a:moveTo>
                  <a:lnTo>
                    <a:pt x="563086" y="264910"/>
                  </a:lnTo>
                  <a:lnTo>
                    <a:pt x="562448" y="254897"/>
                  </a:lnTo>
                  <a:close/>
                  <a:moveTo>
                    <a:pt x="562448" y="254897"/>
                  </a:moveTo>
                  <a:lnTo>
                    <a:pt x="577628" y="263216"/>
                  </a:lnTo>
                  <a:lnTo>
                    <a:pt x="563303" y="308835"/>
                  </a:lnTo>
                  <a:close/>
                  <a:moveTo>
                    <a:pt x="591233" y="254897"/>
                  </a:moveTo>
                  <a:lnTo>
                    <a:pt x="563086" y="264910"/>
                  </a:lnTo>
                  <a:lnTo>
                    <a:pt x="562011" y="301033"/>
                  </a:lnTo>
                  <a:close/>
                  <a:moveTo>
                    <a:pt x="668642" y="322766"/>
                  </a:moveTo>
                  <a:lnTo>
                    <a:pt x="662935" y="333012"/>
                  </a:lnTo>
                  <a:lnTo>
                    <a:pt x="678038" y="328407"/>
                  </a:lnTo>
                  <a:close/>
                  <a:moveTo>
                    <a:pt x="668642" y="322766"/>
                  </a:moveTo>
                  <a:lnTo>
                    <a:pt x="678038" y="328407"/>
                  </a:lnTo>
                  <a:lnTo>
                    <a:pt x="655329" y="304573"/>
                  </a:lnTo>
                  <a:close/>
                  <a:moveTo>
                    <a:pt x="574305" y="250792"/>
                  </a:moveTo>
                  <a:lnTo>
                    <a:pt x="591233" y="254897"/>
                  </a:lnTo>
                  <a:lnTo>
                    <a:pt x="589241" y="210427"/>
                  </a:lnTo>
                  <a:close/>
                  <a:moveTo>
                    <a:pt x="589241" y="210427"/>
                  </a:moveTo>
                  <a:lnTo>
                    <a:pt x="591233" y="254897"/>
                  </a:lnTo>
                  <a:lnTo>
                    <a:pt x="614077" y="205797"/>
                  </a:lnTo>
                  <a:close/>
                  <a:moveTo>
                    <a:pt x="599438" y="200958"/>
                  </a:moveTo>
                  <a:lnTo>
                    <a:pt x="614077" y="205797"/>
                  </a:lnTo>
                  <a:lnTo>
                    <a:pt x="616789" y="188847"/>
                  </a:lnTo>
                  <a:close/>
                  <a:moveTo>
                    <a:pt x="515386" y="58872"/>
                  </a:moveTo>
                  <a:lnTo>
                    <a:pt x="538554" y="90693"/>
                  </a:lnTo>
                  <a:lnTo>
                    <a:pt x="545328" y="100359"/>
                  </a:lnTo>
                  <a:close/>
                  <a:moveTo>
                    <a:pt x="726804" y="220530"/>
                  </a:moveTo>
                  <a:lnTo>
                    <a:pt x="722064" y="261675"/>
                  </a:lnTo>
                  <a:lnTo>
                    <a:pt x="721885" y="236424"/>
                  </a:lnTo>
                  <a:close/>
                  <a:moveTo>
                    <a:pt x="700686" y="253372"/>
                  </a:moveTo>
                  <a:lnTo>
                    <a:pt x="735417" y="258647"/>
                  </a:lnTo>
                  <a:lnTo>
                    <a:pt x="726804" y="220530"/>
                  </a:lnTo>
                  <a:close/>
                  <a:moveTo>
                    <a:pt x="599438" y="200958"/>
                  </a:moveTo>
                  <a:lnTo>
                    <a:pt x="616789" y="188847"/>
                  </a:lnTo>
                  <a:lnTo>
                    <a:pt x="634937" y="160493"/>
                  </a:lnTo>
                  <a:close/>
                  <a:moveTo>
                    <a:pt x="538554" y="90693"/>
                  </a:moveTo>
                  <a:lnTo>
                    <a:pt x="515386" y="58872"/>
                  </a:lnTo>
                  <a:lnTo>
                    <a:pt x="537773" y="79412"/>
                  </a:lnTo>
                  <a:close/>
                  <a:moveTo>
                    <a:pt x="511478" y="53938"/>
                  </a:moveTo>
                  <a:lnTo>
                    <a:pt x="507832" y="14260"/>
                  </a:lnTo>
                  <a:lnTo>
                    <a:pt x="5047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08" name="Input_density__108">
              <a:extLst>
                <a:ext uri="{FF2B5EF4-FFF2-40B4-BE49-F238E27FC236}">
                  <a16:creationId xmlns:a16="http://schemas.microsoft.com/office/drawing/2014/main" id="{DCB787CC-8B24-8D09-8FAB-FDA7D46FB0E9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4251"/>
              <a:ext cx="1022164" cy="1648414"/>
            </a:xfrm>
            <a:custGeom>
              <a:avLst/>
              <a:gdLst/>
              <a:ahLst/>
              <a:cxnLst/>
              <a:rect l="0" t="0" r="0" b="0"/>
              <a:pathLst>
                <a:path w="1022164" h="1648414">
                  <a:moveTo>
                    <a:pt x="130409" y="1597237"/>
                  </a:moveTo>
                  <a:lnTo>
                    <a:pt x="147299" y="1633992"/>
                  </a:lnTo>
                  <a:lnTo>
                    <a:pt x="164430" y="1616809"/>
                  </a:lnTo>
                  <a:close/>
                  <a:moveTo>
                    <a:pt x="209416" y="1599625"/>
                  </a:moveTo>
                  <a:lnTo>
                    <a:pt x="228291" y="1648414"/>
                  </a:lnTo>
                  <a:lnTo>
                    <a:pt x="231090" y="1636380"/>
                  </a:lnTo>
                  <a:close/>
                  <a:moveTo>
                    <a:pt x="182883" y="1632048"/>
                  </a:moveTo>
                  <a:lnTo>
                    <a:pt x="228291" y="1648414"/>
                  </a:lnTo>
                  <a:lnTo>
                    <a:pt x="209416" y="1599625"/>
                  </a:lnTo>
                  <a:close/>
                  <a:moveTo>
                    <a:pt x="191409" y="1606563"/>
                  </a:moveTo>
                  <a:lnTo>
                    <a:pt x="209416" y="1599625"/>
                  </a:lnTo>
                  <a:lnTo>
                    <a:pt x="208046" y="1601551"/>
                  </a:lnTo>
                  <a:close/>
                  <a:moveTo>
                    <a:pt x="174162" y="1575838"/>
                  </a:moveTo>
                  <a:lnTo>
                    <a:pt x="191409" y="1606563"/>
                  </a:lnTo>
                  <a:lnTo>
                    <a:pt x="208046" y="1601551"/>
                  </a:lnTo>
                  <a:close/>
                  <a:moveTo>
                    <a:pt x="251860" y="1629253"/>
                  </a:moveTo>
                  <a:lnTo>
                    <a:pt x="291975" y="1623729"/>
                  </a:lnTo>
                  <a:lnTo>
                    <a:pt x="277400" y="1590831"/>
                  </a:lnTo>
                  <a:close/>
                  <a:moveTo>
                    <a:pt x="251860" y="1629253"/>
                  </a:moveTo>
                  <a:lnTo>
                    <a:pt x="277400" y="1590831"/>
                  </a:lnTo>
                  <a:lnTo>
                    <a:pt x="250428" y="1585670"/>
                  </a:lnTo>
                  <a:close/>
                  <a:moveTo>
                    <a:pt x="250428" y="1585670"/>
                  </a:moveTo>
                  <a:lnTo>
                    <a:pt x="277400" y="1590831"/>
                  </a:lnTo>
                  <a:lnTo>
                    <a:pt x="225897" y="1560866"/>
                  </a:lnTo>
                  <a:close/>
                  <a:moveTo>
                    <a:pt x="213363" y="1525223"/>
                  </a:moveTo>
                  <a:lnTo>
                    <a:pt x="233432" y="1504049"/>
                  </a:lnTo>
                  <a:lnTo>
                    <a:pt x="175286" y="1507435"/>
                  </a:lnTo>
                  <a:close/>
                  <a:moveTo>
                    <a:pt x="241125" y="1327546"/>
                  </a:moveTo>
                  <a:lnTo>
                    <a:pt x="260760" y="1335877"/>
                  </a:lnTo>
                  <a:lnTo>
                    <a:pt x="241264" y="1381484"/>
                  </a:lnTo>
                  <a:close/>
                  <a:moveTo>
                    <a:pt x="260760" y="1335877"/>
                  </a:moveTo>
                  <a:lnTo>
                    <a:pt x="241125" y="1327546"/>
                  </a:lnTo>
                  <a:lnTo>
                    <a:pt x="226071" y="1292243"/>
                  </a:lnTo>
                  <a:close/>
                  <a:moveTo>
                    <a:pt x="304627" y="1300213"/>
                  </a:moveTo>
                  <a:lnTo>
                    <a:pt x="335369" y="1302309"/>
                  </a:lnTo>
                  <a:lnTo>
                    <a:pt x="334673" y="1258128"/>
                  </a:lnTo>
                  <a:close/>
                  <a:moveTo>
                    <a:pt x="335369" y="1302309"/>
                  </a:moveTo>
                  <a:lnTo>
                    <a:pt x="368975" y="1257329"/>
                  </a:lnTo>
                  <a:lnTo>
                    <a:pt x="334673" y="1258128"/>
                  </a:lnTo>
                  <a:close/>
                  <a:moveTo>
                    <a:pt x="21398" y="888874"/>
                  </a:moveTo>
                  <a:lnTo>
                    <a:pt x="20578" y="903481"/>
                  </a:lnTo>
                  <a:lnTo>
                    <a:pt x="23596" y="942812"/>
                  </a:lnTo>
                  <a:close/>
                  <a:moveTo>
                    <a:pt x="21398" y="888874"/>
                  </a:moveTo>
                  <a:lnTo>
                    <a:pt x="15285" y="898116"/>
                  </a:lnTo>
                  <a:lnTo>
                    <a:pt x="20578" y="903481"/>
                  </a:lnTo>
                  <a:close/>
                  <a:moveTo>
                    <a:pt x="0" y="869302"/>
                  </a:moveTo>
                  <a:lnTo>
                    <a:pt x="15285" y="898116"/>
                  </a:lnTo>
                  <a:lnTo>
                    <a:pt x="21398" y="888874"/>
                  </a:lnTo>
                  <a:close/>
                  <a:moveTo>
                    <a:pt x="162741" y="913917"/>
                  </a:moveTo>
                  <a:lnTo>
                    <a:pt x="178368" y="941709"/>
                  </a:lnTo>
                  <a:lnTo>
                    <a:pt x="165666" y="908446"/>
                  </a:lnTo>
                  <a:close/>
                  <a:moveTo>
                    <a:pt x="178368" y="941709"/>
                  </a:moveTo>
                  <a:lnTo>
                    <a:pt x="162741" y="913917"/>
                  </a:lnTo>
                  <a:lnTo>
                    <a:pt x="179753" y="945200"/>
                  </a:lnTo>
                  <a:close/>
                  <a:moveTo>
                    <a:pt x="487934" y="1295567"/>
                  </a:moveTo>
                  <a:lnTo>
                    <a:pt x="447657" y="1312750"/>
                  </a:lnTo>
                  <a:lnTo>
                    <a:pt x="486824" y="1347520"/>
                  </a:lnTo>
                  <a:close/>
                  <a:moveTo>
                    <a:pt x="333378" y="1080192"/>
                  </a:moveTo>
                  <a:lnTo>
                    <a:pt x="375211" y="1083162"/>
                  </a:lnTo>
                  <a:lnTo>
                    <a:pt x="360272" y="1075037"/>
                  </a:lnTo>
                  <a:close/>
                  <a:moveTo>
                    <a:pt x="312857" y="1070813"/>
                  </a:moveTo>
                  <a:lnTo>
                    <a:pt x="328219" y="1075037"/>
                  </a:lnTo>
                  <a:lnTo>
                    <a:pt x="333378" y="1080192"/>
                  </a:lnTo>
                  <a:close/>
                  <a:moveTo>
                    <a:pt x="178368" y="941709"/>
                  </a:moveTo>
                  <a:lnTo>
                    <a:pt x="179753" y="945200"/>
                  </a:lnTo>
                  <a:lnTo>
                    <a:pt x="179633" y="944930"/>
                  </a:lnTo>
                  <a:close/>
                  <a:moveTo>
                    <a:pt x="176304" y="928017"/>
                  </a:moveTo>
                  <a:lnTo>
                    <a:pt x="178368" y="941709"/>
                  </a:lnTo>
                  <a:lnTo>
                    <a:pt x="179633" y="944930"/>
                  </a:lnTo>
                  <a:close/>
                  <a:moveTo>
                    <a:pt x="165666" y="908446"/>
                  </a:moveTo>
                  <a:lnTo>
                    <a:pt x="178368" y="941709"/>
                  </a:lnTo>
                  <a:lnTo>
                    <a:pt x="176304" y="928017"/>
                  </a:lnTo>
                  <a:close/>
                  <a:moveTo>
                    <a:pt x="158208" y="891262"/>
                  </a:moveTo>
                  <a:lnTo>
                    <a:pt x="156056" y="871690"/>
                  </a:lnTo>
                  <a:lnTo>
                    <a:pt x="165666" y="908446"/>
                  </a:lnTo>
                  <a:close/>
                  <a:moveTo>
                    <a:pt x="495056" y="1253751"/>
                  </a:moveTo>
                  <a:lnTo>
                    <a:pt x="520285" y="1251839"/>
                  </a:lnTo>
                  <a:lnTo>
                    <a:pt x="481191" y="1230251"/>
                  </a:lnTo>
                  <a:close/>
                  <a:moveTo>
                    <a:pt x="553994" y="1241629"/>
                  </a:moveTo>
                  <a:lnTo>
                    <a:pt x="533484" y="1294344"/>
                  </a:lnTo>
                  <a:lnTo>
                    <a:pt x="548322" y="1260457"/>
                  </a:lnTo>
                  <a:close/>
                  <a:moveTo>
                    <a:pt x="564943" y="1251110"/>
                  </a:moveTo>
                  <a:lnTo>
                    <a:pt x="553994" y="1241629"/>
                  </a:lnTo>
                  <a:lnTo>
                    <a:pt x="562416" y="1208418"/>
                  </a:lnTo>
                  <a:close/>
                  <a:moveTo>
                    <a:pt x="366840" y="1021099"/>
                  </a:moveTo>
                  <a:lnTo>
                    <a:pt x="342196" y="1001527"/>
                  </a:lnTo>
                  <a:lnTo>
                    <a:pt x="357888" y="1038282"/>
                  </a:lnTo>
                  <a:close/>
                  <a:moveTo>
                    <a:pt x="194035" y="843728"/>
                  </a:moveTo>
                  <a:lnTo>
                    <a:pt x="237077" y="880571"/>
                  </a:lnTo>
                  <a:lnTo>
                    <a:pt x="231036" y="840735"/>
                  </a:lnTo>
                  <a:close/>
                  <a:moveTo>
                    <a:pt x="226150" y="803369"/>
                  </a:moveTo>
                  <a:lnTo>
                    <a:pt x="224680" y="800569"/>
                  </a:lnTo>
                  <a:lnTo>
                    <a:pt x="231036" y="840735"/>
                  </a:lnTo>
                  <a:close/>
                  <a:moveTo>
                    <a:pt x="231036" y="840735"/>
                  </a:moveTo>
                  <a:lnTo>
                    <a:pt x="224680" y="800569"/>
                  </a:lnTo>
                  <a:lnTo>
                    <a:pt x="185283" y="806096"/>
                  </a:lnTo>
                  <a:close/>
                  <a:moveTo>
                    <a:pt x="231036" y="840735"/>
                  </a:moveTo>
                  <a:lnTo>
                    <a:pt x="185283" y="806096"/>
                  </a:lnTo>
                  <a:lnTo>
                    <a:pt x="194035" y="843728"/>
                  </a:lnTo>
                  <a:close/>
                  <a:moveTo>
                    <a:pt x="188256" y="786263"/>
                  </a:moveTo>
                  <a:lnTo>
                    <a:pt x="156768" y="763814"/>
                  </a:lnTo>
                  <a:lnTo>
                    <a:pt x="185283" y="806096"/>
                  </a:lnTo>
                  <a:close/>
                  <a:moveTo>
                    <a:pt x="150904" y="771188"/>
                  </a:moveTo>
                  <a:lnTo>
                    <a:pt x="180682" y="800569"/>
                  </a:lnTo>
                  <a:lnTo>
                    <a:pt x="185283" y="806096"/>
                  </a:lnTo>
                  <a:close/>
                  <a:moveTo>
                    <a:pt x="564787" y="1187690"/>
                  </a:moveTo>
                  <a:lnTo>
                    <a:pt x="557412" y="1169865"/>
                  </a:lnTo>
                  <a:lnTo>
                    <a:pt x="558706" y="1204874"/>
                  </a:lnTo>
                  <a:close/>
                  <a:moveTo>
                    <a:pt x="524942" y="1122301"/>
                  </a:moveTo>
                  <a:lnTo>
                    <a:pt x="557033" y="1168047"/>
                  </a:lnTo>
                  <a:lnTo>
                    <a:pt x="536198" y="1157897"/>
                  </a:lnTo>
                  <a:close/>
                  <a:moveTo>
                    <a:pt x="224680" y="800569"/>
                  </a:moveTo>
                  <a:lnTo>
                    <a:pt x="226150" y="803369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188256" y="786263"/>
                  </a:lnTo>
                  <a:lnTo>
                    <a:pt x="224680" y="800569"/>
                  </a:lnTo>
                  <a:close/>
                  <a:moveTo>
                    <a:pt x="190837" y="756834"/>
                  </a:moveTo>
                  <a:lnTo>
                    <a:pt x="188256" y="786263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226150" y="803369"/>
                  </a:lnTo>
                  <a:lnTo>
                    <a:pt x="225993" y="800569"/>
                  </a:lnTo>
                  <a:close/>
                  <a:moveTo>
                    <a:pt x="225993" y="800569"/>
                  </a:moveTo>
                  <a:lnTo>
                    <a:pt x="226660" y="754798"/>
                  </a:lnTo>
                  <a:lnTo>
                    <a:pt x="225715" y="800314"/>
                  </a:lnTo>
                  <a:close/>
                  <a:moveTo>
                    <a:pt x="537940" y="1150935"/>
                  </a:moveTo>
                  <a:lnTo>
                    <a:pt x="524942" y="1122301"/>
                  </a:lnTo>
                  <a:lnTo>
                    <a:pt x="536198" y="1157897"/>
                  </a:lnTo>
                  <a:close/>
                  <a:moveTo>
                    <a:pt x="300791" y="856895"/>
                  </a:moveTo>
                  <a:lnTo>
                    <a:pt x="309222" y="831348"/>
                  </a:lnTo>
                  <a:lnTo>
                    <a:pt x="312016" y="873823"/>
                  </a:lnTo>
                  <a:close/>
                  <a:moveTo>
                    <a:pt x="416843" y="921824"/>
                  </a:moveTo>
                  <a:lnTo>
                    <a:pt x="401832" y="917387"/>
                  </a:lnTo>
                  <a:lnTo>
                    <a:pt x="425361" y="925346"/>
                  </a:lnTo>
                  <a:close/>
                  <a:moveTo>
                    <a:pt x="425361" y="925346"/>
                  </a:moveTo>
                  <a:lnTo>
                    <a:pt x="429503" y="930405"/>
                  </a:lnTo>
                  <a:lnTo>
                    <a:pt x="416843" y="921824"/>
                  </a:lnTo>
                  <a:close/>
                  <a:moveTo>
                    <a:pt x="253831" y="746630"/>
                  </a:moveTo>
                  <a:lnTo>
                    <a:pt x="273860" y="760961"/>
                  </a:lnTo>
                  <a:lnTo>
                    <a:pt x="276151" y="729447"/>
                  </a:lnTo>
                  <a:close/>
                  <a:moveTo>
                    <a:pt x="774983" y="1233451"/>
                  </a:moveTo>
                  <a:lnTo>
                    <a:pt x="785752" y="1236661"/>
                  </a:lnTo>
                  <a:lnTo>
                    <a:pt x="770068" y="1226834"/>
                  </a:lnTo>
                  <a:close/>
                  <a:moveTo>
                    <a:pt x="774983" y="1233451"/>
                  </a:moveTo>
                  <a:lnTo>
                    <a:pt x="770068" y="1226834"/>
                  </a:lnTo>
                  <a:lnTo>
                    <a:pt x="781384" y="1220329"/>
                  </a:lnTo>
                  <a:close/>
                  <a:moveTo>
                    <a:pt x="784781" y="1190079"/>
                  </a:moveTo>
                  <a:lnTo>
                    <a:pt x="774983" y="1233451"/>
                  </a:lnTo>
                  <a:lnTo>
                    <a:pt x="781384" y="1220329"/>
                  </a:lnTo>
                  <a:close/>
                  <a:moveTo>
                    <a:pt x="540290" y="896039"/>
                  </a:moveTo>
                  <a:lnTo>
                    <a:pt x="542858" y="923035"/>
                  </a:lnTo>
                  <a:lnTo>
                    <a:pt x="536804" y="933669"/>
                  </a:lnTo>
                  <a:close/>
                  <a:moveTo>
                    <a:pt x="540290" y="896039"/>
                  </a:moveTo>
                  <a:lnTo>
                    <a:pt x="536804" y="933669"/>
                  </a:lnTo>
                  <a:lnTo>
                    <a:pt x="536463" y="927491"/>
                  </a:lnTo>
                  <a:close/>
                  <a:moveTo>
                    <a:pt x="287395" y="715360"/>
                  </a:moveTo>
                  <a:lnTo>
                    <a:pt x="307504" y="694338"/>
                  </a:lnTo>
                  <a:lnTo>
                    <a:pt x="318480" y="707006"/>
                  </a:lnTo>
                  <a:close/>
                  <a:moveTo>
                    <a:pt x="186105" y="528489"/>
                  </a:moveTo>
                  <a:lnTo>
                    <a:pt x="153108" y="491936"/>
                  </a:lnTo>
                  <a:lnTo>
                    <a:pt x="148278" y="508917"/>
                  </a:lnTo>
                  <a:close/>
                  <a:moveTo>
                    <a:pt x="186105" y="528489"/>
                  </a:moveTo>
                  <a:lnTo>
                    <a:pt x="148278" y="508917"/>
                  </a:lnTo>
                  <a:lnTo>
                    <a:pt x="151862" y="545672"/>
                  </a:lnTo>
                  <a:close/>
                  <a:moveTo>
                    <a:pt x="153108" y="491936"/>
                  </a:moveTo>
                  <a:lnTo>
                    <a:pt x="152392" y="488125"/>
                  </a:lnTo>
                  <a:lnTo>
                    <a:pt x="148278" y="508917"/>
                  </a:lnTo>
                  <a:close/>
                  <a:moveTo>
                    <a:pt x="536463" y="927491"/>
                  </a:moveTo>
                  <a:lnTo>
                    <a:pt x="536804" y="933669"/>
                  </a:lnTo>
                  <a:lnTo>
                    <a:pt x="536417" y="932794"/>
                  </a:lnTo>
                  <a:close/>
                  <a:moveTo>
                    <a:pt x="784781" y="1190079"/>
                  </a:moveTo>
                  <a:lnTo>
                    <a:pt x="781384" y="1220329"/>
                  </a:lnTo>
                  <a:lnTo>
                    <a:pt x="825175" y="1209650"/>
                  </a:lnTo>
                  <a:close/>
                  <a:moveTo>
                    <a:pt x="647548" y="952365"/>
                  </a:moveTo>
                  <a:lnTo>
                    <a:pt x="676980" y="990467"/>
                  </a:lnTo>
                  <a:lnTo>
                    <a:pt x="677852" y="986184"/>
                  </a:lnTo>
                  <a:close/>
                  <a:moveTo>
                    <a:pt x="639475" y="1006304"/>
                  </a:moveTo>
                  <a:lnTo>
                    <a:pt x="676980" y="990467"/>
                  </a:lnTo>
                  <a:lnTo>
                    <a:pt x="647548" y="952365"/>
                  </a:lnTo>
                  <a:close/>
                  <a:moveTo>
                    <a:pt x="641969" y="969549"/>
                  </a:moveTo>
                  <a:lnTo>
                    <a:pt x="639475" y="1006304"/>
                  </a:lnTo>
                  <a:lnTo>
                    <a:pt x="647548" y="952365"/>
                  </a:lnTo>
                  <a:close/>
                  <a:moveTo>
                    <a:pt x="664583" y="936577"/>
                  </a:moveTo>
                  <a:lnTo>
                    <a:pt x="641969" y="969549"/>
                  </a:lnTo>
                  <a:lnTo>
                    <a:pt x="647548" y="952365"/>
                  </a:lnTo>
                  <a:close/>
                  <a:moveTo>
                    <a:pt x="540290" y="896039"/>
                  </a:moveTo>
                  <a:lnTo>
                    <a:pt x="548343" y="879541"/>
                  </a:lnTo>
                  <a:lnTo>
                    <a:pt x="547560" y="859284"/>
                  </a:lnTo>
                  <a:close/>
                  <a:moveTo>
                    <a:pt x="393928" y="768308"/>
                  </a:moveTo>
                  <a:lnTo>
                    <a:pt x="411060" y="775643"/>
                  </a:lnTo>
                  <a:lnTo>
                    <a:pt x="424198" y="756907"/>
                  </a:lnTo>
                  <a:close/>
                  <a:moveTo>
                    <a:pt x="247946" y="558505"/>
                  </a:moveTo>
                  <a:lnTo>
                    <a:pt x="267293" y="525118"/>
                  </a:lnTo>
                  <a:lnTo>
                    <a:pt x="239804" y="520377"/>
                  </a:lnTo>
                  <a:close/>
                  <a:moveTo>
                    <a:pt x="129106" y="304855"/>
                  </a:moveTo>
                  <a:lnTo>
                    <a:pt x="94341" y="290776"/>
                  </a:lnTo>
                  <a:lnTo>
                    <a:pt x="129646" y="332022"/>
                  </a:lnTo>
                  <a:close/>
                  <a:moveTo>
                    <a:pt x="855486" y="1209650"/>
                  </a:moveTo>
                  <a:lnTo>
                    <a:pt x="879942" y="1157551"/>
                  </a:lnTo>
                  <a:lnTo>
                    <a:pt x="861325" y="1155712"/>
                  </a:lnTo>
                  <a:close/>
                  <a:moveTo>
                    <a:pt x="861325" y="1155712"/>
                  </a:moveTo>
                  <a:lnTo>
                    <a:pt x="883637" y="1161070"/>
                  </a:lnTo>
                  <a:lnTo>
                    <a:pt x="855486" y="1209650"/>
                  </a:lnTo>
                  <a:close/>
                  <a:moveTo>
                    <a:pt x="900514" y="1209650"/>
                  </a:moveTo>
                  <a:lnTo>
                    <a:pt x="883637" y="1161070"/>
                  </a:lnTo>
                  <a:lnTo>
                    <a:pt x="887308" y="1155712"/>
                  </a:lnTo>
                  <a:close/>
                  <a:moveTo>
                    <a:pt x="887308" y="1155712"/>
                  </a:moveTo>
                  <a:lnTo>
                    <a:pt x="879942" y="1157551"/>
                  </a:lnTo>
                  <a:lnTo>
                    <a:pt x="900514" y="1209650"/>
                  </a:lnTo>
                  <a:close/>
                  <a:moveTo>
                    <a:pt x="861325" y="1155712"/>
                  </a:moveTo>
                  <a:lnTo>
                    <a:pt x="879942" y="1157551"/>
                  </a:lnTo>
                  <a:lnTo>
                    <a:pt x="873134" y="1121799"/>
                  </a:lnTo>
                  <a:close/>
                  <a:moveTo>
                    <a:pt x="680196" y="987853"/>
                  </a:moveTo>
                  <a:lnTo>
                    <a:pt x="692817" y="945930"/>
                  </a:lnTo>
                  <a:lnTo>
                    <a:pt x="684307" y="989120"/>
                  </a:lnTo>
                  <a:close/>
                  <a:moveTo>
                    <a:pt x="684307" y="989120"/>
                  </a:moveTo>
                  <a:lnTo>
                    <a:pt x="692817" y="945930"/>
                  </a:lnTo>
                  <a:lnTo>
                    <a:pt x="694684" y="935182"/>
                  </a:lnTo>
                  <a:close/>
                  <a:moveTo>
                    <a:pt x="683379" y="940518"/>
                  </a:moveTo>
                  <a:lnTo>
                    <a:pt x="677852" y="986184"/>
                  </a:lnTo>
                  <a:lnTo>
                    <a:pt x="684307" y="989120"/>
                  </a:lnTo>
                  <a:close/>
                  <a:moveTo>
                    <a:pt x="647548" y="952365"/>
                  </a:moveTo>
                  <a:lnTo>
                    <a:pt x="677852" y="986184"/>
                  </a:lnTo>
                  <a:lnTo>
                    <a:pt x="683379" y="940518"/>
                  </a:lnTo>
                  <a:close/>
                  <a:moveTo>
                    <a:pt x="692817" y="945930"/>
                  </a:moveTo>
                  <a:lnTo>
                    <a:pt x="680196" y="987853"/>
                  </a:lnTo>
                  <a:lnTo>
                    <a:pt x="686363" y="971937"/>
                  </a:lnTo>
                  <a:close/>
                  <a:moveTo>
                    <a:pt x="664583" y="936577"/>
                  </a:moveTo>
                  <a:lnTo>
                    <a:pt x="647548" y="952365"/>
                  </a:lnTo>
                  <a:lnTo>
                    <a:pt x="683379" y="940518"/>
                  </a:lnTo>
                  <a:close/>
                  <a:moveTo>
                    <a:pt x="184563" y="291417"/>
                  </a:moveTo>
                  <a:lnTo>
                    <a:pt x="160786" y="273592"/>
                  </a:lnTo>
                  <a:lnTo>
                    <a:pt x="129106" y="304855"/>
                  </a:lnTo>
                  <a:close/>
                  <a:moveTo>
                    <a:pt x="165933" y="317969"/>
                  </a:moveTo>
                  <a:lnTo>
                    <a:pt x="184563" y="291417"/>
                  </a:lnTo>
                  <a:lnTo>
                    <a:pt x="129106" y="304855"/>
                  </a:lnTo>
                  <a:close/>
                  <a:moveTo>
                    <a:pt x="995711" y="1265977"/>
                  </a:moveTo>
                  <a:lnTo>
                    <a:pt x="1018281" y="1290751"/>
                  </a:lnTo>
                  <a:lnTo>
                    <a:pt x="1022164" y="1257433"/>
                  </a:lnTo>
                  <a:close/>
                  <a:moveTo>
                    <a:pt x="786887" y="1000038"/>
                  </a:moveTo>
                  <a:lnTo>
                    <a:pt x="835642" y="1032237"/>
                  </a:lnTo>
                  <a:lnTo>
                    <a:pt x="800480" y="1003103"/>
                  </a:lnTo>
                  <a:close/>
                  <a:moveTo>
                    <a:pt x="810618" y="1007834"/>
                  </a:moveTo>
                  <a:lnTo>
                    <a:pt x="786887" y="1000038"/>
                  </a:lnTo>
                  <a:lnTo>
                    <a:pt x="789077" y="954754"/>
                  </a:lnTo>
                  <a:close/>
                  <a:moveTo>
                    <a:pt x="740062" y="901786"/>
                  </a:moveTo>
                  <a:lnTo>
                    <a:pt x="776108" y="917999"/>
                  </a:lnTo>
                  <a:lnTo>
                    <a:pt x="715125" y="897050"/>
                  </a:lnTo>
                  <a:close/>
                  <a:moveTo>
                    <a:pt x="715125" y="897050"/>
                  </a:moveTo>
                  <a:lnTo>
                    <a:pt x="776129" y="919290"/>
                  </a:lnTo>
                  <a:lnTo>
                    <a:pt x="719305" y="898427"/>
                  </a:lnTo>
                  <a:close/>
                  <a:moveTo>
                    <a:pt x="348802" y="407173"/>
                  </a:moveTo>
                  <a:lnTo>
                    <a:pt x="368864" y="403429"/>
                  </a:lnTo>
                  <a:lnTo>
                    <a:pt x="335270" y="384946"/>
                  </a:lnTo>
                  <a:close/>
                  <a:moveTo>
                    <a:pt x="184563" y="291417"/>
                  </a:moveTo>
                  <a:lnTo>
                    <a:pt x="161134" y="261676"/>
                  </a:lnTo>
                  <a:lnTo>
                    <a:pt x="160786" y="273592"/>
                  </a:lnTo>
                  <a:close/>
                  <a:moveTo>
                    <a:pt x="361295" y="440184"/>
                  </a:moveTo>
                  <a:lnTo>
                    <a:pt x="366090" y="409480"/>
                  </a:lnTo>
                  <a:lnTo>
                    <a:pt x="363767" y="456115"/>
                  </a:lnTo>
                  <a:close/>
                  <a:moveTo>
                    <a:pt x="874384" y="938334"/>
                  </a:moveTo>
                  <a:lnTo>
                    <a:pt x="876184" y="940785"/>
                  </a:lnTo>
                  <a:lnTo>
                    <a:pt x="917605" y="971077"/>
                  </a:lnTo>
                  <a:close/>
                  <a:moveTo>
                    <a:pt x="744653" y="790550"/>
                  </a:moveTo>
                  <a:lnTo>
                    <a:pt x="721844" y="833674"/>
                  </a:lnTo>
                  <a:lnTo>
                    <a:pt x="734920" y="844489"/>
                  </a:lnTo>
                  <a:close/>
                  <a:moveTo>
                    <a:pt x="731855" y="793955"/>
                  </a:moveTo>
                  <a:lnTo>
                    <a:pt x="688061" y="831941"/>
                  </a:lnTo>
                  <a:lnTo>
                    <a:pt x="721844" y="833674"/>
                  </a:lnTo>
                  <a:close/>
                  <a:moveTo>
                    <a:pt x="731855" y="793955"/>
                  </a:moveTo>
                  <a:lnTo>
                    <a:pt x="692309" y="799017"/>
                  </a:lnTo>
                  <a:lnTo>
                    <a:pt x="688061" y="831941"/>
                  </a:lnTo>
                  <a:close/>
                  <a:moveTo>
                    <a:pt x="692309" y="799017"/>
                  </a:moveTo>
                  <a:lnTo>
                    <a:pt x="731855" y="793955"/>
                  </a:lnTo>
                  <a:lnTo>
                    <a:pt x="698456" y="774598"/>
                  </a:lnTo>
                  <a:close/>
                  <a:moveTo>
                    <a:pt x="755573" y="757013"/>
                  </a:moveTo>
                  <a:lnTo>
                    <a:pt x="734478" y="784701"/>
                  </a:lnTo>
                  <a:lnTo>
                    <a:pt x="731855" y="793955"/>
                  </a:lnTo>
                  <a:close/>
                  <a:moveTo>
                    <a:pt x="744653" y="790550"/>
                  </a:moveTo>
                  <a:lnTo>
                    <a:pt x="763163" y="767375"/>
                  </a:lnTo>
                  <a:lnTo>
                    <a:pt x="755573" y="757013"/>
                  </a:lnTo>
                  <a:close/>
                  <a:moveTo>
                    <a:pt x="731855" y="793955"/>
                  </a:moveTo>
                  <a:lnTo>
                    <a:pt x="744653" y="790550"/>
                  </a:lnTo>
                  <a:lnTo>
                    <a:pt x="755573" y="757013"/>
                  </a:lnTo>
                  <a:close/>
                  <a:moveTo>
                    <a:pt x="377541" y="355423"/>
                  </a:moveTo>
                  <a:lnTo>
                    <a:pt x="368864" y="403429"/>
                  </a:lnTo>
                  <a:lnTo>
                    <a:pt x="381338" y="397083"/>
                  </a:lnTo>
                  <a:close/>
                  <a:moveTo>
                    <a:pt x="381338" y="397083"/>
                  </a:moveTo>
                  <a:lnTo>
                    <a:pt x="426873" y="387152"/>
                  </a:lnTo>
                  <a:lnTo>
                    <a:pt x="377541" y="355423"/>
                  </a:lnTo>
                  <a:close/>
                  <a:moveTo>
                    <a:pt x="426873" y="387152"/>
                  </a:moveTo>
                  <a:lnTo>
                    <a:pt x="428404" y="387800"/>
                  </a:lnTo>
                  <a:lnTo>
                    <a:pt x="464062" y="396543"/>
                  </a:lnTo>
                  <a:close/>
                  <a:moveTo>
                    <a:pt x="219972" y="203021"/>
                  </a:moveTo>
                  <a:lnTo>
                    <a:pt x="243310" y="202470"/>
                  </a:lnTo>
                  <a:lnTo>
                    <a:pt x="245288" y="202689"/>
                  </a:lnTo>
                  <a:close/>
                  <a:moveTo>
                    <a:pt x="211369" y="199221"/>
                  </a:moveTo>
                  <a:lnTo>
                    <a:pt x="243310" y="202470"/>
                  </a:lnTo>
                  <a:lnTo>
                    <a:pt x="219972" y="203021"/>
                  </a:lnTo>
                  <a:close/>
                  <a:moveTo>
                    <a:pt x="893932" y="967189"/>
                  </a:moveTo>
                  <a:lnTo>
                    <a:pt x="917605" y="971077"/>
                  </a:lnTo>
                  <a:lnTo>
                    <a:pt x="876184" y="940785"/>
                  </a:lnTo>
                  <a:close/>
                  <a:moveTo>
                    <a:pt x="806096" y="787775"/>
                  </a:moveTo>
                  <a:lnTo>
                    <a:pt x="776343" y="784875"/>
                  </a:lnTo>
                  <a:lnTo>
                    <a:pt x="828476" y="790783"/>
                  </a:lnTo>
                  <a:close/>
                  <a:moveTo>
                    <a:pt x="736628" y="745327"/>
                  </a:moveTo>
                  <a:lnTo>
                    <a:pt x="698456" y="774598"/>
                  </a:lnTo>
                  <a:lnTo>
                    <a:pt x="734478" y="784701"/>
                  </a:lnTo>
                  <a:close/>
                  <a:moveTo>
                    <a:pt x="698913" y="525165"/>
                  </a:moveTo>
                  <a:lnTo>
                    <a:pt x="719126" y="535654"/>
                  </a:lnTo>
                  <a:lnTo>
                    <a:pt x="681304" y="518051"/>
                  </a:lnTo>
                  <a:close/>
                  <a:moveTo>
                    <a:pt x="666877" y="372222"/>
                  </a:moveTo>
                  <a:lnTo>
                    <a:pt x="671282" y="384372"/>
                  </a:lnTo>
                  <a:lnTo>
                    <a:pt x="708979" y="409829"/>
                  </a:lnTo>
                  <a:close/>
                  <a:moveTo>
                    <a:pt x="631398" y="373977"/>
                  </a:moveTo>
                  <a:lnTo>
                    <a:pt x="666877" y="372222"/>
                  </a:lnTo>
                  <a:lnTo>
                    <a:pt x="630512" y="356520"/>
                  </a:lnTo>
                  <a:close/>
                  <a:moveTo>
                    <a:pt x="666877" y="372222"/>
                  </a:moveTo>
                  <a:lnTo>
                    <a:pt x="631398" y="373977"/>
                  </a:lnTo>
                  <a:lnTo>
                    <a:pt x="671282" y="384372"/>
                  </a:lnTo>
                  <a:close/>
                  <a:moveTo>
                    <a:pt x="631398" y="373977"/>
                  </a:moveTo>
                  <a:lnTo>
                    <a:pt x="635490" y="375130"/>
                  </a:lnTo>
                  <a:lnTo>
                    <a:pt x="671282" y="384372"/>
                  </a:lnTo>
                  <a:close/>
                  <a:moveTo>
                    <a:pt x="607185" y="334695"/>
                  </a:moveTo>
                  <a:lnTo>
                    <a:pt x="630512" y="356520"/>
                  </a:lnTo>
                  <a:lnTo>
                    <a:pt x="626985" y="332818"/>
                  </a:lnTo>
                  <a:close/>
                  <a:moveTo>
                    <a:pt x="695478" y="317512"/>
                  </a:moveTo>
                  <a:lnTo>
                    <a:pt x="677975" y="371450"/>
                  </a:lnTo>
                  <a:lnTo>
                    <a:pt x="716639" y="333171"/>
                  </a:lnTo>
                  <a:close/>
                  <a:moveTo>
                    <a:pt x="665684" y="328444"/>
                  </a:moveTo>
                  <a:lnTo>
                    <a:pt x="626985" y="332818"/>
                  </a:lnTo>
                  <a:lnTo>
                    <a:pt x="630512" y="356520"/>
                  </a:lnTo>
                  <a:close/>
                  <a:moveTo>
                    <a:pt x="665684" y="328444"/>
                  </a:moveTo>
                  <a:lnTo>
                    <a:pt x="657807" y="280757"/>
                  </a:lnTo>
                  <a:lnTo>
                    <a:pt x="630029" y="285595"/>
                  </a:lnTo>
                  <a:close/>
                  <a:moveTo>
                    <a:pt x="665684" y="328444"/>
                  </a:moveTo>
                  <a:lnTo>
                    <a:pt x="630029" y="285595"/>
                  </a:lnTo>
                  <a:lnTo>
                    <a:pt x="626985" y="332818"/>
                  </a:lnTo>
                  <a:close/>
                  <a:moveTo>
                    <a:pt x="565672" y="142459"/>
                  </a:moveTo>
                  <a:lnTo>
                    <a:pt x="539390" y="133737"/>
                  </a:lnTo>
                  <a:lnTo>
                    <a:pt x="561281" y="180158"/>
                  </a:lnTo>
                  <a:close/>
                  <a:moveTo>
                    <a:pt x="527660" y="135655"/>
                  </a:moveTo>
                  <a:lnTo>
                    <a:pt x="539390" y="133737"/>
                  </a:lnTo>
                  <a:lnTo>
                    <a:pt x="526064" y="118947"/>
                  </a:lnTo>
                  <a:close/>
                  <a:moveTo>
                    <a:pt x="527430" y="133737"/>
                  </a:moveTo>
                  <a:lnTo>
                    <a:pt x="527660" y="135655"/>
                  </a:lnTo>
                  <a:lnTo>
                    <a:pt x="526064" y="118947"/>
                  </a:lnTo>
                  <a:close/>
                  <a:moveTo>
                    <a:pt x="716639" y="333171"/>
                  </a:moveTo>
                  <a:lnTo>
                    <a:pt x="728081" y="304805"/>
                  </a:lnTo>
                  <a:lnTo>
                    <a:pt x="695478" y="317512"/>
                  </a:lnTo>
                  <a:close/>
                  <a:moveTo>
                    <a:pt x="742756" y="300329"/>
                  </a:moveTo>
                  <a:lnTo>
                    <a:pt x="728081" y="304805"/>
                  </a:lnTo>
                  <a:lnTo>
                    <a:pt x="716639" y="333171"/>
                  </a:lnTo>
                  <a:close/>
                  <a:moveTo>
                    <a:pt x="728081" y="304805"/>
                  </a:moveTo>
                  <a:lnTo>
                    <a:pt x="742756" y="300329"/>
                  </a:lnTo>
                  <a:lnTo>
                    <a:pt x="732253" y="295343"/>
                  </a:lnTo>
                  <a:close/>
                  <a:moveTo>
                    <a:pt x="657807" y="280757"/>
                  </a:moveTo>
                  <a:lnTo>
                    <a:pt x="678689" y="273125"/>
                  </a:lnTo>
                  <a:lnTo>
                    <a:pt x="632742" y="268646"/>
                  </a:lnTo>
                  <a:close/>
                  <a:moveTo>
                    <a:pt x="632742" y="268646"/>
                  </a:moveTo>
                  <a:lnTo>
                    <a:pt x="678689" y="273125"/>
                  </a:lnTo>
                  <a:lnTo>
                    <a:pt x="686687" y="249552"/>
                  </a:lnTo>
                  <a:close/>
                  <a:moveTo>
                    <a:pt x="604536" y="190064"/>
                  </a:moveTo>
                  <a:lnTo>
                    <a:pt x="599149" y="170492"/>
                  </a:lnTo>
                  <a:lnTo>
                    <a:pt x="597326" y="207247"/>
                  </a:lnTo>
                  <a:close/>
                  <a:moveTo>
                    <a:pt x="539390" y="133737"/>
                  </a:moveTo>
                  <a:lnTo>
                    <a:pt x="565672" y="142459"/>
                  </a:lnTo>
                  <a:lnTo>
                    <a:pt x="568764" y="129326"/>
                  </a:lnTo>
                  <a:close/>
                  <a:moveTo>
                    <a:pt x="526064" y="118947"/>
                  </a:moveTo>
                  <a:lnTo>
                    <a:pt x="523784" y="94059"/>
                  </a:lnTo>
                  <a:lnTo>
                    <a:pt x="527430" y="133737"/>
                  </a:lnTo>
                  <a:close/>
                  <a:moveTo>
                    <a:pt x="568764" y="129326"/>
                  </a:moveTo>
                  <a:lnTo>
                    <a:pt x="526064" y="118947"/>
                  </a:lnTo>
                  <a:lnTo>
                    <a:pt x="539390" y="133737"/>
                  </a:lnTo>
                  <a:close/>
                  <a:moveTo>
                    <a:pt x="523784" y="94059"/>
                  </a:moveTo>
                  <a:lnTo>
                    <a:pt x="526064" y="118947"/>
                  </a:lnTo>
                  <a:lnTo>
                    <a:pt x="568764" y="129326"/>
                  </a:lnTo>
                  <a:close/>
                  <a:moveTo>
                    <a:pt x="570213" y="83402"/>
                  </a:moveTo>
                  <a:lnTo>
                    <a:pt x="523784" y="94059"/>
                  </a:lnTo>
                  <a:lnTo>
                    <a:pt x="568764" y="129326"/>
                  </a:lnTo>
                  <a:close/>
                  <a:moveTo>
                    <a:pt x="479350" y="68871"/>
                  </a:moveTo>
                  <a:lnTo>
                    <a:pt x="501096" y="53968"/>
                  </a:lnTo>
                  <a:lnTo>
                    <a:pt x="523784" y="94059"/>
                  </a:lnTo>
                  <a:close/>
                  <a:moveTo>
                    <a:pt x="523784" y="94059"/>
                  </a:moveTo>
                  <a:lnTo>
                    <a:pt x="535144" y="56691"/>
                  </a:lnTo>
                  <a:lnTo>
                    <a:pt x="508384" y="43044"/>
                  </a:lnTo>
                  <a:close/>
                  <a:moveTo>
                    <a:pt x="523784" y="94059"/>
                  </a:moveTo>
                  <a:lnTo>
                    <a:pt x="570213" y="83402"/>
                  </a:lnTo>
                  <a:lnTo>
                    <a:pt x="535144" y="56691"/>
                  </a:lnTo>
                  <a:close/>
                  <a:moveTo>
                    <a:pt x="570213" y="83402"/>
                  </a:moveTo>
                  <a:lnTo>
                    <a:pt x="570012" y="62480"/>
                  </a:lnTo>
                  <a:lnTo>
                    <a:pt x="535144" y="56691"/>
                  </a:lnTo>
                  <a:close/>
                  <a:moveTo>
                    <a:pt x="742756" y="300329"/>
                  </a:moveTo>
                  <a:lnTo>
                    <a:pt x="737838" y="316223"/>
                  </a:lnTo>
                  <a:lnTo>
                    <a:pt x="741430" y="293953"/>
                  </a:lnTo>
                  <a:close/>
                  <a:moveTo>
                    <a:pt x="686687" y="249552"/>
                  </a:moveTo>
                  <a:lnTo>
                    <a:pt x="698223" y="263574"/>
                  </a:lnTo>
                  <a:lnTo>
                    <a:pt x="725973" y="217024"/>
                  </a:lnTo>
                  <a:close/>
                  <a:moveTo>
                    <a:pt x="611004" y="99370"/>
                  </a:moveTo>
                  <a:lnTo>
                    <a:pt x="594288" y="63829"/>
                  </a:lnTo>
                  <a:lnTo>
                    <a:pt x="597418" y="79799"/>
                  </a:lnTo>
                  <a:close/>
                  <a:moveTo>
                    <a:pt x="508384" y="43044"/>
                  </a:moveTo>
                  <a:lnTo>
                    <a:pt x="535144" y="56691"/>
                  </a:lnTo>
                  <a:lnTo>
                    <a:pt x="548181" y="29477"/>
                  </a:lnTo>
                  <a:close/>
                  <a:moveTo>
                    <a:pt x="605466" y="70460"/>
                  </a:moveTo>
                  <a:lnTo>
                    <a:pt x="597418" y="79799"/>
                  </a:lnTo>
                  <a:lnTo>
                    <a:pt x="594288" y="63829"/>
                  </a:lnTo>
                  <a:close/>
                  <a:moveTo>
                    <a:pt x="548181" y="29477"/>
                  </a:moveTo>
                  <a:lnTo>
                    <a:pt x="558515" y="3418"/>
                  </a:lnTo>
                  <a:lnTo>
                    <a:pt x="529399" y="0"/>
                  </a:lnTo>
                  <a:close/>
                  <a:moveTo>
                    <a:pt x="769522" y="213899"/>
                  </a:moveTo>
                  <a:lnTo>
                    <a:pt x="759320" y="192452"/>
                  </a:lnTo>
                  <a:lnTo>
                    <a:pt x="775166" y="2041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09" name="Input_density__109">
              <a:extLst>
                <a:ext uri="{FF2B5EF4-FFF2-40B4-BE49-F238E27FC236}">
                  <a16:creationId xmlns:a16="http://schemas.microsoft.com/office/drawing/2014/main" id="{F6D019EF-A173-17A7-472E-B19265D75FAF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490977"/>
              <a:ext cx="868829" cy="1620082"/>
            </a:xfrm>
            <a:custGeom>
              <a:avLst/>
              <a:gdLst/>
              <a:ahLst/>
              <a:cxnLst/>
              <a:rect l="0" t="0" r="0" b="0"/>
              <a:pathLst>
                <a:path w="868829" h="1620082">
                  <a:moveTo>
                    <a:pt x="111930" y="1600511"/>
                  </a:moveTo>
                  <a:lnTo>
                    <a:pt x="145951" y="1620082"/>
                  </a:lnTo>
                  <a:lnTo>
                    <a:pt x="147130" y="1583327"/>
                  </a:lnTo>
                  <a:close/>
                  <a:moveTo>
                    <a:pt x="147130" y="1583327"/>
                  </a:moveTo>
                  <a:lnTo>
                    <a:pt x="172930" y="1609837"/>
                  </a:lnTo>
                  <a:lnTo>
                    <a:pt x="155683" y="1579111"/>
                  </a:lnTo>
                  <a:close/>
                  <a:moveTo>
                    <a:pt x="147130" y="1583327"/>
                  </a:moveTo>
                  <a:lnTo>
                    <a:pt x="145951" y="1620082"/>
                  </a:lnTo>
                  <a:lnTo>
                    <a:pt x="172930" y="1609837"/>
                  </a:lnTo>
                  <a:close/>
                  <a:moveTo>
                    <a:pt x="144764" y="1561892"/>
                  </a:moveTo>
                  <a:lnTo>
                    <a:pt x="147130" y="1583327"/>
                  </a:lnTo>
                  <a:lnTo>
                    <a:pt x="155683" y="1579111"/>
                  </a:lnTo>
                  <a:close/>
                  <a:moveTo>
                    <a:pt x="146795" y="1492634"/>
                  </a:moveTo>
                  <a:lnTo>
                    <a:pt x="156807" y="1510708"/>
                  </a:lnTo>
                  <a:lnTo>
                    <a:pt x="156698" y="1488793"/>
                  </a:lnTo>
                  <a:close/>
                  <a:moveTo>
                    <a:pt x="131723" y="1455879"/>
                  </a:moveTo>
                  <a:lnTo>
                    <a:pt x="156698" y="1488793"/>
                  </a:lnTo>
                  <a:lnTo>
                    <a:pt x="148834" y="1450438"/>
                  </a:lnTo>
                  <a:close/>
                  <a:moveTo>
                    <a:pt x="131723" y="1455879"/>
                  </a:moveTo>
                  <a:lnTo>
                    <a:pt x="146795" y="1492634"/>
                  </a:lnTo>
                  <a:lnTo>
                    <a:pt x="156698" y="1488793"/>
                  </a:lnTo>
                  <a:close/>
                  <a:moveTo>
                    <a:pt x="156807" y="1510708"/>
                  </a:moveTo>
                  <a:lnTo>
                    <a:pt x="197855" y="1475451"/>
                  </a:lnTo>
                  <a:lnTo>
                    <a:pt x="156698" y="1488793"/>
                  </a:lnTo>
                  <a:close/>
                  <a:moveTo>
                    <a:pt x="214953" y="1507322"/>
                  </a:moveTo>
                  <a:lnTo>
                    <a:pt x="197855" y="1475451"/>
                  </a:lnTo>
                  <a:lnTo>
                    <a:pt x="156807" y="1510708"/>
                  </a:lnTo>
                  <a:close/>
                  <a:moveTo>
                    <a:pt x="197855" y="1475451"/>
                  </a:moveTo>
                  <a:lnTo>
                    <a:pt x="197301" y="1441325"/>
                  </a:lnTo>
                  <a:lnTo>
                    <a:pt x="156698" y="1488793"/>
                  </a:lnTo>
                  <a:close/>
                  <a:moveTo>
                    <a:pt x="156698" y="1488793"/>
                  </a:moveTo>
                  <a:lnTo>
                    <a:pt x="197301" y="1441325"/>
                  </a:lnTo>
                  <a:lnTo>
                    <a:pt x="196320" y="1438922"/>
                  </a:lnTo>
                  <a:close/>
                  <a:moveTo>
                    <a:pt x="156698" y="1488793"/>
                  </a:moveTo>
                  <a:lnTo>
                    <a:pt x="196320" y="1438922"/>
                  </a:lnTo>
                  <a:lnTo>
                    <a:pt x="148834" y="1450438"/>
                  </a:lnTo>
                  <a:close/>
                  <a:moveTo>
                    <a:pt x="226437" y="1458267"/>
                  </a:moveTo>
                  <a:lnTo>
                    <a:pt x="214953" y="1507322"/>
                  </a:lnTo>
                  <a:lnTo>
                    <a:pt x="228785" y="1462832"/>
                  </a:lnTo>
                  <a:close/>
                  <a:moveTo>
                    <a:pt x="226437" y="1458267"/>
                  </a:moveTo>
                  <a:lnTo>
                    <a:pt x="197855" y="1475451"/>
                  </a:lnTo>
                  <a:lnTo>
                    <a:pt x="214953" y="1507322"/>
                  </a:lnTo>
                  <a:close/>
                  <a:moveTo>
                    <a:pt x="225495" y="1450531"/>
                  </a:moveTo>
                  <a:lnTo>
                    <a:pt x="197855" y="1475451"/>
                  </a:lnTo>
                  <a:lnTo>
                    <a:pt x="226437" y="1458267"/>
                  </a:lnTo>
                  <a:close/>
                  <a:moveTo>
                    <a:pt x="225495" y="1450531"/>
                  </a:moveTo>
                  <a:lnTo>
                    <a:pt x="197301" y="1441325"/>
                  </a:lnTo>
                  <a:lnTo>
                    <a:pt x="197855" y="1475451"/>
                  </a:lnTo>
                  <a:close/>
                  <a:moveTo>
                    <a:pt x="197301" y="1441325"/>
                  </a:moveTo>
                  <a:lnTo>
                    <a:pt x="225495" y="1450531"/>
                  </a:lnTo>
                  <a:lnTo>
                    <a:pt x="196931" y="1438696"/>
                  </a:lnTo>
                  <a:close/>
                  <a:moveTo>
                    <a:pt x="225495" y="1450531"/>
                  </a:moveTo>
                  <a:lnTo>
                    <a:pt x="219332" y="1421512"/>
                  </a:lnTo>
                  <a:lnTo>
                    <a:pt x="196931" y="1438696"/>
                  </a:lnTo>
                  <a:close/>
                  <a:moveTo>
                    <a:pt x="222785" y="1384757"/>
                  </a:moveTo>
                  <a:lnTo>
                    <a:pt x="196931" y="1438696"/>
                  </a:lnTo>
                  <a:lnTo>
                    <a:pt x="219332" y="1421512"/>
                  </a:lnTo>
                  <a:close/>
                  <a:moveTo>
                    <a:pt x="225495" y="1450531"/>
                  </a:moveTo>
                  <a:lnTo>
                    <a:pt x="226437" y="1458267"/>
                  </a:lnTo>
                  <a:lnTo>
                    <a:pt x="228973" y="1457122"/>
                  </a:lnTo>
                  <a:close/>
                  <a:moveTo>
                    <a:pt x="225495" y="1450531"/>
                  </a:moveTo>
                  <a:lnTo>
                    <a:pt x="228973" y="1457122"/>
                  </a:lnTo>
                  <a:lnTo>
                    <a:pt x="219332" y="1421512"/>
                  </a:lnTo>
                  <a:close/>
                  <a:moveTo>
                    <a:pt x="222785" y="1384757"/>
                  </a:moveTo>
                  <a:lnTo>
                    <a:pt x="219332" y="1421512"/>
                  </a:lnTo>
                  <a:lnTo>
                    <a:pt x="247891" y="1404329"/>
                  </a:lnTo>
                  <a:close/>
                  <a:moveTo>
                    <a:pt x="222785" y="1384757"/>
                  </a:moveTo>
                  <a:lnTo>
                    <a:pt x="247891" y="1404329"/>
                  </a:lnTo>
                  <a:lnTo>
                    <a:pt x="240646" y="1367574"/>
                  </a:lnTo>
                  <a:close/>
                  <a:moveTo>
                    <a:pt x="240646" y="1367574"/>
                  </a:moveTo>
                  <a:lnTo>
                    <a:pt x="222646" y="1330819"/>
                  </a:lnTo>
                  <a:lnTo>
                    <a:pt x="222785" y="1384757"/>
                  </a:lnTo>
                  <a:close/>
                  <a:moveTo>
                    <a:pt x="220650" y="1284900"/>
                  </a:moveTo>
                  <a:lnTo>
                    <a:pt x="214537" y="1313351"/>
                  </a:lnTo>
                  <a:lnTo>
                    <a:pt x="232231" y="1276881"/>
                  </a:lnTo>
                  <a:close/>
                  <a:moveTo>
                    <a:pt x="232231" y="1276881"/>
                  </a:moveTo>
                  <a:lnTo>
                    <a:pt x="214537" y="1313351"/>
                  </a:lnTo>
                  <a:lnTo>
                    <a:pt x="222646" y="1330819"/>
                  </a:lnTo>
                  <a:close/>
                  <a:moveTo>
                    <a:pt x="208416" y="1290469"/>
                  </a:moveTo>
                  <a:lnTo>
                    <a:pt x="220650" y="1284900"/>
                  </a:lnTo>
                  <a:lnTo>
                    <a:pt x="212581" y="1257309"/>
                  </a:lnTo>
                  <a:close/>
                  <a:moveTo>
                    <a:pt x="212581" y="1257309"/>
                  </a:moveTo>
                  <a:lnTo>
                    <a:pt x="220650" y="1284900"/>
                  </a:lnTo>
                  <a:lnTo>
                    <a:pt x="232231" y="1276881"/>
                  </a:lnTo>
                  <a:close/>
                  <a:moveTo>
                    <a:pt x="212581" y="1257309"/>
                  </a:moveTo>
                  <a:lnTo>
                    <a:pt x="232231" y="1276881"/>
                  </a:lnTo>
                  <a:lnTo>
                    <a:pt x="249802" y="1240126"/>
                  </a:lnTo>
                  <a:close/>
                  <a:moveTo>
                    <a:pt x="253004" y="1236391"/>
                  </a:moveTo>
                  <a:lnTo>
                    <a:pt x="212581" y="1257309"/>
                  </a:lnTo>
                  <a:lnTo>
                    <a:pt x="249802" y="1240126"/>
                  </a:lnTo>
                  <a:close/>
                  <a:moveTo>
                    <a:pt x="286148" y="1303486"/>
                  </a:moveTo>
                  <a:lnTo>
                    <a:pt x="316193" y="1261401"/>
                  </a:lnTo>
                  <a:lnTo>
                    <a:pt x="276227" y="1266805"/>
                  </a:lnTo>
                  <a:close/>
                  <a:moveTo>
                    <a:pt x="249802" y="1240126"/>
                  </a:moveTo>
                  <a:lnTo>
                    <a:pt x="276227" y="1266805"/>
                  </a:lnTo>
                  <a:lnTo>
                    <a:pt x="256066" y="1238449"/>
                  </a:lnTo>
                  <a:close/>
                  <a:moveTo>
                    <a:pt x="249802" y="1240126"/>
                  </a:moveTo>
                  <a:lnTo>
                    <a:pt x="232231" y="1276881"/>
                  </a:lnTo>
                  <a:lnTo>
                    <a:pt x="276227" y="1266805"/>
                  </a:lnTo>
                  <a:close/>
                  <a:moveTo>
                    <a:pt x="276227" y="1266805"/>
                  </a:moveTo>
                  <a:lnTo>
                    <a:pt x="299545" y="1230189"/>
                  </a:lnTo>
                  <a:lnTo>
                    <a:pt x="256066" y="1238449"/>
                  </a:lnTo>
                  <a:close/>
                  <a:moveTo>
                    <a:pt x="253004" y="1236391"/>
                  </a:moveTo>
                  <a:lnTo>
                    <a:pt x="249802" y="1240126"/>
                  </a:lnTo>
                  <a:lnTo>
                    <a:pt x="256066" y="1238449"/>
                  </a:lnTo>
                  <a:close/>
                  <a:moveTo>
                    <a:pt x="132611" y="1063779"/>
                  </a:moveTo>
                  <a:lnTo>
                    <a:pt x="108396" y="1069451"/>
                  </a:lnTo>
                  <a:lnTo>
                    <a:pt x="81124" y="1092063"/>
                  </a:lnTo>
                  <a:close/>
                  <a:moveTo>
                    <a:pt x="108396" y="1069451"/>
                  </a:moveTo>
                  <a:lnTo>
                    <a:pt x="132611" y="1063779"/>
                  </a:lnTo>
                  <a:lnTo>
                    <a:pt x="117465" y="1056351"/>
                  </a:lnTo>
                  <a:close/>
                  <a:moveTo>
                    <a:pt x="132611" y="1063779"/>
                  </a:moveTo>
                  <a:lnTo>
                    <a:pt x="142388" y="1039167"/>
                  </a:lnTo>
                  <a:lnTo>
                    <a:pt x="117465" y="1056351"/>
                  </a:lnTo>
                  <a:close/>
                  <a:moveTo>
                    <a:pt x="106353" y="1019596"/>
                  </a:moveTo>
                  <a:lnTo>
                    <a:pt x="117465" y="1056351"/>
                  </a:lnTo>
                  <a:lnTo>
                    <a:pt x="142388" y="1039167"/>
                  </a:lnTo>
                  <a:close/>
                  <a:moveTo>
                    <a:pt x="106353" y="1019596"/>
                  </a:moveTo>
                  <a:lnTo>
                    <a:pt x="142388" y="1039167"/>
                  </a:lnTo>
                  <a:lnTo>
                    <a:pt x="136488" y="1002412"/>
                  </a:lnTo>
                  <a:close/>
                  <a:moveTo>
                    <a:pt x="168826" y="1021984"/>
                  </a:moveTo>
                  <a:lnTo>
                    <a:pt x="170810" y="985815"/>
                  </a:lnTo>
                  <a:lnTo>
                    <a:pt x="136488" y="1002412"/>
                  </a:lnTo>
                  <a:close/>
                  <a:moveTo>
                    <a:pt x="142388" y="1039167"/>
                  </a:moveTo>
                  <a:lnTo>
                    <a:pt x="168826" y="1021984"/>
                  </a:lnTo>
                  <a:lnTo>
                    <a:pt x="136488" y="1002412"/>
                  </a:lnTo>
                  <a:close/>
                  <a:moveTo>
                    <a:pt x="129638" y="965657"/>
                  </a:moveTo>
                  <a:lnTo>
                    <a:pt x="136488" y="1002412"/>
                  </a:lnTo>
                  <a:lnTo>
                    <a:pt x="170258" y="985550"/>
                  </a:lnTo>
                  <a:close/>
                  <a:moveTo>
                    <a:pt x="39116" y="770955"/>
                  </a:moveTo>
                  <a:lnTo>
                    <a:pt x="13050" y="769706"/>
                  </a:lnTo>
                  <a:lnTo>
                    <a:pt x="0" y="801454"/>
                  </a:lnTo>
                  <a:close/>
                  <a:moveTo>
                    <a:pt x="67416" y="752189"/>
                  </a:moveTo>
                  <a:lnTo>
                    <a:pt x="13050" y="769706"/>
                  </a:lnTo>
                  <a:lnTo>
                    <a:pt x="39116" y="770955"/>
                  </a:lnTo>
                  <a:close/>
                  <a:moveTo>
                    <a:pt x="462712" y="1233525"/>
                  </a:moveTo>
                  <a:lnTo>
                    <a:pt x="461442" y="1262086"/>
                  </a:lnTo>
                  <a:lnTo>
                    <a:pt x="476577" y="1257024"/>
                  </a:lnTo>
                  <a:close/>
                  <a:moveTo>
                    <a:pt x="91942" y="771308"/>
                  </a:moveTo>
                  <a:lnTo>
                    <a:pt x="128081" y="769016"/>
                  </a:lnTo>
                  <a:lnTo>
                    <a:pt x="100087" y="749764"/>
                  </a:lnTo>
                  <a:close/>
                  <a:moveTo>
                    <a:pt x="150192" y="733381"/>
                  </a:moveTo>
                  <a:lnTo>
                    <a:pt x="106673" y="747516"/>
                  </a:lnTo>
                  <a:lnTo>
                    <a:pt x="155029" y="734396"/>
                  </a:lnTo>
                  <a:close/>
                  <a:moveTo>
                    <a:pt x="155029" y="734396"/>
                  </a:moveTo>
                  <a:lnTo>
                    <a:pt x="100087" y="749764"/>
                  </a:lnTo>
                  <a:lnTo>
                    <a:pt x="138289" y="767087"/>
                  </a:lnTo>
                  <a:close/>
                  <a:moveTo>
                    <a:pt x="138289" y="767087"/>
                  </a:moveTo>
                  <a:lnTo>
                    <a:pt x="100087" y="749764"/>
                  </a:lnTo>
                  <a:lnTo>
                    <a:pt x="128081" y="769016"/>
                  </a:lnTo>
                  <a:close/>
                  <a:moveTo>
                    <a:pt x="150192" y="733381"/>
                  </a:moveTo>
                  <a:lnTo>
                    <a:pt x="155029" y="734396"/>
                  </a:lnTo>
                  <a:lnTo>
                    <a:pt x="156931" y="730332"/>
                  </a:lnTo>
                  <a:close/>
                  <a:moveTo>
                    <a:pt x="155029" y="734396"/>
                  </a:moveTo>
                  <a:lnTo>
                    <a:pt x="138289" y="767087"/>
                  </a:lnTo>
                  <a:lnTo>
                    <a:pt x="172358" y="760108"/>
                  </a:lnTo>
                  <a:close/>
                  <a:moveTo>
                    <a:pt x="172358" y="760108"/>
                  </a:moveTo>
                  <a:lnTo>
                    <a:pt x="156931" y="730332"/>
                  </a:lnTo>
                  <a:lnTo>
                    <a:pt x="155029" y="734396"/>
                  </a:lnTo>
                  <a:close/>
                  <a:moveTo>
                    <a:pt x="201952" y="718389"/>
                  </a:moveTo>
                  <a:lnTo>
                    <a:pt x="156931" y="730332"/>
                  </a:lnTo>
                  <a:lnTo>
                    <a:pt x="172358" y="760108"/>
                  </a:lnTo>
                  <a:close/>
                  <a:moveTo>
                    <a:pt x="185025" y="676394"/>
                  </a:moveTo>
                  <a:lnTo>
                    <a:pt x="201952" y="718389"/>
                  </a:lnTo>
                  <a:lnTo>
                    <a:pt x="203441" y="694619"/>
                  </a:lnTo>
                  <a:close/>
                  <a:moveTo>
                    <a:pt x="156931" y="730332"/>
                  </a:moveTo>
                  <a:lnTo>
                    <a:pt x="201952" y="718389"/>
                  </a:lnTo>
                  <a:lnTo>
                    <a:pt x="185025" y="676394"/>
                  </a:lnTo>
                  <a:close/>
                  <a:moveTo>
                    <a:pt x="218119" y="713149"/>
                  </a:moveTo>
                  <a:lnTo>
                    <a:pt x="268916" y="718634"/>
                  </a:lnTo>
                  <a:lnTo>
                    <a:pt x="253213" y="703803"/>
                  </a:lnTo>
                  <a:close/>
                  <a:moveTo>
                    <a:pt x="751589" y="1230107"/>
                  </a:moveTo>
                  <a:lnTo>
                    <a:pt x="767273" y="1239934"/>
                  </a:lnTo>
                  <a:lnTo>
                    <a:pt x="768167" y="1227243"/>
                  </a:lnTo>
                  <a:close/>
                  <a:moveTo>
                    <a:pt x="751589" y="1230107"/>
                  </a:moveTo>
                  <a:lnTo>
                    <a:pt x="768167" y="1227243"/>
                  </a:lnTo>
                  <a:lnTo>
                    <a:pt x="762904" y="1223603"/>
                  </a:lnTo>
                  <a:close/>
                  <a:moveTo>
                    <a:pt x="101648" y="274558"/>
                  </a:moveTo>
                  <a:lnTo>
                    <a:pt x="45170" y="284181"/>
                  </a:lnTo>
                  <a:lnTo>
                    <a:pt x="75862" y="294049"/>
                  </a:lnTo>
                  <a:close/>
                  <a:moveTo>
                    <a:pt x="423510" y="730487"/>
                  </a:moveTo>
                  <a:lnTo>
                    <a:pt x="410219" y="746919"/>
                  </a:lnTo>
                  <a:lnTo>
                    <a:pt x="420513" y="735109"/>
                  </a:lnTo>
                  <a:close/>
                  <a:moveTo>
                    <a:pt x="423510" y="730487"/>
                  </a:moveTo>
                  <a:lnTo>
                    <a:pt x="429585" y="731174"/>
                  </a:lnTo>
                  <a:lnTo>
                    <a:pt x="450930" y="708432"/>
                  </a:lnTo>
                  <a:close/>
                  <a:moveTo>
                    <a:pt x="450930" y="708432"/>
                  </a:moveTo>
                  <a:lnTo>
                    <a:pt x="429585" y="731174"/>
                  </a:lnTo>
                  <a:lnTo>
                    <a:pt x="456260" y="681171"/>
                  </a:lnTo>
                  <a:close/>
                  <a:moveTo>
                    <a:pt x="101648" y="274558"/>
                  </a:moveTo>
                  <a:lnTo>
                    <a:pt x="116971" y="285830"/>
                  </a:lnTo>
                  <a:lnTo>
                    <a:pt x="110850" y="257294"/>
                  </a:lnTo>
                  <a:close/>
                  <a:moveTo>
                    <a:pt x="868829" y="1158985"/>
                  </a:moveTo>
                  <a:lnTo>
                    <a:pt x="865158" y="1164344"/>
                  </a:lnTo>
                  <a:lnTo>
                    <a:pt x="866607" y="1156642"/>
                  </a:lnTo>
                  <a:close/>
                  <a:moveTo>
                    <a:pt x="342816" y="443457"/>
                  </a:moveTo>
                  <a:lnTo>
                    <a:pt x="350385" y="406702"/>
                  </a:lnTo>
                  <a:lnTo>
                    <a:pt x="347610" y="412753"/>
                  </a:lnTo>
                  <a:close/>
                  <a:moveTo>
                    <a:pt x="575488" y="636354"/>
                  </a:moveTo>
                  <a:lnTo>
                    <a:pt x="557470" y="610049"/>
                  </a:lnTo>
                  <a:lnTo>
                    <a:pt x="576597" y="648174"/>
                  </a:lnTo>
                  <a:close/>
                  <a:moveTo>
                    <a:pt x="576597" y="648174"/>
                  </a:moveTo>
                  <a:lnTo>
                    <a:pt x="557470" y="610049"/>
                  </a:lnTo>
                  <a:lnTo>
                    <a:pt x="519443" y="622804"/>
                  </a:lnTo>
                  <a:close/>
                  <a:moveTo>
                    <a:pt x="512226" y="620614"/>
                  </a:moveTo>
                  <a:lnTo>
                    <a:pt x="508947" y="627232"/>
                  </a:lnTo>
                  <a:lnTo>
                    <a:pt x="519443" y="622804"/>
                  </a:lnTo>
                  <a:close/>
                  <a:moveTo>
                    <a:pt x="557273" y="574390"/>
                  </a:moveTo>
                  <a:lnTo>
                    <a:pt x="519102" y="590477"/>
                  </a:lnTo>
                  <a:lnTo>
                    <a:pt x="560709" y="581099"/>
                  </a:lnTo>
                  <a:close/>
                  <a:moveTo>
                    <a:pt x="519102" y="590477"/>
                  </a:moveTo>
                  <a:lnTo>
                    <a:pt x="512226" y="620614"/>
                  </a:lnTo>
                  <a:lnTo>
                    <a:pt x="560709" y="581099"/>
                  </a:lnTo>
                  <a:close/>
                  <a:moveTo>
                    <a:pt x="560709" y="581099"/>
                  </a:moveTo>
                  <a:lnTo>
                    <a:pt x="512226" y="620614"/>
                  </a:lnTo>
                  <a:lnTo>
                    <a:pt x="557470" y="610049"/>
                  </a:lnTo>
                  <a:close/>
                  <a:moveTo>
                    <a:pt x="557470" y="610049"/>
                  </a:moveTo>
                  <a:lnTo>
                    <a:pt x="512226" y="620614"/>
                  </a:lnTo>
                  <a:lnTo>
                    <a:pt x="519443" y="622804"/>
                  </a:lnTo>
                  <a:close/>
                  <a:moveTo>
                    <a:pt x="564633" y="573294"/>
                  </a:moveTo>
                  <a:lnTo>
                    <a:pt x="529152" y="559322"/>
                  </a:lnTo>
                  <a:lnTo>
                    <a:pt x="557273" y="574390"/>
                  </a:lnTo>
                  <a:close/>
                  <a:moveTo>
                    <a:pt x="557273" y="574390"/>
                  </a:moveTo>
                  <a:lnTo>
                    <a:pt x="560709" y="581099"/>
                  </a:lnTo>
                  <a:lnTo>
                    <a:pt x="564633" y="573294"/>
                  </a:lnTo>
                  <a:close/>
                  <a:moveTo>
                    <a:pt x="350385" y="406702"/>
                  </a:moveTo>
                  <a:lnTo>
                    <a:pt x="379090" y="400362"/>
                  </a:lnTo>
                  <a:lnTo>
                    <a:pt x="362859" y="400356"/>
                  </a:lnTo>
                  <a:close/>
                  <a:moveTo>
                    <a:pt x="362859" y="400356"/>
                  </a:moveTo>
                  <a:lnTo>
                    <a:pt x="379090" y="400362"/>
                  </a:lnTo>
                  <a:lnTo>
                    <a:pt x="409925" y="391073"/>
                  </a:lnTo>
                  <a:close/>
                  <a:moveTo>
                    <a:pt x="560709" y="581099"/>
                  </a:moveTo>
                  <a:lnTo>
                    <a:pt x="557470" y="610049"/>
                  </a:lnTo>
                  <a:lnTo>
                    <a:pt x="583337" y="597947"/>
                  </a:lnTo>
                  <a:close/>
                  <a:moveTo>
                    <a:pt x="560709" y="581099"/>
                  </a:moveTo>
                  <a:lnTo>
                    <a:pt x="583337" y="597947"/>
                  </a:lnTo>
                  <a:lnTo>
                    <a:pt x="564633" y="573294"/>
                  </a:lnTo>
                  <a:close/>
                  <a:moveTo>
                    <a:pt x="564633" y="573294"/>
                  </a:moveTo>
                  <a:lnTo>
                    <a:pt x="592797" y="592865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64633" y="573294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88354" y="559883"/>
                  </a:lnTo>
                  <a:lnTo>
                    <a:pt x="564633" y="573294"/>
                  </a:lnTo>
                  <a:close/>
                  <a:moveTo>
                    <a:pt x="610832" y="547717"/>
                  </a:moveTo>
                  <a:lnTo>
                    <a:pt x="596327" y="556111"/>
                  </a:lnTo>
                  <a:lnTo>
                    <a:pt x="620211" y="550311"/>
                  </a:lnTo>
                  <a:close/>
                  <a:moveTo>
                    <a:pt x="662825" y="521325"/>
                  </a:moveTo>
                  <a:lnTo>
                    <a:pt x="620211" y="550311"/>
                  </a:lnTo>
                  <a:lnTo>
                    <a:pt x="645205" y="538927"/>
                  </a:lnTo>
                  <a:close/>
                  <a:moveTo>
                    <a:pt x="610832" y="547717"/>
                  </a:moveTo>
                  <a:lnTo>
                    <a:pt x="620211" y="550311"/>
                  </a:lnTo>
                  <a:lnTo>
                    <a:pt x="662825" y="521325"/>
                  </a:lnTo>
                  <a:close/>
                  <a:moveTo>
                    <a:pt x="638067" y="524966"/>
                  </a:moveTo>
                  <a:lnTo>
                    <a:pt x="610832" y="547717"/>
                  </a:lnTo>
                  <a:lnTo>
                    <a:pt x="662825" y="521325"/>
                  </a:lnTo>
                  <a:close/>
                  <a:moveTo>
                    <a:pt x="579351" y="119827"/>
                  </a:moveTo>
                  <a:lnTo>
                    <a:pt x="578939" y="83072"/>
                  </a:lnTo>
                  <a:lnTo>
                    <a:pt x="550285" y="132600"/>
                  </a:lnTo>
                  <a:close/>
                  <a:moveTo>
                    <a:pt x="468411" y="26746"/>
                  </a:moveTo>
                  <a:lnTo>
                    <a:pt x="459630" y="63501"/>
                  </a:lnTo>
                  <a:lnTo>
                    <a:pt x="489905" y="46317"/>
                  </a:lnTo>
                  <a:close/>
                  <a:moveTo>
                    <a:pt x="468411" y="26746"/>
                  </a:moveTo>
                  <a:lnTo>
                    <a:pt x="489905" y="46317"/>
                  </a:lnTo>
                  <a:lnTo>
                    <a:pt x="492646" y="9562"/>
                  </a:lnTo>
                  <a:close/>
                  <a:moveTo>
                    <a:pt x="500627" y="0"/>
                  </a:moveTo>
                  <a:lnTo>
                    <a:pt x="468411" y="26746"/>
                  </a:lnTo>
                  <a:lnTo>
                    <a:pt x="492646" y="9562"/>
                  </a:lnTo>
                  <a:close/>
                  <a:moveTo>
                    <a:pt x="707494" y="220298"/>
                  </a:moveTo>
                  <a:lnTo>
                    <a:pt x="724007" y="249664"/>
                  </a:lnTo>
                  <a:lnTo>
                    <a:pt x="724428" y="242242"/>
                  </a:lnTo>
                  <a:close/>
                  <a:moveTo>
                    <a:pt x="575041" y="153644"/>
                  </a:moveTo>
                  <a:lnTo>
                    <a:pt x="580149" y="153068"/>
                  </a:lnTo>
                  <a:lnTo>
                    <a:pt x="579351" y="119827"/>
                  </a:lnTo>
                  <a:close/>
                  <a:moveTo>
                    <a:pt x="500627" y="0"/>
                  </a:moveTo>
                  <a:lnTo>
                    <a:pt x="492646" y="9562"/>
                  </a:lnTo>
                  <a:lnTo>
                    <a:pt x="510920" y="327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10" name="Input_density__110">
              <a:extLst>
                <a:ext uri="{FF2B5EF4-FFF2-40B4-BE49-F238E27FC236}">
                  <a16:creationId xmlns:a16="http://schemas.microsoft.com/office/drawing/2014/main" id="{F4865C1D-215B-19A0-C5D7-F7457E0F6EE8}"/>
                </a:ext>
              </a:extLst>
            </p:cNvPr>
            <p:cNvSpPr>
              <a:spLocks noGrp="1"/>
            </p:cNvSpPr>
            <p:nvPr/>
          </p:nvSpPr>
          <p:spPr>
            <a:xfrm>
              <a:off x="909826" y="1684314"/>
              <a:ext cx="972650" cy="1452325"/>
            </a:xfrm>
            <a:custGeom>
              <a:avLst/>
              <a:gdLst/>
              <a:ahLst/>
              <a:cxnLst/>
              <a:rect l="0" t="0" r="0" b="0"/>
              <a:pathLst>
                <a:path w="972650" h="1452325">
                  <a:moveTo>
                    <a:pt x="140074" y="1441984"/>
                  </a:moveTo>
                  <a:lnTo>
                    <a:pt x="116321" y="1449386"/>
                  </a:lnTo>
                  <a:lnTo>
                    <a:pt x="176159" y="1452325"/>
                  </a:lnTo>
                  <a:close/>
                  <a:moveTo>
                    <a:pt x="214585" y="1327537"/>
                  </a:moveTo>
                  <a:lnTo>
                    <a:pt x="230091" y="1336978"/>
                  </a:lnTo>
                  <a:lnTo>
                    <a:pt x="195446" y="1318869"/>
                  </a:lnTo>
                  <a:close/>
                  <a:moveTo>
                    <a:pt x="308034" y="1323401"/>
                  </a:moveTo>
                  <a:lnTo>
                    <a:pt x="307936" y="1321257"/>
                  </a:lnTo>
                  <a:lnTo>
                    <a:pt x="285723" y="1324190"/>
                  </a:lnTo>
                  <a:close/>
                  <a:moveTo>
                    <a:pt x="17548" y="842407"/>
                  </a:moveTo>
                  <a:lnTo>
                    <a:pt x="54181" y="826259"/>
                  </a:lnTo>
                  <a:lnTo>
                    <a:pt x="41063" y="839915"/>
                  </a:lnTo>
                  <a:close/>
                  <a:moveTo>
                    <a:pt x="15974" y="842318"/>
                  </a:moveTo>
                  <a:lnTo>
                    <a:pt x="17548" y="842407"/>
                  </a:lnTo>
                  <a:lnTo>
                    <a:pt x="0" y="829585"/>
                  </a:lnTo>
                  <a:close/>
                  <a:moveTo>
                    <a:pt x="41063" y="839915"/>
                  </a:moveTo>
                  <a:lnTo>
                    <a:pt x="0" y="829585"/>
                  </a:lnTo>
                  <a:lnTo>
                    <a:pt x="17548" y="842407"/>
                  </a:lnTo>
                  <a:close/>
                  <a:moveTo>
                    <a:pt x="48490" y="817251"/>
                  </a:moveTo>
                  <a:lnTo>
                    <a:pt x="41063" y="839915"/>
                  </a:lnTo>
                  <a:lnTo>
                    <a:pt x="54181" y="826259"/>
                  </a:lnTo>
                  <a:close/>
                  <a:moveTo>
                    <a:pt x="49412" y="727008"/>
                  </a:moveTo>
                  <a:lnTo>
                    <a:pt x="57867" y="735565"/>
                  </a:lnTo>
                  <a:lnTo>
                    <a:pt x="30226" y="703186"/>
                  </a:lnTo>
                  <a:close/>
                  <a:moveTo>
                    <a:pt x="26573" y="698810"/>
                  </a:moveTo>
                  <a:lnTo>
                    <a:pt x="49412" y="727008"/>
                  </a:lnTo>
                  <a:lnTo>
                    <a:pt x="30226" y="703186"/>
                  </a:lnTo>
                  <a:close/>
                  <a:moveTo>
                    <a:pt x="43193" y="655459"/>
                  </a:moveTo>
                  <a:lnTo>
                    <a:pt x="28813" y="697902"/>
                  </a:lnTo>
                  <a:lnTo>
                    <a:pt x="76964" y="657149"/>
                  </a:lnTo>
                  <a:close/>
                  <a:moveTo>
                    <a:pt x="455865" y="1122687"/>
                  </a:moveTo>
                  <a:lnTo>
                    <a:pt x="464588" y="1138166"/>
                  </a:lnTo>
                  <a:lnTo>
                    <a:pt x="444015" y="1157457"/>
                  </a:lnTo>
                  <a:close/>
                  <a:moveTo>
                    <a:pt x="332402" y="893099"/>
                  </a:moveTo>
                  <a:lnTo>
                    <a:pt x="304836" y="938912"/>
                  </a:lnTo>
                  <a:lnTo>
                    <a:pt x="316825" y="931068"/>
                  </a:lnTo>
                  <a:close/>
                  <a:moveTo>
                    <a:pt x="76964" y="657149"/>
                  </a:moveTo>
                  <a:lnTo>
                    <a:pt x="97821" y="644872"/>
                  </a:lnTo>
                  <a:lnTo>
                    <a:pt x="97074" y="670600"/>
                  </a:lnTo>
                  <a:close/>
                  <a:moveTo>
                    <a:pt x="76964" y="657149"/>
                  </a:moveTo>
                  <a:lnTo>
                    <a:pt x="88979" y="664444"/>
                  </a:lnTo>
                  <a:lnTo>
                    <a:pt x="66611" y="646810"/>
                  </a:lnTo>
                  <a:close/>
                  <a:moveTo>
                    <a:pt x="76964" y="657149"/>
                  </a:moveTo>
                  <a:lnTo>
                    <a:pt x="66611" y="646810"/>
                  </a:lnTo>
                  <a:lnTo>
                    <a:pt x="43193" y="655459"/>
                  </a:lnTo>
                  <a:close/>
                  <a:moveTo>
                    <a:pt x="228610" y="689676"/>
                  </a:moveTo>
                  <a:lnTo>
                    <a:pt x="193813" y="737953"/>
                  </a:lnTo>
                  <a:lnTo>
                    <a:pt x="218459" y="716238"/>
                  </a:lnTo>
                  <a:close/>
                  <a:moveTo>
                    <a:pt x="194214" y="735298"/>
                  </a:moveTo>
                  <a:lnTo>
                    <a:pt x="193813" y="737953"/>
                  </a:lnTo>
                  <a:lnTo>
                    <a:pt x="228610" y="689676"/>
                  </a:lnTo>
                  <a:close/>
                  <a:moveTo>
                    <a:pt x="194214" y="735298"/>
                  </a:moveTo>
                  <a:lnTo>
                    <a:pt x="194268" y="690507"/>
                  </a:lnTo>
                  <a:lnTo>
                    <a:pt x="197970" y="720770"/>
                  </a:lnTo>
                  <a:close/>
                  <a:moveTo>
                    <a:pt x="582062" y="1084162"/>
                  </a:moveTo>
                  <a:lnTo>
                    <a:pt x="568926" y="1071137"/>
                  </a:lnTo>
                  <a:lnTo>
                    <a:pt x="575270" y="1082050"/>
                  </a:lnTo>
                  <a:close/>
                  <a:moveTo>
                    <a:pt x="343694" y="839108"/>
                  </a:moveTo>
                  <a:lnTo>
                    <a:pt x="310942" y="828818"/>
                  </a:lnTo>
                  <a:lnTo>
                    <a:pt x="324031" y="831035"/>
                  </a:lnTo>
                  <a:close/>
                  <a:moveTo>
                    <a:pt x="394609" y="808687"/>
                  </a:moveTo>
                  <a:lnTo>
                    <a:pt x="415867" y="780033"/>
                  </a:lnTo>
                  <a:lnTo>
                    <a:pt x="413846" y="777097"/>
                  </a:lnTo>
                  <a:close/>
                  <a:moveTo>
                    <a:pt x="763335" y="1164218"/>
                  </a:moveTo>
                  <a:lnTo>
                    <a:pt x="745519" y="1166780"/>
                  </a:lnTo>
                  <a:lnTo>
                    <a:pt x="777752" y="1148378"/>
                  </a:lnTo>
                  <a:close/>
                  <a:moveTo>
                    <a:pt x="777752" y="1148378"/>
                  </a:moveTo>
                  <a:lnTo>
                    <a:pt x="745519" y="1166780"/>
                  </a:lnTo>
                  <a:lnTo>
                    <a:pt x="721265" y="1157963"/>
                  </a:lnTo>
                  <a:close/>
                  <a:moveTo>
                    <a:pt x="394609" y="808687"/>
                  </a:moveTo>
                  <a:lnTo>
                    <a:pt x="403740" y="762804"/>
                  </a:lnTo>
                  <a:lnTo>
                    <a:pt x="389839" y="813852"/>
                  </a:lnTo>
                  <a:close/>
                  <a:moveTo>
                    <a:pt x="403740" y="762804"/>
                  </a:moveTo>
                  <a:lnTo>
                    <a:pt x="394609" y="808687"/>
                  </a:lnTo>
                  <a:lnTo>
                    <a:pt x="413846" y="777097"/>
                  </a:lnTo>
                  <a:close/>
                  <a:moveTo>
                    <a:pt x="333964" y="702949"/>
                  </a:moveTo>
                  <a:lnTo>
                    <a:pt x="362990" y="718837"/>
                  </a:lnTo>
                  <a:lnTo>
                    <a:pt x="305539" y="698969"/>
                  </a:lnTo>
                  <a:close/>
                  <a:moveTo>
                    <a:pt x="20991" y="257896"/>
                  </a:moveTo>
                  <a:lnTo>
                    <a:pt x="69645" y="245344"/>
                  </a:lnTo>
                  <a:lnTo>
                    <a:pt x="42840" y="269309"/>
                  </a:lnTo>
                  <a:close/>
                  <a:moveTo>
                    <a:pt x="763335" y="1164218"/>
                  </a:moveTo>
                  <a:lnTo>
                    <a:pt x="777537" y="1123091"/>
                  </a:lnTo>
                  <a:lnTo>
                    <a:pt x="762211" y="1110280"/>
                  </a:lnTo>
                  <a:close/>
                  <a:moveTo>
                    <a:pt x="661693" y="805116"/>
                  </a:moveTo>
                  <a:lnTo>
                    <a:pt x="671104" y="806374"/>
                  </a:lnTo>
                  <a:lnTo>
                    <a:pt x="641498" y="799057"/>
                  </a:lnTo>
                  <a:close/>
                  <a:moveTo>
                    <a:pt x="392372" y="607906"/>
                  </a:moveTo>
                  <a:lnTo>
                    <a:pt x="437410" y="628278"/>
                  </a:lnTo>
                  <a:lnTo>
                    <a:pt x="448657" y="597565"/>
                  </a:lnTo>
                  <a:close/>
                  <a:moveTo>
                    <a:pt x="470100" y="578527"/>
                  </a:moveTo>
                  <a:lnTo>
                    <a:pt x="448657" y="597565"/>
                  </a:lnTo>
                  <a:lnTo>
                    <a:pt x="474072" y="580814"/>
                  </a:lnTo>
                  <a:close/>
                  <a:moveTo>
                    <a:pt x="474072" y="580814"/>
                  </a:moveTo>
                  <a:lnTo>
                    <a:pt x="448657" y="597565"/>
                  </a:lnTo>
                  <a:lnTo>
                    <a:pt x="437410" y="628278"/>
                  </a:lnTo>
                  <a:close/>
                  <a:moveTo>
                    <a:pt x="470100" y="578527"/>
                  </a:moveTo>
                  <a:lnTo>
                    <a:pt x="474072" y="580814"/>
                  </a:lnTo>
                  <a:lnTo>
                    <a:pt x="473597" y="566234"/>
                  </a:lnTo>
                  <a:close/>
                  <a:moveTo>
                    <a:pt x="224483" y="335054"/>
                  </a:moveTo>
                  <a:lnTo>
                    <a:pt x="236245" y="370239"/>
                  </a:lnTo>
                  <a:lnTo>
                    <a:pt x="235366" y="375180"/>
                  </a:lnTo>
                  <a:close/>
                  <a:moveTo>
                    <a:pt x="88539" y="185321"/>
                  </a:moveTo>
                  <a:lnTo>
                    <a:pt x="86301" y="211015"/>
                  </a:lnTo>
                  <a:lnTo>
                    <a:pt x="93080" y="191405"/>
                  </a:lnTo>
                  <a:close/>
                  <a:moveTo>
                    <a:pt x="88539" y="185321"/>
                  </a:moveTo>
                  <a:lnTo>
                    <a:pt x="93080" y="191405"/>
                  </a:lnTo>
                  <a:lnTo>
                    <a:pt x="118588" y="143233"/>
                  </a:lnTo>
                  <a:close/>
                  <a:moveTo>
                    <a:pt x="889292" y="1027627"/>
                  </a:moveTo>
                  <a:lnTo>
                    <a:pt x="857704" y="1019587"/>
                  </a:lnTo>
                  <a:lnTo>
                    <a:pt x="861849" y="1021232"/>
                  </a:lnTo>
                  <a:close/>
                  <a:moveTo>
                    <a:pt x="621894" y="676143"/>
                  </a:moveTo>
                  <a:lnTo>
                    <a:pt x="593983" y="671746"/>
                  </a:lnTo>
                  <a:lnTo>
                    <a:pt x="578533" y="709419"/>
                  </a:lnTo>
                  <a:close/>
                  <a:moveTo>
                    <a:pt x="593983" y="671746"/>
                  </a:moveTo>
                  <a:lnTo>
                    <a:pt x="621894" y="676143"/>
                  </a:lnTo>
                  <a:lnTo>
                    <a:pt x="574695" y="652037"/>
                  </a:lnTo>
                  <a:close/>
                  <a:moveTo>
                    <a:pt x="626027" y="666207"/>
                  </a:moveTo>
                  <a:lnTo>
                    <a:pt x="594093" y="671386"/>
                  </a:lnTo>
                  <a:lnTo>
                    <a:pt x="574695" y="652037"/>
                  </a:lnTo>
                  <a:close/>
                  <a:moveTo>
                    <a:pt x="263397" y="278635"/>
                  </a:moveTo>
                  <a:lnTo>
                    <a:pt x="268510" y="236855"/>
                  </a:lnTo>
                  <a:lnTo>
                    <a:pt x="246910" y="245364"/>
                  </a:lnTo>
                  <a:close/>
                  <a:moveTo>
                    <a:pt x="971211" y="1029243"/>
                  </a:moveTo>
                  <a:lnTo>
                    <a:pt x="965041" y="1021975"/>
                  </a:lnTo>
                  <a:lnTo>
                    <a:pt x="953222" y="1045867"/>
                  </a:lnTo>
                  <a:close/>
                  <a:moveTo>
                    <a:pt x="889292" y="1027627"/>
                  </a:moveTo>
                  <a:lnTo>
                    <a:pt x="900150" y="1039158"/>
                  </a:lnTo>
                  <a:lnTo>
                    <a:pt x="909134" y="1025534"/>
                  </a:lnTo>
                  <a:close/>
                  <a:moveTo>
                    <a:pt x="698679" y="813266"/>
                  </a:moveTo>
                  <a:lnTo>
                    <a:pt x="725156" y="787679"/>
                  </a:lnTo>
                  <a:lnTo>
                    <a:pt x="743307" y="764690"/>
                  </a:lnTo>
                  <a:close/>
                  <a:moveTo>
                    <a:pt x="594037" y="671608"/>
                  </a:moveTo>
                  <a:lnTo>
                    <a:pt x="594093" y="671386"/>
                  </a:lnTo>
                  <a:lnTo>
                    <a:pt x="610974" y="638295"/>
                  </a:lnTo>
                  <a:close/>
                  <a:moveTo>
                    <a:pt x="255202" y="220586"/>
                  </a:moveTo>
                  <a:lnTo>
                    <a:pt x="246910" y="245364"/>
                  </a:lnTo>
                  <a:lnTo>
                    <a:pt x="261849" y="230548"/>
                  </a:lnTo>
                  <a:close/>
                  <a:moveTo>
                    <a:pt x="255202" y="220586"/>
                  </a:moveTo>
                  <a:lnTo>
                    <a:pt x="261849" y="230548"/>
                  </a:lnTo>
                  <a:lnTo>
                    <a:pt x="259033" y="194480"/>
                  </a:lnTo>
                  <a:close/>
                  <a:moveTo>
                    <a:pt x="259033" y="194480"/>
                  </a:moveTo>
                  <a:lnTo>
                    <a:pt x="261849" y="230548"/>
                  </a:lnTo>
                  <a:lnTo>
                    <a:pt x="271223" y="211689"/>
                  </a:lnTo>
                  <a:close/>
                  <a:moveTo>
                    <a:pt x="965041" y="1021975"/>
                  </a:moveTo>
                  <a:lnTo>
                    <a:pt x="972650" y="993929"/>
                  </a:lnTo>
                  <a:lnTo>
                    <a:pt x="962482" y="1009251"/>
                  </a:lnTo>
                  <a:close/>
                  <a:moveTo>
                    <a:pt x="334732" y="165359"/>
                  </a:moveTo>
                  <a:lnTo>
                    <a:pt x="327158" y="159427"/>
                  </a:lnTo>
                  <a:lnTo>
                    <a:pt x="311731" y="170725"/>
                  </a:lnTo>
                  <a:close/>
                  <a:moveTo>
                    <a:pt x="334732" y="165359"/>
                  </a:moveTo>
                  <a:lnTo>
                    <a:pt x="345474" y="176610"/>
                  </a:lnTo>
                  <a:lnTo>
                    <a:pt x="337157" y="141212"/>
                  </a:lnTo>
                  <a:close/>
                  <a:moveTo>
                    <a:pt x="327158" y="159427"/>
                  </a:moveTo>
                  <a:lnTo>
                    <a:pt x="334732" y="165359"/>
                  </a:lnTo>
                  <a:lnTo>
                    <a:pt x="337157" y="141212"/>
                  </a:lnTo>
                  <a:close/>
                  <a:moveTo>
                    <a:pt x="700160" y="530176"/>
                  </a:moveTo>
                  <a:lnTo>
                    <a:pt x="693818" y="555264"/>
                  </a:lnTo>
                  <a:lnTo>
                    <a:pt x="730687" y="519737"/>
                  </a:lnTo>
                  <a:close/>
                  <a:moveTo>
                    <a:pt x="325978" y="127785"/>
                  </a:moveTo>
                  <a:lnTo>
                    <a:pt x="337157" y="141212"/>
                  </a:lnTo>
                  <a:lnTo>
                    <a:pt x="342597" y="114218"/>
                  </a:lnTo>
                  <a:close/>
                  <a:moveTo>
                    <a:pt x="327158" y="159427"/>
                  </a:moveTo>
                  <a:lnTo>
                    <a:pt x="337157" y="141212"/>
                  </a:lnTo>
                  <a:lnTo>
                    <a:pt x="319942" y="150295"/>
                  </a:lnTo>
                  <a:close/>
                  <a:moveTo>
                    <a:pt x="368965" y="119869"/>
                  </a:moveTo>
                  <a:lnTo>
                    <a:pt x="337157" y="141212"/>
                  </a:lnTo>
                  <a:lnTo>
                    <a:pt x="366555" y="126549"/>
                  </a:lnTo>
                  <a:close/>
                  <a:moveTo>
                    <a:pt x="368965" y="119869"/>
                  </a:moveTo>
                  <a:lnTo>
                    <a:pt x="342597" y="114218"/>
                  </a:lnTo>
                  <a:lnTo>
                    <a:pt x="337157" y="141212"/>
                  </a:lnTo>
                  <a:close/>
                  <a:moveTo>
                    <a:pt x="342597" y="114218"/>
                  </a:moveTo>
                  <a:lnTo>
                    <a:pt x="368965" y="119869"/>
                  </a:lnTo>
                  <a:lnTo>
                    <a:pt x="347024" y="81895"/>
                  </a:lnTo>
                  <a:close/>
                  <a:moveTo>
                    <a:pt x="368965" y="119869"/>
                  </a:moveTo>
                  <a:lnTo>
                    <a:pt x="378593" y="75351"/>
                  </a:lnTo>
                  <a:lnTo>
                    <a:pt x="347024" y="81895"/>
                  </a:lnTo>
                  <a:close/>
                  <a:moveTo>
                    <a:pt x="340542" y="105489"/>
                  </a:moveTo>
                  <a:lnTo>
                    <a:pt x="342597" y="114218"/>
                  </a:lnTo>
                  <a:lnTo>
                    <a:pt x="347024" y="81895"/>
                  </a:lnTo>
                  <a:close/>
                  <a:moveTo>
                    <a:pt x="730687" y="519737"/>
                  </a:moveTo>
                  <a:lnTo>
                    <a:pt x="755840" y="531930"/>
                  </a:lnTo>
                  <a:lnTo>
                    <a:pt x="700160" y="530176"/>
                  </a:lnTo>
                  <a:close/>
                  <a:moveTo>
                    <a:pt x="621244" y="263492"/>
                  </a:moveTo>
                  <a:lnTo>
                    <a:pt x="585492" y="275925"/>
                  </a:lnTo>
                  <a:lnTo>
                    <a:pt x="565520" y="275934"/>
                  </a:lnTo>
                  <a:close/>
                  <a:moveTo>
                    <a:pt x="378593" y="75351"/>
                  </a:moveTo>
                  <a:lnTo>
                    <a:pt x="382847" y="63837"/>
                  </a:lnTo>
                  <a:lnTo>
                    <a:pt x="366358" y="57974"/>
                  </a:lnTo>
                  <a:close/>
                  <a:moveTo>
                    <a:pt x="347024" y="81895"/>
                  </a:moveTo>
                  <a:lnTo>
                    <a:pt x="378593" y="75351"/>
                  </a:lnTo>
                  <a:lnTo>
                    <a:pt x="366358" y="57974"/>
                  </a:lnTo>
                  <a:close/>
                  <a:moveTo>
                    <a:pt x="382847" y="63837"/>
                  </a:moveTo>
                  <a:lnTo>
                    <a:pt x="414061" y="65549"/>
                  </a:lnTo>
                  <a:lnTo>
                    <a:pt x="394193" y="37466"/>
                  </a:lnTo>
                  <a:close/>
                  <a:moveTo>
                    <a:pt x="375388" y="51550"/>
                  </a:moveTo>
                  <a:lnTo>
                    <a:pt x="382847" y="63837"/>
                  </a:lnTo>
                  <a:lnTo>
                    <a:pt x="394193" y="37466"/>
                  </a:lnTo>
                  <a:close/>
                  <a:moveTo>
                    <a:pt x="596237" y="272080"/>
                  </a:moveTo>
                  <a:lnTo>
                    <a:pt x="621244" y="263492"/>
                  </a:lnTo>
                  <a:lnTo>
                    <a:pt x="636078" y="222747"/>
                  </a:lnTo>
                  <a:close/>
                  <a:moveTo>
                    <a:pt x="636078" y="222747"/>
                  </a:moveTo>
                  <a:lnTo>
                    <a:pt x="641785" y="212501"/>
                  </a:lnTo>
                  <a:lnTo>
                    <a:pt x="616464" y="254897"/>
                  </a:lnTo>
                  <a:close/>
                  <a:moveTo>
                    <a:pt x="628472" y="194308"/>
                  </a:moveTo>
                  <a:lnTo>
                    <a:pt x="647879" y="200958"/>
                  </a:lnTo>
                  <a:lnTo>
                    <a:pt x="641785" y="212501"/>
                  </a:lnTo>
                  <a:close/>
                  <a:moveTo>
                    <a:pt x="708560" y="148382"/>
                  </a:moveTo>
                  <a:lnTo>
                    <a:pt x="731972" y="148610"/>
                  </a:lnTo>
                  <a:lnTo>
                    <a:pt x="699947" y="110265"/>
                  </a:lnTo>
                  <a:close/>
                  <a:moveTo>
                    <a:pt x="659489" y="19572"/>
                  </a:moveTo>
                  <a:lnTo>
                    <a:pt x="667019" y="21435"/>
                  </a:lnTo>
                  <a:lnTo>
                    <a:pt x="65051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11" name="Input_density__111">
              <a:extLst>
                <a:ext uri="{FF2B5EF4-FFF2-40B4-BE49-F238E27FC236}">
                  <a16:creationId xmlns:a16="http://schemas.microsoft.com/office/drawing/2014/main" id="{5691CF38-045C-0016-4B77-4E5DCE3BE189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876184" cy="1635321"/>
            </a:xfrm>
            <a:custGeom>
              <a:avLst/>
              <a:gdLst/>
              <a:ahLst/>
              <a:cxnLst/>
              <a:rect l="0" t="0" r="0" b="0"/>
              <a:pathLst>
                <a:path w="876184" h="1635321">
                  <a:moveTo>
                    <a:pt x="164430" y="1620082"/>
                  </a:moveTo>
                  <a:lnTo>
                    <a:pt x="182883" y="1635321"/>
                  </a:lnTo>
                  <a:lnTo>
                    <a:pt x="191409" y="1609837"/>
                  </a:lnTo>
                  <a:close/>
                  <a:moveTo>
                    <a:pt x="209416" y="1602899"/>
                  </a:moveTo>
                  <a:lnTo>
                    <a:pt x="191409" y="1609837"/>
                  </a:lnTo>
                  <a:lnTo>
                    <a:pt x="182883" y="1635321"/>
                  </a:lnTo>
                  <a:close/>
                  <a:moveTo>
                    <a:pt x="165274" y="1492634"/>
                  </a:moveTo>
                  <a:lnTo>
                    <a:pt x="157990" y="1542250"/>
                  </a:lnTo>
                  <a:lnTo>
                    <a:pt x="175286" y="1510708"/>
                  </a:lnTo>
                  <a:close/>
                  <a:moveTo>
                    <a:pt x="220093" y="1566144"/>
                  </a:moveTo>
                  <a:lnTo>
                    <a:pt x="209416" y="1602899"/>
                  </a:lnTo>
                  <a:lnTo>
                    <a:pt x="250428" y="1588944"/>
                  </a:lnTo>
                  <a:close/>
                  <a:moveTo>
                    <a:pt x="238255" y="1512206"/>
                  </a:moveTo>
                  <a:lnTo>
                    <a:pt x="264940" y="1495022"/>
                  </a:lnTo>
                  <a:lnTo>
                    <a:pt x="233432" y="1507322"/>
                  </a:lnTo>
                  <a:close/>
                  <a:moveTo>
                    <a:pt x="264940" y="1495022"/>
                  </a:moveTo>
                  <a:lnTo>
                    <a:pt x="247264" y="1462832"/>
                  </a:lnTo>
                  <a:lnTo>
                    <a:pt x="233432" y="1507322"/>
                  </a:lnTo>
                  <a:close/>
                  <a:moveTo>
                    <a:pt x="226071" y="1295517"/>
                  </a:moveTo>
                  <a:lnTo>
                    <a:pt x="241125" y="1330819"/>
                  </a:lnTo>
                  <a:lnTo>
                    <a:pt x="233016" y="1313351"/>
                  </a:lnTo>
                  <a:close/>
                  <a:moveTo>
                    <a:pt x="226655" y="1294064"/>
                  </a:moveTo>
                  <a:lnTo>
                    <a:pt x="226071" y="1295517"/>
                  </a:lnTo>
                  <a:lnTo>
                    <a:pt x="233016" y="1313351"/>
                  </a:lnTo>
                  <a:close/>
                  <a:moveTo>
                    <a:pt x="226895" y="1290469"/>
                  </a:moveTo>
                  <a:lnTo>
                    <a:pt x="226071" y="1295517"/>
                  </a:lnTo>
                  <a:lnTo>
                    <a:pt x="226655" y="1294064"/>
                  </a:lnTo>
                  <a:close/>
                  <a:moveTo>
                    <a:pt x="241125" y="1330819"/>
                  </a:moveTo>
                  <a:lnTo>
                    <a:pt x="259125" y="1367574"/>
                  </a:lnTo>
                  <a:lnTo>
                    <a:pt x="289208" y="1350391"/>
                  </a:lnTo>
                  <a:close/>
                  <a:moveTo>
                    <a:pt x="226655" y="1294064"/>
                  </a:moveTo>
                  <a:lnTo>
                    <a:pt x="233016" y="1313351"/>
                  </a:lnTo>
                  <a:lnTo>
                    <a:pt x="239129" y="1284900"/>
                  </a:lnTo>
                  <a:close/>
                  <a:moveTo>
                    <a:pt x="226895" y="1290469"/>
                  </a:moveTo>
                  <a:lnTo>
                    <a:pt x="226655" y="1294064"/>
                  </a:lnTo>
                  <a:lnTo>
                    <a:pt x="239129" y="1284900"/>
                  </a:lnTo>
                  <a:close/>
                  <a:moveTo>
                    <a:pt x="126875" y="1069451"/>
                  </a:moveTo>
                  <a:lnTo>
                    <a:pt x="103108" y="1076800"/>
                  </a:lnTo>
                  <a:lnTo>
                    <a:pt x="99603" y="1092063"/>
                  </a:lnTo>
                  <a:close/>
                  <a:moveTo>
                    <a:pt x="294706" y="1266805"/>
                  </a:moveTo>
                  <a:lnTo>
                    <a:pt x="334673" y="1261401"/>
                  </a:lnTo>
                  <a:lnTo>
                    <a:pt x="318024" y="1230189"/>
                  </a:lnTo>
                  <a:close/>
                  <a:moveTo>
                    <a:pt x="334673" y="1261401"/>
                  </a:moveTo>
                  <a:lnTo>
                    <a:pt x="368975" y="1260602"/>
                  </a:lnTo>
                  <a:lnTo>
                    <a:pt x="318024" y="1230189"/>
                  </a:lnTo>
                  <a:close/>
                  <a:moveTo>
                    <a:pt x="15074" y="855393"/>
                  </a:moveTo>
                  <a:lnTo>
                    <a:pt x="0" y="872576"/>
                  </a:lnTo>
                  <a:lnTo>
                    <a:pt x="21398" y="892147"/>
                  </a:lnTo>
                  <a:close/>
                  <a:moveTo>
                    <a:pt x="15074" y="855393"/>
                  </a:moveTo>
                  <a:lnTo>
                    <a:pt x="12148" y="818638"/>
                  </a:lnTo>
                  <a:lnTo>
                    <a:pt x="0" y="872576"/>
                  </a:lnTo>
                  <a:close/>
                  <a:moveTo>
                    <a:pt x="154967" y="1002412"/>
                  </a:moveTo>
                  <a:lnTo>
                    <a:pt x="189289" y="985815"/>
                  </a:lnTo>
                  <a:lnTo>
                    <a:pt x="188737" y="985550"/>
                  </a:lnTo>
                  <a:close/>
                  <a:moveTo>
                    <a:pt x="148117" y="965657"/>
                  </a:moveTo>
                  <a:lnTo>
                    <a:pt x="188737" y="985550"/>
                  </a:lnTo>
                  <a:lnTo>
                    <a:pt x="177834" y="949667"/>
                  </a:lnTo>
                  <a:close/>
                  <a:moveTo>
                    <a:pt x="189788" y="985229"/>
                  </a:moveTo>
                  <a:lnTo>
                    <a:pt x="179753" y="948474"/>
                  </a:lnTo>
                  <a:lnTo>
                    <a:pt x="188737" y="985550"/>
                  </a:lnTo>
                  <a:close/>
                  <a:moveTo>
                    <a:pt x="179753" y="948474"/>
                  </a:moveTo>
                  <a:lnTo>
                    <a:pt x="177834" y="949667"/>
                  </a:lnTo>
                  <a:lnTo>
                    <a:pt x="188737" y="985550"/>
                  </a:lnTo>
                  <a:close/>
                  <a:moveTo>
                    <a:pt x="188737" y="985550"/>
                  </a:moveTo>
                  <a:lnTo>
                    <a:pt x="189289" y="985815"/>
                  </a:lnTo>
                  <a:lnTo>
                    <a:pt x="189788" y="985229"/>
                  </a:lnTo>
                  <a:close/>
                  <a:moveTo>
                    <a:pt x="154266" y="951079"/>
                  </a:moveTo>
                  <a:lnTo>
                    <a:pt x="177834" y="949667"/>
                  </a:lnTo>
                  <a:lnTo>
                    <a:pt x="179753" y="948474"/>
                  </a:lnTo>
                  <a:close/>
                  <a:moveTo>
                    <a:pt x="15074" y="855393"/>
                  </a:moveTo>
                  <a:lnTo>
                    <a:pt x="21398" y="892147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15074" y="855393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37413" y="838209"/>
                  </a:lnTo>
                  <a:lnTo>
                    <a:pt x="18479" y="801454"/>
                  </a:lnTo>
                  <a:close/>
                  <a:moveTo>
                    <a:pt x="31529" y="769706"/>
                  </a:moveTo>
                  <a:lnTo>
                    <a:pt x="12148" y="818638"/>
                  </a:lnTo>
                  <a:lnTo>
                    <a:pt x="18479" y="801454"/>
                  </a:lnTo>
                  <a:close/>
                  <a:moveTo>
                    <a:pt x="456028" y="1279269"/>
                  </a:moveTo>
                  <a:lnTo>
                    <a:pt x="447657" y="1316024"/>
                  </a:lnTo>
                  <a:lnTo>
                    <a:pt x="487934" y="1298840"/>
                  </a:lnTo>
                  <a:close/>
                  <a:moveTo>
                    <a:pt x="456028" y="1279269"/>
                  </a:moveTo>
                  <a:lnTo>
                    <a:pt x="487934" y="1298840"/>
                  </a:lnTo>
                  <a:lnTo>
                    <a:pt x="479921" y="1262086"/>
                  </a:lnTo>
                  <a:close/>
                  <a:moveTo>
                    <a:pt x="481191" y="1233525"/>
                  </a:moveTo>
                  <a:lnTo>
                    <a:pt x="456028" y="1279269"/>
                  </a:lnTo>
                  <a:lnTo>
                    <a:pt x="479921" y="1262086"/>
                  </a:lnTo>
                  <a:close/>
                  <a:moveTo>
                    <a:pt x="323738" y="1058739"/>
                  </a:moveTo>
                  <a:lnTo>
                    <a:pt x="333378" y="1083466"/>
                  </a:lnTo>
                  <a:lnTo>
                    <a:pt x="360272" y="1078311"/>
                  </a:lnTo>
                  <a:close/>
                  <a:moveTo>
                    <a:pt x="187305" y="1021984"/>
                  </a:moveTo>
                  <a:lnTo>
                    <a:pt x="189272" y="985115"/>
                  </a:lnTo>
                  <a:lnTo>
                    <a:pt x="189289" y="985815"/>
                  </a:lnTo>
                  <a:close/>
                  <a:moveTo>
                    <a:pt x="75715" y="754776"/>
                  </a:moveTo>
                  <a:lnTo>
                    <a:pt x="44213" y="764699"/>
                  </a:lnTo>
                  <a:lnTo>
                    <a:pt x="85895" y="752189"/>
                  </a:lnTo>
                  <a:close/>
                  <a:moveTo>
                    <a:pt x="85895" y="752189"/>
                  </a:moveTo>
                  <a:lnTo>
                    <a:pt x="44213" y="764699"/>
                  </a:lnTo>
                  <a:lnTo>
                    <a:pt x="31529" y="769706"/>
                  </a:lnTo>
                  <a:close/>
                  <a:moveTo>
                    <a:pt x="562416" y="1211691"/>
                  </a:moveTo>
                  <a:lnTo>
                    <a:pt x="553994" y="1244902"/>
                  </a:lnTo>
                  <a:lnTo>
                    <a:pt x="558706" y="1208147"/>
                  </a:lnTo>
                  <a:close/>
                  <a:moveTo>
                    <a:pt x="185283" y="809369"/>
                  </a:moveTo>
                  <a:lnTo>
                    <a:pt x="156768" y="767087"/>
                  </a:lnTo>
                  <a:lnTo>
                    <a:pt x="146560" y="769016"/>
                  </a:lnTo>
                  <a:close/>
                  <a:moveTo>
                    <a:pt x="146560" y="769016"/>
                  </a:moveTo>
                  <a:lnTo>
                    <a:pt x="150904" y="774462"/>
                  </a:lnTo>
                  <a:lnTo>
                    <a:pt x="185283" y="809369"/>
                  </a:lnTo>
                  <a:close/>
                  <a:moveTo>
                    <a:pt x="110421" y="771308"/>
                  </a:moveTo>
                  <a:lnTo>
                    <a:pt x="118566" y="749764"/>
                  </a:lnTo>
                  <a:lnTo>
                    <a:pt x="85895" y="752189"/>
                  </a:lnTo>
                  <a:close/>
                  <a:moveTo>
                    <a:pt x="125152" y="747516"/>
                  </a:moveTo>
                  <a:lnTo>
                    <a:pt x="118566" y="749764"/>
                  </a:lnTo>
                  <a:lnTo>
                    <a:pt x="173508" y="734396"/>
                  </a:lnTo>
                  <a:close/>
                  <a:moveTo>
                    <a:pt x="558706" y="1208147"/>
                  </a:moveTo>
                  <a:lnTo>
                    <a:pt x="553994" y="1244902"/>
                  </a:lnTo>
                  <a:lnTo>
                    <a:pt x="586071" y="1227719"/>
                  </a:lnTo>
                  <a:close/>
                  <a:moveTo>
                    <a:pt x="558706" y="1208147"/>
                  </a:moveTo>
                  <a:lnTo>
                    <a:pt x="586071" y="1227719"/>
                  </a:lnTo>
                  <a:lnTo>
                    <a:pt x="564787" y="1190964"/>
                  </a:lnTo>
                  <a:close/>
                  <a:moveTo>
                    <a:pt x="156768" y="767087"/>
                  </a:moveTo>
                  <a:lnTo>
                    <a:pt x="188256" y="789537"/>
                  </a:lnTo>
                  <a:lnTo>
                    <a:pt x="190837" y="760108"/>
                  </a:lnTo>
                  <a:close/>
                  <a:moveTo>
                    <a:pt x="226660" y="758072"/>
                  </a:moveTo>
                  <a:lnTo>
                    <a:pt x="190837" y="760108"/>
                  </a:lnTo>
                  <a:lnTo>
                    <a:pt x="225715" y="803587"/>
                  </a:lnTo>
                  <a:close/>
                  <a:moveTo>
                    <a:pt x="226660" y="758072"/>
                  </a:moveTo>
                  <a:lnTo>
                    <a:pt x="220431" y="718389"/>
                  </a:lnTo>
                  <a:lnTo>
                    <a:pt x="190837" y="760108"/>
                  </a:lnTo>
                  <a:close/>
                  <a:moveTo>
                    <a:pt x="537940" y="1154209"/>
                  </a:moveTo>
                  <a:lnTo>
                    <a:pt x="526190" y="1117454"/>
                  </a:lnTo>
                  <a:lnTo>
                    <a:pt x="524942" y="1125574"/>
                  </a:lnTo>
                  <a:close/>
                  <a:moveTo>
                    <a:pt x="531954" y="1106324"/>
                  </a:moveTo>
                  <a:lnTo>
                    <a:pt x="524942" y="1125574"/>
                  </a:lnTo>
                  <a:lnTo>
                    <a:pt x="526190" y="1117454"/>
                  </a:lnTo>
                  <a:close/>
                  <a:moveTo>
                    <a:pt x="300791" y="860169"/>
                  </a:moveTo>
                  <a:lnTo>
                    <a:pt x="313241" y="823414"/>
                  </a:lnTo>
                  <a:lnTo>
                    <a:pt x="309222" y="834622"/>
                  </a:lnTo>
                  <a:close/>
                  <a:moveTo>
                    <a:pt x="316330" y="798450"/>
                  </a:moveTo>
                  <a:lnTo>
                    <a:pt x="309222" y="834622"/>
                  </a:lnTo>
                  <a:lnTo>
                    <a:pt x="313241" y="823414"/>
                  </a:lnTo>
                  <a:close/>
                  <a:moveTo>
                    <a:pt x="553074" y="1089082"/>
                  </a:moveTo>
                  <a:lnTo>
                    <a:pt x="531954" y="1106324"/>
                  </a:lnTo>
                  <a:lnTo>
                    <a:pt x="526190" y="1117454"/>
                  </a:lnTo>
                  <a:close/>
                  <a:moveTo>
                    <a:pt x="582948" y="1076198"/>
                  </a:moveTo>
                  <a:lnTo>
                    <a:pt x="531954" y="1106324"/>
                  </a:lnTo>
                  <a:lnTo>
                    <a:pt x="553074" y="1089082"/>
                  </a:lnTo>
                  <a:close/>
                  <a:moveTo>
                    <a:pt x="300791" y="860169"/>
                  </a:moveTo>
                  <a:lnTo>
                    <a:pt x="342831" y="806231"/>
                  </a:lnTo>
                  <a:lnTo>
                    <a:pt x="313241" y="823414"/>
                  </a:lnTo>
                  <a:close/>
                  <a:moveTo>
                    <a:pt x="342831" y="806231"/>
                  </a:moveTo>
                  <a:lnTo>
                    <a:pt x="316330" y="798450"/>
                  </a:lnTo>
                  <a:lnTo>
                    <a:pt x="313241" y="823414"/>
                  </a:lnTo>
                  <a:close/>
                  <a:moveTo>
                    <a:pt x="276151" y="732721"/>
                  </a:moveTo>
                  <a:lnTo>
                    <a:pt x="287395" y="718634"/>
                  </a:lnTo>
                  <a:lnTo>
                    <a:pt x="236598" y="713149"/>
                  </a:lnTo>
                  <a:close/>
                  <a:moveTo>
                    <a:pt x="253831" y="749904"/>
                  </a:moveTo>
                  <a:lnTo>
                    <a:pt x="276151" y="732721"/>
                  </a:lnTo>
                  <a:lnTo>
                    <a:pt x="236598" y="713149"/>
                  </a:lnTo>
                  <a:close/>
                  <a:moveTo>
                    <a:pt x="271692" y="703803"/>
                  </a:moveTo>
                  <a:lnTo>
                    <a:pt x="287395" y="718634"/>
                  </a:lnTo>
                  <a:lnTo>
                    <a:pt x="318480" y="710280"/>
                  </a:lnTo>
                  <a:close/>
                  <a:moveTo>
                    <a:pt x="203504" y="676394"/>
                  </a:moveTo>
                  <a:lnTo>
                    <a:pt x="221920" y="694619"/>
                  </a:lnTo>
                  <a:lnTo>
                    <a:pt x="226762" y="668495"/>
                  </a:lnTo>
                  <a:close/>
                  <a:moveTo>
                    <a:pt x="213544" y="663303"/>
                  </a:moveTo>
                  <a:lnTo>
                    <a:pt x="203504" y="676394"/>
                  </a:lnTo>
                  <a:lnTo>
                    <a:pt x="226762" y="668495"/>
                  </a:lnTo>
                  <a:close/>
                  <a:moveTo>
                    <a:pt x="785752" y="1239934"/>
                  </a:moveTo>
                  <a:lnTo>
                    <a:pt x="825175" y="1212924"/>
                  </a:lnTo>
                  <a:lnTo>
                    <a:pt x="786646" y="1227243"/>
                  </a:lnTo>
                  <a:close/>
                  <a:moveTo>
                    <a:pt x="781384" y="1223603"/>
                  </a:moveTo>
                  <a:lnTo>
                    <a:pt x="786646" y="1227243"/>
                  </a:lnTo>
                  <a:lnTo>
                    <a:pt x="825175" y="1212924"/>
                  </a:lnTo>
                  <a:close/>
                  <a:moveTo>
                    <a:pt x="745911" y="1065904"/>
                  </a:moveTo>
                  <a:lnTo>
                    <a:pt x="760729" y="1050172"/>
                  </a:lnTo>
                  <a:lnTo>
                    <a:pt x="713148" y="1083087"/>
                  </a:lnTo>
                  <a:close/>
                  <a:moveTo>
                    <a:pt x="639475" y="1009577"/>
                  </a:moveTo>
                  <a:lnTo>
                    <a:pt x="664097" y="1034242"/>
                  </a:lnTo>
                  <a:lnTo>
                    <a:pt x="676980" y="993741"/>
                  </a:lnTo>
                  <a:close/>
                  <a:moveTo>
                    <a:pt x="424198" y="760180"/>
                  </a:moveTo>
                  <a:lnTo>
                    <a:pt x="411060" y="778917"/>
                  </a:lnTo>
                  <a:lnTo>
                    <a:pt x="438992" y="735109"/>
                  </a:lnTo>
                  <a:close/>
                  <a:moveTo>
                    <a:pt x="424198" y="760180"/>
                  </a:moveTo>
                  <a:lnTo>
                    <a:pt x="438992" y="735109"/>
                  </a:lnTo>
                  <a:lnTo>
                    <a:pt x="428698" y="746919"/>
                  </a:lnTo>
                  <a:close/>
                  <a:moveTo>
                    <a:pt x="423466" y="752292"/>
                  </a:moveTo>
                  <a:lnTo>
                    <a:pt x="424198" y="760180"/>
                  </a:lnTo>
                  <a:lnTo>
                    <a:pt x="428698" y="746919"/>
                  </a:lnTo>
                  <a:close/>
                  <a:moveTo>
                    <a:pt x="441989" y="730487"/>
                  </a:moveTo>
                  <a:lnTo>
                    <a:pt x="423466" y="752292"/>
                  </a:lnTo>
                  <a:lnTo>
                    <a:pt x="428698" y="746919"/>
                  </a:lnTo>
                  <a:close/>
                  <a:moveTo>
                    <a:pt x="447513" y="722773"/>
                  </a:moveTo>
                  <a:lnTo>
                    <a:pt x="423466" y="752292"/>
                  </a:lnTo>
                  <a:lnTo>
                    <a:pt x="441989" y="730487"/>
                  </a:lnTo>
                  <a:close/>
                  <a:moveTo>
                    <a:pt x="469409" y="708432"/>
                  </a:moveTo>
                  <a:lnTo>
                    <a:pt x="447513" y="722773"/>
                  </a:lnTo>
                  <a:lnTo>
                    <a:pt x="441989" y="730487"/>
                  </a:lnTo>
                  <a:close/>
                  <a:moveTo>
                    <a:pt x="129646" y="335296"/>
                  </a:moveTo>
                  <a:lnTo>
                    <a:pt x="94341" y="294049"/>
                  </a:lnTo>
                  <a:lnTo>
                    <a:pt x="91378" y="294571"/>
                  </a:lnTo>
                  <a:close/>
                  <a:moveTo>
                    <a:pt x="63649" y="284181"/>
                  </a:moveTo>
                  <a:lnTo>
                    <a:pt x="40130" y="311232"/>
                  </a:lnTo>
                  <a:lnTo>
                    <a:pt x="91378" y="294571"/>
                  </a:lnTo>
                  <a:close/>
                  <a:moveTo>
                    <a:pt x="94341" y="294049"/>
                  </a:moveTo>
                  <a:lnTo>
                    <a:pt x="63649" y="284181"/>
                  </a:lnTo>
                  <a:lnTo>
                    <a:pt x="91378" y="294571"/>
                  </a:lnTo>
                  <a:close/>
                  <a:moveTo>
                    <a:pt x="694684" y="938455"/>
                  </a:moveTo>
                  <a:lnTo>
                    <a:pt x="683379" y="943791"/>
                  </a:lnTo>
                  <a:lnTo>
                    <a:pt x="684307" y="992394"/>
                  </a:lnTo>
                  <a:close/>
                  <a:moveTo>
                    <a:pt x="711557" y="901700"/>
                  </a:moveTo>
                  <a:lnTo>
                    <a:pt x="683379" y="943791"/>
                  </a:lnTo>
                  <a:lnTo>
                    <a:pt x="694684" y="938455"/>
                  </a:lnTo>
                  <a:close/>
                  <a:moveTo>
                    <a:pt x="469409" y="708432"/>
                  </a:moveTo>
                  <a:lnTo>
                    <a:pt x="474739" y="681171"/>
                  </a:lnTo>
                  <a:lnTo>
                    <a:pt x="474661" y="691893"/>
                  </a:lnTo>
                  <a:close/>
                  <a:moveTo>
                    <a:pt x="475951" y="698354"/>
                  </a:moveTo>
                  <a:lnTo>
                    <a:pt x="469409" y="708432"/>
                  </a:lnTo>
                  <a:lnTo>
                    <a:pt x="474661" y="691893"/>
                  </a:lnTo>
                  <a:close/>
                  <a:moveTo>
                    <a:pt x="483811" y="666071"/>
                  </a:moveTo>
                  <a:lnTo>
                    <a:pt x="475951" y="698354"/>
                  </a:lnTo>
                  <a:lnTo>
                    <a:pt x="474661" y="691893"/>
                  </a:lnTo>
                  <a:close/>
                  <a:moveTo>
                    <a:pt x="135450" y="285830"/>
                  </a:moveTo>
                  <a:lnTo>
                    <a:pt x="94341" y="294049"/>
                  </a:lnTo>
                  <a:lnTo>
                    <a:pt x="129106" y="308129"/>
                  </a:lnTo>
                  <a:close/>
                  <a:moveTo>
                    <a:pt x="120127" y="274558"/>
                  </a:moveTo>
                  <a:lnTo>
                    <a:pt x="94341" y="294049"/>
                  </a:lnTo>
                  <a:lnTo>
                    <a:pt x="135450" y="285830"/>
                  </a:lnTo>
                  <a:close/>
                  <a:moveTo>
                    <a:pt x="129106" y="308129"/>
                  </a:moveTo>
                  <a:lnTo>
                    <a:pt x="160786" y="276866"/>
                  </a:lnTo>
                  <a:lnTo>
                    <a:pt x="135450" y="285830"/>
                  </a:lnTo>
                  <a:close/>
                  <a:moveTo>
                    <a:pt x="129329" y="257294"/>
                  </a:moveTo>
                  <a:lnTo>
                    <a:pt x="135450" y="285830"/>
                  </a:lnTo>
                  <a:lnTo>
                    <a:pt x="160786" y="276866"/>
                  </a:lnTo>
                  <a:close/>
                  <a:moveTo>
                    <a:pt x="129329" y="257294"/>
                  </a:moveTo>
                  <a:lnTo>
                    <a:pt x="160786" y="276866"/>
                  </a:lnTo>
                  <a:lnTo>
                    <a:pt x="163732" y="240111"/>
                  </a:lnTo>
                  <a:close/>
                  <a:moveTo>
                    <a:pt x="483811" y="666071"/>
                  </a:moveTo>
                  <a:lnTo>
                    <a:pt x="474661" y="691893"/>
                  </a:lnTo>
                  <a:lnTo>
                    <a:pt x="474739" y="681171"/>
                  </a:lnTo>
                  <a:close/>
                  <a:moveTo>
                    <a:pt x="694684" y="938455"/>
                  </a:moveTo>
                  <a:lnTo>
                    <a:pt x="692817" y="949204"/>
                  </a:lnTo>
                  <a:lnTo>
                    <a:pt x="693782" y="935334"/>
                  </a:lnTo>
                  <a:close/>
                  <a:moveTo>
                    <a:pt x="786116" y="958027"/>
                  </a:moveTo>
                  <a:lnTo>
                    <a:pt x="789996" y="967181"/>
                  </a:lnTo>
                  <a:lnTo>
                    <a:pt x="786887" y="1003312"/>
                  </a:lnTo>
                  <a:close/>
                  <a:moveTo>
                    <a:pt x="789077" y="958027"/>
                  </a:moveTo>
                  <a:lnTo>
                    <a:pt x="786887" y="1003312"/>
                  </a:lnTo>
                  <a:lnTo>
                    <a:pt x="789996" y="967181"/>
                  </a:lnTo>
                  <a:close/>
                  <a:moveTo>
                    <a:pt x="694684" y="938455"/>
                  </a:moveTo>
                  <a:lnTo>
                    <a:pt x="693782" y="935334"/>
                  </a:lnTo>
                  <a:lnTo>
                    <a:pt x="711557" y="901700"/>
                  </a:lnTo>
                  <a:close/>
                  <a:moveTo>
                    <a:pt x="711557" y="901700"/>
                  </a:moveTo>
                  <a:lnTo>
                    <a:pt x="693782" y="935334"/>
                  </a:lnTo>
                  <a:lnTo>
                    <a:pt x="740062" y="905060"/>
                  </a:lnTo>
                  <a:close/>
                  <a:moveTo>
                    <a:pt x="740062" y="905060"/>
                  </a:moveTo>
                  <a:lnTo>
                    <a:pt x="715125" y="900323"/>
                  </a:lnTo>
                  <a:lnTo>
                    <a:pt x="711557" y="901700"/>
                  </a:lnTo>
                  <a:close/>
                  <a:moveTo>
                    <a:pt x="483811" y="666071"/>
                  </a:moveTo>
                  <a:lnTo>
                    <a:pt x="506878" y="665701"/>
                  </a:lnTo>
                  <a:lnTo>
                    <a:pt x="512717" y="649570"/>
                  </a:lnTo>
                  <a:close/>
                  <a:moveTo>
                    <a:pt x="512717" y="649570"/>
                  </a:moveTo>
                  <a:lnTo>
                    <a:pt x="506878" y="665701"/>
                  </a:lnTo>
                  <a:lnTo>
                    <a:pt x="527426" y="627232"/>
                  </a:lnTo>
                  <a:close/>
                  <a:moveTo>
                    <a:pt x="354036" y="458382"/>
                  </a:moveTo>
                  <a:lnTo>
                    <a:pt x="334169" y="480311"/>
                  </a:lnTo>
                  <a:lnTo>
                    <a:pt x="327066" y="497396"/>
                  </a:lnTo>
                  <a:close/>
                  <a:moveTo>
                    <a:pt x="160786" y="276866"/>
                  </a:moveTo>
                  <a:lnTo>
                    <a:pt x="171533" y="222927"/>
                  </a:lnTo>
                  <a:lnTo>
                    <a:pt x="163732" y="240111"/>
                  </a:lnTo>
                  <a:close/>
                  <a:moveTo>
                    <a:pt x="186675" y="206378"/>
                  </a:moveTo>
                  <a:lnTo>
                    <a:pt x="163732" y="240111"/>
                  </a:lnTo>
                  <a:lnTo>
                    <a:pt x="171533" y="222927"/>
                  </a:lnTo>
                  <a:close/>
                  <a:moveTo>
                    <a:pt x="186675" y="206378"/>
                  </a:moveTo>
                  <a:lnTo>
                    <a:pt x="168307" y="233912"/>
                  </a:lnTo>
                  <a:lnTo>
                    <a:pt x="163732" y="240111"/>
                  </a:lnTo>
                  <a:close/>
                  <a:moveTo>
                    <a:pt x="530705" y="620614"/>
                  </a:moveTo>
                  <a:lnTo>
                    <a:pt x="521888" y="635839"/>
                  </a:lnTo>
                  <a:lnTo>
                    <a:pt x="527426" y="627232"/>
                  </a:lnTo>
                  <a:close/>
                  <a:moveTo>
                    <a:pt x="838809" y="943441"/>
                  </a:moveTo>
                  <a:lnTo>
                    <a:pt x="789077" y="958027"/>
                  </a:lnTo>
                  <a:lnTo>
                    <a:pt x="844268" y="949309"/>
                  </a:lnTo>
                  <a:close/>
                  <a:moveTo>
                    <a:pt x="789077" y="958027"/>
                  </a:moveTo>
                  <a:lnTo>
                    <a:pt x="789996" y="967181"/>
                  </a:lnTo>
                  <a:lnTo>
                    <a:pt x="844268" y="949309"/>
                  </a:lnTo>
                  <a:close/>
                  <a:moveTo>
                    <a:pt x="814370" y="933731"/>
                  </a:moveTo>
                  <a:lnTo>
                    <a:pt x="789077" y="958027"/>
                  </a:lnTo>
                  <a:lnTo>
                    <a:pt x="838809" y="943441"/>
                  </a:lnTo>
                  <a:close/>
                  <a:moveTo>
                    <a:pt x="838809" y="943441"/>
                  </a:moveTo>
                  <a:lnTo>
                    <a:pt x="847571" y="933289"/>
                  </a:lnTo>
                  <a:lnTo>
                    <a:pt x="814370" y="933731"/>
                  </a:lnTo>
                  <a:close/>
                  <a:moveTo>
                    <a:pt x="838809" y="943441"/>
                  </a:moveTo>
                  <a:lnTo>
                    <a:pt x="874384" y="941607"/>
                  </a:lnTo>
                  <a:lnTo>
                    <a:pt x="847571" y="933289"/>
                  </a:lnTo>
                  <a:close/>
                  <a:moveTo>
                    <a:pt x="874384" y="941607"/>
                  </a:moveTo>
                  <a:lnTo>
                    <a:pt x="838809" y="943441"/>
                  </a:lnTo>
                  <a:lnTo>
                    <a:pt x="876184" y="944059"/>
                  </a:lnTo>
                  <a:close/>
                  <a:moveTo>
                    <a:pt x="838809" y="943441"/>
                  </a:moveTo>
                  <a:lnTo>
                    <a:pt x="844268" y="949309"/>
                  </a:lnTo>
                  <a:lnTo>
                    <a:pt x="876184" y="944059"/>
                  </a:lnTo>
                  <a:close/>
                  <a:moveTo>
                    <a:pt x="731855" y="797228"/>
                  </a:moveTo>
                  <a:lnTo>
                    <a:pt x="721844" y="836947"/>
                  </a:lnTo>
                  <a:lnTo>
                    <a:pt x="744653" y="793824"/>
                  </a:lnTo>
                  <a:close/>
                  <a:moveTo>
                    <a:pt x="744653" y="793824"/>
                  </a:moveTo>
                  <a:lnTo>
                    <a:pt x="734920" y="847762"/>
                  </a:lnTo>
                  <a:lnTo>
                    <a:pt x="747523" y="830579"/>
                  </a:lnTo>
                  <a:close/>
                  <a:moveTo>
                    <a:pt x="731855" y="797228"/>
                  </a:moveTo>
                  <a:lnTo>
                    <a:pt x="734478" y="787975"/>
                  </a:lnTo>
                  <a:lnTo>
                    <a:pt x="698456" y="777872"/>
                  </a:lnTo>
                  <a:close/>
                  <a:moveTo>
                    <a:pt x="426873" y="390425"/>
                  </a:moveTo>
                  <a:lnTo>
                    <a:pt x="381338" y="400356"/>
                  </a:lnTo>
                  <a:lnTo>
                    <a:pt x="428404" y="391073"/>
                  </a:lnTo>
                  <a:close/>
                  <a:moveTo>
                    <a:pt x="245288" y="205963"/>
                  </a:moveTo>
                  <a:lnTo>
                    <a:pt x="245664" y="206142"/>
                  </a:lnTo>
                  <a:lnTo>
                    <a:pt x="279128" y="206683"/>
                  </a:lnTo>
                  <a:close/>
                  <a:moveTo>
                    <a:pt x="245664" y="206142"/>
                  </a:moveTo>
                  <a:lnTo>
                    <a:pt x="245288" y="205963"/>
                  </a:lnTo>
                  <a:lnTo>
                    <a:pt x="243310" y="205744"/>
                  </a:lnTo>
                  <a:close/>
                  <a:moveTo>
                    <a:pt x="744653" y="793824"/>
                  </a:moveTo>
                  <a:lnTo>
                    <a:pt x="795468" y="795222"/>
                  </a:lnTo>
                  <a:lnTo>
                    <a:pt x="776343" y="788148"/>
                  </a:lnTo>
                  <a:close/>
                  <a:moveTo>
                    <a:pt x="776343" y="788148"/>
                  </a:moveTo>
                  <a:lnTo>
                    <a:pt x="763163" y="770648"/>
                  </a:lnTo>
                  <a:lnTo>
                    <a:pt x="744653" y="793824"/>
                  </a:lnTo>
                  <a:close/>
                  <a:moveTo>
                    <a:pt x="776343" y="788148"/>
                  </a:moveTo>
                  <a:lnTo>
                    <a:pt x="795468" y="795222"/>
                  </a:lnTo>
                  <a:lnTo>
                    <a:pt x="828476" y="794057"/>
                  </a:lnTo>
                  <a:close/>
                  <a:moveTo>
                    <a:pt x="450462" y="377337"/>
                  </a:moveTo>
                  <a:lnTo>
                    <a:pt x="428404" y="391073"/>
                  </a:lnTo>
                  <a:lnTo>
                    <a:pt x="397569" y="400362"/>
                  </a:lnTo>
                  <a:close/>
                  <a:moveTo>
                    <a:pt x="300044" y="188676"/>
                  </a:moveTo>
                  <a:lnTo>
                    <a:pt x="279128" y="206683"/>
                  </a:lnTo>
                  <a:lnTo>
                    <a:pt x="245664" y="206142"/>
                  </a:lnTo>
                  <a:close/>
                  <a:moveTo>
                    <a:pt x="681304" y="521325"/>
                  </a:moveTo>
                  <a:lnTo>
                    <a:pt x="663684" y="538927"/>
                  </a:lnTo>
                  <a:lnTo>
                    <a:pt x="698913" y="528439"/>
                  </a:lnTo>
                  <a:close/>
                  <a:moveTo>
                    <a:pt x="666877" y="375495"/>
                  </a:moveTo>
                  <a:lnTo>
                    <a:pt x="666292" y="368990"/>
                  </a:lnTo>
                  <a:lnTo>
                    <a:pt x="630512" y="359793"/>
                  </a:lnTo>
                  <a:close/>
                  <a:moveTo>
                    <a:pt x="666292" y="368990"/>
                  </a:moveTo>
                  <a:lnTo>
                    <a:pt x="666877" y="375495"/>
                  </a:lnTo>
                  <a:lnTo>
                    <a:pt x="677975" y="374724"/>
                  </a:lnTo>
                  <a:close/>
                  <a:moveTo>
                    <a:pt x="665684" y="331717"/>
                  </a:moveTo>
                  <a:lnTo>
                    <a:pt x="666292" y="368990"/>
                  </a:lnTo>
                  <a:lnTo>
                    <a:pt x="695478" y="320785"/>
                  </a:lnTo>
                  <a:close/>
                  <a:moveTo>
                    <a:pt x="666292" y="368990"/>
                  </a:moveTo>
                  <a:lnTo>
                    <a:pt x="677975" y="374724"/>
                  </a:lnTo>
                  <a:lnTo>
                    <a:pt x="695478" y="320785"/>
                  </a:lnTo>
                  <a:close/>
                  <a:moveTo>
                    <a:pt x="665684" y="331717"/>
                  </a:moveTo>
                  <a:lnTo>
                    <a:pt x="630512" y="359793"/>
                  </a:lnTo>
                  <a:lnTo>
                    <a:pt x="666292" y="368990"/>
                  </a:lnTo>
                  <a:close/>
                  <a:moveTo>
                    <a:pt x="672861" y="297344"/>
                  </a:moveTo>
                  <a:lnTo>
                    <a:pt x="657807" y="284031"/>
                  </a:lnTo>
                  <a:lnTo>
                    <a:pt x="665684" y="331717"/>
                  </a:lnTo>
                  <a:close/>
                  <a:moveTo>
                    <a:pt x="665684" y="331717"/>
                  </a:moveTo>
                  <a:lnTo>
                    <a:pt x="695478" y="320785"/>
                  </a:lnTo>
                  <a:lnTo>
                    <a:pt x="672861" y="297344"/>
                  </a:lnTo>
                  <a:close/>
                  <a:moveTo>
                    <a:pt x="479350" y="72144"/>
                  </a:moveTo>
                  <a:lnTo>
                    <a:pt x="478109" y="63501"/>
                  </a:lnTo>
                  <a:lnTo>
                    <a:pt x="462983" y="80684"/>
                  </a:lnTo>
                  <a:close/>
                  <a:moveTo>
                    <a:pt x="678689" y="276399"/>
                  </a:moveTo>
                  <a:lnTo>
                    <a:pt x="672861" y="297344"/>
                  </a:lnTo>
                  <a:lnTo>
                    <a:pt x="698223" y="266847"/>
                  </a:lnTo>
                  <a:close/>
                  <a:moveTo>
                    <a:pt x="672861" y="297344"/>
                  </a:moveTo>
                  <a:lnTo>
                    <a:pt x="695478" y="320785"/>
                  </a:lnTo>
                  <a:lnTo>
                    <a:pt x="698223" y="266847"/>
                  </a:lnTo>
                  <a:close/>
                  <a:moveTo>
                    <a:pt x="698223" y="266847"/>
                  </a:moveTo>
                  <a:lnTo>
                    <a:pt x="695478" y="320785"/>
                  </a:lnTo>
                  <a:lnTo>
                    <a:pt x="732253" y="298616"/>
                  </a:lnTo>
                  <a:close/>
                  <a:moveTo>
                    <a:pt x="732253" y="298616"/>
                  </a:moveTo>
                  <a:lnTo>
                    <a:pt x="695478" y="320785"/>
                  </a:lnTo>
                  <a:lnTo>
                    <a:pt x="728081" y="308079"/>
                  </a:lnTo>
                  <a:close/>
                  <a:moveTo>
                    <a:pt x="657807" y="284031"/>
                  </a:moveTo>
                  <a:lnTo>
                    <a:pt x="672861" y="297344"/>
                  </a:lnTo>
                  <a:lnTo>
                    <a:pt x="678689" y="276399"/>
                  </a:lnTo>
                  <a:close/>
                  <a:moveTo>
                    <a:pt x="678689" y="276399"/>
                  </a:moveTo>
                  <a:lnTo>
                    <a:pt x="698223" y="266847"/>
                  </a:lnTo>
                  <a:lnTo>
                    <a:pt x="686687" y="252826"/>
                  </a:lnTo>
                  <a:close/>
                  <a:moveTo>
                    <a:pt x="604536" y="193337"/>
                  </a:moveTo>
                  <a:lnTo>
                    <a:pt x="592771" y="157830"/>
                  </a:lnTo>
                  <a:lnTo>
                    <a:pt x="599149" y="173766"/>
                  </a:lnTo>
                  <a:close/>
                  <a:moveTo>
                    <a:pt x="592771" y="157830"/>
                  </a:moveTo>
                  <a:lnTo>
                    <a:pt x="593520" y="153644"/>
                  </a:lnTo>
                  <a:lnTo>
                    <a:pt x="599149" y="173766"/>
                  </a:lnTo>
                  <a:close/>
                  <a:moveTo>
                    <a:pt x="599149" y="173766"/>
                  </a:moveTo>
                  <a:lnTo>
                    <a:pt x="593520" y="153644"/>
                  </a:lnTo>
                  <a:lnTo>
                    <a:pt x="597830" y="119827"/>
                  </a:lnTo>
                  <a:close/>
                  <a:moveTo>
                    <a:pt x="597830" y="119827"/>
                  </a:moveTo>
                  <a:lnTo>
                    <a:pt x="568764" y="132600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570213" y="86675"/>
                  </a:lnTo>
                  <a:lnTo>
                    <a:pt x="568764" y="132600"/>
                  </a:lnTo>
                  <a:close/>
                  <a:moveTo>
                    <a:pt x="478109" y="63501"/>
                  </a:moveTo>
                  <a:lnTo>
                    <a:pt x="479350" y="72144"/>
                  </a:lnTo>
                  <a:lnTo>
                    <a:pt x="523784" y="97333"/>
                  </a:lnTo>
                  <a:close/>
                  <a:moveTo>
                    <a:pt x="508384" y="46317"/>
                  </a:moveTo>
                  <a:lnTo>
                    <a:pt x="478109" y="63501"/>
                  </a:lnTo>
                  <a:lnTo>
                    <a:pt x="523784" y="97333"/>
                  </a:lnTo>
                  <a:close/>
                  <a:moveTo>
                    <a:pt x="732253" y="298616"/>
                  </a:moveTo>
                  <a:lnTo>
                    <a:pt x="742756" y="303602"/>
                  </a:lnTo>
                  <a:lnTo>
                    <a:pt x="741430" y="297226"/>
                  </a:lnTo>
                  <a:close/>
                  <a:moveTo>
                    <a:pt x="698223" y="266847"/>
                  </a:moveTo>
                  <a:lnTo>
                    <a:pt x="732253" y="298616"/>
                  </a:lnTo>
                  <a:lnTo>
                    <a:pt x="745727" y="286419"/>
                  </a:lnTo>
                  <a:close/>
                  <a:moveTo>
                    <a:pt x="698223" y="266847"/>
                  </a:moveTo>
                  <a:lnTo>
                    <a:pt x="742486" y="249664"/>
                  </a:lnTo>
                  <a:lnTo>
                    <a:pt x="725973" y="220298"/>
                  </a:lnTo>
                  <a:close/>
                  <a:moveTo>
                    <a:pt x="725973" y="220298"/>
                  </a:moveTo>
                  <a:lnTo>
                    <a:pt x="742907" y="242242"/>
                  </a:lnTo>
                  <a:lnTo>
                    <a:pt x="769522" y="217172"/>
                  </a:lnTo>
                  <a:close/>
                  <a:moveTo>
                    <a:pt x="611004" y="102644"/>
                  </a:moveTo>
                  <a:lnTo>
                    <a:pt x="597418" y="83072"/>
                  </a:lnTo>
                  <a:lnTo>
                    <a:pt x="597830" y="119827"/>
                  </a:lnTo>
                  <a:close/>
                  <a:moveTo>
                    <a:pt x="511125" y="9562"/>
                  </a:moveTo>
                  <a:lnTo>
                    <a:pt x="548181" y="32751"/>
                  </a:lnTo>
                  <a:lnTo>
                    <a:pt x="529399" y="3274"/>
                  </a:lnTo>
                  <a:close/>
                  <a:moveTo>
                    <a:pt x="508384" y="46317"/>
                  </a:moveTo>
                  <a:lnTo>
                    <a:pt x="548181" y="32751"/>
                  </a:lnTo>
                  <a:lnTo>
                    <a:pt x="511125" y="9562"/>
                  </a:lnTo>
                  <a:close/>
                  <a:moveTo>
                    <a:pt x="529399" y="3274"/>
                  </a:moveTo>
                  <a:lnTo>
                    <a:pt x="553254" y="3097"/>
                  </a:lnTo>
                  <a:lnTo>
                    <a:pt x="519106" y="0"/>
                  </a:lnTo>
                  <a:close/>
                  <a:moveTo>
                    <a:pt x="742907" y="242242"/>
                  </a:moveTo>
                  <a:lnTo>
                    <a:pt x="754225" y="242076"/>
                  </a:lnTo>
                  <a:lnTo>
                    <a:pt x="769522" y="2171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12" name="Input_density__112">
              <a:extLst>
                <a:ext uri="{FF2B5EF4-FFF2-40B4-BE49-F238E27FC236}">
                  <a16:creationId xmlns:a16="http://schemas.microsoft.com/office/drawing/2014/main" id="{E6BCA263-F0E5-76D5-2749-17A0C62FE5EB}"/>
                </a:ext>
              </a:extLst>
            </p:cNvPr>
            <p:cNvSpPr>
              <a:spLocks noGrp="1"/>
            </p:cNvSpPr>
            <p:nvPr/>
          </p:nvSpPr>
          <p:spPr>
            <a:xfrm>
              <a:off x="979471" y="1711906"/>
              <a:ext cx="904426" cy="1309386"/>
            </a:xfrm>
            <a:custGeom>
              <a:avLst/>
              <a:gdLst/>
              <a:ahLst/>
              <a:cxnLst/>
              <a:rect l="0" t="0" r="0" b="0"/>
              <a:pathLst>
                <a:path w="904426" h="1309386">
                  <a:moveTo>
                    <a:pt x="182690" y="1296339"/>
                  </a:moveTo>
                  <a:lnTo>
                    <a:pt x="160447" y="1309386"/>
                  </a:lnTo>
                  <a:lnTo>
                    <a:pt x="216079" y="1296599"/>
                  </a:lnTo>
                  <a:close/>
                  <a:moveTo>
                    <a:pt x="238389" y="1295809"/>
                  </a:moveTo>
                  <a:lnTo>
                    <a:pt x="216079" y="1296599"/>
                  </a:lnTo>
                  <a:lnTo>
                    <a:pt x="246381" y="1293665"/>
                  </a:lnTo>
                  <a:close/>
                  <a:moveTo>
                    <a:pt x="224835" y="904105"/>
                  </a:moveTo>
                  <a:lnTo>
                    <a:pt x="189112" y="935521"/>
                  </a:lnTo>
                  <a:lnTo>
                    <a:pt x="219305" y="923830"/>
                  </a:lnTo>
                  <a:close/>
                  <a:moveTo>
                    <a:pt x="224835" y="904105"/>
                  </a:moveTo>
                  <a:lnTo>
                    <a:pt x="219305" y="923830"/>
                  </a:lnTo>
                  <a:lnTo>
                    <a:pt x="235192" y="911320"/>
                  </a:lnTo>
                  <a:close/>
                  <a:moveTo>
                    <a:pt x="124569" y="707707"/>
                  </a:moveTo>
                  <a:lnTo>
                    <a:pt x="125661" y="726654"/>
                  </a:lnTo>
                  <a:lnTo>
                    <a:pt x="124168" y="710362"/>
                  </a:lnTo>
                  <a:close/>
                  <a:moveTo>
                    <a:pt x="483989" y="1060728"/>
                  </a:moveTo>
                  <a:lnTo>
                    <a:pt x="484335" y="1052312"/>
                  </a:lnTo>
                  <a:lnTo>
                    <a:pt x="481430" y="1088572"/>
                  </a:lnTo>
                  <a:close/>
                  <a:moveTo>
                    <a:pt x="484335" y="1052312"/>
                  </a:moveTo>
                  <a:lnTo>
                    <a:pt x="483989" y="1060728"/>
                  </a:lnTo>
                  <a:lnTo>
                    <a:pt x="505625" y="1054458"/>
                  </a:lnTo>
                  <a:close/>
                  <a:moveTo>
                    <a:pt x="298890" y="808186"/>
                  </a:moveTo>
                  <a:lnTo>
                    <a:pt x="317403" y="793530"/>
                  </a:lnTo>
                  <a:lnTo>
                    <a:pt x="320194" y="786260"/>
                  </a:lnTo>
                  <a:close/>
                  <a:moveTo>
                    <a:pt x="307327" y="811359"/>
                  </a:moveTo>
                  <a:lnTo>
                    <a:pt x="317403" y="793530"/>
                  </a:lnTo>
                  <a:lnTo>
                    <a:pt x="298890" y="808186"/>
                  </a:lnTo>
                  <a:close/>
                  <a:moveTo>
                    <a:pt x="274049" y="811516"/>
                  </a:moveTo>
                  <a:lnTo>
                    <a:pt x="307327" y="811359"/>
                  </a:lnTo>
                  <a:lnTo>
                    <a:pt x="298890" y="808186"/>
                  </a:lnTo>
                  <a:close/>
                  <a:moveTo>
                    <a:pt x="317403" y="793530"/>
                  </a:moveTo>
                  <a:lnTo>
                    <a:pt x="307327" y="811359"/>
                  </a:lnTo>
                  <a:lnTo>
                    <a:pt x="321605" y="803443"/>
                  </a:lnTo>
                  <a:close/>
                  <a:moveTo>
                    <a:pt x="317403" y="793530"/>
                  </a:moveTo>
                  <a:lnTo>
                    <a:pt x="336670" y="796495"/>
                  </a:lnTo>
                  <a:lnTo>
                    <a:pt x="324965" y="781096"/>
                  </a:lnTo>
                  <a:close/>
                  <a:moveTo>
                    <a:pt x="320194" y="786260"/>
                  </a:moveTo>
                  <a:lnTo>
                    <a:pt x="317403" y="793530"/>
                  </a:lnTo>
                  <a:lnTo>
                    <a:pt x="324965" y="781096"/>
                  </a:lnTo>
                  <a:close/>
                  <a:moveTo>
                    <a:pt x="8568" y="200569"/>
                  </a:moveTo>
                  <a:lnTo>
                    <a:pt x="0" y="217752"/>
                  </a:lnTo>
                  <a:lnTo>
                    <a:pt x="16656" y="183424"/>
                  </a:lnTo>
                  <a:close/>
                  <a:moveTo>
                    <a:pt x="720566" y="1009178"/>
                  </a:moveTo>
                  <a:lnTo>
                    <a:pt x="731902" y="1017333"/>
                  </a:lnTo>
                  <a:lnTo>
                    <a:pt x="711158" y="1035983"/>
                  </a:lnTo>
                  <a:close/>
                  <a:moveTo>
                    <a:pt x="720566" y="1009178"/>
                  </a:moveTo>
                  <a:lnTo>
                    <a:pt x="743032" y="991995"/>
                  </a:lnTo>
                  <a:lnTo>
                    <a:pt x="731902" y="1017333"/>
                  </a:lnTo>
                  <a:close/>
                  <a:moveTo>
                    <a:pt x="743032" y="991995"/>
                  </a:moveTo>
                  <a:lnTo>
                    <a:pt x="720566" y="1009178"/>
                  </a:lnTo>
                  <a:lnTo>
                    <a:pt x="755996" y="982841"/>
                  </a:lnTo>
                  <a:close/>
                  <a:moveTo>
                    <a:pt x="785873" y="1014444"/>
                  </a:moveTo>
                  <a:lnTo>
                    <a:pt x="788060" y="991995"/>
                  </a:lnTo>
                  <a:lnTo>
                    <a:pt x="819647" y="1000035"/>
                  </a:lnTo>
                  <a:close/>
                  <a:moveTo>
                    <a:pt x="508888" y="681827"/>
                  </a:moveTo>
                  <a:lnTo>
                    <a:pt x="524338" y="644154"/>
                  </a:lnTo>
                  <a:lnTo>
                    <a:pt x="502898" y="697955"/>
                  </a:lnTo>
                  <a:close/>
                  <a:moveTo>
                    <a:pt x="502898" y="697955"/>
                  </a:moveTo>
                  <a:lnTo>
                    <a:pt x="524338" y="644154"/>
                  </a:lnTo>
                  <a:lnTo>
                    <a:pt x="524393" y="644017"/>
                  </a:lnTo>
                  <a:close/>
                  <a:moveTo>
                    <a:pt x="502898" y="697955"/>
                  </a:moveTo>
                  <a:lnTo>
                    <a:pt x="524393" y="644017"/>
                  </a:lnTo>
                  <a:lnTo>
                    <a:pt x="511865" y="680772"/>
                  </a:lnTo>
                  <a:close/>
                  <a:moveTo>
                    <a:pt x="524393" y="644017"/>
                  </a:moveTo>
                  <a:lnTo>
                    <a:pt x="524338" y="644154"/>
                  </a:lnTo>
                  <a:lnTo>
                    <a:pt x="524448" y="643794"/>
                  </a:lnTo>
                  <a:close/>
                  <a:moveTo>
                    <a:pt x="403495" y="571639"/>
                  </a:moveTo>
                  <a:lnTo>
                    <a:pt x="379013" y="569973"/>
                  </a:lnTo>
                  <a:lnTo>
                    <a:pt x="400455" y="550935"/>
                  </a:lnTo>
                  <a:close/>
                  <a:moveTo>
                    <a:pt x="400455" y="550935"/>
                  </a:moveTo>
                  <a:lnTo>
                    <a:pt x="403953" y="538642"/>
                  </a:lnTo>
                  <a:lnTo>
                    <a:pt x="422585" y="512097"/>
                  </a:lnTo>
                  <a:close/>
                  <a:moveTo>
                    <a:pt x="422585" y="512097"/>
                  </a:moveTo>
                  <a:lnTo>
                    <a:pt x="431097" y="513881"/>
                  </a:lnTo>
                  <a:lnTo>
                    <a:pt x="426210" y="496997"/>
                  </a:lnTo>
                  <a:close/>
                  <a:moveTo>
                    <a:pt x="891894" y="953163"/>
                  </a:moveTo>
                  <a:lnTo>
                    <a:pt x="904426" y="954579"/>
                  </a:lnTo>
                  <a:lnTo>
                    <a:pt x="892970" y="940445"/>
                  </a:lnTo>
                  <a:close/>
                  <a:moveTo>
                    <a:pt x="526592" y="244488"/>
                  </a:moveTo>
                  <a:lnTo>
                    <a:pt x="515848" y="248333"/>
                  </a:lnTo>
                  <a:lnTo>
                    <a:pt x="551600" y="235900"/>
                  </a:lnTo>
                  <a:close/>
                  <a:moveTo>
                    <a:pt x="344416" y="37957"/>
                  </a:moveTo>
                  <a:lnTo>
                    <a:pt x="357887" y="9948"/>
                  </a:lnTo>
                  <a:lnTo>
                    <a:pt x="324548" y="9875"/>
                  </a:lnTo>
                  <a:close/>
                  <a:moveTo>
                    <a:pt x="526592" y="244488"/>
                  </a:moveTo>
                  <a:lnTo>
                    <a:pt x="521544" y="248106"/>
                  </a:lnTo>
                  <a:lnTo>
                    <a:pt x="515848" y="248333"/>
                  </a:lnTo>
                  <a:close/>
                  <a:moveTo>
                    <a:pt x="526592" y="244488"/>
                  </a:moveTo>
                  <a:lnTo>
                    <a:pt x="542926" y="231839"/>
                  </a:lnTo>
                  <a:lnTo>
                    <a:pt x="521544" y="248106"/>
                  </a:lnTo>
                  <a:close/>
                  <a:moveTo>
                    <a:pt x="546819" y="227305"/>
                  </a:moveTo>
                  <a:lnTo>
                    <a:pt x="526592" y="244488"/>
                  </a:lnTo>
                  <a:lnTo>
                    <a:pt x="566434" y="195156"/>
                  </a:lnTo>
                  <a:close/>
                  <a:moveTo>
                    <a:pt x="324548" y="9875"/>
                  </a:moveTo>
                  <a:lnTo>
                    <a:pt x="357887" y="9948"/>
                  </a:lnTo>
                  <a:lnTo>
                    <a:pt x="3809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13" name="Input_density__113">
              <a:extLst>
                <a:ext uri="{FF2B5EF4-FFF2-40B4-BE49-F238E27FC236}">
                  <a16:creationId xmlns:a16="http://schemas.microsoft.com/office/drawing/2014/main" id="{FC97123E-3DD3-CD6B-94CE-058FF5ED7AD8}"/>
                </a:ext>
              </a:extLst>
            </p:cNvPr>
            <p:cNvSpPr>
              <a:spLocks noGrp="1"/>
            </p:cNvSpPr>
            <p:nvPr/>
          </p:nvSpPr>
          <p:spPr>
            <a:xfrm>
              <a:off x="1182127" y="2623226"/>
              <a:ext cx="32536" cy="12509"/>
            </a:xfrm>
            <a:custGeom>
              <a:avLst/>
              <a:gdLst/>
              <a:ahLst/>
              <a:cxnLst/>
              <a:rect l="0" t="0" r="0" b="0"/>
              <a:pathLst>
                <a:path w="32536" h="12509">
                  <a:moveTo>
                    <a:pt x="32536" y="0"/>
                  </a:moveTo>
                  <a:lnTo>
                    <a:pt x="16649" y="12509"/>
                  </a:lnTo>
                  <a:lnTo>
                    <a:pt x="0" y="10816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414" name="Input_density__114">
              <a:extLst>
                <a:ext uri="{FF2B5EF4-FFF2-40B4-BE49-F238E27FC236}">
                  <a16:creationId xmlns:a16="http://schemas.microsoft.com/office/drawing/2014/main" id="{044CF41F-9C63-F852-C619-853709909D49}"/>
                </a:ext>
              </a:extLst>
            </p:cNvPr>
            <p:cNvSpPr>
              <a:spLocks noGrp="1"/>
            </p:cNvSpPr>
            <p:nvPr/>
          </p:nvSpPr>
          <p:spPr>
            <a:xfrm>
              <a:off x="888415" y="1674945"/>
              <a:ext cx="940643" cy="1464050"/>
            </a:xfrm>
            <a:custGeom>
              <a:avLst/>
              <a:gdLst/>
              <a:ahLst/>
              <a:cxnLst/>
              <a:rect l="0" t="0" r="0" b="0"/>
              <a:pathLst>
                <a:path w="940643" h="1464050">
                  <a:moveTo>
                    <a:pt x="209692" y="1455686"/>
                  </a:moveTo>
                  <a:lnTo>
                    <a:pt x="223933" y="1464050"/>
                  </a:lnTo>
                  <a:lnTo>
                    <a:pt x="230463" y="1448559"/>
                  </a:lnTo>
                  <a:close/>
                  <a:moveTo>
                    <a:pt x="270578" y="1443034"/>
                  </a:moveTo>
                  <a:lnTo>
                    <a:pt x="230463" y="1448559"/>
                  </a:lnTo>
                  <a:lnTo>
                    <a:pt x="223933" y="1464050"/>
                  </a:lnTo>
                  <a:close/>
                  <a:moveTo>
                    <a:pt x="280468" y="1293871"/>
                  </a:moveTo>
                  <a:lnTo>
                    <a:pt x="273746" y="1333300"/>
                  </a:lnTo>
                  <a:lnTo>
                    <a:pt x="292147" y="1305890"/>
                  </a:lnTo>
                  <a:close/>
                  <a:moveTo>
                    <a:pt x="280468" y="1293871"/>
                  </a:moveTo>
                  <a:lnTo>
                    <a:pt x="243542" y="1311054"/>
                  </a:lnTo>
                  <a:lnTo>
                    <a:pt x="273746" y="1333300"/>
                  </a:lnTo>
                  <a:close/>
                  <a:moveTo>
                    <a:pt x="317511" y="1276688"/>
                  </a:moveTo>
                  <a:lnTo>
                    <a:pt x="292147" y="1305890"/>
                  </a:lnTo>
                  <a:lnTo>
                    <a:pt x="329348" y="1330626"/>
                  </a:lnTo>
                  <a:close/>
                  <a:moveTo>
                    <a:pt x="289902" y="1158841"/>
                  </a:moveTo>
                  <a:lnTo>
                    <a:pt x="327875" y="1155059"/>
                  </a:lnTo>
                  <a:lnTo>
                    <a:pt x="313971" y="1121615"/>
                  </a:lnTo>
                  <a:close/>
                  <a:moveTo>
                    <a:pt x="289902" y="1158841"/>
                  </a:moveTo>
                  <a:lnTo>
                    <a:pt x="313971" y="1121615"/>
                  </a:lnTo>
                  <a:lnTo>
                    <a:pt x="283230" y="1119519"/>
                  </a:lnTo>
                  <a:close/>
                  <a:moveTo>
                    <a:pt x="0" y="708180"/>
                  </a:moveTo>
                  <a:lnTo>
                    <a:pt x="36442" y="692493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67875" y="801147"/>
                  </a:lnTo>
                  <a:lnTo>
                    <a:pt x="165908" y="838016"/>
                  </a:lnTo>
                  <a:close/>
                  <a:moveTo>
                    <a:pt x="179294" y="820833"/>
                  </a:moveTo>
                  <a:lnTo>
                    <a:pt x="160050" y="784078"/>
                  </a:lnTo>
                  <a:lnTo>
                    <a:pt x="165908" y="838016"/>
                  </a:lnTo>
                  <a:close/>
                  <a:moveTo>
                    <a:pt x="136810" y="710568"/>
                  </a:moveTo>
                  <a:lnTo>
                    <a:pt x="144269" y="727751"/>
                  </a:lnTo>
                  <a:lnTo>
                    <a:pt x="154906" y="747323"/>
                  </a:lnTo>
                  <a:close/>
                  <a:moveTo>
                    <a:pt x="37150" y="686756"/>
                  </a:moveTo>
                  <a:lnTo>
                    <a:pt x="36422" y="637058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58236" y="764236"/>
                  </a:lnTo>
                  <a:lnTo>
                    <a:pt x="167875" y="801147"/>
                  </a:lnTo>
                  <a:close/>
                  <a:moveTo>
                    <a:pt x="160050" y="784078"/>
                  </a:moveTo>
                  <a:lnTo>
                    <a:pt x="154906" y="747323"/>
                  </a:lnTo>
                  <a:lnTo>
                    <a:pt x="158236" y="764236"/>
                  </a:lnTo>
                  <a:close/>
                  <a:moveTo>
                    <a:pt x="512087" y="1113650"/>
                  </a:moveTo>
                  <a:lnTo>
                    <a:pt x="500429" y="1097689"/>
                  </a:lnTo>
                  <a:lnTo>
                    <a:pt x="526924" y="1079763"/>
                  </a:lnTo>
                  <a:close/>
                  <a:moveTo>
                    <a:pt x="473659" y="1073056"/>
                  </a:moveTo>
                  <a:lnTo>
                    <a:pt x="496611" y="1099144"/>
                  </a:lnTo>
                  <a:lnTo>
                    <a:pt x="502862" y="1076403"/>
                  </a:lnTo>
                  <a:close/>
                  <a:moveTo>
                    <a:pt x="136810" y="710568"/>
                  </a:moveTo>
                  <a:lnTo>
                    <a:pt x="154906" y="747323"/>
                  </a:lnTo>
                  <a:lnTo>
                    <a:pt x="178205" y="730139"/>
                  </a:lnTo>
                  <a:close/>
                  <a:moveTo>
                    <a:pt x="136810" y="710568"/>
                  </a:moveTo>
                  <a:lnTo>
                    <a:pt x="178205" y="730139"/>
                  </a:lnTo>
                  <a:lnTo>
                    <a:pt x="157213" y="693385"/>
                  </a:lnTo>
                  <a:close/>
                  <a:moveTo>
                    <a:pt x="136810" y="710568"/>
                  </a:moveTo>
                  <a:lnTo>
                    <a:pt x="157213" y="693385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57213" y="693385"/>
                  </a:lnTo>
                  <a:lnTo>
                    <a:pt x="183365" y="667284"/>
                  </a:lnTo>
                  <a:close/>
                  <a:moveTo>
                    <a:pt x="135206" y="708012"/>
                  </a:moveTo>
                  <a:lnTo>
                    <a:pt x="136810" y="710568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63596" y="656629"/>
                  </a:lnTo>
                  <a:lnTo>
                    <a:pt x="156888" y="692869"/>
                  </a:lnTo>
                  <a:close/>
                  <a:moveTo>
                    <a:pt x="156888" y="692869"/>
                  </a:moveTo>
                  <a:lnTo>
                    <a:pt x="135206" y="708012"/>
                  </a:lnTo>
                  <a:lnTo>
                    <a:pt x="172638" y="663034"/>
                  </a:lnTo>
                  <a:close/>
                  <a:moveTo>
                    <a:pt x="183365" y="667284"/>
                  </a:moveTo>
                  <a:lnTo>
                    <a:pt x="211165" y="693385"/>
                  </a:lnTo>
                  <a:lnTo>
                    <a:pt x="172638" y="663034"/>
                  </a:lnTo>
                  <a:close/>
                  <a:moveTo>
                    <a:pt x="575391" y="1089273"/>
                  </a:moveTo>
                  <a:lnTo>
                    <a:pt x="584324" y="1073584"/>
                  </a:lnTo>
                  <a:lnTo>
                    <a:pt x="541586" y="1089668"/>
                  </a:lnTo>
                  <a:close/>
                  <a:moveTo>
                    <a:pt x="543390" y="1006996"/>
                  </a:moveTo>
                  <a:lnTo>
                    <a:pt x="527170" y="984472"/>
                  </a:lnTo>
                  <a:lnTo>
                    <a:pt x="514800" y="977203"/>
                  </a:lnTo>
                  <a:close/>
                  <a:moveTo>
                    <a:pt x="183365" y="667284"/>
                  </a:moveTo>
                  <a:lnTo>
                    <a:pt x="157213" y="693385"/>
                  </a:lnTo>
                  <a:lnTo>
                    <a:pt x="210045" y="670829"/>
                  </a:lnTo>
                  <a:close/>
                  <a:moveTo>
                    <a:pt x="183365" y="667284"/>
                  </a:moveTo>
                  <a:lnTo>
                    <a:pt x="216976" y="676201"/>
                  </a:lnTo>
                  <a:lnTo>
                    <a:pt x="211165" y="693385"/>
                  </a:lnTo>
                  <a:close/>
                  <a:moveTo>
                    <a:pt x="183365" y="667284"/>
                  </a:moveTo>
                  <a:lnTo>
                    <a:pt x="210045" y="670829"/>
                  </a:lnTo>
                  <a:lnTo>
                    <a:pt x="216976" y="676201"/>
                  </a:lnTo>
                  <a:close/>
                  <a:moveTo>
                    <a:pt x="129507" y="590494"/>
                  </a:moveTo>
                  <a:lnTo>
                    <a:pt x="99984" y="604691"/>
                  </a:lnTo>
                  <a:lnTo>
                    <a:pt x="157687" y="599647"/>
                  </a:lnTo>
                  <a:close/>
                  <a:moveTo>
                    <a:pt x="516542" y="970241"/>
                  </a:moveTo>
                  <a:lnTo>
                    <a:pt x="514800" y="977203"/>
                  </a:lnTo>
                  <a:lnTo>
                    <a:pt x="527170" y="984472"/>
                  </a:lnTo>
                  <a:close/>
                  <a:moveTo>
                    <a:pt x="543390" y="1006996"/>
                  </a:moveTo>
                  <a:lnTo>
                    <a:pt x="593476" y="1026568"/>
                  </a:lnTo>
                  <a:lnTo>
                    <a:pt x="554946" y="989813"/>
                  </a:lnTo>
                  <a:close/>
                  <a:moveTo>
                    <a:pt x="543390" y="1006996"/>
                  </a:moveTo>
                  <a:lnTo>
                    <a:pt x="554946" y="989813"/>
                  </a:lnTo>
                  <a:lnTo>
                    <a:pt x="527170" y="984472"/>
                  </a:lnTo>
                  <a:close/>
                  <a:moveTo>
                    <a:pt x="554946" y="989813"/>
                  </a:moveTo>
                  <a:lnTo>
                    <a:pt x="553934" y="988330"/>
                  </a:lnTo>
                  <a:lnTo>
                    <a:pt x="527170" y="984472"/>
                  </a:lnTo>
                  <a:close/>
                  <a:moveTo>
                    <a:pt x="380435" y="736692"/>
                  </a:moveTo>
                  <a:lnTo>
                    <a:pt x="339472" y="749711"/>
                  </a:lnTo>
                  <a:lnTo>
                    <a:pt x="386750" y="736986"/>
                  </a:lnTo>
                  <a:close/>
                  <a:moveTo>
                    <a:pt x="386750" y="736986"/>
                  </a:moveTo>
                  <a:lnTo>
                    <a:pt x="339472" y="749711"/>
                  </a:lnTo>
                  <a:lnTo>
                    <a:pt x="331707" y="751973"/>
                  </a:lnTo>
                  <a:close/>
                  <a:moveTo>
                    <a:pt x="386750" y="736986"/>
                  </a:moveTo>
                  <a:lnTo>
                    <a:pt x="331707" y="751973"/>
                  </a:lnTo>
                  <a:lnTo>
                    <a:pt x="352724" y="734346"/>
                  </a:lnTo>
                  <a:close/>
                  <a:moveTo>
                    <a:pt x="279394" y="676201"/>
                  </a:moveTo>
                  <a:lnTo>
                    <a:pt x="320489" y="710033"/>
                  </a:lnTo>
                  <a:lnTo>
                    <a:pt x="280091" y="674599"/>
                  </a:lnTo>
                  <a:close/>
                  <a:moveTo>
                    <a:pt x="736612" y="1084215"/>
                  </a:moveTo>
                  <a:lnTo>
                    <a:pt x="764593" y="1088555"/>
                  </a:lnTo>
                  <a:lnTo>
                    <a:pt x="726356" y="1047806"/>
                  </a:lnTo>
                  <a:close/>
                  <a:moveTo>
                    <a:pt x="736612" y="1084215"/>
                  </a:moveTo>
                  <a:lnTo>
                    <a:pt x="740181" y="1090163"/>
                  </a:lnTo>
                  <a:lnTo>
                    <a:pt x="780215" y="1115268"/>
                  </a:lnTo>
                  <a:close/>
                  <a:moveTo>
                    <a:pt x="726356" y="1047806"/>
                  </a:moveTo>
                  <a:lnTo>
                    <a:pt x="709585" y="1016694"/>
                  </a:lnTo>
                  <a:lnTo>
                    <a:pt x="704508" y="1046139"/>
                  </a:lnTo>
                  <a:close/>
                  <a:moveTo>
                    <a:pt x="561550" y="892231"/>
                  </a:moveTo>
                  <a:lnTo>
                    <a:pt x="531677" y="905114"/>
                  </a:lnTo>
                  <a:lnTo>
                    <a:pt x="586151" y="888000"/>
                  </a:lnTo>
                  <a:close/>
                  <a:moveTo>
                    <a:pt x="131711" y="311241"/>
                  </a:moveTo>
                  <a:lnTo>
                    <a:pt x="132035" y="311323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1711" y="311241"/>
                  </a:lnTo>
                  <a:lnTo>
                    <a:pt x="131470" y="311039"/>
                  </a:lnTo>
                  <a:close/>
                  <a:moveTo>
                    <a:pt x="686250" y="1046139"/>
                  </a:moveTo>
                  <a:lnTo>
                    <a:pt x="701627" y="1070592"/>
                  </a:lnTo>
                  <a:lnTo>
                    <a:pt x="697089" y="1044511"/>
                  </a:lnTo>
                  <a:close/>
                  <a:moveTo>
                    <a:pt x="697089" y="1044511"/>
                  </a:moveTo>
                  <a:lnTo>
                    <a:pt x="701627" y="1070592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97089" y="1044511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87578" y="955446"/>
                  </a:lnTo>
                  <a:lnTo>
                    <a:pt x="649300" y="966780"/>
                  </a:lnTo>
                  <a:close/>
                  <a:moveTo>
                    <a:pt x="637683" y="956093"/>
                  </a:moveTo>
                  <a:lnTo>
                    <a:pt x="649300" y="966780"/>
                  </a:lnTo>
                  <a:lnTo>
                    <a:pt x="687578" y="955446"/>
                  </a:lnTo>
                  <a:close/>
                  <a:moveTo>
                    <a:pt x="515020" y="752100"/>
                  </a:moveTo>
                  <a:lnTo>
                    <a:pt x="517469" y="755784"/>
                  </a:lnTo>
                  <a:lnTo>
                    <a:pt x="521289" y="771671"/>
                  </a:lnTo>
                  <a:close/>
                  <a:moveTo>
                    <a:pt x="389663" y="594949"/>
                  </a:moveTo>
                  <a:lnTo>
                    <a:pt x="437971" y="611500"/>
                  </a:lnTo>
                  <a:lnTo>
                    <a:pt x="410240" y="587896"/>
                  </a:lnTo>
                  <a:close/>
                  <a:moveTo>
                    <a:pt x="364924" y="587973"/>
                  </a:moveTo>
                  <a:lnTo>
                    <a:pt x="400581" y="630819"/>
                  </a:lnTo>
                  <a:lnTo>
                    <a:pt x="389663" y="594949"/>
                  </a:lnTo>
                  <a:close/>
                  <a:moveTo>
                    <a:pt x="364924" y="587973"/>
                  </a:moveTo>
                  <a:lnTo>
                    <a:pt x="389663" y="594949"/>
                  </a:lnTo>
                  <a:lnTo>
                    <a:pt x="350024" y="555339"/>
                  </a:lnTo>
                  <a:close/>
                  <a:moveTo>
                    <a:pt x="305891" y="519383"/>
                  </a:moveTo>
                  <a:lnTo>
                    <a:pt x="321396" y="531570"/>
                  </a:lnTo>
                  <a:lnTo>
                    <a:pt x="286107" y="513643"/>
                  </a:lnTo>
                  <a:close/>
                  <a:moveTo>
                    <a:pt x="169309" y="370169"/>
                  </a:moveTo>
                  <a:lnTo>
                    <a:pt x="164707" y="347794"/>
                  </a:lnTo>
                  <a:lnTo>
                    <a:pt x="148525" y="372976"/>
                  </a:lnTo>
                  <a:close/>
                  <a:moveTo>
                    <a:pt x="178503" y="345036"/>
                  </a:moveTo>
                  <a:lnTo>
                    <a:pt x="164707" y="347794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178503" y="345036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226548" y="377811"/>
                  </a:lnTo>
                  <a:lnTo>
                    <a:pt x="218407" y="339683"/>
                  </a:lnTo>
                  <a:close/>
                  <a:moveTo>
                    <a:pt x="193588" y="377519"/>
                  </a:moveTo>
                  <a:lnTo>
                    <a:pt x="210498" y="383900"/>
                  </a:lnTo>
                  <a:lnTo>
                    <a:pt x="243612" y="383129"/>
                  </a:lnTo>
                  <a:close/>
                  <a:moveTo>
                    <a:pt x="131470" y="311039"/>
                  </a:moveTo>
                  <a:lnTo>
                    <a:pt x="132035" y="311323"/>
                  </a:lnTo>
                  <a:lnTo>
                    <a:pt x="132270" y="310787"/>
                  </a:lnTo>
                  <a:close/>
                  <a:moveTo>
                    <a:pt x="132270" y="310787"/>
                  </a:moveTo>
                  <a:lnTo>
                    <a:pt x="132035" y="311323"/>
                  </a:lnTo>
                  <a:lnTo>
                    <a:pt x="160951" y="293856"/>
                  </a:lnTo>
                  <a:close/>
                  <a:moveTo>
                    <a:pt x="132035" y="311323"/>
                  </a:moveTo>
                  <a:lnTo>
                    <a:pt x="164707" y="347794"/>
                  </a:lnTo>
                  <a:lnTo>
                    <a:pt x="160951" y="293856"/>
                  </a:lnTo>
                  <a:close/>
                  <a:moveTo>
                    <a:pt x="160951" y="293856"/>
                  </a:moveTo>
                  <a:lnTo>
                    <a:pt x="164707" y="347794"/>
                  </a:lnTo>
                  <a:lnTo>
                    <a:pt x="190503" y="309139"/>
                  </a:lnTo>
                  <a:close/>
                  <a:moveTo>
                    <a:pt x="178503" y="345036"/>
                  </a:moveTo>
                  <a:lnTo>
                    <a:pt x="218407" y="339683"/>
                  </a:lnTo>
                  <a:lnTo>
                    <a:pt x="190503" y="309139"/>
                  </a:lnTo>
                  <a:close/>
                  <a:moveTo>
                    <a:pt x="132270" y="310787"/>
                  </a:moveTo>
                  <a:lnTo>
                    <a:pt x="130994" y="307431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2270" y="310787"/>
                  </a:lnTo>
                  <a:lnTo>
                    <a:pt x="160951" y="293856"/>
                  </a:lnTo>
                  <a:close/>
                  <a:moveTo>
                    <a:pt x="821474" y="1011773"/>
                  </a:moveTo>
                  <a:lnTo>
                    <a:pt x="803777" y="1028956"/>
                  </a:lnTo>
                  <a:lnTo>
                    <a:pt x="825219" y="1048527"/>
                  </a:lnTo>
                  <a:close/>
                  <a:moveTo>
                    <a:pt x="779789" y="986707"/>
                  </a:moveTo>
                  <a:lnTo>
                    <a:pt x="774954" y="999389"/>
                  </a:lnTo>
                  <a:lnTo>
                    <a:pt x="821647" y="975018"/>
                  </a:lnTo>
                  <a:close/>
                  <a:moveTo>
                    <a:pt x="821647" y="975018"/>
                  </a:moveTo>
                  <a:lnTo>
                    <a:pt x="774954" y="999389"/>
                  </a:lnTo>
                  <a:lnTo>
                    <a:pt x="803777" y="1028956"/>
                  </a:lnTo>
                  <a:close/>
                  <a:moveTo>
                    <a:pt x="821647" y="975018"/>
                  </a:moveTo>
                  <a:lnTo>
                    <a:pt x="803777" y="1028956"/>
                  </a:lnTo>
                  <a:lnTo>
                    <a:pt x="821474" y="1011773"/>
                  </a:lnTo>
                  <a:close/>
                  <a:moveTo>
                    <a:pt x="779789" y="986707"/>
                  </a:moveTo>
                  <a:lnTo>
                    <a:pt x="821647" y="975018"/>
                  </a:lnTo>
                  <a:lnTo>
                    <a:pt x="791942" y="966696"/>
                  </a:lnTo>
                  <a:close/>
                  <a:moveTo>
                    <a:pt x="550696" y="717733"/>
                  </a:moveTo>
                  <a:lnTo>
                    <a:pt x="503512" y="690809"/>
                  </a:lnTo>
                  <a:lnTo>
                    <a:pt x="526143" y="698161"/>
                  </a:lnTo>
                  <a:close/>
                  <a:moveTo>
                    <a:pt x="550696" y="717733"/>
                  </a:moveTo>
                  <a:lnTo>
                    <a:pt x="526143" y="698161"/>
                  </a:lnTo>
                  <a:lnTo>
                    <a:pt x="524874" y="734916"/>
                  </a:lnTo>
                  <a:close/>
                  <a:moveTo>
                    <a:pt x="410240" y="587896"/>
                  </a:moveTo>
                  <a:lnTo>
                    <a:pt x="437971" y="611500"/>
                  </a:lnTo>
                  <a:lnTo>
                    <a:pt x="451008" y="572164"/>
                  </a:lnTo>
                  <a:close/>
                  <a:moveTo>
                    <a:pt x="454390" y="570713"/>
                  </a:moveTo>
                  <a:lnTo>
                    <a:pt x="451008" y="572164"/>
                  </a:lnTo>
                  <a:lnTo>
                    <a:pt x="437971" y="611500"/>
                  </a:lnTo>
                  <a:close/>
                  <a:moveTo>
                    <a:pt x="791942" y="966696"/>
                  </a:moveTo>
                  <a:lnTo>
                    <a:pt x="821647" y="975018"/>
                  </a:lnTo>
                  <a:lnTo>
                    <a:pt x="808568" y="921079"/>
                  </a:lnTo>
                  <a:close/>
                  <a:moveTo>
                    <a:pt x="772113" y="858706"/>
                  </a:moveTo>
                  <a:lnTo>
                    <a:pt x="741849" y="864753"/>
                  </a:lnTo>
                  <a:lnTo>
                    <a:pt x="792452" y="872398"/>
                  </a:lnTo>
                  <a:close/>
                  <a:moveTo>
                    <a:pt x="741849" y="864753"/>
                  </a:moveTo>
                  <a:lnTo>
                    <a:pt x="731779" y="866335"/>
                  </a:lnTo>
                  <a:lnTo>
                    <a:pt x="792452" y="872398"/>
                  </a:lnTo>
                  <a:close/>
                  <a:moveTo>
                    <a:pt x="792452" y="872398"/>
                  </a:moveTo>
                  <a:lnTo>
                    <a:pt x="771958" y="864753"/>
                  </a:lnTo>
                  <a:lnTo>
                    <a:pt x="772113" y="858706"/>
                  </a:lnTo>
                  <a:close/>
                  <a:moveTo>
                    <a:pt x="139736" y="80981"/>
                  </a:moveTo>
                  <a:lnTo>
                    <a:pt x="149645" y="88542"/>
                  </a:lnTo>
                  <a:lnTo>
                    <a:pt x="132283" y="75715"/>
                  </a:lnTo>
                  <a:close/>
                  <a:moveTo>
                    <a:pt x="149645" y="88542"/>
                  </a:moveTo>
                  <a:lnTo>
                    <a:pt x="139736" y="80981"/>
                  </a:lnTo>
                  <a:lnTo>
                    <a:pt x="163166" y="110723"/>
                  </a:lnTo>
                  <a:close/>
                  <a:moveTo>
                    <a:pt x="780694" y="806983"/>
                  </a:moveTo>
                  <a:lnTo>
                    <a:pt x="745515" y="821484"/>
                  </a:lnTo>
                  <a:lnTo>
                    <a:pt x="779082" y="822409"/>
                  </a:lnTo>
                  <a:close/>
                  <a:moveTo>
                    <a:pt x="750272" y="759880"/>
                  </a:moveTo>
                  <a:lnTo>
                    <a:pt x="768599" y="783213"/>
                  </a:lnTo>
                  <a:lnTo>
                    <a:pt x="764719" y="774059"/>
                  </a:lnTo>
                  <a:close/>
                  <a:moveTo>
                    <a:pt x="780694" y="806983"/>
                  </a:moveTo>
                  <a:lnTo>
                    <a:pt x="768599" y="783213"/>
                  </a:lnTo>
                  <a:lnTo>
                    <a:pt x="750272" y="759880"/>
                  </a:lnTo>
                  <a:close/>
                  <a:moveTo>
                    <a:pt x="639963" y="579786"/>
                  </a:moveTo>
                  <a:lnTo>
                    <a:pt x="630465" y="573101"/>
                  </a:lnTo>
                  <a:lnTo>
                    <a:pt x="636186" y="619465"/>
                  </a:lnTo>
                  <a:close/>
                  <a:moveTo>
                    <a:pt x="636186" y="619465"/>
                  </a:moveTo>
                  <a:lnTo>
                    <a:pt x="595214" y="580939"/>
                  </a:lnTo>
                  <a:lnTo>
                    <a:pt x="612736" y="611441"/>
                  </a:lnTo>
                  <a:close/>
                  <a:moveTo>
                    <a:pt x="636186" y="619465"/>
                  </a:moveTo>
                  <a:lnTo>
                    <a:pt x="670911" y="618323"/>
                  </a:lnTo>
                  <a:lnTo>
                    <a:pt x="639963" y="579786"/>
                  </a:lnTo>
                  <a:close/>
                  <a:moveTo>
                    <a:pt x="670911" y="618323"/>
                  </a:moveTo>
                  <a:lnTo>
                    <a:pt x="677059" y="593904"/>
                  </a:lnTo>
                  <a:lnTo>
                    <a:pt x="639963" y="579786"/>
                  </a:lnTo>
                  <a:close/>
                  <a:moveTo>
                    <a:pt x="556586" y="585255"/>
                  </a:moveTo>
                  <a:lnTo>
                    <a:pt x="590461" y="540057"/>
                  </a:lnTo>
                  <a:lnTo>
                    <a:pt x="553558" y="542969"/>
                  </a:lnTo>
                  <a:close/>
                  <a:moveTo>
                    <a:pt x="893331" y="814335"/>
                  </a:moveTo>
                  <a:lnTo>
                    <a:pt x="899065" y="792014"/>
                  </a:lnTo>
                  <a:lnTo>
                    <a:pt x="872534" y="786495"/>
                  </a:lnTo>
                  <a:close/>
                  <a:moveTo>
                    <a:pt x="753708" y="683366"/>
                  </a:moveTo>
                  <a:lnTo>
                    <a:pt x="748168" y="638984"/>
                  </a:lnTo>
                  <a:lnTo>
                    <a:pt x="758745" y="629427"/>
                  </a:lnTo>
                  <a:close/>
                  <a:moveTo>
                    <a:pt x="753708" y="683366"/>
                  </a:moveTo>
                  <a:lnTo>
                    <a:pt x="758745" y="629427"/>
                  </a:lnTo>
                  <a:lnTo>
                    <a:pt x="726125" y="646611"/>
                  </a:lnTo>
                  <a:close/>
                  <a:moveTo>
                    <a:pt x="681473" y="564989"/>
                  </a:moveTo>
                  <a:lnTo>
                    <a:pt x="639963" y="579786"/>
                  </a:lnTo>
                  <a:lnTo>
                    <a:pt x="677059" y="593904"/>
                  </a:lnTo>
                  <a:close/>
                  <a:moveTo>
                    <a:pt x="681473" y="564989"/>
                  </a:moveTo>
                  <a:lnTo>
                    <a:pt x="715230" y="564633"/>
                  </a:lnTo>
                  <a:lnTo>
                    <a:pt x="685638" y="529774"/>
                  </a:lnTo>
                  <a:close/>
                  <a:moveTo>
                    <a:pt x="909906" y="845607"/>
                  </a:moveTo>
                  <a:lnTo>
                    <a:pt x="940643" y="847706"/>
                  </a:lnTo>
                  <a:lnTo>
                    <a:pt x="933719" y="834424"/>
                  </a:lnTo>
                  <a:close/>
                  <a:moveTo>
                    <a:pt x="832122" y="607515"/>
                  </a:moveTo>
                  <a:lnTo>
                    <a:pt x="807079" y="610089"/>
                  </a:lnTo>
                  <a:lnTo>
                    <a:pt x="774071" y="611254"/>
                  </a:lnTo>
                  <a:close/>
                  <a:moveTo>
                    <a:pt x="730728" y="507287"/>
                  </a:moveTo>
                  <a:lnTo>
                    <a:pt x="685638" y="529774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34051" y="489997"/>
                  </a:lnTo>
                  <a:lnTo>
                    <a:pt x="698179" y="480452"/>
                  </a:lnTo>
                  <a:close/>
                  <a:moveTo>
                    <a:pt x="753184" y="501979"/>
                  </a:moveTo>
                  <a:lnTo>
                    <a:pt x="730728" y="507287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53184" y="501979"/>
                  </a:lnTo>
                  <a:lnTo>
                    <a:pt x="734051" y="489997"/>
                  </a:lnTo>
                  <a:close/>
                  <a:moveTo>
                    <a:pt x="631660" y="482408"/>
                  </a:moveTo>
                  <a:lnTo>
                    <a:pt x="643731" y="479090"/>
                  </a:lnTo>
                  <a:lnTo>
                    <a:pt x="632103" y="428469"/>
                  </a:lnTo>
                  <a:close/>
                  <a:moveTo>
                    <a:pt x="619251" y="445653"/>
                  </a:moveTo>
                  <a:lnTo>
                    <a:pt x="631660" y="482408"/>
                  </a:lnTo>
                  <a:lnTo>
                    <a:pt x="632103" y="428469"/>
                  </a:lnTo>
                  <a:close/>
                  <a:moveTo>
                    <a:pt x="643731" y="479090"/>
                  </a:moveTo>
                  <a:lnTo>
                    <a:pt x="680845" y="465224"/>
                  </a:lnTo>
                  <a:lnTo>
                    <a:pt x="653201" y="436865"/>
                  </a:lnTo>
                  <a:close/>
                  <a:moveTo>
                    <a:pt x="589878" y="408897"/>
                  </a:moveTo>
                  <a:lnTo>
                    <a:pt x="619251" y="445653"/>
                  </a:lnTo>
                  <a:lnTo>
                    <a:pt x="632103" y="428469"/>
                  </a:lnTo>
                  <a:close/>
                  <a:moveTo>
                    <a:pt x="589878" y="408897"/>
                  </a:moveTo>
                  <a:lnTo>
                    <a:pt x="632103" y="428469"/>
                  </a:lnTo>
                  <a:lnTo>
                    <a:pt x="617174" y="391714"/>
                  </a:lnTo>
                  <a:close/>
                  <a:moveTo>
                    <a:pt x="771336" y="538734"/>
                  </a:moveTo>
                  <a:lnTo>
                    <a:pt x="764570" y="484796"/>
                  </a:lnTo>
                  <a:lnTo>
                    <a:pt x="753184" y="501979"/>
                  </a:lnTo>
                  <a:close/>
                  <a:moveTo>
                    <a:pt x="705644" y="455844"/>
                  </a:moveTo>
                  <a:lnTo>
                    <a:pt x="735251" y="414115"/>
                  </a:lnTo>
                  <a:lnTo>
                    <a:pt x="703803" y="412594"/>
                  </a:lnTo>
                  <a:close/>
                  <a:moveTo>
                    <a:pt x="761336" y="419997"/>
                  </a:moveTo>
                  <a:lnTo>
                    <a:pt x="735251" y="414115"/>
                  </a:lnTo>
                  <a:lnTo>
                    <a:pt x="778195" y="434260"/>
                  </a:lnTo>
                  <a:close/>
                  <a:moveTo>
                    <a:pt x="735251" y="414115"/>
                  </a:moveTo>
                  <a:lnTo>
                    <a:pt x="741888" y="423091"/>
                  </a:lnTo>
                  <a:lnTo>
                    <a:pt x="778195" y="434260"/>
                  </a:lnTo>
                  <a:close/>
                  <a:moveTo>
                    <a:pt x="691900" y="360768"/>
                  </a:moveTo>
                  <a:lnTo>
                    <a:pt x="709318" y="374531"/>
                  </a:lnTo>
                  <a:lnTo>
                    <a:pt x="677515" y="344471"/>
                  </a:lnTo>
                  <a:close/>
                  <a:moveTo>
                    <a:pt x="786401" y="444366"/>
                  </a:moveTo>
                  <a:lnTo>
                    <a:pt x="802273" y="448041"/>
                  </a:lnTo>
                  <a:lnTo>
                    <a:pt x="778195" y="434260"/>
                  </a:lnTo>
                  <a:close/>
                  <a:moveTo>
                    <a:pt x="702072" y="369254"/>
                  </a:moveTo>
                  <a:lnTo>
                    <a:pt x="709318" y="374531"/>
                  </a:lnTo>
                  <a:lnTo>
                    <a:pt x="691900" y="360768"/>
                  </a:lnTo>
                  <a:close/>
                  <a:moveTo>
                    <a:pt x="490332" y="80491"/>
                  </a:moveTo>
                  <a:lnTo>
                    <a:pt x="489400" y="101961"/>
                  </a:lnTo>
                  <a:lnTo>
                    <a:pt x="490264" y="75120"/>
                  </a:lnTo>
                  <a:close/>
                  <a:moveTo>
                    <a:pt x="704094" y="117734"/>
                  </a:moveTo>
                  <a:lnTo>
                    <a:pt x="720032" y="113258"/>
                  </a:lnTo>
                  <a:lnTo>
                    <a:pt x="716440" y="135528"/>
                  </a:lnTo>
                  <a:close/>
                  <a:moveTo>
                    <a:pt x="737923" y="11757"/>
                  </a:moveTo>
                  <a:lnTo>
                    <a:pt x="798821" y="30336"/>
                  </a:lnTo>
                  <a:lnTo>
                    <a:pt x="777795" y="3892"/>
                  </a:lnTo>
                  <a:close/>
                  <a:moveTo>
                    <a:pt x="799456" y="31329"/>
                  </a:moveTo>
                  <a:lnTo>
                    <a:pt x="777795" y="3892"/>
                  </a:lnTo>
                  <a:lnTo>
                    <a:pt x="798821" y="30336"/>
                  </a:lnTo>
                  <a:close/>
                  <a:moveTo>
                    <a:pt x="777795" y="3892"/>
                  </a:moveTo>
                  <a:lnTo>
                    <a:pt x="764975" y="0"/>
                  </a:lnTo>
                  <a:lnTo>
                    <a:pt x="737923" y="11757"/>
                  </a:lnTo>
                  <a:close/>
                  <a:moveTo>
                    <a:pt x="798821" y="30336"/>
                  </a:moveTo>
                  <a:lnTo>
                    <a:pt x="798293" y="31329"/>
                  </a:lnTo>
                  <a:lnTo>
                    <a:pt x="799512" y="30983"/>
                  </a:lnTo>
                  <a:close/>
                  <a:moveTo>
                    <a:pt x="799512" y="30983"/>
                  </a:moveTo>
                  <a:lnTo>
                    <a:pt x="799456" y="31329"/>
                  </a:lnTo>
                  <a:lnTo>
                    <a:pt x="798821" y="3033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15" name="Input_density__115">
              <a:extLst>
                <a:ext uri="{FF2B5EF4-FFF2-40B4-BE49-F238E27FC236}">
                  <a16:creationId xmlns:a16="http://schemas.microsoft.com/office/drawing/2014/main" id="{B123C82B-B74C-4B94-0769-F65B154A84D9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593621"/>
              <a:ext cx="936638" cy="1537010"/>
            </a:xfrm>
            <a:custGeom>
              <a:avLst/>
              <a:gdLst/>
              <a:ahLst/>
              <a:cxnLst/>
              <a:rect l="0" t="0" r="0" b="0"/>
              <a:pathLst>
                <a:path w="936638" h="1537010">
                  <a:moveTo>
                    <a:pt x="190937" y="1500255"/>
                  </a:moveTo>
                  <a:lnTo>
                    <a:pt x="233381" y="1529883"/>
                  </a:lnTo>
                  <a:lnTo>
                    <a:pt x="231949" y="1486300"/>
                  </a:lnTo>
                  <a:close/>
                  <a:moveTo>
                    <a:pt x="190937" y="1500255"/>
                  </a:moveTo>
                  <a:lnTo>
                    <a:pt x="212611" y="1537010"/>
                  </a:lnTo>
                  <a:lnTo>
                    <a:pt x="233381" y="1529883"/>
                  </a:lnTo>
                  <a:close/>
                  <a:moveTo>
                    <a:pt x="258037" y="1338441"/>
                  </a:moveTo>
                  <a:lnTo>
                    <a:pt x="246460" y="1392379"/>
                  </a:lnTo>
                  <a:lnTo>
                    <a:pt x="283387" y="1375195"/>
                  </a:lnTo>
                  <a:close/>
                  <a:moveTo>
                    <a:pt x="303119" y="1366034"/>
                  </a:moveTo>
                  <a:lnTo>
                    <a:pt x="295065" y="1387215"/>
                  </a:lnTo>
                  <a:lnTo>
                    <a:pt x="320429" y="1358012"/>
                  </a:lnTo>
                  <a:close/>
                  <a:moveTo>
                    <a:pt x="283387" y="1375195"/>
                  </a:moveTo>
                  <a:lnTo>
                    <a:pt x="295065" y="1387215"/>
                  </a:lnTo>
                  <a:lnTo>
                    <a:pt x="303119" y="1366034"/>
                  </a:lnTo>
                  <a:close/>
                  <a:moveTo>
                    <a:pt x="258037" y="1338441"/>
                  </a:moveTo>
                  <a:lnTo>
                    <a:pt x="283387" y="1375195"/>
                  </a:lnTo>
                  <a:lnTo>
                    <a:pt x="303119" y="1366034"/>
                  </a:lnTo>
                  <a:close/>
                  <a:moveTo>
                    <a:pt x="320429" y="1358012"/>
                  </a:moveTo>
                  <a:lnTo>
                    <a:pt x="303947" y="1321257"/>
                  </a:lnTo>
                  <a:lnTo>
                    <a:pt x="303119" y="1366034"/>
                  </a:lnTo>
                  <a:close/>
                  <a:moveTo>
                    <a:pt x="222646" y="1228176"/>
                  </a:moveTo>
                  <a:lnTo>
                    <a:pt x="270729" y="1247747"/>
                  </a:lnTo>
                  <a:lnTo>
                    <a:pt x="247440" y="1210992"/>
                  </a:lnTo>
                  <a:close/>
                  <a:moveTo>
                    <a:pt x="346662" y="1268229"/>
                  </a:moveTo>
                  <a:lnTo>
                    <a:pt x="350496" y="1267319"/>
                  </a:lnTo>
                  <a:lnTo>
                    <a:pt x="372091" y="1233631"/>
                  </a:lnTo>
                  <a:close/>
                  <a:moveTo>
                    <a:pt x="400914" y="1295958"/>
                  </a:moveTo>
                  <a:lnTo>
                    <a:pt x="395284" y="1255788"/>
                  </a:lnTo>
                  <a:lnTo>
                    <a:pt x="358209" y="1303588"/>
                  </a:lnTo>
                  <a:close/>
                  <a:moveTo>
                    <a:pt x="372091" y="1233631"/>
                  </a:moveTo>
                  <a:lnTo>
                    <a:pt x="350496" y="1267319"/>
                  </a:lnTo>
                  <a:lnTo>
                    <a:pt x="395284" y="1255788"/>
                  </a:lnTo>
                  <a:close/>
                  <a:moveTo>
                    <a:pt x="132611" y="961136"/>
                  </a:moveTo>
                  <a:lnTo>
                    <a:pt x="150848" y="961092"/>
                  </a:lnTo>
                  <a:lnTo>
                    <a:pt x="142388" y="936524"/>
                  </a:lnTo>
                  <a:close/>
                  <a:moveTo>
                    <a:pt x="142388" y="936524"/>
                  </a:moveTo>
                  <a:lnTo>
                    <a:pt x="167300" y="956095"/>
                  </a:lnTo>
                  <a:lnTo>
                    <a:pt x="168826" y="919340"/>
                  </a:lnTo>
                  <a:close/>
                  <a:moveTo>
                    <a:pt x="167300" y="956095"/>
                  </a:moveTo>
                  <a:lnTo>
                    <a:pt x="182213" y="902157"/>
                  </a:lnTo>
                  <a:lnTo>
                    <a:pt x="168826" y="919340"/>
                  </a:lnTo>
                  <a:close/>
                  <a:moveTo>
                    <a:pt x="0" y="698811"/>
                  </a:moveTo>
                  <a:lnTo>
                    <a:pt x="18933" y="735565"/>
                  </a:lnTo>
                  <a:lnTo>
                    <a:pt x="39341" y="718382"/>
                  </a:lnTo>
                  <a:close/>
                  <a:moveTo>
                    <a:pt x="603639" y="1198585"/>
                  </a:moveTo>
                  <a:lnTo>
                    <a:pt x="604197" y="1218299"/>
                  </a:lnTo>
                  <a:lnTo>
                    <a:pt x="609231" y="1190206"/>
                  </a:lnTo>
                  <a:close/>
                  <a:moveTo>
                    <a:pt x="603639" y="1198585"/>
                  </a:moveTo>
                  <a:lnTo>
                    <a:pt x="623547" y="1144647"/>
                  </a:lnTo>
                  <a:lnTo>
                    <a:pt x="593256" y="1161830"/>
                  </a:lnTo>
                  <a:close/>
                  <a:moveTo>
                    <a:pt x="593256" y="1161830"/>
                  </a:moveTo>
                  <a:lnTo>
                    <a:pt x="623547" y="1144647"/>
                  </a:lnTo>
                  <a:lnTo>
                    <a:pt x="587242" y="1154909"/>
                  </a:lnTo>
                  <a:close/>
                  <a:moveTo>
                    <a:pt x="623547" y="1144647"/>
                  </a:moveTo>
                  <a:lnTo>
                    <a:pt x="603073" y="1117890"/>
                  </a:lnTo>
                  <a:lnTo>
                    <a:pt x="587242" y="1154909"/>
                  </a:lnTo>
                  <a:close/>
                  <a:moveTo>
                    <a:pt x="596394" y="1107892"/>
                  </a:moveTo>
                  <a:lnTo>
                    <a:pt x="587242" y="1154909"/>
                  </a:lnTo>
                  <a:lnTo>
                    <a:pt x="603073" y="1117890"/>
                  </a:lnTo>
                  <a:close/>
                  <a:moveTo>
                    <a:pt x="596394" y="1107892"/>
                  </a:moveTo>
                  <a:lnTo>
                    <a:pt x="567592" y="1125075"/>
                  </a:lnTo>
                  <a:lnTo>
                    <a:pt x="587242" y="1154909"/>
                  </a:lnTo>
                  <a:close/>
                  <a:moveTo>
                    <a:pt x="546308" y="1088320"/>
                  </a:moveTo>
                  <a:lnTo>
                    <a:pt x="567592" y="1125075"/>
                  </a:lnTo>
                  <a:lnTo>
                    <a:pt x="596394" y="1107892"/>
                  </a:lnTo>
                  <a:close/>
                  <a:moveTo>
                    <a:pt x="533914" y="1034382"/>
                  </a:moveTo>
                  <a:lnTo>
                    <a:pt x="530088" y="1065796"/>
                  </a:lnTo>
                  <a:lnTo>
                    <a:pt x="556852" y="1069654"/>
                  </a:lnTo>
                  <a:close/>
                  <a:moveTo>
                    <a:pt x="533914" y="1034382"/>
                  </a:moveTo>
                  <a:lnTo>
                    <a:pt x="519460" y="1051565"/>
                  </a:lnTo>
                  <a:lnTo>
                    <a:pt x="530088" y="1065796"/>
                  </a:lnTo>
                  <a:close/>
                  <a:moveTo>
                    <a:pt x="507711" y="1014810"/>
                  </a:moveTo>
                  <a:lnTo>
                    <a:pt x="519460" y="1051565"/>
                  </a:lnTo>
                  <a:lnTo>
                    <a:pt x="533914" y="1034382"/>
                  </a:lnTo>
                  <a:close/>
                  <a:moveTo>
                    <a:pt x="283010" y="755924"/>
                  </a:moveTo>
                  <a:lnTo>
                    <a:pt x="297229" y="721849"/>
                  </a:lnTo>
                  <a:lnTo>
                    <a:pt x="282312" y="757525"/>
                  </a:lnTo>
                  <a:close/>
                  <a:moveTo>
                    <a:pt x="282312" y="757525"/>
                  </a:moveTo>
                  <a:lnTo>
                    <a:pt x="297229" y="721849"/>
                  </a:lnTo>
                  <a:lnTo>
                    <a:pt x="324352" y="703587"/>
                  </a:lnTo>
                  <a:close/>
                  <a:moveTo>
                    <a:pt x="297229" y="721849"/>
                  </a:moveTo>
                  <a:lnTo>
                    <a:pt x="283010" y="755924"/>
                  </a:lnTo>
                  <a:lnTo>
                    <a:pt x="286712" y="740342"/>
                  </a:lnTo>
                  <a:close/>
                  <a:moveTo>
                    <a:pt x="707426" y="1127463"/>
                  </a:moveTo>
                  <a:lnTo>
                    <a:pt x="704545" y="1151916"/>
                  </a:lnTo>
                  <a:lnTo>
                    <a:pt x="729275" y="1129130"/>
                  </a:lnTo>
                  <a:close/>
                  <a:moveTo>
                    <a:pt x="729275" y="1129130"/>
                  </a:moveTo>
                  <a:lnTo>
                    <a:pt x="704545" y="1151916"/>
                  </a:lnTo>
                  <a:lnTo>
                    <a:pt x="706337" y="1165437"/>
                  </a:lnTo>
                  <a:close/>
                  <a:moveTo>
                    <a:pt x="729275" y="1129130"/>
                  </a:moveTo>
                  <a:lnTo>
                    <a:pt x="706337" y="1165437"/>
                  </a:lnTo>
                  <a:lnTo>
                    <a:pt x="739530" y="1165540"/>
                  </a:lnTo>
                  <a:close/>
                  <a:moveTo>
                    <a:pt x="739530" y="1165540"/>
                  </a:moveTo>
                  <a:lnTo>
                    <a:pt x="706337" y="1165437"/>
                  </a:lnTo>
                  <a:lnTo>
                    <a:pt x="743099" y="1171487"/>
                  </a:lnTo>
                  <a:close/>
                  <a:moveTo>
                    <a:pt x="596394" y="1107892"/>
                  </a:moveTo>
                  <a:lnTo>
                    <a:pt x="603073" y="1117890"/>
                  </a:lnTo>
                  <a:lnTo>
                    <a:pt x="604593" y="1104482"/>
                  </a:lnTo>
                  <a:close/>
                  <a:moveTo>
                    <a:pt x="589069" y="969324"/>
                  </a:moveTo>
                  <a:lnTo>
                    <a:pt x="551718" y="986139"/>
                  </a:lnTo>
                  <a:lnTo>
                    <a:pt x="568319" y="980444"/>
                  </a:lnTo>
                  <a:close/>
                  <a:moveTo>
                    <a:pt x="534595" y="986438"/>
                  </a:moveTo>
                  <a:lnTo>
                    <a:pt x="551718" y="986139"/>
                  </a:lnTo>
                  <a:lnTo>
                    <a:pt x="589069" y="969324"/>
                  </a:lnTo>
                  <a:close/>
                  <a:moveTo>
                    <a:pt x="268916" y="615990"/>
                  </a:moveTo>
                  <a:lnTo>
                    <a:pt x="257672" y="630077"/>
                  </a:lnTo>
                  <a:lnTo>
                    <a:pt x="258433" y="605165"/>
                  </a:lnTo>
                  <a:close/>
                  <a:moveTo>
                    <a:pt x="126907" y="458770"/>
                  </a:moveTo>
                  <a:lnTo>
                    <a:pt x="108280" y="483057"/>
                  </a:lnTo>
                  <a:lnTo>
                    <a:pt x="151443" y="454300"/>
                  </a:lnTo>
                  <a:close/>
                  <a:moveTo>
                    <a:pt x="126907" y="458770"/>
                  </a:moveTo>
                  <a:lnTo>
                    <a:pt x="151443" y="454300"/>
                  </a:lnTo>
                  <a:lnTo>
                    <a:pt x="133383" y="446302"/>
                  </a:lnTo>
                  <a:close/>
                  <a:moveTo>
                    <a:pt x="151443" y="454300"/>
                  </a:moveTo>
                  <a:lnTo>
                    <a:pt x="167626" y="429119"/>
                  </a:lnTo>
                  <a:lnTo>
                    <a:pt x="133383" y="446302"/>
                  </a:lnTo>
                  <a:close/>
                  <a:moveTo>
                    <a:pt x="134954" y="392647"/>
                  </a:moveTo>
                  <a:lnTo>
                    <a:pt x="134629" y="392566"/>
                  </a:lnTo>
                  <a:lnTo>
                    <a:pt x="167626" y="429119"/>
                  </a:lnTo>
                  <a:close/>
                  <a:moveTo>
                    <a:pt x="527792" y="816240"/>
                  </a:moveTo>
                  <a:lnTo>
                    <a:pt x="517938" y="833424"/>
                  </a:lnTo>
                  <a:lnTo>
                    <a:pt x="524208" y="852995"/>
                  </a:lnTo>
                  <a:close/>
                  <a:moveTo>
                    <a:pt x="196507" y="458843"/>
                  </a:moveTo>
                  <a:lnTo>
                    <a:pt x="221325" y="421007"/>
                  </a:lnTo>
                  <a:lnTo>
                    <a:pt x="181421" y="426360"/>
                  </a:lnTo>
                  <a:close/>
                  <a:moveTo>
                    <a:pt x="229467" y="459135"/>
                  </a:moveTo>
                  <a:lnTo>
                    <a:pt x="196507" y="458843"/>
                  </a:lnTo>
                  <a:lnTo>
                    <a:pt x="246530" y="464453"/>
                  </a:lnTo>
                  <a:close/>
                  <a:moveTo>
                    <a:pt x="193421" y="390463"/>
                  </a:moveTo>
                  <a:lnTo>
                    <a:pt x="167626" y="429119"/>
                  </a:lnTo>
                  <a:lnTo>
                    <a:pt x="181421" y="426360"/>
                  </a:lnTo>
                  <a:close/>
                  <a:moveTo>
                    <a:pt x="277619" y="431507"/>
                  </a:moveTo>
                  <a:lnTo>
                    <a:pt x="280511" y="444726"/>
                  </a:lnTo>
                  <a:lnTo>
                    <a:pt x="270552" y="458060"/>
                  </a:lnTo>
                  <a:close/>
                  <a:moveTo>
                    <a:pt x="270552" y="458060"/>
                  </a:moveTo>
                  <a:lnTo>
                    <a:pt x="277514" y="455722"/>
                  </a:lnTo>
                  <a:lnTo>
                    <a:pt x="246530" y="464453"/>
                  </a:lnTo>
                  <a:close/>
                  <a:moveTo>
                    <a:pt x="824565" y="1056342"/>
                  </a:moveTo>
                  <a:lnTo>
                    <a:pt x="853877" y="1082007"/>
                  </a:lnTo>
                  <a:lnTo>
                    <a:pt x="833386" y="1053919"/>
                  </a:lnTo>
                  <a:close/>
                  <a:moveTo>
                    <a:pt x="865158" y="1061700"/>
                  </a:moveTo>
                  <a:lnTo>
                    <a:pt x="863681" y="1039159"/>
                  </a:lnTo>
                  <a:lnTo>
                    <a:pt x="866607" y="1053999"/>
                  </a:lnTo>
                  <a:close/>
                  <a:moveTo>
                    <a:pt x="865158" y="1061700"/>
                  </a:moveTo>
                  <a:lnTo>
                    <a:pt x="842846" y="1056342"/>
                  </a:lnTo>
                  <a:lnTo>
                    <a:pt x="833386" y="1053919"/>
                  </a:lnTo>
                  <a:close/>
                  <a:moveTo>
                    <a:pt x="811486" y="1002403"/>
                  </a:moveTo>
                  <a:lnTo>
                    <a:pt x="824565" y="1056342"/>
                  </a:lnTo>
                  <a:lnTo>
                    <a:pt x="847208" y="1022954"/>
                  </a:lnTo>
                  <a:close/>
                  <a:moveTo>
                    <a:pt x="847208" y="1022954"/>
                  </a:moveTo>
                  <a:lnTo>
                    <a:pt x="824565" y="1056342"/>
                  </a:lnTo>
                  <a:lnTo>
                    <a:pt x="833386" y="1053919"/>
                  </a:lnTo>
                  <a:close/>
                  <a:moveTo>
                    <a:pt x="795371" y="953722"/>
                  </a:moveTo>
                  <a:lnTo>
                    <a:pt x="734698" y="947659"/>
                  </a:lnTo>
                  <a:lnTo>
                    <a:pt x="789912" y="965648"/>
                  </a:lnTo>
                  <a:close/>
                  <a:moveTo>
                    <a:pt x="789912" y="965648"/>
                  </a:moveTo>
                  <a:lnTo>
                    <a:pt x="734698" y="947659"/>
                  </a:lnTo>
                  <a:lnTo>
                    <a:pt x="761054" y="969052"/>
                  </a:lnTo>
                  <a:close/>
                  <a:moveTo>
                    <a:pt x="670496" y="818629"/>
                  </a:moveTo>
                  <a:lnTo>
                    <a:pt x="675303" y="832690"/>
                  </a:lnTo>
                  <a:lnTo>
                    <a:pt x="662970" y="832427"/>
                  </a:lnTo>
                  <a:close/>
                  <a:moveTo>
                    <a:pt x="675303" y="832690"/>
                  </a:moveTo>
                  <a:lnTo>
                    <a:pt x="674338" y="846560"/>
                  </a:lnTo>
                  <a:lnTo>
                    <a:pt x="662970" y="832427"/>
                  </a:lnTo>
                  <a:close/>
                  <a:moveTo>
                    <a:pt x="721583" y="802416"/>
                  </a:moveTo>
                  <a:lnTo>
                    <a:pt x="675303" y="832690"/>
                  </a:lnTo>
                  <a:lnTo>
                    <a:pt x="687230" y="798554"/>
                  </a:lnTo>
                  <a:close/>
                  <a:moveTo>
                    <a:pt x="292241" y="414574"/>
                  </a:moveTo>
                  <a:lnTo>
                    <a:pt x="317205" y="411702"/>
                  </a:lnTo>
                  <a:lnTo>
                    <a:pt x="308587" y="394752"/>
                  </a:lnTo>
                  <a:close/>
                  <a:moveTo>
                    <a:pt x="317205" y="411702"/>
                  </a:moveTo>
                  <a:lnTo>
                    <a:pt x="319257" y="377569"/>
                  </a:lnTo>
                  <a:lnTo>
                    <a:pt x="308587" y="394752"/>
                  </a:lnTo>
                  <a:close/>
                  <a:moveTo>
                    <a:pt x="146684" y="147880"/>
                  </a:moveTo>
                  <a:lnTo>
                    <a:pt x="142655" y="162306"/>
                  </a:lnTo>
                  <a:lnTo>
                    <a:pt x="135201" y="157039"/>
                  </a:lnTo>
                  <a:close/>
                  <a:moveTo>
                    <a:pt x="142655" y="162306"/>
                  </a:moveTo>
                  <a:lnTo>
                    <a:pt x="146684" y="147880"/>
                  </a:lnTo>
                  <a:lnTo>
                    <a:pt x="142307" y="174222"/>
                  </a:lnTo>
                  <a:close/>
                  <a:moveTo>
                    <a:pt x="142307" y="174222"/>
                  </a:moveTo>
                  <a:lnTo>
                    <a:pt x="146684" y="147880"/>
                  </a:lnTo>
                  <a:lnTo>
                    <a:pt x="153054" y="120284"/>
                  </a:lnTo>
                  <a:close/>
                  <a:moveTo>
                    <a:pt x="687230" y="798554"/>
                  </a:moveTo>
                  <a:lnTo>
                    <a:pt x="675303" y="832690"/>
                  </a:lnTo>
                  <a:lnTo>
                    <a:pt x="670496" y="818629"/>
                  </a:lnTo>
                  <a:close/>
                  <a:moveTo>
                    <a:pt x="795371" y="953722"/>
                  </a:moveTo>
                  <a:lnTo>
                    <a:pt x="802004" y="962850"/>
                  </a:lnTo>
                  <a:lnTo>
                    <a:pt x="809768" y="928894"/>
                  </a:lnTo>
                  <a:close/>
                  <a:moveTo>
                    <a:pt x="809768" y="928894"/>
                  </a:moveTo>
                  <a:lnTo>
                    <a:pt x="802004" y="962850"/>
                  </a:lnTo>
                  <a:lnTo>
                    <a:pt x="846857" y="948465"/>
                  </a:lnTo>
                  <a:close/>
                  <a:moveTo>
                    <a:pt x="809768" y="928894"/>
                  </a:moveTo>
                  <a:lnTo>
                    <a:pt x="846857" y="948465"/>
                  </a:lnTo>
                  <a:lnTo>
                    <a:pt x="832743" y="911710"/>
                  </a:lnTo>
                  <a:close/>
                  <a:moveTo>
                    <a:pt x="815336" y="874955"/>
                  </a:moveTo>
                  <a:lnTo>
                    <a:pt x="782001" y="903733"/>
                  </a:lnTo>
                  <a:lnTo>
                    <a:pt x="809768" y="928894"/>
                  </a:lnTo>
                  <a:close/>
                  <a:moveTo>
                    <a:pt x="815336" y="874955"/>
                  </a:moveTo>
                  <a:lnTo>
                    <a:pt x="809768" y="928894"/>
                  </a:lnTo>
                  <a:lnTo>
                    <a:pt x="832743" y="911710"/>
                  </a:lnTo>
                  <a:close/>
                  <a:moveTo>
                    <a:pt x="639105" y="700789"/>
                  </a:moveTo>
                  <a:lnTo>
                    <a:pt x="633383" y="654425"/>
                  </a:lnTo>
                  <a:lnTo>
                    <a:pt x="598133" y="662263"/>
                  </a:lnTo>
                  <a:close/>
                  <a:moveTo>
                    <a:pt x="559505" y="666579"/>
                  </a:moveTo>
                  <a:lnTo>
                    <a:pt x="598133" y="662263"/>
                  </a:lnTo>
                  <a:lnTo>
                    <a:pt x="593379" y="621381"/>
                  </a:lnTo>
                  <a:close/>
                  <a:moveTo>
                    <a:pt x="633383" y="654425"/>
                  </a:moveTo>
                  <a:lnTo>
                    <a:pt x="610420" y="617670"/>
                  </a:lnTo>
                  <a:lnTo>
                    <a:pt x="598133" y="662263"/>
                  </a:lnTo>
                  <a:close/>
                  <a:moveTo>
                    <a:pt x="610420" y="617670"/>
                  </a:moveTo>
                  <a:lnTo>
                    <a:pt x="593379" y="621381"/>
                  </a:lnTo>
                  <a:lnTo>
                    <a:pt x="598133" y="662263"/>
                  </a:lnTo>
                  <a:close/>
                  <a:moveTo>
                    <a:pt x="594080" y="603223"/>
                  </a:moveTo>
                  <a:lnTo>
                    <a:pt x="569141" y="580915"/>
                  </a:lnTo>
                  <a:lnTo>
                    <a:pt x="593379" y="621381"/>
                  </a:lnTo>
                  <a:close/>
                  <a:moveTo>
                    <a:pt x="593379" y="621381"/>
                  </a:moveTo>
                  <a:lnTo>
                    <a:pt x="569141" y="580915"/>
                  </a:lnTo>
                  <a:lnTo>
                    <a:pt x="546289" y="587829"/>
                  </a:lnTo>
                  <a:close/>
                  <a:moveTo>
                    <a:pt x="593379" y="621381"/>
                  </a:moveTo>
                  <a:lnTo>
                    <a:pt x="546289" y="587829"/>
                  </a:lnTo>
                  <a:lnTo>
                    <a:pt x="556477" y="624293"/>
                  </a:lnTo>
                  <a:close/>
                  <a:moveTo>
                    <a:pt x="594080" y="603223"/>
                  </a:moveTo>
                  <a:lnTo>
                    <a:pt x="593379" y="621381"/>
                  </a:lnTo>
                  <a:lnTo>
                    <a:pt x="610420" y="617670"/>
                  </a:lnTo>
                  <a:close/>
                  <a:moveTo>
                    <a:pt x="359741" y="323630"/>
                  </a:moveTo>
                  <a:lnTo>
                    <a:pt x="379090" y="297718"/>
                  </a:lnTo>
                  <a:lnTo>
                    <a:pt x="350385" y="304059"/>
                  </a:lnTo>
                  <a:close/>
                  <a:moveTo>
                    <a:pt x="342816" y="340814"/>
                  </a:moveTo>
                  <a:lnTo>
                    <a:pt x="359741" y="323630"/>
                  </a:lnTo>
                  <a:lnTo>
                    <a:pt x="350385" y="304059"/>
                  </a:lnTo>
                  <a:close/>
                  <a:moveTo>
                    <a:pt x="166141" y="124419"/>
                  </a:moveTo>
                  <a:lnTo>
                    <a:pt x="146684" y="147880"/>
                  </a:lnTo>
                  <a:lnTo>
                    <a:pt x="135201" y="157039"/>
                  </a:lnTo>
                  <a:close/>
                  <a:moveTo>
                    <a:pt x="146684" y="147880"/>
                  </a:moveTo>
                  <a:lnTo>
                    <a:pt x="166141" y="124419"/>
                  </a:lnTo>
                  <a:lnTo>
                    <a:pt x="153054" y="120284"/>
                  </a:lnTo>
                  <a:close/>
                  <a:moveTo>
                    <a:pt x="166141" y="124419"/>
                  </a:moveTo>
                  <a:lnTo>
                    <a:pt x="187706" y="103100"/>
                  </a:lnTo>
                  <a:lnTo>
                    <a:pt x="153054" y="120284"/>
                  </a:lnTo>
                  <a:close/>
                  <a:moveTo>
                    <a:pt x="192889" y="99851"/>
                  </a:moveTo>
                  <a:lnTo>
                    <a:pt x="153054" y="120284"/>
                  </a:lnTo>
                  <a:lnTo>
                    <a:pt x="187706" y="103100"/>
                  </a:lnTo>
                  <a:close/>
                  <a:moveTo>
                    <a:pt x="192889" y="99851"/>
                  </a:moveTo>
                  <a:lnTo>
                    <a:pt x="168196" y="103734"/>
                  </a:lnTo>
                  <a:lnTo>
                    <a:pt x="153054" y="120284"/>
                  </a:lnTo>
                  <a:close/>
                  <a:moveTo>
                    <a:pt x="851184" y="905209"/>
                  </a:moveTo>
                  <a:lnTo>
                    <a:pt x="896249" y="895659"/>
                  </a:lnTo>
                  <a:lnTo>
                    <a:pt x="875453" y="867819"/>
                  </a:lnTo>
                  <a:close/>
                  <a:moveTo>
                    <a:pt x="851184" y="905209"/>
                  </a:moveTo>
                  <a:lnTo>
                    <a:pt x="875453" y="867819"/>
                  </a:lnTo>
                  <a:lnTo>
                    <a:pt x="842233" y="867738"/>
                  </a:lnTo>
                  <a:close/>
                  <a:moveTo>
                    <a:pt x="896249" y="895659"/>
                  </a:moveTo>
                  <a:lnTo>
                    <a:pt x="900012" y="903387"/>
                  </a:lnTo>
                  <a:lnTo>
                    <a:pt x="936638" y="915749"/>
                  </a:lnTo>
                  <a:close/>
                  <a:moveTo>
                    <a:pt x="842233" y="867738"/>
                  </a:moveTo>
                  <a:lnTo>
                    <a:pt x="857705" y="841415"/>
                  </a:lnTo>
                  <a:lnTo>
                    <a:pt x="825789" y="846666"/>
                  </a:lnTo>
                  <a:close/>
                  <a:moveTo>
                    <a:pt x="842233" y="867738"/>
                  </a:moveTo>
                  <a:lnTo>
                    <a:pt x="875453" y="867819"/>
                  </a:lnTo>
                  <a:lnTo>
                    <a:pt x="857705" y="841415"/>
                  </a:lnTo>
                  <a:close/>
                  <a:moveTo>
                    <a:pt x="633383" y="654425"/>
                  </a:moveTo>
                  <a:lnTo>
                    <a:pt x="642882" y="661110"/>
                  </a:lnTo>
                  <a:lnTo>
                    <a:pt x="643144" y="652758"/>
                  </a:lnTo>
                  <a:close/>
                  <a:moveTo>
                    <a:pt x="610420" y="617670"/>
                  </a:moveTo>
                  <a:lnTo>
                    <a:pt x="643144" y="652758"/>
                  </a:lnTo>
                  <a:lnTo>
                    <a:pt x="638350" y="611908"/>
                  </a:lnTo>
                  <a:close/>
                  <a:moveTo>
                    <a:pt x="610420" y="617670"/>
                  </a:moveTo>
                  <a:lnTo>
                    <a:pt x="633383" y="654425"/>
                  </a:lnTo>
                  <a:lnTo>
                    <a:pt x="643144" y="652758"/>
                  </a:lnTo>
                  <a:close/>
                  <a:moveTo>
                    <a:pt x="684391" y="646313"/>
                  </a:moveTo>
                  <a:lnTo>
                    <a:pt x="643144" y="652758"/>
                  </a:lnTo>
                  <a:lnTo>
                    <a:pt x="642882" y="661110"/>
                  </a:lnTo>
                  <a:close/>
                  <a:moveTo>
                    <a:pt x="688557" y="611098"/>
                  </a:moveTo>
                  <a:lnTo>
                    <a:pt x="677039" y="600487"/>
                  </a:lnTo>
                  <a:lnTo>
                    <a:pt x="684391" y="646313"/>
                  </a:lnTo>
                  <a:close/>
                  <a:moveTo>
                    <a:pt x="684391" y="646313"/>
                  </a:moveTo>
                  <a:lnTo>
                    <a:pt x="677039" y="600487"/>
                  </a:lnTo>
                  <a:lnTo>
                    <a:pt x="638350" y="611908"/>
                  </a:lnTo>
                  <a:close/>
                  <a:moveTo>
                    <a:pt x="684391" y="646313"/>
                  </a:moveTo>
                  <a:lnTo>
                    <a:pt x="638350" y="611908"/>
                  </a:lnTo>
                  <a:lnTo>
                    <a:pt x="643144" y="652758"/>
                  </a:lnTo>
                  <a:close/>
                  <a:moveTo>
                    <a:pt x="596533" y="574069"/>
                  </a:moveTo>
                  <a:lnTo>
                    <a:pt x="594080" y="603223"/>
                  </a:lnTo>
                  <a:lnTo>
                    <a:pt x="634579" y="563732"/>
                  </a:lnTo>
                  <a:close/>
                  <a:moveTo>
                    <a:pt x="594080" y="603223"/>
                  </a:moveTo>
                  <a:lnTo>
                    <a:pt x="610420" y="617670"/>
                  </a:lnTo>
                  <a:lnTo>
                    <a:pt x="634579" y="563732"/>
                  </a:lnTo>
                  <a:close/>
                  <a:moveTo>
                    <a:pt x="634579" y="563732"/>
                  </a:moveTo>
                  <a:lnTo>
                    <a:pt x="610420" y="617670"/>
                  </a:lnTo>
                  <a:lnTo>
                    <a:pt x="644355" y="570411"/>
                  </a:lnTo>
                  <a:close/>
                  <a:moveTo>
                    <a:pt x="644355" y="570411"/>
                  </a:moveTo>
                  <a:lnTo>
                    <a:pt x="610420" y="617670"/>
                  </a:lnTo>
                  <a:lnTo>
                    <a:pt x="638350" y="611908"/>
                  </a:lnTo>
                  <a:close/>
                  <a:moveTo>
                    <a:pt x="638350" y="611908"/>
                  </a:moveTo>
                  <a:lnTo>
                    <a:pt x="677039" y="600487"/>
                  </a:lnTo>
                  <a:lnTo>
                    <a:pt x="644355" y="570411"/>
                  </a:lnTo>
                  <a:close/>
                  <a:moveTo>
                    <a:pt x="581579" y="544160"/>
                  </a:moveTo>
                  <a:lnTo>
                    <a:pt x="634579" y="563732"/>
                  </a:lnTo>
                  <a:lnTo>
                    <a:pt x="622170" y="526977"/>
                  </a:lnTo>
                  <a:close/>
                  <a:moveTo>
                    <a:pt x="198962" y="98870"/>
                  </a:moveTo>
                  <a:lnTo>
                    <a:pt x="187706" y="103100"/>
                  </a:lnTo>
                  <a:lnTo>
                    <a:pt x="216946" y="93585"/>
                  </a:lnTo>
                  <a:close/>
                  <a:moveTo>
                    <a:pt x="224831" y="103100"/>
                  </a:moveTo>
                  <a:lnTo>
                    <a:pt x="198962" y="98870"/>
                  </a:lnTo>
                  <a:lnTo>
                    <a:pt x="227185" y="103499"/>
                  </a:lnTo>
                  <a:close/>
                  <a:moveTo>
                    <a:pt x="227185" y="103499"/>
                  </a:moveTo>
                  <a:lnTo>
                    <a:pt x="198962" y="98870"/>
                  </a:lnTo>
                  <a:lnTo>
                    <a:pt x="216946" y="93585"/>
                  </a:lnTo>
                  <a:close/>
                  <a:moveTo>
                    <a:pt x="227185" y="103499"/>
                  </a:moveTo>
                  <a:lnTo>
                    <a:pt x="216946" y="93585"/>
                  </a:lnTo>
                  <a:lnTo>
                    <a:pt x="254516" y="109477"/>
                  </a:lnTo>
                  <a:close/>
                  <a:moveTo>
                    <a:pt x="281565" y="86032"/>
                  </a:moveTo>
                  <a:lnTo>
                    <a:pt x="227185" y="103499"/>
                  </a:lnTo>
                  <a:lnTo>
                    <a:pt x="254516" y="109477"/>
                  </a:lnTo>
                  <a:close/>
                  <a:moveTo>
                    <a:pt x="192889" y="99851"/>
                  </a:moveTo>
                  <a:lnTo>
                    <a:pt x="187706" y="103100"/>
                  </a:lnTo>
                  <a:lnTo>
                    <a:pt x="198962" y="98870"/>
                  </a:lnTo>
                  <a:close/>
                  <a:moveTo>
                    <a:pt x="198962" y="98870"/>
                  </a:moveTo>
                  <a:lnTo>
                    <a:pt x="224831" y="103100"/>
                  </a:lnTo>
                  <a:lnTo>
                    <a:pt x="192889" y="99851"/>
                  </a:lnTo>
                  <a:close/>
                  <a:moveTo>
                    <a:pt x="912824" y="926931"/>
                  </a:moveTo>
                  <a:lnTo>
                    <a:pt x="936638" y="915749"/>
                  </a:lnTo>
                  <a:lnTo>
                    <a:pt x="900012" y="903387"/>
                  </a:lnTo>
                  <a:close/>
                  <a:moveTo>
                    <a:pt x="677039" y="600487"/>
                  </a:moveTo>
                  <a:lnTo>
                    <a:pt x="688557" y="611098"/>
                  </a:lnTo>
                  <a:lnTo>
                    <a:pt x="691824" y="595523"/>
                  </a:lnTo>
                  <a:close/>
                  <a:moveTo>
                    <a:pt x="646650" y="560414"/>
                  </a:moveTo>
                  <a:lnTo>
                    <a:pt x="644355" y="570411"/>
                  </a:lnTo>
                  <a:lnTo>
                    <a:pt x="683763" y="546548"/>
                  </a:lnTo>
                  <a:close/>
                  <a:moveTo>
                    <a:pt x="644355" y="570411"/>
                  </a:moveTo>
                  <a:lnTo>
                    <a:pt x="677039" y="600487"/>
                  </a:lnTo>
                  <a:lnTo>
                    <a:pt x="683763" y="546548"/>
                  </a:lnTo>
                  <a:close/>
                  <a:moveTo>
                    <a:pt x="683763" y="546548"/>
                  </a:moveTo>
                  <a:lnTo>
                    <a:pt x="677039" y="600487"/>
                  </a:lnTo>
                  <a:lnTo>
                    <a:pt x="701097" y="561777"/>
                  </a:lnTo>
                  <a:close/>
                  <a:moveTo>
                    <a:pt x="701097" y="561777"/>
                  </a:moveTo>
                  <a:lnTo>
                    <a:pt x="677039" y="600487"/>
                  </a:lnTo>
                  <a:lnTo>
                    <a:pt x="691824" y="595523"/>
                  </a:lnTo>
                  <a:close/>
                  <a:moveTo>
                    <a:pt x="733646" y="588611"/>
                  </a:moveTo>
                  <a:lnTo>
                    <a:pt x="691824" y="595523"/>
                  </a:lnTo>
                  <a:lnTo>
                    <a:pt x="688557" y="611098"/>
                  </a:lnTo>
                  <a:close/>
                  <a:moveTo>
                    <a:pt x="691824" y="595523"/>
                  </a:moveTo>
                  <a:lnTo>
                    <a:pt x="733646" y="588611"/>
                  </a:lnTo>
                  <a:lnTo>
                    <a:pt x="701097" y="561777"/>
                  </a:lnTo>
                  <a:close/>
                  <a:moveTo>
                    <a:pt x="634579" y="563732"/>
                  </a:moveTo>
                  <a:lnTo>
                    <a:pt x="644355" y="570411"/>
                  </a:lnTo>
                  <a:lnTo>
                    <a:pt x="646650" y="560414"/>
                  </a:lnTo>
                  <a:close/>
                  <a:moveTo>
                    <a:pt x="306179" y="81855"/>
                  </a:moveTo>
                  <a:lnTo>
                    <a:pt x="281565" y="86032"/>
                  </a:lnTo>
                  <a:lnTo>
                    <a:pt x="254516" y="109477"/>
                  </a:lnTo>
                  <a:close/>
                  <a:moveTo>
                    <a:pt x="327069" y="75985"/>
                  </a:moveTo>
                  <a:lnTo>
                    <a:pt x="282158" y="85917"/>
                  </a:lnTo>
                  <a:lnTo>
                    <a:pt x="337486" y="74328"/>
                  </a:lnTo>
                  <a:close/>
                  <a:moveTo>
                    <a:pt x="337486" y="74328"/>
                  </a:moveTo>
                  <a:lnTo>
                    <a:pt x="282158" y="85917"/>
                  </a:lnTo>
                  <a:lnTo>
                    <a:pt x="281565" y="86032"/>
                  </a:lnTo>
                  <a:close/>
                  <a:moveTo>
                    <a:pt x="337486" y="74328"/>
                  </a:moveTo>
                  <a:lnTo>
                    <a:pt x="281565" y="86032"/>
                  </a:lnTo>
                  <a:lnTo>
                    <a:pt x="306179" y="81855"/>
                  </a:lnTo>
                  <a:close/>
                  <a:moveTo>
                    <a:pt x="756102" y="583303"/>
                  </a:moveTo>
                  <a:lnTo>
                    <a:pt x="767488" y="566120"/>
                  </a:lnTo>
                  <a:lnTo>
                    <a:pt x="736970" y="571322"/>
                  </a:lnTo>
                  <a:close/>
                  <a:moveTo>
                    <a:pt x="767488" y="566120"/>
                  </a:moveTo>
                  <a:lnTo>
                    <a:pt x="758327" y="554965"/>
                  </a:lnTo>
                  <a:lnTo>
                    <a:pt x="736970" y="571322"/>
                  </a:lnTo>
                  <a:close/>
                  <a:moveTo>
                    <a:pt x="736970" y="571322"/>
                  </a:moveTo>
                  <a:lnTo>
                    <a:pt x="758327" y="554965"/>
                  </a:lnTo>
                  <a:lnTo>
                    <a:pt x="701097" y="561777"/>
                  </a:lnTo>
                  <a:close/>
                  <a:moveTo>
                    <a:pt x="708562" y="537168"/>
                  </a:moveTo>
                  <a:lnTo>
                    <a:pt x="744807" y="504415"/>
                  </a:lnTo>
                  <a:lnTo>
                    <a:pt x="738170" y="495439"/>
                  </a:lnTo>
                  <a:close/>
                  <a:moveTo>
                    <a:pt x="680434" y="425795"/>
                  </a:moveTo>
                  <a:lnTo>
                    <a:pt x="645205" y="436284"/>
                  </a:lnTo>
                  <a:lnTo>
                    <a:pt x="694819" y="442092"/>
                  </a:lnTo>
                  <a:close/>
                  <a:moveTo>
                    <a:pt x="694819" y="442092"/>
                  </a:moveTo>
                  <a:lnTo>
                    <a:pt x="645205" y="436284"/>
                  </a:lnTo>
                  <a:lnTo>
                    <a:pt x="637662" y="449180"/>
                  </a:lnTo>
                  <a:close/>
                  <a:moveTo>
                    <a:pt x="694819" y="442092"/>
                  </a:moveTo>
                  <a:lnTo>
                    <a:pt x="637662" y="449180"/>
                  </a:lnTo>
                  <a:lnTo>
                    <a:pt x="662418" y="445529"/>
                  </a:lnTo>
                  <a:close/>
                  <a:moveTo>
                    <a:pt x="446694" y="233486"/>
                  </a:moveTo>
                  <a:lnTo>
                    <a:pt x="467962" y="239354"/>
                  </a:lnTo>
                  <a:lnTo>
                    <a:pt x="459409" y="215754"/>
                  </a:lnTo>
                  <a:close/>
                  <a:moveTo>
                    <a:pt x="459409" y="215754"/>
                  </a:moveTo>
                  <a:lnTo>
                    <a:pt x="477933" y="235325"/>
                  </a:lnTo>
                  <a:lnTo>
                    <a:pt x="489095" y="198570"/>
                  </a:lnTo>
                  <a:close/>
                  <a:moveTo>
                    <a:pt x="492319" y="183285"/>
                  </a:moveTo>
                  <a:lnTo>
                    <a:pt x="459409" y="215754"/>
                  </a:lnTo>
                  <a:lnTo>
                    <a:pt x="489095" y="198570"/>
                  </a:lnTo>
                  <a:close/>
                  <a:moveTo>
                    <a:pt x="373485" y="51550"/>
                  </a:moveTo>
                  <a:lnTo>
                    <a:pt x="370317" y="67915"/>
                  </a:lnTo>
                  <a:lnTo>
                    <a:pt x="366165" y="85346"/>
                  </a:lnTo>
                  <a:close/>
                  <a:moveTo>
                    <a:pt x="366165" y="85346"/>
                  </a:moveTo>
                  <a:lnTo>
                    <a:pt x="370317" y="67915"/>
                  </a:lnTo>
                  <a:lnTo>
                    <a:pt x="369965" y="71185"/>
                  </a:lnTo>
                  <a:close/>
                  <a:moveTo>
                    <a:pt x="366165" y="85346"/>
                  </a:moveTo>
                  <a:lnTo>
                    <a:pt x="369965" y="71185"/>
                  </a:lnTo>
                  <a:lnTo>
                    <a:pt x="337486" y="74328"/>
                  </a:lnTo>
                  <a:close/>
                  <a:moveTo>
                    <a:pt x="385946" y="34729"/>
                  </a:moveTo>
                  <a:lnTo>
                    <a:pt x="370317" y="67915"/>
                  </a:lnTo>
                  <a:lnTo>
                    <a:pt x="373485" y="51550"/>
                  </a:lnTo>
                  <a:close/>
                  <a:moveTo>
                    <a:pt x="789320" y="525690"/>
                  </a:moveTo>
                  <a:lnTo>
                    <a:pt x="758320" y="523804"/>
                  </a:lnTo>
                  <a:lnTo>
                    <a:pt x="807736" y="555465"/>
                  </a:lnTo>
                  <a:close/>
                  <a:moveTo>
                    <a:pt x="758320" y="523804"/>
                  </a:moveTo>
                  <a:lnTo>
                    <a:pt x="781114" y="515584"/>
                  </a:lnTo>
                  <a:lnTo>
                    <a:pt x="744807" y="504415"/>
                  </a:lnTo>
                  <a:close/>
                  <a:moveTo>
                    <a:pt x="758320" y="523804"/>
                  </a:moveTo>
                  <a:lnTo>
                    <a:pt x="789320" y="525690"/>
                  </a:lnTo>
                  <a:lnTo>
                    <a:pt x="781114" y="515584"/>
                  </a:lnTo>
                  <a:close/>
                  <a:moveTo>
                    <a:pt x="405976" y="13411"/>
                  </a:moveTo>
                  <a:lnTo>
                    <a:pt x="385946" y="34729"/>
                  </a:lnTo>
                  <a:lnTo>
                    <a:pt x="373485" y="51550"/>
                  </a:lnTo>
                  <a:close/>
                  <a:moveTo>
                    <a:pt x="582870" y="80273"/>
                  </a:moveTo>
                  <a:lnTo>
                    <a:pt x="574292" y="55186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74292" y="55186"/>
                  </a:lnTo>
                  <a:lnTo>
                    <a:pt x="582870" y="80273"/>
                  </a:lnTo>
                  <a:close/>
                  <a:moveTo>
                    <a:pt x="574292" y="55186"/>
                  </a:moveTo>
                  <a:lnTo>
                    <a:pt x="570494" y="53939"/>
                  </a:lnTo>
                  <a:lnTo>
                    <a:pt x="575041" y="51001"/>
                  </a:lnTo>
                  <a:close/>
                  <a:moveTo>
                    <a:pt x="727248" y="183775"/>
                  </a:moveTo>
                  <a:lnTo>
                    <a:pt x="722950" y="194583"/>
                  </a:lnTo>
                  <a:lnTo>
                    <a:pt x="707012" y="199058"/>
                  </a:lnTo>
                  <a:close/>
                  <a:moveTo>
                    <a:pt x="727248" y="183775"/>
                  </a:moveTo>
                  <a:lnTo>
                    <a:pt x="713774" y="195973"/>
                  </a:lnTo>
                  <a:lnTo>
                    <a:pt x="722950" y="194583"/>
                  </a:lnTo>
                  <a:close/>
                  <a:moveTo>
                    <a:pt x="724007" y="147020"/>
                  </a:moveTo>
                  <a:lnTo>
                    <a:pt x="679744" y="164204"/>
                  </a:lnTo>
                  <a:lnTo>
                    <a:pt x="727248" y="183775"/>
                  </a:lnTo>
                  <a:close/>
                  <a:moveTo>
                    <a:pt x="585804" y="91242"/>
                  </a:moveTo>
                  <a:lnTo>
                    <a:pt x="595360" y="73510"/>
                  </a:lnTo>
                  <a:lnTo>
                    <a:pt x="586903" y="89681"/>
                  </a:lnTo>
                  <a:close/>
                  <a:moveTo>
                    <a:pt x="586057" y="90693"/>
                  </a:moveTo>
                  <a:lnTo>
                    <a:pt x="585804" y="91242"/>
                  </a:lnTo>
                  <a:lnTo>
                    <a:pt x="586903" y="89681"/>
                  </a:lnTo>
                  <a:close/>
                  <a:moveTo>
                    <a:pt x="586903" y="89681"/>
                  </a:moveTo>
                  <a:lnTo>
                    <a:pt x="600708" y="50757"/>
                  </a:lnTo>
                  <a:lnTo>
                    <a:pt x="586057" y="90693"/>
                  </a:lnTo>
                  <a:close/>
                  <a:moveTo>
                    <a:pt x="580149" y="50424"/>
                  </a:moveTo>
                  <a:lnTo>
                    <a:pt x="582870" y="80273"/>
                  </a:lnTo>
                  <a:lnTo>
                    <a:pt x="586057" y="90693"/>
                  </a:lnTo>
                  <a:close/>
                  <a:moveTo>
                    <a:pt x="600052" y="36755"/>
                  </a:moveTo>
                  <a:lnTo>
                    <a:pt x="580149" y="50424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82870" y="80273"/>
                  </a:lnTo>
                  <a:lnTo>
                    <a:pt x="580149" y="50424"/>
                  </a:lnTo>
                  <a:close/>
                  <a:moveTo>
                    <a:pt x="600708" y="50757"/>
                  </a:moveTo>
                  <a:lnTo>
                    <a:pt x="586903" y="89681"/>
                  </a:lnTo>
                  <a:lnTo>
                    <a:pt x="595360" y="73510"/>
                  </a:lnTo>
                  <a:close/>
                  <a:moveTo>
                    <a:pt x="575041" y="51001"/>
                  </a:moveTo>
                  <a:lnTo>
                    <a:pt x="570494" y="53939"/>
                  </a:lnTo>
                  <a:lnTo>
                    <a:pt x="580149" y="50424"/>
                  </a:lnTo>
                  <a:close/>
                  <a:moveTo>
                    <a:pt x="579351" y="17184"/>
                  </a:moveTo>
                  <a:lnTo>
                    <a:pt x="600052" y="36755"/>
                  </a:lnTo>
                  <a:lnTo>
                    <a:pt x="592525" y="0"/>
                  </a:lnTo>
                  <a:close/>
                  <a:moveTo>
                    <a:pt x="727248" y="183775"/>
                  </a:moveTo>
                  <a:lnTo>
                    <a:pt x="735511" y="166592"/>
                  </a:lnTo>
                  <a:lnTo>
                    <a:pt x="724007" y="147020"/>
                  </a:lnTo>
                  <a:close/>
                  <a:moveTo>
                    <a:pt x="751043" y="114529"/>
                  </a:moveTo>
                  <a:lnTo>
                    <a:pt x="735746" y="139433"/>
                  </a:lnTo>
                  <a:lnTo>
                    <a:pt x="740841" y="93082"/>
                  </a:lnTo>
                  <a:close/>
                  <a:moveTo>
                    <a:pt x="619331" y="19572"/>
                  </a:moveTo>
                  <a:lnTo>
                    <a:pt x="592525" y="0"/>
                  </a:lnTo>
                  <a:lnTo>
                    <a:pt x="600052" y="36755"/>
                  </a:lnTo>
                  <a:close/>
                  <a:moveTo>
                    <a:pt x="801212" y="112654"/>
                  </a:moveTo>
                  <a:lnTo>
                    <a:pt x="801740" y="111660"/>
                  </a:lnTo>
                  <a:lnTo>
                    <a:pt x="740841" y="93082"/>
                  </a:lnTo>
                  <a:close/>
                  <a:moveTo>
                    <a:pt x="749907" y="129837"/>
                  </a:moveTo>
                  <a:lnTo>
                    <a:pt x="801212" y="112654"/>
                  </a:lnTo>
                  <a:lnTo>
                    <a:pt x="740841" y="9308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16" name="Input_density__116">
              <a:extLst>
                <a:ext uri="{FF2B5EF4-FFF2-40B4-BE49-F238E27FC236}">
                  <a16:creationId xmlns:a16="http://schemas.microsoft.com/office/drawing/2014/main" id="{338F4E26-C1E2-3216-32ED-ED8C48043FCE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610804"/>
              <a:ext cx="900012" cy="1375195"/>
            </a:xfrm>
            <a:custGeom>
              <a:avLst/>
              <a:gdLst/>
              <a:ahLst/>
              <a:cxnLst/>
              <a:rect l="0" t="0" r="0" b="0"/>
              <a:pathLst>
                <a:path w="900012" h="1375195">
                  <a:moveTo>
                    <a:pt x="228973" y="1337295"/>
                  </a:moveTo>
                  <a:lnTo>
                    <a:pt x="228785" y="1343005"/>
                  </a:lnTo>
                  <a:lnTo>
                    <a:pt x="258037" y="1321257"/>
                  </a:lnTo>
                  <a:close/>
                  <a:moveTo>
                    <a:pt x="258037" y="1321257"/>
                  </a:moveTo>
                  <a:lnTo>
                    <a:pt x="228785" y="1343005"/>
                  </a:lnTo>
                  <a:lnTo>
                    <a:pt x="246460" y="1375195"/>
                  </a:lnTo>
                  <a:close/>
                  <a:moveTo>
                    <a:pt x="226437" y="1338440"/>
                  </a:moveTo>
                  <a:lnTo>
                    <a:pt x="228785" y="1343005"/>
                  </a:lnTo>
                  <a:lnTo>
                    <a:pt x="228973" y="1337295"/>
                  </a:lnTo>
                  <a:close/>
                  <a:moveTo>
                    <a:pt x="219332" y="1301685"/>
                  </a:moveTo>
                  <a:lnTo>
                    <a:pt x="228973" y="1337295"/>
                  </a:lnTo>
                  <a:lnTo>
                    <a:pt x="258037" y="1321257"/>
                  </a:lnTo>
                  <a:close/>
                  <a:moveTo>
                    <a:pt x="219332" y="1301685"/>
                  </a:moveTo>
                  <a:lnTo>
                    <a:pt x="258037" y="1321257"/>
                  </a:lnTo>
                  <a:lnTo>
                    <a:pt x="247891" y="1284502"/>
                  </a:lnTo>
                  <a:close/>
                  <a:moveTo>
                    <a:pt x="258037" y="1321257"/>
                  </a:moveTo>
                  <a:lnTo>
                    <a:pt x="303119" y="1348851"/>
                  </a:lnTo>
                  <a:lnTo>
                    <a:pt x="302792" y="1304370"/>
                  </a:lnTo>
                  <a:close/>
                  <a:moveTo>
                    <a:pt x="303947" y="1304073"/>
                  </a:moveTo>
                  <a:lnTo>
                    <a:pt x="302792" y="1304370"/>
                  </a:lnTo>
                  <a:lnTo>
                    <a:pt x="303119" y="1348851"/>
                  </a:lnTo>
                  <a:close/>
                  <a:moveTo>
                    <a:pt x="288882" y="1267318"/>
                  </a:moveTo>
                  <a:lnTo>
                    <a:pt x="302792" y="1304370"/>
                  </a:lnTo>
                  <a:lnTo>
                    <a:pt x="302416" y="1301308"/>
                  </a:lnTo>
                  <a:close/>
                  <a:moveTo>
                    <a:pt x="258037" y="1321257"/>
                  </a:moveTo>
                  <a:lnTo>
                    <a:pt x="302792" y="1304370"/>
                  </a:lnTo>
                  <a:lnTo>
                    <a:pt x="288882" y="1267318"/>
                  </a:lnTo>
                  <a:close/>
                  <a:moveTo>
                    <a:pt x="247891" y="1284502"/>
                  </a:moveTo>
                  <a:lnTo>
                    <a:pt x="258037" y="1321257"/>
                  </a:lnTo>
                  <a:lnTo>
                    <a:pt x="288882" y="1267318"/>
                  </a:lnTo>
                  <a:close/>
                  <a:moveTo>
                    <a:pt x="302792" y="1304370"/>
                  </a:moveTo>
                  <a:lnTo>
                    <a:pt x="303947" y="1304073"/>
                  </a:lnTo>
                  <a:lnTo>
                    <a:pt x="302416" y="1301308"/>
                  </a:lnTo>
                  <a:close/>
                  <a:moveTo>
                    <a:pt x="240646" y="1247747"/>
                  </a:moveTo>
                  <a:lnTo>
                    <a:pt x="247891" y="1284502"/>
                  </a:lnTo>
                  <a:lnTo>
                    <a:pt x="288882" y="1267318"/>
                  </a:lnTo>
                  <a:close/>
                  <a:moveTo>
                    <a:pt x="240646" y="1247747"/>
                  </a:moveTo>
                  <a:lnTo>
                    <a:pt x="288882" y="1267318"/>
                  </a:lnTo>
                  <a:lnTo>
                    <a:pt x="270729" y="1230563"/>
                  </a:lnTo>
                  <a:close/>
                  <a:moveTo>
                    <a:pt x="232231" y="1157054"/>
                  </a:moveTo>
                  <a:lnTo>
                    <a:pt x="222646" y="1210992"/>
                  </a:lnTo>
                  <a:lnTo>
                    <a:pt x="247440" y="1193808"/>
                  </a:lnTo>
                  <a:close/>
                  <a:moveTo>
                    <a:pt x="356654" y="1286890"/>
                  </a:moveTo>
                  <a:lnTo>
                    <a:pt x="354707" y="1276028"/>
                  </a:lnTo>
                  <a:lnTo>
                    <a:pt x="303947" y="1304073"/>
                  </a:lnTo>
                  <a:close/>
                  <a:moveTo>
                    <a:pt x="303947" y="1304073"/>
                  </a:moveTo>
                  <a:lnTo>
                    <a:pt x="354707" y="127602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54707" y="1276028"/>
                  </a:lnTo>
                  <a:lnTo>
                    <a:pt x="346662" y="1251046"/>
                  </a:lnTo>
                  <a:close/>
                  <a:moveTo>
                    <a:pt x="303947" y="1304073"/>
                  </a:moveTo>
                  <a:lnTo>
                    <a:pt x="297342" y="1264053"/>
                  </a:lnTo>
                  <a:lnTo>
                    <a:pt x="302416" y="1301308"/>
                  </a:lnTo>
                  <a:close/>
                  <a:moveTo>
                    <a:pt x="288882" y="1267318"/>
                  </a:moveTo>
                  <a:lnTo>
                    <a:pt x="302416" y="1301308"/>
                  </a:lnTo>
                  <a:lnTo>
                    <a:pt x="297342" y="1264053"/>
                  </a:lnTo>
                  <a:close/>
                  <a:moveTo>
                    <a:pt x="270729" y="1230563"/>
                  </a:moveTo>
                  <a:lnTo>
                    <a:pt x="297342" y="1264053"/>
                  </a:lnTo>
                  <a:lnTo>
                    <a:pt x="292820" y="1222982"/>
                  </a:lnTo>
                  <a:close/>
                  <a:moveTo>
                    <a:pt x="270729" y="1230563"/>
                  </a:moveTo>
                  <a:lnTo>
                    <a:pt x="288882" y="126731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46662" y="1251046"/>
                  </a:lnTo>
                  <a:lnTo>
                    <a:pt x="330793" y="1219199"/>
                  </a:lnTo>
                  <a:close/>
                  <a:moveTo>
                    <a:pt x="297342" y="1264053"/>
                  </a:moveTo>
                  <a:lnTo>
                    <a:pt x="330793" y="1219199"/>
                  </a:lnTo>
                  <a:lnTo>
                    <a:pt x="292820" y="1222982"/>
                  </a:lnTo>
                  <a:close/>
                  <a:moveTo>
                    <a:pt x="346662" y="1251046"/>
                  </a:moveTo>
                  <a:lnTo>
                    <a:pt x="354707" y="1276028"/>
                  </a:lnTo>
                  <a:lnTo>
                    <a:pt x="350496" y="1250135"/>
                  </a:lnTo>
                  <a:close/>
                  <a:moveTo>
                    <a:pt x="247440" y="1193808"/>
                  </a:moveTo>
                  <a:lnTo>
                    <a:pt x="292820" y="1222982"/>
                  </a:lnTo>
                  <a:lnTo>
                    <a:pt x="286148" y="1183659"/>
                  </a:lnTo>
                  <a:close/>
                  <a:moveTo>
                    <a:pt x="247440" y="1193808"/>
                  </a:moveTo>
                  <a:lnTo>
                    <a:pt x="270729" y="1230563"/>
                  </a:lnTo>
                  <a:lnTo>
                    <a:pt x="292820" y="1222982"/>
                  </a:lnTo>
                  <a:close/>
                  <a:moveTo>
                    <a:pt x="232231" y="1157054"/>
                  </a:moveTo>
                  <a:lnTo>
                    <a:pt x="286148" y="1183659"/>
                  </a:lnTo>
                  <a:lnTo>
                    <a:pt x="276227" y="1146978"/>
                  </a:lnTo>
                  <a:close/>
                  <a:moveTo>
                    <a:pt x="232231" y="1157054"/>
                  </a:moveTo>
                  <a:lnTo>
                    <a:pt x="247440" y="1193808"/>
                  </a:lnTo>
                  <a:lnTo>
                    <a:pt x="286148" y="1183659"/>
                  </a:lnTo>
                  <a:close/>
                  <a:moveTo>
                    <a:pt x="358209" y="1286405"/>
                  </a:moveTo>
                  <a:lnTo>
                    <a:pt x="350496" y="1250135"/>
                  </a:lnTo>
                  <a:lnTo>
                    <a:pt x="354707" y="1276028"/>
                  </a:lnTo>
                  <a:close/>
                  <a:moveTo>
                    <a:pt x="395284" y="1238605"/>
                  </a:moveTo>
                  <a:lnTo>
                    <a:pt x="350496" y="1250135"/>
                  </a:lnTo>
                  <a:lnTo>
                    <a:pt x="358209" y="1286405"/>
                  </a:lnTo>
                  <a:close/>
                  <a:moveTo>
                    <a:pt x="0" y="681627"/>
                  </a:moveTo>
                  <a:lnTo>
                    <a:pt x="39341" y="701198"/>
                  </a:lnTo>
                  <a:lnTo>
                    <a:pt x="33669" y="664444"/>
                  </a:lnTo>
                  <a:close/>
                  <a:moveTo>
                    <a:pt x="39116" y="651128"/>
                  </a:moveTo>
                  <a:lnTo>
                    <a:pt x="0" y="681627"/>
                  </a:lnTo>
                  <a:lnTo>
                    <a:pt x="33669" y="664444"/>
                  </a:lnTo>
                  <a:close/>
                  <a:moveTo>
                    <a:pt x="469454" y="1179013"/>
                  </a:moveTo>
                  <a:lnTo>
                    <a:pt x="488918" y="1211676"/>
                  </a:lnTo>
                  <a:lnTo>
                    <a:pt x="499529" y="1163284"/>
                  </a:lnTo>
                  <a:close/>
                  <a:moveTo>
                    <a:pt x="461442" y="1142258"/>
                  </a:moveTo>
                  <a:lnTo>
                    <a:pt x="499529" y="1163284"/>
                  </a:lnTo>
                  <a:lnTo>
                    <a:pt x="476577" y="1137197"/>
                  </a:lnTo>
                  <a:close/>
                  <a:moveTo>
                    <a:pt x="461442" y="1142258"/>
                  </a:moveTo>
                  <a:lnTo>
                    <a:pt x="469454" y="1179013"/>
                  </a:lnTo>
                  <a:lnTo>
                    <a:pt x="499529" y="1163284"/>
                  </a:lnTo>
                  <a:close/>
                  <a:moveTo>
                    <a:pt x="33669" y="664444"/>
                  </a:moveTo>
                  <a:lnTo>
                    <a:pt x="69965" y="670258"/>
                  </a:lnTo>
                  <a:lnTo>
                    <a:pt x="49403" y="658976"/>
                  </a:lnTo>
                  <a:close/>
                  <a:moveTo>
                    <a:pt x="39116" y="651128"/>
                  </a:moveTo>
                  <a:lnTo>
                    <a:pt x="33669" y="664444"/>
                  </a:lnTo>
                  <a:lnTo>
                    <a:pt x="49403" y="658976"/>
                  </a:lnTo>
                  <a:close/>
                  <a:moveTo>
                    <a:pt x="49403" y="658976"/>
                  </a:moveTo>
                  <a:lnTo>
                    <a:pt x="67416" y="632361"/>
                  </a:lnTo>
                  <a:lnTo>
                    <a:pt x="39116" y="651128"/>
                  </a:lnTo>
                  <a:close/>
                  <a:moveTo>
                    <a:pt x="49403" y="658976"/>
                  </a:moveTo>
                  <a:lnTo>
                    <a:pt x="91942" y="651481"/>
                  </a:lnTo>
                  <a:lnTo>
                    <a:pt x="67416" y="632361"/>
                  </a:lnTo>
                  <a:close/>
                  <a:moveTo>
                    <a:pt x="91942" y="651481"/>
                  </a:moveTo>
                  <a:lnTo>
                    <a:pt x="49403" y="658976"/>
                  </a:lnTo>
                  <a:lnTo>
                    <a:pt x="102903" y="668832"/>
                  </a:lnTo>
                  <a:close/>
                  <a:moveTo>
                    <a:pt x="49403" y="658976"/>
                  </a:moveTo>
                  <a:lnTo>
                    <a:pt x="69965" y="670258"/>
                  </a:lnTo>
                  <a:lnTo>
                    <a:pt x="102903" y="668832"/>
                  </a:lnTo>
                  <a:close/>
                  <a:moveTo>
                    <a:pt x="128081" y="649189"/>
                  </a:moveTo>
                  <a:lnTo>
                    <a:pt x="91942" y="651481"/>
                  </a:lnTo>
                  <a:lnTo>
                    <a:pt x="132425" y="654635"/>
                  </a:lnTo>
                  <a:close/>
                  <a:moveTo>
                    <a:pt x="91942" y="651481"/>
                  </a:moveTo>
                  <a:lnTo>
                    <a:pt x="102903" y="668832"/>
                  </a:lnTo>
                  <a:lnTo>
                    <a:pt x="132425" y="654635"/>
                  </a:lnTo>
                  <a:close/>
                  <a:moveTo>
                    <a:pt x="503347" y="1161830"/>
                  </a:moveTo>
                  <a:lnTo>
                    <a:pt x="560754" y="1163268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60754" y="1163268"/>
                  </a:lnTo>
                  <a:lnTo>
                    <a:pt x="586318" y="1181401"/>
                  </a:lnTo>
                  <a:close/>
                  <a:moveTo>
                    <a:pt x="529843" y="1143903"/>
                  </a:moveTo>
                  <a:lnTo>
                    <a:pt x="503347" y="1161830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87242" y="1137725"/>
                  </a:lnTo>
                  <a:lnTo>
                    <a:pt x="535515" y="1125075"/>
                  </a:lnTo>
                  <a:close/>
                  <a:moveTo>
                    <a:pt x="535515" y="1125075"/>
                  </a:moveTo>
                  <a:lnTo>
                    <a:pt x="587242" y="1137725"/>
                  </a:lnTo>
                  <a:lnTo>
                    <a:pt x="567592" y="1107892"/>
                  </a:lnTo>
                  <a:close/>
                  <a:moveTo>
                    <a:pt x="535515" y="1125075"/>
                  </a:moveTo>
                  <a:lnTo>
                    <a:pt x="529843" y="1143903"/>
                  </a:lnTo>
                  <a:lnTo>
                    <a:pt x="544504" y="1153809"/>
                  </a:lnTo>
                  <a:close/>
                  <a:moveTo>
                    <a:pt x="507711" y="997627"/>
                  </a:moveTo>
                  <a:lnTo>
                    <a:pt x="533914" y="1017198"/>
                  </a:lnTo>
                  <a:lnTo>
                    <a:pt x="530488" y="980443"/>
                  </a:lnTo>
                  <a:close/>
                  <a:moveTo>
                    <a:pt x="534595" y="969254"/>
                  </a:moveTo>
                  <a:lnTo>
                    <a:pt x="507711" y="997627"/>
                  </a:lnTo>
                  <a:lnTo>
                    <a:pt x="530488" y="980443"/>
                  </a:lnTo>
                  <a:close/>
                  <a:moveTo>
                    <a:pt x="530488" y="980443"/>
                  </a:moveTo>
                  <a:lnTo>
                    <a:pt x="567184" y="994891"/>
                  </a:lnTo>
                  <a:lnTo>
                    <a:pt x="551718" y="968956"/>
                  </a:lnTo>
                  <a:close/>
                  <a:moveTo>
                    <a:pt x="534595" y="969254"/>
                  </a:moveTo>
                  <a:lnTo>
                    <a:pt x="530488" y="980443"/>
                  </a:lnTo>
                  <a:lnTo>
                    <a:pt x="551718" y="968956"/>
                  </a:lnTo>
                  <a:close/>
                  <a:moveTo>
                    <a:pt x="420513" y="615282"/>
                  </a:moveTo>
                  <a:lnTo>
                    <a:pt x="392581" y="659089"/>
                  </a:lnTo>
                  <a:lnTo>
                    <a:pt x="413158" y="652036"/>
                  </a:lnTo>
                  <a:close/>
                  <a:moveTo>
                    <a:pt x="420513" y="615282"/>
                  </a:moveTo>
                  <a:lnTo>
                    <a:pt x="453927" y="636305"/>
                  </a:lnTo>
                  <a:lnTo>
                    <a:pt x="429585" y="611347"/>
                  </a:lnTo>
                  <a:close/>
                  <a:moveTo>
                    <a:pt x="420513" y="615282"/>
                  </a:moveTo>
                  <a:lnTo>
                    <a:pt x="413158" y="652036"/>
                  </a:lnTo>
                  <a:lnTo>
                    <a:pt x="453927" y="636305"/>
                  </a:lnTo>
                  <a:close/>
                  <a:moveTo>
                    <a:pt x="457309" y="634853"/>
                  </a:moveTo>
                  <a:lnTo>
                    <a:pt x="461324" y="598098"/>
                  </a:lnTo>
                  <a:lnTo>
                    <a:pt x="453927" y="636305"/>
                  </a:lnTo>
                  <a:close/>
                  <a:moveTo>
                    <a:pt x="461324" y="598098"/>
                  </a:moveTo>
                  <a:lnTo>
                    <a:pt x="429585" y="611347"/>
                  </a:lnTo>
                  <a:lnTo>
                    <a:pt x="453927" y="636305"/>
                  </a:lnTo>
                  <a:close/>
                  <a:moveTo>
                    <a:pt x="423510" y="610660"/>
                  </a:moveTo>
                  <a:lnTo>
                    <a:pt x="420513" y="615282"/>
                  </a:lnTo>
                  <a:lnTo>
                    <a:pt x="429585" y="611347"/>
                  </a:lnTo>
                  <a:close/>
                  <a:moveTo>
                    <a:pt x="456260" y="561343"/>
                  </a:moveTo>
                  <a:lnTo>
                    <a:pt x="429585" y="611347"/>
                  </a:lnTo>
                  <a:lnTo>
                    <a:pt x="461324" y="598098"/>
                  </a:lnTo>
                  <a:close/>
                  <a:moveTo>
                    <a:pt x="824565" y="1039158"/>
                  </a:moveTo>
                  <a:lnTo>
                    <a:pt x="824393" y="1075913"/>
                  </a:lnTo>
                  <a:lnTo>
                    <a:pt x="853877" y="1064824"/>
                  </a:lnTo>
                  <a:close/>
                  <a:moveTo>
                    <a:pt x="872489" y="1058730"/>
                  </a:moveTo>
                  <a:lnTo>
                    <a:pt x="863681" y="1021975"/>
                  </a:lnTo>
                  <a:lnTo>
                    <a:pt x="865158" y="1044517"/>
                  </a:lnTo>
                  <a:close/>
                  <a:moveTo>
                    <a:pt x="853877" y="1064824"/>
                  </a:moveTo>
                  <a:lnTo>
                    <a:pt x="872489" y="1058730"/>
                  </a:lnTo>
                  <a:lnTo>
                    <a:pt x="865158" y="1044517"/>
                  </a:lnTo>
                  <a:close/>
                  <a:moveTo>
                    <a:pt x="833386" y="1036736"/>
                  </a:moveTo>
                  <a:lnTo>
                    <a:pt x="853877" y="1064824"/>
                  </a:lnTo>
                  <a:lnTo>
                    <a:pt x="865158" y="1044517"/>
                  </a:lnTo>
                  <a:close/>
                  <a:moveTo>
                    <a:pt x="456260" y="561343"/>
                  </a:moveTo>
                  <a:lnTo>
                    <a:pt x="491422" y="547583"/>
                  </a:lnTo>
                  <a:lnTo>
                    <a:pt x="488399" y="545874"/>
                  </a:lnTo>
                  <a:close/>
                  <a:moveTo>
                    <a:pt x="486655" y="580915"/>
                  </a:moveTo>
                  <a:lnTo>
                    <a:pt x="491422" y="547583"/>
                  </a:lnTo>
                  <a:lnTo>
                    <a:pt x="456260" y="561343"/>
                  </a:lnTo>
                  <a:close/>
                  <a:moveTo>
                    <a:pt x="461324" y="598098"/>
                  </a:moveTo>
                  <a:lnTo>
                    <a:pt x="486655" y="580915"/>
                  </a:lnTo>
                  <a:lnTo>
                    <a:pt x="456260" y="561343"/>
                  </a:lnTo>
                  <a:close/>
                  <a:moveTo>
                    <a:pt x="465332" y="546244"/>
                  </a:moveTo>
                  <a:lnTo>
                    <a:pt x="456260" y="561343"/>
                  </a:lnTo>
                  <a:lnTo>
                    <a:pt x="488399" y="545874"/>
                  </a:lnTo>
                  <a:close/>
                  <a:moveTo>
                    <a:pt x="508947" y="507405"/>
                  </a:moveTo>
                  <a:lnTo>
                    <a:pt x="488399" y="545874"/>
                  </a:lnTo>
                  <a:lnTo>
                    <a:pt x="491832" y="544160"/>
                  </a:lnTo>
                  <a:close/>
                  <a:moveTo>
                    <a:pt x="488399" y="545874"/>
                  </a:moveTo>
                  <a:lnTo>
                    <a:pt x="491422" y="547583"/>
                  </a:lnTo>
                  <a:lnTo>
                    <a:pt x="491832" y="544160"/>
                  </a:lnTo>
                  <a:close/>
                  <a:moveTo>
                    <a:pt x="317205" y="394518"/>
                  </a:moveTo>
                  <a:lnTo>
                    <a:pt x="292241" y="397390"/>
                  </a:lnTo>
                  <a:lnTo>
                    <a:pt x="277619" y="414323"/>
                  </a:lnTo>
                  <a:close/>
                  <a:moveTo>
                    <a:pt x="795371" y="936539"/>
                  </a:moveTo>
                  <a:lnTo>
                    <a:pt x="789912" y="948465"/>
                  </a:lnTo>
                  <a:lnTo>
                    <a:pt x="802004" y="945666"/>
                  </a:lnTo>
                  <a:close/>
                  <a:moveTo>
                    <a:pt x="783612" y="871124"/>
                  </a:moveTo>
                  <a:lnTo>
                    <a:pt x="782001" y="886549"/>
                  </a:lnTo>
                  <a:lnTo>
                    <a:pt x="815336" y="857771"/>
                  </a:lnTo>
                  <a:close/>
                  <a:moveTo>
                    <a:pt x="825789" y="829482"/>
                  </a:moveTo>
                  <a:lnTo>
                    <a:pt x="771517" y="847353"/>
                  </a:lnTo>
                  <a:lnTo>
                    <a:pt x="815336" y="857771"/>
                  </a:lnTo>
                  <a:close/>
                  <a:moveTo>
                    <a:pt x="815336" y="857771"/>
                  </a:moveTo>
                  <a:lnTo>
                    <a:pt x="771517" y="847353"/>
                  </a:lnTo>
                  <a:lnTo>
                    <a:pt x="783612" y="871124"/>
                  </a:lnTo>
                  <a:close/>
                  <a:moveTo>
                    <a:pt x="491422" y="547583"/>
                  </a:moveTo>
                  <a:lnTo>
                    <a:pt x="486655" y="580915"/>
                  </a:lnTo>
                  <a:lnTo>
                    <a:pt x="510728" y="572468"/>
                  </a:lnTo>
                  <a:close/>
                  <a:moveTo>
                    <a:pt x="510728" y="572468"/>
                  </a:moveTo>
                  <a:lnTo>
                    <a:pt x="491832" y="544160"/>
                  </a:lnTo>
                  <a:lnTo>
                    <a:pt x="491422" y="547583"/>
                  </a:lnTo>
                  <a:close/>
                  <a:moveTo>
                    <a:pt x="542340" y="529109"/>
                  </a:moveTo>
                  <a:lnTo>
                    <a:pt x="491832" y="544160"/>
                  </a:lnTo>
                  <a:lnTo>
                    <a:pt x="510728" y="572468"/>
                  </a:lnTo>
                  <a:close/>
                  <a:moveTo>
                    <a:pt x="546289" y="570645"/>
                  </a:moveTo>
                  <a:lnTo>
                    <a:pt x="542340" y="529109"/>
                  </a:lnTo>
                  <a:lnTo>
                    <a:pt x="510728" y="572468"/>
                  </a:lnTo>
                  <a:close/>
                  <a:moveTo>
                    <a:pt x="569141" y="563732"/>
                  </a:moveTo>
                  <a:lnTo>
                    <a:pt x="579729" y="532384"/>
                  </a:lnTo>
                  <a:lnTo>
                    <a:pt x="546289" y="570645"/>
                  </a:lnTo>
                  <a:close/>
                  <a:moveTo>
                    <a:pt x="546289" y="570645"/>
                  </a:moveTo>
                  <a:lnTo>
                    <a:pt x="579729" y="532384"/>
                  </a:lnTo>
                  <a:lnTo>
                    <a:pt x="576597" y="528347"/>
                  </a:lnTo>
                  <a:close/>
                  <a:moveTo>
                    <a:pt x="546289" y="570645"/>
                  </a:moveTo>
                  <a:lnTo>
                    <a:pt x="576597" y="528347"/>
                  </a:lnTo>
                  <a:lnTo>
                    <a:pt x="542340" y="529109"/>
                  </a:lnTo>
                  <a:close/>
                  <a:moveTo>
                    <a:pt x="581579" y="526977"/>
                  </a:moveTo>
                  <a:lnTo>
                    <a:pt x="576597" y="528347"/>
                  </a:lnTo>
                  <a:lnTo>
                    <a:pt x="579729" y="532384"/>
                  </a:lnTo>
                  <a:close/>
                  <a:moveTo>
                    <a:pt x="508947" y="507405"/>
                  </a:moveTo>
                  <a:lnTo>
                    <a:pt x="542340" y="529109"/>
                  </a:lnTo>
                  <a:lnTo>
                    <a:pt x="519443" y="502977"/>
                  </a:lnTo>
                  <a:close/>
                  <a:moveTo>
                    <a:pt x="508947" y="507405"/>
                  </a:moveTo>
                  <a:lnTo>
                    <a:pt x="491832" y="544160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19443" y="502977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81579" y="526977"/>
                  </a:lnTo>
                  <a:lnTo>
                    <a:pt x="575488" y="516527"/>
                  </a:lnTo>
                  <a:close/>
                  <a:moveTo>
                    <a:pt x="857396" y="927722"/>
                  </a:moveTo>
                  <a:lnTo>
                    <a:pt x="900012" y="886203"/>
                  </a:lnTo>
                  <a:lnTo>
                    <a:pt x="896249" y="878476"/>
                  </a:lnTo>
                  <a:close/>
                  <a:moveTo>
                    <a:pt x="857396" y="927722"/>
                  </a:moveTo>
                  <a:lnTo>
                    <a:pt x="896249" y="878476"/>
                  </a:lnTo>
                  <a:lnTo>
                    <a:pt x="851184" y="888025"/>
                  </a:lnTo>
                  <a:close/>
                  <a:moveTo>
                    <a:pt x="815336" y="857771"/>
                  </a:moveTo>
                  <a:lnTo>
                    <a:pt x="851184" y="888025"/>
                  </a:lnTo>
                  <a:lnTo>
                    <a:pt x="842233" y="850554"/>
                  </a:lnTo>
                  <a:close/>
                  <a:moveTo>
                    <a:pt x="815336" y="857771"/>
                  </a:moveTo>
                  <a:lnTo>
                    <a:pt x="832743" y="894526"/>
                  </a:lnTo>
                  <a:lnTo>
                    <a:pt x="851184" y="888025"/>
                  </a:lnTo>
                  <a:close/>
                  <a:moveTo>
                    <a:pt x="825789" y="829482"/>
                  </a:moveTo>
                  <a:lnTo>
                    <a:pt x="815336" y="857771"/>
                  </a:lnTo>
                  <a:lnTo>
                    <a:pt x="842233" y="850554"/>
                  </a:lnTo>
                  <a:close/>
                  <a:moveTo>
                    <a:pt x="761663" y="693568"/>
                  </a:moveTo>
                  <a:lnTo>
                    <a:pt x="776989" y="675395"/>
                  </a:lnTo>
                  <a:lnTo>
                    <a:pt x="726174" y="673996"/>
                  </a:lnTo>
                  <a:close/>
                  <a:moveTo>
                    <a:pt x="729044" y="710751"/>
                  </a:moveTo>
                  <a:lnTo>
                    <a:pt x="761663" y="693568"/>
                  </a:lnTo>
                  <a:lnTo>
                    <a:pt x="726174" y="673996"/>
                  </a:lnTo>
                  <a:close/>
                  <a:moveTo>
                    <a:pt x="569141" y="563732"/>
                  </a:moveTo>
                  <a:lnTo>
                    <a:pt x="594080" y="586039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69141" y="563732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96533" y="556886"/>
                  </a:lnTo>
                  <a:lnTo>
                    <a:pt x="581579" y="526977"/>
                  </a:lnTo>
                  <a:close/>
                  <a:moveTo>
                    <a:pt x="581579" y="526977"/>
                  </a:moveTo>
                  <a:lnTo>
                    <a:pt x="596533" y="556886"/>
                  </a:lnTo>
                  <a:lnTo>
                    <a:pt x="634579" y="546548"/>
                  </a:lnTo>
                  <a:close/>
                  <a:moveTo>
                    <a:pt x="583337" y="478120"/>
                  </a:moveTo>
                  <a:lnTo>
                    <a:pt x="575488" y="516527"/>
                  </a:lnTo>
                  <a:lnTo>
                    <a:pt x="592797" y="473038"/>
                  </a:lnTo>
                  <a:close/>
                  <a:moveTo>
                    <a:pt x="592797" y="473038"/>
                  </a:moveTo>
                  <a:lnTo>
                    <a:pt x="575488" y="516527"/>
                  </a:lnTo>
                  <a:lnTo>
                    <a:pt x="581579" y="526977"/>
                  </a:lnTo>
                  <a:close/>
                  <a:moveTo>
                    <a:pt x="592797" y="473038"/>
                  </a:moveTo>
                  <a:lnTo>
                    <a:pt x="581579" y="526977"/>
                  </a:lnTo>
                  <a:lnTo>
                    <a:pt x="622170" y="509793"/>
                  </a:lnTo>
                  <a:close/>
                  <a:moveTo>
                    <a:pt x="557470" y="490222"/>
                  </a:moveTo>
                  <a:lnTo>
                    <a:pt x="575488" y="516527"/>
                  </a:lnTo>
                  <a:lnTo>
                    <a:pt x="583337" y="478120"/>
                  </a:lnTo>
                  <a:close/>
                  <a:moveTo>
                    <a:pt x="564633" y="453467"/>
                  </a:moveTo>
                  <a:lnTo>
                    <a:pt x="583337" y="478120"/>
                  </a:lnTo>
                  <a:lnTo>
                    <a:pt x="592797" y="473038"/>
                  </a:lnTo>
                  <a:close/>
                  <a:moveTo>
                    <a:pt x="596327" y="436283"/>
                  </a:moveTo>
                  <a:lnTo>
                    <a:pt x="637662" y="431997"/>
                  </a:lnTo>
                  <a:lnTo>
                    <a:pt x="620211" y="430484"/>
                  </a:lnTo>
                  <a:close/>
                  <a:moveTo>
                    <a:pt x="620093" y="455855"/>
                  </a:moveTo>
                  <a:lnTo>
                    <a:pt x="637662" y="431997"/>
                  </a:lnTo>
                  <a:lnTo>
                    <a:pt x="596327" y="436283"/>
                  </a:lnTo>
                  <a:close/>
                  <a:moveTo>
                    <a:pt x="592797" y="473038"/>
                  </a:moveTo>
                  <a:lnTo>
                    <a:pt x="620093" y="455855"/>
                  </a:lnTo>
                  <a:lnTo>
                    <a:pt x="596327" y="436283"/>
                  </a:lnTo>
                  <a:close/>
                  <a:moveTo>
                    <a:pt x="620211" y="430484"/>
                  </a:moveTo>
                  <a:lnTo>
                    <a:pt x="637662" y="431997"/>
                  </a:lnTo>
                  <a:lnTo>
                    <a:pt x="645205" y="419100"/>
                  </a:lnTo>
                  <a:close/>
                  <a:moveTo>
                    <a:pt x="662418" y="428345"/>
                  </a:moveTo>
                  <a:lnTo>
                    <a:pt x="637662" y="431997"/>
                  </a:lnTo>
                  <a:lnTo>
                    <a:pt x="620093" y="455855"/>
                  </a:lnTo>
                  <a:close/>
                  <a:moveTo>
                    <a:pt x="337486" y="57144"/>
                  </a:moveTo>
                  <a:lnTo>
                    <a:pt x="306179" y="64671"/>
                  </a:lnTo>
                  <a:lnTo>
                    <a:pt x="366165" y="68162"/>
                  </a:lnTo>
                  <a:close/>
                  <a:moveTo>
                    <a:pt x="586057" y="73510"/>
                  </a:moveTo>
                  <a:lnTo>
                    <a:pt x="600708" y="33573"/>
                  </a:lnTo>
                  <a:lnTo>
                    <a:pt x="600052" y="19571"/>
                  </a:lnTo>
                  <a:close/>
                  <a:moveTo>
                    <a:pt x="579351" y="0"/>
                  </a:moveTo>
                  <a:lnTo>
                    <a:pt x="580149" y="33241"/>
                  </a:lnTo>
                  <a:lnTo>
                    <a:pt x="600052" y="19571"/>
                  </a:lnTo>
                  <a:close/>
                  <a:moveTo>
                    <a:pt x="724007" y="129837"/>
                  </a:moveTo>
                  <a:lnTo>
                    <a:pt x="748409" y="115867"/>
                  </a:lnTo>
                  <a:lnTo>
                    <a:pt x="735746" y="122249"/>
                  </a:lnTo>
                  <a:close/>
                  <a:moveTo>
                    <a:pt x="735511" y="149408"/>
                  </a:moveTo>
                  <a:lnTo>
                    <a:pt x="748409" y="115867"/>
                  </a:lnTo>
                  <a:lnTo>
                    <a:pt x="724007" y="129837"/>
                  </a:lnTo>
                  <a:close/>
                  <a:moveTo>
                    <a:pt x="735746" y="122249"/>
                  </a:moveTo>
                  <a:lnTo>
                    <a:pt x="724428" y="122414"/>
                  </a:lnTo>
                  <a:lnTo>
                    <a:pt x="724007" y="129837"/>
                  </a:lnTo>
                  <a:close/>
                  <a:moveTo>
                    <a:pt x="740841" y="75898"/>
                  </a:moveTo>
                  <a:lnTo>
                    <a:pt x="735746" y="122249"/>
                  </a:lnTo>
                  <a:lnTo>
                    <a:pt x="749907" y="112653"/>
                  </a:lnTo>
                  <a:close/>
                  <a:moveTo>
                    <a:pt x="735746" y="122249"/>
                  </a:moveTo>
                  <a:lnTo>
                    <a:pt x="748409" y="115867"/>
                  </a:lnTo>
                  <a:lnTo>
                    <a:pt x="749907" y="11265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17" name="Input_density__117">
              <a:extLst>
                <a:ext uri="{FF2B5EF4-FFF2-40B4-BE49-F238E27FC236}">
                  <a16:creationId xmlns:a16="http://schemas.microsoft.com/office/drawing/2014/main" id="{843694F3-9AEE-A31B-1B99-0E442528A7C5}"/>
                </a:ext>
              </a:extLst>
            </p:cNvPr>
            <p:cNvSpPr>
              <a:spLocks noGrp="1"/>
            </p:cNvSpPr>
            <p:nvPr/>
          </p:nvSpPr>
          <p:spPr>
            <a:xfrm>
              <a:off x="901105" y="1610804"/>
              <a:ext cx="978324" cy="1397700"/>
            </a:xfrm>
            <a:custGeom>
              <a:avLst/>
              <a:gdLst/>
              <a:ahLst/>
              <a:cxnLst/>
              <a:rect l="0" t="0" r="0" b="0"/>
              <a:pathLst>
                <a:path w="978324" h="1397700">
                  <a:moveTo>
                    <a:pt x="294445" y="1397700"/>
                  </a:moveTo>
                  <a:lnTo>
                    <a:pt x="316658" y="1394767"/>
                  </a:lnTo>
                  <a:lnTo>
                    <a:pt x="279457" y="1370031"/>
                  </a:lnTo>
                  <a:close/>
                  <a:moveTo>
                    <a:pt x="340099" y="1377583"/>
                  </a:moveTo>
                  <a:lnTo>
                    <a:pt x="320151" y="1397602"/>
                  </a:lnTo>
                  <a:lnTo>
                    <a:pt x="340642" y="1378006"/>
                  </a:lnTo>
                  <a:close/>
                  <a:moveTo>
                    <a:pt x="340099" y="1377583"/>
                  </a:moveTo>
                  <a:lnTo>
                    <a:pt x="316658" y="1394767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0642" y="1378006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4844" y="1377583"/>
                  </a:lnTo>
                  <a:lnTo>
                    <a:pt x="340642" y="1378006"/>
                  </a:lnTo>
                  <a:close/>
                  <a:moveTo>
                    <a:pt x="0" y="899769"/>
                  </a:moveTo>
                  <a:lnTo>
                    <a:pt x="8722" y="903095"/>
                  </a:lnTo>
                  <a:lnTo>
                    <a:pt x="14783" y="907134"/>
                  </a:lnTo>
                  <a:close/>
                  <a:moveTo>
                    <a:pt x="353405" y="1329519"/>
                  </a:moveTo>
                  <a:lnTo>
                    <a:pt x="344844" y="1377583"/>
                  </a:lnTo>
                  <a:lnTo>
                    <a:pt x="372560" y="1372769"/>
                  </a:lnTo>
                  <a:close/>
                  <a:moveTo>
                    <a:pt x="18212" y="895379"/>
                  </a:moveTo>
                  <a:lnTo>
                    <a:pt x="0" y="899769"/>
                  </a:lnTo>
                  <a:lnTo>
                    <a:pt x="14783" y="907134"/>
                  </a:lnTo>
                  <a:close/>
                  <a:moveTo>
                    <a:pt x="27247" y="857527"/>
                  </a:moveTo>
                  <a:lnTo>
                    <a:pt x="0" y="899769"/>
                  </a:lnTo>
                  <a:lnTo>
                    <a:pt x="18212" y="895379"/>
                  </a:lnTo>
                  <a:close/>
                  <a:moveTo>
                    <a:pt x="18212" y="895379"/>
                  </a:moveTo>
                  <a:lnTo>
                    <a:pt x="57212" y="890761"/>
                  </a:lnTo>
                  <a:lnTo>
                    <a:pt x="27247" y="857527"/>
                  </a:lnTo>
                  <a:close/>
                  <a:moveTo>
                    <a:pt x="57212" y="890761"/>
                  </a:moveTo>
                  <a:lnTo>
                    <a:pt x="64153" y="870935"/>
                  </a:lnTo>
                  <a:lnTo>
                    <a:pt x="27247" y="857527"/>
                  </a:lnTo>
                  <a:close/>
                  <a:moveTo>
                    <a:pt x="391452" y="1318525"/>
                  </a:moveTo>
                  <a:lnTo>
                    <a:pt x="391743" y="1348279"/>
                  </a:lnTo>
                  <a:lnTo>
                    <a:pt x="415272" y="1323645"/>
                  </a:lnTo>
                  <a:close/>
                  <a:moveTo>
                    <a:pt x="69102" y="836348"/>
                  </a:moveTo>
                  <a:lnTo>
                    <a:pt x="34944" y="837030"/>
                  </a:lnTo>
                  <a:lnTo>
                    <a:pt x="27247" y="857527"/>
                  </a:lnTo>
                  <a:close/>
                  <a:moveTo>
                    <a:pt x="294131" y="958483"/>
                  </a:moveTo>
                  <a:lnTo>
                    <a:pt x="279498" y="985351"/>
                  </a:lnTo>
                  <a:lnTo>
                    <a:pt x="299290" y="963639"/>
                  </a:lnTo>
                  <a:close/>
                  <a:moveTo>
                    <a:pt x="299290" y="963639"/>
                  </a:moveTo>
                  <a:lnTo>
                    <a:pt x="279498" y="985351"/>
                  </a:lnTo>
                  <a:lnTo>
                    <a:pt x="277622" y="998913"/>
                  </a:lnTo>
                  <a:close/>
                  <a:moveTo>
                    <a:pt x="24460" y="750896"/>
                  </a:moveTo>
                  <a:lnTo>
                    <a:pt x="51914" y="728968"/>
                  </a:lnTo>
                  <a:lnTo>
                    <a:pt x="75333" y="720320"/>
                  </a:lnTo>
                  <a:close/>
                  <a:moveTo>
                    <a:pt x="202990" y="764017"/>
                  </a:moveTo>
                  <a:lnTo>
                    <a:pt x="198475" y="757525"/>
                  </a:lnTo>
                  <a:lnTo>
                    <a:pt x="206692" y="794280"/>
                  </a:lnTo>
                  <a:close/>
                  <a:moveTo>
                    <a:pt x="504806" y="1198585"/>
                  </a:moveTo>
                  <a:lnTo>
                    <a:pt x="510513" y="1213501"/>
                  </a:lnTo>
                  <a:lnTo>
                    <a:pt x="538007" y="1232784"/>
                  </a:lnTo>
                  <a:close/>
                  <a:moveTo>
                    <a:pt x="528896" y="1153809"/>
                  </a:moveTo>
                  <a:lnTo>
                    <a:pt x="559796" y="1189673"/>
                  </a:lnTo>
                  <a:lnTo>
                    <a:pt x="562701" y="1153414"/>
                  </a:lnTo>
                  <a:close/>
                  <a:moveTo>
                    <a:pt x="144198" y="757009"/>
                  </a:moveTo>
                  <a:lnTo>
                    <a:pt x="150906" y="720770"/>
                  </a:lnTo>
                  <a:lnTo>
                    <a:pt x="143595" y="713381"/>
                  </a:lnTo>
                  <a:close/>
                  <a:moveTo>
                    <a:pt x="314261" y="772479"/>
                  </a:moveTo>
                  <a:lnTo>
                    <a:pt x="371712" y="792347"/>
                  </a:lnTo>
                  <a:lnTo>
                    <a:pt x="337722" y="789840"/>
                  </a:lnTo>
                  <a:close/>
                  <a:moveTo>
                    <a:pt x="267401" y="738740"/>
                  </a:moveTo>
                  <a:lnTo>
                    <a:pt x="307800" y="774174"/>
                  </a:lnTo>
                  <a:lnTo>
                    <a:pt x="314261" y="772479"/>
                  </a:lnTo>
                  <a:close/>
                  <a:moveTo>
                    <a:pt x="767525" y="1179408"/>
                  </a:moveTo>
                  <a:lnTo>
                    <a:pt x="770933" y="1183790"/>
                  </a:lnTo>
                  <a:lnTo>
                    <a:pt x="751903" y="1152696"/>
                  </a:lnTo>
                  <a:close/>
                  <a:moveTo>
                    <a:pt x="393765" y="824426"/>
                  </a:moveTo>
                  <a:lnTo>
                    <a:pt x="405394" y="870178"/>
                  </a:lnTo>
                  <a:lnTo>
                    <a:pt x="407088" y="833423"/>
                  </a:lnTo>
                  <a:close/>
                  <a:moveTo>
                    <a:pt x="393765" y="824426"/>
                  </a:moveTo>
                  <a:lnTo>
                    <a:pt x="407088" y="833423"/>
                  </a:lnTo>
                  <a:lnTo>
                    <a:pt x="374060" y="801127"/>
                  </a:lnTo>
                  <a:close/>
                  <a:moveTo>
                    <a:pt x="369712" y="742730"/>
                  </a:moveTo>
                  <a:lnTo>
                    <a:pt x="344912" y="792308"/>
                  </a:lnTo>
                  <a:lnTo>
                    <a:pt x="371712" y="792347"/>
                  </a:lnTo>
                  <a:close/>
                  <a:moveTo>
                    <a:pt x="645764" y="1001686"/>
                  </a:moveTo>
                  <a:lnTo>
                    <a:pt x="627503" y="993578"/>
                  </a:lnTo>
                  <a:lnTo>
                    <a:pt x="674889" y="1019586"/>
                  </a:lnTo>
                  <a:close/>
                  <a:moveTo>
                    <a:pt x="698345" y="1034908"/>
                  </a:moveTo>
                  <a:lnTo>
                    <a:pt x="747797" y="1056341"/>
                  </a:lnTo>
                  <a:lnTo>
                    <a:pt x="725426" y="1050375"/>
                  </a:lnTo>
                  <a:close/>
                  <a:moveTo>
                    <a:pt x="387892" y="694960"/>
                  </a:moveTo>
                  <a:lnTo>
                    <a:pt x="392467" y="705975"/>
                  </a:lnTo>
                  <a:lnTo>
                    <a:pt x="376973" y="659089"/>
                  </a:lnTo>
                  <a:close/>
                  <a:moveTo>
                    <a:pt x="376973" y="659089"/>
                  </a:moveTo>
                  <a:lnTo>
                    <a:pt x="392467" y="705975"/>
                  </a:lnTo>
                  <a:lnTo>
                    <a:pt x="425281" y="675641"/>
                  </a:lnTo>
                  <a:close/>
                  <a:moveTo>
                    <a:pt x="791087" y="1093097"/>
                  </a:moveTo>
                  <a:lnTo>
                    <a:pt x="810269" y="1118435"/>
                  </a:lnTo>
                  <a:lnTo>
                    <a:pt x="812529" y="1112668"/>
                  </a:lnTo>
                  <a:close/>
                  <a:moveTo>
                    <a:pt x="725426" y="1050375"/>
                  </a:moveTo>
                  <a:lnTo>
                    <a:pt x="779252" y="1030836"/>
                  </a:lnTo>
                  <a:lnTo>
                    <a:pt x="745492" y="1029191"/>
                  </a:lnTo>
                  <a:close/>
                  <a:moveTo>
                    <a:pt x="481861" y="672741"/>
                  </a:moveTo>
                  <a:lnTo>
                    <a:pt x="440403" y="679357"/>
                  </a:lnTo>
                  <a:lnTo>
                    <a:pt x="441700" y="634853"/>
                  </a:lnTo>
                  <a:close/>
                  <a:moveTo>
                    <a:pt x="457379" y="671074"/>
                  </a:moveTo>
                  <a:lnTo>
                    <a:pt x="481861" y="672741"/>
                  </a:lnTo>
                  <a:lnTo>
                    <a:pt x="441700" y="634853"/>
                  </a:lnTo>
                  <a:close/>
                  <a:moveTo>
                    <a:pt x="425281" y="675641"/>
                  </a:moveTo>
                  <a:lnTo>
                    <a:pt x="457379" y="671074"/>
                  </a:lnTo>
                  <a:lnTo>
                    <a:pt x="441700" y="634853"/>
                  </a:lnTo>
                  <a:close/>
                  <a:moveTo>
                    <a:pt x="138133" y="349500"/>
                  </a:moveTo>
                  <a:lnTo>
                    <a:pt x="185023" y="348812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177813" y="373279"/>
                  </a:lnTo>
                  <a:lnTo>
                    <a:pt x="208842" y="364717"/>
                  </a:lnTo>
                  <a:close/>
                  <a:moveTo>
                    <a:pt x="210108" y="355506"/>
                  </a:moveTo>
                  <a:lnTo>
                    <a:pt x="185023" y="348812"/>
                  </a:lnTo>
                  <a:lnTo>
                    <a:pt x="177813" y="373279"/>
                  </a:lnTo>
                  <a:close/>
                  <a:moveTo>
                    <a:pt x="185023" y="348812"/>
                  </a:moveTo>
                  <a:lnTo>
                    <a:pt x="210108" y="355506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222199" y="318451"/>
                  </a:lnTo>
                  <a:lnTo>
                    <a:pt x="187023" y="311506"/>
                  </a:lnTo>
                  <a:close/>
                  <a:moveTo>
                    <a:pt x="801555" y="915683"/>
                  </a:moveTo>
                  <a:lnTo>
                    <a:pt x="804424" y="958097"/>
                  </a:lnTo>
                  <a:lnTo>
                    <a:pt x="779763" y="936539"/>
                  </a:lnTo>
                  <a:close/>
                  <a:moveTo>
                    <a:pt x="726176" y="878041"/>
                  </a:moveTo>
                  <a:lnTo>
                    <a:pt x="766393" y="886549"/>
                  </a:lnTo>
                  <a:lnTo>
                    <a:pt x="732826" y="885625"/>
                  </a:lnTo>
                  <a:close/>
                  <a:moveTo>
                    <a:pt x="590231" y="781873"/>
                  </a:moveTo>
                  <a:lnTo>
                    <a:pt x="606409" y="764690"/>
                  </a:lnTo>
                  <a:lnTo>
                    <a:pt x="597182" y="818628"/>
                  </a:lnTo>
                  <a:close/>
                  <a:moveTo>
                    <a:pt x="597442" y="727935"/>
                  </a:moveTo>
                  <a:lnTo>
                    <a:pt x="606409" y="764690"/>
                  </a:lnTo>
                  <a:lnTo>
                    <a:pt x="602759" y="745118"/>
                  </a:lnTo>
                  <a:close/>
                  <a:moveTo>
                    <a:pt x="597442" y="727935"/>
                  </a:moveTo>
                  <a:lnTo>
                    <a:pt x="602759" y="745118"/>
                  </a:lnTo>
                  <a:lnTo>
                    <a:pt x="619696" y="711805"/>
                  </a:lnTo>
                  <a:close/>
                  <a:moveTo>
                    <a:pt x="344913" y="434330"/>
                  </a:moveTo>
                  <a:lnTo>
                    <a:pt x="345751" y="451078"/>
                  </a:lnTo>
                  <a:lnTo>
                    <a:pt x="345065" y="432462"/>
                  </a:lnTo>
                  <a:close/>
                  <a:moveTo>
                    <a:pt x="239507" y="286954"/>
                  </a:moveTo>
                  <a:lnTo>
                    <a:pt x="237718" y="286875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39507" y="286954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55632" y="318874"/>
                  </a:lnTo>
                  <a:lnTo>
                    <a:pt x="239507" y="286954"/>
                  </a:lnTo>
                  <a:close/>
                  <a:moveTo>
                    <a:pt x="196544" y="176610"/>
                  </a:moveTo>
                  <a:lnTo>
                    <a:pt x="175098" y="170714"/>
                  </a:lnTo>
                  <a:lnTo>
                    <a:pt x="150476" y="174864"/>
                  </a:lnTo>
                  <a:close/>
                  <a:moveTo>
                    <a:pt x="768004" y="871124"/>
                  </a:moveTo>
                  <a:lnTo>
                    <a:pt x="735791" y="870224"/>
                  </a:lnTo>
                  <a:lnTo>
                    <a:pt x="732826" y="885625"/>
                  </a:lnTo>
                  <a:close/>
                  <a:moveTo>
                    <a:pt x="735791" y="870224"/>
                  </a:moveTo>
                  <a:lnTo>
                    <a:pt x="768004" y="871124"/>
                  </a:lnTo>
                  <a:lnTo>
                    <a:pt x="737582" y="824021"/>
                  </a:lnTo>
                  <a:close/>
                  <a:moveTo>
                    <a:pt x="727557" y="787424"/>
                  </a:moveTo>
                  <a:lnTo>
                    <a:pt x="737582" y="824021"/>
                  </a:lnTo>
                  <a:lnTo>
                    <a:pt x="752029" y="838200"/>
                  </a:lnTo>
                  <a:close/>
                  <a:moveTo>
                    <a:pt x="623496" y="683605"/>
                  </a:moveTo>
                  <a:lnTo>
                    <a:pt x="597442" y="727935"/>
                  </a:lnTo>
                  <a:lnTo>
                    <a:pt x="619696" y="711805"/>
                  </a:lnTo>
                  <a:close/>
                  <a:moveTo>
                    <a:pt x="239507" y="286954"/>
                  </a:moveTo>
                  <a:lnTo>
                    <a:pt x="239591" y="286790"/>
                  </a:lnTo>
                  <a:lnTo>
                    <a:pt x="237718" y="286875"/>
                  </a:lnTo>
                  <a:close/>
                  <a:moveTo>
                    <a:pt x="239591" y="286790"/>
                  </a:moveTo>
                  <a:lnTo>
                    <a:pt x="239507" y="286954"/>
                  </a:lnTo>
                  <a:lnTo>
                    <a:pt x="239644" y="286875"/>
                  </a:lnTo>
                  <a:close/>
                  <a:moveTo>
                    <a:pt x="255627" y="251014"/>
                  </a:moveTo>
                  <a:lnTo>
                    <a:pt x="239644" y="286875"/>
                  </a:lnTo>
                  <a:lnTo>
                    <a:pt x="267755" y="267989"/>
                  </a:lnTo>
                  <a:close/>
                  <a:moveTo>
                    <a:pt x="932246" y="914098"/>
                  </a:moveTo>
                  <a:lnTo>
                    <a:pt x="900495" y="889423"/>
                  </a:lnTo>
                  <a:lnTo>
                    <a:pt x="921029" y="898565"/>
                  </a:lnTo>
                  <a:close/>
                  <a:moveTo>
                    <a:pt x="939413" y="947277"/>
                  </a:moveTo>
                  <a:lnTo>
                    <a:pt x="978068" y="987247"/>
                  </a:lnTo>
                  <a:lnTo>
                    <a:pt x="944078" y="950853"/>
                  </a:lnTo>
                  <a:close/>
                  <a:moveTo>
                    <a:pt x="978267" y="987525"/>
                  </a:moveTo>
                  <a:lnTo>
                    <a:pt x="978068" y="987247"/>
                  </a:lnTo>
                  <a:lnTo>
                    <a:pt x="939413" y="947277"/>
                  </a:lnTo>
                  <a:close/>
                  <a:moveTo>
                    <a:pt x="978267" y="987525"/>
                  </a:moveTo>
                  <a:lnTo>
                    <a:pt x="978324" y="987608"/>
                  </a:lnTo>
                  <a:lnTo>
                    <a:pt x="978068" y="987247"/>
                  </a:lnTo>
                  <a:close/>
                  <a:moveTo>
                    <a:pt x="708882" y="603686"/>
                  </a:moveTo>
                  <a:lnTo>
                    <a:pt x="764561" y="605440"/>
                  </a:lnTo>
                  <a:lnTo>
                    <a:pt x="740494" y="566120"/>
                  </a:lnTo>
                  <a:close/>
                  <a:moveTo>
                    <a:pt x="822496" y="674922"/>
                  </a:moveTo>
                  <a:lnTo>
                    <a:pt x="841581" y="713140"/>
                  </a:lnTo>
                  <a:lnTo>
                    <a:pt x="823491" y="676385"/>
                  </a:lnTo>
                  <a:close/>
                  <a:moveTo>
                    <a:pt x="822496" y="674922"/>
                  </a:moveTo>
                  <a:lnTo>
                    <a:pt x="836936" y="707930"/>
                  </a:lnTo>
                  <a:lnTo>
                    <a:pt x="841581" y="713140"/>
                  </a:lnTo>
                  <a:close/>
                  <a:moveTo>
                    <a:pt x="696628" y="438672"/>
                  </a:moveTo>
                  <a:lnTo>
                    <a:pt x="690868" y="468497"/>
                  </a:lnTo>
                  <a:lnTo>
                    <a:pt x="698200" y="453313"/>
                  </a:lnTo>
                  <a:close/>
                  <a:moveTo>
                    <a:pt x="698200" y="453313"/>
                  </a:moveTo>
                  <a:lnTo>
                    <a:pt x="690868" y="468497"/>
                  </a:lnTo>
                  <a:lnTo>
                    <a:pt x="691113" y="476734"/>
                  </a:lnTo>
                  <a:close/>
                  <a:moveTo>
                    <a:pt x="792127" y="538282"/>
                  </a:moveTo>
                  <a:lnTo>
                    <a:pt x="817375" y="567754"/>
                  </a:lnTo>
                  <a:lnTo>
                    <a:pt x="813853" y="547708"/>
                  </a:lnTo>
                  <a:close/>
                  <a:moveTo>
                    <a:pt x="813853" y="547708"/>
                  </a:moveTo>
                  <a:lnTo>
                    <a:pt x="817375" y="567754"/>
                  </a:lnTo>
                  <a:lnTo>
                    <a:pt x="815691" y="548936"/>
                  </a:lnTo>
                  <a:close/>
                  <a:moveTo>
                    <a:pt x="813853" y="547708"/>
                  </a:moveTo>
                  <a:lnTo>
                    <a:pt x="815691" y="548936"/>
                  </a:lnTo>
                  <a:lnTo>
                    <a:pt x="809155" y="537021"/>
                  </a:lnTo>
                  <a:close/>
                  <a:moveTo>
                    <a:pt x="535590" y="208678"/>
                  </a:moveTo>
                  <a:lnTo>
                    <a:pt x="559493" y="226461"/>
                  </a:lnTo>
                  <a:lnTo>
                    <a:pt x="544313" y="218142"/>
                  </a:lnTo>
                  <a:close/>
                  <a:moveTo>
                    <a:pt x="575928" y="247719"/>
                  </a:moveTo>
                  <a:lnTo>
                    <a:pt x="559493" y="226461"/>
                  </a:lnTo>
                  <a:lnTo>
                    <a:pt x="535590" y="208678"/>
                  </a:lnTo>
                  <a:close/>
                  <a:moveTo>
                    <a:pt x="543886" y="196475"/>
                  </a:moveTo>
                  <a:lnTo>
                    <a:pt x="544313" y="218142"/>
                  </a:lnTo>
                  <a:lnTo>
                    <a:pt x="556170" y="214037"/>
                  </a:lnTo>
                  <a:close/>
                  <a:moveTo>
                    <a:pt x="515881" y="36755"/>
                  </a:moveTo>
                  <a:lnTo>
                    <a:pt x="493343" y="17183"/>
                  </a:lnTo>
                  <a:lnTo>
                    <a:pt x="495794" y="0"/>
                  </a:lnTo>
                  <a:close/>
                  <a:moveTo>
                    <a:pt x="691886" y="100470"/>
                  </a:moveTo>
                  <a:lnTo>
                    <a:pt x="668211" y="93081"/>
                  </a:lnTo>
                  <a:lnTo>
                    <a:pt x="667706" y="93273"/>
                  </a:lnTo>
                  <a:close/>
                  <a:moveTo>
                    <a:pt x="616802" y="123738"/>
                  </a:moveTo>
                  <a:lnTo>
                    <a:pt x="652599" y="132999"/>
                  </a:lnTo>
                  <a:lnTo>
                    <a:pt x="667706" y="93273"/>
                  </a:lnTo>
                  <a:close/>
                  <a:moveTo>
                    <a:pt x="786767" y="95470"/>
                  </a:moveTo>
                  <a:lnTo>
                    <a:pt x="810445" y="132225"/>
                  </a:lnTo>
                  <a:lnTo>
                    <a:pt x="789613" y="112653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18" name="Input_density__118">
              <a:extLst>
                <a:ext uri="{FF2B5EF4-FFF2-40B4-BE49-F238E27FC236}">
                  <a16:creationId xmlns:a16="http://schemas.microsoft.com/office/drawing/2014/main" id="{E5A29A64-9FAB-F796-1D23-5B253C903BA3}"/>
                </a:ext>
              </a:extLst>
            </p:cNvPr>
            <p:cNvSpPr>
              <a:spLocks noGrp="1"/>
            </p:cNvSpPr>
            <p:nvPr/>
          </p:nvSpPr>
          <p:spPr>
            <a:xfrm>
              <a:off x="936048" y="1672978"/>
              <a:ext cx="946428" cy="1335429"/>
            </a:xfrm>
            <a:custGeom>
              <a:avLst/>
              <a:gdLst/>
              <a:ahLst/>
              <a:cxnLst/>
              <a:rect l="0" t="0" r="0" b="0"/>
              <a:pathLst>
                <a:path w="946428" h="1335429">
                  <a:moveTo>
                    <a:pt x="281714" y="1332594"/>
                  </a:moveTo>
                  <a:lnTo>
                    <a:pt x="281812" y="1334738"/>
                  </a:lnTo>
                  <a:lnTo>
                    <a:pt x="285207" y="1335429"/>
                  </a:lnTo>
                  <a:close/>
                  <a:moveTo>
                    <a:pt x="289804" y="1332594"/>
                  </a:moveTo>
                  <a:lnTo>
                    <a:pt x="285207" y="1335429"/>
                  </a:lnTo>
                  <a:lnTo>
                    <a:pt x="281812" y="1334738"/>
                  </a:lnTo>
                  <a:close/>
                  <a:moveTo>
                    <a:pt x="309900" y="1315410"/>
                  </a:moveTo>
                  <a:lnTo>
                    <a:pt x="289804" y="1332594"/>
                  </a:lnTo>
                  <a:lnTo>
                    <a:pt x="337617" y="1310596"/>
                  </a:lnTo>
                  <a:close/>
                  <a:moveTo>
                    <a:pt x="347480" y="1278655"/>
                  </a:moveTo>
                  <a:lnTo>
                    <a:pt x="380328" y="1261472"/>
                  </a:lnTo>
                  <a:lnTo>
                    <a:pt x="356799" y="1286106"/>
                  </a:lnTo>
                  <a:close/>
                  <a:moveTo>
                    <a:pt x="356509" y="1256351"/>
                  </a:moveTo>
                  <a:lnTo>
                    <a:pt x="380328" y="1261472"/>
                  </a:lnTo>
                  <a:lnTo>
                    <a:pt x="375479" y="1223270"/>
                  </a:lnTo>
                  <a:close/>
                  <a:moveTo>
                    <a:pt x="350362" y="1216602"/>
                  </a:moveTo>
                  <a:lnTo>
                    <a:pt x="375479" y="1223270"/>
                  </a:lnTo>
                  <a:lnTo>
                    <a:pt x="371474" y="1181779"/>
                  </a:lnTo>
                  <a:close/>
                  <a:moveTo>
                    <a:pt x="23191" y="738344"/>
                  </a:moveTo>
                  <a:lnTo>
                    <a:pt x="0" y="774857"/>
                  </a:lnTo>
                  <a:lnTo>
                    <a:pt x="34158" y="774175"/>
                  </a:lnTo>
                  <a:close/>
                  <a:moveTo>
                    <a:pt x="209007" y="981773"/>
                  </a:moveTo>
                  <a:lnTo>
                    <a:pt x="204911" y="995742"/>
                  </a:lnTo>
                  <a:lnTo>
                    <a:pt x="215696" y="987003"/>
                  </a:lnTo>
                  <a:close/>
                  <a:moveTo>
                    <a:pt x="216419" y="942562"/>
                  </a:moveTo>
                  <a:lnTo>
                    <a:pt x="242678" y="936740"/>
                  </a:lnTo>
                  <a:lnTo>
                    <a:pt x="230424" y="933065"/>
                  </a:lnTo>
                  <a:close/>
                  <a:moveTo>
                    <a:pt x="216419" y="942562"/>
                  </a:moveTo>
                  <a:lnTo>
                    <a:pt x="232535" y="974450"/>
                  </a:lnTo>
                  <a:lnTo>
                    <a:pt x="242678" y="936740"/>
                  </a:lnTo>
                  <a:close/>
                  <a:moveTo>
                    <a:pt x="209007" y="981773"/>
                  </a:moveTo>
                  <a:lnTo>
                    <a:pt x="232535" y="974450"/>
                  </a:lnTo>
                  <a:lnTo>
                    <a:pt x="216419" y="942562"/>
                  </a:lnTo>
                  <a:close/>
                  <a:moveTo>
                    <a:pt x="215696" y="987003"/>
                  </a:moveTo>
                  <a:lnTo>
                    <a:pt x="232535" y="974450"/>
                  </a:lnTo>
                  <a:lnTo>
                    <a:pt x="209007" y="981773"/>
                  </a:lnTo>
                  <a:close/>
                  <a:moveTo>
                    <a:pt x="268257" y="943033"/>
                  </a:moveTo>
                  <a:lnTo>
                    <a:pt x="242678" y="936740"/>
                  </a:lnTo>
                  <a:lnTo>
                    <a:pt x="232535" y="974450"/>
                  </a:lnTo>
                  <a:close/>
                  <a:moveTo>
                    <a:pt x="230424" y="933065"/>
                  </a:moveTo>
                  <a:lnTo>
                    <a:pt x="242678" y="936740"/>
                  </a:lnTo>
                  <a:lnTo>
                    <a:pt x="244554" y="923178"/>
                  </a:lnTo>
                  <a:close/>
                  <a:moveTo>
                    <a:pt x="259188" y="896310"/>
                  </a:moveTo>
                  <a:lnTo>
                    <a:pt x="263863" y="899163"/>
                  </a:lnTo>
                  <a:lnTo>
                    <a:pt x="244554" y="923178"/>
                  </a:lnTo>
                  <a:close/>
                  <a:moveTo>
                    <a:pt x="111650" y="621842"/>
                  </a:moveTo>
                  <a:lnTo>
                    <a:pt x="112900" y="604658"/>
                  </a:lnTo>
                  <a:lnTo>
                    <a:pt x="115963" y="658597"/>
                  </a:lnTo>
                  <a:close/>
                  <a:moveTo>
                    <a:pt x="363617" y="825188"/>
                  </a:moveTo>
                  <a:lnTo>
                    <a:pt x="377518" y="774141"/>
                  </a:lnTo>
                  <a:lnTo>
                    <a:pt x="372144" y="771250"/>
                  </a:lnTo>
                  <a:close/>
                  <a:moveTo>
                    <a:pt x="363617" y="825188"/>
                  </a:moveTo>
                  <a:lnTo>
                    <a:pt x="372144" y="771250"/>
                  </a:lnTo>
                  <a:lnTo>
                    <a:pt x="370450" y="808005"/>
                  </a:lnTo>
                  <a:close/>
                  <a:moveTo>
                    <a:pt x="342884" y="685716"/>
                  </a:moveTo>
                  <a:lnTo>
                    <a:pt x="334769" y="680557"/>
                  </a:lnTo>
                  <a:lnTo>
                    <a:pt x="336768" y="730174"/>
                  </a:lnTo>
                  <a:close/>
                  <a:moveTo>
                    <a:pt x="342884" y="685716"/>
                  </a:moveTo>
                  <a:lnTo>
                    <a:pt x="336768" y="730174"/>
                  </a:lnTo>
                  <a:lnTo>
                    <a:pt x="349470" y="697740"/>
                  </a:lnTo>
                  <a:close/>
                  <a:moveTo>
                    <a:pt x="334769" y="680557"/>
                  </a:moveTo>
                  <a:lnTo>
                    <a:pt x="342884" y="685716"/>
                  </a:lnTo>
                  <a:lnTo>
                    <a:pt x="345697" y="667350"/>
                  </a:lnTo>
                  <a:close/>
                  <a:moveTo>
                    <a:pt x="636398" y="974597"/>
                  </a:moveTo>
                  <a:lnTo>
                    <a:pt x="646265" y="1004325"/>
                  </a:lnTo>
                  <a:lnTo>
                    <a:pt x="651033" y="1011352"/>
                  </a:lnTo>
                  <a:close/>
                  <a:moveTo>
                    <a:pt x="690483" y="988202"/>
                  </a:moveTo>
                  <a:lnTo>
                    <a:pt x="646265" y="1004325"/>
                  </a:lnTo>
                  <a:lnTo>
                    <a:pt x="636398" y="974597"/>
                  </a:lnTo>
                  <a:close/>
                  <a:moveTo>
                    <a:pt x="352948" y="632787"/>
                  </a:moveTo>
                  <a:lnTo>
                    <a:pt x="345697" y="667350"/>
                  </a:lnTo>
                  <a:lnTo>
                    <a:pt x="357523" y="643802"/>
                  </a:lnTo>
                  <a:close/>
                  <a:moveTo>
                    <a:pt x="390338" y="613468"/>
                  </a:moveTo>
                  <a:lnTo>
                    <a:pt x="357523" y="643802"/>
                  </a:lnTo>
                  <a:lnTo>
                    <a:pt x="366150" y="619243"/>
                  </a:lnTo>
                  <a:close/>
                  <a:moveTo>
                    <a:pt x="366150" y="619243"/>
                  </a:moveTo>
                  <a:lnTo>
                    <a:pt x="422436" y="608901"/>
                  </a:lnTo>
                  <a:lnTo>
                    <a:pt x="390338" y="613468"/>
                  </a:lnTo>
                  <a:close/>
                  <a:moveTo>
                    <a:pt x="41712" y="275816"/>
                  </a:moveTo>
                  <a:lnTo>
                    <a:pt x="103189" y="287327"/>
                  </a:lnTo>
                  <a:lnTo>
                    <a:pt x="70071" y="288079"/>
                  </a:lnTo>
                  <a:close/>
                  <a:moveTo>
                    <a:pt x="555288" y="719700"/>
                  </a:moveTo>
                  <a:lnTo>
                    <a:pt x="562238" y="756455"/>
                  </a:lnTo>
                  <a:lnTo>
                    <a:pt x="546321" y="736883"/>
                  </a:lnTo>
                  <a:close/>
                  <a:moveTo>
                    <a:pt x="888733" y="1038706"/>
                  </a:moveTo>
                  <a:lnTo>
                    <a:pt x="844308" y="1050495"/>
                  </a:lnTo>
                  <a:lnTo>
                    <a:pt x="882912" y="1036871"/>
                  </a:lnTo>
                  <a:close/>
                  <a:moveTo>
                    <a:pt x="882912" y="1036871"/>
                  </a:moveTo>
                  <a:lnTo>
                    <a:pt x="844308" y="1050495"/>
                  </a:lnTo>
                  <a:lnTo>
                    <a:pt x="863070" y="1038964"/>
                  </a:lnTo>
                  <a:close/>
                  <a:moveTo>
                    <a:pt x="888733" y="1038706"/>
                  </a:moveTo>
                  <a:lnTo>
                    <a:pt x="882912" y="1036871"/>
                  </a:lnTo>
                  <a:lnTo>
                    <a:pt x="906121" y="1075348"/>
                  </a:lnTo>
                  <a:close/>
                  <a:moveTo>
                    <a:pt x="927000" y="1057203"/>
                  </a:moveTo>
                  <a:lnTo>
                    <a:pt x="888733" y="1038706"/>
                  </a:lnTo>
                  <a:lnTo>
                    <a:pt x="906121" y="1075348"/>
                  </a:lnTo>
                  <a:close/>
                  <a:moveTo>
                    <a:pt x="691233" y="815868"/>
                  </a:moveTo>
                  <a:lnTo>
                    <a:pt x="672458" y="824603"/>
                  </a:lnTo>
                  <a:lnTo>
                    <a:pt x="717085" y="776027"/>
                  </a:lnTo>
                  <a:close/>
                  <a:moveTo>
                    <a:pt x="571465" y="702517"/>
                  </a:moveTo>
                  <a:lnTo>
                    <a:pt x="555288" y="719700"/>
                  </a:lnTo>
                  <a:lnTo>
                    <a:pt x="567816" y="682945"/>
                  </a:lnTo>
                  <a:close/>
                  <a:moveTo>
                    <a:pt x="204564" y="224781"/>
                  </a:moveTo>
                  <a:lnTo>
                    <a:pt x="228980" y="231923"/>
                  </a:lnTo>
                  <a:lnTo>
                    <a:pt x="204701" y="224702"/>
                  </a:lnTo>
                  <a:close/>
                  <a:moveTo>
                    <a:pt x="220689" y="256701"/>
                  </a:moveTo>
                  <a:lnTo>
                    <a:pt x="228980" y="231923"/>
                  </a:lnTo>
                  <a:lnTo>
                    <a:pt x="204564" y="224781"/>
                  </a:lnTo>
                  <a:close/>
                  <a:moveTo>
                    <a:pt x="204701" y="224702"/>
                  </a:moveTo>
                  <a:lnTo>
                    <a:pt x="228980" y="231923"/>
                  </a:lnTo>
                  <a:lnTo>
                    <a:pt x="232811" y="205816"/>
                  </a:lnTo>
                  <a:close/>
                  <a:moveTo>
                    <a:pt x="936261" y="1020588"/>
                  </a:moveTo>
                  <a:lnTo>
                    <a:pt x="888733" y="1038706"/>
                  </a:lnTo>
                  <a:lnTo>
                    <a:pt x="927000" y="1057203"/>
                  </a:lnTo>
                  <a:close/>
                  <a:moveTo>
                    <a:pt x="936261" y="1020588"/>
                  </a:moveTo>
                  <a:lnTo>
                    <a:pt x="897481" y="1025027"/>
                  </a:lnTo>
                  <a:lnTo>
                    <a:pt x="888733" y="1038706"/>
                  </a:lnTo>
                  <a:close/>
                  <a:moveTo>
                    <a:pt x="897481" y="1025027"/>
                  </a:moveTo>
                  <a:lnTo>
                    <a:pt x="936261" y="1020588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35317" y="992091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27000" y="1057203"/>
                  </a:lnTo>
                  <a:lnTo>
                    <a:pt x="938819" y="1033312"/>
                  </a:lnTo>
                  <a:close/>
                  <a:moveTo>
                    <a:pt x="936261" y="1020588"/>
                  </a:moveTo>
                  <a:lnTo>
                    <a:pt x="946428" y="1005265"/>
                  </a:lnTo>
                  <a:lnTo>
                    <a:pt x="935317" y="992091"/>
                  </a:lnTo>
                  <a:close/>
                  <a:moveTo>
                    <a:pt x="338480" y="351742"/>
                  </a:moveTo>
                  <a:lnTo>
                    <a:pt x="358927" y="331982"/>
                  </a:lnTo>
                  <a:lnTo>
                    <a:pt x="310121" y="370288"/>
                  </a:lnTo>
                  <a:close/>
                  <a:moveTo>
                    <a:pt x="220683" y="188840"/>
                  </a:moveTo>
                  <a:lnTo>
                    <a:pt x="232811" y="205816"/>
                  </a:lnTo>
                  <a:lnTo>
                    <a:pt x="254438" y="190468"/>
                  </a:lnTo>
                  <a:close/>
                  <a:moveTo>
                    <a:pt x="232811" y="205816"/>
                  </a:moveTo>
                  <a:lnTo>
                    <a:pt x="266239" y="206219"/>
                  </a:lnTo>
                  <a:lnTo>
                    <a:pt x="285510" y="182061"/>
                  </a:lnTo>
                  <a:close/>
                  <a:moveTo>
                    <a:pt x="254438" y="190468"/>
                  </a:moveTo>
                  <a:lnTo>
                    <a:pt x="232811" y="205816"/>
                  </a:lnTo>
                  <a:lnTo>
                    <a:pt x="285510" y="182061"/>
                  </a:lnTo>
                  <a:close/>
                  <a:moveTo>
                    <a:pt x="140155" y="108541"/>
                  </a:moveTo>
                  <a:lnTo>
                    <a:pt x="161600" y="114437"/>
                  </a:lnTo>
                  <a:lnTo>
                    <a:pt x="148847" y="108652"/>
                  </a:lnTo>
                  <a:close/>
                  <a:moveTo>
                    <a:pt x="293720" y="161632"/>
                  </a:moveTo>
                  <a:lnTo>
                    <a:pt x="254438" y="190468"/>
                  </a:lnTo>
                  <a:lnTo>
                    <a:pt x="285510" y="182061"/>
                  </a:lnTo>
                  <a:close/>
                  <a:moveTo>
                    <a:pt x="293720" y="161632"/>
                  </a:moveTo>
                  <a:lnTo>
                    <a:pt x="299757" y="139122"/>
                  </a:lnTo>
                  <a:lnTo>
                    <a:pt x="269423" y="150285"/>
                  </a:lnTo>
                  <a:close/>
                  <a:moveTo>
                    <a:pt x="293720" y="161632"/>
                  </a:moveTo>
                  <a:lnTo>
                    <a:pt x="285510" y="182061"/>
                  </a:lnTo>
                  <a:lnTo>
                    <a:pt x="300936" y="170764"/>
                  </a:lnTo>
                  <a:close/>
                  <a:moveTo>
                    <a:pt x="299757" y="139122"/>
                  </a:moveTo>
                  <a:lnTo>
                    <a:pt x="316375" y="125555"/>
                  </a:lnTo>
                  <a:lnTo>
                    <a:pt x="314321" y="116825"/>
                  </a:lnTo>
                  <a:close/>
                  <a:moveTo>
                    <a:pt x="293720" y="161632"/>
                  </a:moveTo>
                  <a:lnTo>
                    <a:pt x="310935" y="152548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16409" y="105172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20756" y="99642"/>
                  </a:lnTo>
                  <a:lnTo>
                    <a:pt x="316409" y="105172"/>
                  </a:lnTo>
                  <a:close/>
                  <a:moveTo>
                    <a:pt x="801992" y="645757"/>
                  </a:moveTo>
                  <a:lnTo>
                    <a:pt x="801889" y="674538"/>
                  </a:lnTo>
                  <a:lnTo>
                    <a:pt x="806637" y="650967"/>
                  </a:lnTo>
                  <a:close/>
                  <a:moveTo>
                    <a:pt x="785141" y="523518"/>
                  </a:moveTo>
                  <a:lnTo>
                    <a:pt x="782431" y="505581"/>
                  </a:lnTo>
                  <a:lnTo>
                    <a:pt x="775078" y="506335"/>
                  </a:lnTo>
                  <a:close/>
                  <a:moveTo>
                    <a:pt x="500646" y="146504"/>
                  </a:moveTo>
                  <a:lnTo>
                    <a:pt x="509369" y="155969"/>
                  </a:lnTo>
                  <a:lnTo>
                    <a:pt x="508942" y="134302"/>
                  </a:lnTo>
                  <a:close/>
                  <a:moveTo>
                    <a:pt x="508942" y="134302"/>
                  </a:moveTo>
                  <a:lnTo>
                    <a:pt x="521227" y="151864"/>
                  </a:lnTo>
                  <a:lnTo>
                    <a:pt x="536163" y="111499"/>
                  </a:lnTo>
                  <a:close/>
                  <a:moveTo>
                    <a:pt x="560998" y="106868"/>
                  </a:moveTo>
                  <a:lnTo>
                    <a:pt x="546359" y="102030"/>
                  </a:lnTo>
                  <a:lnTo>
                    <a:pt x="536163" y="111499"/>
                  </a:lnTo>
                  <a:close/>
                  <a:moveTo>
                    <a:pt x="398151" y="41414"/>
                  </a:moveTo>
                  <a:lnTo>
                    <a:pt x="399139" y="28520"/>
                  </a:lnTo>
                  <a:lnTo>
                    <a:pt x="391892" y="42031"/>
                  </a:lnTo>
                  <a:close/>
                  <a:moveTo>
                    <a:pt x="362333" y="43444"/>
                  </a:moveTo>
                  <a:lnTo>
                    <a:pt x="371576" y="45704"/>
                  </a:lnTo>
                  <a:lnTo>
                    <a:pt x="391892" y="42031"/>
                  </a:lnTo>
                  <a:close/>
                  <a:moveTo>
                    <a:pt x="632762" y="31100"/>
                  </a:moveTo>
                  <a:lnTo>
                    <a:pt x="633268" y="30908"/>
                  </a:lnTo>
                  <a:lnTo>
                    <a:pt x="632916" y="30742"/>
                  </a:lnTo>
                  <a:close/>
                  <a:moveTo>
                    <a:pt x="650524" y="1296"/>
                  </a:moveTo>
                  <a:lnTo>
                    <a:pt x="632916" y="30742"/>
                  </a:lnTo>
                  <a:lnTo>
                    <a:pt x="683496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19" name="Input_density__119">
              <a:extLst>
                <a:ext uri="{FF2B5EF4-FFF2-40B4-BE49-F238E27FC236}">
                  <a16:creationId xmlns:a16="http://schemas.microsoft.com/office/drawing/2014/main" id="{9D383D27-B22D-7220-AD7A-3860509479BD}"/>
                </a:ext>
              </a:extLst>
            </p:cNvPr>
            <p:cNvSpPr>
              <a:spLocks noGrp="1"/>
            </p:cNvSpPr>
            <p:nvPr/>
          </p:nvSpPr>
          <p:spPr>
            <a:xfrm>
              <a:off x="880375" y="1588833"/>
              <a:ext cx="964808" cy="1416738"/>
            </a:xfrm>
            <a:custGeom>
              <a:avLst/>
              <a:gdLst/>
              <a:ahLst/>
              <a:cxnLst/>
              <a:rect l="0" t="0" r="0" b="0"/>
              <a:pathLst>
                <a:path w="964808" h="1416738">
                  <a:moveTo>
                    <a:pt x="325550" y="1362800"/>
                  </a:moveTo>
                  <a:lnTo>
                    <a:pt x="337387" y="1416738"/>
                  </a:lnTo>
                  <a:lnTo>
                    <a:pt x="360828" y="1399555"/>
                  </a:lnTo>
                  <a:close/>
                  <a:moveTo>
                    <a:pt x="374135" y="1351490"/>
                  </a:moveTo>
                  <a:lnTo>
                    <a:pt x="393290" y="1394741"/>
                  </a:lnTo>
                  <a:lnTo>
                    <a:pt x="412472" y="1370251"/>
                  </a:lnTo>
                  <a:close/>
                  <a:moveTo>
                    <a:pt x="351783" y="1273017"/>
                  </a:moveTo>
                  <a:lnTo>
                    <a:pt x="343744" y="1252535"/>
                  </a:lnTo>
                  <a:lnTo>
                    <a:pt x="335914" y="1241171"/>
                  </a:lnTo>
                  <a:close/>
                  <a:moveTo>
                    <a:pt x="5122" y="884985"/>
                  </a:moveTo>
                  <a:lnTo>
                    <a:pt x="20729" y="921740"/>
                  </a:lnTo>
                  <a:lnTo>
                    <a:pt x="47976" y="879498"/>
                  </a:lnTo>
                  <a:close/>
                  <a:moveTo>
                    <a:pt x="0" y="877174"/>
                  </a:moveTo>
                  <a:lnTo>
                    <a:pt x="5122" y="884985"/>
                  </a:lnTo>
                  <a:lnTo>
                    <a:pt x="47976" y="879498"/>
                  </a:lnTo>
                  <a:close/>
                  <a:moveTo>
                    <a:pt x="406035" y="1300746"/>
                  </a:moveTo>
                  <a:lnTo>
                    <a:pt x="412182" y="1340496"/>
                  </a:lnTo>
                  <a:lnTo>
                    <a:pt x="431152" y="1307415"/>
                  </a:lnTo>
                  <a:close/>
                  <a:moveTo>
                    <a:pt x="406035" y="1300746"/>
                  </a:moveTo>
                  <a:lnTo>
                    <a:pt x="427147" y="1265924"/>
                  </a:lnTo>
                  <a:lnTo>
                    <a:pt x="400405" y="1260576"/>
                  </a:lnTo>
                  <a:close/>
                  <a:moveTo>
                    <a:pt x="89831" y="858320"/>
                  </a:moveTo>
                  <a:lnTo>
                    <a:pt x="47976" y="879498"/>
                  </a:lnTo>
                  <a:lnTo>
                    <a:pt x="84882" y="892906"/>
                  </a:lnTo>
                  <a:close/>
                  <a:moveTo>
                    <a:pt x="24054" y="740353"/>
                  </a:moveTo>
                  <a:lnTo>
                    <a:pt x="44482" y="778605"/>
                  </a:lnTo>
                  <a:lnTo>
                    <a:pt x="45189" y="772868"/>
                  </a:lnTo>
                  <a:close/>
                  <a:moveTo>
                    <a:pt x="474575" y="1200985"/>
                  </a:moveTo>
                  <a:lnTo>
                    <a:pt x="473466" y="1252938"/>
                  </a:lnTo>
                  <a:lnTo>
                    <a:pt x="494039" y="1233648"/>
                  </a:lnTo>
                  <a:close/>
                  <a:moveTo>
                    <a:pt x="143246" y="794124"/>
                  </a:moveTo>
                  <a:lnTo>
                    <a:pt x="126525" y="766082"/>
                  </a:lnTo>
                  <a:lnTo>
                    <a:pt x="144850" y="796680"/>
                  </a:lnTo>
                  <a:close/>
                  <a:moveTo>
                    <a:pt x="118430" y="759925"/>
                  </a:moveTo>
                  <a:lnTo>
                    <a:pt x="126525" y="766082"/>
                  </a:lnTo>
                  <a:lnTo>
                    <a:pt x="143246" y="794124"/>
                  </a:lnTo>
                  <a:close/>
                  <a:moveTo>
                    <a:pt x="508468" y="1183802"/>
                  </a:moveTo>
                  <a:lnTo>
                    <a:pt x="520126" y="1199762"/>
                  </a:lnTo>
                  <a:lnTo>
                    <a:pt x="525535" y="1220557"/>
                  </a:lnTo>
                  <a:close/>
                  <a:moveTo>
                    <a:pt x="515342" y="1200985"/>
                  </a:moveTo>
                  <a:lnTo>
                    <a:pt x="504650" y="1185256"/>
                  </a:lnTo>
                  <a:lnTo>
                    <a:pt x="494039" y="1233648"/>
                  </a:lnTo>
                  <a:close/>
                  <a:moveTo>
                    <a:pt x="168090" y="870190"/>
                  </a:moveTo>
                  <a:lnTo>
                    <a:pt x="186244" y="816252"/>
                  </a:lnTo>
                  <a:lnTo>
                    <a:pt x="162946" y="833435"/>
                  </a:lnTo>
                  <a:close/>
                  <a:moveTo>
                    <a:pt x="164928" y="778981"/>
                  </a:moveTo>
                  <a:lnTo>
                    <a:pt x="127512" y="763669"/>
                  </a:lnTo>
                  <a:lnTo>
                    <a:pt x="143246" y="794124"/>
                  </a:lnTo>
                  <a:close/>
                  <a:moveTo>
                    <a:pt x="171925" y="711514"/>
                  </a:moveTo>
                  <a:lnTo>
                    <a:pt x="167323" y="705987"/>
                  </a:lnTo>
                  <a:lnTo>
                    <a:pt x="171635" y="742742"/>
                  </a:lnTo>
                  <a:close/>
                  <a:moveTo>
                    <a:pt x="591439" y="1203373"/>
                  </a:moveTo>
                  <a:lnTo>
                    <a:pt x="580525" y="1211645"/>
                  </a:lnTo>
                  <a:lnTo>
                    <a:pt x="549625" y="1175780"/>
                  </a:lnTo>
                  <a:close/>
                  <a:moveTo>
                    <a:pt x="598377" y="1166618"/>
                  </a:moveTo>
                  <a:lnTo>
                    <a:pt x="611513" y="1179643"/>
                  </a:lnTo>
                  <a:lnTo>
                    <a:pt x="608760" y="1203373"/>
                  </a:lnTo>
                  <a:close/>
                  <a:moveTo>
                    <a:pt x="167323" y="705987"/>
                  </a:moveTo>
                  <a:lnTo>
                    <a:pt x="137546" y="676606"/>
                  </a:lnTo>
                  <a:lnTo>
                    <a:pt x="168573" y="688803"/>
                  </a:lnTo>
                  <a:close/>
                  <a:moveTo>
                    <a:pt x="394789" y="823098"/>
                  </a:moveTo>
                  <a:lnTo>
                    <a:pt x="427817" y="855395"/>
                  </a:lnTo>
                  <a:lnTo>
                    <a:pt x="388474" y="822804"/>
                  </a:lnTo>
                  <a:close/>
                  <a:moveTo>
                    <a:pt x="388474" y="822804"/>
                  </a:moveTo>
                  <a:lnTo>
                    <a:pt x="427817" y="855395"/>
                  </a:lnTo>
                  <a:lnTo>
                    <a:pt x="433191" y="858286"/>
                  </a:lnTo>
                  <a:close/>
                  <a:moveTo>
                    <a:pt x="772632" y="1174667"/>
                  </a:moveTo>
                  <a:lnTo>
                    <a:pt x="744651" y="1170328"/>
                  </a:lnTo>
                  <a:lnTo>
                    <a:pt x="788254" y="1201380"/>
                  </a:lnTo>
                  <a:close/>
                  <a:moveTo>
                    <a:pt x="717624" y="1102806"/>
                  </a:moveTo>
                  <a:lnTo>
                    <a:pt x="706706" y="1095497"/>
                  </a:lnTo>
                  <a:lnTo>
                    <a:pt x="712547" y="1132251"/>
                  </a:lnTo>
                  <a:close/>
                  <a:moveTo>
                    <a:pt x="360764" y="820458"/>
                  </a:moveTo>
                  <a:lnTo>
                    <a:pt x="414494" y="846398"/>
                  </a:lnTo>
                  <a:lnTo>
                    <a:pt x="394789" y="823098"/>
                  </a:lnTo>
                  <a:close/>
                  <a:moveTo>
                    <a:pt x="329472" y="708375"/>
                  </a:moveTo>
                  <a:lnTo>
                    <a:pt x="302350" y="726637"/>
                  </a:lnTo>
                  <a:lnTo>
                    <a:pt x="317571" y="692030"/>
                  </a:lnTo>
                  <a:close/>
                  <a:moveTo>
                    <a:pt x="701938" y="1088470"/>
                  </a:moveTo>
                  <a:lnTo>
                    <a:pt x="712547" y="1132251"/>
                  </a:lnTo>
                  <a:lnTo>
                    <a:pt x="706706" y="1095497"/>
                  </a:lnTo>
                  <a:close/>
                  <a:moveTo>
                    <a:pt x="776691" y="1081874"/>
                  </a:moveTo>
                  <a:lnTo>
                    <a:pt x="782993" y="1085501"/>
                  </a:lnTo>
                  <a:lnTo>
                    <a:pt x="768526" y="1078313"/>
                  </a:lnTo>
                  <a:close/>
                  <a:moveTo>
                    <a:pt x="782993" y="1085501"/>
                  </a:moveTo>
                  <a:lnTo>
                    <a:pt x="776691" y="1081874"/>
                  </a:lnTo>
                  <a:lnTo>
                    <a:pt x="811817" y="1115068"/>
                  </a:lnTo>
                  <a:close/>
                  <a:moveTo>
                    <a:pt x="706349" y="1048092"/>
                  </a:moveTo>
                  <a:lnTo>
                    <a:pt x="695618" y="1041558"/>
                  </a:lnTo>
                  <a:lnTo>
                    <a:pt x="701938" y="1088470"/>
                  </a:lnTo>
                  <a:close/>
                  <a:moveTo>
                    <a:pt x="706349" y="1048092"/>
                  </a:moveTo>
                  <a:lnTo>
                    <a:pt x="701938" y="1088470"/>
                  </a:lnTo>
                  <a:lnTo>
                    <a:pt x="746155" y="1072347"/>
                  </a:lnTo>
                  <a:close/>
                  <a:moveTo>
                    <a:pt x="633047" y="1021987"/>
                  </a:moveTo>
                  <a:lnTo>
                    <a:pt x="657339" y="1052893"/>
                  </a:lnTo>
                  <a:lnTo>
                    <a:pt x="645722" y="1042205"/>
                  </a:lnTo>
                  <a:close/>
                  <a:moveTo>
                    <a:pt x="654750" y="1021987"/>
                  </a:moveTo>
                  <a:lnTo>
                    <a:pt x="645722" y="1042205"/>
                  </a:lnTo>
                  <a:lnTo>
                    <a:pt x="695618" y="1041558"/>
                  </a:lnTo>
                  <a:close/>
                  <a:moveTo>
                    <a:pt x="397702" y="681061"/>
                  </a:moveTo>
                  <a:lnTo>
                    <a:pt x="380570" y="673726"/>
                  </a:lnTo>
                  <a:lnTo>
                    <a:pt x="358063" y="641452"/>
                  </a:lnTo>
                  <a:close/>
                  <a:moveTo>
                    <a:pt x="313930" y="605496"/>
                  </a:moveTo>
                  <a:lnTo>
                    <a:pt x="358063" y="641452"/>
                  </a:lnTo>
                  <a:lnTo>
                    <a:pt x="329435" y="617682"/>
                  </a:lnTo>
                  <a:close/>
                  <a:moveTo>
                    <a:pt x="329435" y="617682"/>
                  </a:moveTo>
                  <a:lnTo>
                    <a:pt x="358063" y="641452"/>
                  </a:lnTo>
                  <a:lnTo>
                    <a:pt x="333155" y="621025"/>
                  </a:lnTo>
                  <a:close/>
                  <a:moveTo>
                    <a:pt x="234587" y="463923"/>
                  </a:moveTo>
                  <a:lnTo>
                    <a:pt x="251651" y="469241"/>
                  </a:lnTo>
                  <a:lnTo>
                    <a:pt x="261963" y="507417"/>
                  </a:lnTo>
                  <a:close/>
                  <a:moveTo>
                    <a:pt x="226446" y="425795"/>
                  </a:moveTo>
                  <a:lnTo>
                    <a:pt x="229571" y="386688"/>
                  </a:lnTo>
                  <a:lnTo>
                    <a:pt x="198542" y="395251"/>
                  </a:lnTo>
                  <a:close/>
                  <a:moveTo>
                    <a:pt x="158862" y="371472"/>
                  </a:moveTo>
                  <a:lnTo>
                    <a:pt x="131004" y="359717"/>
                  </a:lnTo>
                  <a:lnTo>
                    <a:pt x="168990" y="379968"/>
                  </a:lnTo>
                  <a:close/>
                  <a:moveTo>
                    <a:pt x="134123" y="360397"/>
                  </a:moveTo>
                  <a:lnTo>
                    <a:pt x="139033" y="393543"/>
                  </a:lnTo>
                  <a:lnTo>
                    <a:pt x="168990" y="379968"/>
                  </a:lnTo>
                  <a:close/>
                  <a:moveTo>
                    <a:pt x="768526" y="1078313"/>
                  </a:moveTo>
                  <a:lnTo>
                    <a:pt x="782993" y="1085501"/>
                  </a:lnTo>
                  <a:lnTo>
                    <a:pt x="787829" y="1072819"/>
                  </a:lnTo>
                  <a:close/>
                  <a:moveTo>
                    <a:pt x="768526" y="1078313"/>
                  </a:moveTo>
                  <a:lnTo>
                    <a:pt x="787829" y="1072819"/>
                  </a:lnTo>
                  <a:lnTo>
                    <a:pt x="746155" y="1072347"/>
                  </a:lnTo>
                  <a:close/>
                  <a:moveTo>
                    <a:pt x="746155" y="1072347"/>
                  </a:moveTo>
                  <a:lnTo>
                    <a:pt x="787829" y="1072819"/>
                  </a:lnTo>
                  <a:lnTo>
                    <a:pt x="799981" y="1052808"/>
                  </a:lnTo>
                  <a:close/>
                  <a:moveTo>
                    <a:pt x="706349" y="1048092"/>
                  </a:moveTo>
                  <a:lnTo>
                    <a:pt x="746155" y="1072347"/>
                  </a:lnTo>
                  <a:lnTo>
                    <a:pt x="766221" y="1051162"/>
                  </a:lnTo>
                  <a:close/>
                  <a:moveTo>
                    <a:pt x="168990" y="379968"/>
                  </a:moveTo>
                  <a:lnTo>
                    <a:pt x="198542" y="395251"/>
                  </a:lnTo>
                  <a:lnTo>
                    <a:pt x="205752" y="370783"/>
                  </a:lnTo>
                  <a:close/>
                  <a:moveTo>
                    <a:pt x="168990" y="379968"/>
                  </a:moveTo>
                  <a:lnTo>
                    <a:pt x="205752" y="370783"/>
                  </a:lnTo>
                  <a:lnTo>
                    <a:pt x="158862" y="371472"/>
                  </a:lnTo>
                  <a:close/>
                  <a:moveTo>
                    <a:pt x="673005" y="877355"/>
                  </a:moveTo>
                  <a:lnTo>
                    <a:pt x="666838" y="893271"/>
                  </a:lnTo>
                  <a:lnTo>
                    <a:pt x="690243" y="891668"/>
                  </a:lnTo>
                  <a:close/>
                  <a:moveTo>
                    <a:pt x="859776" y="1027217"/>
                  </a:moveTo>
                  <a:lnTo>
                    <a:pt x="868802" y="1043947"/>
                  </a:lnTo>
                  <a:lnTo>
                    <a:pt x="852329" y="1027742"/>
                  </a:lnTo>
                  <a:close/>
                  <a:moveTo>
                    <a:pt x="852329" y="1027742"/>
                  </a:moveTo>
                  <a:lnTo>
                    <a:pt x="838507" y="1058707"/>
                  </a:lnTo>
                  <a:lnTo>
                    <a:pt x="859776" y="1027217"/>
                  </a:lnTo>
                  <a:close/>
                  <a:moveTo>
                    <a:pt x="721726" y="938142"/>
                  </a:moveTo>
                  <a:lnTo>
                    <a:pt x="739819" y="952447"/>
                  </a:lnTo>
                  <a:lnTo>
                    <a:pt x="734027" y="950865"/>
                  </a:lnTo>
                  <a:close/>
                  <a:moveTo>
                    <a:pt x="806616" y="987620"/>
                  </a:moveTo>
                  <a:lnTo>
                    <a:pt x="779998" y="950865"/>
                  </a:lnTo>
                  <a:lnTo>
                    <a:pt x="800492" y="958510"/>
                  </a:lnTo>
                  <a:close/>
                  <a:moveTo>
                    <a:pt x="800492" y="958510"/>
                  </a:moveTo>
                  <a:lnTo>
                    <a:pt x="814889" y="933682"/>
                  </a:lnTo>
                  <a:lnTo>
                    <a:pt x="822284" y="937654"/>
                  </a:lnTo>
                  <a:close/>
                  <a:moveTo>
                    <a:pt x="773529" y="905456"/>
                  </a:moveTo>
                  <a:lnTo>
                    <a:pt x="787122" y="908521"/>
                  </a:lnTo>
                  <a:lnTo>
                    <a:pt x="746905" y="900012"/>
                  </a:lnTo>
                  <a:close/>
                  <a:moveTo>
                    <a:pt x="822284" y="937654"/>
                  </a:moveTo>
                  <a:lnTo>
                    <a:pt x="814889" y="933682"/>
                  </a:lnTo>
                  <a:lnTo>
                    <a:pt x="787122" y="908521"/>
                  </a:lnTo>
                  <a:close/>
                  <a:moveTo>
                    <a:pt x="773529" y="905456"/>
                  </a:moveTo>
                  <a:lnTo>
                    <a:pt x="746905" y="900012"/>
                  </a:lnTo>
                  <a:lnTo>
                    <a:pt x="772758" y="860172"/>
                  </a:lnTo>
                  <a:close/>
                  <a:moveTo>
                    <a:pt x="195827" y="192686"/>
                  </a:moveTo>
                  <a:lnTo>
                    <a:pt x="157685" y="174655"/>
                  </a:lnTo>
                  <a:lnTo>
                    <a:pt x="171205" y="196835"/>
                  </a:lnTo>
                  <a:close/>
                  <a:moveTo>
                    <a:pt x="748287" y="809395"/>
                  </a:moveTo>
                  <a:lnTo>
                    <a:pt x="772758" y="860172"/>
                  </a:lnTo>
                  <a:lnTo>
                    <a:pt x="762750" y="823417"/>
                  </a:lnTo>
                  <a:close/>
                  <a:moveTo>
                    <a:pt x="614747" y="747202"/>
                  </a:moveTo>
                  <a:lnTo>
                    <a:pt x="618171" y="749906"/>
                  </a:lnTo>
                  <a:lnTo>
                    <a:pt x="644226" y="705577"/>
                  </a:lnTo>
                  <a:close/>
                  <a:moveTo>
                    <a:pt x="678950" y="704435"/>
                  </a:moveTo>
                  <a:lnTo>
                    <a:pt x="640425" y="733776"/>
                  </a:lnTo>
                  <a:lnTo>
                    <a:pt x="674703" y="737359"/>
                  </a:lnTo>
                  <a:close/>
                  <a:moveTo>
                    <a:pt x="678950" y="704435"/>
                  </a:moveTo>
                  <a:lnTo>
                    <a:pt x="644226" y="705577"/>
                  </a:lnTo>
                  <a:lnTo>
                    <a:pt x="640425" y="733776"/>
                  </a:lnTo>
                  <a:close/>
                  <a:moveTo>
                    <a:pt x="921224" y="911394"/>
                  </a:moveTo>
                  <a:lnTo>
                    <a:pt x="901370" y="900447"/>
                  </a:lnTo>
                  <a:lnTo>
                    <a:pt x="941759" y="920537"/>
                  </a:lnTo>
                  <a:close/>
                  <a:moveTo>
                    <a:pt x="723269" y="650745"/>
                  </a:moveTo>
                  <a:lnTo>
                    <a:pt x="689512" y="651101"/>
                  </a:lnTo>
                  <a:lnTo>
                    <a:pt x="685098" y="680016"/>
                  </a:lnTo>
                  <a:close/>
                  <a:moveTo>
                    <a:pt x="723269" y="650745"/>
                  </a:moveTo>
                  <a:lnTo>
                    <a:pt x="729611" y="625658"/>
                  </a:lnTo>
                  <a:lnTo>
                    <a:pt x="693678" y="615886"/>
                  </a:lnTo>
                  <a:close/>
                  <a:moveTo>
                    <a:pt x="948682" y="933819"/>
                  </a:moveTo>
                  <a:lnTo>
                    <a:pt x="964808" y="972825"/>
                  </a:lnTo>
                  <a:lnTo>
                    <a:pt x="952975" y="936070"/>
                  </a:lnTo>
                  <a:close/>
                  <a:moveTo>
                    <a:pt x="948682" y="933819"/>
                  </a:moveTo>
                  <a:lnTo>
                    <a:pt x="960142" y="969249"/>
                  </a:lnTo>
                  <a:lnTo>
                    <a:pt x="964808" y="972825"/>
                  </a:lnTo>
                  <a:close/>
                  <a:moveTo>
                    <a:pt x="948682" y="933819"/>
                  </a:moveTo>
                  <a:lnTo>
                    <a:pt x="952975" y="936070"/>
                  </a:lnTo>
                  <a:lnTo>
                    <a:pt x="941759" y="920537"/>
                  </a:lnTo>
                  <a:close/>
                  <a:moveTo>
                    <a:pt x="815118" y="696201"/>
                  </a:moveTo>
                  <a:lnTo>
                    <a:pt x="840161" y="693627"/>
                  </a:lnTo>
                  <a:lnTo>
                    <a:pt x="844221" y="698356"/>
                  </a:lnTo>
                  <a:close/>
                  <a:moveTo>
                    <a:pt x="843225" y="696894"/>
                  </a:moveTo>
                  <a:lnTo>
                    <a:pt x="844221" y="698356"/>
                  </a:lnTo>
                  <a:lnTo>
                    <a:pt x="840161" y="693627"/>
                  </a:lnTo>
                  <a:close/>
                  <a:moveTo>
                    <a:pt x="718930" y="475285"/>
                  </a:moveTo>
                  <a:lnTo>
                    <a:pt x="711842" y="498706"/>
                  </a:lnTo>
                  <a:lnTo>
                    <a:pt x="743291" y="500227"/>
                  </a:lnTo>
                  <a:close/>
                  <a:moveTo>
                    <a:pt x="717357" y="460643"/>
                  </a:moveTo>
                  <a:lnTo>
                    <a:pt x="718930" y="475285"/>
                  </a:lnTo>
                  <a:lnTo>
                    <a:pt x="685555" y="430583"/>
                  </a:lnTo>
                  <a:close/>
                  <a:moveTo>
                    <a:pt x="794441" y="530478"/>
                  </a:moveTo>
                  <a:lnTo>
                    <a:pt x="829884" y="558993"/>
                  </a:lnTo>
                  <a:lnTo>
                    <a:pt x="810313" y="534153"/>
                  </a:lnTo>
                  <a:close/>
                  <a:moveTo>
                    <a:pt x="834582" y="569680"/>
                  </a:moveTo>
                  <a:lnTo>
                    <a:pt x="829884" y="558993"/>
                  </a:lnTo>
                  <a:lnTo>
                    <a:pt x="794441" y="530478"/>
                  </a:lnTo>
                  <a:close/>
                  <a:moveTo>
                    <a:pt x="812857" y="560253"/>
                  </a:moveTo>
                  <a:lnTo>
                    <a:pt x="834582" y="569680"/>
                  </a:lnTo>
                  <a:lnTo>
                    <a:pt x="794441" y="530478"/>
                  </a:lnTo>
                  <a:close/>
                  <a:moveTo>
                    <a:pt x="710111" y="455366"/>
                  </a:moveTo>
                  <a:lnTo>
                    <a:pt x="711598" y="490468"/>
                  </a:lnTo>
                  <a:lnTo>
                    <a:pt x="717357" y="460643"/>
                  </a:lnTo>
                  <a:close/>
                  <a:moveTo>
                    <a:pt x="615114" y="276868"/>
                  </a:moveTo>
                  <a:lnTo>
                    <a:pt x="596657" y="269691"/>
                  </a:lnTo>
                  <a:lnTo>
                    <a:pt x="622132" y="280548"/>
                  </a:lnTo>
                  <a:close/>
                  <a:moveTo>
                    <a:pt x="569473" y="264702"/>
                  </a:moveTo>
                  <a:lnTo>
                    <a:pt x="596657" y="269691"/>
                  </a:lnTo>
                  <a:lnTo>
                    <a:pt x="556319" y="230649"/>
                  </a:lnTo>
                  <a:close/>
                  <a:moveTo>
                    <a:pt x="596657" y="269691"/>
                  </a:moveTo>
                  <a:lnTo>
                    <a:pt x="615114" y="276868"/>
                  </a:lnTo>
                  <a:lnTo>
                    <a:pt x="580223" y="248432"/>
                  </a:lnTo>
                  <a:close/>
                  <a:moveTo>
                    <a:pt x="540368" y="64629"/>
                  </a:moveTo>
                  <a:lnTo>
                    <a:pt x="517981" y="44088"/>
                  </a:lnTo>
                  <a:lnTo>
                    <a:pt x="536610" y="58727"/>
                  </a:lnTo>
                  <a:close/>
                  <a:moveTo>
                    <a:pt x="624452" y="24360"/>
                  </a:moveTo>
                  <a:lnTo>
                    <a:pt x="598143" y="0"/>
                  </a:lnTo>
                  <a:lnTo>
                    <a:pt x="597646" y="478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20" name="Input_density__120">
              <a:extLst>
                <a:ext uri="{FF2B5EF4-FFF2-40B4-BE49-F238E27FC236}">
                  <a16:creationId xmlns:a16="http://schemas.microsoft.com/office/drawing/2014/main" id="{5A314375-67AF-217F-6E7B-F59B0FD6AB6A}"/>
                </a:ext>
              </a:extLst>
            </p:cNvPr>
            <p:cNvSpPr>
              <a:spLocks noGrp="1"/>
            </p:cNvSpPr>
            <p:nvPr/>
          </p:nvSpPr>
          <p:spPr>
            <a:xfrm>
              <a:off x="918033" y="1647642"/>
              <a:ext cx="975794" cy="1335931"/>
            </a:xfrm>
            <a:custGeom>
              <a:avLst/>
              <a:gdLst/>
              <a:ahLst/>
              <a:cxnLst/>
              <a:rect l="0" t="0" r="0" b="0"/>
              <a:pathLst>
                <a:path w="975794" h="1335931">
                  <a:moveTo>
                    <a:pt x="365495" y="1303990"/>
                  </a:moveTo>
                  <a:lnTo>
                    <a:pt x="374814" y="1311441"/>
                  </a:lnTo>
                  <a:lnTo>
                    <a:pt x="355632" y="1335931"/>
                  </a:lnTo>
                  <a:close/>
                  <a:moveTo>
                    <a:pt x="169651" y="1042675"/>
                  </a:moveTo>
                  <a:lnTo>
                    <a:pt x="199507" y="1029728"/>
                  </a:lnTo>
                  <a:lnTo>
                    <a:pt x="222926" y="1021077"/>
                  </a:lnTo>
                  <a:close/>
                  <a:moveTo>
                    <a:pt x="199677" y="1029522"/>
                  </a:moveTo>
                  <a:lnTo>
                    <a:pt x="222926" y="1021077"/>
                  </a:lnTo>
                  <a:lnTo>
                    <a:pt x="199507" y="1029728"/>
                  </a:lnTo>
                  <a:close/>
                  <a:moveTo>
                    <a:pt x="199677" y="1029522"/>
                  </a:moveTo>
                  <a:lnTo>
                    <a:pt x="233711" y="1012339"/>
                  </a:lnTo>
                  <a:lnTo>
                    <a:pt x="222926" y="1021077"/>
                  </a:lnTo>
                  <a:close/>
                  <a:moveTo>
                    <a:pt x="233711" y="1012339"/>
                  </a:moveTo>
                  <a:lnTo>
                    <a:pt x="199677" y="1029522"/>
                  </a:lnTo>
                  <a:lnTo>
                    <a:pt x="250550" y="999785"/>
                  </a:lnTo>
                  <a:close/>
                  <a:moveTo>
                    <a:pt x="10319" y="820689"/>
                  </a:moveTo>
                  <a:lnTo>
                    <a:pt x="18015" y="800192"/>
                  </a:lnTo>
                  <a:lnTo>
                    <a:pt x="0" y="845747"/>
                  </a:lnTo>
                  <a:close/>
                  <a:moveTo>
                    <a:pt x="248439" y="958400"/>
                  </a:moveTo>
                  <a:lnTo>
                    <a:pt x="262569" y="948513"/>
                  </a:lnTo>
                  <a:lnTo>
                    <a:pt x="281878" y="924498"/>
                  </a:lnTo>
                  <a:close/>
                  <a:moveTo>
                    <a:pt x="525434" y="1195516"/>
                  </a:moveTo>
                  <a:lnTo>
                    <a:pt x="521078" y="1195946"/>
                  </a:lnTo>
                  <a:lnTo>
                    <a:pt x="543220" y="1161747"/>
                  </a:lnTo>
                  <a:close/>
                  <a:moveTo>
                    <a:pt x="360328" y="872449"/>
                  </a:moveTo>
                  <a:lnTo>
                    <a:pt x="329780" y="882811"/>
                  </a:lnTo>
                  <a:lnTo>
                    <a:pt x="335487" y="875780"/>
                  </a:lnTo>
                  <a:close/>
                  <a:moveTo>
                    <a:pt x="381632" y="850523"/>
                  </a:moveTo>
                  <a:lnTo>
                    <a:pt x="380120" y="850238"/>
                  </a:lnTo>
                  <a:lnTo>
                    <a:pt x="360328" y="872449"/>
                  </a:lnTo>
                  <a:close/>
                  <a:moveTo>
                    <a:pt x="381632" y="850523"/>
                  </a:moveTo>
                  <a:lnTo>
                    <a:pt x="388465" y="833340"/>
                  </a:lnTo>
                  <a:lnTo>
                    <a:pt x="380120" y="850238"/>
                  </a:lnTo>
                  <a:close/>
                  <a:moveTo>
                    <a:pt x="367485" y="723075"/>
                  </a:moveTo>
                  <a:lnTo>
                    <a:pt x="363712" y="692685"/>
                  </a:lnTo>
                  <a:lnTo>
                    <a:pt x="360899" y="711051"/>
                  </a:lnTo>
                  <a:close/>
                  <a:moveTo>
                    <a:pt x="375538" y="669137"/>
                  </a:moveTo>
                  <a:lnTo>
                    <a:pt x="363712" y="692685"/>
                  </a:lnTo>
                  <a:lnTo>
                    <a:pt x="367485" y="723075"/>
                  </a:lnTo>
                  <a:close/>
                  <a:moveTo>
                    <a:pt x="793340" y="1081597"/>
                  </a:moveTo>
                  <a:lnTo>
                    <a:pt x="804470" y="1056259"/>
                  </a:lnTo>
                  <a:lnTo>
                    <a:pt x="807829" y="1083717"/>
                  </a:lnTo>
                  <a:close/>
                  <a:moveTo>
                    <a:pt x="327984" y="397492"/>
                  </a:moveTo>
                  <a:lnTo>
                    <a:pt x="314961" y="442571"/>
                  </a:lnTo>
                  <a:lnTo>
                    <a:pt x="328822" y="414240"/>
                  </a:lnTo>
                  <a:close/>
                  <a:moveTo>
                    <a:pt x="328136" y="395624"/>
                  </a:moveTo>
                  <a:lnTo>
                    <a:pt x="328822" y="414240"/>
                  </a:lnTo>
                  <a:lnTo>
                    <a:pt x="335925" y="396378"/>
                  </a:lnTo>
                  <a:close/>
                  <a:moveTo>
                    <a:pt x="328136" y="395624"/>
                  </a:moveTo>
                  <a:lnTo>
                    <a:pt x="335925" y="396378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76942" y="357317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85769" y="343119"/>
                  </a:lnTo>
                  <a:lnTo>
                    <a:pt x="376942" y="357317"/>
                  </a:lnTo>
                  <a:close/>
                  <a:moveTo>
                    <a:pt x="975794" y="1005202"/>
                  </a:moveTo>
                  <a:lnTo>
                    <a:pt x="925452" y="1037763"/>
                  </a:lnTo>
                  <a:lnTo>
                    <a:pt x="953332" y="1017426"/>
                  </a:lnTo>
                  <a:close/>
                  <a:moveTo>
                    <a:pt x="954408" y="1004708"/>
                  </a:moveTo>
                  <a:lnTo>
                    <a:pt x="975794" y="1005202"/>
                  </a:lnTo>
                  <a:lnTo>
                    <a:pt x="953332" y="1017426"/>
                  </a:lnTo>
                  <a:close/>
                  <a:moveTo>
                    <a:pt x="382810" y="306364"/>
                  </a:moveTo>
                  <a:lnTo>
                    <a:pt x="384084" y="334225"/>
                  </a:lnTo>
                  <a:lnTo>
                    <a:pt x="385769" y="343119"/>
                  </a:lnTo>
                  <a:close/>
                  <a:moveTo>
                    <a:pt x="424085" y="312793"/>
                  </a:moveTo>
                  <a:lnTo>
                    <a:pt x="384084" y="334225"/>
                  </a:lnTo>
                  <a:lnTo>
                    <a:pt x="382810" y="306364"/>
                  </a:lnTo>
                  <a:close/>
                  <a:moveTo>
                    <a:pt x="811612" y="693485"/>
                  </a:moveTo>
                  <a:lnTo>
                    <a:pt x="824652" y="676302"/>
                  </a:lnTo>
                  <a:lnTo>
                    <a:pt x="819903" y="699873"/>
                  </a:lnTo>
                  <a:close/>
                  <a:moveTo>
                    <a:pt x="338771" y="124977"/>
                  </a:moveTo>
                  <a:lnTo>
                    <a:pt x="332336" y="142160"/>
                  </a:lnTo>
                  <a:lnTo>
                    <a:pt x="358151" y="94646"/>
                  </a:lnTo>
                  <a:close/>
                  <a:moveTo>
                    <a:pt x="332336" y="142160"/>
                  </a:moveTo>
                  <a:lnTo>
                    <a:pt x="338817" y="118567"/>
                  </a:lnTo>
                  <a:lnTo>
                    <a:pt x="358151" y="94646"/>
                  </a:lnTo>
                  <a:close/>
                  <a:moveTo>
                    <a:pt x="358151" y="94646"/>
                  </a:moveTo>
                  <a:lnTo>
                    <a:pt x="374640" y="100509"/>
                  </a:lnTo>
                  <a:lnTo>
                    <a:pt x="367182" y="88222"/>
                  </a:lnTo>
                  <a:close/>
                  <a:moveTo>
                    <a:pt x="575063" y="311130"/>
                  </a:moveTo>
                  <a:lnTo>
                    <a:pt x="582982" y="312369"/>
                  </a:lnTo>
                  <a:lnTo>
                    <a:pt x="604363" y="296102"/>
                  </a:lnTo>
                  <a:close/>
                  <a:moveTo>
                    <a:pt x="588030" y="308752"/>
                  </a:moveTo>
                  <a:lnTo>
                    <a:pt x="608257" y="291569"/>
                  </a:lnTo>
                  <a:lnTo>
                    <a:pt x="604363" y="296102"/>
                  </a:lnTo>
                  <a:close/>
                  <a:moveTo>
                    <a:pt x="367182" y="88222"/>
                  </a:moveTo>
                  <a:lnTo>
                    <a:pt x="378441" y="74297"/>
                  </a:lnTo>
                  <a:lnTo>
                    <a:pt x="358151" y="94646"/>
                  </a:lnTo>
                  <a:close/>
                  <a:moveTo>
                    <a:pt x="367182" y="88222"/>
                  </a:moveTo>
                  <a:lnTo>
                    <a:pt x="389590" y="71039"/>
                  </a:lnTo>
                  <a:lnTo>
                    <a:pt x="378441" y="74297"/>
                  </a:lnTo>
                  <a:close/>
                  <a:moveTo>
                    <a:pt x="389590" y="71039"/>
                  </a:moveTo>
                  <a:lnTo>
                    <a:pt x="367182" y="88222"/>
                  </a:lnTo>
                  <a:lnTo>
                    <a:pt x="409907" y="67366"/>
                  </a:lnTo>
                  <a:close/>
                  <a:moveTo>
                    <a:pt x="367182" y="88222"/>
                  </a:moveTo>
                  <a:lnTo>
                    <a:pt x="385986" y="74138"/>
                  </a:lnTo>
                  <a:lnTo>
                    <a:pt x="409907" y="67366"/>
                  </a:lnTo>
                  <a:close/>
                  <a:moveTo>
                    <a:pt x="409907" y="67366"/>
                  </a:moveTo>
                  <a:lnTo>
                    <a:pt x="385986" y="74138"/>
                  </a:lnTo>
                  <a:lnTo>
                    <a:pt x="442396" y="64263"/>
                  </a:lnTo>
                  <a:close/>
                  <a:moveTo>
                    <a:pt x="409907" y="67366"/>
                  </a:moveTo>
                  <a:lnTo>
                    <a:pt x="442396" y="64263"/>
                  </a:lnTo>
                  <a:lnTo>
                    <a:pt x="416165" y="66749"/>
                  </a:lnTo>
                  <a:close/>
                  <a:moveTo>
                    <a:pt x="526957" y="159637"/>
                  </a:moveTo>
                  <a:lnTo>
                    <a:pt x="554178" y="136834"/>
                  </a:lnTo>
                  <a:lnTo>
                    <a:pt x="576691" y="124800"/>
                  </a:lnTo>
                  <a:close/>
                  <a:moveTo>
                    <a:pt x="564374" y="127365"/>
                  </a:moveTo>
                  <a:lnTo>
                    <a:pt x="576691" y="124800"/>
                  </a:lnTo>
                  <a:lnTo>
                    <a:pt x="554178" y="136834"/>
                  </a:lnTo>
                  <a:close/>
                  <a:moveTo>
                    <a:pt x="564374" y="127365"/>
                  </a:moveTo>
                  <a:lnTo>
                    <a:pt x="585271" y="110182"/>
                  </a:lnTo>
                  <a:lnTo>
                    <a:pt x="576691" y="124800"/>
                  </a:lnTo>
                  <a:close/>
                  <a:moveTo>
                    <a:pt x="585271" y="110182"/>
                  </a:moveTo>
                  <a:lnTo>
                    <a:pt x="564374" y="127365"/>
                  </a:lnTo>
                  <a:lnTo>
                    <a:pt x="599874" y="86900"/>
                  </a:lnTo>
                  <a:close/>
                  <a:moveTo>
                    <a:pt x="585271" y="110182"/>
                  </a:moveTo>
                  <a:lnTo>
                    <a:pt x="599874" y="86900"/>
                  </a:lnTo>
                  <a:lnTo>
                    <a:pt x="622518" y="75356"/>
                  </a:lnTo>
                  <a:close/>
                  <a:moveTo>
                    <a:pt x="622518" y="75356"/>
                  </a:moveTo>
                  <a:lnTo>
                    <a:pt x="599874" y="86900"/>
                  </a:lnTo>
                  <a:lnTo>
                    <a:pt x="650777" y="56435"/>
                  </a:lnTo>
                  <a:close/>
                  <a:moveTo>
                    <a:pt x="650777" y="56435"/>
                  </a:moveTo>
                  <a:lnTo>
                    <a:pt x="650931" y="56077"/>
                  </a:lnTo>
                  <a:lnTo>
                    <a:pt x="646150" y="67502"/>
                  </a:lnTo>
                  <a:close/>
                  <a:moveTo>
                    <a:pt x="664345" y="19489"/>
                  </a:moveTo>
                  <a:lnTo>
                    <a:pt x="650931" y="56077"/>
                  </a:lnTo>
                  <a:lnTo>
                    <a:pt x="651283" y="56243"/>
                  </a:lnTo>
                  <a:close/>
                  <a:moveTo>
                    <a:pt x="701511" y="25335"/>
                  </a:moveTo>
                  <a:lnTo>
                    <a:pt x="650931" y="56077"/>
                  </a:lnTo>
                  <a:lnTo>
                    <a:pt x="664345" y="19489"/>
                  </a:lnTo>
                  <a:close/>
                  <a:moveTo>
                    <a:pt x="654509" y="39060"/>
                  </a:moveTo>
                  <a:lnTo>
                    <a:pt x="650931" y="56077"/>
                  </a:lnTo>
                  <a:lnTo>
                    <a:pt x="668539" y="26631"/>
                  </a:lnTo>
                  <a:close/>
                  <a:moveTo>
                    <a:pt x="701511" y="25335"/>
                  </a:moveTo>
                  <a:lnTo>
                    <a:pt x="697856" y="269"/>
                  </a:lnTo>
                  <a:lnTo>
                    <a:pt x="687148" y="0"/>
                  </a:lnTo>
                  <a:close/>
                  <a:moveTo>
                    <a:pt x="668539" y="26631"/>
                  </a:moveTo>
                  <a:lnTo>
                    <a:pt x="701511" y="25335"/>
                  </a:lnTo>
                  <a:lnTo>
                    <a:pt x="687148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21" name="Input_density__121">
              <a:extLst>
                <a:ext uri="{FF2B5EF4-FFF2-40B4-BE49-F238E27FC236}">
                  <a16:creationId xmlns:a16="http://schemas.microsoft.com/office/drawing/2014/main" id="{BAD8463C-A797-EDE5-E92B-CCAB44257226}"/>
                </a:ext>
              </a:extLst>
            </p:cNvPr>
            <p:cNvSpPr>
              <a:spLocks noGrp="1"/>
            </p:cNvSpPr>
            <p:nvPr/>
          </p:nvSpPr>
          <p:spPr>
            <a:xfrm>
              <a:off x="959659" y="1588833"/>
              <a:ext cx="919713" cy="1399978"/>
            </a:xfrm>
            <a:custGeom>
              <a:avLst/>
              <a:gdLst/>
              <a:ahLst/>
              <a:cxnLst/>
              <a:rect l="0" t="0" r="0" b="0"/>
              <a:pathLst>
                <a:path w="919713" h="1399978">
                  <a:moveTo>
                    <a:pt x="281544" y="1399555"/>
                  </a:moveTo>
                  <a:lnTo>
                    <a:pt x="282087" y="1399978"/>
                  </a:lnTo>
                  <a:lnTo>
                    <a:pt x="282385" y="1399221"/>
                  </a:lnTo>
                  <a:close/>
                  <a:moveTo>
                    <a:pt x="282385" y="1399221"/>
                  </a:moveTo>
                  <a:lnTo>
                    <a:pt x="282087" y="1399978"/>
                  </a:lnTo>
                  <a:lnTo>
                    <a:pt x="286289" y="1399555"/>
                  </a:lnTo>
                  <a:close/>
                  <a:moveTo>
                    <a:pt x="27021" y="1088332"/>
                  </a:moveTo>
                  <a:lnTo>
                    <a:pt x="0" y="1063542"/>
                  </a:lnTo>
                  <a:lnTo>
                    <a:pt x="20415" y="1068760"/>
                  </a:lnTo>
                  <a:close/>
                  <a:moveTo>
                    <a:pt x="27021" y="1088332"/>
                  </a:moveTo>
                  <a:lnTo>
                    <a:pt x="20415" y="1068760"/>
                  </a:lnTo>
                  <a:lnTo>
                    <a:pt x="6464" y="1105515"/>
                  </a:lnTo>
                  <a:close/>
                  <a:moveTo>
                    <a:pt x="149985" y="1067618"/>
                  </a:moveTo>
                  <a:lnTo>
                    <a:pt x="114433" y="1079035"/>
                  </a:lnTo>
                  <a:lnTo>
                    <a:pt x="147102" y="1076603"/>
                  </a:lnTo>
                  <a:close/>
                  <a:moveTo>
                    <a:pt x="149985" y="1067618"/>
                  </a:moveTo>
                  <a:lnTo>
                    <a:pt x="118053" y="1066490"/>
                  </a:lnTo>
                  <a:lnTo>
                    <a:pt x="114433" y="1079035"/>
                  </a:lnTo>
                  <a:close/>
                  <a:moveTo>
                    <a:pt x="160420" y="1030190"/>
                  </a:moveTo>
                  <a:lnTo>
                    <a:pt x="138247" y="1017210"/>
                  </a:lnTo>
                  <a:lnTo>
                    <a:pt x="149985" y="1067618"/>
                  </a:lnTo>
                  <a:close/>
                  <a:moveTo>
                    <a:pt x="94081" y="951738"/>
                  </a:moveTo>
                  <a:lnTo>
                    <a:pt x="111547" y="972037"/>
                  </a:lnTo>
                  <a:lnTo>
                    <a:pt x="79425" y="960883"/>
                  </a:lnTo>
                  <a:close/>
                  <a:moveTo>
                    <a:pt x="111516" y="982310"/>
                  </a:moveTo>
                  <a:lnTo>
                    <a:pt x="85945" y="972524"/>
                  </a:lnTo>
                  <a:lnTo>
                    <a:pt x="79425" y="960883"/>
                  </a:lnTo>
                  <a:close/>
                  <a:moveTo>
                    <a:pt x="105170" y="980455"/>
                  </a:moveTo>
                  <a:lnTo>
                    <a:pt x="111516" y="982310"/>
                  </a:lnTo>
                  <a:lnTo>
                    <a:pt x="79425" y="960883"/>
                  </a:lnTo>
                  <a:close/>
                  <a:moveTo>
                    <a:pt x="116604" y="980455"/>
                  </a:moveTo>
                  <a:lnTo>
                    <a:pt x="94081" y="951738"/>
                  </a:lnTo>
                  <a:lnTo>
                    <a:pt x="93137" y="960883"/>
                  </a:lnTo>
                  <a:close/>
                  <a:moveTo>
                    <a:pt x="93137" y="960883"/>
                  </a:moveTo>
                  <a:lnTo>
                    <a:pt x="85945" y="972524"/>
                  </a:lnTo>
                  <a:lnTo>
                    <a:pt x="116604" y="980455"/>
                  </a:lnTo>
                  <a:close/>
                  <a:moveTo>
                    <a:pt x="109344" y="867594"/>
                  </a:moveTo>
                  <a:lnTo>
                    <a:pt x="94673" y="861762"/>
                  </a:lnTo>
                  <a:lnTo>
                    <a:pt x="143594" y="889762"/>
                  </a:lnTo>
                  <a:close/>
                  <a:moveTo>
                    <a:pt x="143594" y="889762"/>
                  </a:moveTo>
                  <a:lnTo>
                    <a:pt x="94673" y="861762"/>
                  </a:lnTo>
                  <a:lnTo>
                    <a:pt x="88806" y="870190"/>
                  </a:lnTo>
                  <a:close/>
                  <a:moveTo>
                    <a:pt x="483808" y="1254326"/>
                  </a:moveTo>
                  <a:lnTo>
                    <a:pt x="521891" y="1276883"/>
                  </a:lnTo>
                  <a:lnTo>
                    <a:pt x="508825" y="1268368"/>
                  </a:lnTo>
                  <a:close/>
                  <a:moveTo>
                    <a:pt x="166534" y="764426"/>
                  </a:moveTo>
                  <a:lnTo>
                    <a:pt x="145731" y="762313"/>
                  </a:lnTo>
                  <a:lnTo>
                    <a:pt x="144814" y="758593"/>
                  </a:lnTo>
                  <a:close/>
                  <a:moveTo>
                    <a:pt x="635937" y="1256660"/>
                  </a:moveTo>
                  <a:lnTo>
                    <a:pt x="626743" y="1242516"/>
                  </a:lnTo>
                  <a:lnTo>
                    <a:pt x="628467" y="1245750"/>
                  </a:lnTo>
                  <a:close/>
                  <a:moveTo>
                    <a:pt x="193544" y="701317"/>
                  </a:moveTo>
                  <a:lnTo>
                    <a:pt x="223066" y="726637"/>
                  </a:lnTo>
                  <a:lnTo>
                    <a:pt x="225712" y="727947"/>
                  </a:lnTo>
                  <a:close/>
                  <a:moveTo>
                    <a:pt x="225712" y="727947"/>
                  </a:moveTo>
                  <a:lnTo>
                    <a:pt x="212083" y="713939"/>
                  </a:lnTo>
                  <a:lnTo>
                    <a:pt x="193544" y="701317"/>
                  </a:lnTo>
                  <a:close/>
                  <a:moveTo>
                    <a:pt x="547577" y="1050583"/>
                  </a:moveTo>
                  <a:lnTo>
                    <a:pt x="578055" y="1052893"/>
                  </a:lnTo>
                  <a:lnTo>
                    <a:pt x="553763" y="1021987"/>
                  </a:lnTo>
                  <a:close/>
                  <a:moveTo>
                    <a:pt x="550488" y="1010937"/>
                  </a:moveTo>
                  <a:lnTo>
                    <a:pt x="547577" y="1050583"/>
                  </a:lnTo>
                  <a:lnTo>
                    <a:pt x="553763" y="1021987"/>
                  </a:lnTo>
                  <a:close/>
                  <a:moveTo>
                    <a:pt x="587210" y="1023658"/>
                  </a:moveTo>
                  <a:lnTo>
                    <a:pt x="550488" y="1010937"/>
                  </a:lnTo>
                  <a:lnTo>
                    <a:pt x="553763" y="1021987"/>
                  </a:lnTo>
                  <a:close/>
                  <a:moveTo>
                    <a:pt x="486010" y="939306"/>
                  </a:moveTo>
                  <a:lnTo>
                    <a:pt x="514906" y="974112"/>
                  </a:lnTo>
                  <a:lnTo>
                    <a:pt x="515295" y="968048"/>
                  </a:lnTo>
                  <a:close/>
                  <a:moveTo>
                    <a:pt x="515295" y="968048"/>
                  </a:moveTo>
                  <a:lnTo>
                    <a:pt x="504083" y="962011"/>
                  </a:lnTo>
                  <a:lnTo>
                    <a:pt x="486010" y="939306"/>
                  </a:lnTo>
                  <a:close/>
                  <a:moveTo>
                    <a:pt x="304649" y="714668"/>
                  </a:moveTo>
                  <a:lnTo>
                    <a:pt x="329337" y="716931"/>
                  </a:lnTo>
                  <a:lnTo>
                    <a:pt x="306430" y="710763"/>
                  </a:lnTo>
                  <a:close/>
                  <a:moveTo>
                    <a:pt x="304649" y="714668"/>
                  </a:moveTo>
                  <a:lnTo>
                    <a:pt x="300332" y="710763"/>
                  </a:lnTo>
                  <a:lnTo>
                    <a:pt x="305535" y="753941"/>
                  </a:lnTo>
                  <a:close/>
                  <a:moveTo>
                    <a:pt x="240634" y="690122"/>
                  </a:moveTo>
                  <a:lnTo>
                    <a:pt x="217965" y="681463"/>
                  </a:lnTo>
                  <a:lnTo>
                    <a:pt x="266373" y="713944"/>
                  </a:lnTo>
                  <a:close/>
                  <a:moveTo>
                    <a:pt x="255338" y="654879"/>
                  </a:moveTo>
                  <a:lnTo>
                    <a:pt x="223466" y="637253"/>
                  </a:lnTo>
                  <a:lnTo>
                    <a:pt x="240634" y="690122"/>
                  </a:lnTo>
                  <a:close/>
                  <a:moveTo>
                    <a:pt x="240634" y="690122"/>
                  </a:moveTo>
                  <a:lnTo>
                    <a:pt x="223466" y="637253"/>
                  </a:lnTo>
                  <a:lnTo>
                    <a:pt x="216146" y="638194"/>
                  </a:lnTo>
                  <a:close/>
                  <a:moveTo>
                    <a:pt x="278779" y="641452"/>
                  </a:moveTo>
                  <a:lnTo>
                    <a:pt x="255338" y="654879"/>
                  </a:lnTo>
                  <a:lnTo>
                    <a:pt x="240634" y="690122"/>
                  </a:lnTo>
                  <a:close/>
                  <a:moveTo>
                    <a:pt x="278779" y="641452"/>
                  </a:moveTo>
                  <a:lnTo>
                    <a:pt x="240634" y="690122"/>
                  </a:lnTo>
                  <a:lnTo>
                    <a:pt x="293679" y="674085"/>
                  </a:lnTo>
                  <a:close/>
                  <a:moveTo>
                    <a:pt x="486635" y="931293"/>
                  </a:moveTo>
                  <a:lnTo>
                    <a:pt x="458189" y="894538"/>
                  </a:lnTo>
                  <a:lnTo>
                    <a:pt x="469729" y="907795"/>
                  </a:lnTo>
                  <a:close/>
                  <a:moveTo>
                    <a:pt x="619861" y="1024375"/>
                  </a:moveTo>
                  <a:lnTo>
                    <a:pt x="627065" y="1048092"/>
                  </a:lnTo>
                  <a:lnTo>
                    <a:pt x="650703" y="1040263"/>
                  </a:lnTo>
                  <a:close/>
                  <a:moveTo>
                    <a:pt x="619861" y="1024375"/>
                  </a:moveTo>
                  <a:lnTo>
                    <a:pt x="616334" y="1041558"/>
                  </a:lnTo>
                  <a:lnTo>
                    <a:pt x="627065" y="1048092"/>
                  </a:lnTo>
                  <a:close/>
                  <a:moveTo>
                    <a:pt x="616334" y="1041558"/>
                  </a:moveTo>
                  <a:lnTo>
                    <a:pt x="619861" y="1024375"/>
                  </a:lnTo>
                  <a:lnTo>
                    <a:pt x="587210" y="1023658"/>
                  </a:lnTo>
                  <a:close/>
                  <a:moveTo>
                    <a:pt x="619861" y="1024375"/>
                  </a:moveTo>
                  <a:lnTo>
                    <a:pt x="612105" y="1020530"/>
                  </a:lnTo>
                  <a:lnTo>
                    <a:pt x="587210" y="1023658"/>
                  </a:lnTo>
                  <a:close/>
                  <a:moveTo>
                    <a:pt x="650703" y="1040263"/>
                  </a:moveTo>
                  <a:lnTo>
                    <a:pt x="627065" y="1048092"/>
                  </a:lnTo>
                  <a:lnTo>
                    <a:pt x="686937" y="1051162"/>
                  </a:lnTo>
                  <a:close/>
                  <a:moveTo>
                    <a:pt x="550488" y="1010937"/>
                  </a:moveTo>
                  <a:lnTo>
                    <a:pt x="587210" y="1023658"/>
                  </a:lnTo>
                  <a:lnTo>
                    <a:pt x="612105" y="1020530"/>
                  </a:lnTo>
                  <a:close/>
                  <a:moveTo>
                    <a:pt x="523995" y="940254"/>
                  </a:moveTo>
                  <a:lnTo>
                    <a:pt x="515295" y="968048"/>
                  </a:lnTo>
                  <a:lnTo>
                    <a:pt x="540801" y="921850"/>
                  </a:lnTo>
                  <a:close/>
                  <a:moveTo>
                    <a:pt x="540801" y="921850"/>
                  </a:moveTo>
                  <a:lnTo>
                    <a:pt x="515295" y="968048"/>
                  </a:lnTo>
                  <a:lnTo>
                    <a:pt x="551391" y="957988"/>
                  </a:lnTo>
                  <a:close/>
                  <a:moveTo>
                    <a:pt x="511326" y="914110"/>
                  </a:moveTo>
                  <a:lnTo>
                    <a:pt x="486635" y="931293"/>
                  </a:lnTo>
                  <a:lnTo>
                    <a:pt x="504083" y="962011"/>
                  </a:lnTo>
                  <a:close/>
                  <a:moveTo>
                    <a:pt x="383199" y="662993"/>
                  </a:moveTo>
                  <a:lnTo>
                    <a:pt x="381848" y="701329"/>
                  </a:lnTo>
                  <a:lnTo>
                    <a:pt x="382211" y="693580"/>
                  </a:lnTo>
                  <a:close/>
                  <a:moveTo>
                    <a:pt x="127023" y="477485"/>
                  </a:moveTo>
                  <a:lnTo>
                    <a:pt x="139254" y="470012"/>
                  </a:lnTo>
                  <a:lnTo>
                    <a:pt x="101864" y="454792"/>
                  </a:lnTo>
                  <a:close/>
                  <a:moveTo>
                    <a:pt x="432630" y="767090"/>
                  </a:moveTo>
                  <a:lnTo>
                    <a:pt x="432267" y="776921"/>
                  </a:lnTo>
                  <a:lnTo>
                    <a:pt x="447934" y="780451"/>
                  </a:lnTo>
                  <a:close/>
                  <a:moveTo>
                    <a:pt x="440353" y="752107"/>
                  </a:moveTo>
                  <a:lnTo>
                    <a:pt x="432267" y="776921"/>
                  </a:lnTo>
                  <a:lnTo>
                    <a:pt x="432630" y="767090"/>
                  </a:lnTo>
                  <a:close/>
                  <a:moveTo>
                    <a:pt x="753974" y="1134640"/>
                  </a:moveTo>
                  <a:lnTo>
                    <a:pt x="778939" y="1145987"/>
                  </a:lnTo>
                  <a:lnTo>
                    <a:pt x="770728" y="1143658"/>
                  </a:lnTo>
                  <a:close/>
                  <a:moveTo>
                    <a:pt x="733237" y="1007998"/>
                  </a:moveTo>
                  <a:lnTo>
                    <a:pt x="686937" y="1051162"/>
                  </a:lnTo>
                  <a:lnTo>
                    <a:pt x="720697" y="1052808"/>
                  </a:lnTo>
                  <a:close/>
                  <a:moveTo>
                    <a:pt x="601982" y="899200"/>
                  </a:moveTo>
                  <a:lnTo>
                    <a:pt x="605896" y="901108"/>
                  </a:lnTo>
                  <a:lnTo>
                    <a:pt x="598071" y="896927"/>
                  </a:lnTo>
                  <a:close/>
                  <a:moveTo>
                    <a:pt x="547854" y="786662"/>
                  </a:moveTo>
                  <a:lnTo>
                    <a:pt x="550997" y="820423"/>
                  </a:lnTo>
                  <a:lnTo>
                    <a:pt x="538627" y="840600"/>
                  </a:lnTo>
                  <a:close/>
                  <a:moveTo>
                    <a:pt x="447934" y="780451"/>
                  </a:moveTo>
                  <a:lnTo>
                    <a:pt x="501434" y="759694"/>
                  </a:lnTo>
                  <a:lnTo>
                    <a:pt x="472402" y="775724"/>
                  </a:lnTo>
                  <a:close/>
                  <a:moveTo>
                    <a:pt x="447934" y="780451"/>
                  </a:moveTo>
                  <a:lnTo>
                    <a:pt x="422628" y="757670"/>
                  </a:lnTo>
                  <a:lnTo>
                    <a:pt x="432630" y="767090"/>
                  </a:lnTo>
                  <a:close/>
                  <a:moveTo>
                    <a:pt x="258838" y="496334"/>
                  </a:moveTo>
                  <a:lnTo>
                    <a:pt x="273335" y="501380"/>
                  </a:lnTo>
                  <a:lnTo>
                    <a:pt x="255703" y="463829"/>
                  </a:lnTo>
                  <a:close/>
                  <a:moveTo>
                    <a:pt x="279883" y="455867"/>
                  </a:moveTo>
                  <a:lnTo>
                    <a:pt x="286358" y="456302"/>
                  </a:lnTo>
                  <a:lnTo>
                    <a:pt x="286510" y="454433"/>
                  </a:lnTo>
                  <a:close/>
                  <a:moveTo>
                    <a:pt x="108859" y="313264"/>
                  </a:moveTo>
                  <a:lnTo>
                    <a:pt x="143859" y="311898"/>
                  </a:lnTo>
                  <a:lnTo>
                    <a:pt x="111114" y="296965"/>
                  </a:lnTo>
                  <a:close/>
                  <a:moveTo>
                    <a:pt x="143859" y="311898"/>
                  </a:moveTo>
                  <a:lnTo>
                    <a:pt x="147314" y="307732"/>
                  </a:lnTo>
                  <a:lnTo>
                    <a:pt x="111114" y="296965"/>
                  </a:lnTo>
                  <a:close/>
                  <a:moveTo>
                    <a:pt x="853803" y="1108900"/>
                  </a:moveTo>
                  <a:lnTo>
                    <a:pt x="839802" y="1100273"/>
                  </a:lnTo>
                  <a:lnTo>
                    <a:pt x="804810" y="1146507"/>
                  </a:lnTo>
                  <a:close/>
                  <a:moveTo>
                    <a:pt x="605896" y="901108"/>
                  </a:moveTo>
                  <a:lnTo>
                    <a:pt x="646918" y="929905"/>
                  </a:lnTo>
                  <a:lnTo>
                    <a:pt x="666122" y="905497"/>
                  </a:lnTo>
                  <a:close/>
                  <a:moveTo>
                    <a:pt x="632179" y="812244"/>
                  </a:moveTo>
                  <a:lnTo>
                    <a:pt x="675801" y="842988"/>
                  </a:lnTo>
                  <a:lnTo>
                    <a:pt x="679027" y="845992"/>
                  </a:lnTo>
                  <a:close/>
                  <a:moveTo>
                    <a:pt x="546916" y="782638"/>
                  </a:moveTo>
                  <a:lnTo>
                    <a:pt x="501434" y="759694"/>
                  </a:lnTo>
                  <a:lnTo>
                    <a:pt x="533685" y="786662"/>
                  </a:lnTo>
                  <a:close/>
                  <a:moveTo>
                    <a:pt x="502833" y="746641"/>
                  </a:moveTo>
                  <a:lnTo>
                    <a:pt x="501434" y="759694"/>
                  </a:lnTo>
                  <a:lnTo>
                    <a:pt x="546916" y="782638"/>
                  </a:lnTo>
                  <a:close/>
                  <a:moveTo>
                    <a:pt x="535463" y="747202"/>
                  </a:moveTo>
                  <a:lnTo>
                    <a:pt x="502833" y="746641"/>
                  </a:lnTo>
                  <a:lnTo>
                    <a:pt x="546916" y="782638"/>
                  </a:lnTo>
                  <a:close/>
                  <a:moveTo>
                    <a:pt x="546916" y="782638"/>
                  </a:moveTo>
                  <a:lnTo>
                    <a:pt x="550997" y="820423"/>
                  </a:lnTo>
                  <a:lnTo>
                    <a:pt x="547854" y="786662"/>
                  </a:lnTo>
                  <a:close/>
                  <a:moveTo>
                    <a:pt x="535463" y="747202"/>
                  </a:moveTo>
                  <a:lnTo>
                    <a:pt x="547854" y="786662"/>
                  </a:lnTo>
                  <a:lnTo>
                    <a:pt x="538887" y="749906"/>
                  </a:lnTo>
                  <a:close/>
                  <a:moveTo>
                    <a:pt x="535463" y="747202"/>
                  </a:moveTo>
                  <a:lnTo>
                    <a:pt x="546916" y="782638"/>
                  </a:lnTo>
                  <a:lnTo>
                    <a:pt x="547854" y="786662"/>
                  </a:lnTo>
                  <a:close/>
                  <a:moveTo>
                    <a:pt x="502833" y="746641"/>
                  </a:moveTo>
                  <a:lnTo>
                    <a:pt x="535463" y="747202"/>
                  </a:lnTo>
                  <a:lnTo>
                    <a:pt x="541492" y="697554"/>
                  </a:lnTo>
                  <a:close/>
                  <a:moveTo>
                    <a:pt x="541492" y="697554"/>
                  </a:moveTo>
                  <a:lnTo>
                    <a:pt x="535463" y="747202"/>
                  </a:lnTo>
                  <a:lnTo>
                    <a:pt x="564942" y="705577"/>
                  </a:lnTo>
                  <a:close/>
                  <a:moveTo>
                    <a:pt x="464243" y="706179"/>
                  </a:moveTo>
                  <a:lnTo>
                    <a:pt x="485342" y="671367"/>
                  </a:lnTo>
                  <a:lnTo>
                    <a:pt x="456835" y="667455"/>
                  </a:lnTo>
                  <a:close/>
                  <a:moveTo>
                    <a:pt x="255365" y="454410"/>
                  </a:moveTo>
                  <a:lnTo>
                    <a:pt x="286510" y="454433"/>
                  </a:lnTo>
                  <a:lnTo>
                    <a:pt x="265786" y="405318"/>
                  </a:lnTo>
                  <a:close/>
                  <a:moveTo>
                    <a:pt x="239501" y="377813"/>
                  </a:moveTo>
                  <a:lnTo>
                    <a:pt x="241899" y="419112"/>
                  </a:lnTo>
                  <a:lnTo>
                    <a:pt x="224539" y="407636"/>
                  </a:lnTo>
                  <a:close/>
                  <a:moveTo>
                    <a:pt x="853803" y="1108900"/>
                  </a:moveTo>
                  <a:lnTo>
                    <a:pt x="861469" y="1100273"/>
                  </a:lnTo>
                  <a:lnTo>
                    <a:pt x="856951" y="1095838"/>
                  </a:lnTo>
                  <a:close/>
                  <a:moveTo>
                    <a:pt x="883826" y="1096573"/>
                  </a:moveTo>
                  <a:lnTo>
                    <a:pt x="856951" y="1095838"/>
                  </a:lnTo>
                  <a:lnTo>
                    <a:pt x="861469" y="1100273"/>
                  </a:lnTo>
                  <a:close/>
                  <a:moveTo>
                    <a:pt x="897448" y="1083090"/>
                  </a:moveTo>
                  <a:lnTo>
                    <a:pt x="863026" y="1046335"/>
                  </a:lnTo>
                  <a:lnTo>
                    <a:pt x="883826" y="1096573"/>
                  </a:lnTo>
                  <a:close/>
                  <a:moveTo>
                    <a:pt x="646120" y="800910"/>
                  </a:moveTo>
                  <a:lnTo>
                    <a:pt x="642865" y="818543"/>
                  </a:lnTo>
                  <a:lnTo>
                    <a:pt x="668827" y="825805"/>
                  </a:lnTo>
                  <a:close/>
                  <a:moveTo>
                    <a:pt x="897862" y="1000172"/>
                  </a:moveTo>
                  <a:lnTo>
                    <a:pt x="919713" y="1009496"/>
                  </a:lnTo>
                  <a:lnTo>
                    <a:pt x="880858" y="969249"/>
                  </a:lnTo>
                  <a:close/>
                  <a:moveTo>
                    <a:pt x="560859" y="514582"/>
                  </a:moveTo>
                  <a:lnTo>
                    <a:pt x="572487" y="565202"/>
                  </a:lnTo>
                  <a:lnTo>
                    <a:pt x="581956" y="522977"/>
                  </a:lnTo>
                  <a:close/>
                  <a:moveTo>
                    <a:pt x="632558" y="498706"/>
                  </a:moveTo>
                  <a:lnTo>
                    <a:pt x="609600" y="551336"/>
                  </a:lnTo>
                  <a:lnTo>
                    <a:pt x="634399" y="541956"/>
                  </a:lnTo>
                  <a:close/>
                  <a:moveTo>
                    <a:pt x="751467" y="590480"/>
                  </a:moveTo>
                  <a:lnTo>
                    <a:pt x="758820" y="589726"/>
                  </a:lnTo>
                  <a:lnTo>
                    <a:pt x="733573" y="560253"/>
                  </a:lnTo>
                  <a:close/>
                  <a:moveTo>
                    <a:pt x="733573" y="560253"/>
                  </a:moveTo>
                  <a:lnTo>
                    <a:pt x="751410" y="590388"/>
                  </a:lnTo>
                  <a:lnTo>
                    <a:pt x="751467" y="590480"/>
                  </a:lnTo>
                  <a:close/>
                  <a:moveTo>
                    <a:pt x="640791" y="480215"/>
                  </a:moveTo>
                  <a:lnTo>
                    <a:pt x="632314" y="490468"/>
                  </a:lnTo>
                  <a:lnTo>
                    <a:pt x="598535" y="454531"/>
                  </a:lnTo>
                  <a:close/>
                  <a:moveTo>
                    <a:pt x="456148" y="265289"/>
                  </a:moveTo>
                  <a:lnTo>
                    <a:pt x="490189" y="264702"/>
                  </a:lnTo>
                  <a:lnTo>
                    <a:pt x="477035" y="230649"/>
                  </a:lnTo>
                  <a:close/>
                  <a:moveTo>
                    <a:pt x="456148" y="265289"/>
                  </a:moveTo>
                  <a:lnTo>
                    <a:pt x="477035" y="230649"/>
                  </a:lnTo>
                  <a:lnTo>
                    <a:pt x="446425" y="228446"/>
                  </a:lnTo>
                  <a:close/>
                  <a:moveTo>
                    <a:pt x="413661" y="199637"/>
                  </a:moveTo>
                  <a:lnTo>
                    <a:pt x="446425" y="228446"/>
                  </a:lnTo>
                  <a:lnTo>
                    <a:pt x="449219" y="208008"/>
                  </a:lnTo>
                  <a:close/>
                  <a:moveTo>
                    <a:pt x="446425" y="228446"/>
                  </a:moveTo>
                  <a:lnTo>
                    <a:pt x="477035" y="230649"/>
                  </a:lnTo>
                  <a:lnTo>
                    <a:pt x="449219" y="208008"/>
                  </a:lnTo>
                  <a:close/>
                  <a:moveTo>
                    <a:pt x="338722" y="127589"/>
                  </a:moveTo>
                  <a:lnTo>
                    <a:pt x="308067" y="125423"/>
                  </a:lnTo>
                  <a:lnTo>
                    <a:pt x="308302" y="151079"/>
                  </a:lnTo>
                  <a:close/>
                  <a:moveTo>
                    <a:pt x="368281" y="126175"/>
                  </a:moveTo>
                  <a:lnTo>
                    <a:pt x="375527" y="112665"/>
                  </a:lnTo>
                  <a:lnTo>
                    <a:pt x="349634" y="84829"/>
                  </a:lnTo>
                  <a:close/>
                  <a:moveTo>
                    <a:pt x="394335" y="127378"/>
                  </a:moveTo>
                  <a:lnTo>
                    <a:pt x="414760" y="149420"/>
                  </a:lnTo>
                  <a:lnTo>
                    <a:pt x="411046" y="140626"/>
                  </a:lnTo>
                  <a:close/>
                  <a:moveTo>
                    <a:pt x="375527" y="112665"/>
                  </a:moveTo>
                  <a:lnTo>
                    <a:pt x="394335" y="127378"/>
                  </a:lnTo>
                  <a:lnTo>
                    <a:pt x="398703" y="132237"/>
                  </a:lnTo>
                  <a:close/>
                  <a:moveTo>
                    <a:pt x="503363" y="115053"/>
                  </a:moveTo>
                  <a:lnTo>
                    <a:pt x="477807" y="95481"/>
                  </a:lnTo>
                  <a:lnTo>
                    <a:pt x="476678" y="78298"/>
                  </a:lnTo>
                  <a:close/>
                  <a:moveTo>
                    <a:pt x="457326" y="58727"/>
                  </a:moveTo>
                  <a:lnTo>
                    <a:pt x="449601" y="46876"/>
                  </a:lnTo>
                  <a:lnTo>
                    <a:pt x="476678" y="78298"/>
                  </a:lnTo>
                  <a:close/>
                  <a:moveTo>
                    <a:pt x="477807" y="95481"/>
                  </a:moveTo>
                  <a:lnTo>
                    <a:pt x="457326" y="58727"/>
                  </a:lnTo>
                  <a:lnTo>
                    <a:pt x="476678" y="78298"/>
                  </a:lnTo>
                  <a:close/>
                  <a:moveTo>
                    <a:pt x="543160" y="21456"/>
                  </a:moveTo>
                  <a:lnTo>
                    <a:pt x="518859" y="0"/>
                  </a:lnTo>
                  <a:lnTo>
                    <a:pt x="545168" y="24360"/>
                  </a:lnTo>
                  <a:close/>
                  <a:moveTo>
                    <a:pt x="543160" y="21456"/>
                  </a:moveTo>
                  <a:lnTo>
                    <a:pt x="545499" y="23089"/>
                  </a:lnTo>
                  <a:lnTo>
                    <a:pt x="521400" y="15593"/>
                  </a:lnTo>
                  <a:close/>
                  <a:moveTo>
                    <a:pt x="728268" y="117095"/>
                  </a:moveTo>
                  <a:lnTo>
                    <a:pt x="727049" y="117442"/>
                  </a:lnTo>
                  <a:lnTo>
                    <a:pt x="754208" y="140753"/>
                  </a:lnTo>
                  <a:close/>
                  <a:moveTo>
                    <a:pt x="728268" y="117095"/>
                  </a:moveTo>
                  <a:lnTo>
                    <a:pt x="751891" y="154196"/>
                  </a:lnTo>
                  <a:lnTo>
                    <a:pt x="728212" y="1174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22" name="Input_density__122">
              <a:extLst>
                <a:ext uri="{FF2B5EF4-FFF2-40B4-BE49-F238E27FC236}">
                  <a16:creationId xmlns:a16="http://schemas.microsoft.com/office/drawing/2014/main" id="{D9B789A4-A510-538D-3716-4267C3A50A00}"/>
                </a:ext>
              </a:extLst>
            </p:cNvPr>
            <p:cNvSpPr>
              <a:spLocks noGrp="1"/>
            </p:cNvSpPr>
            <p:nvPr/>
          </p:nvSpPr>
          <p:spPr>
            <a:xfrm>
              <a:off x="716452" y="1486489"/>
              <a:ext cx="1153527" cy="1501899"/>
            </a:xfrm>
            <a:custGeom>
              <a:avLst/>
              <a:gdLst/>
              <a:ahLst/>
              <a:cxnLst/>
              <a:rect l="0" t="0" r="0" b="0"/>
              <a:pathLst>
                <a:path w="1153527" h="1501899">
                  <a:moveTo>
                    <a:pt x="532552" y="1447961"/>
                  </a:moveTo>
                  <a:lnTo>
                    <a:pt x="525592" y="1501565"/>
                  </a:lnTo>
                  <a:lnTo>
                    <a:pt x="538058" y="1453835"/>
                  </a:lnTo>
                  <a:close/>
                  <a:moveTo>
                    <a:pt x="489473" y="1465144"/>
                  </a:moveTo>
                  <a:lnTo>
                    <a:pt x="524751" y="1501899"/>
                  </a:lnTo>
                  <a:lnTo>
                    <a:pt x="532552" y="1447961"/>
                  </a:lnTo>
                  <a:close/>
                  <a:moveTo>
                    <a:pt x="532552" y="1447961"/>
                  </a:moveTo>
                  <a:lnTo>
                    <a:pt x="538058" y="1453835"/>
                  </a:lnTo>
                  <a:lnTo>
                    <a:pt x="538295" y="1446491"/>
                  </a:lnTo>
                  <a:close/>
                  <a:moveTo>
                    <a:pt x="576105" y="1442840"/>
                  </a:moveTo>
                  <a:lnTo>
                    <a:pt x="538295" y="1446491"/>
                  </a:lnTo>
                  <a:lnTo>
                    <a:pt x="538058" y="1453835"/>
                  </a:lnTo>
                  <a:close/>
                  <a:moveTo>
                    <a:pt x="538295" y="1446491"/>
                  </a:moveTo>
                  <a:lnTo>
                    <a:pt x="576105" y="1442840"/>
                  </a:lnTo>
                  <a:lnTo>
                    <a:pt x="569958" y="1403091"/>
                  </a:lnTo>
                  <a:close/>
                  <a:moveTo>
                    <a:pt x="538295" y="1446491"/>
                  </a:moveTo>
                  <a:lnTo>
                    <a:pt x="569958" y="1403091"/>
                  </a:lnTo>
                  <a:lnTo>
                    <a:pt x="527253" y="1410721"/>
                  </a:lnTo>
                  <a:close/>
                  <a:moveTo>
                    <a:pt x="345314" y="1039088"/>
                  </a:moveTo>
                  <a:lnTo>
                    <a:pt x="362960" y="1033211"/>
                  </a:lnTo>
                  <a:lnTo>
                    <a:pt x="351257" y="1009289"/>
                  </a:lnTo>
                  <a:close/>
                  <a:moveTo>
                    <a:pt x="351257" y="1009289"/>
                  </a:moveTo>
                  <a:lnTo>
                    <a:pt x="370309" y="1028861"/>
                  </a:lnTo>
                  <a:lnTo>
                    <a:pt x="386801" y="992106"/>
                  </a:lnTo>
                  <a:close/>
                  <a:moveTo>
                    <a:pt x="228589" y="808331"/>
                  </a:moveTo>
                  <a:lnTo>
                    <a:pt x="239009" y="794574"/>
                  </a:lnTo>
                  <a:lnTo>
                    <a:pt x="202713" y="788759"/>
                  </a:lnTo>
                  <a:close/>
                  <a:moveTo>
                    <a:pt x="0" y="556961"/>
                  </a:moveTo>
                  <a:lnTo>
                    <a:pt x="25966" y="551046"/>
                  </a:lnTo>
                  <a:lnTo>
                    <a:pt x="4464" y="540532"/>
                  </a:lnTo>
                  <a:close/>
                  <a:moveTo>
                    <a:pt x="0" y="556961"/>
                  </a:moveTo>
                  <a:lnTo>
                    <a:pt x="11272" y="565985"/>
                  </a:lnTo>
                  <a:lnTo>
                    <a:pt x="25966" y="551046"/>
                  </a:lnTo>
                  <a:close/>
                  <a:moveTo>
                    <a:pt x="382008" y="859285"/>
                  </a:moveTo>
                  <a:lnTo>
                    <a:pt x="329175" y="881841"/>
                  </a:lnTo>
                  <a:lnTo>
                    <a:pt x="372890" y="864657"/>
                  </a:lnTo>
                  <a:close/>
                  <a:moveTo>
                    <a:pt x="770311" y="1325289"/>
                  </a:moveTo>
                  <a:lnTo>
                    <a:pt x="760212" y="1288534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60212" y="1288534"/>
                  </a:lnTo>
                  <a:lnTo>
                    <a:pt x="778275" y="1297338"/>
                  </a:lnTo>
                  <a:close/>
                  <a:moveTo>
                    <a:pt x="759105" y="1330582"/>
                  </a:moveTo>
                  <a:lnTo>
                    <a:pt x="770311" y="1325289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55362" y="1305717"/>
                  </a:lnTo>
                  <a:lnTo>
                    <a:pt x="753899" y="1290067"/>
                  </a:lnTo>
                  <a:close/>
                  <a:moveTo>
                    <a:pt x="753899" y="1290067"/>
                  </a:moveTo>
                  <a:lnTo>
                    <a:pt x="759105" y="1330582"/>
                  </a:lnTo>
                  <a:lnTo>
                    <a:pt x="773241" y="1325431"/>
                  </a:lnTo>
                  <a:close/>
                  <a:moveTo>
                    <a:pt x="49369" y="391431"/>
                  </a:moveTo>
                  <a:lnTo>
                    <a:pt x="5201" y="423597"/>
                  </a:lnTo>
                  <a:lnTo>
                    <a:pt x="31013" y="406414"/>
                  </a:lnTo>
                  <a:close/>
                  <a:moveTo>
                    <a:pt x="49369" y="391431"/>
                  </a:moveTo>
                  <a:lnTo>
                    <a:pt x="27032" y="404125"/>
                  </a:lnTo>
                  <a:lnTo>
                    <a:pt x="5201" y="423597"/>
                  </a:lnTo>
                  <a:close/>
                  <a:moveTo>
                    <a:pt x="871674" y="1348094"/>
                  </a:moveTo>
                  <a:lnTo>
                    <a:pt x="869950" y="1344861"/>
                  </a:lnTo>
                  <a:lnTo>
                    <a:pt x="857973" y="1325237"/>
                  </a:lnTo>
                  <a:close/>
                  <a:moveTo>
                    <a:pt x="826670" y="1240335"/>
                  </a:moveTo>
                  <a:lnTo>
                    <a:pt x="792591" y="1251779"/>
                  </a:lnTo>
                  <a:lnTo>
                    <a:pt x="795146" y="1283622"/>
                  </a:lnTo>
                  <a:close/>
                  <a:moveTo>
                    <a:pt x="828957" y="1283222"/>
                  </a:moveTo>
                  <a:lnTo>
                    <a:pt x="826670" y="1240335"/>
                  </a:lnTo>
                  <a:lnTo>
                    <a:pt x="795146" y="1283622"/>
                  </a:lnTo>
                  <a:close/>
                  <a:moveTo>
                    <a:pt x="873589" y="1259048"/>
                  </a:moveTo>
                  <a:lnTo>
                    <a:pt x="858213" y="1234596"/>
                  </a:lnTo>
                  <a:lnTo>
                    <a:pt x="875382" y="1272569"/>
                  </a:lnTo>
                  <a:close/>
                  <a:moveTo>
                    <a:pt x="875382" y="1272569"/>
                  </a:moveTo>
                  <a:lnTo>
                    <a:pt x="858213" y="1234596"/>
                  </a:lnTo>
                  <a:lnTo>
                    <a:pt x="826670" y="1240335"/>
                  </a:lnTo>
                  <a:close/>
                  <a:moveTo>
                    <a:pt x="875382" y="1272569"/>
                  </a:moveTo>
                  <a:lnTo>
                    <a:pt x="826670" y="1240335"/>
                  </a:lnTo>
                  <a:lnTo>
                    <a:pt x="828957" y="1283222"/>
                  </a:lnTo>
                  <a:close/>
                  <a:moveTo>
                    <a:pt x="875382" y="1272569"/>
                  </a:moveTo>
                  <a:lnTo>
                    <a:pt x="828957" y="1283222"/>
                  </a:lnTo>
                  <a:lnTo>
                    <a:pt x="879919" y="1282715"/>
                  </a:lnTo>
                  <a:close/>
                  <a:moveTo>
                    <a:pt x="875382" y="1272569"/>
                  </a:moveTo>
                  <a:lnTo>
                    <a:pt x="879919" y="1282715"/>
                  </a:lnTo>
                  <a:lnTo>
                    <a:pt x="912143" y="1278619"/>
                  </a:lnTo>
                  <a:close/>
                  <a:moveTo>
                    <a:pt x="773637" y="1211614"/>
                  </a:moveTo>
                  <a:lnTo>
                    <a:pt x="772117" y="1225022"/>
                  </a:lnTo>
                  <a:lnTo>
                    <a:pt x="804023" y="1197841"/>
                  </a:lnTo>
                  <a:close/>
                  <a:moveTo>
                    <a:pt x="772117" y="1225022"/>
                  </a:moveTo>
                  <a:lnTo>
                    <a:pt x="792591" y="1251779"/>
                  </a:lnTo>
                  <a:lnTo>
                    <a:pt x="804023" y="1197841"/>
                  </a:lnTo>
                  <a:close/>
                  <a:moveTo>
                    <a:pt x="804023" y="1197841"/>
                  </a:moveTo>
                  <a:lnTo>
                    <a:pt x="792591" y="1251779"/>
                  </a:lnTo>
                  <a:lnTo>
                    <a:pt x="831249" y="1225320"/>
                  </a:lnTo>
                  <a:close/>
                  <a:moveTo>
                    <a:pt x="831249" y="1225320"/>
                  </a:moveTo>
                  <a:lnTo>
                    <a:pt x="792591" y="1251779"/>
                  </a:lnTo>
                  <a:lnTo>
                    <a:pt x="826670" y="1240335"/>
                  </a:lnTo>
                  <a:close/>
                  <a:moveTo>
                    <a:pt x="826670" y="1240335"/>
                  </a:moveTo>
                  <a:lnTo>
                    <a:pt x="858213" y="1234596"/>
                  </a:lnTo>
                  <a:lnTo>
                    <a:pt x="831249" y="1225320"/>
                  </a:lnTo>
                  <a:close/>
                  <a:moveTo>
                    <a:pt x="760622" y="1161086"/>
                  </a:moveTo>
                  <a:lnTo>
                    <a:pt x="773637" y="1211614"/>
                  </a:lnTo>
                  <a:lnTo>
                    <a:pt x="785686" y="1179545"/>
                  </a:lnTo>
                  <a:close/>
                  <a:moveTo>
                    <a:pt x="765438" y="1215024"/>
                  </a:moveTo>
                  <a:lnTo>
                    <a:pt x="773637" y="1211614"/>
                  </a:lnTo>
                  <a:lnTo>
                    <a:pt x="760622" y="1161086"/>
                  </a:lnTo>
                  <a:close/>
                  <a:moveTo>
                    <a:pt x="726909" y="1178269"/>
                  </a:moveTo>
                  <a:lnTo>
                    <a:pt x="765438" y="1215024"/>
                  </a:lnTo>
                  <a:lnTo>
                    <a:pt x="760622" y="1161086"/>
                  </a:lnTo>
                  <a:close/>
                  <a:moveTo>
                    <a:pt x="773637" y="1211614"/>
                  </a:moveTo>
                  <a:lnTo>
                    <a:pt x="804023" y="1197841"/>
                  </a:lnTo>
                  <a:lnTo>
                    <a:pt x="785686" y="1179545"/>
                  </a:lnTo>
                  <a:close/>
                  <a:moveTo>
                    <a:pt x="726909" y="1178269"/>
                  </a:moveTo>
                  <a:lnTo>
                    <a:pt x="760622" y="1161086"/>
                  </a:lnTo>
                  <a:lnTo>
                    <a:pt x="725897" y="1176786"/>
                  </a:lnTo>
                  <a:close/>
                  <a:moveTo>
                    <a:pt x="760622" y="1161086"/>
                  </a:moveTo>
                  <a:lnTo>
                    <a:pt x="738193" y="1126552"/>
                  </a:lnTo>
                  <a:lnTo>
                    <a:pt x="725897" y="1176786"/>
                  </a:lnTo>
                  <a:close/>
                  <a:moveTo>
                    <a:pt x="736900" y="1124331"/>
                  </a:moveTo>
                  <a:lnTo>
                    <a:pt x="702958" y="1141514"/>
                  </a:lnTo>
                  <a:lnTo>
                    <a:pt x="725897" y="1176786"/>
                  </a:lnTo>
                  <a:close/>
                  <a:moveTo>
                    <a:pt x="468920" y="830291"/>
                  </a:moveTo>
                  <a:lnTo>
                    <a:pt x="466273" y="828981"/>
                  </a:lnTo>
                  <a:lnTo>
                    <a:pt x="455756" y="847474"/>
                  </a:lnTo>
                  <a:close/>
                  <a:moveTo>
                    <a:pt x="912143" y="1278619"/>
                  </a:moveTo>
                  <a:lnTo>
                    <a:pt x="879919" y="1282715"/>
                  </a:lnTo>
                  <a:lnTo>
                    <a:pt x="939788" y="1285768"/>
                  </a:lnTo>
                  <a:close/>
                  <a:moveTo>
                    <a:pt x="837745" y="1186584"/>
                  </a:moveTo>
                  <a:lnTo>
                    <a:pt x="831249" y="1225320"/>
                  </a:lnTo>
                  <a:lnTo>
                    <a:pt x="869052" y="1232968"/>
                  </a:lnTo>
                  <a:close/>
                  <a:moveTo>
                    <a:pt x="804023" y="1197841"/>
                  </a:moveTo>
                  <a:lnTo>
                    <a:pt x="831249" y="1225320"/>
                  </a:lnTo>
                  <a:lnTo>
                    <a:pt x="837745" y="1186584"/>
                  </a:lnTo>
                  <a:close/>
                  <a:moveTo>
                    <a:pt x="837745" y="1186584"/>
                  </a:moveTo>
                  <a:lnTo>
                    <a:pt x="785686" y="1179545"/>
                  </a:lnTo>
                  <a:lnTo>
                    <a:pt x="804023" y="1197841"/>
                  </a:lnTo>
                  <a:close/>
                  <a:moveTo>
                    <a:pt x="790784" y="1152927"/>
                  </a:moveTo>
                  <a:lnTo>
                    <a:pt x="785686" y="1179545"/>
                  </a:lnTo>
                  <a:lnTo>
                    <a:pt x="837745" y="1186584"/>
                  </a:lnTo>
                  <a:close/>
                  <a:moveTo>
                    <a:pt x="821263" y="1155237"/>
                  </a:moveTo>
                  <a:lnTo>
                    <a:pt x="790784" y="1152927"/>
                  </a:lnTo>
                  <a:lnTo>
                    <a:pt x="837745" y="1186584"/>
                  </a:lnTo>
                  <a:close/>
                  <a:moveTo>
                    <a:pt x="760622" y="1161086"/>
                  </a:moveTo>
                  <a:lnTo>
                    <a:pt x="785686" y="1179545"/>
                  </a:lnTo>
                  <a:lnTo>
                    <a:pt x="790784" y="1152927"/>
                  </a:lnTo>
                  <a:close/>
                  <a:moveTo>
                    <a:pt x="738905" y="1123268"/>
                  </a:moveTo>
                  <a:lnTo>
                    <a:pt x="738193" y="1126552"/>
                  </a:lnTo>
                  <a:lnTo>
                    <a:pt x="783482" y="1107147"/>
                  </a:lnTo>
                  <a:close/>
                  <a:moveTo>
                    <a:pt x="738193" y="1126552"/>
                  </a:moveTo>
                  <a:lnTo>
                    <a:pt x="760622" y="1161086"/>
                  </a:lnTo>
                  <a:lnTo>
                    <a:pt x="783482" y="1107147"/>
                  </a:lnTo>
                  <a:close/>
                  <a:moveTo>
                    <a:pt x="783482" y="1107147"/>
                  </a:moveTo>
                  <a:lnTo>
                    <a:pt x="760622" y="1161086"/>
                  </a:lnTo>
                  <a:lnTo>
                    <a:pt x="793695" y="1113281"/>
                  </a:lnTo>
                  <a:close/>
                  <a:moveTo>
                    <a:pt x="737364" y="1087576"/>
                  </a:moveTo>
                  <a:lnTo>
                    <a:pt x="738905" y="1123268"/>
                  </a:lnTo>
                  <a:lnTo>
                    <a:pt x="783482" y="1107147"/>
                  </a:lnTo>
                  <a:close/>
                  <a:moveTo>
                    <a:pt x="737364" y="1087576"/>
                  </a:moveTo>
                  <a:lnTo>
                    <a:pt x="783482" y="1107147"/>
                  </a:lnTo>
                  <a:lnTo>
                    <a:pt x="758503" y="1070392"/>
                  </a:lnTo>
                  <a:close/>
                  <a:moveTo>
                    <a:pt x="758503" y="1070392"/>
                  </a:moveTo>
                  <a:lnTo>
                    <a:pt x="758114" y="1076456"/>
                  </a:lnTo>
                  <a:lnTo>
                    <a:pt x="737364" y="1087576"/>
                  </a:lnTo>
                  <a:close/>
                  <a:moveTo>
                    <a:pt x="543539" y="813107"/>
                  </a:moveTo>
                  <a:lnTo>
                    <a:pt x="538043" y="780321"/>
                  </a:lnTo>
                  <a:lnTo>
                    <a:pt x="509580" y="816288"/>
                  </a:lnTo>
                  <a:close/>
                  <a:moveTo>
                    <a:pt x="509580" y="816288"/>
                  </a:moveTo>
                  <a:lnTo>
                    <a:pt x="538043" y="780321"/>
                  </a:lnTo>
                  <a:lnTo>
                    <a:pt x="536886" y="776429"/>
                  </a:lnTo>
                  <a:close/>
                  <a:moveTo>
                    <a:pt x="538043" y="780321"/>
                  </a:moveTo>
                  <a:lnTo>
                    <a:pt x="549637" y="813107"/>
                  </a:lnTo>
                  <a:lnTo>
                    <a:pt x="536886" y="776429"/>
                  </a:lnTo>
                  <a:close/>
                  <a:moveTo>
                    <a:pt x="403360" y="714226"/>
                  </a:moveTo>
                  <a:lnTo>
                    <a:pt x="459354" y="740538"/>
                  </a:lnTo>
                  <a:lnTo>
                    <a:pt x="438572" y="712686"/>
                  </a:lnTo>
                  <a:close/>
                  <a:moveTo>
                    <a:pt x="179406" y="372047"/>
                  </a:moveTo>
                  <a:lnTo>
                    <a:pt x="175772" y="388173"/>
                  </a:lnTo>
                  <a:lnTo>
                    <a:pt x="167165" y="390281"/>
                  </a:lnTo>
                  <a:close/>
                  <a:moveTo>
                    <a:pt x="179406" y="372047"/>
                  </a:moveTo>
                  <a:lnTo>
                    <a:pt x="176591" y="342760"/>
                  </a:lnTo>
                  <a:lnTo>
                    <a:pt x="175772" y="388173"/>
                  </a:lnTo>
                  <a:close/>
                  <a:moveTo>
                    <a:pt x="179406" y="372047"/>
                  </a:moveTo>
                  <a:lnTo>
                    <a:pt x="174225" y="335292"/>
                  </a:lnTo>
                  <a:lnTo>
                    <a:pt x="176591" y="342760"/>
                  </a:lnTo>
                  <a:close/>
                  <a:moveTo>
                    <a:pt x="180916" y="317117"/>
                  </a:moveTo>
                  <a:lnTo>
                    <a:pt x="176591" y="342760"/>
                  </a:lnTo>
                  <a:lnTo>
                    <a:pt x="174225" y="335292"/>
                  </a:lnTo>
                  <a:close/>
                  <a:moveTo>
                    <a:pt x="693252" y="960127"/>
                  </a:moveTo>
                  <a:lnTo>
                    <a:pt x="701396" y="996882"/>
                  </a:lnTo>
                  <a:lnTo>
                    <a:pt x="727217" y="979699"/>
                  </a:lnTo>
                  <a:close/>
                  <a:moveTo>
                    <a:pt x="538043" y="780321"/>
                  </a:moveTo>
                  <a:lnTo>
                    <a:pt x="543539" y="813107"/>
                  </a:lnTo>
                  <a:lnTo>
                    <a:pt x="547455" y="812585"/>
                  </a:lnTo>
                  <a:close/>
                  <a:moveTo>
                    <a:pt x="547455" y="812585"/>
                  </a:moveTo>
                  <a:lnTo>
                    <a:pt x="549637" y="813107"/>
                  </a:lnTo>
                  <a:lnTo>
                    <a:pt x="538043" y="780321"/>
                  </a:lnTo>
                  <a:close/>
                  <a:moveTo>
                    <a:pt x="382461" y="572357"/>
                  </a:moveTo>
                  <a:lnTo>
                    <a:pt x="400809" y="582058"/>
                  </a:lnTo>
                  <a:lnTo>
                    <a:pt x="439596" y="565192"/>
                  </a:lnTo>
                  <a:close/>
                  <a:moveTo>
                    <a:pt x="415574" y="571585"/>
                  </a:moveTo>
                  <a:lnTo>
                    <a:pt x="382461" y="572357"/>
                  </a:lnTo>
                  <a:lnTo>
                    <a:pt x="439596" y="565192"/>
                  </a:lnTo>
                  <a:close/>
                  <a:moveTo>
                    <a:pt x="202256" y="300697"/>
                  </a:moveTo>
                  <a:lnTo>
                    <a:pt x="180916" y="317117"/>
                  </a:lnTo>
                  <a:lnTo>
                    <a:pt x="174225" y="335292"/>
                  </a:lnTo>
                  <a:close/>
                  <a:moveTo>
                    <a:pt x="180916" y="317117"/>
                  </a:moveTo>
                  <a:lnTo>
                    <a:pt x="202256" y="300697"/>
                  </a:lnTo>
                  <a:lnTo>
                    <a:pt x="197214" y="298538"/>
                  </a:lnTo>
                  <a:close/>
                  <a:moveTo>
                    <a:pt x="202256" y="300697"/>
                  </a:moveTo>
                  <a:lnTo>
                    <a:pt x="215144" y="281354"/>
                  </a:lnTo>
                  <a:lnTo>
                    <a:pt x="197214" y="298538"/>
                  </a:lnTo>
                  <a:close/>
                  <a:moveTo>
                    <a:pt x="899600" y="1118638"/>
                  </a:moveTo>
                  <a:lnTo>
                    <a:pt x="939137" y="1113583"/>
                  </a:lnTo>
                  <a:lnTo>
                    <a:pt x="930099" y="1076184"/>
                  </a:lnTo>
                  <a:close/>
                  <a:moveTo>
                    <a:pt x="899600" y="1118638"/>
                  </a:moveTo>
                  <a:lnTo>
                    <a:pt x="930099" y="1076184"/>
                  </a:lnTo>
                  <a:lnTo>
                    <a:pt x="896547" y="1076373"/>
                  </a:lnTo>
                  <a:close/>
                  <a:moveTo>
                    <a:pt x="974619" y="1099003"/>
                  </a:moveTo>
                  <a:lnTo>
                    <a:pt x="958956" y="1072780"/>
                  </a:lnTo>
                  <a:lnTo>
                    <a:pt x="976444" y="1110342"/>
                  </a:lnTo>
                  <a:close/>
                  <a:moveTo>
                    <a:pt x="976444" y="1110342"/>
                  </a:moveTo>
                  <a:lnTo>
                    <a:pt x="958956" y="1072780"/>
                  </a:lnTo>
                  <a:lnTo>
                    <a:pt x="930099" y="1076184"/>
                  </a:lnTo>
                  <a:close/>
                  <a:moveTo>
                    <a:pt x="976444" y="1110342"/>
                  </a:moveTo>
                  <a:lnTo>
                    <a:pt x="930099" y="1076184"/>
                  </a:lnTo>
                  <a:lnTo>
                    <a:pt x="939137" y="1113583"/>
                  </a:lnTo>
                  <a:close/>
                  <a:moveTo>
                    <a:pt x="974619" y="1099003"/>
                  </a:moveTo>
                  <a:lnTo>
                    <a:pt x="976444" y="1110342"/>
                  </a:lnTo>
                  <a:lnTo>
                    <a:pt x="980530" y="1109536"/>
                  </a:lnTo>
                  <a:close/>
                  <a:moveTo>
                    <a:pt x="861223" y="1078003"/>
                  </a:moveTo>
                  <a:lnTo>
                    <a:pt x="885650" y="1040486"/>
                  </a:lnTo>
                  <a:lnTo>
                    <a:pt x="849040" y="1043160"/>
                  </a:lnTo>
                  <a:close/>
                  <a:moveTo>
                    <a:pt x="805817" y="1053209"/>
                  </a:moveTo>
                  <a:lnTo>
                    <a:pt x="849040" y="1043160"/>
                  </a:lnTo>
                  <a:lnTo>
                    <a:pt x="830527" y="1030205"/>
                  </a:lnTo>
                  <a:close/>
                  <a:moveTo>
                    <a:pt x="793238" y="927197"/>
                  </a:moveTo>
                  <a:lnTo>
                    <a:pt x="735369" y="902408"/>
                  </a:lnTo>
                  <a:lnTo>
                    <a:pt x="754307" y="931759"/>
                  </a:lnTo>
                  <a:close/>
                  <a:moveTo>
                    <a:pt x="793238" y="927197"/>
                  </a:moveTo>
                  <a:lnTo>
                    <a:pt x="754307" y="931759"/>
                  </a:lnTo>
                  <a:lnTo>
                    <a:pt x="795118" y="926184"/>
                  </a:lnTo>
                  <a:close/>
                  <a:moveTo>
                    <a:pt x="722659" y="906189"/>
                  </a:moveTo>
                  <a:lnTo>
                    <a:pt x="735369" y="902408"/>
                  </a:lnTo>
                  <a:lnTo>
                    <a:pt x="691142" y="882795"/>
                  </a:lnTo>
                  <a:close/>
                  <a:moveTo>
                    <a:pt x="646944" y="745918"/>
                  </a:moveTo>
                  <a:lnTo>
                    <a:pt x="625418" y="795924"/>
                  </a:lnTo>
                  <a:lnTo>
                    <a:pt x="636305" y="778741"/>
                  </a:lnTo>
                  <a:close/>
                  <a:moveTo>
                    <a:pt x="646944" y="745918"/>
                  </a:moveTo>
                  <a:lnTo>
                    <a:pt x="626406" y="765337"/>
                  </a:lnTo>
                  <a:lnTo>
                    <a:pt x="625418" y="795924"/>
                  </a:lnTo>
                  <a:close/>
                  <a:moveTo>
                    <a:pt x="498911" y="566173"/>
                  </a:moveTo>
                  <a:lnTo>
                    <a:pt x="494100" y="558211"/>
                  </a:lnTo>
                  <a:lnTo>
                    <a:pt x="502045" y="598678"/>
                  </a:lnTo>
                  <a:close/>
                  <a:moveTo>
                    <a:pt x="248361" y="266754"/>
                  </a:moveTo>
                  <a:lnTo>
                    <a:pt x="215144" y="281354"/>
                  </a:lnTo>
                  <a:lnTo>
                    <a:pt x="251942" y="265681"/>
                  </a:lnTo>
                  <a:close/>
                  <a:moveTo>
                    <a:pt x="215144" y="281354"/>
                  </a:moveTo>
                  <a:lnTo>
                    <a:pt x="202256" y="300697"/>
                  </a:lnTo>
                  <a:lnTo>
                    <a:pt x="251942" y="265681"/>
                  </a:lnTo>
                  <a:close/>
                  <a:moveTo>
                    <a:pt x="227530" y="270616"/>
                  </a:moveTo>
                  <a:lnTo>
                    <a:pt x="215144" y="281354"/>
                  </a:lnTo>
                  <a:lnTo>
                    <a:pt x="248361" y="266754"/>
                  </a:lnTo>
                  <a:close/>
                  <a:moveTo>
                    <a:pt x="1032725" y="1146291"/>
                  </a:moveTo>
                  <a:lnTo>
                    <a:pt x="1041533" y="1183046"/>
                  </a:lnTo>
                  <a:lnTo>
                    <a:pt x="1083957" y="1165862"/>
                  </a:lnTo>
                  <a:close/>
                  <a:moveTo>
                    <a:pt x="1032725" y="1146291"/>
                  </a:moveTo>
                  <a:lnTo>
                    <a:pt x="1083957" y="1165862"/>
                  </a:lnTo>
                  <a:lnTo>
                    <a:pt x="1050692" y="1129107"/>
                  </a:lnTo>
                  <a:close/>
                  <a:moveTo>
                    <a:pt x="1032725" y="1146291"/>
                  </a:moveTo>
                  <a:lnTo>
                    <a:pt x="1050692" y="1129107"/>
                  </a:lnTo>
                  <a:lnTo>
                    <a:pt x="1016252" y="1130086"/>
                  </a:lnTo>
                  <a:close/>
                  <a:moveTo>
                    <a:pt x="1050692" y="1129107"/>
                  </a:moveTo>
                  <a:lnTo>
                    <a:pt x="1037610" y="1113732"/>
                  </a:lnTo>
                  <a:lnTo>
                    <a:pt x="1016252" y="1130086"/>
                  </a:lnTo>
                  <a:close/>
                  <a:moveTo>
                    <a:pt x="1021750" y="1092352"/>
                  </a:moveTo>
                  <a:lnTo>
                    <a:pt x="1016252" y="1130086"/>
                  </a:lnTo>
                  <a:lnTo>
                    <a:pt x="1037610" y="1113732"/>
                  </a:lnTo>
                  <a:close/>
                  <a:moveTo>
                    <a:pt x="1021750" y="1092352"/>
                  </a:moveTo>
                  <a:lnTo>
                    <a:pt x="980530" y="1109536"/>
                  </a:lnTo>
                  <a:lnTo>
                    <a:pt x="1016252" y="1130086"/>
                  </a:lnTo>
                  <a:close/>
                  <a:moveTo>
                    <a:pt x="737555" y="811137"/>
                  </a:moveTo>
                  <a:lnTo>
                    <a:pt x="784699" y="799898"/>
                  </a:lnTo>
                  <a:lnTo>
                    <a:pt x="767177" y="769395"/>
                  </a:lnTo>
                  <a:close/>
                  <a:moveTo>
                    <a:pt x="737555" y="811137"/>
                  </a:moveTo>
                  <a:lnTo>
                    <a:pt x="767177" y="769395"/>
                  </a:lnTo>
                  <a:lnTo>
                    <a:pt x="728549" y="773711"/>
                  </a:lnTo>
                  <a:close/>
                  <a:moveTo>
                    <a:pt x="692296" y="731349"/>
                  </a:moveTo>
                  <a:lnTo>
                    <a:pt x="649613" y="741986"/>
                  </a:lnTo>
                  <a:lnTo>
                    <a:pt x="646944" y="745918"/>
                  </a:lnTo>
                  <a:close/>
                  <a:moveTo>
                    <a:pt x="655699" y="705231"/>
                  </a:moveTo>
                  <a:lnTo>
                    <a:pt x="692296" y="731349"/>
                  </a:lnTo>
                  <a:lnTo>
                    <a:pt x="679772" y="696784"/>
                  </a:lnTo>
                  <a:close/>
                  <a:moveTo>
                    <a:pt x="649613" y="741986"/>
                  </a:moveTo>
                  <a:lnTo>
                    <a:pt x="692296" y="731349"/>
                  </a:lnTo>
                  <a:lnTo>
                    <a:pt x="655699" y="705231"/>
                  </a:lnTo>
                  <a:close/>
                  <a:moveTo>
                    <a:pt x="692296" y="731349"/>
                  </a:moveTo>
                  <a:lnTo>
                    <a:pt x="715334" y="694961"/>
                  </a:lnTo>
                  <a:lnTo>
                    <a:pt x="679772" y="696784"/>
                  </a:lnTo>
                  <a:close/>
                  <a:moveTo>
                    <a:pt x="494100" y="558211"/>
                  </a:moveTo>
                  <a:lnTo>
                    <a:pt x="498911" y="566173"/>
                  </a:lnTo>
                  <a:lnTo>
                    <a:pt x="498572" y="556755"/>
                  </a:lnTo>
                  <a:close/>
                  <a:moveTo>
                    <a:pt x="498572" y="556755"/>
                  </a:moveTo>
                  <a:lnTo>
                    <a:pt x="498911" y="566173"/>
                  </a:lnTo>
                  <a:lnTo>
                    <a:pt x="523090" y="558211"/>
                  </a:lnTo>
                  <a:close/>
                  <a:moveTo>
                    <a:pt x="486249" y="518834"/>
                  </a:moveTo>
                  <a:lnTo>
                    <a:pt x="485106" y="521456"/>
                  </a:lnTo>
                  <a:lnTo>
                    <a:pt x="482709" y="480157"/>
                  </a:lnTo>
                  <a:close/>
                  <a:moveTo>
                    <a:pt x="335185" y="231551"/>
                  </a:moveTo>
                  <a:lnTo>
                    <a:pt x="304246" y="264171"/>
                  </a:lnTo>
                  <a:lnTo>
                    <a:pt x="322889" y="246988"/>
                  </a:lnTo>
                  <a:close/>
                  <a:moveTo>
                    <a:pt x="1083957" y="1165862"/>
                  </a:moveTo>
                  <a:lnTo>
                    <a:pt x="1100158" y="1198182"/>
                  </a:lnTo>
                  <a:lnTo>
                    <a:pt x="1101090" y="1152677"/>
                  </a:lnTo>
                  <a:close/>
                  <a:moveTo>
                    <a:pt x="1083957" y="1165862"/>
                  </a:moveTo>
                  <a:lnTo>
                    <a:pt x="1083009" y="1202617"/>
                  </a:lnTo>
                  <a:lnTo>
                    <a:pt x="1100158" y="1198182"/>
                  </a:lnTo>
                  <a:close/>
                  <a:moveTo>
                    <a:pt x="1050692" y="1129107"/>
                  </a:moveTo>
                  <a:lnTo>
                    <a:pt x="1083957" y="1165862"/>
                  </a:lnTo>
                  <a:lnTo>
                    <a:pt x="1091053" y="1111924"/>
                  </a:lnTo>
                  <a:close/>
                  <a:moveTo>
                    <a:pt x="1073617" y="1075169"/>
                  </a:moveTo>
                  <a:lnTo>
                    <a:pt x="1037610" y="1113732"/>
                  </a:lnTo>
                  <a:lnTo>
                    <a:pt x="1050692" y="1129107"/>
                  </a:lnTo>
                  <a:close/>
                  <a:moveTo>
                    <a:pt x="1073617" y="1075169"/>
                  </a:moveTo>
                  <a:lnTo>
                    <a:pt x="1050692" y="1129107"/>
                  </a:lnTo>
                  <a:lnTo>
                    <a:pt x="1091053" y="1111924"/>
                  </a:lnTo>
                  <a:close/>
                  <a:moveTo>
                    <a:pt x="354587" y="207884"/>
                  </a:moveTo>
                  <a:lnTo>
                    <a:pt x="335185" y="231551"/>
                  </a:lnTo>
                  <a:lnTo>
                    <a:pt x="322889" y="246988"/>
                  </a:lnTo>
                  <a:close/>
                  <a:moveTo>
                    <a:pt x="385990" y="200717"/>
                  </a:moveTo>
                  <a:lnTo>
                    <a:pt x="356750" y="210232"/>
                  </a:lnTo>
                  <a:lnTo>
                    <a:pt x="335185" y="231551"/>
                  </a:lnTo>
                  <a:close/>
                  <a:moveTo>
                    <a:pt x="385990" y="200717"/>
                  </a:moveTo>
                  <a:lnTo>
                    <a:pt x="335185" y="231551"/>
                  </a:lnTo>
                  <a:lnTo>
                    <a:pt x="354587" y="207884"/>
                  </a:lnTo>
                  <a:close/>
                  <a:moveTo>
                    <a:pt x="1141069" y="1102517"/>
                  </a:moveTo>
                  <a:lnTo>
                    <a:pt x="1099707" y="1109055"/>
                  </a:lnTo>
                  <a:lnTo>
                    <a:pt x="1153527" y="1137135"/>
                  </a:lnTo>
                  <a:close/>
                  <a:moveTo>
                    <a:pt x="1099707" y="1109055"/>
                  </a:moveTo>
                  <a:lnTo>
                    <a:pt x="1124065" y="1071593"/>
                  </a:lnTo>
                  <a:lnTo>
                    <a:pt x="1094710" y="1068370"/>
                  </a:lnTo>
                  <a:close/>
                  <a:moveTo>
                    <a:pt x="1094710" y="1068370"/>
                  </a:moveTo>
                  <a:lnTo>
                    <a:pt x="1112605" y="1036163"/>
                  </a:lnTo>
                  <a:lnTo>
                    <a:pt x="1081869" y="1034063"/>
                  </a:lnTo>
                  <a:close/>
                  <a:moveTo>
                    <a:pt x="667429" y="533881"/>
                  </a:moveTo>
                  <a:lnTo>
                    <a:pt x="684602" y="506661"/>
                  </a:lnTo>
                  <a:lnTo>
                    <a:pt x="664316" y="523844"/>
                  </a:lnTo>
                  <a:close/>
                  <a:moveTo>
                    <a:pt x="689174" y="490606"/>
                  </a:moveTo>
                  <a:lnTo>
                    <a:pt x="664316" y="523844"/>
                  </a:lnTo>
                  <a:lnTo>
                    <a:pt x="684602" y="506661"/>
                  </a:lnTo>
                  <a:close/>
                  <a:moveTo>
                    <a:pt x="689174" y="490606"/>
                  </a:moveTo>
                  <a:lnTo>
                    <a:pt x="669885" y="514697"/>
                  </a:lnTo>
                  <a:lnTo>
                    <a:pt x="664316" y="523844"/>
                  </a:lnTo>
                  <a:close/>
                  <a:moveTo>
                    <a:pt x="718392" y="475272"/>
                  </a:moveTo>
                  <a:lnTo>
                    <a:pt x="669885" y="514697"/>
                  </a:lnTo>
                  <a:lnTo>
                    <a:pt x="689174" y="490606"/>
                  </a:lnTo>
                  <a:close/>
                  <a:moveTo>
                    <a:pt x="410657" y="196737"/>
                  </a:moveTo>
                  <a:lnTo>
                    <a:pt x="385990" y="200717"/>
                  </a:lnTo>
                  <a:lnTo>
                    <a:pt x="354587" y="207884"/>
                  </a:lnTo>
                  <a:close/>
                  <a:moveTo>
                    <a:pt x="447343" y="209322"/>
                  </a:moveTo>
                  <a:lnTo>
                    <a:pt x="423560" y="216609"/>
                  </a:lnTo>
                  <a:lnTo>
                    <a:pt x="385990" y="200717"/>
                  </a:lnTo>
                  <a:close/>
                  <a:moveTo>
                    <a:pt x="475224" y="188987"/>
                  </a:moveTo>
                  <a:lnTo>
                    <a:pt x="423560" y="216609"/>
                  </a:lnTo>
                  <a:lnTo>
                    <a:pt x="447343" y="209322"/>
                  </a:lnTo>
                  <a:close/>
                  <a:moveTo>
                    <a:pt x="870142" y="668909"/>
                  </a:moveTo>
                  <a:lnTo>
                    <a:pt x="907869" y="636497"/>
                  </a:lnTo>
                  <a:lnTo>
                    <a:pt x="877607" y="644300"/>
                  </a:lnTo>
                  <a:close/>
                  <a:moveTo>
                    <a:pt x="927371" y="662097"/>
                  </a:moveTo>
                  <a:lnTo>
                    <a:pt x="907869" y="636497"/>
                  </a:lnTo>
                  <a:lnTo>
                    <a:pt x="870142" y="668909"/>
                  </a:lnTo>
                  <a:close/>
                  <a:moveTo>
                    <a:pt x="907869" y="636497"/>
                  </a:moveTo>
                  <a:lnTo>
                    <a:pt x="913851" y="611547"/>
                  </a:lnTo>
                  <a:lnTo>
                    <a:pt x="877607" y="644300"/>
                  </a:lnTo>
                  <a:close/>
                  <a:moveTo>
                    <a:pt x="804066" y="616926"/>
                  </a:moveTo>
                  <a:lnTo>
                    <a:pt x="822810" y="562987"/>
                  </a:lnTo>
                  <a:lnTo>
                    <a:pt x="789137" y="580171"/>
                  </a:lnTo>
                  <a:close/>
                  <a:moveTo>
                    <a:pt x="689174" y="490606"/>
                  </a:moveTo>
                  <a:lnTo>
                    <a:pt x="706433" y="496120"/>
                  </a:lnTo>
                  <a:lnTo>
                    <a:pt x="740514" y="461774"/>
                  </a:lnTo>
                  <a:close/>
                  <a:moveTo>
                    <a:pt x="643110" y="346749"/>
                  </a:moveTo>
                  <a:lnTo>
                    <a:pt x="597664" y="359641"/>
                  </a:lnTo>
                  <a:lnTo>
                    <a:pt x="588623" y="363818"/>
                  </a:lnTo>
                  <a:close/>
                  <a:moveTo>
                    <a:pt x="643110" y="346749"/>
                  </a:moveTo>
                  <a:lnTo>
                    <a:pt x="588623" y="363818"/>
                  </a:lnTo>
                  <a:lnTo>
                    <a:pt x="614846" y="365650"/>
                  </a:lnTo>
                  <a:close/>
                  <a:moveTo>
                    <a:pt x="615738" y="340619"/>
                  </a:moveTo>
                  <a:lnTo>
                    <a:pt x="597664" y="359641"/>
                  </a:lnTo>
                  <a:lnTo>
                    <a:pt x="637006" y="346486"/>
                  </a:lnTo>
                  <a:close/>
                  <a:moveTo>
                    <a:pt x="628453" y="322886"/>
                  </a:moveTo>
                  <a:lnTo>
                    <a:pt x="637006" y="346486"/>
                  </a:lnTo>
                  <a:lnTo>
                    <a:pt x="646978" y="342457"/>
                  </a:lnTo>
                  <a:close/>
                  <a:moveTo>
                    <a:pt x="451014" y="210354"/>
                  </a:moveTo>
                  <a:lnTo>
                    <a:pt x="475224" y="188987"/>
                  </a:lnTo>
                  <a:lnTo>
                    <a:pt x="447343" y="209322"/>
                  </a:lnTo>
                  <a:close/>
                  <a:moveTo>
                    <a:pt x="451014" y="210354"/>
                  </a:moveTo>
                  <a:lnTo>
                    <a:pt x="496086" y="200799"/>
                  </a:lnTo>
                  <a:lnTo>
                    <a:pt x="475224" y="188987"/>
                  </a:lnTo>
                  <a:close/>
                  <a:moveTo>
                    <a:pt x="496086" y="200799"/>
                  </a:moveTo>
                  <a:lnTo>
                    <a:pt x="451014" y="210354"/>
                  </a:lnTo>
                  <a:lnTo>
                    <a:pt x="511078" y="226832"/>
                  </a:lnTo>
                  <a:close/>
                  <a:moveTo>
                    <a:pt x="955200" y="669935"/>
                  </a:moveTo>
                  <a:lnTo>
                    <a:pt x="932383" y="680835"/>
                  </a:lnTo>
                  <a:lnTo>
                    <a:pt x="903088" y="695882"/>
                  </a:lnTo>
                  <a:close/>
                  <a:moveTo>
                    <a:pt x="994617" y="692733"/>
                  </a:moveTo>
                  <a:lnTo>
                    <a:pt x="936533" y="673252"/>
                  </a:lnTo>
                  <a:lnTo>
                    <a:pt x="932383" y="680835"/>
                  </a:lnTo>
                  <a:close/>
                  <a:moveTo>
                    <a:pt x="927364" y="630936"/>
                  </a:moveTo>
                  <a:lnTo>
                    <a:pt x="927371" y="662097"/>
                  </a:lnTo>
                  <a:lnTo>
                    <a:pt x="976780" y="662597"/>
                  </a:lnTo>
                  <a:close/>
                  <a:moveTo>
                    <a:pt x="913851" y="611547"/>
                  </a:moveTo>
                  <a:lnTo>
                    <a:pt x="907869" y="636497"/>
                  </a:lnTo>
                  <a:lnTo>
                    <a:pt x="927364" y="630936"/>
                  </a:lnTo>
                  <a:close/>
                  <a:moveTo>
                    <a:pt x="841742" y="556875"/>
                  </a:moveTo>
                  <a:lnTo>
                    <a:pt x="822810" y="562987"/>
                  </a:lnTo>
                  <a:lnTo>
                    <a:pt x="860352" y="564466"/>
                  </a:lnTo>
                  <a:close/>
                  <a:moveTo>
                    <a:pt x="841742" y="556875"/>
                  </a:moveTo>
                  <a:lnTo>
                    <a:pt x="863863" y="549224"/>
                  </a:lnTo>
                  <a:lnTo>
                    <a:pt x="831462" y="552661"/>
                  </a:lnTo>
                  <a:close/>
                  <a:moveTo>
                    <a:pt x="689633" y="330790"/>
                  </a:moveTo>
                  <a:lnTo>
                    <a:pt x="646978" y="342457"/>
                  </a:lnTo>
                  <a:lnTo>
                    <a:pt x="669426" y="364876"/>
                  </a:lnTo>
                  <a:close/>
                  <a:moveTo>
                    <a:pt x="733397" y="367046"/>
                  </a:moveTo>
                  <a:lnTo>
                    <a:pt x="699355" y="367633"/>
                  </a:lnTo>
                  <a:lnTo>
                    <a:pt x="741808" y="370405"/>
                  </a:lnTo>
                  <a:close/>
                  <a:moveTo>
                    <a:pt x="646978" y="342457"/>
                  </a:moveTo>
                  <a:lnTo>
                    <a:pt x="689633" y="330790"/>
                  </a:lnTo>
                  <a:lnTo>
                    <a:pt x="658139" y="305702"/>
                  </a:lnTo>
                  <a:close/>
                  <a:moveTo>
                    <a:pt x="648103" y="292718"/>
                  </a:moveTo>
                  <a:lnTo>
                    <a:pt x="661363" y="290417"/>
                  </a:lnTo>
                  <a:lnTo>
                    <a:pt x="658139" y="305702"/>
                  </a:lnTo>
                  <a:close/>
                  <a:moveTo>
                    <a:pt x="551274" y="227767"/>
                  </a:moveTo>
                  <a:lnTo>
                    <a:pt x="537996" y="193816"/>
                  </a:lnTo>
                  <a:lnTo>
                    <a:pt x="513885" y="231075"/>
                  </a:lnTo>
                  <a:close/>
                  <a:moveTo>
                    <a:pt x="597076" y="172872"/>
                  </a:moveTo>
                  <a:lnTo>
                    <a:pt x="592842" y="187173"/>
                  </a:lnTo>
                  <a:lnTo>
                    <a:pt x="621482" y="161071"/>
                  </a:lnTo>
                  <a:close/>
                  <a:moveTo>
                    <a:pt x="582214" y="178254"/>
                  </a:moveTo>
                  <a:lnTo>
                    <a:pt x="592842" y="187173"/>
                  </a:lnTo>
                  <a:lnTo>
                    <a:pt x="597076" y="172872"/>
                  </a:lnTo>
                  <a:close/>
                  <a:moveTo>
                    <a:pt x="582214" y="178254"/>
                  </a:moveTo>
                  <a:lnTo>
                    <a:pt x="597076" y="172872"/>
                  </a:lnTo>
                  <a:lnTo>
                    <a:pt x="586066" y="124316"/>
                  </a:lnTo>
                  <a:close/>
                  <a:moveTo>
                    <a:pt x="575021" y="120543"/>
                  </a:moveTo>
                  <a:lnTo>
                    <a:pt x="593658" y="94018"/>
                  </a:lnTo>
                  <a:lnTo>
                    <a:pt x="596264" y="104744"/>
                  </a:lnTo>
                  <a:close/>
                  <a:moveTo>
                    <a:pt x="593658" y="94018"/>
                  </a:moveTo>
                  <a:lnTo>
                    <a:pt x="595182" y="87561"/>
                  </a:lnTo>
                  <a:lnTo>
                    <a:pt x="596264" y="104744"/>
                  </a:lnTo>
                  <a:close/>
                  <a:moveTo>
                    <a:pt x="754848" y="198374"/>
                  </a:moveTo>
                  <a:lnTo>
                    <a:pt x="749102" y="220036"/>
                  </a:lnTo>
                  <a:lnTo>
                    <a:pt x="764404" y="180642"/>
                  </a:lnTo>
                  <a:close/>
                  <a:moveTo>
                    <a:pt x="764404" y="180642"/>
                  </a:moveTo>
                  <a:lnTo>
                    <a:pt x="749102" y="220036"/>
                  </a:lnTo>
                  <a:lnTo>
                    <a:pt x="755818" y="217397"/>
                  </a:lnTo>
                  <a:close/>
                  <a:moveTo>
                    <a:pt x="749102" y="220036"/>
                  </a:moveTo>
                  <a:lnTo>
                    <a:pt x="753197" y="220570"/>
                  </a:lnTo>
                  <a:lnTo>
                    <a:pt x="755818" y="217397"/>
                  </a:lnTo>
                  <a:close/>
                  <a:moveTo>
                    <a:pt x="637196" y="36013"/>
                  </a:moveTo>
                  <a:lnTo>
                    <a:pt x="595182" y="87561"/>
                  </a:lnTo>
                  <a:lnTo>
                    <a:pt x="613775" y="70377"/>
                  </a:lnTo>
                  <a:close/>
                  <a:moveTo>
                    <a:pt x="876056" y="306191"/>
                  </a:moveTo>
                  <a:lnTo>
                    <a:pt x="845888" y="317972"/>
                  </a:lnTo>
                  <a:lnTo>
                    <a:pt x="896213" y="285345"/>
                  </a:lnTo>
                  <a:close/>
                  <a:moveTo>
                    <a:pt x="876056" y="306191"/>
                  </a:moveTo>
                  <a:lnTo>
                    <a:pt x="896213" y="285345"/>
                  </a:lnTo>
                  <a:lnTo>
                    <a:pt x="896292" y="290907"/>
                  </a:lnTo>
                  <a:close/>
                  <a:moveTo>
                    <a:pt x="896213" y="285345"/>
                  </a:moveTo>
                  <a:lnTo>
                    <a:pt x="904556" y="273724"/>
                  </a:lnTo>
                  <a:lnTo>
                    <a:pt x="896292" y="290907"/>
                  </a:lnTo>
                  <a:close/>
                  <a:moveTo>
                    <a:pt x="764404" y="180642"/>
                  </a:moveTo>
                  <a:lnTo>
                    <a:pt x="755818" y="217397"/>
                  </a:lnTo>
                  <a:lnTo>
                    <a:pt x="776325" y="200214"/>
                  </a:lnTo>
                  <a:close/>
                  <a:moveTo>
                    <a:pt x="787930" y="129646"/>
                  </a:moveTo>
                  <a:lnTo>
                    <a:pt x="764404" y="180642"/>
                  </a:lnTo>
                  <a:lnTo>
                    <a:pt x="785890" y="163459"/>
                  </a:lnTo>
                  <a:close/>
                  <a:moveTo>
                    <a:pt x="787930" y="129646"/>
                  </a:moveTo>
                  <a:lnTo>
                    <a:pt x="769752" y="157889"/>
                  </a:lnTo>
                  <a:lnTo>
                    <a:pt x="764404" y="180642"/>
                  </a:lnTo>
                  <a:close/>
                  <a:moveTo>
                    <a:pt x="769752" y="157889"/>
                  </a:moveTo>
                  <a:lnTo>
                    <a:pt x="787930" y="129646"/>
                  </a:lnTo>
                  <a:lnTo>
                    <a:pt x="769096" y="143887"/>
                  </a:lnTo>
                  <a:close/>
                  <a:moveTo>
                    <a:pt x="787930" y="129646"/>
                  </a:moveTo>
                  <a:lnTo>
                    <a:pt x="788376" y="126704"/>
                  </a:lnTo>
                  <a:lnTo>
                    <a:pt x="769096" y="143887"/>
                  </a:lnTo>
                  <a:close/>
                  <a:moveTo>
                    <a:pt x="637196" y="36013"/>
                  </a:moveTo>
                  <a:lnTo>
                    <a:pt x="661029" y="28914"/>
                  </a:lnTo>
                  <a:lnTo>
                    <a:pt x="652942" y="33622"/>
                  </a:lnTo>
                  <a:close/>
                  <a:moveTo>
                    <a:pt x="661029" y="28914"/>
                  </a:moveTo>
                  <a:lnTo>
                    <a:pt x="681232" y="16439"/>
                  </a:lnTo>
                  <a:lnTo>
                    <a:pt x="652942" y="33622"/>
                  </a:lnTo>
                  <a:close/>
                  <a:moveTo>
                    <a:pt x="942345" y="237042"/>
                  </a:moveTo>
                  <a:lnTo>
                    <a:pt x="904556" y="273724"/>
                  </a:lnTo>
                  <a:lnTo>
                    <a:pt x="929480" y="256540"/>
                  </a:lnTo>
                  <a:close/>
                  <a:moveTo>
                    <a:pt x="942345" y="237042"/>
                  </a:moveTo>
                  <a:lnTo>
                    <a:pt x="970256" y="219786"/>
                  </a:lnTo>
                  <a:lnTo>
                    <a:pt x="918951" y="236969"/>
                  </a:lnTo>
                  <a:close/>
                  <a:moveTo>
                    <a:pt x="822694" y="146275"/>
                  </a:moveTo>
                  <a:lnTo>
                    <a:pt x="788706" y="125433"/>
                  </a:lnTo>
                  <a:lnTo>
                    <a:pt x="788376" y="126704"/>
                  </a:lnTo>
                  <a:close/>
                  <a:moveTo>
                    <a:pt x="788376" y="126704"/>
                  </a:moveTo>
                  <a:lnTo>
                    <a:pt x="787930" y="129646"/>
                  </a:lnTo>
                  <a:lnTo>
                    <a:pt x="822694" y="146275"/>
                  </a:lnTo>
                  <a:close/>
                  <a:moveTo>
                    <a:pt x="689389" y="10371"/>
                  </a:moveTo>
                  <a:lnTo>
                    <a:pt x="681232" y="16439"/>
                  </a:lnTo>
                  <a:lnTo>
                    <a:pt x="697194" y="11413"/>
                  </a:lnTo>
                  <a:close/>
                  <a:moveTo>
                    <a:pt x="742442" y="1716"/>
                  </a:moveTo>
                  <a:lnTo>
                    <a:pt x="697194" y="11413"/>
                  </a:lnTo>
                  <a:lnTo>
                    <a:pt x="745667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23" name="Input_density__123">
              <a:extLst>
                <a:ext uri="{FF2B5EF4-FFF2-40B4-BE49-F238E27FC236}">
                  <a16:creationId xmlns:a16="http://schemas.microsoft.com/office/drawing/2014/main" id="{78BE6D71-9A4D-B37A-B843-098F6D7C9117}"/>
                </a:ext>
              </a:extLst>
            </p:cNvPr>
            <p:cNvSpPr>
              <a:spLocks noGrp="1"/>
            </p:cNvSpPr>
            <p:nvPr/>
          </p:nvSpPr>
          <p:spPr>
            <a:xfrm>
              <a:off x="945874" y="1610289"/>
              <a:ext cx="933498" cy="1378099"/>
            </a:xfrm>
            <a:custGeom>
              <a:avLst/>
              <a:gdLst/>
              <a:ahLst/>
              <a:cxnLst/>
              <a:rect l="0" t="0" r="0" b="0"/>
              <a:pathLst>
                <a:path w="933498" h="1378099">
                  <a:moveTo>
                    <a:pt x="295330" y="1378099"/>
                  </a:moveTo>
                  <a:lnTo>
                    <a:pt x="296171" y="1377764"/>
                  </a:lnTo>
                  <a:lnTo>
                    <a:pt x="303131" y="1324160"/>
                  </a:lnTo>
                  <a:close/>
                  <a:moveTo>
                    <a:pt x="296171" y="1377764"/>
                  </a:moveTo>
                  <a:lnTo>
                    <a:pt x="300074" y="1378099"/>
                  </a:lnTo>
                  <a:lnTo>
                    <a:pt x="308636" y="1330034"/>
                  </a:lnTo>
                  <a:close/>
                  <a:moveTo>
                    <a:pt x="10774" y="1030120"/>
                  </a:moveTo>
                  <a:lnTo>
                    <a:pt x="2676" y="1006370"/>
                  </a:lnTo>
                  <a:lnTo>
                    <a:pt x="13786" y="1042085"/>
                  </a:lnTo>
                  <a:close/>
                  <a:moveTo>
                    <a:pt x="10774" y="1030120"/>
                  </a:moveTo>
                  <a:lnTo>
                    <a:pt x="0" y="993366"/>
                  </a:lnTo>
                  <a:lnTo>
                    <a:pt x="2676" y="1006370"/>
                  </a:lnTo>
                  <a:close/>
                  <a:moveTo>
                    <a:pt x="346683" y="1319040"/>
                  </a:moveTo>
                  <a:lnTo>
                    <a:pt x="308636" y="1330034"/>
                  </a:lnTo>
                  <a:lnTo>
                    <a:pt x="346973" y="1348795"/>
                  </a:lnTo>
                  <a:close/>
                  <a:moveTo>
                    <a:pt x="163771" y="1046162"/>
                  </a:moveTo>
                  <a:lnTo>
                    <a:pt x="152032" y="995754"/>
                  </a:lnTo>
                  <a:lnTo>
                    <a:pt x="126325" y="1004769"/>
                  </a:lnTo>
                  <a:close/>
                  <a:moveTo>
                    <a:pt x="163771" y="1046162"/>
                  </a:moveTo>
                  <a:lnTo>
                    <a:pt x="126325" y="1004769"/>
                  </a:lnTo>
                  <a:lnTo>
                    <a:pt x="131839" y="1045033"/>
                  </a:lnTo>
                  <a:close/>
                  <a:moveTo>
                    <a:pt x="93211" y="939427"/>
                  </a:moveTo>
                  <a:lnTo>
                    <a:pt x="125332" y="950581"/>
                  </a:lnTo>
                  <a:lnTo>
                    <a:pt x="118956" y="958999"/>
                  </a:lnTo>
                  <a:close/>
                  <a:moveTo>
                    <a:pt x="125332" y="950581"/>
                  </a:moveTo>
                  <a:lnTo>
                    <a:pt x="107866" y="930281"/>
                  </a:lnTo>
                  <a:lnTo>
                    <a:pt x="130389" y="958999"/>
                  </a:lnTo>
                  <a:close/>
                  <a:moveTo>
                    <a:pt x="99731" y="951068"/>
                  </a:moveTo>
                  <a:lnTo>
                    <a:pt x="125302" y="960854"/>
                  </a:lnTo>
                  <a:lnTo>
                    <a:pt x="130389" y="958999"/>
                  </a:lnTo>
                  <a:close/>
                  <a:moveTo>
                    <a:pt x="106922" y="939427"/>
                  </a:moveTo>
                  <a:lnTo>
                    <a:pt x="115893" y="915288"/>
                  </a:lnTo>
                  <a:lnTo>
                    <a:pt x="121835" y="885489"/>
                  </a:lnTo>
                  <a:close/>
                  <a:moveTo>
                    <a:pt x="121835" y="885489"/>
                  </a:moveTo>
                  <a:lnTo>
                    <a:pt x="133539" y="909410"/>
                  </a:lnTo>
                  <a:lnTo>
                    <a:pt x="140887" y="905060"/>
                  </a:lnTo>
                  <a:close/>
                  <a:moveTo>
                    <a:pt x="157379" y="868305"/>
                  </a:moveTo>
                  <a:lnTo>
                    <a:pt x="102591" y="848734"/>
                  </a:lnTo>
                  <a:lnTo>
                    <a:pt x="121835" y="885489"/>
                  </a:lnTo>
                  <a:close/>
                  <a:moveTo>
                    <a:pt x="460037" y="1199100"/>
                  </a:moveTo>
                  <a:lnTo>
                    <a:pt x="493238" y="1233299"/>
                  </a:lnTo>
                  <a:lnTo>
                    <a:pt x="505996" y="1218672"/>
                  </a:lnTo>
                  <a:close/>
                  <a:moveTo>
                    <a:pt x="120746" y="794795"/>
                  </a:moveTo>
                  <a:lnTo>
                    <a:pt x="143469" y="740857"/>
                  </a:lnTo>
                  <a:lnTo>
                    <a:pt x="99754" y="758040"/>
                  </a:lnTo>
                  <a:close/>
                  <a:moveTo>
                    <a:pt x="505996" y="1218672"/>
                  </a:moveTo>
                  <a:lnTo>
                    <a:pt x="497594" y="1232870"/>
                  </a:lnTo>
                  <a:lnTo>
                    <a:pt x="522611" y="1246911"/>
                  </a:lnTo>
                  <a:close/>
                  <a:moveTo>
                    <a:pt x="158599" y="737137"/>
                  </a:moveTo>
                  <a:lnTo>
                    <a:pt x="143469" y="740857"/>
                  </a:lnTo>
                  <a:lnTo>
                    <a:pt x="180320" y="742970"/>
                  </a:lnTo>
                  <a:close/>
                  <a:moveTo>
                    <a:pt x="152586" y="735485"/>
                  </a:moveTo>
                  <a:lnTo>
                    <a:pt x="143469" y="740857"/>
                  </a:lnTo>
                  <a:lnTo>
                    <a:pt x="158599" y="737137"/>
                  </a:lnTo>
                  <a:close/>
                  <a:moveTo>
                    <a:pt x="158599" y="737137"/>
                  </a:moveTo>
                  <a:lnTo>
                    <a:pt x="159517" y="740857"/>
                  </a:lnTo>
                  <a:lnTo>
                    <a:pt x="152586" y="735485"/>
                  </a:lnTo>
                  <a:close/>
                  <a:moveTo>
                    <a:pt x="87145" y="522715"/>
                  </a:moveTo>
                  <a:lnTo>
                    <a:pt x="81251" y="485961"/>
                  </a:lnTo>
                  <a:lnTo>
                    <a:pt x="77219" y="525385"/>
                  </a:lnTo>
                  <a:close/>
                  <a:moveTo>
                    <a:pt x="740941" y="1151707"/>
                  </a:moveTo>
                  <a:lnTo>
                    <a:pt x="682722" y="1154819"/>
                  </a:lnTo>
                  <a:lnTo>
                    <a:pt x="710366" y="1161968"/>
                  </a:lnTo>
                  <a:close/>
                  <a:moveTo>
                    <a:pt x="639630" y="1109167"/>
                  </a:moveTo>
                  <a:lnTo>
                    <a:pt x="601827" y="1101519"/>
                  </a:lnTo>
                  <a:lnTo>
                    <a:pt x="628791" y="1110795"/>
                  </a:lnTo>
                  <a:close/>
                  <a:moveTo>
                    <a:pt x="636440" y="1067014"/>
                  </a:moveTo>
                  <a:lnTo>
                    <a:pt x="608323" y="1062784"/>
                  </a:lnTo>
                  <a:lnTo>
                    <a:pt x="639630" y="1109167"/>
                  </a:lnTo>
                  <a:close/>
                  <a:moveTo>
                    <a:pt x="636440" y="1067014"/>
                  </a:moveTo>
                  <a:lnTo>
                    <a:pt x="591841" y="1031436"/>
                  </a:lnTo>
                  <a:lnTo>
                    <a:pt x="608323" y="1062784"/>
                  </a:lnTo>
                  <a:close/>
                  <a:moveTo>
                    <a:pt x="564273" y="989480"/>
                  </a:moveTo>
                  <a:lnTo>
                    <a:pt x="531200" y="1037285"/>
                  </a:lnTo>
                  <a:lnTo>
                    <a:pt x="561363" y="1029126"/>
                  </a:lnTo>
                  <a:close/>
                  <a:moveTo>
                    <a:pt x="319321" y="732484"/>
                  </a:moveTo>
                  <a:lnTo>
                    <a:pt x="314117" y="689307"/>
                  </a:lnTo>
                  <a:lnTo>
                    <a:pt x="280158" y="692487"/>
                  </a:lnTo>
                  <a:close/>
                  <a:moveTo>
                    <a:pt x="280158" y="692487"/>
                  </a:moveTo>
                  <a:lnTo>
                    <a:pt x="307465" y="652629"/>
                  </a:lnTo>
                  <a:lnTo>
                    <a:pt x="254420" y="668665"/>
                  </a:lnTo>
                  <a:close/>
                  <a:moveTo>
                    <a:pt x="307465" y="652629"/>
                  </a:moveTo>
                  <a:lnTo>
                    <a:pt x="320216" y="689307"/>
                  </a:lnTo>
                  <a:lnTo>
                    <a:pt x="343122" y="695475"/>
                  </a:lnTo>
                  <a:close/>
                  <a:moveTo>
                    <a:pt x="284500" y="615797"/>
                  </a:moveTo>
                  <a:lnTo>
                    <a:pt x="269124" y="633423"/>
                  </a:lnTo>
                  <a:lnTo>
                    <a:pt x="292565" y="619995"/>
                  </a:lnTo>
                  <a:close/>
                  <a:moveTo>
                    <a:pt x="237251" y="615797"/>
                  </a:moveTo>
                  <a:lnTo>
                    <a:pt x="259241" y="596472"/>
                  </a:lnTo>
                  <a:lnTo>
                    <a:pt x="229932" y="616738"/>
                  </a:lnTo>
                  <a:close/>
                  <a:moveTo>
                    <a:pt x="229932" y="616738"/>
                  </a:moveTo>
                  <a:lnTo>
                    <a:pt x="259241" y="596472"/>
                  </a:lnTo>
                  <a:lnTo>
                    <a:pt x="248432" y="584039"/>
                  </a:lnTo>
                  <a:close/>
                  <a:moveTo>
                    <a:pt x="229932" y="616738"/>
                  </a:moveTo>
                  <a:lnTo>
                    <a:pt x="248432" y="584039"/>
                  </a:lnTo>
                  <a:lnTo>
                    <a:pt x="209151" y="588886"/>
                  </a:lnTo>
                  <a:close/>
                  <a:moveTo>
                    <a:pt x="259241" y="596472"/>
                  </a:moveTo>
                  <a:lnTo>
                    <a:pt x="284500" y="615797"/>
                  </a:lnTo>
                  <a:lnTo>
                    <a:pt x="248432" y="584039"/>
                  </a:lnTo>
                  <a:close/>
                  <a:moveTo>
                    <a:pt x="284500" y="615797"/>
                  </a:moveTo>
                  <a:lnTo>
                    <a:pt x="292565" y="619995"/>
                  </a:lnTo>
                  <a:lnTo>
                    <a:pt x="248432" y="584039"/>
                  </a:lnTo>
                  <a:close/>
                  <a:moveTo>
                    <a:pt x="471974" y="873082"/>
                  </a:moveTo>
                  <a:lnTo>
                    <a:pt x="463830" y="836327"/>
                  </a:lnTo>
                  <a:lnTo>
                    <a:pt x="474057" y="849281"/>
                  </a:lnTo>
                  <a:close/>
                  <a:moveTo>
                    <a:pt x="761385" y="1131935"/>
                  </a:moveTo>
                  <a:lnTo>
                    <a:pt x="710366" y="1161968"/>
                  </a:lnTo>
                  <a:lnTo>
                    <a:pt x="729669" y="1137929"/>
                  </a:lnTo>
                  <a:close/>
                  <a:moveTo>
                    <a:pt x="471974" y="873082"/>
                  </a:moveTo>
                  <a:lnTo>
                    <a:pt x="500421" y="909837"/>
                  </a:lnTo>
                  <a:lnTo>
                    <a:pt x="525111" y="892653"/>
                  </a:lnTo>
                  <a:close/>
                  <a:moveTo>
                    <a:pt x="461720" y="758995"/>
                  </a:moveTo>
                  <a:lnTo>
                    <a:pt x="446053" y="755465"/>
                  </a:lnTo>
                  <a:lnTo>
                    <a:pt x="493237" y="782388"/>
                  </a:lnTo>
                  <a:close/>
                  <a:moveTo>
                    <a:pt x="314117" y="689307"/>
                  </a:moveTo>
                  <a:lnTo>
                    <a:pt x="318435" y="693211"/>
                  </a:lnTo>
                  <a:lnTo>
                    <a:pt x="318033" y="688784"/>
                  </a:lnTo>
                  <a:close/>
                  <a:moveTo>
                    <a:pt x="318033" y="688784"/>
                  </a:moveTo>
                  <a:lnTo>
                    <a:pt x="318435" y="693211"/>
                  </a:lnTo>
                  <a:lnTo>
                    <a:pt x="320216" y="689307"/>
                  </a:lnTo>
                  <a:close/>
                  <a:moveTo>
                    <a:pt x="396931" y="635368"/>
                  </a:moveTo>
                  <a:lnTo>
                    <a:pt x="395634" y="679873"/>
                  </a:lnTo>
                  <a:lnTo>
                    <a:pt x="396984" y="641537"/>
                  </a:lnTo>
                  <a:close/>
                  <a:moveTo>
                    <a:pt x="237251" y="615797"/>
                  </a:moveTo>
                  <a:lnTo>
                    <a:pt x="269124" y="633423"/>
                  </a:lnTo>
                  <a:lnTo>
                    <a:pt x="270410" y="610918"/>
                  </a:lnTo>
                  <a:close/>
                  <a:moveTo>
                    <a:pt x="259241" y="596472"/>
                  </a:moveTo>
                  <a:lnTo>
                    <a:pt x="237251" y="615797"/>
                  </a:lnTo>
                  <a:lnTo>
                    <a:pt x="270410" y="610918"/>
                  </a:lnTo>
                  <a:close/>
                  <a:moveTo>
                    <a:pt x="270410" y="610918"/>
                  </a:moveTo>
                  <a:lnTo>
                    <a:pt x="269124" y="633423"/>
                  </a:lnTo>
                  <a:lnTo>
                    <a:pt x="284500" y="615797"/>
                  </a:lnTo>
                  <a:close/>
                  <a:moveTo>
                    <a:pt x="270410" y="610918"/>
                  </a:moveTo>
                  <a:lnTo>
                    <a:pt x="284500" y="615797"/>
                  </a:lnTo>
                  <a:lnTo>
                    <a:pt x="259241" y="596472"/>
                  </a:lnTo>
                  <a:close/>
                  <a:moveTo>
                    <a:pt x="140809" y="456029"/>
                  </a:moveTo>
                  <a:lnTo>
                    <a:pt x="171387" y="458258"/>
                  </a:lnTo>
                  <a:lnTo>
                    <a:pt x="153039" y="448556"/>
                  </a:lnTo>
                  <a:close/>
                  <a:moveTo>
                    <a:pt x="767760" y="1113183"/>
                  </a:moveTo>
                  <a:lnTo>
                    <a:pt x="784514" y="1122201"/>
                  </a:lnTo>
                  <a:lnTo>
                    <a:pt x="763736" y="1107195"/>
                  </a:lnTo>
                  <a:close/>
                  <a:moveTo>
                    <a:pt x="767760" y="1113183"/>
                  </a:moveTo>
                  <a:lnTo>
                    <a:pt x="763736" y="1107195"/>
                  </a:lnTo>
                  <a:lnTo>
                    <a:pt x="764015" y="1076428"/>
                  </a:lnTo>
                  <a:close/>
                  <a:moveTo>
                    <a:pt x="747022" y="986541"/>
                  </a:moveTo>
                  <a:lnTo>
                    <a:pt x="734483" y="1031351"/>
                  </a:lnTo>
                  <a:lnTo>
                    <a:pt x="751109" y="985735"/>
                  </a:lnTo>
                  <a:close/>
                  <a:moveTo>
                    <a:pt x="633647" y="1002918"/>
                  </a:moveTo>
                  <a:lnTo>
                    <a:pt x="664488" y="1018807"/>
                  </a:lnTo>
                  <a:lnTo>
                    <a:pt x="670179" y="994838"/>
                  </a:lnTo>
                  <a:close/>
                  <a:moveTo>
                    <a:pt x="709715" y="989783"/>
                  </a:moveTo>
                  <a:lnTo>
                    <a:pt x="664488" y="1018807"/>
                  </a:lnTo>
                  <a:lnTo>
                    <a:pt x="700723" y="1029706"/>
                  </a:lnTo>
                  <a:close/>
                  <a:moveTo>
                    <a:pt x="709715" y="989783"/>
                  </a:moveTo>
                  <a:lnTo>
                    <a:pt x="670179" y="994838"/>
                  </a:lnTo>
                  <a:lnTo>
                    <a:pt x="664488" y="1018807"/>
                  </a:lnTo>
                  <a:close/>
                  <a:moveTo>
                    <a:pt x="747022" y="986541"/>
                  </a:moveTo>
                  <a:lnTo>
                    <a:pt x="709715" y="989783"/>
                  </a:lnTo>
                  <a:lnTo>
                    <a:pt x="700723" y="1029706"/>
                  </a:lnTo>
                  <a:close/>
                  <a:moveTo>
                    <a:pt x="631801" y="954202"/>
                  </a:moveTo>
                  <a:lnTo>
                    <a:pt x="667126" y="952572"/>
                  </a:lnTo>
                  <a:lnTo>
                    <a:pt x="656228" y="916685"/>
                  </a:lnTo>
                  <a:close/>
                  <a:moveTo>
                    <a:pt x="700677" y="952384"/>
                  </a:moveTo>
                  <a:lnTo>
                    <a:pt x="674320" y="930991"/>
                  </a:lnTo>
                  <a:lnTo>
                    <a:pt x="656228" y="916685"/>
                  </a:lnTo>
                  <a:close/>
                  <a:moveTo>
                    <a:pt x="667126" y="952572"/>
                  </a:moveTo>
                  <a:lnTo>
                    <a:pt x="700677" y="952384"/>
                  </a:lnTo>
                  <a:lnTo>
                    <a:pt x="656228" y="916685"/>
                  </a:lnTo>
                  <a:close/>
                  <a:moveTo>
                    <a:pt x="619618" y="919360"/>
                  </a:moveTo>
                  <a:lnTo>
                    <a:pt x="656228" y="916685"/>
                  </a:lnTo>
                  <a:lnTo>
                    <a:pt x="636894" y="915634"/>
                  </a:lnTo>
                  <a:close/>
                  <a:moveTo>
                    <a:pt x="565696" y="802383"/>
                  </a:moveTo>
                  <a:lnTo>
                    <a:pt x="552413" y="819143"/>
                  </a:lnTo>
                  <a:lnTo>
                    <a:pt x="563816" y="803396"/>
                  </a:lnTo>
                  <a:close/>
                  <a:moveTo>
                    <a:pt x="564782" y="798967"/>
                  </a:moveTo>
                  <a:lnTo>
                    <a:pt x="547470" y="765205"/>
                  </a:lnTo>
                  <a:lnTo>
                    <a:pt x="563816" y="803396"/>
                  </a:lnTo>
                  <a:close/>
                  <a:moveTo>
                    <a:pt x="563816" y="803396"/>
                  </a:moveTo>
                  <a:lnTo>
                    <a:pt x="547470" y="765205"/>
                  </a:lnTo>
                  <a:lnTo>
                    <a:pt x="505947" y="778608"/>
                  </a:lnTo>
                  <a:close/>
                  <a:moveTo>
                    <a:pt x="552413" y="819143"/>
                  </a:moveTo>
                  <a:lnTo>
                    <a:pt x="564782" y="798967"/>
                  </a:lnTo>
                  <a:lnTo>
                    <a:pt x="563816" y="803396"/>
                  </a:lnTo>
                  <a:close/>
                  <a:moveTo>
                    <a:pt x="461720" y="758995"/>
                  </a:moveTo>
                  <a:lnTo>
                    <a:pt x="505947" y="778608"/>
                  </a:lnTo>
                  <a:lnTo>
                    <a:pt x="515220" y="738237"/>
                  </a:lnTo>
                  <a:close/>
                  <a:moveTo>
                    <a:pt x="505947" y="778608"/>
                  </a:moveTo>
                  <a:lnTo>
                    <a:pt x="547470" y="765205"/>
                  </a:lnTo>
                  <a:lnTo>
                    <a:pt x="515220" y="738237"/>
                  </a:lnTo>
                  <a:close/>
                  <a:moveTo>
                    <a:pt x="269489" y="442373"/>
                  </a:moveTo>
                  <a:lnTo>
                    <a:pt x="300143" y="434846"/>
                  </a:lnTo>
                  <a:lnTo>
                    <a:pt x="293668" y="434410"/>
                  </a:lnTo>
                  <a:close/>
                  <a:moveTo>
                    <a:pt x="656651" y="797086"/>
                  </a:moveTo>
                  <a:lnTo>
                    <a:pt x="689587" y="821532"/>
                  </a:lnTo>
                  <a:lnTo>
                    <a:pt x="645964" y="790788"/>
                  </a:lnTo>
                  <a:close/>
                  <a:moveTo>
                    <a:pt x="547470" y="765205"/>
                  </a:moveTo>
                  <a:lnTo>
                    <a:pt x="564782" y="798967"/>
                  </a:lnTo>
                  <a:lnTo>
                    <a:pt x="560701" y="761182"/>
                  </a:lnTo>
                  <a:close/>
                  <a:moveTo>
                    <a:pt x="516618" y="725185"/>
                  </a:moveTo>
                  <a:lnTo>
                    <a:pt x="555277" y="676097"/>
                  </a:lnTo>
                  <a:lnTo>
                    <a:pt x="508133" y="687336"/>
                  </a:lnTo>
                  <a:close/>
                  <a:moveTo>
                    <a:pt x="478029" y="684722"/>
                  </a:moveTo>
                  <a:lnTo>
                    <a:pt x="508133" y="687336"/>
                  </a:lnTo>
                  <a:lnTo>
                    <a:pt x="499127" y="649911"/>
                  </a:lnTo>
                  <a:close/>
                  <a:moveTo>
                    <a:pt x="470620" y="645998"/>
                  </a:moveTo>
                  <a:lnTo>
                    <a:pt x="499127" y="649911"/>
                  </a:lnTo>
                  <a:lnTo>
                    <a:pt x="496099" y="607625"/>
                  </a:lnTo>
                  <a:close/>
                  <a:moveTo>
                    <a:pt x="470620" y="645998"/>
                  </a:moveTo>
                  <a:lnTo>
                    <a:pt x="496099" y="607625"/>
                  </a:lnTo>
                  <a:lnTo>
                    <a:pt x="462874" y="607548"/>
                  </a:lnTo>
                  <a:close/>
                  <a:moveTo>
                    <a:pt x="462874" y="607548"/>
                  </a:moveTo>
                  <a:lnTo>
                    <a:pt x="496099" y="607625"/>
                  </a:lnTo>
                  <a:lnTo>
                    <a:pt x="485912" y="571160"/>
                  </a:lnTo>
                  <a:close/>
                  <a:moveTo>
                    <a:pt x="293668" y="434410"/>
                  </a:moveTo>
                  <a:lnTo>
                    <a:pt x="300296" y="432977"/>
                  </a:lnTo>
                  <a:lnTo>
                    <a:pt x="269151" y="432954"/>
                  </a:lnTo>
                  <a:close/>
                  <a:moveTo>
                    <a:pt x="871669" y="1028877"/>
                  </a:moveTo>
                  <a:lnTo>
                    <a:pt x="870736" y="1074382"/>
                  </a:lnTo>
                  <a:lnTo>
                    <a:pt x="897611" y="1075116"/>
                  </a:lnTo>
                  <a:close/>
                  <a:moveTo>
                    <a:pt x="876812" y="1024878"/>
                  </a:moveTo>
                  <a:lnTo>
                    <a:pt x="871669" y="1028877"/>
                  </a:lnTo>
                  <a:lnTo>
                    <a:pt x="897611" y="1075116"/>
                  </a:lnTo>
                  <a:close/>
                  <a:moveTo>
                    <a:pt x="924105" y="1013335"/>
                  </a:moveTo>
                  <a:lnTo>
                    <a:pt x="933498" y="988040"/>
                  </a:lnTo>
                  <a:lnTo>
                    <a:pt x="911647" y="978716"/>
                  </a:lnTo>
                  <a:close/>
                  <a:moveTo>
                    <a:pt x="870285" y="985254"/>
                  </a:moveTo>
                  <a:lnTo>
                    <a:pt x="911647" y="978716"/>
                  </a:lnTo>
                  <a:lnTo>
                    <a:pt x="894644" y="947792"/>
                  </a:lnTo>
                  <a:close/>
                  <a:moveTo>
                    <a:pt x="865288" y="944570"/>
                  </a:moveTo>
                  <a:lnTo>
                    <a:pt x="894644" y="947792"/>
                  </a:lnTo>
                  <a:lnTo>
                    <a:pt x="883184" y="912362"/>
                  </a:lnTo>
                  <a:close/>
                  <a:moveTo>
                    <a:pt x="217921" y="85522"/>
                  </a:moveTo>
                  <a:lnTo>
                    <a:pt x="156568" y="76917"/>
                  </a:lnTo>
                  <a:lnTo>
                    <a:pt x="181236" y="72937"/>
                  </a:lnTo>
                  <a:close/>
                  <a:moveTo>
                    <a:pt x="713877" y="603390"/>
                  </a:moveTo>
                  <a:lnTo>
                    <a:pt x="702961" y="557034"/>
                  </a:lnTo>
                  <a:lnTo>
                    <a:pt x="707111" y="549452"/>
                  </a:lnTo>
                  <a:close/>
                  <a:moveTo>
                    <a:pt x="623386" y="529880"/>
                  </a:moveTo>
                  <a:lnTo>
                    <a:pt x="640720" y="545108"/>
                  </a:lnTo>
                  <a:lnTo>
                    <a:pt x="648185" y="520500"/>
                  </a:lnTo>
                  <a:close/>
                  <a:moveTo>
                    <a:pt x="574644" y="493125"/>
                  </a:moveTo>
                  <a:lnTo>
                    <a:pt x="577029" y="459925"/>
                  </a:lnTo>
                  <a:lnTo>
                    <a:pt x="593388" y="439187"/>
                  </a:lnTo>
                  <a:close/>
                  <a:moveTo>
                    <a:pt x="488970" y="351472"/>
                  </a:moveTo>
                  <a:lnTo>
                    <a:pt x="459752" y="366806"/>
                  </a:lnTo>
                  <a:lnTo>
                    <a:pt x="511092" y="337973"/>
                  </a:lnTo>
                  <a:close/>
                  <a:moveTo>
                    <a:pt x="747358" y="538797"/>
                  </a:moveTo>
                  <a:lnTo>
                    <a:pt x="707111" y="549452"/>
                  </a:lnTo>
                  <a:lnTo>
                    <a:pt x="765195" y="568932"/>
                  </a:lnTo>
                  <a:close/>
                  <a:moveTo>
                    <a:pt x="765195" y="568932"/>
                  </a:moveTo>
                  <a:lnTo>
                    <a:pt x="702961" y="557034"/>
                  </a:lnTo>
                  <a:lnTo>
                    <a:pt x="725778" y="546135"/>
                  </a:lnTo>
                  <a:close/>
                  <a:moveTo>
                    <a:pt x="612320" y="433075"/>
                  </a:moveTo>
                  <a:lnTo>
                    <a:pt x="646099" y="469012"/>
                  </a:lnTo>
                  <a:lnTo>
                    <a:pt x="644613" y="433910"/>
                  </a:lnTo>
                  <a:close/>
                  <a:moveTo>
                    <a:pt x="612320" y="433075"/>
                  </a:moveTo>
                  <a:lnTo>
                    <a:pt x="644613" y="433910"/>
                  </a:lnTo>
                  <a:lnTo>
                    <a:pt x="634441" y="425424"/>
                  </a:lnTo>
                  <a:close/>
                  <a:moveTo>
                    <a:pt x="469934" y="243832"/>
                  </a:moveTo>
                  <a:lnTo>
                    <a:pt x="480331" y="251332"/>
                  </a:lnTo>
                  <a:lnTo>
                    <a:pt x="512386" y="246604"/>
                  </a:lnTo>
                  <a:close/>
                  <a:moveTo>
                    <a:pt x="531158" y="248234"/>
                  </a:moveTo>
                  <a:lnTo>
                    <a:pt x="503975" y="243246"/>
                  </a:lnTo>
                  <a:lnTo>
                    <a:pt x="547642" y="253844"/>
                  </a:lnTo>
                  <a:close/>
                  <a:moveTo>
                    <a:pt x="503975" y="243246"/>
                  </a:moveTo>
                  <a:lnTo>
                    <a:pt x="512386" y="246604"/>
                  </a:lnTo>
                  <a:lnTo>
                    <a:pt x="547642" y="253844"/>
                  </a:lnTo>
                  <a:close/>
                  <a:moveTo>
                    <a:pt x="428717" y="181902"/>
                  </a:moveTo>
                  <a:lnTo>
                    <a:pt x="460211" y="206990"/>
                  </a:lnTo>
                  <a:lnTo>
                    <a:pt x="427447" y="178181"/>
                  </a:lnTo>
                  <a:close/>
                  <a:moveTo>
                    <a:pt x="418681" y="168917"/>
                  </a:moveTo>
                  <a:lnTo>
                    <a:pt x="428717" y="181902"/>
                  </a:lnTo>
                  <a:lnTo>
                    <a:pt x="427447" y="178181"/>
                  </a:lnTo>
                  <a:close/>
                  <a:moveTo>
                    <a:pt x="432805" y="139776"/>
                  </a:moveTo>
                  <a:lnTo>
                    <a:pt x="431941" y="166617"/>
                  </a:lnTo>
                  <a:lnTo>
                    <a:pt x="420651" y="152774"/>
                  </a:lnTo>
                  <a:close/>
                  <a:moveTo>
                    <a:pt x="420651" y="152774"/>
                  </a:moveTo>
                  <a:lnTo>
                    <a:pt x="431941" y="166617"/>
                  </a:lnTo>
                  <a:lnTo>
                    <a:pt x="418681" y="168917"/>
                  </a:lnTo>
                  <a:close/>
                  <a:moveTo>
                    <a:pt x="363420" y="63372"/>
                  </a:moveTo>
                  <a:lnTo>
                    <a:pt x="352792" y="54454"/>
                  </a:lnTo>
                  <a:lnTo>
                    <a:pt x="352508" y="106133"/>
                  </a:lnTo>
                  <a:close/>
                  <a:moveTo>
                    <a:pt x="352508" y="106133"/>
                  </a:moveTo>
                  <a:lnTo>
                    <a:pt x="352792" y="54454"/>
                  </a:lnTo>
                  <a:lnTo>
                    <a:pt x="308574" y="70015"/>
                  </a:lnTo>
                  <a:close/>
                  <a:moveTo>
                    <a:pt x="352508" y="106133"/>
                  </a:moveTo>
                  <a:lnTo>
                    <a:pt x="308574" y="70015"/>
                  </a:lnTo>
                  <a:lnTo>
                    <a:pt x="321853" y="103967"/>
                  </a:lnTo>
                  <a:close/>
                  <a:moveTo>
                    <a:pt x="566801" y="229267"/>
                  </a:moveTo>
                  <a:lnTo>
                    <a:pt x="547642" y="253844"/>
                  </a:lnTo>
                  <a:lnTo>
                    <a:pt x="512386" y="246604"/>
                  </a:lnTo>
                  <a:close/>
                  <a:moveTo>
                    <a:pt x="392060" y="37270"/>
                  </a:moveTo>
                  <a:lnTo>
                    <a:pt x="363420" y="63372"/>
                  </a:lnTo>
                  <a:lnTo>
                    <a:pt x="389313" y="91209"/>
                  </a:lnTo>
                  <a:close/>
                  <a:moveTo>
                    <a:pt x="556945" y="0"/>
                  </a:moveTo>
                  <a:lnTo>
                    <a:pt x="558954" y="2903"/>
                  </a:lnTo>
                  <a:lnTo>
                    <a:pt x="559285" y="163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24" name="Input_density__124">
              <a:extLst>
                <a:ext uri="{FF2B5EF4-FFF2-40B4-BE49-F238E27FC236}">
                  <a16:creationId xmlns:a16="http://schemas.microsoft.com/office/drawing/2014/main" id="{FBDAB2C5-91E6-E9AD-8041-28999FD39539}"/>
                </a:ext>
              </a:extLst>
            </p:cNvPr>
            <p:cNvSpPr>
              <a:spLocks noGrp="1"/>
            </p:cNvSpPr>
            <p:nvPr/>
          </p:nvSpPr>
          <p:spPr>
            <a:xfrm>
              <a:off x="890677" y="1562114"/>
              <a:ext cx="926865" cy="1389519"/>
            </a:xfrm>
            <a:custGeom>
              <a:avLst/>
              <a:gdLst/>
              <a:ahLst/>
              <a:cxnLst/>
              <a:rect l="0" t="0" r="0" b="0"/>
              <a:pathLst>
                <a:path w="926865" h="1389519">
                  <a:moveTo>
                    <a:pt x="298766" y="1352764"/>
                  </a:moveTo>
                  <a:lnTo>
                    <a:pt x="315249" y="1389519"/>
                  </a:lnTo>
                  <a:lnTo>
                    <a:pt x="358327" y="1372335"/>
                  </a:lnTo>
                  <a:close/>
                  <a:moveTo>
                    <a:pt x="298766" y="1352764"/>
                  </a:moveTo>
                  <a:lnTo>
                    <a:pt x="358327" y="1372335"/>
                  </a:lnTo>
                  <a:lnTo>
                    <a:pt x="351474" y="1335580"/>
                  </a:lnTo>
                  <a:close/>
                  <a:moveTo>
                    <a:pt x="351474" y="1335580"/>
                  </a:moveTo>
                  <a:lnTo>
                    <a:pt x="364070" y="1370866"/>
                  </a:lnTo>
                  <a:lnTo>
                    <a:pt x="353028" y="1335095"/>
                  </a:lnTo>
                  <a:close/>
                  <a:moveTo>
                    <a:pt x="351474" y="1335580"/>
                  </a:moveTo>
                  <a:lnTo>
                    <a:pt x="358327" y="1372335"/>
                  </a:lnTo>
                  <a:lnTo>
                    <a:pt x="364070" y="1370866"/>
                  </a:lnTo>
                  <a:close/>
                  <a:moveTo>
                    <a:pt x="349526" y="1324718"/>
                  </a:moveTo>
                  <a:lnTo>
                    <a:pt x="351474" y="1335580"/>
                  </a:lnTo>
                  <a:lnTo>
                    <a:pt x="353028" y="1335095"/>
                  </a:lnTo>
                  <a:close/>
                  <a:moveTo>
                    <a:pt x="34160" y="749889"/>
                  </a:moveTo>
                  <a:lnTo>
                    <a:pt x="54364" y="732705"/>
                  </a:lnTo>
                  <a:lnTo>
                    <a:pt x="28489" y="713134"/>
                  </a:lnTo>
                  <a:close/>
                  <a:moveTo>
                    <a:pt x="546395" y="1230092"/>
                  </a:moveTo>
                  <a:lnTo>
                    <a:pt x="515234" y="1247275"/>
                  </a:lnTo>
                  <a:lnTo>
                    <a:pt x="561193" y="1266847"/>
                  </a:lnTo>
                  <a:close/>
                  <a:moveTo>
                    <a:pt x="546395" y="1230092"/>
                  </a:moveTo>
                  <a:lnTo>
                    <a:pt x="555574" y="1211958"/>
                  </a:lnTo>
                  <a:lnTo>
                    <a:pt x="498167" y="1210520"/>
                  </a:lnTo>
                  <a:close/>
                  <a:moveTo>
                    <a:pt x="515234" y="1247275"/>
                  </a:moveTo>
                  <a:lnTo>
                    <a:pt x="546395" y="1230092"/>
                  </a:lnTo>
                  <a:lnTo>
                    <a:pt x="498167" y="1210520"/>
                  </a:lnTo>
                  <a:close/>
                  <a:moveTo>
                    <a:pt x="546395" y="1230092"/>
                  </a:moveTo>
                  <a:lnTo>
                    <a:pt x="584880" y="1254957"/>
                  </a:lnTo>
                  <a:lnTo>
                    <a:pt x="579674" y="1214442"/>
                  </a:lnTo>
                  <a:close/>
                  <a:moveTo>
                    <a:pt x="546395" y="1230092"/>
                  </a:moveTo>
                  <a:lnTo>
                    <a:pt x="561193" y="1266847"/>
                  </a:lnTo>
                  <a:lnTo>
                    <a:pt x="584880" y="1254957"/>
                  </a:lnTo>
                  <a:close/>
                  <a:moveTo>
                    <a:pt x="555574" y="1211958"/>
                  </a:moveTo>
                  <a:lnTo>
                    <a:pt x="546395" y="1230092"/>
                  </a:lnTo>
                  <a:lnTo>
                    <a:pt x="579674" y="1214442"/>
                  </a:lnTo>
                  <a:close/>
                  <a:moveTo>
                    <a:pt x="612100" y="1202516"/>
                  </a:moveTo>
                  <a:lnTo>
                    <a:pt x="604050" y="1221713"/>
                  </a:lnTo>
                  <a:lnTo>
                    <a:pt x="585987" y="1212909"/>
                  </a:lnTo>
                  <a:close/>
                  <a:moveTo>
                    <a:pt x="579674" y="1214442"/>
                  </a:moveTo>
                  <a:lnTo>
                    <a:pt x="581137" y="1230092"/>
                  </a:lnTo>
                  <a:lnTo>
                    <a:pt x="555574" y="1211958"/>
                  </a:lnTo>
                  <a:close/>
                  <a:moveTo>
                    <a:pt x="604050" y="1221713"/>
                  </a:moveTo>
                  <a:lnTo>
                    <a:pt x="612100" y="1202516"/>
                  </a:lnTo>
                  <a:lnTo>
                    <a:pt x="598458" y="1230092"/>
                  </a:lnTo>
                  <a:close/>
                  <a:moveTo>
                    <a:pt x="598458" y="1230092"/>
                  </a:moveTo>
                  <a:lnTo>
                    <a:pt x="612100" y="1202516"/>
                  </a:lnTo>
                  <a:lnTo>
                    <a:pt x="618366" y="1176154"/>
                  </a:lnTo>
                  <a:close/>
                  <a:moveTo>
                    <a:pt x="639962" y="1237264"/>
                  </a:moveTo>
                  <a:lnTo>
                    <a:pt x="677271" y="1225396"/>
                  </a:lnTo>
                  <a:lnTo>
                    <a:pt x="654733" y="1207597"/>
                  </a:lnTo>
                  <a:close/>
                  <a:moveTo>
                    <a:pt x="639962" y="1237264"/>
                  </a:moveTo>
                  <a:lnTo>
                    <a:pt x="654733" y="1207597"/>
                  </a:lnTo>
                  <a:lnTo>
                    <a:pt x="620921" y="1207997"/>
                  </a:lnTo>
                  <a:close/>
                  <a:moveTo>
                    <a:pt x="612100" y="1202516"/>
                  </a:moveTo>
                  <a:lnTo>
                    <a:pt x="585987" y="1212909"/>
                  </a:lnTo>
                  <a:lnTo>
                    <a:pt x="620921" y="1207997"/>
                  </a:lnTo>
                  <a:close/>
                  <a:moveTo>
                    <a:pt x="620921" y="1207997"/>
                  </a:moveTo>
                  <a:lnTo>
                    <a:pt x="618366" y="1176154"/>
                  </a:lnTo>
                  <a:lnTo>
                    <a:pt x="612100" y="1202516"/>
                  </a:lnTo>
                  <a:close/>
                  <a:moveTo>
                    <a:pt x="654733" y="1207597"/>
                  </a:moveTo>
                  <a:lnTo>
                    <a:pt x="677271" y="1225396"/>
                  </a:lnTo>
                  <a:lnTo>
                    <a:pt x="705694" y="1207089"/>
                  </a:lnTo>
                  <a:close/>
                  <a:moveTo>
                    <a:pt x="562675" y="1048705"/>
                  </a:moveTo>
                  <a:lnTo>
                    <a:pt x="551672" y="1101161"/>
                  </a:lnTo>
                  <a:lnTo>
                    <a:pt x="563968" y="1050926"/>
                  </a:lnTo>
                  <a:close/>
                  <a:moveTo>
                    <a:pt x="562675" y="1048705"/>
                  </a:moveTo>
                  <a:lnTo>
                    <a:pt x="562003" y="1043581"/>
                  </a:lnTo>
                  <a:lnTo>
                    <a:pt x="525307" y="1029134"/>
                  </a:lnTo>
                  <a:close/>
                  <a:moveTo>
                    <a:pt x="528733" y="1065889"/>
                  </a:moveTo>
                  <a:lnTo>
                    <a:pt x="562675" y="1048705"/>
                  </a:lnTo>
                  <a:lnTo>
                    <a:pt x="525307" y="1029134"/>
                  </a:lnTo>
                  <a:close/>
                  <a:moveTo>
                    <a:pt x="546537" y="1017646"/>
                  </a:moveTo>
                  <a:lnTo>
                    <a:pt x="562003" y="1043581"/>
                  </a:lnTo>
                  <a:lnTo>
                    <a:pt x="563139" y="1011950"/>
                  </a:lnTo>
                  <a:close/>
                  <a:moveTo>
                    <a:pt x="288380" y="768007"/>
                  </a:moveTo>
                  <a:lnTo>
                    <a:pt x="294695" y="754666"/>
                  </a:lnTo>
                  <a:lnTo>
                    <a:pt x="281531" y="771849"/>
                  </a:lnTo>
                  <a:close/>
                  <a:moveTo>
                    <a:pt x="681216" y="1230813"/>
                  </a:moveTo>
                  <a:lnTo>
                    <a:pt x="705694" y="1207089"/>
                  </a:lnTo>
                  <a:lnTo>
                    <a:pt x="677271" y="1225396"/>
                  </a:lnTo>
                  <a:close/>
                  <a:moveTo>
                    <a:pt x="681216" y="1230813"/>
                  </a:moveTo>
                  <a:lnTo>
                    <a:pt x="729816" y="1218391"/>
                  </a:lnTo>
                  <a:lnTo>
                    <a:pt x="705694" y="1207089"/>
                  </a:lnTo>
                  <a:close/>
                  <a:moveTo>
                    <a:pt x="765563" y="1210143"/>
                  </a:moveTo>
                  <a:lnTo>
                    <a:pt x="729816" y="1218391"/>
                  </a:lnTo>
                  <a:lnTo>
                    <a:pt x="743594" y="1215297"/>
                  </a:lnTo>
                  <a:close/>
                  <a:moveTo>
                    <a:pt x="705694" y="1207089"/>
                  </a:moveTo>
                  <a:lnTo>
                    <a:pt x="729816" y="1218391"/>
                  </a:lnTo>
                  <a:lnTo>
                    <a:pt x="765563" y="1210143"/>
                  </a:lnTo>
                  <a:close/>
                  <a:moveTo>
                    <a:pt x="562675" y="1048705"/>
                  </a:moveTo>
                  <a:lnTo>
                    <a:pt x="563968" y="1050926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2675" y="1048705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4681" y="1047643"/>
                  </a:lnTo>
                  <a:lnTo>
                    <a:pt x="563139" y="1011950"/>
                  </a:lnTo>
                  <a:close/>
                  <a:moveTo>
                    <a:pt x="630336" y="982071"/>
                  </a:moveTo>
                  <a:lnTo>
                    <a:pt x="620373" y="984707"/>
                  </a:lnTo>
                  <a:lnTo>
                    <a:pt x="584278" y="994767"/>
                  </a:lnTo>
                  <a:close/>
                  <a:moveTo>
                    <a:pt x="620373" y="984707"/>
                  </a:moveTo>
                  <a:lnTo>
                    <a:pt x="631592" y="977584"/>
                  </a:lnTo>
                  <a:lnTo>
                    <a:pt x="656302" y="954580"/>
                  </a:lnTo>
                  <a:close/>
                  <a:moveTo>
                    <a:pt x="620373" y="984707"/>
                  </a:moveTo>
                  <a:lnTo>
                    <a:pt x="630336" y="982071"/>
                  </a:lnTo>
                  <a:lnTo>
                    <a:pt x="631592" y="977584"/>
                  </a:lnTo>
                  <a:close/>
                  <a:moveTo>
                    <a:pt x="519027" y="884502"/>
                  </a:moveTo>
                  <a:lnTo>
                    <a:pt x="552992" y="904074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19027" y="884502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44780" y="867319"/>
                  </a:lnTo>
                  <a:lnTo>
                    <a:pt x="548434" y="830564"/>
                  </a:lnTo>
                  <a:close/>
                  <a:moveTo>
                    <a:pt x="254013" y="499769"/>
                  </a:moveTo>
                  <a:lnTo>
                    <a:pt x="226584" y="506433"/>
                  </a:lnTo>
                  <a:lnTo>
                    <a:pt x="233582" y="545490"/>
                  </a:lnTo>
                  <a:close/>
                  <a:moveTo>
                    <a:pt x="265371" y="489566"/>
                  </a:moveTo>
                  <a:lnTo>
                    <a:pt x="226584" y="506433"/>
                  </a:lnTo>
                  <a:lnTo>
                    <a:pt x="254013" y="499769"/>
                  </a:lnTo>
                  <a:close/>
                  <a:moveTo>
                    <a:pt x="0" y="259667"/>
                  </a:moveTo>
                  <a:lnTo>
                    <a:pt x="5181" y="296422"/>
                  </a:lnTo>
                  <a:lnTo>
                    <a:pt x="22492" y="242484"/>
                  </a:lnTo>
                  <a:close/>
                  <a:moveTo>
                    <a:pt x="28031" y="225072"/>
                  </a:moveTo>
                  <a:lnTo>
                    <a:pt x="0" y="259667"/>
                  </a:lnTo>
                  <a:lnTo>
                    <a:pt x="22492" y="242484"/>
                  </a:lnTo>
                  <a:close/>
                  <a:moveTo>
                    <a:pt x="819212" y="1124604"/>
                  </a:moveTo>
                  <a:lnTo>
                    <a:pt x="818933" y="1155370"/>
                  </a:lnTo>
                  <a:lnTo>
                    <a:pt x="861976" y="1129048"/>
                  </a:lnTo>
                  <a:close/>
                  <a:moveTo>
                    <a:pt x="861976" y="1129048"/>
                  </a:moveTo>
                  <a:lnTo>
                    <a:pt x="818933" y="1155370"/>
                  </a:lnTo>
                  <a:lnTo>
                    <a:pt x="828995" y="1130312"/>
                  </a:lnTo>
                  <a:close/>
                  <a:moveTo>
                    <a:pt x="861976" y="1129048"/>
                  </a:moveTo>
                  <a:lnTo>
                    <a:pt x="848696" y="1113514"/>
                  </a:lnTo>
                  <a:lnTo>
                    <a:pt x="819212" y="1124604"/>
                  </a:lnTo>
                  <a:close/>
                  <a:moveTo>
                    <a:pt x="848696" y="1113514"/>
                  </a:moveTo>
                  <a:lnTo>
                    <a:pt x="861976" y="1129048"/>
                  </a:lnTo>
                  <a:lnTo>
                    <a:pt x="867308" y="1107420"/>
                  </a:lnTo>
                  <a:close/>
                  <a:moveTo>
                    <a:pt x="548434" y="830564"/>
                  </a:moveTo>
                  <a:lnTo>
                    <a:pt x="580082" y="856133"/>
                  </a:lnTo>
                  <a:lnTo>
                    <a:pt x="561144" y="826783"/>
                  </a:lnTo>
                  <a:close/>
                  <a:moveTo>
                    <a:pt x="548434" y="830564"/>
                  </a:moveTo>
                  <a:lnTo>
                    <a:pt x="544780" y="867319"/>
                  </a:lnTo>
                  <a:lnTo>
                    <a:pt x="580082" y="856133"/>
                  </a:lnTo>
                  <a:close/>
                  <a:moveTo>
                    <a:pt x="452181" y="689712"/>
                  </a:moveTo>
                  <a:lnTo>
                    <a:pt x="472720" y="670293"/>
                  </a:lnTo>
                  <a:lnTo>
                    <a:pt x="452128" y="683544"/>
                  </a:lnTo>
                  <a:close/>
                  <a:moveTo>
                    <a:pt x="472720" y="670293"/>
                  </a:moveTo>
                  <a:lnTo>
                    <a:pt x="475389" y="666360"/>
                  </a:lnTo>
                  <a:lnTo>
                    <a:pt x="452128" y="683544"/>
                  </a:lnTo>
                  <a:close/>
                  <a:moveTo>
                    <a:pt x="456143" y="646789"/>
                  </a:moveTo>
                  <a:lnTo>
                    <a:pt x="452128" y="683544"/>
                  </a:lnTo>
                  <a:lnTo>
                    <a:pt x="475389" y="666360"/>
                  </a:lnTo>
                  <a:close/>
                  <a:moveTo>
                    <a:pt x="456143" y="646789"/>
                  </a:moveTo>
                  <a:lnTo>
                    <a:pt x="475389" y="666360"/>
                  </a:lnTo>
                  <a:lnTo>
                    <a:pt x="481474" y="629605"/>
                  </a:lnTo>
                  <a:close/>
                  <a:moveTo>
                    <a:pt x="254013" y="499769"/>
                  </a:moveTo>
                  <a:lnTo>
                    <a:pt x="290263" y="526497"/>
                  </a:lnTo>
                  <a:lnTo>
                    <a:pt x="272473" y="496213"/>
                  </a:lnTo>
                  <a:close/>
                  <a:moveTo>
                    <a:pt x="327820" y="523053"/>
                  </a:moveTo>
                  <a:lnTo>
                    <a:pt x="319875" y="482586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54013" y="499769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72473" y="496213"/>
                  </a:lnTo>
                  <a:lnTo>
                    <a:pt x="272438" y="463014"/>
                  </a:lnTo>
                  <a:close/>
                  <a:moveTo>
                    <a:pt x="272438" y="463014"/>
                  </a:moveTo>
                  <a:lnTo>
                    <a:pt x="272473" y="496213"/>
                  </a:lnTo>
                  <a:lnTo>
                    <a:pt x="319875" y="482586"/>
                  </a:lnTo>
                  <a:close/>
                  <a:moveTo>
                    <a:pt x="272438" y="463014"/>
                  </a:moveTo>
                  <a:lnTo>
                    <a:pt x="319875" y="482586"/>
                  </a:lnTo>
                  <a:lnTo>
                    <a:pt x="310882" y="445830"/>
                  </a:lnTo>
                  <a:close/>
                  <a:moveTo>
                    <a:pt x="312024" y="443209"/>
                  </a:moveTo>
                  <a:lnTo>
                    <a:pt x="272438" y="463014"/>
                  </a:lnTo>
                  <a:lnTo>
                    <a:pt x="310882" y="445830"/>
                  </a:lnTo>
                  <a:close/>
                  <a:moveTo>
                    <a:pt x="861976" y="1129048"/>
                  </a:moveTo>
                  <a:lnTo>
                    <a:pt x="881283" y="1131769"/>
                  </a:lnTo>
                  <a:lnTo>
                    <a:pt x="867308" y="1107420"/>
                  </a:lnTo>
                  <a:close/>
                  <a:moveTo>
                    <a:pt x="867308" y="1107420"/>
                  </a:moveTo>
                  <a:lnTo>
                    <a:pt x="881283" y="1131769"/>
                  </a:lnTo>
                  <a:lnTo>
                    <a:pt x="908784" y="1126992"/>
                  </a:lnTo>
                  <a:close/>
                  <a:moveTo>
                    <a:pt x="867308" y="1107420"/>
                  </a:moveTo>
                  <a:lnTo>
                    <a:pt x="908784" y="1126992"/>
                  </a:lnTo>
                  <a:lnTo>
                    <a:pt x="909732" y="1090237"/>
                  </a:lnTo>
                  <a:close/>
                  <a:moveTo>
                    <a:pt x="796823" y="994356"/>
                  </a:moveTo>
                  <a:lnTo>
                    <a:pt x="800394" y="1023377"/>
                  </a:lnTo>
                  <a:lnTo>
                    <a:pt x="841676" y="979972"/>
                  </a:lnTo>
                  <a:close/>
                  <a:moveTo>
                    <a:pt x="841676" y="979972"/>
                  </a:moveTo>
                  <a:lnTo>
                    <a:pt x="800394" y="1023377"/>
                  </a:lnTo>
                  <a:lnTo>
                    <a:pt x="806305" y="1033910"/>
                  </a:lnTo>
                  <a:close/>
                  <a:moveTo>
                    <a:pt x="841676" y="979972"/>
                  </a:moveTo>
                  <a:lnTo>
                    <a:pt x="806305" y="1033910"/>
                  </a:lnTo>
                  <a:lnTo>
                    <a:pt x="847525" y="1016727"/>
                  </a:lnTo>
                  <a:close/>
                  <a:moveTo>
                    <a:pt x="784731" y="997155"/>
                  </a:moveTo>
                  <a:lnTo>
                    <a:pt x="800394" y="1023377"/>
                  </a:lnTo>
                  <a:lnTo>
                    <a:pt x="796823" y="994356"/>
                  </a:lnTo>
                  <a:close/>
                  <a:moveTo>
                    <a:pt x="319875" y="482586"/>
                  </a:moveTo>
                  <a:lnTo>
                    <a:pt x="324347" y="481129"/>
                  </a:lnTo>
                  <a:lnTo>
                    <a:pt x="310882" y="445830"/>
                  </a:lnTo>
                  <a:close/>
                  <a:moveTo>
                    <a:pt x="909732" y="1090237"/>
                  </a:moveTo>
                  <a:lnTo>
                    <a:pt x="926865" y="1077052"/>
                  </a:lnTo>
                  <a:lnTo>
                    <a:pt x="916828" y="1036298"/>
                  </a:lnTo>
                  <a:close/>
                  <a:moveTo>
                    <a:pt x="865748" y="1010156"/>
                  </a:moveTo>
                  <a:lnTo>
                    <a:pt x="863385" y="1038106"/>
                  </a:lnTo>
                  <a:lnTo>
                    <a:pt x="899393" y="999543"/>
                  </a:lnTo>
                  <a:close/>
                  <a:moveTo>
                    <a:pt x="847525" y="1016727"/>
                  </a:moveTo>
                  <a:lnTo>
                    <a:pt x="863385" y="1038106"/>
                  </a:lnTo>
                  <a:lnTo>
                    <a:pt x="865748" y="1010156"/>
                  </a:lnTo>
                  <a:close/>
                  <a:moveTo>
                    <a:pt x="841676" y="979972"/>
                  </a:moveTo>
                  <a:lnTo>
                    <a:pt x="865748" y="1010156"/>
                  </a:lnTo>
                  <a:lnTo>
                    <a:pt x="852215" y="976412"/>
                  </a:lnTo>
                  <a:close/>
                  <a:moveTo>
                    <a:pt x="841676" y="979972"/>
                  </a:moveTo>
                  <a:lnTo>
                    <a:pt x="847525" y="1016727"/>
                  </a:lnTo>
                  <a:lnTo>
                    <a:pt x="865748" y="1010156"/>
                  </a:lnTo>
                  <a:close/>
                  <a:moveTo>
                    <a:pt x="899393" y="999543"/>
                  </a:moveTo>
                  <a:lnTo>
                    <a:pt x="893619" y="962788"/>
                  </a:lnTo>
                  <a:lnTo>
                    <a:pt x="865748" y="1010156"/>
                  </a:lnTo>
                  <a:close/>
                  <a:moveTo>
                    <a:pt x="893619" y="962788"/>
                  </a:moveTo>
                  <a:lnTo>
                    <a:pt x="852215" y="976412"/>
                  </a:lnTo>
                  <a:lnTo>
                    <a:pt x="865748" y="1010156"/>
                  </a:lnTo>
                  <a:close/>
                  <a:moveTo>
                    <a:pt x="827563" y="943217"/>
                  </a:moveTo>
                  <a:lnTo>
                    <a:pt x="852215" y="976412"/>
                  </a:lnTo>
                  <a:lnTo>
                    <a:pt x="846003" y="936715"/>
                  </a:lnTo>
                  <a:close/>
                  <a:moveTo>
                    <a:pt x="827563" y="943217"/>
                  </a:moveTo>
                  <a:lnTo>
                    <a:pt x="841676" y="979972"/>
                  </a:lnTo>
                  <a:lnTo>
                    <a:pt x="852215" y="976412"/>
                  </a:lnTo>
                  <a:close/>
                  <a:moveTo>
                    <a:pt x="893619" y="962788"/>
                  </a:moveTo>
                  <a:lnTo>
                    <a:pt x="894831" y="934893"/>
                  </a:lnTo>
                  <a:lnTo>
                    <a:pt x="852215" y="976412"/>
                  </a:lnTo>
                  <a:close/>
                  <a:moveTo>
                    <a:pt x="899393" y="999543"/>
                  </a:moveTo>
                  <a:lnTo>
                    <a:pt x="925482" y="1033430"/>
                  </a:lnTo>
                  <a:lnTo>
                    <a:pt x="920485" y="992745"/>
                  </a:lnTo>
                  <a:close/>
                  <a:moveTo>
                    <a:pt x="899393" y="999543"/>
                  </a:moveTo>
                  <a:lnTo>
                    <a:pt x="916828" y="1036298"/>
                  </a:lnTo>
                  <a:lnTo>
                    <a:pt x="925482" y="1033430"/>
                  </a:lnTo>
                  <a:close/>
                  <a:moveTo>
                    <a:pt x="893619" y="962788"/>
                  </a:moveTo>
                  <a:lnTo>
                    <a:pt x="920485" y="992745"/>
                  </a:lnTo>
                  <a:lnTo>
                    <a:pt x="907644" y="958438"/>
                  </a:lnTo>
                  <a:close/>
                  <a:moveTo>
                    <a:pt x="893619" y="962788"/>
                  </a:moveTo>
                  <a:lnTo>
                    <a:pt x="899393" y="999543"/>
                  </a:lnTo>
                  <a:lnTo>
                    <a:pt x="920485" y="992745"/>
                  </a:lnTo>
                  <a:close/>
                  <a:moveTo>
                    <a:pt x="894831" y="934893"/>
                  </a:moveTo>
                  <a:lnTo>
                    <a:pt x="893619" y="962788"/>
                  </a:lnTo>
                  <a:lnTo>
                    <a:pt x="907644" y="958438"/>
                  </a:lnTo>
                  <a:close/>
                  <a:moveTo>
                    <a:pt x="657237" y="477036"/>
                  </a:moveTo>
                  <a:lnTo>
                    <a:pt x="614912" y="504545"/>
                  </a:lnTo>
                  <a:lnTo>
                    <a:pt x="648585" y="487362"/>
                  </a:lnTo>
                  <a:close/>
                  <a:moveTo>
                    <a:pt x="514949" y="414981"/>
                  </a:moveTo>
                  <a:lnTo>
                    <a:pt x="510378" y="431035"/>
                  </a:lnTo>
                  <a:lnTo>
                    <a:pt x="532208" y="420494"/>
                  </a:lnTo>
                  <a:close/>
                  <a:moveTo>
                    <a:pt x="462781" y="270861"/>
                  </a:moveTo>
                  <a:lnTo>
                    <a:pt x="423439" y="284015"/>
                  </a:lnTo>
                  <a:lnTo>
                    <a:pt x="468885" y="271124"/>
                  </a:lnTo>
                  <a:close/>
                  <a:moveTo>
                    <a:pt x="462781" y="270861"/>
                  </a:moveTo>
                  <a:lnTo>
                    <a:pt x="468885" y="271124"/>
                  </a:lnTo>
                  <a:lnTo>
                    <a:pt x="472753" y="266832"/>
                  </a:lnTo>
                  <a:close/>
                  <a:moveTo>
                    <a:pt x="360984" y="116853"/>
                  </a:moveTo>
                  <a:lnTo>
                    <a:pt x="321861" y="125174"/>
                  </a:lnTo>
                  <a:lnTo>
                    <a:pt x="358108" y="119812"/>
                  </a:lnTo>
                  <a:close/>
                  <a:moveTo>
                    <a:pt x="300999" y="113362"/>
                  </a:moveTo>
                  <a:lnTo>
                    <a:pt x="321861" y="125174"/>
                  </a:lnTo>
                  <a:lnTo>
                    <a:pt x="360984" y="116853"/>
                  </a:lnTo>
                  <a:close/>
                  <a:moveTo>
                    <a:pt x="321861" y="125174"/>
                  </a:moveTo>
                  <a:lnTo>
                    <a:pt x="336853" y="151207"/>
                  </a:lnTo>
                  <a:lnTo>
                    <a:pt x="358108" y="119812"/>
                  </a:lnTo>
                  <a:close/>
                  <a:moveTo>
                    <a:pt x="802555" y="586972"/>
                  </a:moveTo>
                  <a:lnTo>
                    <a:pt x="753146" y="586472"/>
                  </a:lnTo>
                  <a:lnTo>
                    <a:pt x="762308" y="597627"/>
                  </a:lnTo>
                  <a:close/>
                  <a:moveTo>
                    <a:pt x="733644" y="560872"/>
                  </a:moveTo>
                  <a:lnTo>
                    <a:pt x="753146" y="586472"/>
                  </a:lnTo>
                  <a:lnTo>
                    <a:pt x="753139" y="555311"/>
                  </a:lnTo>
                  <a:close/>
                  <a:moveTo>
                    <a:pt x="657237" y="477036"/>
                  </a:moveTo>
                  <a:lnTo>
                    <a:pt x="648585" y="487362"/>
                  </a:lnTo>
                  <a:lnTo>
                    <a:pt x="667517" y="481250"/>
                  </a:lnTo>
                  <a:close/>
                  <a:moveTo>
                    <a:pt x="495201" y="289251"/>
                  </a:moveTo>
                  <a:lnTo>
                    <a:pt x="472753" y="266832"/>
                  </a:lnTo>
                  <a:lnTo>
                    <a:pt x="468885" y="271124"/>
                  </a:lnTo>
                  <a:close/>
                  <a:moveTo>
                    <a:pt x="363771" y="118190"/>
                  </a:moveTo>
                  <a:lnTo>
                    <a:pt x="358108" y="119812"/>
                  </a:lnTo>
                  <a:lnTo>
                    <a:pt x="339661" y="155450"/>
                  </a:lnTo>
                  <a:close/>
                  <a:moveTo>
                    <a:pt x="360984" y="116853"/>
                  </a:moveTo>
                  <a:lnTo>
                    <a:pt x="358108" y="119812"/>
                  </a:lnTo>
                  <a:lnTo>
                    <a:pt x="363771" y="118190"/>
                  </a:lnTo>
                  <a:close/>
                  <a:moveTo>
                    <a:pt x="360984" y="116853"/>
                  </a:moveTo>
                  <a:lnTo>
                    <a:pt x="363771" y="118190"/>
                  </a:lnTo>
                  <a:lnTo>
                    <a:pt x="368304" y="83057"/>
                  </a:lnTo>
                  <a:close/>
                  <a:moveTo>
                    <a:pt x="368304" y="83057"/>
                  </a:moveTo>
                  <a:lnTo>
                    <a:pt x="363771" y="118190"/>
                  </a:lnTo>
                  <a:lnTo>
                    <a:pt x="407989" y="102629"/>
                  </a:lnTo>
                  <a:close/>
                  <a:moveTo>
                    <a:pt x="368304" y="83057"/>
                  </a:moveTo>
                  <a:lnTo>
                    <a:pt x="407989" y="102629"/>
                  </a:lnTo>
                  <a:lnTo>
                    <a:pt x="389642" y="65874"/>
                  </a:lnTo>
                  <a:close/>
                  <a:moveTo>
                    <a:pt x="400796" y="44918"/>
                  </a:moveTo>
                  <a:lnTo>
                    <a:pt x="368304" y="83057"/>
                  </a:lnTo>
                  <a:lnTo>
                    <a:pt x="389642" y="65874"/>
                  </a:lnTo>
                  <a:close/>
                  <a:moveTo>
                    <a:pt x="389642" y="65874"/>
                  </a:moveTo>
                  <a:lnTo>
                    <a:pt x="407989" y="102629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389642" y="65874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400796" y="44918"/>
                  </a:lnTo>
                  <a:lnTo>
                    <a:pt x="389642" y="65874"/>
                  </a:lnTo>
                  <a:close/>
                  <a:moveTo>
                    <a:pt x="671663" y="242346"/>
                  </a:moveTo>
                  <a:lnTo>
                    <a:pt x="630794" y="269220"/>
                  </a:lnTo>
                  <a:lnTo>
                    <a:pt x="664020" y="252037"/>
                  </a:lnTo>
                  <a:close/>
                  <a:moveTo>
                    <a:pt x="419433" y="18393"/>
                  </a:moveTo>
                  <a:lnTo>
                    <a:pt x="440246" y="0"/>
                  </a:lnTo>
                  <a:lnTo>
                    <a:pt x="420957" y="11935"/>
                  </a:lnTo>
                  <a:close/>
                  <a:moveTo>
                    <a:pt x="671663" y="242346"/>
                  </a:moveTo>
                  <a:lnTo>
                    <a:pt x="680305" y="247118"/>
                  </a:lnTo>
                  <a:lnTo>
                    <a:pt x="721988" y="209719"/>
                  </a:lnTo>
                  <a:close/>
                  <a:moveTo>
                    <a:pt x="768120" y="161416"/>
                  </a:moveTo>
                  <a:lnTo>
                    <a:pt x="743228" y="164557"/>
                  </a:lnTo>
                  <a:lnTo>
                    <a:pt x="730331" y="198098"/>
                  </a:lnTo>
                  <a:close/>
                  <a:moveTo>
                    <a:pt x="743228" y="164557"/>
                  </a:moveTo>
                  <a:lnTo>
                    <a:pt x="768120" y="161416"/>
                  </a:lnTo>
                  <a:lnTo>
                    <a:pt x="744726" y="16134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25" name="Input_density__125">
              <a:extLst>
                <a:ext uri="{FF2B5EF4-FFF2-40B4-BE49-F238E27FC236}">
                  <a16:creationId xmlns:a16="http://schemas.microsoft.com/office/drawing/2014/main" id="{E877C48A-71A5-0202-F7AF-6D791C4B9CD7}"/>
                </a:ext>
              </a:extLst>
            </p:cNvPr>
            <p:cNvSpPr>
              <a:spLocks noGrp="1"/>
            </p:cNvSpPr>
            <p:nvPr/>
          </p:nvSpPr>
          <p:spPr>
            <a:xfrm>
              <a:off x="966123" y="1539776"/>
              <a:ext cx="926918" cy="1332257"/>
            </a:xfrm>
            <a:custGeom>
              <a:avLst/>
              <a:gdLst/>
              <a:ahLst/>
              <a:cxnLst/>
              <a:rect l="0" t="0" r="0" b="0"/>
              <a:pathLst>
                <a:path w="926918" h="1332257">
                  <a:moveTo>
                    <a:pt x="20557" y="1137388"/>
                  </a:moveTo>
                  <a:lnTo>
                    <a:pt x="34455" y="1170228"/>
                  </a:lnTo>
                  <a:lnTo>
                    <a:pt x="57930" y="1161788"/>
                  </a:lnTo>
                  <a:close/>
                  <a:moveTo>
                    <a:pt x="20557" y="1137388"/>
                  </a:moveTo>
                  <a:lnTo>
                    <a:pt x="0" y="1154571"/>
                  </a:lnTo>
                  <a:lnTo>
                    <a:pt x="34455" y="1170228"/>
                  </a:lnTo>
                  <a:close/>
                  <a:moveTo>
                    <a:pt x="90053" y="1157316"/>
                  </a:moveTo>
                  <a:lnTo>
                    <a:pt x="107969" y="1128091"/>
                  </a:lnTo>
                  <a:lnTo>
                    <a:pt x="57930" y="1161788"/>
                  </a:lnTo>
                  <a:close/>
                  <a:moveTo>
                    <a:pt x="107969" y="1128091"/>
                  </a:moveTo>
                  <a:lnTo>
                    <a:pt x="90053" y="1157316"/>
                  </a:lnTo>
                  <a:lnTo>
                    <a:pt x="140638" y="1125659"/>
                  </a:lnTo>
                  <a:close/>
                  <a:moveTo>
                    <a:pt x="178932" y="1114974"/>
                  </a:moveTo>
                  <a:lnTo>
                    <a:pt x="140638" y="1125659"/>
                  </a:lnTo>
                  <a:lnTo>
                    <a:pt x="174836" y="1128943"/>
                  </a:lnTo>
                  <a:close/>
                  <a:moveTo>
                    <a:pt x="178932" y="1114974"/>
                  </a:moveTo>
                  <a:lnTo>
                    <a:pt x="143521" y="1116675"/>
                  </a:lnTo>
                  <a:lnTo>
                    <a:pt x="140638" y="1125659"/>
                  </a:lnTo>
                  <a:close/>
                  <a:moveTo>
                    <a:pt x="143521" y="1116675"/>
                  </a:moveTo>
                  <a:lnTo>
                    <a:pt x="178932" y="1114974"/>
                  </a:lnTo>
                  <a:lnTo>
                    <a:pt x="153956" y="1079246"/>
                  </a:lnTo>
                  <a:close/>
                  <a:moveTo>
                    <a:pt x="485746" y="1289185"/>
                  </a:moveTo>
                  <a:lnTo>
                    <a:pt x="472988" y="1303812"/>
                  </a:lnTo>
                  <a:lnTo>
                    <a:pt x="477344" y="1303382"/>
                  </a:lnTo>
                  <a:close/>
                  <a:moveTo>
                    <a:pt x="622003" y="1294806"/>
                  </a:moveTo>
                  <a:lnTo>
                    <a:pt x="632485" y="1308756"/>
                  </a:lnTo>
                  <a:lnTo>
                    <a:pt x="629473" y="1305716"/>
                  </a:lnTo>
                  <a:close/>
                  <a:moveTo>
                    <a:pt x="622003" y="1294806"/>
                  </a:moveTo>
                  <a:lnTo>
                    <a:pt x="608302" y="1271949"/>
                  </a:lnTo>
                  <a:lnTo>
                    <a:pt x="591754" y="1306289"/>
                  </a:lnTo>
                  <a:close/>
                  <a:moveTo>
                    <a:pt x="317186" y="887268"/>
                  </a:moveTo>
                  <a:lnTo>
                    <a:pt x="310706" y="906747"/>
                  </a:lnTo>
                  <a:lnTo>
                    <a:pt x="328746" y="895454"/>
                  </a:lnTo>
                  <a:close/>
                  <a:moveTo>
                    <a:pt x="328746" y="895454"/>
                  </a:moveTo>
                  <a:lnTo>
                    <a:pt x="310706" y="906747"/>
                  </a:lnTo>
                  <a:lnTo>
                    <a:pt x="311943" y="926774"/>
                  </a:lnTo>
                  <a:close/>
                  <a:moveTo>
                    <a:pt x="328746" y="895454"/>
                  </a:moveTo>
                  <a:lnTo>
                    <a:pt x="311943" y="926774"/>
                  </a:lnTo>
                  <a:lnTo>
                    <a:pt x="335565" y="934658"/>
                  </a:lnTo>
                  <a:close/>
                  <a:moveTo>
                    <a:pt x="317186" y="887268"/>
                  </a:moveTo>
                  <a:lnTo>
                    <a:pt x="328746" y="895454"/>
                  </a:lnTo>
                  <a:lnTo>
                    <a:pt x="309542" y="850513"/>
                  </a:lnTo>
                  <a:close/>
                  <a:moveTo>
                    <a:pt x="641234" y="1328328"/>
                  </a:moveTo>
                  <a:lnTo>
                    <a:pt x="629473" y="1305716"/>
                  </a:lnTo>
                  <a:lnTo>
                    <a:pt x="651867" y="1332257"/>
                  </a:lnTo>
                  <a:close/>
                  <a:moveTo>
                    <a:pt x="298185" y="763724"/>
                  </a:moveTo>
                  <a:lnTo>
                    <a:pt x="315622" y="800551"/>
                  </a:lnTo>
                  <a:lnTo>
                    <a:pt x="322873" y="765988"/>
                  </a:lnTo>
                  <a:close/>
                  <a:moveTo>
                    <a:pt x="299071" y="802997"/>
                  </a:moveTo>
                  <a:lnTo>
                    <a:pt x="315622" y="800551"/>
                  </a:lnTo>
                  <a:lnTo>
                    <a:pt x="298185" y="763724"/>
                  </a:lnTo>
                  <a:close/>
                  <a:moveTo>
                    <a:pt x="234170" y="739178"/>
                  </a:moveTo>
                  <a:lnTo>
                    <a:pt x="209682" y="687251"/>
                  </a:lnTo>
                  <a:lnTo>
                    <a:pt x="211501" y="730519"/>
                  </a:lnTo>
                  <a:close/>
                  <a:moveTo>
                    <a:pt x="118265" y="589338"/>
                  </a:moveTo>
                  <a:lnTo>
                    <a:pt x="131739" y="611348"/>
                  </a:lnTo>
                  <a:lnTo>
                    <a:pt x="157382" y="611013"/>
                  </a:lnTo>
                  <a:close/>
                  <a:moveTo>
                    <a:pt x="480172" y="980349"/>
                  </a:moveTo>
                  <a:lnTo>
                    <a:pt x="479546" y="988363"/>
                  </a:lnTo>
                  <a:lnTo>
                    <a:pt x="497619" y="1011068"/>
                  </a:lnTo>
                  <a:close/>
                  <a:moveTo>
                    <a:pt x="480172" y="980349"/>
                  </a:moveTo>
                  <a:lnTo>
                    <a:pt x="463265" y="956852"/>
                  </a:lnTo>
                  <a:lnTo>
                    <a:pt x="479546" y="988363"/>
                  </a:lnTo>
                  <a:close/>
                  <a:moveTo>
                    <a:pt x="715525" y="1231273"/>
                  </a:moveTo>
                  <a:lnTo>
                    <a:pt x="712037" y="1274389"/>
                  </a:lnTo>
                  <a:lnTo>
                    <a:pt x="728522" y="1251496"/>
                  </a:lnTo>
                  <a:close/>
                  <a:moveTo>
                    <a:pt x="715525" y="1231273"/>
                  </a:moveTo>
                  <a:lnTo>
                    <a:pt x="728522" y="1251496"/>
                  </a:lnTo>
                  <a:lnTo>
                    <a:pt x="747951" y="1227931"/>
                  </a:lnTo>
                  <a:close/>
                  <a:moveTo>
                    <a:pt x="73114" y="420528"/>
                  </a:moveTo>
                  <a:lnTo>
                    <a:pt x="122004" y="382534"/>
                  </a:lnTo>
                  <a:lnTo>
                    <a:pt x="93110" y="399080"/>
                  </a:lnTo>
                  <a:close/>
                  <a:moveTo>
                    <a:pt x="764264" y="1192714"/>
                  </a:moveTo>
                  <a:lnTo>
                    <a:pt x="772475" y="1195044"/>
                  </a:lnTo>
                  <a:lnTo>
                    <a:pt x="798346" y="1195564"/>
                  </a:lnTo>
                  <a:close/>
                  <a:moveTo>
                    <a:pt x="599432" y="950164"/>
                  </a:moveTo>
                  <a:lnTo>
                    <a:pt x="617954" y="957104"/>
                  </a:lnTo>
                  <a:lnTo>
                    <a:pt x="640454" y="978961"/>
                  </a:lnTo>
                  <a:close/>
                  <a:moveTo>
                    <a:pt x="595518" y="948256"/>
                  </a:moveTo>
                  <a:lnTo>
                    <a:pt x="617954" y="957104"/>
                  </a:lnTo>
                  <a:lnTo>
                    <a:pt x="599432" y="950164"/>
                  </a:lnTo>
                  <a:close/>
                  <a:moveTo>
                    <a:pt x="249239" y="512885"/>
                  </a:moveTo>
                  <a:lnTo>
                    <a:pt x="266871" y="550437"/>
                  </a:lnTo>
                  <a:lnTo>
                    <a:pt x="279894" y="505358"/>
                  </a:lnTo>
                  <a:close/>
                  <a:moveTo>
                    <a:pt x="102395" y="362320"/>
                  </a:moveTo>
                  <a:lnTo>
                    <a:pt x="93110" y="399080"/>
                  </a:lnTo>
                  <a:lnTo>
                    <a:pt x="137395" y="360954"/>
                  </a:lnTo>
                  <a:close/>
                  <a:moveTo>
                    <a:pt x="122004" y="382534"/>
                  </a:moveTo>
                  <a:lnTo>
                    <a:pt x="172699" y="357903"/>
                  </a:lnTo>
                  <a:lnTo>
                    <a:pt x="137395" y="360954"/>
                  </a:lnTo>
                  <a:close/>
                  <a:moveTo>
                    <a:pt x="137395" y="360954"/>
                  </a:moveTo>
                  <a:lnTo>
                    <a:pt x="172699" y="357903"/>
                  </a:lnTo>
                  <a:lnTo>
                    <a:pt x="140850" y="356788"/>
                  </a:lnTo>
                  <a:close/>
                  <a:moveTo>
                    <a:pt x="847339" y="1157957"/>
                  </a:moveTo>
                  <a:lnTo>
                    <a:pt x="867406" y="1158228"/>
                  </a:lnTo>
                  <a:lnTo>
                    <a:pt x="855005" y="1149329"/>
                  </a:lnTo>
                  <a:close/>
                  <a:moveTo>
                    <a:pt x="858658" y="1171907"/>
                  </a:moveTo>
                  <a:lnTo>
                    <a:pt x="867406" y="1158228"/>
                  </a:lnTo>
                  <a:lnTo>
                    <a:pt x="847339" y="1157957"/>
                  </a:lnTo>
                  <a:close/>
                  <a:moveTo>
                    <a:pt x="259322" y="454374"/>
                  </a:moveTo>
                  <a:lnTo>
                    <a:pt x="280046" y="503490"/>
                  </a:lnTo>
                  <a:lnTo>
                    <a:pt x="290456" y="452025"/>
                  </a:lnTo>
                  <a:close/>
                  <a:moveTo>
                    <a:pt x="282464" y="450985"/>
                  </a:moveTo>
                  <a:lnTo>
                    <a:pt x="290456" y="452025"/>
                  </a:lnTo>
                  <a:lnTo>
                    <a:pt x="291388" y="449687"/>
                  </a:lnTo>
                  <a:close/>
                  <a:moveTo>
                    <a:pt x="280046" y="503490"/>
                  </a:moveTo>
                  <a:lnTo>
                    <a:pt x="294536" y="450985"/>
                  </a:lnTo>
                  <a:lnTo>
                    <a:pt x="290456" y="452025"/>
                  </a:lnTo>
                  <a:close/>
                  <a:moveTo>
                    <a:pt x="328852" y="465183"/>
                  </a:moveTo>
                  <a:lnTo>
                    <a:pt x="294536" y="450985"/>
                  </a:lnTo>
                  <a:lnTo>
                    <a:pt x="280046" y="503490"/>
                  </a:lnTo>
                  <a:close/>
                  <a:moveTo>
                    <a:pt x="290456" y="452025"/>
                  </a:moveTo>
                  <a:lnTo>
                    <a:pt x="294536" y="450985"/>
                  </a:lnTo>
                  <a:lnTo>
                    <a:pt x="291388" y="449687"/>
                  </a:lnTo>
                  <a:close/>
                  <a:moveTo>
                    <a:pt x="172699" y="357903"/>
                  </a:moveTo>
                  <a:lnTo>
                    <a:pt x="174572" y="357818"/>
                  </a:lnTo>
                  <a:lnTo>
                    <a:pt x="140850" y="356788"/>
                  </a:lnTo>
                  <a:close/>
                  <a:moveTo>
                    <a:pt x="140850" y="356788"/>
                  </a:moveTo>
                  <a:lnTo>
                    <a:pt x="174572" y="357818"/>
                  </a:lnTo>
                  <a:lnTo>
                    <a:pt x="190608" y="322041"/>
                  </a:lnTo>
                  <a:close/>
                  <a:moveTo>
                    <a:pt x="174572" y="357818"/>
                  </a:moveTo>
                  <a:lnTo>
                    <a:pt x="174626" y="357903"/>
                  </a:lnTo>
                  <a:lnTo>
                    <a:pt x="190608" y="322041"/>
                  </a:lnTo>
                  <a:close/>
                  <a:moveTo>
                    <a:pt x="104650" y="346021"/>
                  </a:moveTo>
                  <a:lnTo>
                    <a:pt x="140850" y="356788"/>
                  </a:lnTo>
                  <a:lnTo>
                    <a:pt x="159160" y="329039"/>
                  </a:lnTo>
                  <a:close/>
                  <a:moveTo>
                    <a:pt x="328852" y="465183"/>
                  </a:moveTo>
                  <a:lnTo>
                    <a:pt x="335994" y="442091"/>
                  </a:lnTo>
                  <a:lnTo>
                    <a:pt x="294536" y="450985"/>
                  </a:lnTo>
                  <a:close/>
                  <a:moveTo>
                    <a:pt x="291388" y="449687"/>
                  </a:moveTo>
                  <a:lnTo>
                    <a:pt x="294536" y="450985"/>
                  </a:lnTo>
                  <a:lnTo>
                    <a:pt x="344307" y="426758"/>
                  </a:lnTo>
                  <a:close/>
                  <a:moveTo>
                    <a:pt x="903856" y="1083847"/>
                  </a:moveTo>
                  <a:lnTo>
                    <a:pt x="901503" y="1130508"/>
                  </a:lnTo>
                  <a:lnTo>
                    <a:pt x="926918" y="1092186"/>
                  </a:lnTo>
                  <a:close/>
                  <a:moveTo>
                    <a:pt x="903856" y="1083847"/>
                  </a:moveTo>
                  <a:lnTo>
                    <a:pt x="926918" y="1092186"/>
                  </a:lnTo>
                  <a:lnTo>
                    <a:pt x="913249" y="1058553"/>
                  </a:lnTo>
                  <a:close/>
                  <a:moveTo>
                    <a:pt x="748334" y="771043"/>
                  </a:moveTo>
                  <a:lnTo>
                    <a:pt x="745650" y="817972"/>
                  </a:lnTo>
                  <a:lnTo>
                    <a:pt x="771917" y="778958"/>
                  </a:lnTo>
                  <a:close/>
                  <a:moveTo>
                    <a:pt x="757477" y="745950"/>
                  </a:moveTo>
                  <a:lnTo>
                    <a:pt x="744571" y="734251"/>
                  </a:lnTo>
                  <a:lnTo>
                    <a:pt x="748334" y="771043"/>
                  </a:lnTo>
                  <a:close/>
                  <a:moveTo>
                    <a:pt x="757477" y="745950"/>
                  </a:moveTo>
                  <a:lnTo>
                    <a:pt x="748334" y="771043"/>
                  </a:lnTo>
                  <a:lnTo>
                    <a:pt x="771917" y="778958"/>
                  </a:lnTo>
                  <a:close/>
                  <a:moveTo>
                    <a:pt x="575493" y="572033"/>
                  </a:moveTo>
                  <a:lnTo>
                    <a:pt x="603136" y="600393"/>
                  </a:lnTo>
                  <a:lnTo>
                    <a:pt x="600652" y="569893"/>
                  </a:lnTo>
                  <a:close/>
                  <a:moveTo>
                    <a:pt x="600652" y="569893"/>
                  </a:moveTo>
                  <a:lnTo>
                    <a:pt x="603136" y="600393"/>
                  </a:lnTo>
                  <a:lnTo>
                    <a:pt x="626094" y="547762"/>
                  </a:lnTo>
                  <a:close/>
                  <a:moveTo>
                    <a:pt x="625346" y="546455"/>
                  </a:moveTo>
                  <a:lnTo>
                    <a:pt x="626094" y="547762"/>
                  </a:lnTo>
                  <a:lnTo>
                    <a:pt x="625850" y="539525"/>
                  </a:lnTo>
                  <a:close/>
                  <a:moveTo>
                    <a:pt x="625346" y="546455"/>
                  </a:moveTo>
                  <a:lnTo>
                    <a:pt x="625850" y="539525"/>
                  </a:lnTo>
                  <a:lnTo>
                    <a:pt x="634327" y="529271"/>
                  </a:lnTo>
                  <a:close/>
                  <a:moveTo>
                    <a:pt x="332258" y="176645"/>
                  </a:moveTo>
                  <a:lnTo>
                    <a:pt x="301838" y="200135"/>
                  </a:lnTo>
                  <a:lnTo>
                    <a:pt x="330351" y="182163"/>
                  </a:lnTo>
                  <a:close/>
                  <a:moveTo>
                    <a:pt x="369064" y="161721"/>
                  </a:moveTo>
                  <a:lnTo>
                    <a:pt x="368076" y="174615"/>
                  </a:lnTo>
                  <a:lnTo>
                    <a:pt x="387871" y="176435"/>
                  </a:lnTo>
                  <a:close/>
                  <a:moveTo>
                    <a:pt x="343171" y="133885"/>
                  </a:moveTo>
                  <a:lnTo>
                    <a:pt x="332258" y="176645"/>
                  </a:lnTo>
                  <a:lnTo>
                    <a:pt x="361817" y="175232"/>
                  </a:lnTo>
                  <a:close/>
                  <a:moveTo>
                    <a:pt x="368076" y="174615"/>
                  </a:moveTo>
                  <a:lnTo>
                    <a:pt x="408296" y="198476"/>
                  </a:lnTo>
                  <a:lnTo>
                    <a:pt x="387871" y="176435"/>
                  </a:lnTo>
                  <a:close/>
                  <a:moveTo>
                    <a:pt x="744988" y="639521"/>
                  </a:moveTo>
                  <a:lnTo>
                    <a:pt x="751290" y="676291"/>
                  </a:lnTo>
                  <a:lnTo>
                    <a:pt x="745047" y="639824"/>
                  </a:lnTo>
                  <a:close/>
                  <a:moveTo>
                    <a:pt x="744988" y="639521"/>
                  </a:moveTo>
                  <a:lnTo>
                    <a:pt x="745047" y="639824"/>
                  </a:lnTo>
                  <a:lnTo>
                    <a:pt x="745003" y="639536"/>
                  </a:lnTo>
                  <a:close/>
                  <a:moveTo>
                    <a:pt x="744988" y="639521"/>
                  </a:moveTo>
                  <a:lnTo>
                    <a:pt x="745003" y="639536"/>
                  </a:lnTo>
                  <a:lnTo>
                    <a:pt x="744946" y="639445"/>
                  </a:lnTo>
                  <a:close/>
                  <a:moveTo>
                    <a:pt x="470214" y="127355"/>
                  </a:moveTo>
                  <a:lnTo>
                    <a:pt x="443137" y="95932"/>
                  </a:lnTo>
                  <a:lnTo>
                    <a:pt x="454175" y="107345"/>
                  </a:lnTo>
                  <a:close/>
                  <a:moveTo>
                    <a:pt x="503013" y="69154"/>
                  </a:moveTo>
                  <a:lnTo>
                    <a:pt x="536696" y="70513"/>
                  </a:lnTo>
                  <a:lnTo>
                    <a:pt x="514936" y="64650"/>
                  </a:lnTo>
                  <a:close/>
                  <a:moveTo>
                    <a:pt x="721804" y="166152"/>
                  </a:moveTo>
                  <a:lnTo>
                    <a:pt x="747745" y="189810"/>
                  </a:lnTo>
                  <a:lnTo>
                    <a:pt x="745427" y="203253"/>
                  </a:lnTo>
                  <a:close/>
                  <a:moveTo>
                    <a:pt x="637651" y="1402"/>
                  </a:moveTo>
                  <a:lnTo>
                    <a:pt x="652972" y="39050"/>
                  </a:lnTo>
                  <a:lnTo>
                    <a:pt x="637897" y="2295"/>
                  </a:lnTo>
                  <a:close/>
                  <a:moveTo>
                    <a:pt x="637651" y="1402"/>
                  </a:moveTo>
                  <a:lnTo>
                    <a:pt x="656997" y="30421"/>
                  </a:lnTo>
                  <a:lnTo>
                    <a:pt x="652972" y="39050"/>
                  </a:lnTo>
                  <a:close/>
                  <a:moveTo>
                    <a:pt x="637651" y="1402"/>
                  </a:moveTo>
                  <a:lnTo>
                    <a:pt x="637897" y="2295"/>
                  </a:lnTo>
                  <a:lnTo>
                    <a:pt x="63593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26" name="Input_density__126">
              <a:extLst>
                <a:ext uri="{FF2B5EF4-FFF2-40B4-BE49-F238E27FC236}">
                  <a16:creationId xmlns:a16="http://schemas.microsoft.com/office/drawing/2014/main" id="{A971BBBB-B362-F51A-539E-257BC421C9BB}"/>
                </a:ext>
              </a:extLst>
            </p:cNvPr>
            <p:cNvSpPr>
              <a:spLocks noGrp="1"/>
            </p:cNvSpPr>
            <p:nvPr/>
          </p:nvSpPr>
          <p:spPr>
            <a:xfrm>
              <a:off x="1000578" y="1624010"/>
              <a:ext cx="893250" cy="1263234"/>
            </a:xfrm>
            <a:custGeom>
              <a:avLst/>
              <a:gdLst/>
              <a:ahLst/>
              <a:cxnLst/>
              <a:rect l="0" t="0" r="0" b="0"/>
              <a:pathLst>
                <a:path w="893250" h="1263234">
                  <a:moveTo>
                    <a:pt x="23475" y="1077555"/>
                  </a:moveTo>
                  <a:lnTo>
                    <a:pt x="0" y="1085995"/>
                  </a:lnTo>
                  <a:lnTo>
                    <a:pt x="55598" y="1073083"/>
                  </a:lnTo>
                  <a:close/>
                  <a:moveTo>
                    <a:pt x="55598" y="1073083"/>
                  </a:moveTo>
                  <a:lnTo>
                    <a:pt x="87106" y="1066308"/>
                  </a:lnTo>
                  <a:lnTo>
                    <a:pt x="106183" y="1041426"/>
                  </a:lnTo>
                  <a:close/>
                  <a:moveTo>
                    <a:pt x="106183" y="1041426"/>
                  </a:moveTo>
                  <a:lnTo>
                    <a:pt x="87106" y="1066308"/>
                  </a:lnTo>
                  <a:lnTo>
                    <a:pt x="140381" y="1044710"/>
                  </a:lnTo>
                  <a:close/>
                  <a:moveTo>
                    <a:pt x="144477" y="1030741"/>
                  </a:moveTo>
                  <a:lnTo>
                    <a:pt x="151889" y="991530"/>
                  </a:lnTo>
                  <a:lnTo>
                    <a:pt x="119501" y="995013"/>
                  </a:lnTo>
                  <a:close/>
                  <a:moveTo>
                    <a:pt x="119501" y="995013"/>
                  </a:moveTo>
                  <a:lnTo>
                    <a:pt x="151889" y="991530"/>
                  </a:lnTo>
                  <a:lnTo>
                    <a:pt x="176271" y="986483"/>
                  </a:lnTo>
                  <a:close/>
                  <a:moveTo>
                    <a:pt x="165894" y="982033"/>
                  </a:moveTo>
                  <a:lnTo>
                    <a:pt x="176271" y="986483"/>
                  </a:lnTo>
                  <a:lnTo>
                    <a:pt x="151889" y="991530"/>
                  </a:lnTo>
                  <a:close/>
                  <a:moveTo>
                    <a:pt x="44725" y="743804"/>
                  </a:moveTo>
                  <a:lnTo>
                    <a:pt x="44121" y="700176"/>
                  </a:lnTo>
                  <a:lnTo>
                    <a:pt x="26694" y="704759"/>
                  </a:lnTo>
                  <a:close/>
                  <a:moveTo>
                    <a:pt x="7309" y="728492"/>
                  </a:moveTo>
                  <a:lnTo>
                    <a:pt x="44725" y="743804"/>
                  </a:lnTo>
                  <a:lnTo>
                    <a:pt x="26694" y="704759"/>
                  </a:lnTo>
                  <a:close/>
                  <a:moveTo>
                    <a:pt x="497218" y="1246817"/>
                  </a:moveTo>
                  <a:lnTo>
                    <a:pt x="480972" y="1241706"/>
                  </a:lnTo>
                  <a:lnTo>
                    <a:pt x="442889" y="1219149"/>
                  </a:lnTo>
                  <a:close/>
                  <a:moveTo>
                    <a:pt x="513694" y="1241706"/>
                  </a:moveTo>
                  <a:lnTo>
                    <a:pt x="532064" y="1263234"/>
                  </a:lnTo>
                  <a:lnTo>
                    <a:pt x="507367" y="1256151"/>
                  </a:lnTo>
                  <a:close/>
                  <a:moveTo>
                    <a:pt x="573847" y="1187716"/>
                  </a:moveTo>
                  <a:lnTo>
                    <a:pt x="556090" y="1224523"/>
                  </a:lnTo>
                  <a:lnTo>
                    <a:pt x="557299" y="1222056"/>
                  </a:lnTo>
                  <a:close/>
                  <a:moveTo>
                    <a:pt x="301110" y="850425"/>
                  </a:moveTo>
                  <a:lnTo>
                    <a:pt x="268299" y="888992"/>
                  </a:lnTo>
                  <a:lnTo>
                    <a:pt x="297575" y="873871"/>
                  </a:lnTo>
                  <a:close/>
                  <a:moveTo>
                    <a:pt x="301110" y="850425"/>
                  </a:moveTo>
                  <a:lnTo>
                    <a:pt x="277488" y="842541"/>
                  </a:lnTo>
                  <a:lnTo>
                    <a:pt x="268299" y="888992"/>
                  </a:lnTo>
                  <a:close/>
                  <a:moveTo>
                    <a:pt x="301110" y="850425"/>
                  </a:moveTo>
                  <a:lnTo>
                    <a:pt x="297575" y="873871"/>
                  </a:lnTo>
                  <a:lnTo>
                    <a:pt x="305920" y="856973"/>
                  </a:lnTo>
                  <a:close/>
                  <a:moveTo>
                    <a:pt x="294291" y="811221"/>
                  </a:moveTo>
                  <a:lnTo>
                    <a:pt x="301110" y="850425"/>
                  </a:lnTo>
                  <a:lnTo>
                    <a:pt x="305920" y="856973"/>
                  </a:lnTo>
                  <a:close/>
                  <a:moveTo>
                    <a:pt x="65685" y="593151"/>
                  </a:moveTo>
                  <a:lnTo>
                    <a:pt x="75553" y="545750"/>
                  </a:lnTo>
                  <a:lnTo>
                    <a:pt x="71197" y="554157"/>
                  </a:lnTo>
                  <a:close/>
                  <a:moveTo>
                    <a:pt x="171164" y="678762"/>
                  </a:moveTo>
                  <a:lnTo>
                    <a:pt x="111374" y="672588"/>
                  </a:lnTo>
                  <a:lnTo>
                    <a:pt x="152625" y="666140"/>
                  </a:lnTo>
                  <a:close/>
                  <a:moveTo>
                    <a:pt x="663152" y="1244095"/>
                  </a:moveTo>
                  <a:lnTo>
                    <a:pt x="677582" y="1190156"/>
                  </a:lnTo>
                  <a:lnTo>
                    <a:pt x="685552" y="1226911"/>
                  </a:lnTo>
                  <a:close/>
                  <a:moveTo>
                    <a:pt x="677582" y="1190156"/>
                  </a:moveTo>
                  <a:lnTo>
                    <a:pt x="690539" y="1198003"/>
                  </a:lnTo>
                  <a:lnTo>
                    <a:pt x="694067" y="1167263"/>
                  </a:lnTo>
                  <a:close/>
                  <a:moveTo>
                    <a:pt x="268756" y="760145"/>
                  </a:moveTo>
                  <a:lnTo>
                    <a:pt x="282731" y="803035"/>
                  </a:lnTo>
                  <a:lnTo>
                    <a:pt x="275087" y="766280"/>
                  </a:lnTo>
                  <a:close/>
                  <a:moveTo>
                    <a:pt x="270239" y="729525"/>
                  </a:moveTo>
                  <a:lnTo>
                    <a:pt x="281167" y="716318"/>
                  </a:lnTo>
                  <a:lnTo>
                    <a:pt x="264616" y="718764"/>
                  </a:lnTo>
                  <a:close/>
                  <a:moveTo>
                    <a:pt x="71197" y="554157"/>
                  </a:moveTo>
                  <a:lnTo>
                    <a:pt x="75553" y="545750"/>
                  </a:lnTo>
                  <a:lnTo>
                    <a:pt x="71825" y="543412"/>
                  </a:lnTo>
                  <a:close/>
                  <a:moveTo>
                    <a:pt x="83810" y="505105"/>
                  </a:moveTo>
                  <a:lnTo>
                    <a:pt x="75553" y="545750"/>
                  </a:lnTo>
                  <a:lnTo>
                    <a:pt x="97284" y="527115"/>
                  </a:lnTo>
                  <a:close/>
                  <a:moveTo>
                    <a:pt x="58655" y="314847"/>
                  </a:moveTo>
                  <a:lnTo>
                    <a:pt x="5541" y="337047"/>
                  </a:lnTo>
                  <a:lnTo>
                    <a:pt x="38659" y="336295"/>
                  </a:lnTo>
                  <a:close/>
                  <a:moveTo>
                    <a:pt x="723342" y="1126588"/>
                  </a:moveTo>
                  <a:lnTo>
                    <a:pt x="713496" y="1143698"/>
                  </a:lnTo>
                  <a:lnTo>
                    <a:pt x="717565" y="1136218"/>
                  </a:lnTo>
                  <a:close/>
                  <a:moveTo>
                    <a:pt x="723342" y="1126588"/>
                  </a:moveTo>
                  <a:lnTo>
                    <a:pt x="717565" y="1136218"/>
                  </a:lnTo>
                  <a:lnTo>
                    <a:pt x="706681" y="1118215"/>
                  </a:lnTo>
                  <a:close/>
                  <a:moveTo>
                    <a:pt x="605999" y="894728"/>
                  </a:moveTo>
                  <a:lnTo>
                    <a:pt x="583499" y="872871"/>
                  </a:lnTo>
                  <a:lnTo>
                    <a:pt x="633352" y="872420"/>
                  </a:lnTo>
                  <a:close/>
                  <a:moveTo>
                    <a:pt x="528601" y="854503"/>
                  </a:moveTo>
                  <a:lnTo>
                    <a:pt x="517988" y="842178"/>
                  </a:lnTo>
                  <a:lnTo>
                    <a:pt x="561063" y="864023"/>
                  </a:lnTo>
                  <a:close/>
                  <a:moveTo>
                    <a:pt x="192049" y="511383"/>
                  </a:moveTo>
                  <a:lnTo>
                    <a:pt x="208093" y="499843"/>
                  </a:lnTo>
                  <a:lnTo>
                    <a:pt x="217919" y="461157"/>
                  </a:lnTo>
                  <a:close/>
                  <a:moveTo>
                    <a:pt x="217919" y="461157"/>
                  </a:moveTo>
                  <a:lnTo>
                    <a:pt x="208093" y="499843"/>
                  </a:lnTo>
                  <a:lnTo>
                    <a:pt x="228387" y="474628"/>
                  </a:lnTo>
                  <a:close/>
                  <a:moveTo>
                    <a:pt x="228387" y="474628"/>
                  </a:moveTo>
                  <a:lnTo>
                    <a:pt x="232416" y="466204"/>
                  </a:lnTo>
                  <a:lnTo>
                    <a:pt x="217919" y="461157"/>
                  </a:lnTo>
                  <a:close/>
                  <a:moveTo>
                    <a:pt x="40680" y="327608"/>
                  </a:moveTo>
                  <a:lnTo>
                    <a:pt x="58655" y="314847"/>
                  </a:lnTo>
                  <a:lnTo>
                    <a:pt x="67940" y="278087"/>
                  </a:lnTo>
                  <a:close/>
                  <a:moveTo>
                    <a:pt x="102940" y="276721"/>
                  </a:moveTo>
                  <a:lnTo>
                    <a:pt x="58655" y="314847"/>
                  </a:lnTo>
                  <a:lnTo>
                    <a:pt x="87549" y="298301"/>
                  </a:lnTo>
                  <a:close/>
                  <a:moveTo>
                    <a:pt x="796260" y="1107778"/>
                  </a:moveTo>
                  <a:lnTo>
                    <a:pt x="812884" y="1073724"/>
                  </a:lnTo>
                  <a:lnTo>
                    <a:pt x="763891" y="1111331"/>
                  </a:lnTo>
                  <a:close/>
                  <a:moveTo>
                    <a:pt x="796260" y="1107778"/>
                  </a:moveTo>
                  <a:lnTo>
                    <a:pt x="824203" y="1087674"/>
                  </a:lnTo>
                  <a:lnTo>
                    <a:pt x="812884" y="1073724"/>
                  </a:lnTo>
                  <a:close/>
                  <a:moveTo>
                    <a:pt x="820550" y="1065096"/>
                  </a:moveTo>
                  <a:lnTo>
                    <a:pt x="832951" y="1073995"/>
                  </a:lnTo>
                  <a:lnTo>
                    <a:pt x="842907" y="1061396"/>
                  </a:lnTo>
                  <a:close/>
                  <a:moveTo>
                    <a:pt x="625203" y="870320"/>
                  </a:moveTo>
                  <a:lnTo>
                    <a:pt x="636317" y="857019"/>
                  </a:lnTo>
                  <a:lnTo>
                    <a:pt x="648036" y="844566"/>
                  </a:lnTo>
                  <a:close/>
                  <a:moveTo>
                    <a:pt x="605999" y="894728"/>
                  </a:moveTo>
                  <a:lnTo>
                    <a:pt x="633352" y="872420"/>
                  </a:lnTo>
                  <a:lnTo>
                    <a:pt x="625203" y="870320"/>
                  </a:lnTo>
                  <a:close/>
                  <a:moveTo>
                    <a:pt x="636317" y="857019"/>
                  </a:moveTo>
                  <a:lnTo>
                    <a:pt x="638109" y="810816"/>
                  </a:lnTo>
                  <a:lnTo>
                    <a:pt x="648036" y="844566"/>
                  </a:lnTo>
                  <a:close/>
                  <a:moveTo>
                    <a:pt x="638109" y="810816"/>
                  </a:moveTo>
                  <a:lnTo>
                    <a:pt x="634882" y="807811"/>
                  </a:lnTo>
                  <a:lnTo>
                    <a:pt x="648036" y="844566"/>
                  </a:lnTo>
                  <a:close/>
                  <a:moveTo>
                    <a:pt x="224867" y="370141"/>
                  </a:moveTo>
                  <a:lnTo>
                    <a:pt x="256001" y="367792"/>
                  </a:lnTo>
                  <a:lnTo>
                    <a:pt x="248009" y="366751"/>
                  </a:lnTo>
                  <a:close/>
                  <a:moveTo>
                    <a:pt x="106395" y="272555"/>
                  </a:moveTo>
                  <a:lnTo>
                    <a:pt x="156153" y="237808"/>
                  </a:lnTo>
                  <a:lnTo>
                    <a:pt x="124705" y="244806"/>
                  </a:lnTo>
                  <a:close/>
                  <a:moveTo>
                    <a:pt x="842907" y="1061396"/>
                  </a:moveTo>
                  <a:lnTo>
                    <a:pt x="858772" y="1053002"/>
                  </a:lnTo>
                  <a:lnTo>
                    <a:pt x="856529" y="1047913"/>
                  </a:lnTo>
                  <a:close/>
                  <a:moveTo>
                    <a:pt x="873089" y="1047913"/>
                  </a:moveTo>
                  <a:lnTo>
                    <a:pt x="858772" y="1053002"/>
                  </a:lnTo>
                  <a:lnTo>
                    <a:pt x="893250" y="1028835"/>
                  </a:lnTo>
                  <a:close/>
                  <a:moveTo>
                    <a:pt x="893250" y="1028835"/>
                  </a:moveTo>
                  <a:lnTo>
                    <a:pt x="858772" y="1053002"/>
                  </a:lnTo>
                  <a:lnTo>
                    <a:pt x="842907" y="1061396"/>
                  </a:lnTo>
                  <a:close/>
                  <a:moveTo>
                    <a:pt x="634882" y="807811"/>
                  </a:moveTo>
                  <a:lnTo>
                    <a:pt x="630852" y="790628"/>
                  </a:lnTo>
                  <a:lnTo>
                    <a:pt x="648036" y="844566"/>
                  </a:lnTo>
                  <a:close/>
                  <a:moveTo>
                    <a:pt x="634882" y="807811"/>
                  </a:moveTo>
                  <a:lnTo>
                    <a:pt x="659467" y="777644"/>
                  </a:lnTo>
                  <a:lnTo>
                    <a:pt x="630852" y="790628"/>
                  </a:lnTo>
                  <a:close/>
                  <a:moveTo>
                    <a:pt x="267263" y="358635"/>
                  </a:moveTo>
                  <a:lnTo>
                    <a:pt x="248009" y="366751"/>
                  </a:lnTo>
                  <a:lnTo>
                    <a:pt x="256933" y="365454"/>
                  </a:lnTo>
                  <a:close/>
                  <a:moveTo>
                    <a:pt x="281718" y="349568"/>
                  </a:moveTo>
                  <a:lnTo>
                    <a:pt x="267263" y="358635"/>
                  </a:lnTo>
                  <a:lnTo>
                    <a:pt x="309852" y="342525"/>
                  </a:lnTo>
                  <a:close/>
                  <a:moveTo>
                    <a:pt x="309852" y="342525"/>
                  </a:moveTo>
                  <a:lnTo>
                    <a:pt x="267263" y="358635"/>
                  </a:lnTo>
                  <a:lnTo>
                    <a:pt x="256933" y="365454"/>
                  </a:lnTo>
                  <a:close/>
                  <a:moveTo>
                    <a:pt x="260081" y="366751"/>
                  </a:moveTo>
                  <a:lnTo>
                    <a:pt x="301539" y="357858"/>
                  </a:lnTo>
                  <a:lnTo>
                    <a:pt x="309852" y="342525"/>
                  </a:lnTo>
                  <a:close/>
                  <a:moveTo>
                    <a:pt x="301539" y="357858"/>
                  </a:moveTo>
                  <a:lnTo>
                    <a:pt x="294397" y="380950"/>
                  </a:lnTo>
                  <a:lnTo>
                    <a:pt x="303225" y="366751"/>
                  </a:lnTo>
                  <a:close/>
                  <a:moveTo>
                    <a:pt x="229190" y="210600"/>
                  </a:moveTo>
                  <a:lnTo>
                    <a:pt x="204121" y="203892"/>
                  </a:lnTo>
                  <a:lnTo>
                    <a:pt x="189908" y="239436"/>
                  </a:lnTo>
                  <a:close/>
                  <a:moveTo>
                    <a:pt x="204121" y="203892"/>
                  </a:moveTo>
                  <a:lnTo>
                    <a:pt x="229190" y="210600"/>
                  </a:lnTo>
                  <a:lnTo>
                    <a:pt x="204893" y="199253"/>
                  </a:lnTo>
                  <a:close/>
                  <a:moveTo>
                    <a:pt x="201980" y="202548"/>
                  </a:moveTo>
                  <a:lnTo>
                    <a:pt x="204121" y="203892"/>
                  </a:lnTo>
                  <a:lnTo>
                    <a:pt x="204893" y="199253"/>
                  </a:lnTo>
                  <a:close/>
                  <a:moveTo>
                    <a:pt x="873089" y="1047913"/>
                  </a:moveTo>
                  <a:lnTo>
                    <a:pt x="866266" y="1052524"/>
                  </a:lnTo>
                  <a:lnTo>
                    <a:pt x="858772" y="1053002"/>
                  </a:lnTo>
                  <a:close/>
                  <a:moveTo>
                    <a:pt x="892463" y="1007953"/>
                  </a:moveTo>
                  <a:lnTo>
                    <a:pt x="873089" y="1047913"/>
                  </a:lnTo>
                  <a:lnTo>
                    <a:pt x="893250" y="1028835"/>
                  </a:lnTo>
                  <a:close/>
                  <a:moveTo>
                    <a:pt x="867048" y="1046275"/>
                  </a:moveTo>
                  <a:lnTo>
                    <a:pt x="873089" y="1047913"/>
                  </a:lnTo>
                  <a:lnTo>
                    <a:pt x="892463" y="1007953"/>
                  </a:lnTo>
                  <a:close/>
                  <a:moveTo>
                    <a:pt x="329986" y="321596"/>
                  </a:moveTo>
                  <a:lnTo>
                    <a:pt x="309852" y="342525"/>
                  </a:lnTo>
                  <a:lnTo>
                    <a:pt x="363795" y="323424"/>
                  </a:lnTo>
                  <a:close/>
                  <a:moveTo>
                    <a:pt x="204893" y="199253"/>
                  </a:moveTo>
                  <a:lnTo>
                    <a:pt x="235227" y="188090"/>
                  </a:lnTo>
                  <a:lnTo>
                    <a:pt x="251879" y="154140"/>
                  </a:lnTo>
                  <a:close/>
                  <a:moveTo>
                    <a:pt x="711195" y="733738"/>
                  </a:moveTo>
                  <a:lnTo>
                    <a:pt x="709075" y="742335"/>
                  </a:lnTo>
                  <a:lnTo>
                    <a:pt x="719985" y="736690"/>
                  </a:lnTo>
                  <a:close/>
                  <a:moveTo>
                    <a:pt x="737462" y="694725"/>
                  </a:moveTo>
                  <a:lnTo>
                    <a:pt x="719985" y="736690"/>
                  </a:lnTo>
                  <a:lnTo>
                    <a:pt x="737359" y="723506"/>
                  </a:lnTo>
                  <a:close/>
                  <a:moveTo>
                    <a:pt x="711195" y="733738"/>
                  </a:moveTo>
                  <a:lnTo>
                    <a:pt x="719985" y="736690"/>
                  </a:lnTo>
                  <a:lnTo>
                    <a:pt x="737462" y="694725"/>
                  </a:lnTo>
                  <a:close/>
                  <a:moveTo>
                    <a:pt x="710423" y="645996"/>
                  </a:moveTo>
                  <a:lnTo>
                    <a:pt x="710116" y="650018"/>
                  </a:lnTo>
                  <a:lnTo>
                    <a:pt x="723022" y="661717"/>
                  </a:lnTo>
                  <a:close/>
                  <a:moveTo>
                    <a:pt x="591639" y="463529"/>
                  </a:moveTo>
                  <a:lnTo>
                    <a:pt x="590891" y="462222"/>
                  </a:lnTo>
                  <a:lnTo>
                    <a:pt x="566197" y="485660"/>
                  </a:lnTo>
                  <a:close/>
                  <a:moveTo>
                    <a:pt x="566197" y="485660"/>
                  </a:moveTo>
                  <a:lnTo>
                    <a:pt x="519940" y="479405"/>
                  </a:lnTo>
                  <a:lnTo>
                    <a:pt x="541038" y="487800"/>
                  </a:lnTo>
                  <a:close/>
                  <a:moveTo>
                    <a:pt x="259277" y="141393"/>
                  </a:moveTo>
                  <a:lnTo>
                    <a:pt x="263271" y="131426"/>
                  </a:lnTo>
                  <a:lnTo>
                    <a:pt x="251879" y="154140"/>
                  </a:lnTo>
                  <a:close/>
                  <a:moveTo>
                    <a:pt x="259277" y="141393"/>
                  </a:moveTo>
                  <a:lnTo>
                    <a:pt x="251879" y="154140"/>
                  </a:lnTo>
                  <a:lnTo>
                    <a:pt x="256226" y="148610"/>
                  </a:lnTo>
                  <a:close/>
                  <a:moveTo>
                    <a:pt x="259277" y="141393"/>
                  </a:moveTo>
                  <a:lnTo>
                    <a:pt x="256226" y="148610"/>
                  </a:lnTo>
                  <a:lnTo>
                    <a:pt x="267383" y="115902"/>
                  </a:lnTo>
                  <a:close/>
                  <a:moveTo>
                    <a:pt x="267383" y="115902"/>
                  </a:moveTo>
                  <a:lnTo>
                    <a:pt x="256226" y="148610"/>
                  </a:lnTo>
                  <a:lnTo>
                    <a:pt x="275606" y="118279"/>
                  </a:lnTo>
                  <a:close/>
                  <a:moveTo>
                    <a:pt x="267383" y="115902"/>
                  </a:moveTo>
                  <a:lnTo>
                    <a:pt x="275606" y="118279"/>
                  </a:lnTo>
                  <a:lnTo>
                    <a:pt x="295896" y="97930"/>
                  </a:lnTo>
                  <a:close/>
                  <a:moveTo>
                    <a:pt x="263271" y="131426"/>
                  </a:moveTo>
                  <a:lnTo>
                    <a:pt x="259277" y="141393"/>
                  </a:lnTo>
                  <a:lnTo>
                    <a:pt x="267383" y="115902"/>
                  </a:lnTo>
                  <a:close/>
                  <a:moveTo>
                    <a:pt x="716039" y="609241"/>
                  </a:moveTo>
                  <a:lnTo>
                    <a:pt x="710592" y="555591"/>
                  </a:lnTo>
                  <a:lnTo>
                    <a:pt x="716709" y="595014"/>
                  </a:lnTo>
                  <a:close/>
                  <a:moveTo>
                    <a:pt x="710548" y="555303"/>
                  </a:moveTo>
                  <a:lnTo>
                    <a:pt x="710592" y="555591"/>
                  </a:lnTo>
                  <a:lnTo>
                    <a:pt x="716039" y="609241"/>
                  </a:lnTo>
                  <a:close/>
                  <a:moveTo>
                    <a:pt x="720611" y="572487"/>
                  </a:moveTo>
                  <a:lnTo>
                    <a:pt x="710548" y="555303"/>
                  </a:lnTo>
                  <a:lnTo>
                    <a:pt x="716039" y="609241"/>
                  </a:lnTo>
                  <a:close/>
                  <a:moveTo>
                    <a:pt x="436116" y="195472"/>
                  </a:moveTo>
                  <a:lnTo>
                    <a:pt x="444412" y="183270"/>
                  </a:lnTo>
                  <a:lnTo>
                    <a:pt x="408301" y="172831"/>
                  </a:lnTo>
                  <a:close/>
                  <a:moveTo>
                    <a:pt x="295896" y="97930"/>
                  </a:moveTo>
                  <a:lnTo>
                    <a:pt x="307046" y="94672"/>
                  </a:lnTo>
                  <a:lnTo>
                    <a:pt x="297803" y="92412"/>
                  </a:lnTo>
                  <a:close/>
                  <a:moveTo>
                    <a:pt x="408301" y="172831"/>
                  </a:moveTo>
                  <a:lnTo>
                    <a:pt x="444412" y="183270"/>
                  </a:lnTo>
                  <a:lnTo>
                    <a:pt x="464948" y="163843"/>
                  </a:lnTo>
                  <a:close/>
                  <a:moveTo>
                    <a:pt x="416407" y="23550"/>
                  </a:moveTo>
                  <a:lnTo>
                    <a:pt x="413539" y="0"/>
                  </a:lnTo>
                  <a:lnTo>
                    <a:pt x="408682" y="11699"/>
                  </a:lnTo>
                  <a:close/>
                  <a:moveTo>
                    <a:pt x="419720" y="23111"/>
                  </a:moveTo>
                  <a:lnTo>
                    <a:pt x="408682" y="11699"/>
                  </a:lnTo>
                  <a:lnTo>
                    <a:pt x="397022" y="636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27" name="Input_density__127">
              <a:extLst>
                <a:ext uri="{FF2B5EF4-FFF2-40B4-BE49-F238E27FC236}">
                  <a16:creationId xmlns:a16="http://schemas.microsoft.com/office/drawing/2014/main" id="{620AABDC-736D-51D1-C71D-299AC5574C16}"/>
                </a:ext>
              </a:extLst>
            </p:cNvPr>
            <p:cNvSpPr>
              <a:spLocks noGrp="1"/>
            </p:cNvSpPr>
            <p:nvPr/>
          </p:nvSpPr>
          <p:spPr>
            <a:xfrm>
              <a:off x="661527" y="1624010"/>
              <a:ext cx="1076410" cy="1259926"/>
            </a:xfrm>
            <a:custGeom>
              <a:avLst/>
              <a:gdLst/>
              <a:ahLst/>
              <a:cxnLst/>
              <a:rect l="0" t="0" r="0" b="0"/>
              <a:pathLst>
                <a:path w="1076410" h="1259926">
                  <a:moveTo>
                    <a:pt x="53600" y="573785"/>
                  </a:moveTo>
                  <a:lnTo>
                    <a:pt x="18657" y="567714"/>
                  </a:lnTo>
                  <a:lnTo>
                    <a:pt x="0" y="571247"/>
                  </a:lnTo>
                  <a:close/>
                  <a:moveTo>
                    <a:pt x="504945" y="982033"/>
                  </a:moveTo>
                  <a:lnTo>
                    <a:pt x="535324" y="964850"/>
                  </a:lnTo>
                  <a:lnTo>
                    <a:pt x="515322" y="986483"/>
                  </a:lnTo>
                  <a:close/>
                  <a:moveTo>
                    <a:pt x="535324" y="964850"/>
                  </a:moveTo>
                  <a:lnTo>
                    <a:pt x="504945" y="982033"/>
                  </a:lnTo>
                  <a:lnTo>
                    <a:pt x="538384" y="948131"/>
                  </a:lnTo>
                  <a:close/>
                  <a:moveTo>
                    <a:pt x="140522" y="577728"/>
                  </a:moveTo>
                  <a:lnTo>
                    <a:pt x="149869" y="530671"/>
                  </a:lnTo>
                  <a:lnTo>
                    <a:pt x="149751" y="523790"/>
                  </a:lnTo>
                  <a:close/>
                  <a:moveTo>
                    <a:pt x="149751" y="523790"/>
                  </a:moveTo>
                  <a:lnTo>
                    <a:pt x="149869" y="530671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74771" y="489045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88006" y="469852"/>
                  </a:lnTo>
                  <a:lnTo>
                    <a:pt x="174771" y="489045"/>
                  </a:lnTo>
                  <a:close/>
                  <a:moveTo>
                    <a:pt x="597868" y="893728"/>
                  </a:moveTo>
                  <a:lnTo>
                    <a:pt x="582037" y="910912"/>
                  </a:lnTo>
                  <a:lnTo>
                    <a:pt x="607351" y="888992"/>
                  </a:lnTo>
                  <a:close/>
                  <a:moveTo>
                    <a:pt x="582037" y="910912"/>
                  </a:moveTo>
                  <a:lnTo>
                    <a:pt x="586286" y="906444"/>
                  </a:lnTo>
                  <a:lnTo>
                    <a:pt x="607351" y="888992"/>
                  </a:lnTo>
                  <a:close/>
                  <a:moveTo>
                    <a:pt x="586286" y="906444"/>
                  </a:moveTo>
                  <a:lnTo>
                    <a:pt x="616834" y="896082"/>
                  </a:lnTo>
                  <a:lnTo>
                    <a:pt x="636626" y="873871"/>
                  </a:lnTo>
                  <a:close/>
                  <a:moveTo>
                    <a:pt x="607351" y="888992"/>
                  </a:moveTo>
                  <a:lnTo>
                    <a:pt x="586286" y="906444"/>
                  </a:lnTo>
                  <a:lnTo>
                    <a:pt x="636626" y="873871"/>
                  </a:lnTo>
                  <a:close/>
                  <a:moveTo>
                    <a:pt x="1002203" y="1244095"/>
                  </a:moveTo>
                  <a:lnTo>
                    <a:pt x="1022043" y="1250431"/>
                  </a:lnTo>
                  <a:lnTo>
                    <a:pt x="998850" y="1259926"/>
                  </a:lnTo>
                  <a:close/>
                  <a:moveTo>
                    <a:pt x="1002203" y="1244095"/>
                  </a:moveTo>
                  <a:lnTo>
                    <a:pt x="1029590" y="1198003"/>
                  </a:lnTo>
                  <a:lnTo>
                    <a:pt x="1016633" y="1190156"/>
                  </a:lnTo>
                  <a:close/>
                  <a:moveTo>
                    <a:pt x="603667" y="718764"/>
                  </a:moveTo>
                  <a:lnTo>
                    <a:pt x="614138" y="766280"/>
                  </a:lnTo>
                  <a:lnTo>
                    <a:pt x="609290" y="729525"/>
                  </a:lnTo>
                  <a:close/>
                  <a:moveTo>
                    <a:pt x="827273" y="878933"/>
                  </a:moveTo>
                  <a:lnTo>
                    <a:pt x="838933" y="886673"/>
                  </a:lnTo>
                  <a:lnTo>
                    <a:pt x="846397" y="871239"/>
                  </a:lnTo>
                  <a:close/>
                  <a:moveTo>
                    <a:pt x="972403" y="872420"/>
                  </a:moveTo>
                  <a:lnTo>
                    <a:pt x="975368" y="857019"/>
                  </a:lnTo>
                  <a:lnTo>
                    <a:pt x="964254" y="870320"/>
                  </a:lnTo>
                  <a:close/>
                  <a:moveTo>
                    <a:pt x="648903" y="342525"/>
                  </a:moveTo>
                  <a:lnTo>
                    <a:pt x="640590" y="357858"/>
                  </a:lnTo>
                  <a:lnTo>
                    <a:pt x="680591" y="336426"/>
                  </a:lnTo>
                  <a:close/>
                  <a:moveTo>
                    <a:pt x="516590" y="221559"/>
                  </a:moveTo>
                  <a:lnTo>
                    <a:pt x="463756" y="244806"/>
                  </a:lnTo>
                  <a:lnTo>
                    <a:pt x="495204" y="237808"/>
                  </a:lnTo>
                  <a:close/>
                  <a:moveTo>
                    <a:pt x="516590" y="221559"/>
                  </a:moveTo>
                  <a:lnTo>
                    <a:pt x="543172" y="203892"/>
                  </a:lnTo>
                  <a:lnTo>
                    <a:pt x="541031" y="202548"/>
                  </a:lnTo>
                  <a:close/>
                  <a:moveTo>
                    <a:pt x="528959" y="239436"/>
                  </a:moveTo>
                  <a:lnTo>
                    <a:pt x="543172" y="203892"/>
                  </a:lnTo>
                  <a:lnTo>
                    <a:pt x="516590" y="221559"/>
                  </a:lnTo>
                  <a:close/>
                  <a:moveTo>
                    <a:pt x="495204" y="237808"/>
                  </a:moveTo>
                  <a:lnTo>
                    <a:pt x="528959" y="239436"/>
                  </a:lnTo>
                  <a:lnTo>
                    <a:pt x="516590" y="221559"/>
                  </a:lnTo>
                  <a:close/>
                  <a:moveTo>
                    <a:pt x="998518" y="777644"/>
                  </a:moveTo>
                  <a:lnTo>
                    <a:pt x="1025636" y="754456"/>
                  </a:lnTo>
                  <a:lnTo>
                    <a:pt x="1048126" y="742335"/>
                  </a:lnTo>
                  <a:close/>
                  <a:moveTo>
                    <a:pt x="1026625" y="753873"/>
                  </a:moveTo>
                  <a:lnTo>
                    <a:pt x="1048126" y="742335"/>
                  </a:lnTo>
                  <a:lnTo>
                    <a:pt x="1025636" y="754456"/>
                  </a:lnTo>
                  <a:close/>
                  <a:moveTo>
                    <a:pt x="1026625" y="753873"/>
                  </a:moveTo>
                  <a:lnTo>
                    <a:pt x="1059036" y="736690"/>
                  </a:lnTo>
                  <a:lnTo>
                    <a:pt x="1048126" y="742335"/>
                  </a:lnTo>
                  <a:close/>
                  <a:moveTo>
                    <a:pt x="1059036" y="736690"/>
                  </a:moveTo>
                  <a:lnTo>
                    <a:pt x="1026625" y="753873"/>
                  </a:lnTo>
                  <a:lnTo>
                    <a:pt x="1076410" y="723506"/>
                  </a:lnTo>
                  <a:close/>
                  <a:moveTo>
                    <a:pt x="648903" y="342525"/>
                  </a:moveTo>
                  <a:lnTo>
                    <a:pt x="680591" y="336426"/>
                  </a:lnTo>
                  <a:lnTo>
                    <a:pt x="702846" y="323424"/>
                  </a:lnTo>
                  <a:close/>
                  <a:moveTo>
                    <a:pt x="702846" y="323424"/>
                  </a:moveTo>
                  <a:lnTo>
                    <a:pt x="680591" y="336426"/>
                  </a:lnTo>
                  <a:lnTo>
                    <a:pt x="735574" y="321214"/>
                  </a:lnTo>
                  <a:close/>
                  <a:moveTo>
                    <a:pt x="1049415" y="644920"/>
                  </a:moveTo>
                  <a:lnTo>
                    <a:pt x="1049167" y="650018"/>
                  </a:lnTo>
                  <a:lnTo>
                    <a:pt x="1049474" y="645996"/>
                  </a:lnTo>
                  <a:close/>
                  <a:moveTo>
                    <a:pt x="1055760" y="595014"/>
                  </a:moveTo>
                  <a:lnTo>
                    <a:pt x="1049415" y="644920"/>
                  </a:lnTo>
                  <a:lnTo>
                    <a:pt x="1049474" y="645996"/>
                  </a:lnTo>
                  <a:close/>
                  <a:moveTo>
                    <a:pt x="825475" y="351957"/>
                  </a:moveTo>
                  <a:lnTo>
                    <a:pt x="829923" y="334773"/>
                  </a:lnTo>
                  <a:lnTo>
                    <a:pt x="827665" y="388711"/>
                  </a:lnTo>
                  <a:close/>
                  <a:moveTo>
                    <a:pt x="803999" y="163843"/>
                  </a:moveTo>
                  <a:lnTo>
                    <a:pt x="783463" y="183270"/>
                  </a:lnTo>
                  <a:lnTo>
                    <a:pt x="833197" y="148433"/>
                  </a:lnTo>
                  <a:close/>
                  <a:moveTo>
                    <a:pt x="736073" y="6366"/>
                  </a:moveTo>
                  <a:lnTo>
                    <a:pt x="747733" y="11699"/>
                  </a:lnTo>
                  <a:lnTo>
                    <a:pt x="752590" y="0"/>
                  </a:lnTo>
                  <a:close/>
                  <a:moveTo>
                    <a:pt x="902656" y="91134"/>
                  </a:moveTo>
                  <a:lnTo>
                    <a:pt x="907437" y="79710"/>
                  </a:lnTo>
                  <a:lnTo>
                    <a:pt x="911015" y="62693"/>
                  </a:lnTo>
                  <a:close/>
                  <a:moveTo>
                    <a:pt x="911015" y="62693"/>
                  </a:moveTo>
                  <a:lnTo>
                    <a:pt x="925045" y="50264"/>
                  </a:lnTo>
                  <a:lnTo>
                    <a:pt x="943654" y="236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28" name="Input_density__128">
              <a:extLst>
                <a:ext uri="{FF2B5EF4-FFF2-40B4-BE49-F238E27FC236}">
                  <a16:creationId xmlns:a16="http://schemas.microsoft.com/office/drawing/2014/main" id="{02B03931-27C7-A56C-F755-F7DF48226D78}"/>
                </a:ext>
              </a:extLst>
            </p:cNvPr>
            <p:cNvSpPr>
              <a:spLocks noGrp="1"/>
            </p:cNvSpPr>
            <p:nvPr/>
          </p:nvSpPr>
          <p:spPr>
            <a:xfrm>
              <a:off x="660805" y="1491545"/>
              <a:ext cx="1209174" cy="1395698"/>
            </a:xfrm>
            <a:custGeom>
              <a:avLst/>
              <a:gdLst/>
              <a:ahLst/>
              <a:cxnLst/>
              <a:rect l="0" t="0" r="0" b="0"/>
              <a:pathLst>
                <a:path w="1209174" h="1395698">
                  <a:moveTo>
                    <a:pt x="322581" y="1182552"/>
                  </a:moveTo>
                  <a:lnTo>
                    <a:pt x="298854" y="1160829"/>
                  </a:lnTo>
                  <a:lnTo>
                    <a:pt x="325874" y="1185619"/>
                  </a:lnTo>
                  <a:close/>
                  <a:moveTo>
                    <a:pt x="295842" y="1148864"/>
                  </a:moveTo>
                  <a:lnTo>
                    <a:pt x="298854" y="1160829"/>
                  </a:lnTo>
                  <a:lnTo>
                    <a:pt x="322581" y="1182552"/>
                  </a:lnTo>
                  <a:close/>
                  <a:moveTo>
                    <a:pt x="325874" y="1185619"/>
                  </a:moveTo>
                  <a:lnTo>
                    <a:pt x="376351" y="1169660"/>
                  </a:lnTo>
                  <a:lnTo>
                    <a:pt x="322581" y="1182552"/>
                  </a:lnTo>
                  <a:close/>
                  <a:moveTo>
                    <a:pt x="322581" y="1182552"/>
                  </a:moveTo>
                  <a:lnTo>
                    <a:pt x="376351" y="1169660"/>
                  </a:lnTo>
                  <a:lnTo>
                    <a:pt x="376570" y="1163622"/>
                  </a:lnTo>
                  <a:close/>
                  <a:moveTo>
                    <a:pt x="322581" y="1182552"/>
                  </a:moveTo>
                  <a:lnTo>
                    <a:pt x="376570" y="1163622"/>
                  </a:lnTo>
                  <a:lnTo>
                    <a:pt x="340109" y="1151877"/>
                  </a:lnTo>
                  <a:close/>
                  <a:moveTo>
                    <a:pt x="376351" y="1169660"/>
                  </a:moveTo>
                  <a:lnTo>
                    <a:pt x="383848" y="1168436"/>
                  </a:lnTo>
                  <a:lnTo>
                    <a:pt x="376570" y="1163622"/>
                  </a:lnTo>
                  <a:close/>
                  <a:moveTo>
                    <a:pt x="314291" y="1131681"/>
                  </a:moveTo>
                  <a:lnTo>
                    <a:pt x="322581" y="1182552"/>
                  </a:lnTo>
                  <a:lnTo>
                    <a:pt x="340109" y="1151877"/>
                  </a:lnTo>
                  <a:close/>
                  <a:moveTo>
                    <a:pt x="314291" y="1131681"/>
                  </a:moveTo>
                  <a:lnTo>
                    <a:pt x="295842" y="1148864"/>
                  </a:lnTo>
                  <a:lnTo>
                    <a:pt x="322581" y="1182552"/>
                  </a:lnTo>
                  <a:close/>
                  <a:moveTo>
                    <a:pt x="314291" y="1131681"/>
                  </a:moveTo>
                  <a:lnTo>
                    <a:pt x="285068" y="1112109"/>
                  </a:lnTo>
                  <a:lnTo>
                    <a:pt x="295842" y="1148864"/>
                  </a:lnTo>
                  <a:close/>
                  <a:moveTo>
                    <a:pt x="383848" y="1168436"/>
                  </a:moveTo>
                  <a:lnTo>
                    <a:pt x="413286" y="1176323"/>
                  </a:lnTo>
                  <a:lnTo>
                    <a:pt x="416907" y="1163777"/>
                  </a:lnTo>
                  <a:close/>
                  <a:moveTo>
                    <a:pt x="416907" y="1163777"/>
                  </a:moveTo>
                  <a:lnTo>
                    <a:pt x="376570" y="1163622"/>
                  </a:lnTo>
                  <a:lnTo>
                    <a:pt x="383848" y="1168436"/>
                  </a:lnTo>
                  <a:close/>
                  <a:moveTo>
                    <a:pt x="377024" y="1124367"/>
                  </a:moveTo>
                  <a:lnTo>
                    <a:pt x="376570" y="1163622"/>
                  </a:lnTo>
                  <a:lnTo>
                    <a:pt x="416907" y="1163777"/>
                  </a:lnTo>
                  <a:close/>
                  <a:moveTo>
                    <a:pt x="411393" y="1123513"/>
                  </a:moveTo>
                  <a:lnTo>
                    <a:pt x="377024" y="1124367"/>
                  </a:lnTo>
                  <a:lnTo>
                    <a:pt x="416907" y="1163777"/>
                  </a:lnTo>
                  <a:close/>
                  <a:moveTo>
                    <a:pt x="377024" y="1124367"/>
                  </a:moveTo>
                  <a:lnTo>
                    <a:pt x="340109" y="1151877"/>
                  </a:lnTo>
                  <a:lnTo>
                    <a:pt x="376570" y="1163622"/>
                  </a:lnTo>
                  <a:close/>
                  <a:moveTo>
                    <a:pt x="404024" y="1077743"/>
                  </a:moveTo>
                  <a:lnTo>
                    <a:pt x="381330" y="1085212"/>
                  </a:lnTo>
                  <a:lnTo>
                    <a:pt x="410370" y="1079598"/>
                  </a:lnTo>
                  <a:close/>
                  <a:moveTo>
                    <a:pt x="410370" y="1079598"/>
                  </a:moveTo>
                  <a:lnTo>
                    <a:pt x="381330" y="1085212"/>
                  </a:lnTo>
                  <a:lnTo>
                    <a:pt x="377024" y="1124367"/>
                  </a:lnTo>
                  <a:close/>
                  <a:moveTo>
                    <a:pt x="410370" y="1079598"/>
                  </a:moveTo>
                  <a:lnTo>
                    <a:pt x="377024" y="1124367"/>
                  </a:lnTo>
                  <a:lnTo>
                    <a:pt x="411393" y="1123513"/>
                  </a:lnTo>
                  <a:close/>
                  <a:moveTo>
                    <a:pt x="35825" y="675173"/>
                  </a:moveTo>
                  <a:lnTo>
                    <a:pt x="37649" y="672278"/>
                  </a:lnTo>
                  <a:lnTo>
                    <a:pt x="0" y="656093"/>
                  </a:lnTo>
                  <a:close/>
                  <a:moveTo>
                    <a:pt x="35825" y="675173"/>
                  </a:moveTo>
                  <a:lnTo>
                    <a:pt x="38779" y="673438"/>
                  </a:lnTo>
                  <a:lnTo>
                    <a:pt x="37649" y="672278"/>
                  </a:lnTo>
                  <a:close/>
                  <a:moveTo>
                    <a:pt x="415457" y="1077743"/>
                  </a:moveTo>
                  <a:lnTo>
                    <a:pt x="437100" y="1114498"/>
                  </a:lnTo>
                  <a:lnTo>
                    <a:pt x="456068" y="1097314"/>
                  </a:lnTo>
                  <a:close/>
                  <a:moveTo>
                    <a:pt x="393494" y="1034481"/>
                  </a:moveTo>
                  <a:lnTo>
                    <a:pt x="410400" y="1069325"/>
                  </a:lnTo>
                  <a:lnTo>
                    <a:pt x="418607" y="1028154"/>
                  </a:lnTo>
                  <a:close/>
                  <a:moveTo>
                    <a:pt x="404024" y="1077743"/>
                  </a:moveTo>
                  <a:lnTo>
                    <a:pt x="410400" y="1069325"/>
                  </a:lnTo>
                  <a:lnTo>
                    <a:pt x="384765" y="1073326"/>
                  </a:lnTo>
                  <a:close/>
                  <a:moveTo>
                    <a:pt x="418607" y="1028154"/>
                  </a:moveTo>
                  <a:lnTo>
                    <a:pt x="410400" y="1069325"/>
                  </a:lnTo>
                  <a:lnTo>
                    <a:pt x="425955" y="1023804"/>
                  </a:lnTo>
                  <a:close/>
                  <a:moveTo>
                    <a:pt x="425955" y="1023804"/>
                  </a:moveTo>
                  <a:lnTo>
                    <a:pt x="415457" y="1077743"/>
                  </a:lnTo>
                  <a:lnTo>
                    <a:pt x="462788" y="1060559"/>
                  </a:lnTo>
                  <a:close/>
                  <a:moveTo>
                    <a:pt x="18421" y="600389"/>
                  </a:moveTo>
                  <a:lnTo>
                    <a:pt x="42873" y="624696"/>
                  </a:lnTo>
                  <a:lnTo>
                    <a:pt x="63073" y="619499"/>
                  </a:lnTo>
                  <a:close/>
                  <a:moveTo>
                    <a:pt x="18978" y="599928"/>
                  </a:moveTo>
                  <a:lnTo>
                    <a:pt x="18421" y="600389"/>
                  </a:lnTo>
                  <a:lnTo>
                    <a:pt x="63073" y="619499"/>
                  </a:lnTo>
                  <a:close/>
                  <a:moveTo>
                    <a:pt x="271221" y="826478"/>
                  </a:moveTo>
                  <a:lnTo>
                    <a:pt x="243043" y="838796"/>
                  </a:lnTo>
                  <a:lnTo>
                    <a:pt x="278772" y="786091"/>
                  </a:lnTo>
                  <a:close/>
                  <a:moveTo>
                    <a:pt x="136642" y="647386"/>
                  </a:moveTo>
                  <a:lnTo>
                    <a:pt x="150472" y="656254"/>
                  </a:lnTo>
                  <a:lnTo>
                    <a:pt x="142838" y="623994"/>
                  </a:lnTo>
                  <a:close/>
                  <a:moveTo>
                    <a:pt x="82354" y="574939"/>
                  </a:moveTo>
                  <a:lnTo>
                    <a:pt x="40079" y="582220"/>
                  </a:lnTo>
                  <a:lnTo>
                    <a:pt x="92250" y="611641"/>
                  </a:lnTo>
                  <a:close/>
                  <a:moveTo>
                    <a:pt x="66919" y="560929"/>
                  </a:moveTo>
                  <a:lnTo>
                    <a:pt x="40079" y="582220"/>
                  </a:lnTo>
                  <a:lnTo>
                    <a:pt x="82354" y="574939"/>
                  </a:lnTo>
                  <a:close/>
                  <a:moveTo>
                    <a:pt x="849357" y="1356987"/>
                  </a:moveTo>
                  <a:lnTo>
                    <a:pt x="820744" y="1374171"/>
                  </a:lnTo>
                  <a:lnTo>
                    <a:pt x="873525" y="1393742"/>
                  </a:lnTo>
                  <a:close/>
                  <a:moveTo>
                    <a:pt x="825957" y="1320233"/>
                  </a:moveTo>
                  <a:lnTo>
                    <a:pt x="807679" y="1365655"/>
                  </a:lnTo>
                  <a:lnTo>
                    <a:pt x="820744" y="1374171"/>
                  </a:lnTo>
                  <a:close/>
                  <a:moveTo>
                    <a:pt x="114217" y="474868"/>
                  </a:moveTo>
                  <a:lnTo>
                    <a:pt x="88620" y="438113"/>
                  </a:lnTo>
                  <a:lnTo>
                    <a:pt x="80456" y="486988"/>
                  </a:lnTo>
                  <a:close/>
                  <a:moveTo>
                    <a:pt x="88620" y="438113"/>
                  </a:moveTo>
                  <a:lnTo>
                    <a:pt x="80985" y="441811"/>
                  </a:lnTo>
                  <a:lnTo>
                    <a:pt x="80456" y="486988"/>
                  </a:lnTo>
                  <a:close/>
                  <a:moveTo>
                    <a:pt x="60847" y="418541"/>
                  </a:moveTo>
                  <a:lnTo>
                    <a:pt x="80985" y="441811"/>
                  </a:lnTo>
                  <a:lnTo>
                    <a:pt x="88620" y="438113"/>
                  </a:lnTo>
                  <a:close/>
                  <a:moveTo>
                    <a:pt x="873525" y="1393742"/>
                  </a:moveTo>
                  <a:lnTo>
                    <a:pt x="871837" y="1395698"/>
                  </a:lnTo>
                  <a:lnTo>
                    <a:pt x="874520" y="1394778"/>
                  </a:lnTo>
                  <a:close/>
                  <a:moveTo>
                    <a:pt x="873525" y="1393742"/>
                  </a:moveTo>
                  <a:lnTo>
                    <a:pt x="874520" y="1394778"/>
                  </a:lnTo>
                  <a:lnTo>
                    <a:pt x="875240" y="1392932"/>
                  </a:lnTo>
                  <a:close/>
                  <a:moveTo>
                    <a:pt x="849357" y="1356987"/>
                  </a:moveTo>
                  <a:lnTo>
                    <a:pt x="873525" y="1393742"/>
                  </a:lnTo>
                  <a:lnTo>
                    <a:pt x="875240" y="1392932"/>
                  </a:lnTo>
                  <a:close/>
                  <a:moveTo>
                    <a:pt x="878996" y="1345131"/>
                  </a:moveTo>
                  <a:lnTo>
                    <a:pt x="875240" y="1392932"/>
                  </a:lnTo>
                  <a:lnTo>
                    <a:pt x="890927" y="1393742"/>
                  </a:lnTo>
                  <a:close/>
                  <a:moveTo>
                    <a:pt x="869834" y="1307833"/>
                  </a:moveTo>
                  <a:lnTo>
                    <a:pt x="895862" y="1356987"/>
                  </a:lnTo>
                  <a:lnTo>
                    <a:pt x="913619" y="1320180"/>
                  </a:lnTo>
                  <a:close/>
                  <a:moveTo>
                    <a:pt x="405457" y="725615"/>
                  </a:moveTo>
                  <a:lnTo>
                    <a:pt x="380060" y="719174"/>
                  </a:lnTo>
                  <a:lnTo>
                    <a:pt x="422393" y="729332"/>
                  </a:lnTo>
                  <a:close/>
                  <a:moveTo>
                    <a:pt x="380060" y="719174"/>
                  </a:moveTo>
                  <a:lnTo>
                    <a:pt x="387865" y="724814"/>
                  </a:lnTo>
                  <a:lnTo>
                    <a:pt x="422393" y="729332"/>
                  </a:lnTo>
                  <a:close/>
                  <a:moveTo>
                    <a:pt x="287419" y="658643"/>
                  </a:moveTo>
                  <a:lnTo>
                    <a:pt x="324826" y="647496"/>
                  </a:lnTo>
                  <a:lnTo>
                    <a:pt x="284033" y="621888"/>
                  </a:lnTo>
                  <a:close/>
                  <a:moveTo>
                    <a:pt x="351988" y="607755"/>
                  </a:moveTo>
                  <a:lnTo>
                    <a:pt x="324826" y="647496"/>
                  </a:lnTo>
                  <a:lnTo>
                    <a:pt x="362287" y="644129"/>
                  </a:lnTo>
                  <a:close/>
                  <a:moveTo>
                    <a:pt x="946552" y="1376559"/>
                  </a:moveTo>
                  <a:lnTo>
                    <a:pt x="925596" y="1339804"/>
                  </a:lnTo>
                  <a:lnTo>
                    <a:pt x="934791" y="1353947"/>
                  </a:lnTo>
                  <a:close/>
                  <a:moveTo>
                    <a:pt x="977025" y="1359375"/>
                  </a:moveTo>
                  <a:lnTo>
                    <a:pt x="967075" y="1395466"/>
                  </a:lnTo>
                  <a:lnTo>
                    <a:pt x="986187" y="1370714"/>
                  </a:lnTo>
                  <a:close/>
                  <a:moveTo>
                    <a:pt x="977025" y="1359375"/>
                  </a:moveTo>
                  <a:lnTo>
                    <a:pt x="946552" y="1376559"/>
                  </a:lnTo>
                  <a:lnTo>
                    <a:pt x="967075" y="1395466"/>
                  </a:lnTo>
                  <a:close/>
                  <a:moveTo>
                    <a:pt x="565226" y="811231"/>
                  </a:moveTo>
                  <a:lnTo>
                    <a:pt x="571378" y="816424"/>
                  </a:lnTo>
                  <a:lnTo>
                    <a:pt x="604389" y="851228"/>
                  </a:lnTo>
                  <a:close/>
                  <a:moveTo>
                    <a:pt x="516819" y="778750"/>
                  </a:moveTo>
                  <a:lnTo>
                    <a:pt x="510936" y="811226"/>
                  </a:lnTo>
                  <a:lnTo>
                    <a:pt x="565226" y="811231"/>
                  </a:lnTo>
                  <a:close/>
                  <a:moveTo>
                    <a:pt x="510529" y="734541"/>
                  </a:moveTo>
                  <a:lnTo>
                    <a:pt x="488632" y="756202"/>
                  </a:lnTo>
                  <a:lnTo>
                    <a:pt x="515000" y="735482"/>
                  </a:lnTo>
                  <a:close/>
                  <a:moveTo>
                    <a:pt x="411598" y="675876"/>
                  </a:moveTo>
                  <a:lnTo>
                    <a:pt x="385654" y="669879"/>
                  </a:lnTo>
                  <a:lnTo>
                    <a:pt x="382441" y="704532"/>
                  </a:lnTo>
                  <a:close/>
                  <a:moveTo>
                    <a:pt x="372213" y="641459"/>
                  </a:moveTo>
                  <a:lnTo>
                    <a:pt x="423582" y="637569"/>
                  </a:lnTo>
                  <a:lnTo>
                    <a:pt x="394084" y="624276"/>
                  </a:lnTo>
                  <a:close/>
                  <a:moveTo>
                    <a:pt x="165840" y="382255"/>
                  </a:moveTo>
                  <a:lnTo>
                    <a:pt x="168758" y="384174"/>
                  </a:lnTo>
                  <a:lnTo>
                    <a:pt x="162929" y="382118"/>
                  </a:lnTo>
                  <a:close/>
                  <a:moveTo>
                    <a:pt x="1022184" y="1354733"/>
                  </a:moveTo>
                  <a:lnTo>
                    <a:pt x="985838" y="1357194"/>
                  </a:lnTo>
                  <a:lnTo>
                    <a:pt x="986187" y="1370714"/>
                  </a:lnTo>
                  <a:close/>
                  <a:moveTo>
                    <a:pt x="985838" y="1357194"/>
                  </a:moveTo>
                  <a:lnTo>
                    <a:pt x="1022184" y="1354733"/>
                  </a:lnTo>
                  <a:lnTo>
                    <a:pt x="1016882" y="1314297"/>
                  </a:lnTo>
                  <a:close/>
                  <a:moveTo>
                    <a:pt x="849341" y="1108224"/>
                  </a:moveTo>
                  <a:lnTo>
                    <a:pt x="823786" y="1094445"/>
                  </a:lnTo>
                  <a:lnTo>
                    <a:pt x="839129" y="1102091"/>
                  </a:lnTo>
                  <a:close/>
                  <a:moveTo>
                    <a:pt x="873307" y="1101620"/>
                  </a:moveTo>
                  <a:lnTo>
                    <a:pt x="838978" y="1097843"/>
                  </a:lnTo>
                  <a:lnTo>
                    <a:pt x="849341" y="1108224"/>
                  </a:lnTo>
                  <a:close/>
                  <a:moveTo>
                    <a:pt x="839129" y="1102091"/>
                  </a:moveTo>
                  <a:lnTo>
                    <a:pt x="823786" y="1094445"/>
                  </a:lnTo>
                  <a:lnTo>
                    <a:pt x="814149" y="1065336"/>
                  </a:lnTo>
                  <a:close/>
                  <a:moveTo>
                    <a:pt x="873307" y="1101620"/>
                  </a:moveTo>
                  <a:lnTo>
                    <a:pt x="849341" y="1108224"/>
                  </a:lnTo>
                  <a:lnTo>
                    <a:pt x="910959" y="1117818"/>
                  </a:lnTo>
                  <a:close/>
                  <a:moveTo>
                    <a:pt x="802936" y="1059299"/>
                  </a:moveTo>
                  <a:lnTo>
                    <a:pt x="814149" y="1065336"/>
                  </a:lnTo>
                  <a:lnTo>
                    <a:pt x="822849" y="1037541"/>
                  </a:lnTo>
                  <a:close/>
                  <a:moveTo>
                    <a:pt x="810180" y="1011397"/>
                  </a:moveTo>
                  <a:lnTo>
                    <a:pt x="802936" y="1059299"/>
                  </a:lnTo>
                  <a:lnTo>
                    <a:pt x="822849" y="1037541"/>
                  </a:lnTo>
                  <a:close/>
                  <a:moveTo>
                    <a:pt x="592424" y="833867"/>
                  </a:moveTo>
                  <a:lnTo>
                    <a:pt x="605197" y="844806"/>
                  </a:lnTo>
                  <a:lnTo>
                    <a:pt x="571378" y="816424"/>
                  </a:lnTo>
                  <a:close/>
                  <a:moveTo>
                    <a:pt x="489496" y="729129"/>
                  </a:moveTo>
                  <a:lnTo>
                    <a:pt x="488632" y="756202"/>
                  </a:lnTo>
                  <a:lnTo>
                    <a:pt x="510529" y="734541"/>
                  </a:lnTo>
                  <a:close/>
                  <a:moveTo>
                    <a:pt x="463454" y="616059"/>
                  </a:moveTo>
                  <a:lnTo>
                    <a:pt x="423582" y="637569"/>
                  </a:lnTo>
                  <a:lnTo>
                    <a:pt x="462699" y="659244"/>
                  </a:lnTo>
                  <a:close/>
                  <a:moveTo>
                    <a:pt x="463454" y="616059"/>
                  </a:moveTo>
                  <a:lnTo>
                    <a:pt x="428353" y="617507"/>
                  </a:lnTo>
                  <a:lnTo>
                    <a:pt x="423582" y="637569"/>
                  </a:lnTo>
                  <a:close/>
                  <a:moveTo>
                    <a:pt x="428353" y="617507"/>
                  </a:moveTo>
                  <a:lnTo>
                    <a:pt x="456455" y="577002"/>
                  </a:lnTo>
                  <a:lnTo>
                    <a:pt x="425877" y="574773"/>
                  </a:lnTo>
                  <a:close/>
                  <a:moveTo>
                    <a:pt x="399578" y="570338"/>
                  </a:moveTo>
                  <a:lnTo>
                    <a:pt x="425877" y="574773"/>
                  </a:lnTo>
                  <a:lnTo>
                    <a:pt x="386112" y="535266"/>
                  </a:lnTo>
                  <a:close/>
                  <a:moveTo>
                    <a:pt x="826808" y="1052345"/>
                  </a:moveTo>
                  <a:lnTo>
                    <a:pt x="823786" y="1094445"/>
                  </a:lnTo>
                  <a:lnTo>
                    <a:pt x="817328" y="1084907"/>
                  </a:lnTo>
                  <a:close/>
                  <a:moveTo>
                    <a:pt x="1063114" y="1259052"/>
                  </a:moveTo>
                  <a:lnTo>
                    <a:pt x="1021557" y="1265749"/>
                  </a:lnTo>
                  <a:lnTo>
                    <a:pt x="1020843" y="1279504"/>
                  </a:lnTo>
                  <a:close/>
                  <a:moveTo>
                    <a:pt x="955247" y="1113582"/>
                  </a:moveTo>
                  <a:lnTo>
                    <a:pt x="910959" y="1117818"/>
                  </a:lnTo>
                  <a:lnTo>
                    <a:pt x="918715" y="1121662"/>
                  </a:lnTo>
                  <a:close/>
                  <a:moveTo>
                    <a:pt x="916869" y="1072946"/>
                  </a:moveTo>
                  <a:lnTo>
                    <a:pt x="910959" y="1117818"/>
                  </a:lnTo>
                  <a:lnTo>
                    <a:pt x="955247" y="1113582"/>
                  </a:lnTo>
                  <a:close/>
                  <a:moveTo>
                    <a:pt x="878382" y="1077148"/>
                  </a:moveTo>
                  <a:lnTo>
                    <a:pt x="838978" y="1097843"/>
                  </a:lnTo>
                  <a:lnTo>
                    <a:pt x="873307" y="1101620"/>
                  </a:lnTo>
                  <a:close/>
                  <a:moveTo>
                    <a:pt x="916869" y="1072946"/>
                  </a:moveTo>
                  <a:lnTo>
                    <a:pt x="873307" y="1101620"/>
                  </a:lnTo>
                  <a:lnTo>
                    <a:pt x="910959" y="1117818"/>
                  </a:lnTo>
                  <a:close/>
                  <a:moveTo>
                    <a:pt x="916869" y="1072946"/>
                  </a:moveTo>
                  <a:lnTo>
                    <a:pt x="878382" y="1077148"/>
                  </a:lnTo>
                  <a:lnTo>
                    <a:pt x="873307" y="1101620"/>
                  </a:lnTo>
                  <a:close/>
                  <a:moveTo>
                    <a:pt x="810180" y="1011397"/>
                  </a:moveTo>
                  <a:lnTo>
                    <a:pt x="822849" y="1037541"/>
                  </a:lnTo>
                  <a:lnTo>
                    <a:pt x="821180" y="1007070"/>
                  </a:lnTo>
                  <a:close/>
                  <a:moveTo>
                    <a:pt x="810180" y="1011397"/>
                  </a:moveTo>
                  <a:lnTo>
                    <a:pt x="821180" y="1007070"/>
                  </a:lnTo>
                  <a:lnTo>
                    <a:pt x="824104" y="957459"/>
                  </a:lnTo>
                  <a:close/>
                  <a:moveTo>
                    <a:pt x="821180" y="1007070"/>
                  </a:moveTo>
                  <a:lnTo>
                    <a:pt x="822849" y="1037541"/>
                  </a:lnTo>
                  <a:lnTo>
                    <a:pt x="827994" y="1011397"/>
                  </a:lnTo>
                  <a:close/>
                  <a:moveTo>
                    <a:pt x="821180" y="1007070"/>
                  </a:moveTo>
                  <a:lnTo>
                    <a:pt x="827994" y="1011397"/>
                  </a:lnTo>
                  <a:lnTo>
                    <a:pt x="829309" y="965486"/>
                  </a:lnTo>
                  <a:close/>
                  <a:moveTo>
                    <a:pt x="520135" y="597066"/>
                  </a:moveTo>
                  <a:lnTo>
                    <a:pt x="533993" y="608808"/>
                  </a:lnTo>
                  <a:lnTo>
                    <a:pt x="531822" y="643847"/>
                  </a:lnTo>
                  <a:close/>
                  <a:moveTo>
                    <a:pt x="1111154" y="1202338"/>
                  </a:moveTo>
                  <a:lnTo>
                    <a:pt x="1069582" y="1240945"/>
                  </a:lnTo>
                  <a:lnTo>
                    <a:pt x="1103664" y="1243795"/>
                  </a:lnTo>
                  <a:close/>
                  <a:moveTo>
                    <a:pt x="1103664" y="1243795"/>
                  </a:moveTo>
                  <a:lnTo>
                    <a:pt x="1138656" y="1197561"/>
                  </a:lnTo>
                  <a:lnTo>
                    <a:pt x="1111154" y="1202338"/>
                  </a:lnTo>
                  <a:close/>
                  <a:moveTo>
                    <a:pt x="906924" y="977031"/>
                  </a:moveTo>
                  <a:lnTo>
                    <a:pt x="904750" y="998395"/>
                  </a:lnTo>
                  <a:lnTo>
                    <a:pt x="927779" y="988289"/>
                  </a:lnTo>
                  <a:close/>
                  <a:moveTo>
                    <a:pt x="906924" y="977031"/>
                  </a:moveTo>
                  <a:lnTo>
                    <a:pt x="886459" y="958375"/>
                  </a:lnTo>
                  <a:lnTo>
                    <a:pt x="868374" y="986968"/>
                  </a:lnTo>
                  <a:close/>
                  <a:moveTo>
                    <a:pt x="755688" y="764742"/>
                  </a:moveTo>
                  <a:lnTo>
                    <a:pt x="747942" y="726292"/>
                  </a:lnTo>
                  <a:lnTo>
                    <a:pt x="725666" y="762062"/>
                  </a:lnTo>
                  <a:close/>
                  <a:moveTo>
                    <a:pt x="540753" y="516399"/>
                  </a:moveTo>
                  <a:lnTo>
                    <a:pt x="554219" y="551698"/>
                  </a:lnTo>
                  <a:lnTo>
                    <a:pt x="532276" y="506179"/>
                  </a:lnTo>
                  <a:close/>
                  <a:moveTo>
                    <a:pt x="1138656" y="1197561"/>
                  </a:moveTo>
                  <a:lnTo>
                    <a:pt x="1152657" y="1206188"/>
                  </a:lnTo>
                  <a:lnTo>
                    <a:pt x="1155804" y="1193125"/>
                  </a:lnTo>
                  <a:close/>
                  <a:moveTo>
                    <a:pt x="906924" y="977031"/>
                  </a:moveTo>
                  <a:lnTo>
                    <a:pt x="927779" y="988289"/>
                  </a:lnTo>
                  <a:lnTo>
                    <a:pt x="933945" y="969570"/>
                  </a:lnTo>
                  <a:close/>
                  <a:moveTo>
                    <a:pt x="972215" y="965545"/>
                  </a:moveTo>
                  <a:lnTo>
                    <a:pt x="933945" y="969570"/>
                  </a:lnTo>
                  <a:lnTo>
                    <a:pt x="927779" y="988289"/>
                  </a:lnTo>
                  <a:close/>
                  <a:moveTo>
                    <a:pt x="972215" y="965545"/>
                  </a:moveTo>
                  <a:lnTo>
                    <a:pt x="930454" y="927661"/>
                  </a:lnTo>
                  <a:lnTo>
                    <a:pt x="933945" y="969570"/>
                  </a:lnTo>
                  <a:close/>
                  <a:moveTo>
                    <a:pt x="894457" y="929838"/>
                  </a:moveTo>
                  <a:lnTo>
                    <a:pt x="930454" y="927661"/>
                  </a:lnTo>
                  <a:lnTo>
                    <a:pt x="910232" y="922684"/>
                  </a:lnTo>
                  <a:close/>
                  <a:moveTo>
                    <a:pt x="1161880" y="1143622"/>
                  </a:moveTo>
                  <a:lnTo>
                    <a:pt x="1206821" y="1178739"/>
                  </a:lnTo>
                  <a:lnTo>
                    <a:pt x="1209174" y="1132079"/>
                  </a:lnTo>
                  <a:close/>
                  <a:moveTo>
                    <a:pt x="619562" y="480916"/>
                  </a:moveTo>
                  <a:lnTo>
                    <a:pt x="599229" y="428094"/>
                  </a:lnTo>
                  <a:lnTo>
                    <a:pt x="595076" y="428988"/>
                  </a:lnTo>
                  <a:close/>
                  <a:moveTo>
                    <a:pt x="676646" y="416849"/>
                  </a:moveTo>
                  <a:lnTo>
                    <a:pt x="635591" y="450887"/>
                  </a:lnTo>
                  <a:lnTo>
                    <a:pt x="669759" y="454060"/>
                  </a:lnTo>
                  <a:close/>
                  <a:moveTo>
                    <a:pt x="676646" y="416849"/>
                  </a:moveTo>
                  <a:lnTo>
                    <a:pt x="645753" y="414876"/>
                  </a:lnTo>
                  <a:lnTo>
                    <a:pt x="635591" y="450887"/>
                  </a:lnTo>
                  <a:close/>
                  <a:moveTo>
                    <a:pt x="705539" y="410911"/>
                  </a:moveTo>
                  <a:lnTo>
                    <a:pt x="676646" y="416849"/>
                  </a:lnTo>
                  <a:lnTo>
                    <a:pt x="669759" y="454060"/>
                  </a:lnTo>
                  <a:close/>
                  <a:moveTo>
                    <a:pt x="506660" y="205297"/>
                  </a:moveTo>
                  <a:lnTo>
                    <a:pt x="483361" y="197151"/>
                  </a:lnTo>
                  <a:lnTo>
                    <a:pt x="532988" y="220216"/>
                  </a:lnTo>
                  <a:close/>
                  <a:moveTo>
                    <a:pt x="897389" y="551819"/>
                  </a:moveTo>
                  <a:lnTo>
                    <a:pt x="915998" y="559410"/>
                  </a:lnTo>
                  <a:lnTo>
                    <a:pt x="939645" y="577502"/>
                  </a:lnTo>
                  <a:close/>
                  <a:moveTo>
                    <a:pt x="776624" y="484421"/>
                  </a:moveTo>
                  <a:lnTo>
                    <a:pt x="798592" y="494175"/>
                  </a:lnTo>
                  <a:lnTo>
                    <a:pt x="779527" y="476879"/>
                  </a:lnTo>
                  <a:close/>
                  <a:moveTo>
                    <a:pt x="798827" y="505936"/>
                  </a:moveTo>
                  <a:lnTo>
                    <a:pt x="827900" y="509388"/>
                  </a:lnTo>
                  <a:lnTo>
                    <a:pt x="776624" y="484421"/>
                  </a:lnTo>
                  <a:close/>
                  <a:moveTo>
                    <a:pt x="725073" y="359820"/>
                  </a:moveTo>
                  <a:lnTo>
                    <a:pt x="686034" y="364469"/>
                  </a:lnTo>
                  <a:lnTo>
                    <a:pt x="705539" y="410911"/>
                  </a:lnTo>
                  <a:close/>
                  <a:moveTo>
                    <a:pt x="705539" y="410911"/>
                  </a:moveTo>
                  <a:lnTo>
                    <a:pt x="686034" y="364469"/>
                  </a:lnTo>
                  <a:lnTo>
                    <a:pt x="676014" y="381241"/>
                  </a:lnTo>
                  <a:close/>
                  <a:moveTo>
                    <a:pt x="697913" y="366908"/>
                  </a:moveTo>
                  <a:lnTo>
                    <a:pt x="730276" y="363331"/>
                  </a:lnTo>
                  <a:lnTo>
                    <a:pt x="705539" y="410911"/>
                  </a:lnTo>
                  <a:close/>
                  <a:moveTo>
                    <a:pt x="686034" y="364469"/>
                  </a:moveTo>
                  <a:lnTo>
                    <a:pt x="698757" y="341693"/>
                  </a:lnTo>
                  <a:lnTo>
                    <a:pt x="670492" y="360593"/>
                  </a:lnTo>
                  <a:close/>
                  <a:moveTo>
                    <a:pt x="686034" y="364469"/>
                  </a:moveTo>
                  <a:lnTo>
                    <a:pt x="725073" y="359820"/>
                  </a:lnTo>
                  <a:lnTo>
                    <a:pt x="698757" y="341693"/>
                  </a:lnTo>
                  <a:close/>
                  <a:moveTo>
                    <a:pt x="755002" y="362576"/>
                  </a:moveTo>
                  <a:lnTo>
                    <a:pt x="725073" y="359820"/>
                  </a:lnTo>
                  <a:lnTo>
                    <a:pt x="765400" y="370076"/>
                  </a:lnTo>
                  <a:close/>
                  <a:moveTo>
                    <a:pt x="725073" y="359820"/>
                  </a:moveTo>
                  <a:lnTo>
                    <a:pt x="730276" y="363331"/>
                  </a:lnTo>
                  <a:lnTo>
                    <a:pt x="765400" y="370076"/>
                  </a:lnTo>
                  <a:close/>
                  <a:moveTo>
                    <a:pt x="569532" y="226019"/>
                  </a:moveTo>
                  <a:lnTo>
                    <a:pt x="590691" y="253564"/>
                  </a:lnTo>
                  <a:lnTo>
                    <a:pt x="606921" y="222711"/>
                  </a:lnTo>
                  <a:close/>
                  <a:moveTo>
                    <a:pt x="537841" y="224695"/>
                  </a:moveTo>
                  <a:lnTo>
                    <a:pt x="590691" y="253564"/>
                  </a:lnTo>
                  <a:lnTo>
                    <a:pt x="569532" y="226019"/>
                  </a:lnTo>
                  <a:close/>
                  <a:moveTo>
                    <a:pt x="537841" y="224695"/>
                  </a:moveTo>
                  <a:lnTo>
                    <a:pt x="566724" y="221775"/>
                  </a:lnTo>
                  <a:lnTo>
                    <a:pt x="532988" y="220216"/>
                  </a:lnTo>
                  <a:close/>
                  <a:moveTo>
                    <a:pt x="996039" y="677694"/>
                  </a:moveTo>
                  <a:lnTo>
                    <a:pt x="1027103" y="679528"/>
                  </a:lnTo>
                  <a:lnTo>
                    <a:pt x="1010846" y="664879"/>
                  </a:lnTo>
                  <a:close/>
                  <a:moveTo>
                    <a:pt x="1027103" y="679528"/>
                  </a:moveTo>
                  <a:lnTo>
                    <a:pt x="1050264" y="687676"/>
                  </a:lnTo>
                  <a:lnTo>
                    <a:pt x="1010846" y="664879"/>
                  </a:lnTo>
                  <a:close/>
                  <a:moveTo>
                    <a:pt x="697729" y="192769"/>
                  </a:moveTo>
                  <a:lnTo>
                    <a:pt x="674381" y="209952"/>
                  </a:lnTo>
                  <a:lnTo>
                    <a:pt x="697557" y="229524"/>
                  </a:lnTo>
                  <a:close/>
                  <a:moveTo>
                    <a:pt x="677128" y="156014"/>
                  </a:moveTo>
                  <a:lnTo>
                    <a:pt x="674381" y="209952"/>
                  </a:lnTo>
                  <a:lnTo>
                    <a:pt x="697729" y="192769"/>
                  </a:lnTo>
                  <a:close/>
                  <a:moveTo>
                    <a:pt x="819149" y="350253"/>
                  </a:moveTo>
                  <a:lnTo>
                    <a:pt x="793356" y="339789"/>
                  </a:lnTo>
                  <a:lnTo>
                    <a:pt x="842603" y="341734"/>
                  </a:lnTo>
                  <a:close/>
                  <a:moveTo>
                    <a:pt x="697729" y="192769"/>
                  </a:moveTo>
                  <a:lnTo>
                    <a:pt x="697174" y="171729"/>
                  </a:lnTo>
                  <a:lnTo>
                    <a:pt x="709202" y="138831"/>
                  </a:lnTo>
                  <a:close/>
                  <a:moveTo>
                    <a:pt x="697729" y="192769"/>
                  </a:moveTo>
                  <a:lnTo>
                    <a:pt x="709202" y="138831"/>
                  </a:lnTo>
                  <a:lnTo>
                    <a:pt x="677128" y="156014"/>
                  </a:lnTo>
                  <a:close/>
                  <a:moveTo>
                    <a:pt x="677128" y="156014"/>
                  </a:moveTo>
                  <a:lnTo>
                    <a:pt x="709202" y="138831"/>
                  </a:lnTo>
                  <a:lnTo>
                    <a:pt x="664264" y="144891"/>
                  </a:lnTo>
                  <a:close/>
                  <a:moveTo>
                    <a:pt x="972402" y="378932"/>
                  </a:moveTo>
                  <a:lnTo>
                    <a:pt x="943496" y="342177"/>
                  </a:lnTo>
                  <a:lnTo>
                    <a:pt x="935079" y="386935"/>
                  </a:lnTo>
                  <a:close/>
                  <a:moveTo>
                    <a:pt x="802217" y="212341"/>
                  </a:moveTo>
                  <a:lnTo>
                    <a:pt x="787686" y="201763"/>
                  </a:lnTo>
                  <a:lnTo>
                    <a:pt x="808844" y="215514"/>
                  </a:lnTo>
                  <a:close/>
                  <a:moveTo>
                    <a:pt x="808844" y="215514"/>
                  </a:moveTo>
                  <a:lnTo>
                    <a:pt x="787686" y="201763"/>
                  </a:lnTo>
                  <a:lnTo>
                    <a:pt x="801340" y="215825"/>
                  </a:lnTo>
                  <a:close/>
                  <a:moveTo>
                    <a:pt x="770130" y="171289"/>
                  </a:moveTo>
                  <a:lnTo>
                    <a:pt x="802217" y="212341"/>
                  </a:lnTo>
                  <a:lnTo>
                    <a:pt x="775532" y="175586"/>
                  </a:lnTo>
                  <a:close/>
                  <a:moveTo>
                    <a:pt x="742453" y="120234"/>
                  </a:moveTo>
                  <a:lnTo>
                    <a:pt x="740158" y="123821"/>
                  </a:lnTo>
                  <a:lnTo>
                    <a:pt x="753312" y="132464"/>
                  </a:lnTo>
                  <a:close/>
                  <a:moveTo>
                    <a:pt x="844353" y="120377"/>
                  </a:moveTo>
                  <a:lnTo>
                    <a:pt x="871761" y="133758"/>
                  </a:lnTo>
                  <a:lnTo>
                    <a:pt x="820254" y="112881"/>
                  </a:lnTo>
                  <a:close/>
                  <a:moveTo>
                    <a:pt x="916972" y="124036"/>
                  </a:moveTo>
                  <a:lnTo>
                    <a:pt x="887508" y="96424"/>
                  </a:lnTo>
                  <a:lnTo>
                    <a:pt x="871761" y="133758"/>
                  </a:lnTo>
                  <a:close/>
                  <a:moveTo>
                    <a:pt x="871761" y="133758"/>
                  </a:moveTo>
                  <a:lnTo>
                    <a:pt x="887508" y="96424"/>
                  </a:lnTo>
                  <a:lnTo>
                    <a:pt x="831653" y="108377"/>
                  </a:lnTo>
                  <a:close/>
                  <a:moveTo>
                    <a:pt x="882340" y="0"/>
                  </a:moveTo>
                  <a:lnTo>
                    <a:pt x="920759" y="33342"/>
                  </a:lnTo>
                  <a:lnTo>
                    <a:pt x="927073" y="3546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29" name="Input_density__129">
              <a:extLst>
                <a:ext uri="{FF2B5EF4-FFF2-40B4-BE49-F238E27FC236}">
                  <a16:creationId xmlns:a16="http://schemas.microsoft.com/office/drawing/2014/main" id="{F31158D0-63D9-4707-CEFF-87F777CE99E3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91545"/>
              <a:ext cx="1187842" cy="1395698"/>
            </a:xfrm>
            <a:custGeom>
              <a:avLst/>
              <a:gdLst/>
              <a:ahLst/>
              <a:cxnLst/>
              <a:rect l="0" t="0" r="0" b="0"/>
              <a:pathLst>
                <a:path w="1187842" h="1395698">
                  <a:moveTo>
                    <a:pt x="306896" y="1185619"/>
                  </a:moveTo>
                  <a:lnTo>
                    <a:pt x="344269" y="1210019"/>
                  </a:lnTo>
                  <a:lnTo>
                    <a:pt x="357373" y="1169660"/>
                  </a:lnTo>
                  <a:close/>
                  <a:moveTo>
                    <a:pt x="344269" y="1210019"/>
                  </a:moveTo>
                  <a:lnTo>
                    <a:pt x="364870" y="1168436"/>
                  </a:lnTo>
                  <a:lnTo>
                    <a:pt x="357373" y="1169660"/>
                  </a:lnTo>
                  <a:close/>
                  <a:moveTo>
                    <a:pt x="394308" y="1176323"/>
                  </a:moveTo>
                  <a:lnTo>
                    <a:pt x="364870" y="1168436"/>
                  </a:lnTo>
                  <a:lnTo>
                    <a:pt x="344269" y="1210019"/>
                  </a:lnTo>
                  <a:close/>
                  <a:moveTo>
                    <a:pt x="295312" y="1131681"/>
                  </a:moveTo>
                  <a:lnTo>
                    <a:pt x="263543" y="1102272"/>
                  </a:lnTo>
                  <a:lnTo>
                    <a:pt x="266090" y="1112109"/>
                  </a:lnTo>
                  <a:close/>
                  <a:moveTo>
                    <a:pt x="243745" y="1083329"/>
                  </a:moveTo>
                  <a:lnTo>
                    <a:pt x="266090" y="1112109"/>
                  </a:lnTo>
                  <a:lnTo>
                    <a:pt x="263543" y="1102272"/>
                  </a:lnTo>
                  <a:close/>
                  <a:moveTo>
                    <a:pt x="358045" y="1124367"/>
                  </a:moveTo>
                  <a:lnTo>
                    <a:pt x="325832" y="1123468"/>
                  </a:lnTo>
                  <a:lnTo>
                    <a:pt x="321131" y="1151877"/>
                  </a:lnTo>
                  <a:close/>
                  <a:moveTo>
                    <a:pt x="358045" y="1124367"/>
                  </a:moveTo>
                  <a:lnTo>
                    <a:pt x="362352" y="1085212"/>
                  </a:lnTo>
                  <a:lnTo>
                    <a:pt x="330441" y="1090479"/>
                  </a:lnTo>
                  <a:close/>
                  <a:moveTo>
                    <a:pt x="220353" y="928031"/>
                  </a:moveTo>
                  <a:lnTo>
                    <a:pt x="190317" y="910980"/>
                  </a:lnTo>
                  <a:lnTo>
                    <a:pt x="244429" y="930722"/>
                  </a:lnTo>
                  <a:close/>
                  <a:moveTo>
                    <a:pt x="190410" y="912286"/>
                  </a:moveTo>
                  <a:lnTo>
                    <a:pt x="216846" y="934159"/>
                  </a:lnTo>
                  <a:lnTo>
                    <a:pt x="244429" y="930722"/>
                  </a:lnTo>
                  <a:close/>
                  <a:moveTo>
                    <a:pt x="401" y="700179"/>
                  </a:moveTo>
                  <a:lnTo>
                    <a:pt x="19800" y="673438"/>
                  </a:lnTo>
                  <a:lnTo>
                    <a:pt x="16846" y="675173"/>
                  </a:lnTo>
                  <a:close/>
                  <a:moveTo>
                    <a:pt x="437089" y="1097314"/>
                  </a:moveTo>
                  <a:lnTo>
                    <a:pt x="418122" y="1114498"/>
                  </a:lnTo>
                  <a:lnTo>
                    <a:pt x="440295" y="1127477"/>
                  </a:lnTo>
                  <a:close/>
                  <a:moveTo>
                    <a:pt x="396479" y="1077743"/>
                  </a:moveTo>
                  <a:lnTo>
                    <a:pt x="437089" y="1097314"/>
                  </a:lnTo>
                  <a:lnTo>
                    <a:pt x="443810" y="1060559"/>
                  </a:lnTo>
                  <a:close/>
                  <a:moveTo>
                    <a:pt x="365786" y="1073326"/>
                  </a:moveTo>
                  <a:lnTo>
                    <a:pt x="362352" y="1085212"/>
                  </a:lnTo>
                  <a:lnTo>
                    <a:pt x="385046" y="1077743"/>
                  </a:lnTo>
                  <a:close/>
                  <a:moveTo>
                    <a:pt x="374515" y="1034481"/>
                  </a:moveTo>
                  <a:lnTo>
                    <a:pt x="399628" y="1028154"/>
                  </a:lnTo>
                  <a:lnTo>
                    <a:pt x="396583" y="1023804"/>
                  </a:lnTo>
                  <a:close/>
                  <a:moveTo>
                    <a:pt x="365786" y="1073326"/>
                  </a:moveTo>
                  <a:lnTo>
                    <a:pt x="391422" y="1069325"/>
                  </a:lnTo>
                  <a:lnTo>
                    <a:pt x="374515" y="1034481"/>
                  </a:lnTo>
                  <a:close/>
                  <a:moveTo>
                    <a:pt x="44095" y="619499"/>
                  </a:moveTo>
                  <a:lnTo>
                    <a:pt x="9915" y="591313"/>
                  </a:lnTo>
                  <a:lnTo>
                    <a:pt x="0" y="599928"/>
                  </a:lnTo>
                  <a:close/>
                  <a:moveTo>
                    <a:pt x="12363" y="552488"/>
                  </a:moveTo>
                  <a:lnTo>
                    <a:pt x="47940" y="560929"/>
                  </a:lnTo>
                  <a:lnTo>
                    <a:pt x="0" y="599928"/>
                  </a:lnTo>
                  <a:close/>
                  <a:moveTo>
                    <a:pt x="36668" y="551905"/>
                  </a:moveTo>
                  <a:lnTo>
                    <a:pt x="41132" y="535476"/>
                  </a:lnTo>
                  <a:lnTo>
                    <a:pt x="10600" y="545897"/>
                  </a:lnTo>
                  <a:close/>
                  <a:moveTo>
                    <a:pt x="406977" y="1023804"/>
                  </a:moveTo>
                  <a:lnTo>
                    <a:pt x="443810" y="1060559"/>
                  </a:lnTo>
                  <a:lnTo>
                    <a:pt x="406666" y="1022433"/>
                  </a:lnTo>
                  <a:close/>
                  <a:moveTo>
                    <a:pt x="423469" y="987049"/>
                  </a:moveTo>
                  <a:lnTo>
                    <a:pt x="406977" y="1023804"/>
                  </a:lnTo>
                  <a:lnTo>
                    <a:pt x="401093" y="982216"/>
                  </a:lnTo>
                  <a:close/>
                  <a:moveTo>
                    <a:pt x="130262" y="647933"/>
                  </a:moveTo>
                  <a:lnTo>
                    <a:pt x="131494" y="656254"/>
                  </a:lnTo>
                  <a:lnTo>
                    <a:pt x="117664" y="647386"/>
                  </a:lnTo>
                  <a:close/>
                  <a:moveTo>
                    <a:pt x="58222" y="503163"/>
                  </a:moveTo>
                  <a:lnTo>
                    <a:pt x="10600" y="545897"/>
                  </a:lnTo>
                  <a:lnTo>
                    <a:pt x="41132" y="535476"/>
                  </a:lnTo>
                  <a:close/>
                  <a:moveTo>
                    <a:pt x="854546" y="1393742"/>
                  </a:moveTo>
                  <a:lnTo>
                    <a:pt x="828161" y="1388615"/>
                  </a:lnTo>
                  <a:lnTo>
                    <a:pt x="852859" y="1395698"/>
                  </a:lnTo>
                  <a:close/>
                  <a:moveTo>
                    <a:pt x="58222" y="503163"/>
                  </a:moveTo>
                  <a:lnTo>
                    <a:pt x="61478" y="486988"/>
                  </a:lnTo>
                  <a:lnTo>
                    <a:pt x="40362" y="528806"/>
                  </a:lnTo>
                  <a:close/>
                  <a:moveTo>
                    <a:pt x="38897" y="430910"/>
                  </a:moveTo>
                  <a:lnTo>
                    <a:pt x="63048" y="438113"/>
                  </a:lnTo>
                  <a:lnTo>
                    <a:pt x="62006" y="441811"/>
                  </a:lnTo>
                  <a:close/>
                  <a:moveTo>
                    <a:pt x="871949" y="1393742"/>
                  </a:moveTo>
                  <a:lnTo>
                    <a:pt x="855541" y="1394778"/>
                  </a:lnTo>
                  <a:lnTo>
                    <a:pt x="852859" y="1395698"/>
                  </a:lnTo>
                  <a:close/>
                  <a:moveTo>
                    <a:pt x="856261" y="1392932"/>
                  </a:moveTo>
                  <a:lnTo>
                    <a:pt x="855541" y="1394778"/>
                  </a:lnTo>
                  <a:lnTo>
                    <a:pt x="871949" y="1393742"/>
                  </a:lnTo>
                  <a:close/>
                  <a:moveTo>
                    <a:pt x="860017" y="1345131"/>
                  </a:moveTo>
                  <a:lnTo>
                    <a:pt x="876884" y="1356987"/>
                  </a:lnTo>
                  <a:lnTo>
                    <a:pt x="850855" y="1307833"/>
                  </a:lnTo>
                  <a:close/>
                  <a:moveTo>
                    <a:pt x="571911" y="985582"/>
                  </a:moveTo>
                  <a:lnTo>
                    <a:pt x="598282" y="975005"/>
                  </a:lnTo>
                  <a:lnTo>
                    <a:pt x="588007" y="972254"/>
                  </a:lnTo>
                  <a:close/>
                  <a:moveTo>
                    <a:pt x="588007" y="972254"/>
                  </a:moveTo>
                  <a:lnTo>
                    <a:pt x="598282" y="975005"/>
                  </a:lnTo>
                  <a:lnTo>
                    <a:pt x="597046" y="954978"/>
                  </a:lnTo>
                  <a:close/>
                  <a:moveTo>
                    <a:pt x="361082" y="719174"/>
                  </a:moveTo>
                  <a:lnTo>
                    <a:pt x="386479" y="725615"/>
                  </a:lnTo>
                  <a:lnTo>
                    <a:pt x="363462" y="704532"/>
                  </a:lnTo>
                  <a:close/>
                  <a:moveTo>
                    <a:pt x="386479" y="725615"/>
                  </a:moveTo>
                  <a:lnTo>
                    <a:pt x="391991" y="686621"/>
                  </a:lnTo>
                  <a:lnTo>
                    <a:pt x="363462" y="704532"/>
                  </a:lnTo>
                  <a:close/>
                  <a:moveTo>
                    <a:pt x="189364" y="551912"/>
                  </a:moveTo>
                  <a:lnTo>
                    <a:pt x="193348" y="548378"/>
                  </a:lnTo>
                  <a:lnTo>
                    <a:pt x="174654" y="538648"/>
                  </a:lnTo>
                  <a:close/>
                  <a:moveTo>
                    <a:pt x="69642" y="438113"/>
                  </a:moveTo>
                  <a:lnTo>
                    <a:pt x="95238" y="474868"/>
                  </a:lnTo>
                  <a:lnTo>
                    <a:pt x="69038" y="436095"/>
                  </a:lnTo>
                  <a:close/>
                  <a:moveTo>
                    <a:pt x="967209" y="1370714"/>
                  </a:moveTo>
                  <a:lnTo>
                    <a:pt x="948097" y="1395466"/>
                  </a:lnTo>
                  <a:lnTo>
                    <a:pt x="1003786" y="1382895"/>
                  </a:lnTo>
                  <a:close/>
                  <a:moveTo>
                    <a:pt x="597749" y="930692"/>
                  </a:moveTo>
                  <a:lnTo>
                    <a:pt x="588007" y="972254"/>
                  </a:lnTo>
                  <a:lnTo>
                    <a:pt x="597046" y="954978"/>
                  </a:lnTo>
                  <a:close/>
                  <a:moveTo>
                    <a:pt x="574728" y="967066"/>
                  </a:moveTo>
                  <a:lnTo>
                    <a:pt x="588007" y="972254"/>
                  </a:lnTo>
                  <a:lnTo>
                    <a:pt x="597749" y="930692"/>
                  </a:lnTo>
                  <a:close/>
                  <a:moveTo>
                    <a:pt x="570955" y="925386"/>
                  </a:moveTo>
                  <a:lnTo>
                    <a:pt x="574728" y="967066"/>
                  </a:lnTo>
                  <a:lnTo>
                    <a:pt x="597749" y="930692"/>
                  </a:lnTo>
                  <a:close/>
                  <a:moveTo>
                    <a:pt x="597749" y="930692"/>
                  </a:moveTo>
                  <a:lnTo>
                    <a:pt x="597046" y="954978"/>
                  </a:lnTo>
                  <a:lnTo>
                    <a:pt x="603525" y="935499"/>
                  </a:lnTo>
                  <a:close/>
                  <a:moveTo>
                    <a:pt x="552400" y="816424"/>
                  </a:moveTo>
                  <a:lnTo>
                    <a:pt x="586219" y="844806"/>
                  </a:lnTo>
                  <a:lnTo>
                    <a:pt x="585411" y="851228"/>
                  </a:lnTo>
                  <a:close/>
                  <a:moveTo>
                    <a:pt x="496022" y="735482"/>
                  </a:moveTo>
                  <a:lnTo>
                    <a:pt x="469654" y="756202"/>
                  </a:lnTo>
                  <a:lnTo>
                    <a:pt x="466224" y="777366"/>
                  </a:lnTo>
                  <a:close/>
                  <a:moveTo>
                    <a:pt x="496022" y="735482"/>
                  </a:moveTo>
                  <a:lnTo>
                    <a:pt x="466224" y="777366"/>
                  </a:lnTo>
                  <a:lnTo>
                    <a:pt x="497841" y="778750"/>
                  </a:lnTo>
                  <a:close/>
                  <a:moveTo>
                    <a:pt x="392619" y="675876"/>
                  </a:moveTo>
                  <a:lnTo>
                    <a:pt x="404604" y="637569"/>
                  </a:lnTo>
                  <a:lnTo>
                    <a:pt x="366676" y="669879"/>
                  </a:lnTo>
                  <a:close/>
                  <a:moveTo>
                    <a:pt x="375106" y="624276"/>
                  </a:moveTo>
                  <a:lnTo>
                    <a:pt x="347341" y="604704"/>
                  </a:lnTo>
                  <a:lnTo>
                    <a:pt x="353235" y="641459"/>
                  </a:lnTo>
                  <a:close/>
                  <a:moveTo>
                    <a:pt x="1003206" y="1354733"/>
                  </a:moveTo>
                  <a:lnTo>
                    <a:pt x="967209" y="1370714"/>
                  </a:lnTo>
                  <a:lnTo>
                    <a:pt x="1003786" y="1382895"/>
                  </a:lnTo>
                  <a:close/>
                  <a:moveTo>
                    <a:pt x="997903" y="1314297"/>
                  </a:moveTo>
                  <a:lnTo>
                    <a:pt x="998376" y="1322621"/>
                  </a:lnTo>
                  <a:lnTo>
                    <a:pt x="1001865" y="1279504"/>
                  </a:lnTo>
                  <a:close/>
                  <a:moveTo>
                    <a:pt x="819999" y="1097843"/>
                  </a:moveTo>
                  <a:lnTo>
                    <a:pt x="804807" y="1094445"/>
                  </a:lnTo>
                  <a:lnTo>
                    <a:pt x="830363" y="1108224"/>
                  </a:lnTo>
                  <a:close/>
                  <a:moveTo>
                    <a:pt x="404604" y="637569"/>
                  </a:moveTo>
                  <a:lnTo>
                    <a:pt x="409374" y="617507"/>
                  </a:lnTo>
                  <a:lnTo>
                    <a:pt x="375106" y="624276"/>
                  </a:lnTo>
                  <a:close/>
                  <a:moveTo>
                    <a:pt x="406899" y="574773"/>
                  </a:moveTo>
                  <a:lnTo>
                    <a:pt x="380600" y="570338"/>
                  </a:lnTo>
                  <a:lnTo>
                    <a:pt x="366801" y="620807"/>
                  </a:lnTo>
                  <a:close/>
                  <a:moveTo>
                    <a:pt x="409374" y="617507"/>
                  </a:moveTo>
                  <a:lnTo>
                    <a:pt x="406899" y="574773"/>
                  </a:lnTo>
                  <a:lnTo>
                    <a:pt x="366801" y="620807"/>
                  </a:lnTo>
                  <a:close/>
                  <a:moveTo>
                    <a:pt x="469276" y="607092"/>
                  </a:moveTo>
                  <a:lnTo>
                    <a:pt x="480608" y="658519"/>
                  </a:lnTo>
                  <a:lnTo>
                    <a:pt x="482365" y="643847"/>
                  </a:lnTo>
                  <a:close/>
                  <a:moveTo>
                    <a:pt x="443721" y="659244"/>
                  </a:moveTo>
                  <a:lnTo>
                    <a:pt x="480608" y="658519"/>
                  </a:lnTo>
                  <a:lnTo>
                    <a:pt x="469276" y="607092"/>
                  </a:lnTo>
                  <a:close/>
                  <a:moveTo>
                    <a:pt x="367134" y="535266"/>
                  </a:moveTo>
                  <a:lnTo>
                    <a:pt x="406899" y="574773"/>
                  </a:lnTo>
                  <a:lnTo>
                    <a:pt x="380144" y="550766"/>
                  </a:lnTo>
                  <a:close/>
                  <a:moveTo>
                    <a:pt x="1044136" y="1259052"/>
                  </a:moveTo>
                  <a:lnTo>
                    <a:pt x="1001865" y="1279504"/>
                  </a:lnTo>
                  <a:lnTo>
                    <a:pt x="1034291" y="1276162"/>
                  </a:lnTo>
                  <a:close/>
                  <a:moveTo>
                    <a:pt x="1044136" y="1259052"/>
                  </a:moveTo>
                  <a:lnTo>
                    <a:pt x="1027475" y="1250679"/>
                  </a:lnTo>
                  <a:lnTo>
                    <a:pt x="1002579" y="1265749"/>
                  </a:lnTo>
                  <a:close/>
                  <a:moveTo>
                    <a:pt x="810330" y="965486"/>
                  </a:moveTo>
                  <a:lnTo>
                    <a:pt x="809016" y="1011397"/>
                  </a:lnTo>
                  <a:lnTo>
                    <a:pt x="828140" y="1003703"/>
                  </a:lnTo>
                  <a:close/>
                  <a:moveTo>
                    <a:pt x="810330" y="965486"/>
                  </a:moveTo>
                  <a:lnTo>
                    <a:pt x="828140" y="1003703"/>
                  </a:lnTo>
                  <a:lnTo>
                    <a:pt x="849396" y="986968"/>
                  </a:lnTo>
                  <a:close/>
                  <a:moveTo>
                    <a:pt x="715095" y="858570"/>
                  </a:moveTo>
                  <a:lnTo>
                    <a:pt x="702503" y="854958"/>
                  </a:lnTo>
                  <a:lnTo>
                    <a:pt x="727810" y="877739"/>
                  </a:lnTo>
                  <a:close/>
                  <a:moveTo>
                    <a:pt x="515015" y="608808"/>
                  </a:moveTo>
                  <a:lnTo>
                    <a:pt x="546434" y="601704"/>
                  </a:lnTo>
                  <a:lnTo>
                    <a:pt x="512844" y="643847"/>
                  </a:lnTo>
                  <a:close/>
                  <a:moveTo>
                    <a:pt x="538713" y="593622"/>
                  </a:moveTo>
                  <a:lnTo>
                    <a:pt x="501157" y="597066"/>
                  </a:lnTo>
                  <a:lnTo>
                    <a:pt x="512844" y="643847"/>
                  </a:lnTo>
                  <a:close/>
                  <a:moveTo>
                    <a:pt x="887946" y="977031"/>
                  </a:moveTo>
                  <a:lnTo>
                    <a:pt x="877946" y="994214"/>
                  </a:lnTo>
                  <a:lnTo>
                    <a:pt x="885772" y="998395"/>
                  </a:lnTo>
                  <a:close/>
                  <a:moveTo>
                    <a:pt x="877946" y="994214"/>
                  </a:moveTo>
                  <a:lnTo>
                    <a:pt x="887946" y="977031"/>
                  </a:lnTo>
                  <a:lnTo>
                    <a:pt x="849396" y="986968"/>
                  </a:lnTo>
                  <a:close/>
                  <a:moveTo>
                    <a:pt x="908801" y="988289"/>
                  </a:moveTo>
                  <a:lnTo>
                    <a:pt x="885772" y="998395"/>
                  </a:lnTo>
                  <a:lnTo>
                    <a:pt x="945998" y="1002785"/>
                  </a:lnTo>
                  <a:close/>
                  <a:moveTo>
                    <a:pt x="763706" y="832289"/>
                  </a:moveTo>
                  <a:lnTo>
                    <a:pt x="782708" y="843929"/>
                  </a:lnTo>
                  <a:lnTo>
                    <a:pt x="774223" y="806080"/>
                  </a:lnTo>
                  <a:close/>
                  <a:moveTo>
                    <a:pt x="717076" y="769768"/>
                  </a:moveTo>
                  <a:lnTo>
                    <a:pt x="737854" y="793256"/>
                  </a:lnTo>
                  <a:lnTo>
                    <a:pt x="706687" y="762062"/>
                  </a:lnTo>
                  <a:close/>
                  <a:moveTo>
                    <a:pt x="706687" y="762062"/>
                  </a:moveTo>
                  <a:lnTo>
                    <a:pt x="737854" y="793256"/>
                  </a:lnTo>
                  <a:lnTo>
                    <a:pt x="744119" y="803466"/>
                  </a:lnTo>
                  <a:close/>
                  <a:moveTo>
                    <a:pt x="706687" y="762062"/>
                  </a:moveTo>
                  <a:lnTo>
                    <a:pt x="744119" y="803466"/>
                  </a:lnTo>
                  <a:lnTo>
                    <a:pt x="736710" y="764742"/>
                  </a:lnTo>
                  <a:close/>
                  <a:moveTo>
                    <a:pt x="504415" y="504923"/>
                  </a:moveTo>
                  <a:lnTo>
                    <a:pt x="521775" y="516399"/>
                  </a:lnTo>
                  <a:lnTo>
                    <a:pt x="513298" y="506179"/>
                  </a:lnTo>
                  <a:close/>
                  <a:moveTo>
                    <a:pt x="953237" y="965545"/>
                  </a:moveTo>
                  <a:lnTo>
                    <a:pt x="908801" y="988289"/>
                  </a:lnTo>
                  <a:lnTo>
                    <a:pt x="945998" y="1002785"/>
                  </a:lnTo>
                  <a:close/>
                  <a:moveTo>
                    <a:pt x="953237" y="965545"/>
                  </a:moveTo>
                  <a:lnTo>
                    <a:pt x="948702" y="923092"/>
                  </a:lnTo>
                  <a:lnTo>
                    <a:pt x="911476" y="927661"/>
                  </a:lnTo>
                  <a:close/>
                  <a:moveTo>
                    <a:pt x="922741" y="915830"/>
                  </a:moveTo>
                  <a:lnTo>
                    <a:pt x="891254" y="922684"/>
                  </a:lnTo>
                  <a:lnTo>
                    <a:pt x="948702" y="923092"/>
                  </a:lnTo>
                  <a:close/>
                  <a:moveTo>
                    <a:pt x="948702" y="923092"/>
                  </a:moveTo>
                  <a:lnTo>
                    <a:pt x="891254" y="922684"/>
                  </a:lnTo>
                  <a:lnTo>
                    <a:pt x="911476" y="927661"/>
                  </a:lnTo>
                  <a:close/>
                  <a:moveTo>
                    <a:pt x="1142902" y="1143622"/>
                  </a:moveTo>
                  <a:lnTo>
                    <a:pt x="1177323" y="1180377"/>
                  </a:lnTo>
                  <a:lnTo>
                    <a:pt x="1187842" y="1178739"/>
                  </a:lnTo>
                  <a:close/>
                  <a:moveTo>
                    <a:pt x="616612" y="450887"/>
                  </a:moveTo>
                  <a:lnTo>
                    <a:pt x="580251" y="428094"/>
                  </a:lnTo>
                  <a:lnTo>
                    <a:pt x="600584" y="480916"/>
                  </a:lnTo>
                  <a:close/>
                  <a:moveTo>
                    <a:pt x="1007580" y="819831"/>
                  </a:moveTo>
                  <a:lnTo>
                    <a:pt x="993877" y="815216"/>
                  </a:lnTo>
                  <a:lnTo>
                    <a:pt x="1004040" y="861836"/>
                  </a:lnTo>
                  <a:close/>
                  <a:moveTo>
                    <a:pt x="1004040" y="861836"/>
                  </a:moveTo>
                  <a:lnTo>
                    <a:pt x="993877" y="815216"/>
                  </a:lnTo>
                  <a:lnTo>
                    <a:pt x="970086" y="817606"/>
                  </a:lnTo>
                  <a:close/>
                  <a:moveTo>
                    <a:pt x="1013687" y="815216"/>
                  </a:moveTo>
                  <a:lnTo>
                    <a:pt x="1007580" y="819831"/>
                  </a:lnTo>
                  <a:lnTo>
                    <a:pt x="1034673" y="819274"/>
                  </a:lnTo>
                  <a:close/>
                  <a:moveTo>
                    <a:pt x="963526" y="795644"/>
                  </a:moveTo>
                  <a:lnTo>
                    <a:pt x="970086" y="817606"/>
                  </a:lnTo>
                  <a:lnTo>
                    <a:pt x="993877" y="815216"/>
                  </a:lnTo>
                  <a:close/>
                  <a:moveTo>
                    <a:pt x="963526" y="795644"/>
                  </a:moveTo>
                  <a:lnTo>
                    <a:pt x="993877" y="815216"/>
                  </a:lnTo>
                  <a:lnTo>
                    <a:pt x="964592" y="778461"/>
                  </a:lnTo>
                  <a:close/>
                  <a:moveTo>
                    <a:pt x="657667" y="416849"/>
                  </a:moveTo>
                  <a:lnTo>
                    <a:pt x="657036" y="381241"/>
                  </a:lnTo>
                  <a:lnTo>
                    <a:pt x="629124" y="401456"/>
                  </a:lnTo>
                  <a:close/>
                  <a:moveTo>
                    <a:pt x="650780" y="454060"/>
                  </a:moveTo>
                  <a:lnTo>
                    <a:pt x="697321" y="456447"/>
                  </a:lnTo>
                  <a:lnTo>
                    <a:pt x="686560" y="410911"/>
                  </a:lnTo>
                  <a:close/>
                  <a:moveTo>
                    <a:pt x="993877" y="815216"/>
                  </a:moveTo>
                  <a:lnTo>
                    <a:pt x="1007580" y="819831"/>
                  </a:lnTo>
                  <a:lnTo>
                    <a:pt x="1008492" y="813471"/>
                  </a:lnTo>
                  <a:close/>
                  <a:moveTo>
                    <a:pt x="993877" y="815216"/>
                  </a:moveTo>
                  <a:lnTo>
                    <a:pt x="1008492" y="813471"/>
                  </a:lnTo>
                  <a:lnTo>
                    <a:pt x="964592" y="778461"/>
                  </a:lnTo>
                  <a:close/>
                  <a:moveTo>
                    <a:pt x="1008492" y="813471"/>
                  </a:moveTo>
                  <a:lnTo>
                    <a:pt x="1007580" y="819831"/>
                  </a:lnTo>
                  <a:lnTo>
                    <a:pt x="1013687" y="815216"/>
                  </a:lnTo>
                  <a:close/>
                  <a:moveTo>
                    <a:pt x="807722" y="474692"/>
                  </a:moveTo>
                  <a:lnTo>
                    <a:pt x="779613" y="494175"/>
                  </a:lnTo>
                  <a:lnTo>
                    <a:pt x="757646" y="484421"/>
                  </a:lnTo>
                  <a:close/>
                  <a:moveTo>
                    <a:pt x="808922" y="509388"/>
                  </a:moveTo>
                  <a:lnTo>
                    <a:pt x="807722" y="474692"/>
                  </a:lnTo>
                  <a:lnTo>
                    <a:pt x="757646" y="484421"/>
                  </a:lnTo>
                  <a:close/>
                  <a:moveTo>
                    <a:pt x="778925" y="444280"/>
                  </a:moveTo>
                  <a:lnTo>
                    <a:pt x="757646" y="484421"/>
                  </a:lnTo>
                  <a:lnTo>
                    <a:pt x="760548" y="476879"/>
                  </a:lnTo>
                  <a:close/>
                  <a:moveTo>
                    <a:pt x="686560" y="410911"/>
                  </a:moveTo>
                  <a:lnTo>
                    <a:pt x="690910" y="447666"/>
                  </a:lnTo>
                  <a:lnTo>
                    <a:pt x="679073" y="399447"/>
                  </a:lnTo>
                  <a:close/>
                  <a:moveTo>
                    <a:pt x="587942" y="222711"/>
                  </a:moveTo>
                  <a:lnTo>
                    <a:pt x="584065" y="263891"/>
                  </a:lnTo>
                  <a:lnTo>
                    <a:pt x="588178" y="248367"/>
                  </a:lnTo>
                  <a:close/>
                  <a:moveTo>
                    <a:pt x="571713" y="253564"/>
                  </a:moveTo>
                  <a:lnTo>
                    <a:pt x="584065" y="263891"/>
                  </a:lnTo>
                  <a:lnTo>
                    <a:pt x="587942" y="222711"/>
                  </a:lnTo>
                  <a:close/>
                  <a:moveTo>
                    <a:pt x="1008124" y="679528"/>
                  </a:moveTo>
                  <a:lnTo>
                    <a:pt x="1020885" y="713901"/>
                  </a:lnTo>
                  <a:lnTo>
                    <a:pt x="1031328" y="687753"/>
                  </a:lnTo>
                  <a:close/>
                  <a:moveTo>
                    <a:pt x="1008124" y="679528"/>
                  </a:moveTo>
                  <a:lnTo>
                    <a:pt x="1031328" y="687753"/>
                  </a:lnTo>
                  <a:lnTo>
                    <a:pt x="1031285" y="687676"/>
                  </a:lnTo>
                  <a:close/>
                  <a:moveTo>
                    <a:pt x="912092" y="569183"/>
                  </a:moveTo>
                  <a:lnTo>
                    <a:pt x="920667" y="577502"/>
                  </a:lnTo>
                  <a:lnTo>
                    <a:pt x="897020" y="559410"/>
                  </a:lnTo>
                  <a:close/>
                  <a:moveTo>
                    <a:pt x="916101" y="386935"/>
                  </a:moveTo>
                  <a:lnTo>
                    <a:pt x="960822" y="384754"/>
                  </a:lnTo>
                  <a:lnTo>
                    <a:pt x="953423" y="378932"/>
                  </a:lnTo>
                  <a:close/>
                  <a:moveTo>
                    <a:pt x="751152" y="171289"/>
                  </a:moveTo>
                  <a:lnTo>
                    <a:pt x="768708" y="201763"/>
                  </a:lnTo>
                  <a:lnTo>
                    <a:pt x="783238" y="212341"/>
                  </a:lnTo>
                  <a:close/>
                  <a:moveTo>
                    <a:pt x="768708" y="201763"/>
                  </a:moveTo>
                  <a:lnTo>
                    <a:pt x="751152" y="171289"/>
                  </a:lnTo>
                  <a:lnTo>
                    <a:pt x="769792" y="195157"/>
                  </a:lnTo>
                  <a:close/>
                  <a:moveTo>
                    <a:pt x="756554" y="175586"/>
                  </a:moveTo>
                  <a:lnTo>
                    <a:pt x="740515" y="155576"/>
                  </a:lnTo>
                  <a:lnTo>
                    <a:pt x="751152" y="171289"/>
                  </a:lnTo>
                  <a:close/>
                  <a:moveTo>
                    <a:pt x="721179" y="123821"/>
                  </a:moveTo>
                  <a:lnTo>
                    <a:pt x="751152" y="171289"/>
                  </a:lnTo>
                  <a:lnTo>
                    <a:pt x="717816" y="138831"/>
                  </a:lnTo>
                  <a:close/>
                  <a:moveTo>
                    <a:pt x="749329" y="158403"/>
                  </a:moveTo>
                  <a:lnTo>
                    <a:pt x="751152" y="171289"/>
                  </a:lnTo>
                  <a:lnTo>
                    <a:pt x="721179" y="123821"/>
                  </a:lnTo>
                  <a:close/>
                  <a:moveTo>
                    <a:pt x="801275" y="112881"/>
                  </a:moveTo>
                  <a:lnTo>
                    <a:pt x="852783" y="133758"/>
                  </a:lnTo>
                  <a:lnTo>
                    <a:pt x="812675" y="108377"/>
                  </a:lnTo>
                  <a:close/>
                  <a:moveTo>
                    <a:pt x="915898" y="52743"/>
                  </a:moveTo>
                  <a:lnTo>
                    <a:pt x="938369" y="70097"/>
                  </a:lnTo>
                  <a:lnTo>
                    <a:pt x="908095" y="35467"/>
                  </a:lnTo>
                  <a:close/>
                  <a:moveTo>
                    <a:pt x="908095" y="35467"/>
                  </a:moveTo>
                  <a:lnTo>
                    <a:pt x="938369" y="70097"/>
                  </a:lnTo>
                  <a:lnTo>
                    <a:pt x="943337" y="78652"/>
                  </a:lnTo>
                  <a:close/>
                  <a:moveTo>
                    <a:pt x="908095" y="35467"/>
                  </a:moveTo>
                  <a:lnTo>
                    <a:pt x="943337" y="78652"/>
                  </a:lnTo>
                  <a:lnTo>
                    <a:pt x="923990" y="49633"/>
                  </a:lnTo>
                  <a:close/>
                  <a:moveTo>
                    <a:pt x="863361" y="0"/>
                  </a:moveTo>
                  <a:lnTo>
                    <a:pt x="908095" y="35467"/>
                  </a:lnTo>
                  <a:lnTo>
                    <a:pt x="886007" y="8677"/>
                  </a:lnTo>
                  <a:close/>
                  <a:moveTo>
                    <a:pt x="915898" y="52743"/>
                  </a:moveTo>
                  <a:lnTo>
                    <a:pt x="908095" y="35467"/>
                  </a:lnTo>
                  <a:lnTo>
                    <a:pt x="901781" y="333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30" name="Input_density__130">
              <a:extLst>
                <a:ext uri="{FF2B5EF4-FFF2-40B4-BE49-F238E27FC236}">
                  <a16:creationId xmlns:a16="http://schemas.microsoft.com/office/drawing/2014/main" id="{6459E03D-BCA3-75B4-686F-39C606985640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500223"/>
              <a:ext cx="1193883" cy="1387021"/>
            </a:xfrm>
            <a:custGeom>
              <a:avLst/>
              <a:gdLst/>
              <a:ahLst/>
              <a:cxnLst/>
              <a:rect l="0" t="0" r="0" b="0"/>
              <a:pathLst>
                <a:path w="1193883" h="1387021">
                  <a:moveTo>
                    <a:pt x="233660" y="1066677"/>
                  </a:moveTo>
                  <a:lnTo>
                    <a:pt x="263543" y="1093595"/>
                  </a:lnTo>
                  <a:lnTo>
                    <a:pt x="226368" y="1051982"/>
                  </a:lnTo>
                  <a:close/>
                  <a:moveTo>
                    <a:pt x="226368" y="1051982"/>
                  </a:moveTo>
                  <a:lnTo>
                    <a:pt x="223808" y="1049493"/>
                  </a:lnTo>
                  <a:lnTo>
                    <a:pt x="201223" y="1040246"/>
                  </a:lnTo>
                  <a:close/>
                  <a:moveTo>
                    <a:pt x="60493" y="695392"/>
                  </a:moveTo>
                  <a:lnTo>
                    <a:pt x="19800" y="664760"/>
                  </a:lnTo>
                  <a:lnTo>
                    <a:pt x="401" y="691501"/>
                  </a:lnTo>
                  <a:close/>
                  <a:moveTo>
                    <a:pt x="437089" y="1088637"/>
                  </a:moveTo>
                  <a:lnTo>
                    <a:pt x="440295" y="1118800"/>
                  </a:lnTo>
                  <a:lnTo>
                    <a:pt x="463254" y="1108428"/>
                  </a:lnTo>
                  <a:close/>
                  <a:moveTo>
                    <a:pt x="365786" y="1064649"/>
                  </a:moveTo>
                  <a:lnTo>
                    <a:pt x="330441" y="1081802"/>
                  </a:lnTo>
                  <a:lnTo>
                    <a:pt x="362352" y="1076535"/>
                  </a:lnTo>
                  <a:close/>
                  <a:moveTo>
                    <a:pt x="244429" y="922045"/>
                  </a:moveTo>
                  <a:lnTo>
                    <a:pt x="222027" y="925611"/>
                  </a:lnTo>
                  <a:lnTo>
                    <a:pt x="228168" y="916277"/>
                  </a:lnTo>
                  <a:close/>
                  <a:moveTo>
                    <a:pt x="220353" y="919353"/>
                  </a:moveTo>
                  <a:lnTo>
                    <a:pt x="244429" y="922045"/>
                  </a:lnTo>
                  <a:lnTo>
                    <a:pt x="228168" y="916277"/>
                  </a:lnTo>
                  <a:close/>
                  <a:moveTo>
                    <a:pt x="73661" y="701515"/>
                  </a:moveTo>
                  <a:lnTo>
                    <a:pt x="100102" y="718907"/>
                  </a:lnTo>
                  <a:lnTo>
                    <a:pt x="72304" y="693245"/>
                  </a:lnTo>
                  <a:close/>
                  <a:moveTo>
                    <a:pt x="60493" y="695392"/>
                  </a:moveTo>
                  <a:lnTo>
                    <a:pt x="73661" y="701515"/>
                  </a:lnTo>
                  <a:lnTo>
                    <a:pt x="72304" y="693245"/>
                  </a:lnTo>
                  <a:close/>
                  <a:moveTo>
                    <a:pt x="20734" y="575107"/>
                  </a:moveTo>
                  <a:lnTo>
                    <a:pt x="9915" y="582636"/>
                  </a:lnTo>
                  <a:lnTo>
                    <a:pt x="44095" y="610822"/>
                  </a:lnTo>
                  <a:close/>
                  <a:moveTo>
                    <a:pt x="36668" y="543227"/>
                  </a:moveTo>
                  <a:lnTo>
                    <a:pt x="9675" y="538084"/>
                  </a:lnTo>
                  <a:lnTo>
                    <a:pt x="0" y="591250"/>
                  </a:lnTo>
                  <a:close/>
                  <a:moveTo>
                    <a:pt x="123860" y="615317"/>
                  </a:moveTo>
                  <a:lnTo>
                    <a:pt x="131494" y="647577"/>
                  </a:lnTo>
                  <a:lnTo>
                    <a:pt x="139453" y="645250"/>
                  </a:lnTo>
                  <a:close/>
                  <a:moveTo>
                    <a:pt x="123860" y="615317"/>
                  </a:moveTo>
                  <a:lnTo>
                    <a:pt x="139453" y="645250"/>
                  </a:lnTo>
                  <a:lnTo>
                    <a:pt x="156514" y="612831"/>
                  </a:lnTo>
                  <a:close/>
                  <a:moveTo>
                    <a:pt x="21100" y="573543"/>
                  </a:moveTo>
                  <a:lnTo>
                    <a:pt x="20734" y="575107"/>
                  </a:lnTo>
                  <a:lnTo>
                    <a:pt x="73272" y="602963"/>
                  </a:lnTo>
                  <a:close/>
                  <a:moveTo>
                    <a:pt x="12363" y="543810"/>
                  </a:moveTo>
                  <a:lnTo>
                    <a:pt x="21100" y="573543"/>
                  </a:lnTo>
                  <a:lnTo>
                    <a:pt x="47940" y="552251"/>
                  </a:lnTo>
                  <a:close/>
                  <a:moveTo>
                    <a:pt x="801766" y="1365493"/>
                  </a:moveTo>
                  <a:lnTo>
                    <a:pt x="828161" y="1379937"/>
                  </a:lnTo>
                  <a:lnTo>
                    <a:pt x="854546" y="1385065"/>
                  </a:lnTo>
                  <a:close/>
                  <a:moveTo>
                    <a:pt x="871949" y="1385065"/>
                  </a:moveTo>
                  <a:lnTo>
                    <a:pt x="852859" y="1387021"/>
                  </a:lnTo>
                  <a:lnTo>
                    <a:pt x="834489" y="1365493"/>
                  </a:lnTo>
                  <a:close/>
                  <a:moveTo>
                    <a:pt x="61478" y="478310"/>
                  </a:moveTo>
                  <a:lnTo>
                    <a:pt x="62006" y="433134"/>
                  </a:lnTo>
                  <a:lnTo>
                    <a:pt x="64997" y="466190"/>
                  </a:lnTo>
                  <a:close/>
                  <a:moveTo>
                    <a:pt x="860017" y="1336454"/>
                  </a:moveTo>
                  <a:lnTo>
                    <a:pt x="871949" y="1385065"/>
                  </a:lnTo>
                  <a:lnTo>
                    <a:pt x="876884" y="1348310"/>
                  </a:lnTo>
                  <a:close/>
                  <a:moveTo>
                    <a:pt x="571911" y="976904"/>
                  </a:moveTo>
                  <a:lnTo>
                    <a:pt x="589094" y="1012779"/>
                  </a:lnTo>
                  <a:lnTo>
                    <a:pt x="598282" y="966328"/>
                  </a:lnTo>
                  <a:close/>
                  <a:moveTo>
                    <a:pt x="565321" y="1010784"/>
                  </a:moveTo>
                  <a:lnTo>
                    <a:pt x="589094" y="1012779"/>
                  </a:lnTo>
                  <a:lnTo>
                    <a:pt x="571911" y="976904"/>
                  </a:lnTo>
                  <a:close/>
                  <a:moveTo>
                    <a:pt x="265055" y="613210"/>
                  </a:moveTo>
                  <a:lnTo>
                    <a:pt x="305848" y="638819"/>
                  </a:lnTo>
                  <a:lnTo>
                    <a:pt x="278367" y="626851"/>
                  </a:lnTo>
                  <a:close/>
                  <a:moveTo>
                    <a:pt x="333010" y="599078"/>
                  </a:moveTo>
                  <a:lnTo>
                    <a:pt x="308901" y="616434"/>
                  </a:lnTo>
                  <a:lnTo>
                    <a:pt x="305848" y="638819"/>
                  </a:lnTo>
                  <a:close/>
                  <a:moveTo>
                    <a:pt x="174654" y="529971"/>
                  </a:moveTo>
                  <a:lnTo>
                    <a:pt x="193348" y="539700"/>
                  </a:lnTo>
                  <a:lnTo>
                    <a:pt x="174453" y="487486"/>
                  </a:lnTo>
                  <a:close/>
                  <a:moveTo>
                    <a:pt x="174453" y="487486"/>
                  </a:moveTo>
                  <a:lnTo>
                    <a:pt x="195327" y="537163"/>
                  </a:lnTo>
                  <a:lnTo>
                    <a:pt x="215960" y="518096"/>
                  </a:lnTo>
                  <a:close/>
                  <a:moveTo>
                    <a:pt x="927574" y="1367882"/>
                  </a:moveTo>
                  <a:lnTo>
                    <a:pt x="938206" y="1371811"/>
                  </a:lnTo>
                  <a:lnTo>
                    <a:pt x="948097" y="1386788"/>
                  </a:lnTo>
                  <a:close/>
                  <a:moveTo>
                    <a:pt x="589551" y="883932"/>
                  </a:moveTo>
                  <a:lnTo>
                    <a:pt x="570955" y="916709"/>
                  </a:lnTo>
                  <a:lnTo>
                    <a:pt x="597749" y="922015"/>
                  </a:lnTo>
                  <a:close/>
                  <a:moveTo>
                    <a:pt x="589551" y="883932"/>
                  </a:moveTo>
                  <a:lnTo>
                    <a:pt x="597749" y="922015"/>
                  </a:lnTo>
                  <a:lnTo>
                    <a:pt x="603525" y="926822"/>
                  </a:lnTo>
                  <a:close/>
                  <a:moveTo>
                    <a:pt x="497841" y="770073"/>
                  </a:moveTo>
                  <a:lnTo>
                    <a:pt x="456953" y="796246"/>
                  </a:lnTo>
                  <a:lnTo>
                    <a:pt x="491958" y="802549"/>
                  </a:lnTo>
                  <a:close/>
                  <a:moveTo>
                    <a:pt x="392619" y="667198"/>
                  </a:moveTo>
                  <a:lnTo>
                    <a:pt x="363462" y="695854"/>
                  </a:lnTo>
                  <a:lnTo>
                    <a:pt x="391991" y="677944"/>
                  </a:lnTo>
                  <a:close/>
                  <a:moveTo>
                    <a:pt x="392619" y="667198"/>
                  </a:moveTo>
                  <a:lnTo>
                    <a:pt x="396348" y="669537"/>
                  </a:lnTo>
                  <a:lnTo>
                    <a:pt x="404604" y="628892"/>
                  </a:lnTo>
                  <a:close/>
                  <a:moveTo>
                    <a:pt x="330869" y="602361"/>
                  </a:moveTo>
                  <a:lnTo>
                    <a:pt x="308901" y="616434"/>
                  </a:lnTo>
                  <a:lnTo>
                    <a:pt x="366801" y="612129"/>
                  </a:lnTo>
                  <a:close/>
                  <a:moveTo>
                    <a:pt x="1003206" y="1346056"/>
                  </a:moveTo>
                  <a:lnTo>
                    <a:pt x="1003786" y="1374217"/>
                  </a:lnTo>
                  <a:lnTo>
                    <a:pt x="1006346" y="1350698"/>
                  </a:lnTo>
                  <a:close/>
                  <a:moveTo>
                    <a:pt x="997903" y="1305620"/>
                  </a:moveTo>
                  <a:lnTo>
                    <a:pt x="1006346" y="1350698"/>
                  </a:lnTo>
                  <a:lnTo>
                    <a:pt x="998376" y="1313943"/>
                  </a:lnTo>
                  <a:close/>
                  <a:moveTo>
                    <a:pt x="997903" y="1305620"/>
                  </a:moveTo>
                  <a:lnTo>
                    <a:pt x="1003206" y="1346056"/>
                  </a:lnTo>
                  <a:lnTo>
                    <a:pt x="1006346" y="1350698"/>
                  </a:lnTo>
                  <a:close/>
                  <a:moveTo>
                    <a:pt x="820677" y="1010460"/>
                  </a:moveTo>
                  <a:lnTo>
                    <a:pt x="809016" y="1002720"/>
                  </a:lnTo>
                  <a:lnTo>
                    <a:pt x="803871" y="1028864"/>
                  </a:lnTo>
                  <a:close/>
                  <a:moveTo>
                    <a:pt x="573446" y="825190"/>
                  </a:moveTo>
                  <a:lnTo>
                    <a:pt x="589266" y="872883"/>
                  </a:lnTo>
                  <a:lnTo>
                    <a:pt x="586219" y="836128"/>
                  </a:lnTo>
                  <a:close/>
                  <a:moveTo>
                    <a:pt x="366801" y="612129"/>
                  </a:moveTo>
                  <a:lnTo>
                    <a:pt x="375106" y="615599"/>
                  </a:lnTo>
                  <a:lnTo>
                    <a:pt x="409374" y="608830"/>
                  </a:lnTo>
                  <a:close/>
                  <a:moveTo>
                    <a:pt x="380144" y="542088"/>
                  </a:moveTo>
                  <a:lnTo>
                    <a:pt x="368093" y="520751"/>
                  </a:lnTo>
                  <a:lnTo>
                    <a:pt x="367134" y="526588"/>
                  </a:lnTo>
                  <a:close/>
                  <a:moveTo>
                    <a:pt x="361815" y="524905"/>
                  </a:moveTo>
                  <a:lnTo>
                    <a:pt x="367134" y="526588"/>
                  </a:lnTo>
                  <a:lnTo>
                    <a:pt x="368093" y="520751"/>
                  </a:lnTo>
                  <a:close/>
                  <a:moveTo>
                    <a:pt x="877946" y="985537"/>
                  </a:moveTo>
                  <a:lnTo>
                    <a:pt x="849396" y="978290"/>
                  </a:lnTo>
                  <a:lnTo>
                    <a:pt x="881857" y="987810"/>
                  </a:lnTo>
                  <a:close/>
                  <a:moveTo>
                    <a:pt x="752277" y="864334"/>
                  </a:moveTo>
                  <a:lnTo>
                    <a:pt x="715095" y="849892"/>
                  </a:lnTo>
                  <a:lnTo>
                    <a:pt x="727810" y="869061"/>
                  </a:lnTo>
                  <a:close/>
                  <a:moveTo>
                    <a:pt x="357537" y="400149"/>
                  </a:moveTo>
                  <a:lnTo>
                    <a:pt x="388735" y="401874"/>
                  </a:lnTo>
                  <a:lnTo>
                    <a:pt x="360302" y="395414"/>
                  </a:lnTo>
                  <a:close/>
                  <a:moveTo>
                    <a:pt x="388735" y="401874"/>
                  </a:moveTo>
                  <a:lnTo>
                    <a:pt x="390990" y="385575"/>
                  </a:lnTo>
                  <a:lnTo>
                    <a:pt x="360302" y="395414"/>
                  </a:lnTo>
                  <a:close/>
                  <a:moveTo>
                    <a:pt x="696804" y="838517"/>
                  </a:moveTo>
                  <a:lnTo>
                    <a:pt x="702503" y="846280"/>
                  </a:lnTo>
                  <a:lnTo>
                    <a:pt x="715095" y="849892"/>
                  </a:lnTo>
                  <a:close/>
                  <a:moveTo>
                    <a:pt x="696804" y="838517"/>
                  </a:moveTo>
                  <a:lnTo>
                    <a:pt x="683611" y="816892"/>
                  </a:lnTo>
                  <a:lnTo>
                    <a:pt x="702503" y="846280"/>
                  </a:lnTo>
                  <a:close/>
                  <a:moveTo>
                    <a:pt x="696804" y="838517"/>
                  </a:moveTo>
                  <a:lnTo>
                    <a:pt x="678683" y="801762"/>
                  </a:lnTo>
                  <a:lnTo>
                    <a:pt x="683611" y="816892"/>
                  </a:lnTo>
                  <a:close/>
                  <a:moveTo>
                    <a:pt x="782708" y="835251"/>
                  </a:moveTo>
                  <a:lnTo>
                    <a:pt x="752277" y="864334"/>
                  </a:lnTo>
                  <a:lnTo>
                    <a:pt x="781310" y="848304"/>
                  </a:lnTo>
                  <a:close/>
                  <a:moveTo>
                    <a:pt x="763706" y="823611"/>
                  </a:moveTo>
                  <a:lnTo>
                    <a:pt x="774223" y="797403"/>
                  </a:lnTo>
                  <a:lnTo>
                    <a:pt x="744119" y="794789"/>
                  </a:lnTo>
                  <a:close/>
                  <a:moveTo>
                    <a:pt x="513298" y="497502"/>
                  </a:moveTo>
                  <a:lnTo>
                    <a:pt x="535240" y="543021"/>
                  </a:lnTo>
                  <a:lnTo>
                    <a:pt x="545661" y="493928"/>
                  </a:lnTo>
                  <a:close/>
                  <a:moveTo>
                    <a:pt x="1177323" y="1171700"/>
                  </a:moveTo>
                  <a:lnTo>
                    <a:pt x="1179567" y="1176789"/>
                  </a:lnTo>
                  <a:lnTo>
                    <a:pt x="1187060" y="1176311"/>
                  </a:lnTo>
                  <a:close/>
                  <a:moveTo>
                    <a:pt x="950640" y="915255"/>
                  </a:moveTo>
                  <a:lnTo>
                    <a:pt x="948702" y="914415"/>
                  </a:lnTo>
                  <a:lnTo>
                    <a:pt x="953237" y="956868"/>
                  </a:lnTo>
                  <a:close/>
                  <a:moveTo>
                    <a:pt x="953237" y="956868"/>
                  </a:moveTo>
                  <a:lnTo>
                    <a:pt x="945998" y="994107"/>
                  </a:lnTo>
                  <a:lnTo>
                    <a:pt x="968830" y="968353"/>
                  </a:lnTo>
                  <a:close/>
                  <a:moveTo>
                    <a:pt x="968830" y="968353"/>
                  </a:moveTo>
                  <a:lnTo>
                    <a:pt x="950640" y="915255"/>
                  </a:lnTo>
                  <a:lnTo>
                    <a:pt x="953237" y="956868"/>
                  </a:lnTo>
                  <a:close/>
                  <a:moveTo>
                    <a:pt x="881544" y="906071"/>
                  </a:moveTo>
                  <a:lnTo>
                    <a:pt x="897899" y="885274"/>
                  </a:lnTo>
                  <a:lnTo>
                    <a:pt x="914198" y="903585"/>
                  </a:lnTo>
                  <a:close/>
                  <a:moveTo>
                    <a:pt x="1177323" y="1171700"/>
                  </a:moveTo>
                  <a:lnTo>
                    <a:pt x="1187060" y="1176311"/>
                  </a:lnTo>
                  <a:lnTo>
                    <a:pt x="1187842" y="1170061"/>
                  </a:lnTo>
                  <a:close/>
                  <a:moveTo>
                    <a:pt x="1187842" y="1170061"/>
                  </a:moveTo>
                  <a:lnTo>
                    <a:pt x="1187060" y="1176311"/>
                  </a:lnTo>
                  <a:lnTo>
                    <a:pt x="1193883" y="1171700"/>
                  </a:lnTo>
                  <a:close/>
                  <a:moveTo>
                    <a:pt x="959271" y="897232"/>
                  </a:moveTo>
                  <a:lnTo>
                    <a:pt x="948702" y="914415"/>
                  </a:lnTo>
                  <a:lnTo>
                    <a:pt x="950640" y="915255"/>
                  </a:lnTo>
                  <a:close/>
                  <a:moveTo>
                    <a:pt x="948702" y="914415"/>
                  </a:moveTo>
                  <a:lnTo>
                    <a:pt x="959271" y="897232"/>
                  </a:lnTo>
                  <a:lnTo>
                    <a:pt x="914198" y="903585"/>
                  </a:lnTo>
                  <a:close/>
                  <a:moveTo>
                    <a:pt x="951647" y="914415"/>
                  </a:moveTo>
                  <a:lnTo>
                    <a:pt x="974053" y="906586"/>
                  </a:lnTo>
                  <a:lnTo>
                    <a:pt x="950640" y="915255"/>
                  </a:lnTo>
                  <a:close/>
                  <a:moveTo>
                    <a:pt x="951647" y="914415"/>
                  </a:moveTo>
                  <a:lnTo>
                    <a:pt x="994907" y="897232"/>
                  </a:lnTo>
                  <a:lnTo>
                    <a:pt x="974053" y="906586"/>
                  </a:lnTo>
                  <a:close/>
                  <a:moveTo>
                    <a:pt x="600584" y="472239"/>
                  </a:moveTo>
                  <a:lnTo>
                    <a:pt x="595666" y="493895"/>
                  </a:lnTo>
                  <a:lnTo>
                    <a:pt x="599868" y="475814"/>
                  </a:lnTo>
                  <a:close/>
                  <a:moveTo>
                    <a:pt x="600584" y="472239"/>
                  </a:moveTo>
                  <a:lnTo>
                    <a:pt x="602513" y="473355"/>
                  </a:lnTo>
                  <a:lnTo>
                    <a:pt x="616612" y="442209"/>
                  </a:lnTo>
                  <a:close/>
                  <a:moveTo>
                    <a:pt x="616612" y="442209"/>
                  </a:moveTo>
                  <a:lnTo>
                    <a:pt x="602513" y="473355"/>
                  </a:lnTo>
                  <a:lnTo>
                    <a:pt x="630646" y="466312"/>
                  </a:lnTo>
                  <a:close/>
                  <a:moveTo>
                    <a:pt x="616612" y="442209"/>
                  </a:moveTo>
                  <a:lnTo>
                    <a:pt x="630646" y="466312"/>
                  </a:lnTo>
                  <a:lnTo>
                    <a:pt x="650780" y="445382"/>
                  </a:lnTo>
                  <a:close/>
                  <a:moveTo>
                    <a:pt x="978652" y="891459"/>
                  </a:moveTo>
                  <a:lnTo>
                    <a:pt x="994907" y="897232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7580" y="811153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4040" y="853159"/>
                  </a:lnTo>
                  <a:lnTo>
                    <a:pt x="1031989" y="857525"/>
                  </a:lnTo>
                  <a:close/>
                  <a:moveTo>
                    <a:pt x="1013687" y="806538"/>
                  </a:moveTo>
                  <a:lnTo>
                    <a:pt x="1034673" y="810597"/>
                  </a:lnTo>
                  <a:lnTo>
                    <a:pt x="1030910" y="773805"/>
                  </a:lnTo>
                  <a:close/>
                  <a:moveTo>
                    <a:pt x="962893" y="768654"/>
                  </a:moveTo>
                  <a:lnTo>
                    <a:pt x="934392" y="748453"/>
                  </a:lnTo>
                  <a:lnTo>
                    <a:pt x="964592" y="769783"/>
                  </a:lnTo>
                  <a:close/>
                  <a:moveTo>
                    <a:pt x="686560" y="402233"/>
                  </a:moveTo>
                  <a:lnTo>
                    <a:pt x="697321" y="447769"/>
                  </a:lnTo>
                  <a:lnTo>
                    <a:pt x="690910" y="438988"/>
                  </a:lnTo>
                  <a:close/>
                  <a:moveTo>
                    <a:pt x="1008492" y="804793"/>
                  </a:moveTo>
                  <a:lnTo>
                    <a:pt x="1030910" y="773805"/>
                  </a:lnTo>
                  <a:lnTo>
                    <a:pt x="1018473" y="755674"/>
                  </a:lnTo>
                  <a:close/>
                  <a:moveTo>
                    <a:pt x="1013687" y="806538"/>
                  </a:moveTo>
                  <a:lnTo>
                    <a:pt x="1030910" y="773805"/>
                  </a:lnTo>
                  <a:lnTo>
                    <a:pt x="1008492" y="804793"/>
                  </a:lnTo>
                  <a:close/>
                  <a:moveTo>
                    <a:pt x="962893" y="768654"/>
                  </a:moveTo>
                  <a:lnTo>
                    <a:pt x="964592" y="769783"/>
                  </a:lnTo>
                  <a:lnTo>
                    <a:pt x="966031" y="767478"/>
                  </a:lnTo>
                  <a:close/>
                  <a:moveTo>
                    <a:pt x="672320" y="348295"/>
                  </a:moveTo>
                  <a:lnTo>
                    <a:pt x="657036" y="372563"/>
                  </a:lnTo>
                  <a:lnTo>
                    <a:pt x="667056" y="355792"/>
                  </a:lnTo>
                  <a:close/>
                  <a:moveTo>
                    <a:pt x="667056" y="355792"/>
                  </a:moveTo>
                  <a:lnTo>
                    <a:pt x="651514" y="351916"/>
                  </a:lnTo>
                  <a:lnTo>
                    <a:pt x="672320" y="348295"/>
                  </a:lnTo>
                  <a:close/>
                  <a:moveTo>
                    <a:pt x="1020885" y="705224"/>
                  </a:moveTo>
                  <a:lnTo>
                    <a:pt x="1021330" y="752600"/>
                  </a:lnTo>
                  <a:lnTo>
                    <a:pt x="1037630" y="715845"/>
                  </a:lnTo>
                  <a:close/>
                  <a:moveTo>
                    <a:pt x="1020885" y="705224"/>
                  </a:moveTo>
                  <a:lnTo>
                    <a:pt x="1037630" y="715845"/>
                  </a:lnTo>
                  <a:lnTo>
                    <a:pt x="1031328" y="679075"/>
                  </a:lnTo>
                  <a:close/>
                  <a:moveTo>
                    <a:pt x="912092" y="560505"/>
                  </a:moveTo>
                  <a:lnTo>
                    <a:pt x="925454" y="605580"/>
                  </a:lnTo>
                  <a:lnTo>
                    <a:pt x="920667" y="568825"/>
                  </a:lnTo>
                  <a:close/>
                  <a:moveTo>
                    <a:pt x="693537" y="288247"/>
                  </a:moveTo>
                  <a:lnTo>
                    <a:pt x="729095" y="296618"/>
                  </a:lnTo>
                  <a:lnTo>
                    <a:pt x="753207" y="290559"/>
                  </a:lnTo>
                  <a:close/>
                  <a:moveTo>
                    <a:pt x="916101" y="378258"/>
                  </a:moveTo>
                  <a:lnTo>
                    <a:pt x="915545" y="424193"/>
                  </a:lnTo>
                  <a:lnTo>
                    <a:pt x="960822" y="376077"/>
                  </a:lnTo>
                  <a:close/>
                  <a:moveTo>
                    <a:pt x="717816" y="130153"/>
                  </a:moveTo>
                  <a:lnTo>
                    <a:pt x="751152" y="162612"/>
                  </a:lnTo>
                  <a:lnTo>
                    <a:pt x="740515" y="146898"/>
                  </a:lnTo>
                  <a:close/>
                  <a:moveTo>
                    <a:pt x="734333" y="123787"/>
                  </a:moveTo>
                  <a:lnTo>
                    <a:pt x="747105" y="112970"/>
                  </a:lnTo>
                  <a:lnTo>
                    <a:pt x="723475" y="111557"/>
                  </a:lnTo>
                  <a:close/>
                  <a:moveTo>
                    <a:pt x="721179" y="115143"/>
                  </a:moveTo>
                  <a:lnTo>
                    <a:pt x="717816" y="130153"/>
                  </a:lnTo>
                  <a:lnTo>
                    <a:pt x="734333" y="123787"/>
                  </a:lnTo>
                  <a:close/>
                  <a:moveTo>
                    <a:pt x="994774" y="378439"/>
                  </a:moveTo>
                  <a:lnTo>
                    <a:pt x="981746" y="358101"/>
                  </a:lnTo>
                  <a:lnTo>
                    <a:pt x="960822" y="376077"/>
                  </a:lnTo>
                  <a:close/>
                  <a:moveTo>
                    <a:pt x="797933" y="95787"/>
                  </a:moveTo>
                  <a:lnTo>
                    <a:pt x="801275" y="104203"/>
                  </a:lnTo>
                  <a:lnTo>
                    <a:pt x="812675" y="99699"/>
                  </a:lnTo>
                  <a:close/>
                  <a:moveTo>
                    <a:pt x="908095" y="26790"/>
                  </a:moveTo>
                  <a:lnTo>
                    <a:pt x="923990" y="40956"/>
                  </a:lnTo>
                  <a:lnTo>
                    <a:pt x="886007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31" name="Input_density__131">
              <a:extLst>
                <a:ext uri="{FF2B5EF4-FFF2-40B4-BE49-F238E27FC236}">
                  <a16:creationId xmlns:a16="http://schemas.microsoft.com/office/drawing/2014/main" id="{883A1DE4-E3CA-2A7E-90EA-241AFC6944A4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85900"/>
              <a:ext cx="1190195" cy="1398577"/>
            </a:xfrm>
            <a:custGeom>
              <a:avLst/>
              <a:gdLst/>
              <a:ahLst/>
              <a:cxnLst/>
              <a:rect l="0" t="0" r="0" b="0"/>
              <a:pathLst>
                <a:path w="1190195" h="1398577">
                  <a:moveTo>
                    <a:pt x="418122" y="1120143"/>
                  </a:moveTo>
                  <a:lnTo>
                    <a:pt x="396479" y="1083388"/>
                  </a:lnTo>
                  <a:lnTo>
                    <a:pt x="392415" y="1129158"/>
                  </a:lnTo>
                  <a:close/>
                  <a:moveTo>
                    <a:pt x="396479" y="1083388"/>
                  </a:moveTo>
                  <a:lnTo>
                    <a:pt x="391392" y="1085243"/>
                  </a:lnTo>
                  <a:lnTo>
                    <a:pt x="392415" y="1129158"/>
                  </a:lnTo>
                  <a:close/>
                  <a:moveTo>
                    <a:pt x="244429" y="936368"/>
                  </a:moveTo>
                  <a:lnTo>
                    <a:pt x="190317" y="916625"/>
                  </a:lnTo>
                  <a:lnTo>
                    <a:pt x="190369" y="916796"/>
                  </a:lnTo>
                  <a:close/>
                  <a:moveTo>
                    <a:pt x="190369" y="916796"/>
                  </a:moveTo>
                  <a:lnTo>
                    <a:pt x="190410" y="917931"/>
                  </a:lnTo>
                  <a:lnTo>
                    <a:pt x="244429" y="936368"/>
                  </a:lnTo>
                  <a:close/>
                  <a:moveTo>
                    <a:pt x="406977" y="1029449"/>
                  </a:moveTo>
                  <a:lnTo>
                    <a:pt x="391422" y="1074970"/>
                  </a:lnTo>
                  <a:lnTo>
                    <a:pt x="396479" y="1083388"/>
                  </a:lnTo>
                  <a:close/>
                  <a:moveTo>
                    <a:pt x="222159" y="844222"/>
                  </a:moveTo>
                  <a:lnTo>
                    <a:pt x="184870" y="862858"/>
                  </a:lnTo>
                  <a:lnTo>
                    <a:pt x="219936" y="845674"/>
                  </a:lnTo>
                  <a:close/>
                  <a:moveTo>
                    <a:pt x="252243" y="832123"/>
                  </a:moveTo>
                  <a:lnTo>
                    <a:pt x="198525" y="852065"/>
                  </a:lnTo>
                  <a:lnTo>
                    <a:pt x="222159" y="844222"/>
                  </a:lnTo>
                  <a:close/>
                  <a:moveTo>
                    <a:pt x="23895" y="630341"/>
                  </a:moveTo>
                  <a:lnTo>
                    <a:pt x="18670" y="677923"/>
                  </a:lnTo>
                  <a:lnTo>
                    <a:pt x="44095" y="625145"/>
                  </a:lnTo>
                  <a:close/>
                  <a:moveTo>
                    <a:pt x="44095" y="625145"/>
                  </a:moveTo>
                  <a:lnTo>
                    <a:pt x="18670" y="677923"/>
                  </a:lnTo>
                  <a:lnTo>
                    <a:pt x="19800" y="679083"/>
                  </a:lnTo>
                  <a:close/>
                  <a:moveTo>
                    <a:pt x="47940" y="566574"/>
                  </a:moveTo>
                  <a:lnTo>
                    <a:pt x="36668" y="557550"/>
                  </a:lnTo>
                  <a:lnTo>
                    <a:pt x="0" y="605573"/>
                  </a:lnTo>
                  <a:close/>
                  <a:moveTo>
                    <a:pt x="222159" y="844222"/>
                  </a:moveTo>
                  <a:lnTo>
                    <a:pt x="224065" y="844441"/>
                  </a:lnTo>
                  <a:lnTo>
                    <a:pt x="252243" y="832123"/>
                  </a:lnTo>
                  <a:close/>
                  <a:moveTo>
                    <a:pt x="62634" y="551635"/>
                  </a:moveTo>
                  <a:lnTo>
                    <a:pt x="84503" y="571206"/>
                  </a:lnTo>
                  <a:lnTo>
                    <a:pt x="76689" y="534451"/>
                  </a:lnTo>
                  <a:close/>
                  <a:moveTo>
                    <a:pt x="62634" y="551635"/>
                  </a:moveTo>
                  <a:lnTo>
                    <a:pt x="76689" y="534451"/>
                  </a:lnTo>
                  <a:lnTo>
                    <a:pt x="41132" y="541121"/>
                  </a:lnTo>
                  <a:close/>
                  <a:moveTo>
                    <a:pt x="76689" y="534451"/>
                  </a:moveTo>
                  <a:lnTo>
                    <a:pt x="58222" y="508809"/>
                  </a:lnTo>
                  <a:lnTo>
                    <a:pt x="41132" y="541121"/>
                  </a:lnTo>
                  <a:close/>
                  <a:moveTo>
                    <a:pt x="795773" y="1331171"/>
                  </a:moveTo>
                  <a:lnTo>
                    <a:pt x="788701" y="1371301"/>
                  </a:lnTo>
                  <a:lnTo>
                    <a:pt x="806979" y="1325878"/>
                  </a:lnTo>
                  <a:close/>
                  <a:moveTo>
                    <a:pt x="806979" y="1325878"/>
                  </a:moveTo>
                  <a:lnTo>
                    <a:pt x="801766" y="1379816"/>
                  </a:lnTo>
                  <a:lnTo>
                    <a:pt x="830379" y="1362633"/>
                  </a:lnTo>
                  <a:close/>
                  <a:moveTo>
                    <a:pt x="772086" y="1343061"/>
                  </a:moveTo>
                  <a:lnTo>
                    <a:pt x="788701" y="1371301"/>
                  </a:lnTo>
                  <a:lnTo>
                    <a:pt x="795773" y="1331171"/>
                  </a:lnTo>
                  <a:close/>
                  <a:moveTo>
                    <a:pt x="263570" y="682056"/>
                  </a:moveTo>
                  <a:lnTo>
                    <a:pt x="268441" y="664288"/>
                  </a:lnTo>
                  <a:lnTo>
                    <a:pt x="243097" y="681471"/>
                  </a:lnTo>
                  <a:close/>
                  <a:moveTo>
                    <a:pt x="76689" y="534451"/>
                  </a:moveTo>
                  <a:lnTo>
                    <a:pt x="84503" y="571206"/>
                  </a:lnTo>
                  <a:lnTo>
                    <a:pt x="121215" y="554023"/>
                  </a:lnTo>
                  <a:close/>
                  <a:moveTo>
                    <a:pt x="61478" y="492633"/>
                  </a:moveTo>
                  <a:lnTo>
                    <a:pt x="58222" y="508809"/>
                  </a:lnTo>
                  <a:lnTo>
                    <a:pt x="95238" y="480513"/>
                  </a:lnTo>
                  <a:close/>
                  <a:moveTo>
                    <a:pt x="95238" y="480513"/>
                  </a:moveTo>
                  <a:lnTo>
                    <a:pt x="58222" y="508809"/>
                  </a:lnTo>
                  <a:lnTo>
                    <a:pt x="76689" y="534451"/>
                  </a:lnTo>
                  <a:close/>
                  <a:moveTo>
                    <a:pt x="95238" y="480513"/>
                  </a:moveTo>
                  <a:lnTo>
                    <a:pt x="76689" y="534451"/>
                  </a:lnTo>
                  <a:lnTo>
                    <a:pt x="99817" y="517268"/>
                  </a:lnTo>
                  <a:close/>
                  <a:moveTo>
                    <a:pt x="38897" y="436555"/>
                  </a:moveTo>
                  <a:lnTo>
                    <a:pt x="62006" y="447457"/>
                  </a:lnTo>
                  <a:lnTo>
                    <a:pt x="41869" y="424186"/>
                  </a:lnTo>
                  <a:close/>
                  <a:moveTo>
                    <a:pt x="41869" y="424186"/>
                  </a:moveTo>
                  <a:lnTo>
                    <a:pt x="69642" y="443758"/>
                  </a:lnTo>
                  <a:lnTo>
                    <a:pt x="67681" y="407003"/>
                  </a:lnTo>
                  <a:close/>
                  <a:moveTo>
                    <a:pt x="830379" y="1362633"/>
                  </a:moveTo>
                  <a:lnTo>
                    <a:pt x="856261" y="1398577"/>
                  </a:lnTo>
                  <a:lnTo>
                    <a:pt x="860017" y="1350777"/>
                  </a:lnTo>
                  <a:close/>
                  <a:moveTo>
                    <a:pt x="363462" y="710177"/>
                  </a:moveTo>
                  <a:lnTo>
                    <a:pt x="340097" y="683860"/>
                  </a:lnTo>
                  <a:lnTo>
                    <a:pt x="361082" y="724819"/>
                  </a:lnTo>
                  <a:close/>
                  <a:moveTo>
                    <a:pt x="361082" y="724819"/>
                  </a:moveTo>
                  <a:lnTo>
                    <a:pt x="340097" y="683860"/>
                  </a:lnTo>
                  <a:lnTo>
                    <a:pt x="309199" y="695164"/>
                  </a:lnTo>
                  <a:close/>
                  <a:moveTo>
                    <a:pt x="361082" y="724819"/>
                  </a:moveTo>
                  <a:lnTo>
                    <a:pt x="309199" y="695164"/>
                  </a:lnTo>
                  <a:lnTo>
                    <a:pt x="330291" y="722763"/>
                  </a:lnTo>
                  <a:close/>
                  <a:moveTo>
                    <a:pt x="278956" y="692663"/>
                  </a:moveTo>
                  <a:lnTo>
                    <a:pt x="268441" y="664288"/>
                  </a:lnTo>
                  <a:lnTo>
                    <a:pt x="263570" y="682056"/>
                  </a:lnTo>
                  <a:close/>
                  <a:moveTo>
                    <a:pt x="305848" y="653141"/>
                  </a:moveTo>
                  <a:lnTo>
                    <a:pt x="268441" y="664288"/>
                  </a:lnTo>
                  <a:lnTo>
                    <a:pt x="278956" y="692663"/>
                  </a:lnTo>
                  <a:close/>
                  <a:moveTo>
                    <a:pt x="309199" y="695164"/>
                  </a:moveTo>
                  <a:lnTo>
                    <a:pt x="305848" y="653141"/>
                  </a:lnTo>
                  <a:lnTo>
                    <a:pt x="278956" y="692663"/>
                  </a:lnTo>
                  <a:close/>
                  <a:moveTo>
                    <a:pt x="113611" y="398904"/>
                  </a:moveTo>
                  <a:lnTo>
                    <a:pt x="105989" y="394041"/>
                  </a:lnTo>
                  <a:lnTo>
                    <a:pt x="67681" y="407003"/>
                  </a:lnTo>
                  <a:close/>
                  <a:moveTo>
                    <a:pt x="86037" y="392019"/>
                  </a:moveTo>
                  <a:lnTo>
                    <a:pt x="67681" y="407003"/>
                  </a:lnTo>
                  <a:lnTo>
                    <a:pt x="105989" y="394041"/>
                  </a:lnTo>
                  <a:close/>
                  <a:moveTo>
                    <a:pt x="143950" y="387763"/>
                  </a:moveTo>
                  <a:lnTo>
                    <a:pt x="105989" y="394041"/>
                  </a:lnTo>
                  <a:lnTo>
                    <a:pt x="136849" y="389819"/>
                  </a:lnTo>
                  <a:close/>
                  <a:moveTo>
                    <a:pt x="86037" y="392019"/>
                  </a:moveTo>
                  <a:lnTo>
                    <a:pt x="105989" y="394041"/>
                  </a:lnTo>
                  <a:lnTo>
                    <a:pt x="143950" y="387763"/>
                  </a:lnTo>
                  <a:close/>
                  <a:moveTo>
                    <a:pt x="105989" y="394041"/>
                  </a:moveTo>
                  <a:lnTo>
                    <a:pt x="113611" y="398904"/>
                  </a:lnTo>
                  <a:lnTo>
                    <a:pt x="136849" y="389819"/>
                  </a:lnTo>
                  <a:close/>
                  <a:moveTo>
                    <a:pt x="906618" y="1345449"/>
                  </a:moveTo>
                  <a:lnTo>
                    <a:pt x="927574" y="1382204"/>
                  </a:lnTo>
                  <a:lnTo>
                    <a:pt x="958047" y="1365021"/>
                  </a:lnTo>
                  <a:close/>
                  <a:moveTo>
                    <a:pt x="522862" y="836206"/>
                  </a:moveTo>
                  <a:lnTo>
                    <a:pt x="499273" y="844221"/>
                  </a:lnTo>
                  <a:lnTo>
                    <a:pt x="466384" y="845831"/>
                  </a:lnTo>
                  <a:close/>
                  <a:moveTo>
                    <a:pt x="552400" y="822069"/>
                  </a:moveTo>
                  <a:lnTo>
                    <a:pt x="499273" y="844221"/>
                  </a:lnTo>
                  <a:lnTo>
                    <a:pt x="522862" y="836206"/>
                  </a:lnTo>
                  <a:close/>
                  <a:moveTo>
                    <a:pt x="546248" y="816877"/>
                  </a:moveTo>
                  <a:lnTo>
                    <a:pt x="491958" y="816872"/>
                  </a:lnTo>
                  <a:lnTo>
                    <a:pt x="505588" y="830880"/>
                  </a:lnTo>
                  <a:close/>
                  <a:moveTo>
                    <a:pt x="440028" y="714814"/>
                  </a:moveTo>
                  <a:lnTo>
                    <a:pt x="423689" y="720615"/>
                  </a:lnTo>
                  <a:lnTo>
                    <a:pt x="458470" y="720035"/>
                  </a:lnTo>
                  <a:close/>
                  <a:moveTo>
                    <a:pt x="458470" y="720035"/>
                  </a:moveTo>
                  <a:lnTo>
                    <a:pt x="491551" y="740186"/>
                  </a:lnTo>
                  <a:lnTo>
                    <a:pt x="440028" y="714814"/>
                  </a:lnTo>
                  <a:close/>
                  <a:moveTo>
                    <a:pt x="440028" y="714814"/>
                  </a:moveTo>
                  <a:lnTo>
                    <a:pt x="491551" y="740186"/>
                  </a:lnTo>
                  <a:lnTo>
                    <a:pt x="496022" y="741127"/>
                  </a:lnTo>
                  <a:close/>
                  <a:moveTo>
                    <a:pt x="340097" y="683860"/>
                  </a:moveTo>
                  <a:lnTo>
                    <a:pt x="363462" y="710177"/>
                  </a:lnTo>
                  <a:lnTo>
                    <a:pt x="366676" y="675525"/>
                  </a:lnTo>
                  <a:close/>
                  <a:moveTo>
                    <a:pt x="366676" y="675525"/>
                  </a:moveTo>
                  <a:lnTo>
                    <a:pt x="404604" y="643215"/>
                  </a:lnTo>
                  <a:lnTo>
                    <a:pt x="353235" y="647104"/>
                  </a:lnTo>
                  <a:close/>
                  <a:moveTo>
                    <a:pt x="146862" y="387900"/>
                  </a:moveTo>
                  <a:lnTo>
                    <a:pt x="136849" y="389819"/>
                  </a:lnTo>
                  <a:lnTo>
                    <a:pt x="168695" y="384071"/>
                  </a:lnTo>
                  <a:close/>
                  <a:moveTo>
                    <a:pt x="168695" y="384071"/>
                  </a:moveTo>
                  <a:lnTo>
                    <a:pt x="136849" y="389819"/>
                  </a:lnTo>
                  <a:lnTo>
                    <a:pt x="113611" y="398904"/>
                  </a:lnTo>
                  <a:close/>
                  <a:moveTo>
                    <a:pt x="143950" y="387763"/>
                  </a:moveTo>
                  <a:lnTo>
                    <a:pt x="136849" y="389819"/>
                  </a:lnTo>
                  <a:lnTo>
                    <a:pt x="146862" y="387900"/>
                  </a:lnTo>
                  <a:close/>
                  <a:moveTo>
                    <a:pt x="966859" y="1362840"/>
                  </a:moveTo>
                  <a:lnTo>
                    <a:pt x="997903" y="1319942"/>
                  </a:lnTo>
                  <a:lnTo>
                    <a:pt x="957755" y="1325494"/>
                  </a:lnTo>
                  <a:close/>
                  <a:moveTo>
                    <a:pt x="997903" y="1319942"/>
                  </a:moveTo>
                  <a:lnTo>
                    <a:pt x="1001865" y="1285149"/>
                  </a:lnTo>
                  <a:lnTo>
                    <a:pt x="957755" y="1325494"/>
                  </a:lnTo>
                  <a:close/>
                  <a:moveTo>
                    <a:pt x="795171" y="1070981"/>
                  </a:moveTo>
                  <a:lnTo>
                    <a:pt x="804807" y="1100090"/>
                  </a:lnTo>
                  <a:lnTo>
                    <a:pt x="841229" y="1058285"/>
                  </a:lnTo>
                  <a:close/>
                  <a:moveTo>
                    <a:pt x="841229" y="1058285"/>
                  </a:moveTo>
                  <a:lnTo>
                    <a:pt x="804807" y="1100090"/>
                  </a:lnTo>
                  <a:lnTo>
                    <a:pt x="807830" y="1057990"/>
                  </a:lnTo>
                  <a:close/>
                  <a:moveTo>
                    <a:pt x="738064" y="997471"/>
                  </a:moveTo>
                  <a:lnTo>
                    <a:pt x="791201" y="1017043"/>
                  </a:lnTo>
                  <a:lnTo>
                    <a:pt x="763885" y="980288"/>
                  </a:lnTo>
                  <a:close/>
                  <a:moveTo>
                    <a:pt x="458470" y="720035"/>
                  </a:moveTo>
                  <a:lnTo>
                    <a:pt x="445186" y="740186"/>
                  </a:lnTo>
                  <a:lnTo>
                    <a:pt x="470517" y="734774"/>
                  </a:lnTo>
                  <a:close/>
                  <a:moveTo>
                    <a:pt x="470517" y="734774"/>
                  </a:moveTo>
                  <a:lnTo>
                    <a:pt x="491551" y="740186"/>
                  </a:lnTo>
                  <a:lnTo>
                    <a:pt x="458470" y="720035"/>
                  </a:lnTo>
                  <a:close/>
                  <a:moveTo>
                    <a:pt x="409374" y="623153"/>
                  </a:moveTo>
                  <a:lnTo>
                    <a:pt x="444475" y="621704"/>
                  </a:lnTo>
                  <a:lnTo>
                    <a:pt x="437477" y="582647"/>
                  </a:lnTo>
                  <a:close/>
                  <a:moveTo>
                    <a:pt x="469276" y="612738"/>
                  </a:moveTo>
                  <a:lnTo>
                    <a:pt x="444475" y="621704"/>
                  </a:lnTo>
                  <a:lnTo>
                    <a:pt x="443721" y="664889"/>
                  </a:lnTo>
                  <a:close/>
                  <a:moveTo>
                    <a:pt x="221463" y="399086"/>
                  </a:moveTo>
                  <a:lnTo>
                    <a:pt x="216074" y="372636"/>
                  </a:lnTo>
                  <a:lnTo>
                    <a:pt x="203833" y="390869"/>
                  </a:lnTo>
                  <a:close/>
                  <a:moveTo>
                    <a:pt x="252597" y="356115"/>
                  </a:moveTo>
                  <a:lnTo>
                    <a:pt x="216074" y="372636"/>
                  </a:lnTo>
                  <a:lnTo>
                    <a:pt x="221463" y="399086"/>
                  </a:lnTo>
                  <a:close/>
                  <a:moveTo>
                    <a:pt x="257823" y="396614"/>
                  </a:moveTo>
                  <a:lnTo>
                    <a:pt x="252597" y="356115"/>
                  </a:lnTo>
                  <a:lnTo>
                    <a:pt x="221463" y="399086"/>
                  </a:lnTo>
                  <a:close/>
                  <a:moveTo>
                    <a:pt x="1002579" y="1271394"/>
                  </a:moveTo>
                  <a:lnTo>
                    <a:pt x="1027475" y="1256324"/>
                  </a:lnTo>
                  <a:lnTo>
                    <a:pt x="995758" y="1262318"/>
                  </a:lnTo>
                  <a:close/>
                  <a:moveTo>
                    <a:pt x="1029826" y="1231584"/>
                  </a:moveTo>
                  <a:lnTo>
                    <a:pt x="1050604" y="1246591"/>
                  </a:lnTo>
                  <a:lnTo>
                    <a:pt x="1035059" y="1220389"/>
                  </a:lnTo>
                  <a:close/>
                  <a:moveTo>
                    <a:pt x="933215" y="1076962"/>
                  </a:moveTo>
                  <a:lnTo>
                    <a:pt x="897891" y="1078592"/>
                  </a:lnTo>
                  <a:lnTo>
                    <a:pt x="936269" y="1119227"/>
                  </a:lnTo>
                  <a:close/>
                  <a:moveTo>
                    <a:pt x="833171" y="1077032"/>
                  </a:moveTo>
                  <a:lnTo>
                    <a:pt x="841229" y="1058285"/>
                  </a:lnTo>
                  <a:lnTo>
                    <a:pt x="807830" y="1057990"/>
                  </a:lnTo>
                  <a:close/>
                  <a:moveTo>
                    <a:pt x="833171" y="1077032"/>
                  </a:moveTo>
                  <a:lnTo>
                    <a:pt x="859404" y="1082793"/>
                  </a:lnTo>
                  <a:lnTo>
                    <a:pt x="841229" y="1058285"/>
                  </a:lnTo>
                  <a:close/>
                  <a:moveTo>
                    <a:pt x="897891" y="1078592"/>
                  </a:moveTo>
                  <a:lnTo>
                    <a:pt x="885708" y="1043749"/>
                  </a:lnTo>
                  <a:lnTo>
                    <a:pt x="859404" y="1082793"/>
                  </a:lnTo>
                  <a:close/>
                  <a:moveTo>
                    <a:pt x="805126" y="963104"/>
                  </a:moveTo>
                  <a:lnTo>
                    <a:pt x="802201" y="1012715"/>
                  </a:lnTo>
                  <a:lnTo>
                    <a:pt x="810330" y="971131"/>
                  </a:lnTo>
                  <a:close/>
                  <a:moveTo>
                    <a:pt x="763885" y="980288"/>
                  </a:moveTo>
                  <a:lnTo>
                    <a:pt x="791201" y="1017043"/>
                  </a:lnTo>
                  <a:lnTo>
                    <a:pt x="805126" y="963104"/>
                  </a:lnTo>
                  <a:close/>
                  <a:moveTo>
                    <a:pt x="672973" y="779329"/>
                  </a:moveTo>
                  <a:lnTo>
                    <a:pt x="662086" y="796513"/>
                  </a:lnTo>
                  <a:lnTo>
                    <a:pt x="678683" y="816084"/>
                  </a:lnTo>
                  <a:close/>
                  <a:moveTo>
                    <a:pt x="491130" y="632309"/>
                  </a:moveTo>
                  <a:lnTo>
                    <a:pt x="515015" y="614454"/>
                  </a:lnTo>
                  <a:lnTo>
                    <a:pt x="469276" y="612738"/>
                  </a:lnTo>
                  <a:close/>
                  <a:moveTo>
                    <a:pt x="482365" y="649493"/>
                  </a:moveTo>
                  <a:lnTo>
                    <a:pt x="491130" y="632309"/>
                  </a:lnTo>
                  <a:lnTo>
                    <a:pt x="469276" y="612738"/>
                  </a:lnTo>
                  <a:close/>
                  <a:moveTo>
                    <a:pt x="849396" y="992613"/>
                  </a:moveTo>
                  <a:lnTo>
                    <a:pt x="867480" y="964020"/>
                  </a:lnTo>
                  <a:lnTo>
                    <a:pt x="810330" y="971131"/>
                  </a:lnTo>
                  <a:close/>
                  <a:moveTo>
                    <a:pt x="891254" y="928329"/>
                  </a:moveTo>
                  <a:lnTo>
                    <a:pt x="831786" y="926773"/>
                  </a:lnTo>
                  <a:lnTo>
                    <a:pt x="857445" y="926499"/>
                  </a:lnTo>
                  <a:close/>
                  <a:moveTo>
                    <a:pt x="678683" y="816084"/>
                  </a:moveTo>
                  <a:lnTo>
                    <a:pt x="678870" y="807981"/>
                  </a:lnTo>
                  <a:lnTo>
                    <a:pt x="672973" y="779329"/>
                  </a:lnTo>
                  <a:close/>
                  <a:moveTo>
                    <a:pt x="672973" y="779329"/>
                  </a:moveTo>
                  <a:lnTo>
                    <a:pt x="678870" y="807981"/>
                  </a:lnTo>
                  <a:lnTo>
                    <a:pt x="717076" y="775414"/>
                  </a:lnTo>
                  <a:close/>
                  <a:moveTo>
                    <a:pt x="717076" y="775414"/>
                  </a:moveTo>
                  <a:lnTo>
                    <a:pt x="706687" y="767707"/>
                  </a:lnTo>
                  <a:lnTo>
                    <a:pt x="672973" y="779329"/>
                  </a:lnTo>
                  <a:close/>
                  <a:moveTo>
                    <a:pt x="706687" y="767707"/>
                  </a:moveTo>
                  <a:lnTo>
                    <a:pt x="728964" y="731938"/>
                  </a:lnTo>
                  <a:lnTo>
                    <a:pt x="683613" y="746507"/>
                  </a:lnTo>
                  <a:close/>
                  <a:moveTo>
                    <a:pt x="568358" y="593111"/>
                  </a:moveTo>
                  <a:lnTo>
                    <a:pt x="546434" y="607350"/>
                  </a:lnTo>
                  <a:lnTo>
                    <a:pt x="515015" y="614454"/>
                  </a:lnTo>
                  <a:close/>
                  <a:moveTo>
                    <a:pt x="344796" y="255555"/>
                  </a:moveTo>
                  <a:lnTo>
                    <a:pt x="288610" y="266269"/>
                  </a:lnTo>
                  <a:lnTo>
                    <a:pt x="314208" y="265767"/>
                  </a:lnTo>
                  <a:close/>
                  <a:moveTo>
                    <a:pt x="914967" y="975215"/>
                  </a:moveTo>
                  <a:lnTo>
                    <a:pt x="867480" y="964020"/>
                  </a:lnTo>
                  <a:lnTo>
                    <a:pt x="887946" y="982676"/>
                  </a:lnTo>
                  <a:close/>
                  <a:moveTo>
                    <a:pt x="857445" y="926499"/>
                  </a:moveTo>
                  <a:lnTo>
                    <a:pt x="875478" y="935483"/>
                  </a:lnTo>
                  <a:lnTo>
                    <a:pt x="891254" y="928329"/>
                  </a:lnTo>
                  <a:close/>
                  <a:moveTo>
                    <a:pt x="344796" y="255555"/>
                  </a:moveTo>
                  <a:lnTo>
                    <a:pt x="367873" y="245629"/>
                  </a:lnTo>
                  <a:lnTo>
                    <a:pt x="359558" y="247576"/>
                  </a:lnTo>
                  <a:close/>
                  <a:moveTo>
                    <a:pt x="391255" y="208472"/>
                  </a:moveTo>
                  <a:lnTo>
                    <a:pt x="359558" y="247576"/>
                  </a:lnTo>
                  <a:lnTo>
                    <a:pt x="373312" y="230393"/>
                  </a:lnTo>
                  <a:close/>
                  <a:moveTo>
                    <a:pt x="1190195" y="1137724"/>
                  </a:moveTo>
                  <a:lnTo>
                    <a:pt x="1142336" y="1147993"/>
                  </a:lnTo>
                  <a:lnTo>
                    <a:pt x="1142902" y="1149268"/>
                  </a:lnTo>
                  <a:close/>
                  <a:moveTo>
                    <a:pt x="1136375" y="1109644"/>
                  </a:moveTo>
                  <a:lnTo>
                    <a:pt x="1142336" y="1147993"/>
                  </a:lnTo>
                  <a:lnTo>
                    <a:pt x="1190195" y="1137724"/>
                  </a:lnTo>
                  <a:close/>
                  <a:moveTo>
                    <a:pt x="447325" y="197326"/>
                  </a:moveTo>
                  <a:lnTo>
                    <a:pt x="391255" y="208472"/>
                  </a:lnTo>
                  <a:lnTo>
                    <a:pt x="414408" y="198829"/>
                  </a:lnTo>
                  <a:close/>
                  <a:moveTo>
                    <a:pt x="777182" y="462362"/>
                  </a:moveTo>
                  <a:lnTo>
                    <a:pt x="743102" y="496709"/>
                  </a:lnTo>
                  <a:lnTo>
                    <a:pt x="757646" y="490066"/>
                  </a:lnTo>
                  <a:close/>
                  <a:moveTo>
                    <a:pt x="657667" y="422495"/>
                  </a:moveTo>
                  <a:lnTo>
                    <a:pt x="686560" y="416556"/>
                  </a:lnTo>
                  <a:lnTo>
                    <a:pt x="657036" y="386886"/>
                  </a:lnTo>
                  <a:close/>
                  <a:moveTo>
                    <a:pt x="428470" y="204904"/>
                  </a:moveTo>
                  <a:lnTo>
                    <a:pt x="447325" y="197326"/>
                  </a:lnTo>
                  <a:lnTo>
                    <a:pt x="414408" y="198829"/>
                  </a:lnTo>
                  <a:close/>
                  <a:moveTo>
                    <a:pt x="428470" y="204904"/>
                  </a:moveTo>
                  <a:lnTo>
                    <a:pt x="464382" y="202796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4011" y="209911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7682" y="210942"/>
                  </a:lnTo>
                  <a:lnTo>
                    <a:pt x="484011" y="209911"/>
                  </a:lnTo>
                  <a:close/>
                  <a:moveTo>
                    <a:pt x="464382" y="202796"/>
                  </a:moveTo>
                  <a:lnTo>
                    <a:pt x="476906" y="211713"/>
                  </a:lnTo>
                  <a:lnTo>
                    <a:pt x="514009" y="225862"/>
                  </a:lnTo>
                  <a:close/>
                  <a:moveTo>
                    <a:pt x="487682" y="210942"/>
                  </a:moveTo>
                  <a:lnTo>
                    <a:pt x="514009" y="225862"/>
                  </a:lnTo>
                  <a:lnTo>
                    <a:pt x="547746" y="227421"/>
                  </a:lnTo>
                  <a:close/>
                  <a:moveTo>
                    <a:pt x="897020" y="565055"/>
                  </a:moveTo>
                  <a:lnTo>
                    <a:pt x="859478" y="563576"/>
                  </a:lnTo>
                  <a:lnTo>
                    <a:pt x="843119" y="584314"/>
                  </a:lnTo>
                  <a:close/>
                  <a:moveTo>
                    <a:pt x="897020" y="565055"/>
                  </a:moveTo>
                  <a:lnTo>
                    <a:pt x="843119" y="584314"/>
                  </a:lnTo>
                  <a:lnTo>
                    <a:pt x="865169" y="570547"/>
                  </a:lnTo>
                  <a:close/>
                  <a:moveTo>
                    <a:pt x="757646" y="490066"/>
                  </a:moveTo>
                  <a:lnTo>
                    <a:pt x="753385" y="497963"/>
                  </a:lnTo>
                  <a:lnTo>
                    <a:pt x="779848" y="511581"/>
                  </a:lnTo>
                  <a:close/>
                  <a:moveTo>
                    <a:pt x="711298" y="368977"/>
                  </a:moveTo>
                  <a:lnTo>
                    <a:pt x="706094" y="365465"/>
                  </a:lnTo>
                  <a:lnTo>
                    <a:pt x="686560" y="416556"/>
                  </a:lnTo>
                  <a:close/>
                  <a:moveTo>
                    <a:pt x="736024" y="368222"/>
                  </a:moveTo>
                  <a:lnTo>
                    <a:pt x="726301" y="331379"/>
                  </a:lnTo>
                  <a:lnTo>
                    <a:pt x="706094" y="365465"/>
                  </a:lnTo>
                  <a:close/>
                  <a:moveTo>
                    <a:pt x="518862" y="230340"/>
                  </a:moveTo>
                  <a:lnTo>
                    <a:pt x="550554" y="231664"/>
                  </a:lnTo>
                  <a:lnTo>
                    <a:pt x="547746" y="227421"/>
                  </a:lnTo>
                  <a:close/>
                  <a:moveTo>
                    <a:pt x="550554" y="231664"/>
                  </a:moveTo>
                  <a:lnTo>
                    <a:pt x="569001" y="196026"/>
                  </a:lnTo>
                  <a:lnTo>
                    <a:pt x="547746" y="227421"/>
                  </a:lnTo>
                  <a:close/>
                  <a:moveTo>
                    <a:pt x="977061" y="683340"/>
                  </a:moveTo>
                  <a:lnTo>
                    <a:pt x="991868" y="670524"/>
                  </a:lnTo>
                  <a:lnTo>
                    <a:pt x="960562" y="678052"/>
                  </a:lnTo>
                  <a:close/>
                  <a:moveTo>
                    <a:pt x="877270" y="576050"/>
                  </a:moveTo>
                  <a:lnTo>
                    <a:pt x="897020" y="565055"/>
                  </a:lnTo>
                  <a:lnTo>
                    <a:pt x="865169" y="570547"/>
                  </a:lnTo>
                  <a:close/>
                  <a:moveTo>
                    <a:pt x="877270" y="576050"/>
                  </a:moveTo>
                  <a:lnTo>
                    <a:pt x="912092" y="574828"/>
                  </a:lnTo>
                  <a:lnTo>
                    <a:pt x="897020" y="565055"/>
                  </a:lnTo>
                  <a:close/>
                  <a:moveTo>
                    <a:pt x="622734" y="124904"/>
                  </a:moveTo>
                  <a:lnTo>
                    <a:pt x="633744" y="173461"/>
                  </a:lnTo>
                  <a:lnTo>
                    <a:pt x="645285" y="150536"/>
                  </a:lnTo>
                  <a:close/>
                  <a:moveTo>
                    <a:pt x="633744" y="173461"/>
                  </a:moveTo>
                  <a:lnTo>
                    <a:pt x="658150" y="161660"/>
                  </a:lnTo>
                  <a:lnTo>
                    <a:pt x="645285" y="150536"/>
                  </a:lnTo>
                  <a:close/>
                  <a:moveTo>
                    <a:pt x="857760" y="350427"/>
                  </a:moveTo>
                  <a:lnTo>
                    <a:pt x="832891" y="353656"/>
                  </a:lnTo>
                  <a:lnTo>
                    <a:pt x="800171" y="355898"/>
                  </a:lnTo>
                  <a:close/>
                  <a:moveTo>
                    <a:pt x="857760" y="350427"/>
                  </a:moveTo>
                  <a:lnTo>
                    <a:pt x="800171" y="355898"/>
                  </a:lnTo>
                  <a:lnTo>
                    <a:pt x="823625" y="347379"/>
                  </a:lnTo>
                  <a:close/>
                  <a:moveTo>
                    <a:pt x="832891" y="353656"/>
                  </a:moveTo>
                  <a:lnTo>
                    <a:pt x="857760" y="350427"/>
                  </a:lnTo>
                  <a:lnTo>
                    <a:pt x="841687" y="345434"/>
                  </a:lnTo>
                  <a:close/>
                  <a:moveTo>
                    <a:pt x="789865" y="221159"/>
                  </a:moveTo>
                  <a:lnTo>
                    <a:pt x="785770" y="220625"/>
                  </a:lnTo>
                  <a:lnTo>
                    <a:pt x="783238" y="217986"/>
                  </a:lnTo>
                  <a:close/>
                  <a:moveTo>
                    <a:pt x="690224" y="144476"/>
                  </a:moveTo>
                  <a:lnTo>
                    <a:pt x="663192" y="121279"/>
                  </a:lnTo>
                  <a:lnTo>
                    <a:pt x="645285" y="150536"/>
                  </a:lnTo>
                  <a:close/>
                  <a:moveTo>
                    <a:pt x="924518" y="347823"/>
                  </a:moveTo>
                  <a:lnTo>
                    <a:pt x="912622" y="350662"/>
                  </a:lnTo>
                  <a:lnTo>
                    <a:pt x="916101" y="392581"/>
                  </a:lnTo>
                  <a:close/>
                  <a:moveTo>
                    <a:pt x="789865" y="221159"/>
                  </a:moveTo>
                  <a:lnTo>
                    <a:pt x="782361" y="221470"/>
                  </a:lnTo>
                  <a:lnTo>
                    <a:pt x="810803" y="203233"/>
                  </a:lnTo>
                  <a:close/>
                  <a:moveTo>
                    <a:pt x="789865" y="221159"/>
                  </a:moveTo>
                  <a:lnTo>
                    <a:pt x="810803" y="203233"/>
                  </a:lnTo>
                  <a:lnTo>
                    <a:pt x="792486" y="217986"/>
                  </a:lnTo>
                  <a:close/>
                  <a:moveTo>
                    <a:pt x="810803" y="203233"/>
                  </a:moveTo>
                  <a:lnTo>
                    <a:pt x="812993" y="200802"/>
                  </a:lnTo>
                  <a:lnTo>
                    <a:pt x="792486" y="217986"/>
                  </a:lnTo>
                  <a:close/>
                  <a:moveTo>
                    <a:pt x="663192" y="121279"/>
                  </a:moveTo>
                  <a:lnTo>
                    <a:pt x="690224" y="144476"/>
                  </a:lnTo>
                  <a:lnTo>
                    <a:pt x="694101" y="90538"/>
                  </a:lnTo>
                  <a:close/>
                  <a:moveTo>
                    <a:pt x="957320" y="281099"/>
                  </a:moveTo>
                  <a:lnTo>
                    <a:pt x="966148" y="257129"/>
                  </a:lnTo>
                  <a:lnTo>
                    <a:pt x="941224" y="274313"/>
                  </a:lnTo>
                  <a:close/>
                  <a:moveTo>
                    <a:pt x="852783" y="139404"/>
                  </a:moveTo>
                  <a:lnTo>
                    <a:pt x="825375" y="126022"/>
                  </a:lnTo>
                  <a:lnTo>
                    <a:pt x="859362" y="146864"/>
                  </a:lnTo>
                  <a:close/>
                  <a:moveTo>
                    <a:pt x="733863" y="12001"/>
                  </a:moveTo>
                  <a:lnTo>
                    <a:pt x="717901" y="17027"/>
                  </a:lnTo>
                  <a:lnTo>
                    <a:pt x="751704" y="10637"/>
                  </a:lnTo>
                  <a:close/>
                  <a:moveTo>
                    <a:pt x="733863" y="12001"/>
                  </a:moveTo>
                  <a:lnTo>
                    <a:pt x="751704" y="10637"/>
                  </a:lnTo>
                  <a:lnTo>
                    <a:pt x="782335" y="589"/>
                  </a:lnTo>
                  <a:close/>
                  <a:moveTo>
                    <a:pt x="782335" y="589"/>
                  </a:moveTo>
                  <a:lnTo>
                    <a:pt x="751704" y="10637"/>
                  </a:lnTo>
                  <a:lnTo>
                    <a:pt x="809263" y="5059"/>
                  </a:lnTo>
                  <a:close/>
                  <a:moveTo>
                    <a:pt x="841229" y="0"/>
                  </a:moveTo>
                  <a:lnTo>
                    <a:pt x="782335" y="589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41229" y="0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63361" y="5645"/>
                  </a:lnTo>
                  <a:lnTo>
                    <a:pt x="841229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32" name="Input_density__132">
              <a:extLst>
                <a:ext uri="{FF2B5EF4-FFF2-40B4-BE49-F238E27FC236}">
                  <a16:creationId xmlns:a16="http://schemas.microsoft.com/office/drawing/2014/main" id="{82A0B340-362F-9FE3-2055-68655C9E26BE}"/>
                </a:ext>
              </a:extLst>
            </p:cNvPr>
            <p:cNvSpPr>
              <a:spLocks noGrp="1"/>
            </p:cNvSpPr>
            <p:nvPr/>
          </p:nvSpPr>
          <p:spPr>
            <a:xfrm>
              <a:off x="666662" y="1588968"/>
              <a:ext cx="1050752" cy="1298043"/>
            </a:xfrm>
            <a:custGeom>
              <a:avLst/>
              <a:gdLst/>
              <a:ahLst/>
              <a:cxnLst/>
              <a:rect l="0" t="0" r="0" b="0"/>
              <a:pathLst>
                <a:path w="1050752" h="1298043">
                  <a:moveTo>
                    <a:pt x="29968" y="577750"/>
                  </a:moveTo>
                  <a:lnTo>
                    <a:pt x="0" y="629953"/>
                  </a:lnTo>
                  <a:lnTo>
                    <a:pt x="13522" y="602756"/>
                  </a:lnTo>
                  <a:close/>
                  <a:moveTo>
                    <a:pt x="48466" y="608826"/>
                  </a:moveTo>
                  <a:lnTo>
                    <a:pt x="73615" y="606646"/>
                  </a:lnTo>
                  <a:lnTo>
                    <a:pt x="13522" y="602756"/>
                  </a:lnTo>
                  <a:close/>
                  <a:moveTo>
                    <a:pt x="80342" y="603432"/>
                  </a:moveTo>
                  <a:lnTo>
                    <a:pt x="86783" y="612770"/>
                  </a:lnTo>
                  <a:lnTo>
                    <a:pt x="73615" y="606646"/>
                  </a:lnTo>
                  <a:close/>
                  <a:moveTo>
                    <a:pt x="476375" y="1019682"/>
                  </a:moveTo>
                  <a:lnTo>
                    <a:pt x="453417" y="1030054"/>
                  </a:lnTo>
                  <a:lnTo>
                    <a:pt x="510187" y="1021524"/>
                  </a:lnTo>
                  <a:close/>
                  <a:moveTo>
                    <a:pt x="22797" y="449338"/>
                  </a:moveTo>
                  <a:lnTo>
                    <a:pt x="49790" y="454482"/>
                  </a:lnTo>
                  <a:lnTo>
                    <a:pt x="23722" y="448474"/>
                  </a:lnTo>
                  <a:close/>
                  <a:moveTo>
                    <a:pt x="476375" y="1019682"/>
                  </a:moveTo>
                  <a:lnTo>
                    <a:pt x="510187" y="1021524"/>
                  </a:lnTo>
                  <a:lnTo>
                    <a:pt x="527956" y="991749"/>
                  </a:lnTo>
                  <a:close/>
                  <a:moveTo>
                    <a:pt x="53484" y="431383"/>
                  </a:moveTo>
                  <a:lnTo>
                    <a:pt x="24098" y="448281"/>
                  </a:lnTo>
                  <a:lnTo>
                    <a:pt x="71344" y="405741"/>
                  </a:lnTo>
                  <a:close/>
                  <a:moveTo>
                    <a:pt x="71344" y="405741"/>
                  </a:moveTo>
                  <a:lnTo>
                    <a:pt x="24098" y="448281"/>
                  </a:lnTo>
                  <a:lnTo>
                    <a:pt x="23722" y="448474"/>
                  </a:lnTo>
                  <a:close/>
                  <a:moveTo>
                    <a:pt x="536113" y="974111"/>
                  </a:moveTo>
                  <a:lnTo>
                    <a:pt x="527956" y="991749"/>
                  </a:lnTo>
                  <a:lnTo>
                    <a:pt x="539202" y="982708"/>
                  </a:lnTo>
                  <a:close/>
                  <a:moveTo>
                    <a:pt x="544318" y="956717"/>
                  </a:moveTo>
                  <a:lnTo>
                    <a:pt x="555299" y="969404"/>
                  </a:lnTo>
                  <a:lnTo>
                    <a:pt x="573045" y="939545"/>
                  </a:lnTo>
                  <a:close/>
                  <a:moveTo>
                    <a:pt x="578443" y="922038"/>
                  </a:moveTo>
                  <a:lnTo>
                    <a:pt x="573045" y="939545"/>
                  </a:lnTo>
                  <a:lnTo>
                    <a:pt x="592733" y="928770"/>
                  </a:lnTo>
                  <a:close/>
                  <a:moveTo>
                    <a:pt x="592733" y="928770"/>
                  </a:moveTo>
                  <a:lnTo>
                    <a:pt x="602216" y="924033"/>
                  </a:lnTo>
                  <a:lnTo>
                    <a:pt x="578443" y="922038"/>
                  </a:lnTo>
                  <a:close/>
                  <a:moveTo>
                    <a:pt x="291489" y="538106"/>
                  </a:moveTo>
                  <a:lnTo>
                    <a:pt x="318970" y="550073"/>
                  </a:lnTo>
                  <a:lnTo>
                    <a:pt x="322023" y="527689"/>
                  </a:lnTo>
                  <a:close/>
                  <a:moveTo>
                    <a:pt x="505080" y="713804"/>
                  </a:moveTo>
                  <a:lnTo>
                    <a:pt x="470074" y="707500"/>
                  </a:lnTo>
                  <a:lnTo>
                    <a:pt x="445290" y="707630"/>
                  </a:lnTo>
                  <a:close/>
                  <a:moveTo>
                    <a:pt x="961219" y="1298043"/>
                  </a:moveTo>
                  <a:lnTo>
                    <a:pt x="993715" y="1294967"/>
                  </a:lnTo>
                  <a:lnTo>
                    <a:pt x="1016908" y="1285472"/>
                  </a:lnTo>
                  <a:close/>
                  <a:moveTo>
                    <a:pt x="997069" y="1279136"/>
                  </a:moveTo>
                  <a:lnTo>
                    <a:pt x="1019468" y="1261953"/>
                  </a:lnTo>
                  <a:lnTo>
                    <a:pt x="1016908" y="1285472"/>
                  </a:lnTo>
                  <a:close/>
                  <a:moveTo>
                    <a:pt x="602388" y="784138"/>
                  </a:moveTo>
                  <a:lnTo>
                    <a:pt x="589016" y="806842"/>
                  </a:lnTo>
                  <a:lnTo>
                    <a:pt x="602672" y="795187"/>
                  </a:lnTo>
                  <a:close/>
                  <a:moveTo>
                    <a:pt x="602672" y="795187"/>
                  </a:moveTo>
                  <a:lnTo>
                    <a:pt x="589016" y="806842"/>
                  </a:lnTo>
                  <a:lnTo>
                    <a:pt x="584077" y="827963"/>
                  </a:lnTo>
                  <a:close/>
                  <a:moveTo>
                    <a:pt x="602672" y="795187"/>
                  </a:moveTo>
                  <a:lnTo>
                    <a:pt x="598533" y="753805"/>
                  </a:lnTo>
                  <a:lnTo>
                    <a:pt x="602388" y="784138"/>
                  </a:lnTo>
                  <a:close/>
                  <a:moveTo>
                    <a:pt x="598533" y="753805"/>
                  </a:moveTo>
                  <a:lnTo>
                    <a:pt x="599341" y="747383"/>
                  </a:lnTo>
                  <a:lnTo>
                    <a:pt x="602388" y="784138"/>
                  </a:lnTo>
                  <a:close/>
                  <a:moveTo>
                    <a:pt x="510962" y="681328"/>
                  </a:moveTo>
                  <a:lnTo>
                    <a:pt x="479346" y="679943"/>
                  </a:lnTo>
                  <a:lnTo>
                    <a:pt x="470074" y="707500"/>
                  </a:lnTo>
                  <a:close/>
                  <a:moveTo>
                    <a:pt x="379923" y="523384"/>
                  </a:moveTo>
                  <a:lnTo>
                    <a:pt x="352281" y="505333"/>
                  </a:lnTo>
                  <a:lnTo>
                    <a:pt x="388228" y="526853"/>
                  </a:lnTo>
                  <a:close/>
                  <a:moveTo>
                    <a:pt x="399748" y="405092"/>
                  </a:moveTo>
                  <a:lnTo>
                    <a:pt x="395710" y="399405"/>
                  </a:lnTo>
                  <a:lnTo>
                    <a:pt x="433043" y="422016"/>
                  </a:lnTo>
                  <a:close/>
                  <a:moveTo>
                    <a:pt x="381215" y="432005"/>
                  </a:moveTo>
                  <a:lnTo>
                    <a:pt x="395710" y="399405"/>
                  </a:lnTo>
                  <a:lnTo>
                    <a:pt x="399748" y="405092"/>
                  </a:lnTo>
                  <a:close/>
                  <a:moveTo>
                    <a:pt x="401857" y="313128"/>
                  </a:moveTo>
                  <a:lnTo>
                    <a:pt x="370659" y="311404"/>
                  </a:lnTo>
                  <a:lnTo>
                    <a:pt x="374596" y="362650"/>
                  </a:lnTo>
                  <a:close/>
                  <a:moveTo>
                    <a:pt x="367216" y="308711"/>
                  </a:moveTo>
                  <a:lnTo>
                    <a:pt x="370659" y="311404"/>
                  </a:lnTo>
                  <a:lnTo>
                    <a:pt x="373424" y="306669"/>
                  </a:lnTo>
                  <a:close/>
                  <a:moveTo>
                    <a:pt x="374470" y="310579"/>
                  </a:moveTo>
                  <a:lnTo>
                    <a:pt x="370659" y="311404"/>
                  </a:lnTo>
                  <a:lnTo>
                    <a:pt x="367216" y="308711"/>
                  </a:lnTo>
                  <a:close/>
                  <a:moveTo>
                    <a:pt x="795830" y="746506"/>
                  </a:moveTo>
                  <a:lnTo>
                    <a:pt x="776828" y="734866"/>
                  </a:lnTo>
                  <a:lnTo>
                    <a:pt x="765399" y="775589"/>
                  </a:lnTo>
                  <a:close/>
                  <a:moveTo>
                    <a:pt x="373424" y="306669"/>
                  </a:moveTo>
                  <a:lnTo>
                    <a:pt x="404112" y="296829"/>
                  </a:lnTo>
                  <a:lnTo>
                    <a:pt x="426023" y="282542"/>
                  </a:lnTo>
                  <a:close/>
                  <a:moveTo>
                    <a:pt x="426023" y="282542"/>
                  </a:moveTo>
                  <a:lnTo>
                    <a:pt x="404112" y="296829"/>
                  </a:lnTo>
                  <a:lnTo>
                    <a:pt x="458622" y="279847"/>
                  </a:lnTo>
                  <a:close/>
                  <a:moveTo>
                    <a:pt x="526420" y="408756"/>
                  </a:moveTo>
                  <a:lnTo>
                    <a:pt x="485732" y="406269"/>
                  </a:lnTo>
                  <a:lnTo>
                    <a:pt x="517537" y="407500"/>
                  </a:lnTo>
                  <a:close/>
                  <a:moveTo>
                    <a:pt x="964769" y="825670"/>
                  </a:moveTo>
                  <a:lnTo>
                    <a:pt x="963762" y="826510"/>
                  </a:lnTo>
                  <a:lnTo>
                    <a:pt x="981952" y="879608"/>
                  </a:lnTo>
                  <a:close/>
                  <a:moveTo>
                    <a:pt x="961824" y="825670"/>
                  </a:moveTo>
                  <a:lnTo>
                    <a:pt x="927320" y="814839"/>
                  </a:lnTo>
                  <a:lnTo>
                    <a:pt x="911021" y="796529"/>
                  </a:lnTo>
                  <a:close/>
                  <a:moveTo>
                    <a:pt x="558783" y="405183"/>
                  </a:moveTo>
                  <a:lnTo>
                    <a:pt x="584350" y="425018"/>
                  </a:lnTo>
                  <a:lnTo>
                    <a:pt x="526420" y="408756"/>
                  </a:lnTo>
                  <a:close/>
                  <a:moveTo>
                    <a:pt x="612990" y="387069"/>
                  </a:moveTo>
                  <a:lnTo>
                    <a:pt x="581925" y="401793"/>
                  </a:lnTo>
                  <a:lnTo>
                    <a:pt x="601179" y="393677"/>
                  </a:lnTo>
                  <a:close/>
                  <a:moveTo>
                    <a:pt x="1008029" y="808486"/>
                  </a:moveTo>
                  <a:lnTo>
                    <a:pt x="964769" y="825670"/>
                  </a:lnTo>
                  <a:lnTo>
                    <a:pt x="1015582" y="799475"/>
                  </a:lnTo>
                  <a:close/>
                  <a:moveTo>
                    <a:pt x="1017162" y="764414"/>
                  </a:moveTo>
                  <a:lnTo>
                    <a:pt x="1008029" y="808486"/>
                  </a:lnTo>
                  <a:lnTo>
                    <a:pt x="1015582" y="799475"/>
                  </a:lnTo>
                  <a:close/>
                  <a:moveTo>
                    <a:pt x="1045111" y="768780"/>
                  </a:moveTo>
                  <a:lnTo>
                    <a:pt x="1015582" y="799475"/>
                  </a:lnTo>
                  <a:lnTo>
                    <a:pt x="1042991" y="777376"/>
                  </a:lnTo>
                  <a:close/>
                  <a:moveTo>
                    <a:pt x="1045111" y="768780"/>
                  </a:moveTo>
                  <a:lnTo>
                    <a:pt x="1017162" y="764414"/>
                  </a:lnTo>
                  <a:lnTo>
                    <a:pt x="1015582" y="799475"/>
                  </a:lnTo>
                  <a:close/>
                  <a:moveTo>
                    <a:pt x="697711" y="358465"/>
                  </a:moveTo>
                  <a:lnTo>
                    <a:pt x="710443" y="359024"/>
                  </a:lnTo>
                  <a:lnTo>
                    <a:pt x="663902" y="356637"/>
                  </a:lnTo>
                  <a:close/>
                  <a:moveTo>
                    <a:pt x="1031595" y="666928"/>
                  </a:moveTo>
                  <a:lnTo>
                    <a:pt x="1044280" y="679961"/>
                  </a:lnTo>
                  <a:lnTo>
                    <a:pt x="1034452" y="663854"/>
                  </a:lnTo>
                  <a:close/>
                  <a:moveTo>
                    <a:pt x="1031595" y="666928"/>
                  </a:moveTo>
                  <a:lnTo>
                    <a:pt x="1044032" y="685059"/>
                  </a:lnTo>
                  <a:lnTo>
                    <a:pt x="1044280" y="679961"/>
                  </a:lnTo>
                  <a:close/>
                  <a:moveTo>
                    <a:pt x="1044280" y="679961"/>
                  </a:moveTo>
                  <a:lnTo>
                    <a:pt x="1050626" y="630056"/>
                  </a:lnTo>
                  <a:lnTo>
                    <a:pt x="1034452" y="663854"/>
                  </a:lnTo>
                  <a:close/>
                  <a:moveTo>
                    <a:pt x="1050626" y="630056"/>
                  </a:moveTo>
                  <a:lnTo>
                    <a:pt x="1050752" y="627099"/>
                  </a:lnTo>
                  <a:lnTo>
                    <a:pt x="1034452" y="663854"/>
                  </a:lnTo>
                  <a:close/>
                  <a:moveTo>
                    <a:pt x="1050752" y="627099"/>
                  </a:moveTo>
                  <a:lnTo>
                    <a:pt x="1050626" y="630056"/>
                  </a:lnTo>
                  <a:lnTo>
                    <a:pt x="1044509" y="590633"/>
                  </a:lnTo>
                  <a:close/>
                  <a:moveTo>
                    <a:pt x="933789" y="480080"/>
                  </a:moveTo>
                  <a:lnTo>
                    <a:pt x="938576" y="516834"/>
                  </a:lnTo>
                  <a:lnTo>
                    <a:pt x="924808" y="497263"/>
                  </a:lnTo>
                  <a:close/>
                  <a:moveTo>
                    <a:pt x="822531" y="423753"/>
                  </a:moveTo>
                  <a:lnTo>
                    <a:pt x="820844" y="377269"/>
                  </a:lnTo>
                  <a:lnTo>
                    <a:pt x="822044" y="411965"/>
                  </a:lnTo>
                  <a:close/>
                  <a:moveTo>
                    <a:pt x="925214" y="471760"/>
                  </a:moveTo>
                  <a:lnTo>
                    <a:pt x="935899" y="507821"/>
                  </a:lnTo>
                  <a:lnTo>
                    <a:pt x="938576" y="516834"/>
                  </a:lnTo>
                  <a:close/>
                  <a:moveTo>
                    <a:pt x="766328" y="201814"/>
                  </a:moveTo>
                  <a:lnTo>
                    <a:pt x="742217" y="207873"/>
                  </a:lnTo>
                  <a:lnTo>
                    <a:pt x="798865" y="198884"/>
                  </a:lnTo>
                  <a:close/>
                  <a:moveTo>
                    <a:pt x="928686" y="334696"/>
                  </a:moveTo>
                  <a:lnTo>
                    <a:pt x="928667" y="335448"/>
                  </a:lnTo>
                  <a:lnTo>
                    <a:pt x="929223" y="289512"/>
                  </a:lnTo>
                  <a:close/>
                  <a:moveTo>
                    <a:pt x="770435" y="24750"/>
                  </a:moveTo>
                  <a:lnTo>
                    <a:pt x="769250" y="25073"/>
                  </a:lnTo>
                  <a:lnTo>
                    <a:pt x="772418" y="24225"/>
                  </a:lnTo>
                  <a:close/>
                  <a:moveTo>
                    <a:pt x="769250" y="25073"/>
                  </a:moveTo>
                  <a:lnTo>
                    <a:pt x="770435" y="24750"/>
                  </a:lnTo>
                  <a:lnTo>
                    <a:pt x="760227" y="24225"/>
                  </a:lnTo>
                  <a:close/>
                  <a:moveTo>
                    <a:pt x="760227" y="24225"/>
                  </a:moveTo>
                  <a:lnTo>
                    <a:pt x="770435" y="24750"/>
                  </a:lnTo>
                  <a:lnTo>
                    <a:pt x="771291" y="23414"/>
                  </a:lnTo>
                  <a:close/>
                  <a:moveTo>
                    <a:pt x="789547" y="0"/>
                  </a:moveTo>
                  <a:lnTo>
                    <a:pt x="760227" y="24225"/>
                  </a:lnTo>
                  <a:lnTo>
                    <a:pt x="771291" y="23414"/>
                  </a:lnTo>
                  <a:close/>
                  <a:moveTo>
                    <a:pt x="770435" y="24750"/>
                  </a:moveTo>
                  <a:lnTo>
                    <a:pt x="772418" y="24225"/>
                  </a:lnTo>
                  <a:lnTo>
                    <a:pt x="771291" y="23414"/>
                  </a:lnTo>
                  <a:close/>
                  <a:moveTo>
                    <a:pt x="814397" y="15458"/>
                  </a:moveTo>
                  <a:lnTo>
                    <a:pt x="811055" y="7041"/>
                  </a:lnTo>
                  <a:lnTo>
                    <a:pt x="802474" y="19963"/>
                  </a:lnTo>
                  <a:close/>
                  <a:moveTo>
                    <a:pt x="802474" y="19963"/>
                  </a:moveTo>
                  <a:lnTo>
                    <a:pt x="811055" y="7041"/>
                  </a:lnTo>
                  <a:lnTo>
                    <a:pt x="789547" y="0"/>
                  </a:lnTo>
                  <a:close/>
                  <a:moveTo>
                    <a:pt x="771291" y="23414"/>
                  </a:moveTo>
                  <a:lnTo>
                    <a:pt x="772418" y="24225"/>
                  </a:lnTo>
                  <a:lnTo>
                    <a:pt x="802474" y="19963"/>
                  </a:lnTo>
                  <a:close/>
                  <a:moveTo>
                    <a:pt x="789547" y="0"/>
                  </a:moveTo>
                  <a:lnTo>
                    <a:pt x="771291" y="23414"/>
                  </a:lnTo>
                  <a:lnTo>
                    <a:pt x="802474" y="19963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33" name="Input_density__133">
              <a:extLst>
                <a:ext uri="{FF2B5EF4-FFF2-40B4-BE49-F238E27FC236}">
                  <a16:creationId xmlns:a16="http://schemas.microsoft.com/office/drawing/2014/main" id="{6B8715DB-BAE3-F984-D5F6-C1C63383D1D8}"/>
                </a:ext>
              </a:extLst>
            </p:cNvPr>
            <p:cNvSpPr>
              <a:spLocks noGrp="1"/>
            </p:cNvSpPr>
            <p:nvPr/>
          </p:nvSpPr>
          <p:spPr>
            <a:xfrm>
              <a:off x="753445" y="1608931"/>
              <a:ext cx="956208" cy="1001562"/>
            </a:xfrm>
            <a:custGeom>
              <a:avLst/>
              <a:gdLst/>
              <a:ahLst/>
              <a:cxnLst/>
              <a:rect l="0" t="0" r="0" b="0"/>
              <a:pathLst>
                <a:path w="956208" h="1001562">
                  <a:moveTo>
                    <a:pt x="0" y="592807"/>
                  </a:moveTo>
                  <a:lnTo>
                    <a:pt x="13795" y="599306"/>
                  </a:lnTo>
                  <a:lnTo>
                    <a:pt x="26440" y="610199"/>
                  </a:lnTo>
                  <a:close/>
                  <a:moveTo>
                    <a:pt x="443406" y="979929"/>
                  </a:moveTo>
                  <a:lnTo>
                    <a:pt x="441173" y="971786"/>
                  </a:lnTo>
                  <a:lnTo>
                    <a:pt x="423404" y="1001562"/>
                  </a:lnTo>
                  <a:close/>
                  <a:moveTo>
                    <a:pt x="443406" y="979929"/>
                  </a:moveTo>
                  <a:lnTo>
                    <a:pt x="452419" y="962745"/>
                  </a:lnTo>
                  <a:lnTo>
                    <a:pt x="441173" y="971786"/>
                  </a:lnTo>
                  <a:close/>
                  <a:moveTo>
                    <a:pt x="452419" y="962745"/>
                  </a:moveTo>
                  <a:lnTo>
                    <a:pt x="443406" y="979929"/>
                  </a:lnTo>
                  <a:lnTo>
                    <a:pt x="468516" y="949442"/>
                  </a:lnTo>
                  <a:close/>
                  <a:moveTo>
                    <a:pt x="457535" y="936755"/>
                  </a:moveTo>
                  <a:lnTo>
                    <a:pt x="452419" y="962745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486262" y="919583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505950" y="908807"/>
                  </a:lnTo>
                  <a:lnTo>
                    <a:pt x="486262" y="919583"/>
                  </a:lnTo>
                  <a:close/>
                  <a:moveTo>
                    <a:pt x="100792" y="378778"/>
                  </a:moveTo>
                  <a:lnTo>
                    <a:pt x="119687" y="430992"/>
                  </a:lnTo>
                  <a:lnTo>
                    <a:pt x="121666" y="428455"/>
                  </a:lnTo>
                  <a:close/>
                  <a:moveTo>
                    <a:pt x="383291" y="687538"/>
                  </a:moveTo>
                  <a:lnTo>
                    <a:pt x="392562" y="659981"/>
                  </a:lnTo>
                  <a:lnTo>
                    <a:pt x="359899" y="707849"/>
                  </a:lnTo>
                  <a:close/>
                  <a:moveTo>
                    <a:pt x="235239" y="507726"/>
                  </a:moveTo>
                  <a:lnTo>
                    <a:pt x="255253" y="487319"/>
                  </a:lnTo>
                  <a:lnTo>
                    <a:pt x="293140" y="503421"/>
                  </a:lnTo>
                  <a:close/>
                  <a:moveTo>
                    <a:pt x="346260" y="402053"/>
                  </a:moveTo>
                  <a:lnTo>
                    <a:pt x="379009" y="382905"/>
                  </a:lnTo>
                  <a:lnTo>
                    <a:pt x="353709" y="399014"/>
                  </a:lnTo>
                  <a:close/>
                  <a:moveTo>
                    <a:pt x="356501" y="393727"/>
                  </a:moveTo>
                  <a:lnTo>
                    <a:pt x="353709" y="399014"/>
                  </a:lnTo>
                  <a:lnTo>
                    <a:pt x="379009" y="382905"/>
                  </a:lnTo>
                  <a:close/>
                  <a:moveTo>
                    <a:pt x="526207" y="367106"/>
                  </a:moveTo>
                  <a:lnTo>
                    <a:pt x="472000" y="385220"/>
                  </a:lnTo>
                  <a:lnTo>
                    <a:pt x="495142" y="381830"/>
                  </a:lnTo>
                  <a:close/>
                  <a:moveTo>
                    <a:pt x="514396" y="373714"/>
                  </a:moveTo>
                  <a:lnTo>
                    <a:pt x="528851" y="364647"/>
                  </a:lnTo>
                  <a:lnTo>
                    <a:pt x="526207" y="367106"/>
                  </a:lnTo>
                  <a:close/>
                  <a:moveTo>
                    <a:pt x="877985" y="805707"/>
                  </a:moveTo>
                  <a:lnTo>
                    <a:pt x="906600" y="792723"/>
                  </a:lnTo>
                  <a:lnTo>
                    <a:pt x="928799" y="779512"/>
                  </a:lnTo>
                  <a:close/>
                  <a:moveTo>
                    <a:pt x="928799" y="779512"/>
                  </a:moveTo>
                  <a:lnTo>
                    <a:pt x="906600" y="792723"/>
                  </a:lnTo>
                  <a:lnTo>
                    <a:pt x="956208" y="757414"/>
                  </a:lnTo>
                  <a:close/>
                  <a:moveTo>
                    <a:pt x="526922" y="363531"/>
                  </a:moveTo>
                  <a:lnTo>
                    <a:pt x="526207" y="367106"/>
                  </a:lnTo>
                  <a:lnTo>
                    <a:pt x="528851" y="364647"/>
                  </a:lnTo>
                  <a:close/>
                  <a:moveTo>
                    <a:pt x="735260" y="392003"/>
                  </a:moveTo>
                  <a:lnTo>
                    <a:pt x="727613" y="429407"/>
                  </a:lnTo>
                  <a:lnTo>
                    <a:pt x="735747" y="403790"/>
                  </a:lnTo>
                  <a:close/>
                  <a:moveTo>
                    <a:pt x="738005" y="349852"/>
                  </a:moveTo>
                  <a:lnTo>
                    <a:pt x="734061" y="357306"/>
                  </a:lnTo>
                  <a:lnTo>
                    <a:pt x="735747" y="403790"/>
                  </a:lnTo>
                  <a:close/>
                  <a:moveTo>
                    <a:pt x="788069" y="338450"/>
                  </a:moveTo>
                  <a:lnTo>
                    <a:pt x="738005" y="349852"/>
                  </a:lnTo>
                  <a:lnTo>
                    <a:pt x="781255" y="336951"/>
                  </a:lnTo>
                  <a:close/>
                  <a:moveTo>
                    <a:pt x="734061" y="357306"/>
                  </a:moveTo>
                  <a:lnTo>
                    <a:pt x="738005" y="349852"/>
                  </a:lnTo>
                  <a:lnTo>
                    <a:pt x="788069" y="338450"/>
                  </a:lnTo>
                  <a:close/>
                  <a:moveTo>
                    <a:pt x="781255" y="336951"/>
                  </a:moveTo>
                  <a:lnTo>
                    <a:pt x="738005" y="349852"/>
                  </a:lnTo>
                  <a:lnTo>
                    <a:pt x="763010" y="340966"/>
                  </a:lnTo>
                  <a:close/>
                  <a:moveTo>
                    <a:pt x="887161" y="267369"/>
                  </a:moveTo>
                  <a:lnTo>
                    <a:pt x="841884" y="315485"/>
                  </a:lnTo>
                  <a:lnTo>
                    <a:pt x="867111" y="288613"/>
                  </a:lnTo>
                  <a:close/>
                  <a:moveTo>
                    <a:pt x="887161" y="267369"/>
                  </a:moveTo>
                  <a:lnTo>
                    <a:pt x="867111" y="288613"/>
                  </a:lnTo>
                  <a:lnTo>
                    <a:pt x="921112" y="269731"/>
                  </a:lnTo>
                  <a:close/>
                  <a:moveTo>
                    <a:pt x="682467" y="5111"/>
                  </a:moveTo>
                  <a:lnTo>
                    <a:pt x="673444" y="4262"/>
                  </a:lnTo>
                  <a:lnTo>
                    <a:pt x="660672" y="15079"/>
                  </a:lnTo>
                  <a:close/>
                  <a:moveTo>
                    <a:pt x="685635" y="4262"/>
                  </a:moveTo>
                  <a:lnTo>
                    <a:pt x="660672" y="15079"/>
                  </a:lnTo>
                  <a:lnTo>
                    <a:pt x="715691" y="0"/>
                  </a:lnTo>
                  <a:close/>
                  <a:moveTo>
                    <a:pt x="682467" y="5111"/>
                  </a:moveTo>
                  <a:lnTo>
                    <a:pt x="660672" y="15079"/>
                  </a:lnTo>
                  <a:lnTo>
                    <a:pt x="685635" y="426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34" name="Input_density__134">
              <a:extLst>
                <a:ext uri="{FF2B5EF4-FFF2-40B4-BE49-F238E27FC236}">
                  <a16:creationId xmlns:a16="http://schemas.microsoft.com/office/drawing/2014/main" id="{AD86FD8F-5914-8282-80CE-CEFD05FEEEC2}"/>
                </a:ext>
              </a:extLst>
            </p:cNvPr>
            <p:cNvSpPr>
              <a:spLocks noGrp="1"/>
            </p:cNvSpPr>
            <p:nvPr/>
          </p:nvSpPr>
          <p:spPr>
            <a:xfrm>
              <a:off x="727724" y="1490959"/>
              <a:ext cx="1094961" cy="1359961"/>
            </a:xfrm>
            <a:custGeom>
              <a:avLst/>
              <a:gdLst/>
              <a:ahLst/>
              <a:cxnLst/>
              <a:rect l="0" t="0" r="0" b="0"/>
              <a:pathLst>
                <a:path w="1094961" h="1359961">
                  <a:moveTo>
                    <a:pt x="36563" y="566147"/>
                  </a:moveTo>
                  <a:lnTo>
                    <a:pt x="15436" y="575525"/>
                  </a:lnTo>
                  <a:lnTo>
                    <a:pt x="25332" y="612226"/>
                  </a:lnTo>
                  <a:close/>
                  <a:moveTo>
                    <a:pt x="0" y="561515"/>
                  </a:moveTo>
                  <a:lnTo>
                    <a:pt x="15436" y="575525"/>
                  </a:lnTo>
                  <a:lnTo>
                    <a:pt x="14694" y="546575"/>
                  </a:lnTo>
                  <a:close/>
                  <a:moveTo>
                    <a:pt x="14694" y="546575"/>
                  </a:moveTo>
                  <a:lnTo>
                    <a:pt x="15436" y="575525"/>
                  </a:lnTo>
                  <a:lnTo>
                    <a:pt x="36563" y="566147"/>
                  </a:lnTo>
                  <a:close/>
                  <a:moveTo>
                    <a:pt x="759039" y="1320818"/>
                  </a:moveTo>
                  <a:lnTo>
                    <a:pt x="812077" y="1345717"/>
                  </a:lnTo>
                  <a:lnTo>
                    <a:pt x="802915" y="1308419"/>
                  </a:lnTo>
                  <a:close/>
                  <a:moveTo>
                    <a:pt x="759039" y="1320818"/>
                  </a:moveTo>
                  <a:lnTo>
                    <a:pt x="782438" y="1357573"/>
                  </a:lnTo>
                  <a:lnTo>
                    <a:pt x="812077" y="1345717"/>
                  </a:lnTo>
                  <a:close/>
                  <a:moveTo>
                    <a:pt x="802915" y="1308419"/>
                  </a:moveTo>
                  <a:lnTo>
                    <a:pt x="846701" y="1320766"/>
                  </a:lnTo>
                  <a:lnTo>
                    <a:pt x="833824" y="1303635"/>
                  </a:lnTo>
                  <a:close/>
                  <a:moveTo>
                    <a:pt x="748940" y="1284063"/>
                  </a:moveTo>
                  <a:lnTo>
                    <a:pt x="802915" y="1308419"/>
                  </a:lnTo>
                  <a:lnTo>
                    <a:pt x="783874" y="1279151"/>
                  </a:lnTo>
                  <a:close/>
                  <a:moveTo>
                    <a:pt x="748940" y="1284063"/>
                  </a:moveTo>
                  <a:lnTo>
                    <a:pt x="759039" y="1320818"/>
                  </a:lnTo>
                  <a:lnTo>
                    <a:pt x="802915" y="1308419"/>
                  </a:lnTo>
                  <a:close/>
                  <a:moveTo>
                    <a:pt x="833824" y="1303635"/>
                  </a:moveTo>
                  <a:lnTo>
                    <a:pt x="840224" y="1296551"/>
                  </a:lnTo>
                  <a:lnTo>
                    <a:pt x="802915" y="1308419"/>
                  </a:lnTo>
                  <a:close/>
                  <a:moveTo>
                    <a:pt x="292157" y="678800"/>
                  </a:moveTo>
                  <a:lnTo>
                    <a:pt x="301022" y="650902"/>
                  </a:lnTo>
                  <a:lnTo>
                    <a:pt x="261259" y="690105"/>
                  </a:lnTo>
                  <a:close/>
                  <a:moveTo>
                    <a:pt x="261259" y="690105"/>
                  </a:moveTo>
                  <a:lnTo>
                    <a:pt x="301022" y="650902"/>
                  </a:lnTo>
                  <a:lnTo>
                    <a:pt x="295369" y="644715"/>
                  </a:lnTo>
                  <a:close/>
                  <a:moveTo>
                    <a:pt x="261259" y="690105"/>
                  </a:moveTo>
                  <a:lnTo>
                    <a:pt x="295369" y="644715"/>
                  </a:lnTo>
                  <a:lnTo>
                    <a:pt x="257908" y="648082"/>
                  </a:lnTo>
                  <a:close/>
                  <a:moveTo>
                    <a:pt x="295369" y="644715"/>
                  </a:moveTo>
                  <a:lnTo>
                    <a:pt x="301022" y="650902"/>
                  </a:lnTo>
                  <a:lnTo>
                    <a:pt x="305295" y="642045"/>
                  </a:lnTo>
                  <a:close/>
                  <a:moveTo>
                    <a:pt x="858678" y="1340390"/>
                  </a:moveTo>
                  <a:lnTo>
                    <a:pt x="910107" y="1359961"/>
                  </a:lnTo>
                  <a:lnTo>
                    <a:pt x="900855" y="1323207"/>
                  </a:lnTo>
                  <a:close/>
                  <a:moveTo>
                    <a:pt x="900855" y="1323207"/>
                  </a:moveTo>
                  <a:lnTo>
                    <a:pt x="899595" y="1297742"/>
                  </a:lnTo>
                  <a:lnTo>
                    <a:pt x="858678" y="1340390"/>
                  </a:lnTo>
                  <a:close/>
                  <a:moveTo>
                    <a:pt x="858678" y="1340390"/>
                  </a:moveTo>
                  <a:lnTo>
                    <a:pt x="899595" y="1297742"/>
                  </a:lnTo>
                  <a:lnTo>
                    <a:pt x="844169" y="1301968"/>
                  </a:lnTo>
                  <a:close/>
                  <a:moveTo>
                    <a:pt x="844169" y="1301968"/>
                  </a:moveTo>
                  <a:lnTo>
                    <a:pt x="899595" y="1297742"/>
                  </a:lnTo>
                  <a:lnTo>
                    <a:pt x="892769" y="1289545"/>
                  </a:lnTo>
                  <a:close/>
                  <a:moveTo>
                    <a:pt x="858678" y="1340390"/>
                  </a:moveTo>
                  <a:lnTo>
                    <a:pt x="844169" y="1301968"/>
                  </a:lnTo>
                  <a:lnTo>
                    <a:pt x="846701" y="1320766"/>
                  </a:lnTo>
                  <a:close/>
                  <a:moveTo>
                    <a:pt x="833824" y="1303635"/>
                  </a:moveTo>
                  <a:lnTo>
                    <a:pt x="846701" y="1320766"/>
                  </a:lnTo>
                  <a:lnTo>
                    <a:pt x="844169" y="1301968"/>
                  </a:lnTo>
                  <a:close/>
                  <a:moveTo>
                    <a:pt x="840224" y="1296551"/>
                  </a:moveTo>
                  <a:lnTo>
                    <a:pt x="833824" y="1303635"/>
                  </a:lnTo>
                  <a:lnTo>
                    <a:pt x="844169" y="1301968"/>
                  </a:lnTo>
                  <a:close/>
                  <a:moveTo>
                    <a:pt x="892769" y="1289545"/>
                  </a:moveTo>
                  <a:lnTo>
                    <a:pt x="899595" y="1297742"/>
                  </a:lnTo>
                  <a:lnTo>
                    <a:pt x="906547" y="1286451"/>
                  </a:lnTo>
                  <a:close/>
                  <a:moveTo>
                    <a:pt x="498308" y="811817"/>
                  </a:moveTo>
                  <a:lnTo>
                    <a:pt x="457648" y="825820"/>
                  </a:lnTo>
                  <a:lnTo>
                    <a:pt x="504460" y="817010"/>
                  </a:lnTo>
                  <a:close/>
                  <a:moveTo>
                    <a:pt x="504460" y="817010"/>
                  </a:moveTo>
                  <a:lnTo>
                    <a:pt x="457648" y="825820"/>
                  </a:lnTo>
                  <a:lnTo>
                    <a:pt x="451333" y="839161"/>
                  </a:lnTo>
                  <a:close/>
                  <a:moveTo>
                    <a:pt x="375749" y="715555"/>
                  </a:moveTo>
                  <a:lnTo>
                    <a:pt x="355475" y="729918"/>
                  </a:lnTo>
                  <a:lnTo>
                    <a:pt x="410530" y="714975"/>
                  </a:lnTo>
                  <a:close/>
                  <a:moveTo>
                    <a:pt x="410530" y="714975"/>
                  </a:moveTo>
                  <a:lnTo>
                    <a:pt x="355475" y="729918"/>
                  </a:lnTo>
                  <a:lnTo>
                    <a:pt x="397246" y="735127"/>
                  </a:lnTo>
                  <a:close/>
                  <a:moveTo>
                    <a:pt x="397246" y="735127"/>
                  </a:moveTo>
                  <a:lnTo>
                    <a:pt x="355475" y="729918"/>
                  </a:lnTo>
                  <a:lnTo>
                    <a:pt x="375968" y="740518"/>
                  </a:lnTo>
                  <a:close/>
                  <a:moveTo>
                    <a:pt x="301022" y="650902"/>
                  </a:moveTo>
                  <a:lnTo>
                    <a:pt x="292157" y="678800"/>
                  </a:lnTo>
                  <a:lnTo>
                    <a:pt x="318735" y="670465"/>
                  </a:lnTo>
                  <a:close/>
                  <a:moveTo>
                    <a:pt x="305295" y="642045"/>
                  </a:moveTo>
                  <a:lnTo>
                    <a:pt x="301022" y="650902"/>
                  </a:lnTo>
                  <a:lnTo>
                    <a:pt x="318735" y="670465"/>
                  </a:lnTo>
                  <a:close/>
                  <a:moveTo>
                    <a:pt x="900855" y="1323207"/>
                  </a:moveTo>
                  <a:lnTo>
                    <a:pt x="918919" y="1357780"/>
                  </a:lnTo>
                  <a:lnTo>
                    <a:pt x="909815" y="1320434"/>
                  </a:lnTo>
                  <a:close/>
                  <a:moveTo>
                    <a:pt x="900855" y="1323207"/>
                  </a:moveTo>
                  <a:lnTo>
                    <a:pt x="910107" y="1359961"/>
                  </a:lnTo>
                  <a:lnTo>
                    <a:pt x="918919" y="1357780"/>
                  </a:lnTo>
                  <a:close/>
                  <a:moveTo>
                    <a:pt x="899595" y="1297742"/>
                  </a:moveTo>
                  <a:lnTo>
                    <a:pt x="900855" y="1323207"/>
                  </a:lnTo>
                  <a:lnTo>
                    <a:pt x="909815" y="1320434"/>
                  </a:lnTo>
                  <a:close/>
                  <a:moveTo>
                    <a:pt x="909815" y="1320434"/>
                  </a:moveTo>
                  <a:lnTo>
                    <a:pt x="953925" y="1280090"/>
                  </a:lnTo>
                  <a:lnTo>
                    <a:pt x="906547" y="1286451"/>
                  </a:lnTo>
                  <a:close/>
                  <a:moveTo>
                    <a:pt x="906547" y="1286451"/>
                  </a:moveTo>
                  <a:lnTo>
                    <a:pt x="953925" y="1280090"/>
                  </a:lnTo>
                  <a:lnTo>
                    <a:pt x="940390" y="1269268"/>
                  </a:lnTo>
                  <a:close/>
                  <a:moveTo>
                    <a:pt x="906547" y="1286451"/>
                  </a:moveTo>
                  <a:lnTo>
                    <a:pt x="899595" y="1297742"/>
                  </a:lnTo>
                  <a:lnTo>
                    <a:pt x="909815" y="1320434"/>
                  </a:lnTo>
                  <a:close/>
                  <a:moveTo>
                    <a:pt x="947818" y="1257259"/>
                  </a:moveTo>
                  <a:lnTo>
                    <a:pt x="906547" y="1286451"/>
                  </a:lnTo>
                  <a:lnTo>
                    <a:pt x="940390" y="1269268"/>
                  </a:lnTo>
                  <a:close/>
                  <a:moveTo>
                    <a:pt x="947818" y="1257259"/>
                  </a:moveTo>
                  <a:lnTo>
                    <a:pt x="928516" y="1281297"/>
                  </a:lnTo>
                  <a:lnTo>
                    <a:pt x="906547" y="1286451"/>
                  </a:lnTo>
                  <a:close/>
                  <a:moveTo>
                    <a:pt x="421336" y="607678"/>
                  </a:moveTo>
                  <a:lnTo>
                    <a:pt x="416966" y="570923"/>
                  </a:lnTo>
                  <a:lnTo>
                    <a:pt x="396535" y="616645"/>
                  </a:lnTo>
                  <a:close/>
                  <a:moveTo>
                    <a:pt x="209882" y="391555"/>
                  </a:moveTo>
                  <a:lnTo>
                    <a:pt x="173522" y="394027"/>
                  </a:lnTo>
                  <a:lnTo>
                    <a:pt x="216972" y="393391"/>
                  </a:lnTo>
                  <a:close/>
                  <a:moveTo>
                    <a:pt x="221063" y="387148"/>
                  </a:moveTo>
                  <a:lnTo>
                    <a:pt x="205757" y="350393"/>
                  </a:lnTo>
                  <a:lnTo>
                    <a:pt x="209882" y="391555"/>
                  </a:lnTo>
                  <a:close/>
                  <a:moveTo>
                    <a:pt x="205757" y="350393"/>
                  </a:moveTo>
                  <a:lnTo>
                    <a:pt x="204657" y="351056"/>
                  </a:lnTo>
                  <a:lnTo>
                    <a:pt x="209882" y="391555"/>
                  </a:lnTo>
                  <a:close/>
                  <a:moveTo>
                    <a:pt x="209882" y="391555"/>
                  </a:moveTo>
                  <a:lnTo>
                    <a:pt x="216972" y="393391"/>
                  </a:lnTo>
                  <a:lnTo>
                    <a:pt x="221063" y="387148"/>
                  </a:lnTo>
                  <a:close/>
                  <a:moveTo>
                    <a:pt x="185445" y="313638"/>
                  </a:moveTo>
                  <a:lnTo>
                    <a:pt x="204657" y="351056"/>
                  </a:lnTo>
                  <a:lnTo>
                    <a:pt x="205100" y="349004"/>
                  </a:lnTo>
                  <a:close/>
                  <a:moveTo>
                    <a:pt x="168134" y="367577"/>
                  </a:moveTo>
                  <a:lnTo>
                    <a:pt x="204657" y="351056"/>
                  </a:lnTo>
                  <a:lnTo>
                    <a:pt x="185445" y="313638"/>
                  </a:lnTo>
                  <a:close/>
                  <a:moveTo>
                    <a:pt x="204657" y="351056"/>
                  </a:moveTo>
                  <a:lnTo>
                    <a:pt x="205757" y="350393"/>
                  </a:lnTo>
                  <a:lnTo>
                    <a:pt x="205100" y="349004"/>
                  </a:lnTo>
                  <a:close/>
                  <a:moveTo>
                    <a:pt x="940390" y="1269268"/>
                  </a:moveTo>
                  <a:lnTo>
                    <a:pt x="953925" y="1280090"/>
                  </a:lnTo>
                  <a:lnTo>
                    <a:pt x="954639" y="1266335"/>
                  </a:lnTo>
                  <a:close/>
                  <a:moveTo>
                    <a:pt x="947818" y="1257259"/>
                  </a:moveTo>
                  <a:lnTo>
                    <a:pt x="940390" y="1269268"/>
                  </a:lnTo>
                  <a:lnTo>
                    <a:pt x="954639" y="1266335"/>
                  </a:lnTo>
                  <a:close/>
                  <a:moveTo>
                    <a:pt x="811464" y="1077733"/>
                  </a:moveTo>
                  <a:lnTo>
                    <a:pt x="794545" y="1048738"/>
                  </a:lnTo>
                  <a:lnTo>
                    <a:pt x="793288" y="1053226"/>
                  </a:lnTo>
                  <a:close/>
                  <a:moveTo>
                    <a:pt x="837768" y="1038690"/>
                  </a:moveTo>
                  <a:lnTo>
                    <a:pt x="794545" y="1048738"/>
                  </a:lnTo>
                  <a:lnTo>
                    <a:pt x="811464" y="1077733"/>
                  </a:lnTo>
                  <a:close/>
                  <a:moveTo>
                    <a:pt x="707733" y="938473"/>
                  </a:moveTo>
                  <a:lnTo>
                    <a:pt x="758348" y="950957"/>
                  </a:lnTo>
                  <a:lnTo>
                    <a:pt x="743035" y="927288"/>
                  </a:lnTo>
                  <a:close/>
                  <a:moveTo>
                    <a:pt x="757186" y="958045"/>
                  </a:moveTo>
                  <a:lnTo>
                    <a:pt x="758348" y="950957"/>
                  </a:lnTo>
                  <a:lnTo>
                    <a:pt x="707733" y="938473"/>
                  </a:lnTo>
                  <a:close/>
                  <a:moveTo>
                    <a:pt x="715945" y="975228"/>
                  </a:moveTo>
                  <a:lnTo>
                    <a:pt x="757186" y="958045"/>
                  </a:lnTo>
                  <a:lnTo>
                    <a:pt x="707733" y="938473"/>
                  </a:lnTo>
                  <a:close/>
                  <a:moveTo>
                    <a:pt x="743035" y="927288"/>
                  </a:moveTo>
                  <a:lnTo>
                    <a:pt x="758348" y="950957"/>
                  </a:lnTo>
                  <a:lnTo>
                    <a:pt x="783846" y="921713"/>
                  </a:lnTo>
                  <a:close/>
                  <a:moveTo>
                    <a:pt x="421336" y="607678"/>
                  </a:moveTo>
                  <a:lnTo>
                    <a:pt x="467075" y="609394"/>
                  </a:lnTo>
                  <a:lnTo>
                    <a:pt x="453216" y="597652"/>
                  </a:lnTo>
                  <a:close/>
                  <a:moveTo>
                    <a:pt x="416966" y="570923"/>
                  </a:moveTo>
                  <a:lnTo>
                    <a:pt x="421336" y="607678"/>
                  </a:lnTo>
                  <a:lnTo>
                    <a:pt x="453216" y="597652"/>
                  </a:lnTo>
                  <a:close/>
                  <a:moveTo>
                    <a:pt x="490773" y="594207"/>
                  </a:moveTo>
                  <a:lnTo>
                    <a:pt x="435426" y="567368"/>
                  </a:lnTo>
                  <a:lnTo>
                    <a:pt x="453216" y="597652"/>
                  </a:lnTo>
                  <a:close/>
                  <a:moveTo>
                    <a:pt x="205757" y="350393"/>
                  </a:moveTo>
                  <a:lnTo>
                    <a:pt x="221063" y="387148"/>
                  </a:lnTo>
                  <a:lnTo>
                    <a:pt x="253041" y="369965"/>
                  </a:lnTo>
                  <a:close/>
                  <a:moveTo>
                    <a:pt x="205757" y="350393"/>
                  </a:moveTo>
                  <a:lnTo>
                    <a:pt x="253041" y="369965"/>
                  </a:lnTo>
                  <a:lnTo>
                    <a:pt x="229620" y="333210"/>
                  </a:lnTo>
                  <a:close/>
                  <a:moveTo>
                    <a:pt x="211158" y="301024"/>
                  </a:moveTo>
                  <a:lnTo>
                    <a:pt x="205100" y="349004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205100" y="349004"/>
                  </a:lnTo>
                  <a:lnTo>
                    <a:pt x="205757" y="350393"/>
                  </a:lnTo>
                  <a:close/>
                  <a:moveTo>
                    <a:pt x="219625" y="296455"/>
                  </a:moveTo>
                  <a:lnTo>
                    <a:pt x="205757" y="350393"/>
                  </a:lnTo>
                  <a:lnTo>
                    <a:pt x="229620" y="333210"/>
                  </a:lnTo>
                  <a:close/>
                  <a:moveTo>
                    <a:pt x="185445" y="313638"/>
                  </a:moveTo>
                  <a:lnTo>
                    <a:pt x="205100" y="349004"/>
                  </a:lnTo>
                  <a:lnTo>
                    <a:pt x="211158" y="301024"/>
                  </a:lnTo>
                  <a:close/>
                  <a:moveTo>
                    <a:pt x="190984" y="296226"/>
                  </a:moveTo>
                  <a:lnTo>
                    <a:pt x="185445" y="313638"/>
                  </a:lnTo>
                  <a:lnTo>
                    <a:pt x="211158" y="301024"/>
                  </a:lnTo>
                  <a:close/>
                  <a:moveTo>
                    <a:pt x="240670" y="261210"/>
                  </a:moveTo>
                  <a:lnTo>
                    <a:pt x="190984" y="296226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190984" y="296226"/>
                  </a:lnTo>
                  <a:lnTo>
                    <a:pt x="211158" y="301024"/>
                  </a:lnTo>
                  <a:close/>
                  <a:moveTo>
                    <a:pt x="991948" y="1201467"/>
                  </a:moveTo>
                  <a:lnTo>
                    <a:pt x="981886" y="1226524"/>
                  </a:lnTo>
                  <a:lnTo>
                    <a:pt x="987119" y="1215330"/>
                  </a:lnTo>
                  <a:close/>
                  <a:moveTo>
                    <a:pt x="987119" y="1215330"/>
                  </a:moveTo>
                  <a:lnTo>
                    <a:pt x="1002663" y="1241531"/>
                  </a:lnTo>
                  <a:lnTo>
                    <a:pt x="1002803" y="1209520"/>
                  </a:lnTo>
                  <a:close/>
                  <a:moveTo>
                    <a:pt x="991948" y="1201467"/>
                  </a:moveTo>
                  <a:lnTo>
                    <a:pt x="987119" y="1215330"/>
                  </a:lnTo>
                  <a:lnTo>
                    <a:pt x="1002803" y="1209520"/>
                  </a:lnTo>
                  <a:close/>
                  <a:moveTo>
                    <a:pt x="1044236" y="1202923"/>
                  </a:moveTo>
                  <a:lnTo>
                    <a:pt x="1002803" y="1209520"/>
                  </a:lnTo>
                  <a:lnTo>
                    <a:pt x="1002663" y="1241531"/>
                  </a:lnTo>
                  <a:close/>
                  <a:moveTo>
                    <a:pt x="1002803" y="1209520"/>
                  </a:moveTo>
                  <a:lnTo>
                    <a:pt x="1024929" y="1200203"/>
                  </a:lnTo>
                  <a:lnTo>
                    <a:pt x="991948" y="1201467"/>
                  </a:lnTo>
                  <a:close/>
                  <a:moveTo>
                    <a:pt x="1002803" y="1209520"/>
                  </a:moveTo>
                  <a:lnTo>
                    <a:pt x="1044236" y="1202923"/>
                  </a:lnTo>
                  <a:lnTo>
                    <a:pt x="1024929" y="1200203"/>
                  </a:lnTo>
                  <a:close/>
                  <a:moveTo>
                    <a:pt x="757186" y="958045"/>
                  </a:moveTo>
                  <a:lnTo>
                    <a:pt x="762390" y="966072"/>
                  </a:lnTo>
                  <a:lnTo>
                    <a:pt x="762943" y="955850"/>
                  </a:lnTo>
                  <a:close/>
                  <a:moveTo>
                    <a:pt x="758348" y="950957"/>
                  </a:moveTo>
                  <a:lnTo>
                    <a:pt x="757186" y="958045"/>
                  </a:lnTo>
                  <a:lnTo>
                    <a:pt x="762943" y="955850"/>
                  </a:lnTo>
                  <a:close/>
                  <a:moveTo>
                    <a:pt x="762390" y="966072"/>
                  </a:moveTo>
                  <a:lnTo>
                    <a:pt x="802724" y="940862"/>
                  </a:lnTo>
                  <a:lnTo>
                    <a:pt x="762943" y="955850"/>
                  </a:lnTo>
                  <a:close/>
                  <a:moveTo>
                    <a:pt x="819540" y="958961"/>
                  </a:moveTo>
                  <a:lnTo>
                    <a:pt x="802724" y="940862"/>
                  </a:lnTo>
                  <a:lnTo>
                    <a:pt x="762390" y="966072"/>
                  </a:lnTo>
                  <a:close/>
                  <a:moveTo>
                    <a:pt x="809505" y="921439"/>
                  </a:moveTo>
                  <a:lnTo>
                    <a:pt x="762943" y="955850"/>
                  </a:lnTo>
                  <a:lnTo>
                    <a:pt x="802724" y="940862"/>
                  </a:lnTo>
                  <a:close/>
                  <a:moveTo>
                    <a:pt x="758348" y="950957"/>
                  </a:moveTo>
                  <a:lnTo>
                    <a:pt x="762943" y="955850"/>
                  </a:lnTo>
                  <a:lnTo>
                    <a:pt x="809505" y="921439"/>
                  </a:lnTo>
                  <a:close/>
                  <a:moveTo>
                    <a:pt x="783846" y="921713"/>
                  </a:moveTo>
                  <a:lnTo>
                    <a:pt x="758348" y="950957"/>
                  </a:lnTo>
                  <a:lnTo>
                    <a:pt x="809505" y="921439"/>
                  </a:lnTo>
                  <a:close/>
                  <a:moveTo>
                    <a:pt x="625033" y="774270"/>
                  </a:moveTo>
                  <a:lnTo>
                    <a:pt x="658747" y="762647"/>
                  </a:lnTo>
                  <a:lnTo>
                    <a:pt x="635672" y="741447"/>
                  </a:lnTo>
                  <a:close/>
                  <a:moveTo>
                    <a:pt x="266268" y="260707"/>
                  </a:moveTo>
                  <a:lnTo>
                    <a:pt x="219625" y="296455"/>
                  </a:lnTo>
                  <a:lnTo>
                    <a:pt x="255334" y="279272"/>
                  </a:lnTo>
                  <a:close/>
                  <a:moveTo>
                    <a:pt x="266268" y="260707"/>
                  </a:moveTo>
                  <a:lnTo>
                    <a:pt x="240670" y="261210"/>
                  </a:lnTo>
                  <a:lnTo>
                    <a:pt x="219625" y="296455"/>
                  </a:lnTo>
                  <a:close/>
                  <a:moveTo>
                    <a:pt x="1079781" y="1107453"/>
                  </a:moveTo>
                  <a:lnTo>
                    <a:pt x="1089818" y="1148207"/>
                  </a:lnTo>
                  <a:lnTo>
                    <a:pt x="1094396" y="1142934"/>
                  </a:lnTo>
                  <a:close/>
                  <a:moveTo>
                    <a:pt x="1089818" y="1148207"/>
                  </a:moveTo>
                  <a:lnTo>
                    <a:pt x="1094961" y="1144208"/>
                  </a:lnTo>
                  <a:lnTo>
                    <a:pt x="1094396" y="1142934"/>
                  </a:lnTo>
                  <a:close/>
                  <a:moveTo>
                    <a:pt x="296856" y="250496"/>
                  </a:moveTo>
                  <a:lnTo>
                    <a:pt x="266268" y="260707"/>
                  </a:lnTo>
                  <a:lnTo>
                    <a:pt x="319933" y="240569"/>
                  </a:lnTo>
                  <a:close/>
                  <a:moveTo>
                    <a:pt x="319933" y="240569"/>
                  </a:moveTo>
                  <a:lnTo>
                    <a:pt x="325371" y="225334"/>
                  </a:lnTo>
                  <a:lnTo>
                    <a:pt x="311617" y="242517"/>
                  </a:lnTo>
                  <a:close/>
                  <a:moveTo>
                    <a:pt x="1079781" y="1107453"/>
                  </a:moveTo>
                  <a:lnTo>
                    <a:pt x="1094396" y="1142934"/>
                  </a:lnTo>
                  <a:lnTo>
                    <a:pt x="1088435" y="1104584"/>
                  </a:lnTo>
                  <a:close/>
                  <a:moveTo>
                    <a:pt x="366468" y="193770"/>
                  </a:moveTo>
                  <a:lnTo>
                    <a:pt x="325371" y="225334"/>
                  </a:lnTo>
                  <a:lnTo>
                    <a:pt x="355395" y="208150"/>
                  </a:lnTo>
                  <a:close/>
                  <a:moveTo>
                    <a:pt x="366468" y="193770"/>
                  </a:moveTo>
                  <a:lnTo>
                    <a:pt x="343315" y="203413"/>
                  </a:lnTo>
                  <a:lnTo>
                    <a:pt x="325371" y="225334"/>
                  </a:lnTo>
                  <a:close/>
                  <a:moveTo>
                    <a:pt x="695161" y="491649"/>
                  </a:moveTo>
                  <a:lnTo>
                    <a:pt x="673330" y="502190"/>
                  </a:lnTo>
                  <a:lnTo>
                    <a:pt x="705444" y="492904"/>
                  </a:lnTo>
                  <a:close/>
                  <a:moveTo>
                    <a:pt x="705444" y="492904"/>
                  </a:moveTo>
                  <a:lnTo>
                    <a:pt x="673330" y="502190"/>
                  </a:lnTo>
                  <a:lnTo>
                    <a:pt x="656157" y="529411"/>
                  </a:lnTo>
                  <a:close/>
                  <a:moveTo>
                    <a:pt x="705444" y="492904"/>
                  </a:moveTo>
                  <a:lnTo>
                    <a:pt x="656157" y="529411"/>
                  </a:lnTo>
                  <a:lnTo>
                    <a:pt x="676703" y="510023"/>
                  </a:lnTo>
                  <a:close/>
                  <a:moveTo>
                    <a:pt x="695161" y="491649"/>
                  </a:moveTo>
                  <a:lnTo>
                    <a:pt x="705444" y="492904"/>
                  </a:lnTo>
                  <a:lnTo>
                    <a:pt x="709706" y="485007"/>
                  </a:lnTo>
                  <a:close/>
                  <a:moveTo>
                    <a:pt x="809819" y="345368"/>
                  </a:moveTo>
                  <a:lnTo>
                    <a:pt x="826973" y="323191"/>
                  </a:lnTo>
                  <a:lnTo>
                    <a:pt x="793747" y="340375"/>
                  </a:lnTo>
                  <a:close/>
                  <a:moveTo>
                    <a:pt x="605379" y="102661"/>
                  </a:moveTo>
                  <a:lnTo>
                    <a:pt x="597345" y="145476"/>
                  </a:lnTo>
                  <a:lnTo>
                    <a:pt x="615252" y="116220"/>
                  </a:lnTo>
                  <a:close/>
                  <a:moveTo>
                    <a:pt x="605379" y="102661"/>
                  </a:moveTo>
                  <a:lnTo>
                    <a:pt x="574794" y="119845"/>
                  </a:lnTo>
                  <a:lnTo>
                    <a:pt x="597345" y="145476"/>
                  </a:lnTo>
                  <a:close/>
                  <a:moveTo>
                    <a:pt x="603199" y="71155"/>
                  </a:moveTo>
                  <a:lnTo>
                    <a:pt x="574794" y="119845"/>
                  </a:lnTo>
                  <a:lnTo>
                    <a:pt x="605379" y="102661"/>
                  </a:lnTo>
                  <a:close/>
                  <a:moveTo>
                    <a:pt x="603199" y="71155"/>
                  </a:moveTo>
                  <a:lnTo>
                    <a:pt x="582386" y="89547"/>
                  </a:lnTo>
                  <a:lnTo>
                    <a:pt x="574794" y="119845"/>
                  </a:lnTo>
                  <a:close/>
                  <a:moveTo>
                    <a:pt x="603199" y="71155"/>
                  </a:moveTo>
                  <a:lnTo>
                    <a:pt x="602503" y="65907"/>
                  </a:lnTo>
                  <a:lnTo>
                    <a:pt x="583910" y="83090"/>
                  </a:lnTo>
                  <a:close/>
                  <a:moveTo>
                    <a:pt x="819822" y="354985"/>
                  </a:moveTo>
                  <a:lnTo>
                    <a:pt x="826973" y="323191"/>
                  </a:lnTo>
                  <a:lnTo>
                    <a:pt x="809819" y="345368"/>
                  </a:lnTo>
                  <a:close/>
                  <a:moveTo>
                    <a:pt x="843258" y="318273"/>
                  </a:moveTo>
                  <a:lnTo>
                    <a:pt x="826973" y="323191"/>
                  </a:lnTo>
                  <a:lnTo>
                    <a:pt x="819822" y="354985"/>
                  </a:lnTo>
                  <a:close/>
                  <a:moveTo>
                    <a:pt x="864681" y="345603"/>
                  </a:moveTo>
                  <a:lnTo>
                    <a:pt x="843258" y="318273"/>
                  </a:lnTo>
                  <a:lnTo>
                    <a:pt x="819822" y="354985"/>
                  </a:lnTo>
                  <a:close/>
                  <a:moveTo>
                    <a:pt x="876578" y="342763"/>
                  </a:moveTo>
                  <a:lnTo>
                    <a:pt x="874623" y="306008"/>
                  </a:lnTo>
                  <a:lnTo>
                    <a:pt x="864681" y="345603"/>
                  </a:lnTo>
                  <a:close/>
                  <a:moveTo>
                    <a:pt x="874623" y="306008"/>
                  </a:moveTo>
                  <a:lnTo>
                    <a:pt x="843258" y="318273"/>
                  </a:lnTo>
                  <a:lnTo>
                    <a:pt x="864681" y="345603"/>
                  </a:lnTo>
                  <a:close/>
                  <a:moveTo>
                    <a:pt x="834616" y="313501"/>
                  </a:moveTo>
                  <a:lnTo>
                    <a:pt x="826973" y="323191"/>
                  </a:lnTo>
                  <a:lnTo>
                    <a:pt x="843258" y="318273"/>
                  </a:lnTo>
                  <a:close/>
                  <a:moveTo>
                    <a:pt x="884941" y="280874"/>
                  </a:moveTo>
                  <a:lnTo>
                    <a:pt x="843258" y="318273"/>
                  </a:lnTo>
                  <a:lnTo>
                    <a:pt x="874623" y="306008"/>
                  </a:lnTo>
                  <a:close/>
                  <a:moveTo>
                    <a:pt x="753132" y="176172"/>
                  </a:moveTo>
                  <a:lnTo>
                    <a:pt x="765053" y="195743"/>
                  </a:lnTo>
                  <a:lnTo>
                    <a:pt x="774618" y="158988"/>
                  </a:lnTo>
                  <a:close/>
                  <a:moveTo>
                    <a:pt x="605379" y="102661"/>
                  </a:moveTo>
                  <a:lnTo>
                    <a:pt x="615252" y="116220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05379" y="102661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17667" y="97750"/>
                  </a:lnTo>
                  <a:lnTo>
                    <a:pt x="602503" y="65907"/>
                  </a:lnTo>
                  <a:close/>
                  <a:moveTo>
                    <a:pt x="602503" y="65907"/>
                  </a:moveTo>
                  <a:lnTo>
                    <a:pt x="617667" y="97750"/>
                  </a:lnTo>
                  <a:lnTo>
                    <a:pt x="646161" y="85478"/>
                  </a:lnTo>
                  <a:close/>
                  <a:moveTo>
                    <a:pt x="602503" y="65907"/>
                  </a:moveTo>
                  <a:lnTo>
                    <a:pt x="646161" y="85478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02503" y="65907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25924" y="31542"/>
                  </a:lnTo>
                  <a:lnTo>
                    <a:pt x="602503" y="65907"/>
                  </a:lnTo>
                  <a:close/>
                  <a:moveTo>
                    <a:pt x="874623" y="306008"/>
                  </a:moveTo>
                  <a:lnTo>
                    <a:pt x="876578" y="342763"/>
                  </a:lnTo>
                  <a:lnTo>
                    <a:pt x="908999" y="325580"/>
                  </a:lnTo>
                  <a:close/>
                  <a:moveTo>
                    <a:pt x="874623" y="306008"/>
                  </a:moveTo>
                  <a:lnTo>
                    <a:pt x="908999" y="325580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74623" y="306008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84941" y="280874"/>
                  </a:lnTo>
                  <a:lnTo>
                    <a:pt x="874623" y="306008"/>
                  </a:lnTo>
                  <a:close/>
                  <a:moveTo>
                    <a:pt x="884941" y="280874"/>
                  </a:moveTo>
                  <a:lnTo>
                    <a:pt x="909380" y="276040"/>
                  </a:lnTo>
                  <a:lnTo>
                    <a:pt x="893284" y="269253"/>
                  </a:lnTo>
                  <a:close/>
                  <a:moveTo>
                    <a:pt x="774618" y="158988"/>
                  </a:moveTo>
                  <a:lnTo>
                    <a:pt x="808532" y="148137"/>
                  </a:lnTo>
                  <a:lnTo>
                    <a:pt x="802247" y="145537"/>
                  </a:lnTo>
                  <a:close/>
                  <a:moveTo>
                    <a:pt x="797441" y="178560"/>
                  </a:moveTo>
                  <a:lnTo>
                    <a:pt x="808532" y="148137"/>
                  </a:lnTo>
                  <a:lnTo>
                    <a:pt x="774618" y="158988"/>
                  </a:lnTo>
                  <a:close/>
                  <a:moveTo>
                    <a:pt x="765053" y="195743"/>
                  </a:moveTo>
                  <a:lnTo>
                    <a:pt x="797441" y="178560"/>
                  </a:lnTo>
                  <a:lnTo>
                    <a:pt x="774618" y="158988"/>
                  </a:lnTo>
                  <a:close/>
                  <a:moveTo>
                    <a:pt x="802247" y="145537"/>
                  </a:moveTo>
                  <a:lnTo>
                    <a:pt x="776658" y="125175"/>
                  </a:lnTo>
                  <a:lnTo>
                    <a:pt x="774618" y="158988"/>
                  </a:lnTo>
                  <a:close/>
                  <a:moveTo>
                    <a:pt x="776658" y="125175"/>
                  </a:moveTo>
                  <a:lnTo>
                    <a:pt x="802247" y="145537"/>
                  </a:lnTo>
                  <a:lnTo>
                    <a:pt x="811422" y="141805"/>
                  </a:lnTo>
                  <a:close/>
                  <a:moveTo>
                    <a:pt x="802247" y="145537"/>
                  </a:moveTo>
                  <a:lnTo>
                    <a:pt x="808532" y="148137"/>
                  </a:lnTo>
                  <a:lnTo>
                    <a:pt x="811422" y="141805"/>
                  </a:lnTo>
                  <a:close/>
                  <a:moveTo>
                    <a:pt x="649757" y="24443"/>
                  </a:moveTo>
                  <a:lnTo>
                    <a:pt x="637080" y="48723"/>
                  </a:lnTo>
                  <a:lnTo>
                    <a:pt x="669404" y="38030"/>
                  </a:lnTo>
                  <a:close/>
                  <a:moveTo>
                    <a:pt x="669960" y="11968"/>
                  </a:moveTo>
                  <a:lnTo>
                    <a:pt x="649757" y="24443"/>
                  </a:lnTo>
                  <a:lnTo>
                    <a:pt x="703763" y="5578"/>
                  </a:lnTo>
                  <a:close/>
                  <a:moveTo>
                    <a:pt x="703763" y="5578"/>
                  </a:moveTo>
                  <a:lnTo>
                    <a:pt x="649757" y="24443"/>
                  </a:lnTo>
                  <a:lnTo>
                    <a:pt x="688326" y="31540"/>
                  </a:lnTo>
                  <a:close/>
                  <a:moveTo>
                    <a:pt x="688326" y="31540"/>
                  </a:moveTo>
                  <a:lnTo>
                    <a:pt x="649757" y="24443"/>
                  </a:lnTo>
                  <a:lnTo>
                    <a:pt x="669404" y="38030"/>
                  </a:lnTo>
                  <a:close/>
                  <a:moveTo>
                    <a:pt x="808532" y="148137"/>
                  </a:moveTo>
                  <a:lnTo>
                    <a:pt x="835065" y="151133"/>
                  </a:lnTo>
                  <a:lnTo>
                    <a:pt x="811422" y="141805"/>
                  </a:lnTo>
                  <a:close/>
                  <a:moveTo>
                    <a:pt x="811422" y="141805"/>
                  </a:moveTo>
                  <a:lnTo>
                    <a:pt x="850053" y="124621"/>
                  </a:lnTo>
                  <a:lnTo>
                    <a:pt x="804843" y="134344"/>
                  </a:lnTo>
                  <a:close/>
                  <a:moveTo>
                    <a:pt x="703763" y="5578"/>
                  </a:moveTo>
                  <a:lnTo>
                    <a:pt x="688326" y="31540"/>
                  </a:lnTo>
                  <a:lnTo>
                    <a:pt x="726869" y="18401"/>
                  </a:lnTo>
                  <a:close/>
                  <a:moveTo>
                    <a:pt x="703763" y="5578"/>
                  </a:moveTo>
                  <a:lnTo>
                    <a:pt x="726869" y="18401"/>
                  </a:lnTo>
                  <a:lnTo>
                    <a:pt x="761323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35" name="Input_density__135">
              <a:extLst>
                <a:ext uri="{FF2B5EF4-FFF2-40B4-BE49-F238E27FC236}">
                  <a16:creationId xmlns:a16="http://schemas.microsoft.com/office/drawing/2014/main" id="{C45169B8-9FA0-12D4-F88B-DF4FD5633B39}"/>
                </a:ext>
              </a:extLst>
            </p:cNvPr>
            <p:cNvSpPr>
              <a:spLocks noGrp="1"/>
            </p:cNvSpPr>
            <p:nvPr/>
          </p:nvSpPr>
          <p:spPr>
            <a:xfrm>
              <a:off x="651365" y="1542071"/>
              <a:ext cx="1049303" cy="1081155"/>
            </a:xfrm>
            <a:custGeom>
              <a:avLst/>
              <a:gdLst/>
              <a:ahLst/>
              <a:cxnLst/>
              <a:rect l="0" t="0" r="0" b="0"/>
              <a:pathLst>
                <a:path w="1049303" h="1081155">
                  <a:moveTo>
                    <a:pt x="306010" y="1063142"/>
                  </a:moveTo>
                  <a:lnTo>
                    <a:pt x="291961" y="1051746"/>
                  </a:lnTo>
                  <a:lnTo>
                    <a:pt x="323731" y="1081155"/>
                  </a:lnTo>
                  <a:close/>
                  <a:moveTo>
                    <a:pt x="254786" y="1010134"/>
                  </a:moveTo>
                  <a:lnTo>
                    <a:pt x="289691" y="1044400"/>
                  </a:lnTo>
                  <a:lnTo>
                    <a:pt x="258764" y="1011076"/>
                  </a:lnTo>
                  <a:close/>
                  <a:moveTo>
                    <a:pt x="254786" y="1010134"/>
                  </a:moveTo>
                  <a:lnTo>
                    <a:pt x="291961" y="1051746"/>
                  </a:lnTo>
                  <a:lnTo>
                    <a:pt x="289691" y="1044400"/>
                  </a:lnTo>
                  <a:close/>
                  <a:moveTo>
                    <a:pt x="289691" y="1044400"/>
                  </a:moveTo>
                  <a:lnTo>
                    <a:pt x="291961" y="1051746"/>
                  </a:lnTo>
                  <a:lnTo>
                    <a:pt x="306010" y="1063142"/>
                  </a:lnTo>
                  <a:close/>
                  <a:moveTo>
                    <a:pt x="252226" y="1007645"/>
                  </a:moveTo>
                  <a:lnTo>
                    <a:pt x="254786" y="1010134"/>
                  </a:lnTo>
                  <a:lnTo>
                    <a:pt x="258764" y="1011076"/>
                  </a:lnTo>
                  <a:close/>
                  <a:moveTo>
                    <a:pt x="306010" y="1063142"/>
                  </a:moveTo>
                  <a:lnTo>
                    <a:pt x="354250" y="1072942"/>
                  </a:lnTo>
                  <a:lnTo>
                    <a:pt x="358859" y="1039953"/>
                  </a:lnTo>
                  <a:close/>
                  <a:moveTo>
                    <a:pt x="354250" y="1072942"/>
                  </a:moveTo>
                  <a:lnTo>
                    <a:pt x="386464" y="1073841"/>
                  </a:lnTo>
                  <a:lnTo>
                    <a:pt x="358859" y="1039953"/>
                  </a:lnTo>
                  <a:close/>
                  <a:moveTo>
                    <a:pt x="297682" y="1027217"/>
                  </a:moveTo>
                  <a:lnTo>
                    <a:pt x="306010" y="1063142"/>
                  </a:lnTo>
                  <a:lnTo>
                    <a:pt x="328406" y="1050668"/>
                  </a:lnTo>
                  <a:close/>
                  <a:moveTo>
                    <a:pt x="297682" y="1027217"/>
                  </a:moveTo>
                  <a:lnTo>
                    <a:pt x="289691" y="1044400"/>
                  </a:lnTo>
                  <a:lnTo>
                    <a:pt x="306010" y="1063142"/>
                  </a:lnTo>
                  <a:close/>
                  <a:moveTo>
                    <a:pt x="266321" y="1000756"/>
                  </a:moveTo>
                  <a:lnTo>
                    <a:pt x="258764" y="1011076"/>
                  </a:lnTo>
                  <a:lnTo>
                    <a:pt x="284031" y="990462"/>
                  </a:lnTo>
                  <a:close/>
                  <a:moveTo>
                    <a:pt x="284031" y="990462"/>
                  </a:moveTo>
                  <a:lnTo>
                    <a:pt x="258764" y="1011076"/>
                  </a:lnTo>
                  <a:lnTo>
                    <a:pt x="289691" y="1044400"/>
                  </a:lnTo>
                  <a:close/>
                  <a:moveTo>
                    <a:pt x="284031" y="990462"/>
                  </a:moveTo>
                  <a:lnTo>
                    <a:pt x="289691" y="1044400"/>
                  </a:lnTo>
                  <a:lnTo>
                    <a:pt x="297682" y="1027217"/>
                  </a:lnTo>
                  <a:close/>
                  <a:moveTo>
                    <a:pt x="252226" y="1007645"/>
                  </a:moveTo>
                  <a:lnTo>
                    <a:pt x="258764" y="1011076"/>
                  </a:lnTo>
                  <a:lnTo>
                    <a:pt x="266321" y="1000756"/>
                  </a:lnTo>
                  <a:close/>
                  <a:moveTo>
                    <a:pt x="221575" y="996607"/>
                  </a:moveTo>
                  <a:lnTo>
                    <a:pt x="266321" y="1000756"/>
                  </a:lnTo>
                  <a:lnTo>
                    <a:pt x="277329" y="984276"/>
                  </a:lnTo>
                  <a:close/>
                  <a:moveTo>
                    <a:pt x="0" y="634358"/>
                  </a:moveTo>
                  <a:lnTo>
                    <a:pt x="14224" y="667541"/>
                  </a:lnTo>
                  <a:lnTo>
                    <a:pt x="45265" y="624647"/>
                  </a:lnTo>
                  <a:close/>
                  <a:moveTo>
                    <a:pt x="0" y="634358"/>
                  </a:moveTo>
                  <a:lnTo>
                    <a:pt x="45265" y="624647"/>
                  </a:lnTo>
                  <a:lnTo>
                    <a:pt x="9440" y="605567"/>
                  </a:lnTo>
                  <a:close/>
                  <a:moveTo>
                    <a:pt x="47089" y="621752"/>
                  </a:moveTo>
                  <a:lnTo>
                    <a:pt x="52313" y="574170"/>
                  </a:lnTo>
                  <a:lnTo>
                    <a:pt x="25892" y="570872"/>
                  </a:lnTo>
                  <a:close/>
                  <a:moveTo>
                    <a:pt x="304051" y="862928"/>
                  </a:moveTo>
                  <a:lnTo>
                    <a:pt x="277064" y="813033"/>
                  </a:lnTo>
                  <a:lnTo>
                    <a:pt x="276703" y="858074"/>
                  </a:lnTo>
                  <a:close/>
                  <a:moveTo>
                    <a:pt x="306183" y="809075"/>
                  </a:moveTo>
                  <a:lnTo>
                    <a:pt x="318188" y="820051"/>
                  </a:lnTo>
                  <a:lnTo>
                    <a:pt x="291770" y="801078"/>
                  </a:lnTo>
                  <a:close/>
                  <a:moveTo>
                    <a:pt x="284660" y="672617"/>
                  </a:moveTo>
                  <a:lnTo>
                    <a:pt x="307374" y="636492"/>
                  </a:lnTo>
                  <a:lnTo>
                    <a:pt x="279220" y="632292"/>
                  </a:lnTo>
                  <a:close/>
                  <a:moveTo>
                    <a:pt x="307374" y="636492"/>
                  </a:moveTo>
                  <a:lnTo>
                    <a:pt x="291988" y="625885"/>
                  </a:lnTo>
                  <a:lnTo>
                    <a:pt x="279220" y="632292"/>
                  </a:lnTo>
                  <a:close/>
                  <a:moveTo>
                    <a:pt x="174926" y="483917"/>
                  </a:moveTo>
                  <a:lnTo>
                    <a:pt x="149633" y="497852"/>
                  </a:lnTo>
                  <a:lnTo>
                    <a:pt x="188737" y="517436"/>
                  </a:lnTo>
                  <a:close/>
                  <a:moveTo>
                    <a:pt x="188737" y="517436"/>
                  </a:moveTo>
                  <a:lnTo>
                    <a:pt x="217782" y="501386"/>
                  </a:lnTo>
                  <a:lnTo>
                    <a:pt x="203072" y="488122"/>
                  </a:lnTo>
                  <a:close/>
                  <a:moveTo>
                    <a:pt x="202871" y="445637"/>
                  </a:moveTo>
                  <a:lnTo>
                    <a:pt x="192735" y="443913"/>
                  </a:lnTo>
                  <a:lnTo>
                    <a:pt x="203072" y="488122"/>
                  </a:lnTo>
                  <a:close/>
                  <a:moveTo>
                    <a:pt x="203072" y="488122"/>
                  </a:moveTo>
                  <a:lnTo>
                    <a:pt x="167324" y="445350"/>
                  </a:lnTo>
                  <a:lnTo>
                    <a:pt x="174926" y="483917"/>
                  </a:lnTo>
                  <a:close/>
                  <a:moveTo>
                    <a:pt x="128972" y="418491"/>
                  </a:moveTo>
                  <a:lnTo>
                    <a:pt x="167324" y="445350"/>
                  </a:lnTo>
                  <a:lnTo>
                    <a:pt x="167932" y="439580"/>
                  </a:lnTo>
                  <a:close/>
                  <a:moveTo>
                    <a:pt x="123657" y="424342"/>
                  </a:moveTo>
                  <a:lnTo>
                    <a:pt x="167324" y="445350"/>
                  </a:lnTo>
                  <a:lnTo>
                    <a:pt x="128972" y="418491"/>
                  </a:lnTo>
                  <a:close/>
                  <a:moveTo>
                    <a:pt x="599374" y="874860"/>
                  </a:moveTo>
                  <a:lnTo>
                    <a:pt x="571913" y="914844"/>
                  </a:lnTo>
                  <a:lnTo>
                    <a:pt x="603147" y="916540"/>
                  </a:lnTo>
                  <a:close/>
                  <a:moveTo>
                    <a:pt x="603147" y="916540"/>
                  </a:moveTo>
                  <a:lnTo>
                    <a:pt x="600329" y="935056"/>
                  </a:lnTo>
                  <a:lnTo>
                    <a:pt x="616426" y="921728"/>
                  </a:lnTo>
                  <a:close/>
                  <a:moveTo>
                    <a:pt x="498072" y="705676"/>
                  </a:moveTo>
                  <a:lnTo>
                    <a:pt x="473604" y="684015"/>
                  </a:lnTo>
                  <a:lnTo>
                    <a:pt x="494642" y="726840"/>
                  </a:lnTo>
                  <a:close/>
                  <a:moveTo>
                    <a:pt x="467940" y="717596"/>
                  </a:moveTo>
                  <a:lnTo>
                    <a:pt x="471994" y="720770"/>
                  </a:lnTo>
                  <a:lnTo>
                    <a:pt x="494642" y="726840"/>
                  </a:lnTo>
                  <a:close/>
                  <a:moveTo>
                    <a:pt x="452327" y="689407"/>
                  </a:moveTo>
                  <a:lnTo>
                    <a:pt x="467940" y="717596"/>
                  </a:lnTo>
                  <a:lnTo>
                    <a:pt x="494642" y="726840"/>
                  </a:lnTo>
                  <a:close/>
                  <a:moveTo>
                    <a:pt x="579989" y="818784"/>
                  </a:moveTo>
                  <a:lnTo>
                    <a:pt x="607621" y="823408"/>
                  </a:lnTo>
                  <a:lnTo>
                    <a:pt x="601864" y="783341"/>
                  </a:lnTo>
                  <a:close/>
                  <a:moveTo>
                    <a:pt x="579989" y="818784"/>
                  </a:moveTo>
                  <a:lnTo>
                    <a:pt x="601864" y="783341"/>
                  </a:lnTo>
                  <a:lnTo>
                    <a:pt x="569565" y="782511"/>
                  </a:lnTo>
                  <a:close/>
                  <a:moveTo>
                    <a:pt x="427211" y="682737"/>
                  </a:moveTo>
                  <a:lnTo>
                    <a:pt x="467940" y="717596"/>
                  </a:lnTo>
                  <a:lnTo>
                    <a:pt x="427308" y="684015"/>
                  </a:lnTo>
                  <a:close/>
                  <a:moveTo>
                    <a:pt x="470331" y="719516"/>
                  </a:moveTo>
                  <a:lnTo>
                    <a:pt x="467940" y="717596"/>
                  </a:lnTo>
                  <a:lnTo>
                    <a:pt x="427211" y="682737"/>
                  </a:lnTo>
                  <a:close/>
                  <a:moveTo>
                    <a:pt x="470331" y="719516"/>
                  </a:moveTo>
                  <a:lnTo>
                    <a:pt x="471994" y="720770"/>
                  </a:lnTo>
                  <a:lnTo>
                    <a:pt x="467940" y="717596"/>
                  </a:lnTo>
                  <a:close/>
                  <a:moveTo>
                    <a:pt x="359287" y="560512"/>
                  </a:moveTo>
                  <a:lnTo>
                    <a:pt x="404554" y="566916"/>
                  </a:lnTo>
                  <a:lnTo>
                    <a:pt x="405670" y="519812"/>
                  </a:lnTo>
                  <a:close/>
                  <a:moveTo>
                    <a:pt x="826768" y="1034381"/>
                  </a:moveTo>
                  <a:lnTo>
                    <a:pt x="833226" y="1043919"/>
                  </a:lnTo>
                  <a:lnTo>
                    <a:pt x="848418" y="1047317"/>
                  </a:lnTo>
                  <a:close/>
                  <a:moveTo>
                    <a:pt x="826768" y="1034381"/>
                  </a:moveTo>
                  <a:lnTo>
                    <a:pt x="848418" y="1047317"/>
                  </a:lnTo>
                  <a:lnTo>
                    <a:pt x="861589" y="1020861"/>
                  </a:lnTo>
                  <a:close/>
                  <a:moveTo>
                    <a:pt x="432468" y="517133"/>
                  </a:moveTo>
                  <a:lnTo>
                    <a:pt x="408243" y="519169"/>
                  </a:lnTo>
                  <a:lnTo>
                    <a:pt x="405670" y="519812"/>
                  </a:lnTo>
                  <a:close/>
                  <a:moveTo>
                    <a:pt x="409018" y="519812"/>
                  </a:moveTo>
                  <a:lnTo>
                    <a:pt x="408243" y="519169"/>
                  </a:lnTo>
                  <a:lnTo>
                    <a:pt x="455678" y="539383"/>
                  </a:lnTo>
                  <a:close/>
                  <a:moveTo>
                    <a:pt x="374602" y="429937"/>
                  </a:moveTo>
                  <a:lnTo>
                    <a:pt x="390234" y="483057"/>
                  </a:lnTo>
                  <a:lnTo>
                    <a:pt x="415045" y="451989"/>
                  </a:lnTo>
                  <a:close/>
                  <a:moveTo>
                    <a:pt x="725222" y="796668"/>
                  </a:moveTo>
                  <a:lnTo>
                    <a:pt x="716520" y="789052"/>
                  </a:lnTo>
                  <a:lnTo>
                    <a:pt x="707288" y="751810"/>
                  </a:lnTo>
                  <a:close/>
                  <a:moveTo>
                    <a:pt x="361269" y="306534"/>
                  </a:moveTo>
                  <a:lnTo>
                    <a:pt x="382512" y="355608"/>
                  </a:lnTo>
                  <a:lnTo>
                    <a:pt x="410352" y="338235"/>
                  </a:lnTo>
                  <a:close/>
                  <a:moveTo>
                    <a:pt x="715230" y="779485"/>
                  </a:moveTo>
                  <a:lnTo>
                    <a:pt x="707288" y="751810"/>
                  </a:lnTo>
                  <a:lnTo>
                    <a:pt x="716520" y="789052"/>
                  </a:lnTo>
                  <a:close/>
                  <a:moveTo>
                    <a:pt x="745495" y="719243"/>
                  </a:moveTo>
                  <a:lnTo>
                    <a:pt x="757882" y="725547"/>
                  </a:lnTo>
                  <a:lnTo>
                    <a:pt x="768550" y="729094"/>
                  </a:lnTo>
                  <a:close/>
                  <a:moveTo>
                    <a:pt x="552929" y="438060"/>
                  </a:moveTo>
                  <a:lnTo>
                    <a:pt x="559354" y="425389"/>
                  </a:lnTo>
                  <a:lnTo>
                    <a:pt x="524953" y="421348"/>
                  </a:lnTo>
                  <a:close/>
                  <a:moveTo>
                    <a:pt x="552929" y="438060"/>
                  </a:moveTo>
                  <a:lnTo>
                    <a:pt x="567394" y="431507"/>
                  </a:lnTo>
                  <a:lnTo>
                    <a:pt x="559354" y="425389"/>
                  </a:lnTo>
                  <a:close/>
                  <a:moveTo>
                    <a:pt x="438600" y="347641"/>
                  </a:moveTo>
                  <a:lnTo>
                    <a:pt x="458469" y="326436"/>
                  </a:lnTo>
                  <a:lnTo>
                    <a:pt x="446859" y="350153"/>
                  </a:lnTo>
                  <a:close/>
                  <a:moveTo>
                    <a:pt x="987690" y="855383"/>
                  </a:moveTo>
                  <a:lnTo>
                    <a:pt x="962174" y="838650"/>
                  </a:lnTo>
                  <a:lnTo>
                    <a:pt x="942617" y="861736"/>
                  </a:lnTo>
                  <a:close/>
                  <a:moveTo>
                    <a:pt x="909962" y="864223"/>
                  </a:moveTo>
                  <a:lnTo>
                    <a:pt x="882215" y="825104"/>
                  </a:lnTo>
                  <a:lnTo>
                    <a:pt x="872872" y="835812"/>
                  </a:lnTo>
                  <a:close/>
                  <a:moveTo>
                    <a:pt x="909962" y="864223"/>
                  </a:moveTo>
                  <a:lnTo>
                    <a:pt x="942617" y="861736"/>
                  </a:lnTo>
                  <a:lnTo>
                    <a:pt x="962174" y="838650"/>
                  </a:lnTo>
                  <a:close/>
                  <a:moveTo>
                    <a:pt x="928042" y="835613"/>
                  </a:moveTo>
                  <a:lnTo>
                    <a:pt x="909962" y="864223"/>
                  </a:lnTo>
                  <a:lnTo>
                    <a:pt x="962174" y="838650"/>
                  </a:lnTo>
                  <a:close/>
                  <a:moveTo>
                    <a:pt x="567394" y="431507"/>
                  </a:moveTo>
                  <a:lnTo>
                    <a:pt x="596940" y="468262"/>
                  </a:lnTo>
                  <a:lnTo>
                    <a:pt x="624085" y="452047"/>
                  </a:lnTo>
                  <a:close/>
                  <a:moveTo>
                    <a:pt x="607930" y="420433"/>
                  </a:moveTo>
                  <a:lnTo>
                    <a:pt x="624085" y="452047"/>
                  </a:lnTo>
                  <a:lnTo>
                    <a:pt x="629002" y="430391"/>
                  </a:lnTo>
                  <a:close/>
                  <a:moveTo>
                    <a:pt x="629002" y="430391"/>
                  </a:moveTo>
                  <a:lnTo>
                    <a:pt x="604516" y="378462"/>
                  </a:lnTo>
                  <a:lnTo>
                    <a:pt x="607930" y="420433"/>
                  </a:lnTo>
                  <a:close/>
                  <a:moveTo>
                    <a:pt x="569697" y="379681"/>
                  </a:moveTo>
                  <a:lnTo>
                    <a:pt x="524953" y="421348"/>
                  </a:lnTo>
                  <a:lnTo>
                    <a:pt x="559354" y="425389"/>
                  </a:lnTo>
                  <a:close/>
                  <a:moveTo>
                    <a:pt x="549041" y="340813"/>
                  </a:moveTo>
                  <a:lnTo>
                    <a:pt x="541612" y="359058"/>
                  </a:lnTo>
                  <a:lnTo>
                    <a:pt x="540059" y="357997"/>
                  </a:lnTo>
                  <a:close/>
                  <a:moveTo>
                    <a:pt x="535492" y="380400"/>
                  </a:moveTo>
                  <a:lnTo>
                    <a:pt x="541612" y="359058"/>
                  </a:lnTo>
                  <a:lnTo>
                    <a:pt x="549041" y="340813"/>
                  </a:lnTo>
                  <a:close/>
                  <a:moveTo>
                    <a:pt x="569697" y="379681"/>
                  </a:moveTo>
                  <a:lnTo>
                    <a:pt x="541612" y="359058"/>
                  </a:lnTo>
                  <a:lnTo>
                    <a:pt x="535492" y="380400"/>
                  </a:lnTo>
                  <a:close/>
                  <a:moveTo>
                    <a:pt x="544998" y="357997"/>
                  </a:moveTo>
                  <a:lnTo>
                    <a:pt x="603344" y="369079"/>
                  </a:lnTo>
                  <a:lnTo>
                    <a:pt x="571118" y="340813"/>
                  </a:lnTo>
                  <a:close/>
                  <a:moveTo>
                    <a:pt x="544998" y="357997"/>
                  </a:moveTo>
                  <a:lnTo>
                    <a:pt x="541612" y="359058"/>
                  </a:lnTo>
                  <a:lnTo>
                    <a:pt x="569697" y="379681"/>
                  </a:lnTo>
                  <a:close/>
                  <a:moveTo>
                    <a:pt x="1007070" y="849611"/>
                  </a:moveTo>
                  <a:lnTo>
                    <a:pt x="962174" y="838650"/>
                  </a:lnTo>
                  <a:lnTo>
                    <a:pt x="987690" y="855383"/>
                  </a:lnTo>
                  <a:close/>
                  <a:moveTo>
                    <a:pt x="969643" y="808202"/>
                  </a:moveTo>
                  <a:lnTo>
                    <a:pt x="962174" y="838650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969643" y="808202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1007070" y="849611"/>
                  </a:lnTo>
                  <a:lnTo>
                    <a:pt x="1032459" y="811311"/>
                  </a:lnTo>
                  <a:close/>
                  <a:moveTo>
                    <a:pt x="969643" y="808202"/>
                  </a:moveTo>
                  <a:lnTo>
                    <a:pt x="928042" y="835613"/>
                  </a:lnTo>
                  <a:lnTo>
                    <a:pt x="962174" y="838650"/>
                  </a:lnTo>
                  <a:close/>
                  <a:moveTo>
                    <a:pt x="966278" y="766191"/>
                  </a:moveTo>
                  <a:lnTo>
                    <a:pt x="937630" y="746885"/>
                  </a:lnTo>
                  <a:lnTo>
                    <a:pt x="920999" y="731167"/>
                  </a:lnTo>
                  <a:close/>
                  <a:moveTo>
                    <a:pt x="889827" y="729421"/>
                  </a:moveTo>
                  <a:lnTo>
                    <a:pt x="920999" y="731167"/>
                  </a:lnTo>
                  <a:lnTo>
                    <a:pt x="898860" y="726505"/>
                  </a:lnTo>
                  <a:close/>
                  <a:moveTo>
                    <a:pt x="608669" y="377568"/>
                  </a:moveTo>
                  <a:lnTo>
                    <a:pt x="655193" y="364351"/>
                  </a:lnTo>
                  <a:lnTo>
                    <a:pt x="657542" y="350931"/>
                  </a:lnTo>
                  <a:close/>
                  <a:moveTo>
                    <a:pt x="526822" y="297955"/>
                  </a:moveTo>
                  <a:lnTo>
                    <a:pt x="537011" y="334419"/>
                  </a:lnTo>
                  <a:lnTo>
                    <a:pt x="559500" y="329731"/>
                  </a:lnTo>
                  <a:close/>
                  <a:moveTo>
                    <a:pt x="571118" y="340813"/>
                  </a:moveTo>
                  <a:lnTo>
                    <a:pt x="603344" y="369079"/>
                  </a:lnTo>
                  <a:lnTo>
                    <a:pt x="566594" y="337456"/>
                  </a:lnTo>
                  <a:close/>
                  <a:moveTo>
                    <a:pt x="862333" y="528038"/>
                  </a:moveTo>
                  <a:lnTo>
                    <a:pt x="835487" y="517933"/>
                  </a:lnTo>
                  <a:lnTo>
                    <a:pt x="812627" y="496612"/>
                  </a:lnTo>
                  <a:close/>
                  <a:moveTo>
                    <a:pt x="808267" y="455410"/>
                  </a:moveTo>
                  <a:lnTo>
                    <a:pt x="812627" y="496612"/>
                  </a:lnTo>
                  <a:lnTo>
                    <a:pt x="837340" y="458862"/>
                  </a:lnTo>
                  <a:close/>
                  <a:moveTo>
                    <a:pt x="1018300" y="706240"/>
                  </a:moveTo>
                  <a:lnTo>
                    <a:pt x="1049303" y="663376"/>
                  </a:lnTo>
                  <a:lnTo>
                    <a:pt x="1020307" y="659861"/>
                  </a:lnTo>
                  <a:close/>
                  <a:moveTo>
                    <a:pt x="1020307" y="659861"/>
                  </a:moveTo>
                  <a:lnTo>
                    <a:pt x="1049303" y="663376"/>
                  </a:lnTo>
                  <a:lnTo>
                    <a:pt x="1036543" y="629002"/>
                  </a:lnTo>
                  <a:close/>
                  <a:moveTo>
                    <a:pt x="926496" y="547710"/>
                  </a:moveTo>
                  <a:lnTo>
                    <a:pt x="951195" y="554718"/>
                  </a:lnTo>
                  <a:lnTo>
                    <a:pt x="940511" y="518657"/>
                  </a:lnTo>
                  <a:close/>
                  <a:moveTo>
                    <a:pt x="887158" y="382345"/>
                  </a:moveTo>
                  <a:lnTo>
                    <a:pt x="865879" y="390914"/>
                  </a:lnTo>
                  <a:lnTo>
                    <a:pt x="859487" y="415248"/>
                  </a:lnTo>
                  <a:close/>
                  <a:moveTo>
                    <a:pt x="911309" y="336320"/>
                  </a:moveTo>
                  <a:lnTo>
                    <a:pt x="943983" y="381593"/>
                  </a:lnTo>
                  <a:lnTo>
                    <a:pt x="944519" y="336410"/>
                  </a:lnTo>
                  <a:close/>
                  <a:moveTo>
                    <a:pt x="810780" y="165299"/>
                  </a:moveTo>
                  <a:lnTo>
                    <a:pt x="797126" y="151237"/>
                  </a:lnTo>
                  <a:lnTo>
                    <a:pt x="798210" y="144631"/>
                  </a:lnTo>
                  <a:close/>
                  <a:moveTo>
                    <a:pt x="1006855" y="311223"/>
                  </a:moveTo>
                  <a:lnTo>
                    <a:pt x="989241" y="334229"/>
                  </a:lnTo>
                  <a:lnTo>
                    <a:pt x="1010165" y="316253"/>
                  </a:lnTo>
                  <a:close/>
                  <a:moveTo>
                    <a:pt x="1006855" y="311223"/>
                  </a:moveTo>
                  <a:lnTo>
                    <a:pt x="981842" y="328406"/>
                  </a:lnTo>
                  <a:lnTo>
                    <a:pt x="989241" y="334229"/>
                  </a:lnTo>
                  <a:close/>
                  <a:moveTo>
                    <a:pt x="772525" y="17183"/>
                  </a:moveTo>
                  <a:lnTo>
                    <a:pt x="775523" y="71122"/>
                  </a:lnTo>
                  <a:lnTo>
                    <a:pt x="804844" y="46897"/>
                  </a:lnTo>
                  <a:close/>
                  <a:moveTo>
                    <a:pt x="1006855" y="311223"/>
                  </a:moveTo>
                  <a:lnTo>
                    <a:pt x="1010165" y="316253"/>
                  </a:lnTo>
                  <a:lnTo>
                    <a:pt x="1004905" y="294040"/>
                  </a:lnTo>
                  <a:close/>
                  <a:moveTo>
                    <a:pt x="952999" y="195274"/>
                  </a:moveTo>
                  <a:lnTo>
                    <a:pt x="985739" y="224928"/>
                  </a:lnTo>
                  <a:lnTo>
                    <a:pt x="1005510" y="220530"/>
                  </a:lnTo>
                  <a:close/>
                  <a:moveTo>
                    <a:pt x="812497" y="0"/>
                  </a:moveTo>
                  <a:lnTo>
                    <a:pt x="804844" y="46897"/>
                  </a:lnTo>
                  <a:lnTo>
                    <a:pt x="774078" y="53393"/>
                  </a:lnTo>
                  <a:close/>
                  <a:moveTo>
                    <a:pt x="896948" y="45898"/>
                  </a:moveTo>
                  <a:lnTo>
                    <a:pt x="926412" y="73510"/>
                  </a:lnTo>
                  <a:lnTo>
                    <a:pt x="915560" y="6438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36" name="Input_density__136">
              <a:extLst>
                <a:ext uri="{FF2B5EF4-FFF2-40B4-BE49-F238E27FC236}">
                  <a16:creationId xmlns:a16="http://schemas.microsoft.com/office/drawing/2014/main" id="{851060A7-2BB3-A63C-537C-83E99237C3D5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69731"/>
              <a:ext cx="995674" cy="1038920"/>
            </a:xfrm>
            <a:custGeom>
              <a:avLst/>
              <a:gdLst/>
              <a:ahLst/>
              <a:cxnLst/>
              <a:rect l="0" t="0" r="0" b="0"/>
              <a:pathLst>
                <a:path w="995674" h="1038920">
                  <a:moveTo>
                    <a:pt x="225937" y="968947"/>
                  </a:moveTo>
                  <a:lnTo>
                    <a:pt x="190997" y="962887"/>
                  </a:lnTo>
                  <a:lnTo>
                    <a:pt x="198505" y="962591"/>
                  </a:lnTo>
                  <a:close/>
                  <a:moveTo>
                    <a:pt x="398567" y="995141"/>
                  </a:moveTo>
                  <a:lnTo>
                    <a:pt x="377015" y="985573"/>
                  </a:lnTo>
                  <a:lnTo>
                    <a:pt x="363221" y="1012293"/>
                  </a:lnTo>
                  <a:close/>
                  <a:moveTo>
                    <a:pt x="398567" y="995141"/>
                  </a:moveTo>
                  <a:lnTo>
                    <a:pt x="407296" y="956295"/>
                  </a:lnTo>
                  <a:lnTo>
                    <a:pt x="378253" y="972286"/>
                  </a:lnTo>
                  <a:close/>
                  <a:moveTo>
                    <a:pt x="378253" y="972286"/>
                  </a:moveTo>
                  <a:lnTo>
                    <a:pt x="357325" y="945619"/>
                  </a:lnTo>
                  <a:lnTo>
                    <a:pt x="377015" y="985573"/>
                  </a:lnTo>
                  <a:close/>
                  <a:moveTo>
                    <a:pt x="0" y="595252"/>
                  </a:moveTo>
                  <a:lnTo>
                    <a:pt x="13802" y="577907"/>
                  </a:lnTo>
                  <a:lnTo>
                    <a:pt x="30254" y="543212"/>
                  </a:lnTo>
                  <a:close/>
                  <a:moveTo>
                    <a:pt x="518511" y="1026748"/>
                  </a:moveTo>
                  <a:lnTo>
                    <a:pt x="488125" y="1037718"/>
                  </a:lnTo>
                  <a:lnTo>
                    <a:pt x="496034" y="1038920"/>
                  </a:lnTo>
                  <a:close/>
                  <a:moveTo>
                    <a:pt x="518511" y="1026748"/>
                  </a:moveTo>
                  <a:lnTo>
                    <a:pt x="496034" y="1038920"/>
                  </a:lnTo>
                  <a:lnTo>
                    <a:pt x="547614" y="1010986"/>
                  </a:lnTo>
                  <a:close/>
                  <a:moveTo>
                    <a:pt x="357325" y="945619"/>
                  </a:moveTo>
                  <a:lnTo>
                    <a:pt x="378253" y="972286"/>
                  </a:lnTo>
                  <a:lnTo>
                    <a:pt x="384419" y="979554"/>
                  </a:lnTo>
                  <a:close/>
                  <a:moveTo>
                    <a:pt x="535367" y="993564"/>
                  </a:moveTo>
                  <a:lnTo>
                    <a:pt x="555771" y="993348"/>
                  </a:lnTo>
                  <a:lnTo>
                    <a:pt x="548486" y="984762"/>
                  </a:lnTo>
                  <a:close/>
                  <a:moveTo>
                    <a:pt x="547614" y="1010986"/>
                  </a:moveTo>
                  <a:lnTo>
                    <a:pt x="555771" y="993348"/>
                  </a:lnTo>
                  <a:lnTo>
                    <a:pt x="535367" y="993564"/>
                  </a:lnTo>
                  <a:close/>
                  <a:moveTo>
                    <a:pt x="518511" y="1026748"/>
                  </a:moveTo>
                  <a:lnTo>
                    <a:pt x="547614" y="1010986"/>
                  </a:lnTo>
                  <a:lnTo>
                    <a:pt x="535367" y="993564"/>
                  </a:lnTo>
                  <a:close/>
                  <a:moveTo>
                    <a:pt x="555771" y="993348"/>
                  </a:moveTo>
                  <a:lnTo>
                    <a:pt x="558860" y="1001945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55771" y="993348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63977" y="975955"/>
                  </a:lnTo>
                  <a:lnTo>
                    <a:pt x="538543" y="980266"/>
                  </a:lnTo>
                  <a:close/>
                  <a:moveTo>
                    <a:pt x="598101" y="941276"/>
                  </a:moveTo>
                  <a:lnTo>
                    <a:pt x="563977" y="975955"/>
                  </a:lnTo>
                  <a:lnTo>
                    <a:pt x="592703" y="958782"/>
                  </a:lnTo>
                  <a:close/>
                  <a:moveTo>
                    <a:pt x="598101" y="941276"/>
                  </a:moveTo>
                  <a:lnTo>
                    <a:pt x="575045" y="932932"/>
                  </a:lnTo>
                  <a:lnTo>
                    <a:pt x="563977" y="975955"/>
                  </a:lnTo>
                  <a:close/>
                  <a:moveTo>
                    <a:pt x="283582" y="604632"/>
                  </a:moveTo>
                  <a:lnTo>
                    <a:pt x="296350" y="598225"/>
                  </a:lnTo>
                  <a:lnTo>
                    <a:pt x="310118" y="563274"/>
                  </a:lnTo>
                  <a:close/>
                  <a:moveTo>
                    <a:pt x="121381" y="386752"/>
                  </a:moveTo>
                  <a:lnTo>
                    <a:pt x="128019" y="396682"/>
                  </a:lnTo>
                  <a:lnTo>
                    <a:pt x="133334" y="390831"/>
                  </a:lnTo>
                  <a:close/>
                  <a:moveTo>
                    <a:pt x="128019" y="396682"/>
                  </a:moveTo>
                  <a:lnTo>
                    <a:pt x="121381" y="386752"/>
                  </a:lnTo>
                  <a:lnTo>
                    <a:pt x="101818" y="357909"/>
                  </a:lnTo>
                  <a:close/>
                  <a:moveTo>
                    <a:pt x="466340" y="747049"/>
                  </a:moveTo>
                  <a:lnTo>
                    <a:pt x="499004" y="699181"/>
                  </a:lnTo>
                  <a:lnTo>
                    <a:pt x="476356" y="693110"/>
                  </a:lnTo>
                  <a:close/>
                  <a:moveTo>
                    <a:pt x="311148" y="557343"/>
                  </a:moveTo>
                  <a:lnTo>
                    <a:pt x="341681" y="546926"/>
                  </a:lnTo>
                  <a:lnTo>
                    <a:pt x="363649" y="532853"/>
                  </a:lnTo>
                  <a:close/>
                  <a:moveTo>
                    <a:pt x="329530" y="529862"/>
                  </a:moveTo>
                  <a:lnTo>
                    <a:pt x="311148" y="557343"/>
                  </a:lnTo>
                  <a:lnTo>
                    <a:pt x="363649" y="532853"/>
                  </a:lnTo>
                  <a:close/>
                  <a:moveTo>
                    <a:pt x="611984" y="795748"/>
                  </a:moveTo>
                  <a:lnTo>
                    <a:pt x="608674" y="826079"/>
                  </a:lnTo>
                  <a:lnTo>
                    <a:pt x="622047" y="803375"/>
                  </a:lnTo>
                  <a:close/>
                  <a:moveTo>
                    <a:pt x="399582" y="542621"/>
                  </a:moveTo>
                  <a:lnTo>
                    <a:pt x="428930" y="528907"/>
                  </a:lnTo>
                  <a:lnTo>
                    <a:pt x="408916" y="539256"/>
                  </a:lnTo>
                  <a:close/>
                  <a:moveTo>
                    <a:pt x="374028" y="475451"/>
                  </a:moveTo>
                  <a:lnTo>
                    <a:pt x="394596" y="455397"/>
                  </a:lnTo>
                  <a:lnTo>
                    <a:pt x="377924" y="447869"/>
                  </a:lnTo>
                  <a:close/>
                  <a:moveTo>
                    <a:pt x="452701" y="441253"/>
                  </a:moveTo>
                  <a:lnTo>
                    <a:pt x="457157" y="440895"/>
                  </a:lnTo>
                  <a:lnTo>
                    <a:pt x="453111" y="438214"/>
                  </a:lnTo>
                  <a:close/>
                  <a:moveTo>
                    <a:pt x="460150" y="438214"/>
                  </a:moveTo>
                  <a:lnTo>
                    <a:pt x="457157" y="440895"/>
                  </a:lnTo>
                  <a:lnTo>
                    <a:pt x="452701" y="441253"/>
                  </a:lnTo>
                  <a:close/>
                  <a:moveTo>
                    <a:pt x="747876" y="780384"/>
                  </a:moveTo>
                  <a:lnTo>
                    <a:pt x="785058" y="794826"/>
                  </a:lnTo>
                  <a:lnTo>
                    <a:pt x="773726" y="780827"/>
                  </a:lnTo>
                  <a:close/>
                  <a:moveTo>
                    <a:pt x="453111" y="438214"/>
                  </a:moveTo>
                  <a:lnTo>
                    <a:pt x="457157" y="440895"/>
                  </a:lnTo>
                  <a:lnTo>
                    <a:pt x="462942" y="432927"/>
                  </a:lnTo>
                  <a:close/>
                  <a:moveTo>
                    <a:pt x="462942" y="432927"/>
                  </a:moveTo>
                  <a:lnTo>
                    <a:pt x="457157" y="440895"/>
                  </a:lnTo>
                  <a:lnTo>
                    <a:pt x="460150" y="438214"/>
                  </a:lnTo>
                  <a:close/>
                  <a:moveTo>
                    <a:pt x="492392" y="421030"/>
                  </a:moveTo>
                  <a:lnTo>
                    <a:pt x="505391" y="425506"/>
                  </a:lnTo>
                  <a:lnTo>
                    <a:pt x="512334" y="426406"/>
                  </a:lnTo>
                  <a:close/>
                  <a:moveTo>
                    <a:pt x="485451" y="422105"/>
                  </a:moveTo>
                  <a:lnTo>
                    <a:pt x="492392" y="421030"/>
                  </a:lnTo>
                  <a:lnTo>
                    <a:pt x="476546" y="417178"/>
                  </a:lnTo>
                  <a:close/>
                  <a:moveTo>
                    <a:pt x="476546" y="417178"/>
                  </a:moveTo>
                  <a:lnTo>
                    <a:pt x="462942" y="432927"/>
                  </a:lnTo>
                  <a:lnTo>
                    <a:pt x="485451" y="422105"/>
                  </a:lnTo>
                  <a:close/>
                  <a:moveTo>
                    <a:pt x="546078" y="427993"/>
                  </a:moveTo>
                  <a:lnTo>
                    <a:pt x="512334" y="426406"/>
                  </a:lnTo>
                  <a:lnTo>
                    <a:pt x="505391" y="425506"/>
                  </a:lnTo>
                  <a:close/>
                  <a:moveTo>
                    <a:pt x="492392" y="421030"/>
                  </a:moveTo>
                  <a:lnTo>
                    <a:pt x="512334" y="426406"/>
                  </a:lnTo>
                  <a:lnTo>
                    <a:pt x="519708" y="413866"/>
                  </a:lnTo>
                  <a:close/>
                  <a:moveTo>
                    <a:pt x="557291" y="410400"/>
                  </a:moveTo>
                  <a:lnTo>
                    <a:pt x="512334" y="426406"/>
                  </a:lnTo>
                  <a:lnTo>
                    <a:pt x="546078" y="427993"/>
                  </a:lnTo>
                  <a:close/>
                  <a:moveTo>
                    <a:pt x="872686" y="805458"/>
                  </a:moveTo>
                  <a:lnTo>
                    <a:pt x="837010" y="796652"/>
                  </a:lnTo>
                  <a:lnTo>
                    <a:pt x="809304" y="788431"/>
                  </a:lnTo>
                  <a:close/>
                  <a:moveTo>
                    <a:pt x="570956" y="309797"/>
                  </a:moveTo>
                  <a:lnTo>
                    <a:pt x="624090" y="338435"/>
                  </a:lnTo>
                  <a:lnTo>
                    <a:pt x="583017" y="344738"/>
                  </a:lnTo>
                  <a:close/>
                  <a:moveTo>
                    <a:pt x="961941" y="697602"/>
                  </a:moveTo>
                  <a:lnTo>
                    <a:pt x="965317" y="698112"/>
                  </a:lnTo>
                  <a:lnTo>
                    <a:pt x="946660" y="686191"/>
                  </a:lnTo>
                  <a:close/>
                  <a:moveTo>
                    <a:pt x="961941" y="697602"/>
                  </a:moveTo>
                  <a:lnTo>
                    <a:pt x="995674" y="699146"/>
                  </a:lnTo>
                  <a:lnTo>
                    <a:pt x="965317" y="698112"/>
                  </a:lnTo>
                  <a:close/>
                  <a:moveTo>
                    <a:pt x="883086" y="555721"/>
                  </a:moveTo>
                  <a:lnTo>
                    <a:pt x="877355" y="590010"/>
                  </a:lnTo>
                  <a:lnTo>
                    <a:pt x="895117" y="572335"/>
                  </a:lnTo>
                  <a:close/>
                  <a:moveTo>
                    <a:pt x="816989" y="468952"/>
                  </a:moveTo>
                  <a:lnTo>
                    <a:pt x="829245" y="479745"/>
                  </a:lnTo>
                  <a:lnTo>
                    <a:pt x="841702" y="431202"/>
                  </a:lnTo>
                  <a:close/>
                  <a:moveTo>
                    <a:pt x="756793" y="401308"/>
                  </a:moveTo>
                  <a:lnTo>
                    <a:pt x="793329" y="398694"/>
                  </a:lnTo>
                  <a:lnTo>
                    <a:pt x="777800" y="411227"/>
                  </a:lnTo>
                  <a:close/>
                  <a:moveTo>
                    <a:pt x="777800" y="411227"/>
                  </a:moveTo>
                  <a:lnTo>
                    <a:pt x="812394" y="415989"/>
                  </a:lnTo>
                  <a:lnTo>
                    <a:pt x="827637" y="376774"/>
                  </a:lnTo>
                  <a:close/>
                  <a:moveTo>
                    <a:pt x="812394" y="415989"/>
                  </a:moveTo>
                  <a:lnTo>
                    <a:pt x="840502" y="396506"/>
                  </a:lnTo>
                  <a:lnTo>
                    <a:pt x="863849" y="387588"/>
                  </a:lnTo>
                  <a:close/>
                  <a:moveTo>
                    <a:pt x="827637" y="376774"/>
                  </a:moveTo>
                  <a:lnTo>
                    <a:pt x="812394" y="415989"/>
                  </a:lnTo>
                  <a:lnTo>
                    <a:pt x="863849" y="387588"/>
                  </a:lnTo>
                  <a:close/>
                  <a:moveTo>
                    <a:pt x="863849" y="387588"/>
                  </a:moveTo>
                  <a:lnTo>
                    <a:pt x="870241" y="363254"/>
                  </a:lnTo>
                  <a:lnTo>
                    <a:pt x="827637" y="376774"/>
                  </a:lnTo>
                  <a:close/>
                  <a:moveTo>
                    <a:pt x="863401" y="1080"/>
                  </a:moveTo>
                  <a:lnTo>
                    <a:pt x="819788" y="19206"/>
                  </a:lnTo>
                  <a:lnTo>
                    <a:pt x="809206" y="19237"/>
                  </a:lnTo>
                  <a:close/>
                  <a:moveTo>
                    <a:pt x="884302" y="9095"/>
                  </a:moveTo>
                  <a:lnTo>
                    <a:pt x="901310" y="18238"/>
                  </a:lnTo>
                  <a:lnTo>
                    <a:pt x="876732" y="0"/>
                  </a:lnTo>
                  <a:close/>
                  <a:moveTo>
                    <a:pt x="863401" y="1080"/>
                  </a:moveTo>
                  <a:lnTo>
                    <a:pt x="884302" y="9095"/>
                  </a:lnTo>
                  <a:lnTo>
                    <a:pt x="876732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37" name="Input_density__137">
              <a:extLst>
                <a:ext uri="{FF2B5EF4-FFF2-40B4-BE49-F238E27FC236}">
                  <a16:creationId xmlns:a16="http://schemas.microsoft.com/office/drawing/2014/main" id="{92D5BF67-3D55-1404-6CD9-8852F2C833CE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70810"/>
              <a:ext cx="1054111" cy="1037840"/>
            </a:xfrm>
            <a:custGeom>
              <a:avLst/>
              <a:gdLst/>
              <a:ahLst/>
              <a:cxnLst/>
              <a:rect l="0" t="0" r="0" b="0"/>
              <a:pathLst>
                <a:path w="1054111" h="1037840">
                  <a:moveTo>
                    <a:pt x="234003" y="969659"/>
                  </a:moveTo>
                  <a:lnTo>
                    <a:pt x="256588" y="978906"/>
                  </a:lnTo>
                  <a:lnTo>
                    <a:pt x="225937" y="967868"/>
                  </a:lnTo>
                  <a:close/>
                  <a:moveTo>
                    <a:pt x="310372" y="1034403"/>
                  </a:moveTo>
                  <a:lnTo>
                    <a:pt x="363221" y="1011214"/>
                  </a:lnTo>
                  <a:lnTo>
                    <a:pt x="332768" y="1021929"/>
                  </a:lnTo>
                  <a:close/>
                  <a:moveTo>
                    <a:pt x="256588" y="978906"/>
                  </a:moveTo>
                  <a:lnTo>
                    <a:pt x="270683" y="972016"/>
                  </a:lnTo>
                  <a:lnTo>
                    <a:pt x="225937" y="967868"/>
                  </a:lnTo>
                  <a:close/>
                  <a:moveTo>
                    <a:pt x="18586" y="638802"/>
                  </a:moveTo>
                  <a:lnTo>
                    <a:pt x="19659" y="648111"/>
                  </a:lnTo>
                  <a:lnTo>
                    <a:pt x="49627" y="595908"/>
                  </a:lnTo>
                  <a:close/>
                  <a:moveTo>
                    <a:pt x="18586" y="638802"/>
                  </a:moveTo>
                  <a:lnTo>
                    <a:pt x="4362" y="605619"/>
                  </a:lnTo>
                  <a:lnTo>
                    <a:pt x="13289" y="630927"/>
                  </a:lnTo>
                  <a:close/>
                  <a:moveTo>
                    <a:pt x="4362" y="605619"/>
                  </a:moveTo>
                  <a:lnTo>
                    <a:pt x="0" y="594173"/>
                  </a:lnTo>
                  <a:lnTo>
                    <a:pt x="13289" y="630927"/>
                  </a:lnTo>
                  <a:close/>
                  <a:moveTo>
                    <a:pt x="0" y="594173"/>
                  </a:moveTo>
                  <a:lnTo>
                    <a:pt x="4362" y="605619"/>
                  </a:lnTo>
                  <a:lnTo>
                    <a:pt x="13802" y="576828"/>
                  </a:lnTo>
                  <a:close/>
                  <a:moveTo>
                    <a:pt x="30254" y="542132"/>
                  </a:moveTo>
                  <a:lnTo>
                    <a:pt x="56675" y="545430"/>
                  </a:lnTo>
                  <a:lnTo>
                    <a:pt x="34066" y="540234"/>
                  </a:lnTo>
                  <a:close/>
                  <a:moveTo>
                    <a:pt x="13802" y="576828"/>
                  </a:moveTo>
                  <a:lnTo>
                    <a:pt x="51451" y="593013"/>
                  </a:lnTo>
                  <a:lnTo>
                    <a:pt x="30254" y="542132"/>
                  </a:lnTo>
                  <a:close/>
                  <a:moveTo>
                    <a:pt x="34066" y="540234"/>
                  </a:moveTo>
                  <a:lnTo>
                    <a:pt x="56675" y="545430"/>
                  </a:lnTo>
                  <a:lnTo>
                    <a:pt x="31644" y="520662"/>
                  </a:lnTo>
                  <a:close/>
                  <a:moveTo>
                    <a:pt x="496034" y="1037840"/>
                  </a:moveTo>
                  <a:lnTo>
                    <a:pt x="462141" y="1014211"/>
                  </a:lnTo>
                  <a:lnTo>
                    <a:pt x="469870" y="1018049"/>
                  </a:lnTo>
                  <a:close/>
                  <a:moveTo>
                    <a:pt x="488125" y="1036638"/>
                  </a:moveTo>
                  <a:lnTo>
                    <a:pt x="462141" y="1014211"/>
                  </a:lnTo>
                  <a:lnTo>
                    <a:pt x="496034" y="1037840"/>
                  </a:lnTo>
                  <a:close/>
                  <a:moveTo>
                    <a:pt x="407296" y="955216"/>
                  </a:moveTo>
                  <a:lnTo>
                    <a:pt x="429364" y="944539"/>
                  </a:lnTo>
                  <a:lnTo>
                    <a:pt x="430186" y="968355"/>
                  </a:lnTo>
                  <a:close/>
                  <a:moveTo>
                    <a:pt x="295017" y="862739"/>
                  </a:moveTo>
                  <a:lnTo>
                    <a:pt x="308413" y="834189"/>
                  </a:lnTo>
                  <a:lnTo>
                    <a:pt x="281065" y="829335"/>
                  </a:lnTo>
                  <a:close/>
                  <a:moveTo>
                    <a:pt x="488125" y="1036638"/>
                  </a:moveTo>
                  <a:lnTo>
                    <a:pt x="436417" y="1008036"/>
                  </a:lnTo>
                  <a:lnTo>
                    <a:pt x="462141" y="1014211"/>
                  </a:lnTo>
                  <a:close/>
                  <a:moveTo>
                    <a:pt x="315625" y="726397"/>
                  </a:moveTo>
                  <a:lnTo>
                    <a:pt x="284625" y="692200"/>
                  </a:lnTo>
                  <a:lnTo>
                    <a:pt x="292574" y="706826"/>
                  </a:lnTo>
                  <a:close/>
                  <a:moveTo>
                    <a:pt x="549191" y="947962"/>
                  </a:moveTo>
                  <a:lnTo>
                    <a:pt x="563977" y="974875"/>
                  </a:lnTo>
                  <a:lnTo>
                    <a:pt x="575045" y="931852"/>
                  </a:lnTo>
                  <a:close/>
                  <a:moveTo>
                    <a:pt x="575045" y="931852"/>
                  </a:moveTo>
                  <a:lnTo>
                    <a:pt x="598101" y="940196"/>
                  </a:lnTo>
                  <a:lnTo>
                    <a:pt x="575193" y="920604"/>
                  </a:lnTo>
                  <a:close/>
                  <a:moveTo>
                    <a:pt x="598101" y="940196"/>
                  </a:moveTo>
                  <a:lnTo>
                    <a:pt x="604691" y="906316"/>
                  </a:lnTo>
                  <a:lnTo>
                    <a:pt x="575193" y="920604"/>
                  </a:lnTo>
                  <a:close/>
                  <a:moveTo>
                    <a:pt x="572447" y="929744"/>
                  </a:moveTo>
                  <a:lnTo>
                    <a:pt x="575045" y="931852"/>
                  </a:lnTo>
                  <a:lnTo>
                    <a:pt x="575193" y="920604"/>
                  </a:lnTo>
                  <a:close/>
                  <a:moveTo>
                    <a:pt x="576275" y="886104"/>
                  </a:moveTo>
                  <a:lnTo>
                    <a:pt x="572447" y="929744"/>
                  </a:lnTo>
                  <a:lnTo>
                    <a:pt x="575193" y="920604"/>
                  </a:lnTo>
                  <a:close/>
                  <a:moveTo>
                    <a:pt x="607509" y="887801"/>
                  </a:moveTo>
                  <a:lnTo>
                    <a:pt x="575193" y="920604"/>
                  </a:lnTo>
                  <a:lnTo>
                    <a:pt x="604691" y="906316"/>
                  </a:lnTo>
                  <a:close/>
                  <a:moveTo>
                    <a:pt x="607509" y="887801"/>
                  </a:moveTo>
                  <a:lnTo>
                    <a:pt x="576275" y="886104"/>
                  </a:lnTo>
                  <a:lnTo>
                    <a:pt x="575193" y="920604"/>
                  </a:lnTo>
                  <a:close/>
                  <a:moveTo>
                    <a:pt x="586407" y="839050"/>
                  </a:moveTo>
                  <a:lnTo>
                    <a:pt x="580430" y="843973"/>
                  </a:lnTo>
                  <a:lnTo>
                    <a:pt x="603736" y="846121"/>
                  </a:lnTo>
                  <a:close/>
                  <a:moveTo>
                    <a:pt x="603736" y="846121"/>
                  </a:moveTo>
                  <a:lnTo>
                    <a:pt x="580430" y="843973"/>
                  </a:lnTo>
                  <a:lnTo>
                    <a:pt x="576275" y="886104"/>
                  </a:lnTo>
                  <a:close/>
                  <a:moveTo>
                    <a:pt x="586407" y="839050"/>
                  </a:moveTo>
                  <a:lnTo>
                    <a:pt x="603736" y="846121"/>
                  </a:lnTo>
                  <a:lnTo>
                    <a:pt x="608674" y="825000"/>
                  </a:lnTo>
                  <a:close/>
                  <a:moveTo>
                    <a:pt x="177871" y="411582"/>
                  </a:moveTo>
                  <a:lnTo>
                    <a:pt x="207234" y="416898"/>
                  </a:lnTo>
                  <a:lnTo>
                    <a:pt x="237169" y="435209"/>
                  </a:lnTo>
                  <a:close/>
                  <a:moveTo>
                    <a:pt x="581051" y="837475"/>
                  </a:moveTo>
                  <a:lnTo>
                    <a:pt x="580430" y="843973"/>
                  </a:lnTo>
                  <a:lnTo>
                    <a:pt x="586407" y="839050"/>
                  </a:lnTo>
                  <a:close/>
                  <a:moveTo>
                    <a:pt x="611984" y="794668"/>
                  </a:moveTo>
                  <a:lnTo>
                    <a:pt x="586407" y="839050"/>
                  </a:lnTo>
                  <a:lnTo>
                    <a:pt x="608674" y="825000"/>
                  </a:lnTo>
                  <a:close/>
                  <a:moveTo>
                    <a:pt x="581051" y="837475"/>
                  </a:moveTo>
                  <a:lnTo>
                    <a:pt x="586407" y="839050"/>
                  </a:lnTo>
                  <a:lnTo>
                    <a:pt x="611984" y="794668"/>
                  </a:lnTo>
                  <a:close/>
                  <a:moveTo>
                    <a:pt x="584351" y="790045"/>
                  </a:moveTo>
                  <a:lnTo>
                    <a:pt x="581051" y="837475"/>
                  </a:lnTo>
                  <a:lnTo>
                    <a:pt x="611984" y="794668"/>
                  </a:lnTo>
                  <a:close/>
                  <a:moveTo>
                    <a:pt x="606226" y="754602"/>
                  </a:moveTo>
                  <a:lnTo>
                    <a:pt x="611984" y="794668"/>
                  </a:lnTo>
                  <a:lnTo>
                    <a:pt x="622047" y="802295"/>
                  </a:lnTo>
                  <a:close/>
                  <a:moveTo>
                    <a:pt x="413380" y="491072"/>
                  </a:moveTo>
                  <a:lnTo>
                    <a:pt x="428930" y="527827"/>
                  </a:lnTo>
                  <a:lnTo>
                    <a:pt x="399582" y="541542"/>
                  </a:lnTo>
                  <a:close/>
                  <a:moveTo>
                    <a:pt x="366975" y="500438"/>
                  </a:moveTo>
                  <a:lnTo>
                    <a:pt x="329530" y="528782"/>
                  </a:lnTo>
                  <a:lnTo>
                    <a:pt x="363649" y="531773"/>
                  </a:lnTo>
                  <a:close/>
                  <a:moveTo>
                    <a:pt x="340641" y="494759"/>
                  </a:moveTo>
                  <a:lnTo>
                    <a:pt x="329530" y="528782"/>
                  </a:lnTo>
                  <a:lnTo>
                    <a:pt x="366975" y="500438"/>
                  </a:lnTo>
                  <a:close/>
                  <a:moveTo>
                    <a:pt x="366975" y="500438"/>
                  </a:moveTo>
                  <a:lnTo>
                    <a:pt x="374028" y="474371"/>
                  </a:lnTo>
                  <a:lnTo>
                    <a:pt x="344252" y="487620"/>
                  </a:lnTo>
                  <a:close/>
                  <a:moveTo>
                    <a:pt x="410033" y="491072"/>
                  </a:moveTo>
                  <a:lnTo>
                    <a:pt x="408916" y="538176"/>
                  </a:lnTo>
                  <a:lnTo>
                    <a:pt x="412582" y="527827"/>
                  </a:lnTo>
                  <a:close/>
                  <a:moveTo>
                    <a:pt x="399582" y="541542"/>
                  </a:moveTo>
                  <a:lnTo>
                    <a:pt x="408916" y="538176"/>
                  </a:lnTo>
                  <a:lnTo>
                    <a:pt x="363649" y="531773"/>
                  </a:lnTo>
                  <a:close/>
                  <a:moveTo>
                    <a:pt x="394596" y="454317"/>
                  </a:moveTo>
                  <a:lnTo>
                    <a:pt x="374028" y="474371"/>
                  </a:lnTo>
                  <a:lnTo>
                    <a:pt x="399914" y="456000"/>
                  </a:lnTo>
                  <a:close/>
                  <a:moveTo>
                    <a:pt x="399914" y="456000"/>
                  </a:moveTo>
                  <a:lnTo>
                    <a:pt x="374028" y="474371"/>
                  </a:lnTo>
                  <a:lnTo>
                    <a:pt x="366975" y="500438"/>
                  </a:lnTo>
                  <a:close/>
                  <a:moveTo>
                    <a:pt x="377924" y="446789"/>
                  </a:moveTo>
                  <a:lnTo>
                    <a:pt x="394596" y="454317"/>
                  </a:lnTo>
                  <a:lnTo>
                    <a:pt x="378964" y="401197"/>
                  </a:lnTo>
                  <a:close/>
                  <a:moveTo>
                    <a:pt x="419407" y="423249"/>
                  </a:moveTo>
                  <a:lnTo>
                    <a:pt x="394596" y="454317"/>
                  </a:lnTo>
                  <a:lnTo>
                    <a:pt x="400873" y="450163"/>
                  </a:lnTo>
                  <a:close/>
                  <a:moveTo>
                    <a:pt x="453111" y="437134"/>
                  </a:moveTo>
                  <a:lnTo>
                    <a:pt x="419407" y="423249"/>
                  </a:lnTo>
                  <a:lnTo>
                    <a:pt x="452701" y="440174"/>
                  </a:lnTo>
                  <a:close/>
                  <a:moveTo>
                    <a:pt x="747876" y="779305"/>
                  </a:moveTo>
                  <a:lnTo>
                    <a:pt x="720882" y="760312"/>
                  </a:lnTo>
                  <a:lnTo>
                    <a:pt x="729584" y="767929"/>
                  </a:lnTo>
                  <a:close/>
                  <a:moveTo>
                    <a:pt x="736944" y="766800"/>
                  </a:moveTo>
                  <a:lnTo>
                    <a:pt x="720882" y="760312"/>
                  </a:lnTo>
                  <a:lnTo>
                    <a:pt x="747876" y="779305"/>
                  </a:lnTo>
                  <a:close/>
                  <a:moveTo>
                    <a:pt x="773726" y="779747"/>
                  </a:moveTo>
                  <a:lnTo>
                    <a:pt x="736944" y="766800"/>
                  </a:lnTo>
                  <a:lnTo>
                    <a:pt x="747876" y="779305"/>
                  </a:lnTo>
                  <a:close/>
                  <a:moveTo>
                    <a:pt x="453111" y="437134"/>
                  </a:moveTo>
                  <a:lnTo>
                    <a:pt x="462942" y="431848"/>
                  </a:lnTo>
                  <a:lnTo>
                    <a:pt x="419407" y="423249"/>
                  </a:lnTo>
                  <a:close/>
                  <a:moveTo>
                    <a:pt x="419407" y="423249"/>
                  </a:moveTo>
                  <a:lnTo>
                    <a:pt x="462942" y="431848"/>
                  </a:lnTo>
                  <a:lnTo>
                    <a:pt x="476546" y="416098"/>
                  </a:lnTo>
                  <a:close/>
                  <a:moveTo>
                    <a:pt x="419407" y="423249"/>
                  </a:moveTo>
                  <a:lnTo>
                    <a:pt x="476546" y="416098"/>
                  </a:lnTo>
                  <a:lnTo>
                    <a:pt x="442799" y="414500"/>
                  </a:lnTo>
                  <a:close/>
                  <a:moveTo>
                    <a:pt x="891688" y="819298"/>
                  </a:moveTo>
                  <a:lnTo>
                    <a:pt x="914324" y="835483"/>
                  </a:lnTo>
                  <a:lnTo>
                    <a:pt x="877235" y="807072"/>
                  </a:lnTo>
                  <a:close/>
                  <a:moveTo>
                    <a:pt x="492392" y="419951"/>
                  </a:moveTo>
                  <a:lnTo>
                    <a:pt x="519708" y="412786"/>
                  </a:lnTo>
                  <a:lnTo>
                    <a:pt x="476546" y="416098"/>
                  </a:lnTo>
                  <a:close/>
                  <a:moveTo>
                    <a:pt x="476546" y="416098"/>
                  </a:moveTo>
                  <a:lnTo>
                    <a:pt x="519708" y="412786"/>
                  </a:lnTo>
                  <a:lnTo>
                    <a:pt x="529315" y="392609"/>
                  </a:lnTo>
                  <a:close/>
                  <a:moveTo>
                    <a:pt x="557291" y="409321"/>
                  </a:moveTo>
                  <a:lnTo>
                    <a:pt x="519708" y="412786"/>
                  </a:lnTo>
                  <a:lnTo>
                    <a:pt x="512334" y="425326"/>
                  </a:lnTo>
                  <a:close/>
                  <a:moveTo>
                    <a:pt x="519708" y="412786"/>
                  </a:moveTo>
                  <a:lnTo>
                    <a:pt x="557291" y="409321"/>
                  </a:lnTo>
                  <a:lnTo>
                    <a:pt x="529315" y="392609"/>
                  </a:lnTo>
                  <a:close/>
                  <a:moveTo>
                    <a:pt x="571756" y="402767"/>
                  </a:moveTo>
                  <a:lnTo>
                    <a:pt x="604008" y="443176"/>
                  </a:lnTo>
                  <a:lnTo>
                    <a:pt x="601302" y="439522"/>
                  </a:lnTo>
                  <a:close/>
                  <a:moveTo>
                    <a:pt x="546078" y="426914"/>
                  </a:moveTo>
                  <a:lnTo>
                    <a:pt x="604008" y="443176"/>
                  </a:lnTo>
                  <a:lnTo>
                    <a:pt x="571756" y="402767"/>
                  </a:lnTo>
                  <a:close/>
                  <a:moveTo>
                    <a:pt x="571756" y="402767"/>
                  </a:moveTo>
                  <a:lnTo>
                    <a:pt x="557291" y="409321"/>
                  </a:lnTo>
                  <a:lnTo>
                    <a:pt x="546078" y="426914"/>
                  </a:lnTo>
                  <a:close/>
                  <a:moveTo>
                    <a:pt x="462831" y="297697"/>
                  </a:moveTo>
                  <a:lnTo>
                    <a:pt x="460543" y="292502"/>
                  </a:lnTo>
                  <a:lnTo>
                    <a:pt x="445681" y="300699"/>
                  </a:lnTo>
                  <a:close/>
                  <a:moveTo>
                    <a:pt x="445681" y="300699"/>
                  </a:moveTo>
                  <a:lnTo>
                    <a:pt x="460543" y="292502"/>
                  </a:lnTo>
                  <a:lnTo>
                    <a:pt x="432466" y="279660"/>
                  </a:lnTo>
                  <a:close/>
                  <a:moveTo>
                    <a:pt x="445681" y="300699"/>
                  </a:moveTo>
                  <a:lnTo>
                    <a:pt x="432466" y="279660"/>
                  </a:lnTo>
                  <a:lnTo>
                    <a:pt x="414714" y="309495"/>
                  </a:lnTo>
                  <a:close/>
                  <a:moveTo>
                    <a:pt x="992052" y="826644"/>
                  </a:moveTo>
                  <a:lnTo>
                    <a:pt x="983420" y="844667"/>
                  </a:lnTo>
                  <a:lnTo>
                    <a:pt x="1006833" y="835998"/>
                  </a:lnTo>
                  <a:close/>
                  <a:moveTo>
                    <a:pt x="872686" y="804379"/>
                  </a:moveTo>
                  <a:lnTo>
                    <a:pt x="877235" y="807072"/>
                  </a:lnTo>
                  <a:lnTo>
                    <a:pt x="886577" y="796364"/>
                  </a:lnTo>
                  <a:close/>
                  <a:moveTo>
                    <a:pt x="992052" y="826644"/>
                  </a:moveTo>
                  <a:lnTo>
                    <a:pt x="1006833" y="835998"/>
                  </a:lnTo>
                  <a:lnTo>
                    <a:pt x="1011432" y="820871"/>
                  </a:lnTo>
                  <a:close/>
                  <a:moveTo>
                    <a:pt x="1011432" y="820871"/>
                  </a:moveTo>
                  <a:lnTo>
                    <a:pt x="1006833" y="835998"/>
                  </a:lnTo>
                  <a:lnTo>
                    <a:pt x="1027688" y="826644"/>
                  </a:lnTo>
                  <a:close/>
                  <a:moveTo>
                    <a:pt x="789349" y="521164"/>
                  </a:moveTo>
                  <a:lnTo>
                    <a:pt x="808267" y="515421"/>
                  </a:lnTo>
                  <a:lnTo>
                    <a:pt x="778247" y="508027"/>
                  </a:lnTo>
                  <a:close/>
                  <a:moveTo>
                    <a:pt x="661904" y="322191"/>
                  </a:moveTo>
                  <a:lnTo>
                    <a:pt x="624090" y="337355"/>
                  </a:lnTo>
                  <a:lnTo>
                    <a:pt x="607706" y="340340"/>
                  </a:lnTo>
                  <a:close/>
                  <a:moveTo>
                    <a:pt x="659555" y="335611"/>
                  </a:moveTo>
                  <a:lnTo>
                    <a:pt x="690448" y="337584"/>
                  </a:lnTo>
                  <a:lnTo>
                    <a:pt x="661904" y="322191"/>
                  </a:lnTo>
                  <a:close/>
                  <a:moveTo>
                    <a:pt x="563862" y="300991"/>
                  </a:moveTo>
                  <a:lnTo>
                    <a:pt x="541373" y="305679"/>
                  </a:lnTo>
                  <a:lnTo>
                    <a:pt x="553403" y="312074"/>
                  </a:lnTo>
                  <a:close/>
                  <a:moveTo>
                    <a:pt x="563862" y="300991"/>
                  </a:moveTo>
                  <a:lnTo>
                    <a:pt x="570956" y="308717"/>
                  </a:lnTo>
                  <a:lnTo>
                    <a:pt x="567231" y="294890"/>
                  </a:lnTo>
                  <a:close/>
                  <a:moveTo>
                    <a:pt x="570956" y="308717"/>
                  </a:moveTo>
                  <a:lnTo>
                    <a:pt x="607706" y="340340"/>
                  </a:lnTo>
                  <a:lnTo>
                    <a:pt x="624090" y="337355"/>
                  </a:lnTo>
                  <a:close/>
                  <a:moveTo>
                    <a:pt x="1019730" y="691800"/>
                  </a:moveTo>
                  <a:lnTo>
                    <a:pt x="1041272" y="734205"/>
                  </a:lnTo>
                  <a:lnTo>
                    <a:pt x="1051254" y="685086"/>
                  </a:lnTo>
                  <a:close/>
                  <a:moveTo>
                    <a:pt x="997373" y="699195"/>
                  </a:moveTo>
                  <a:lnTo>
                    <a:pt x="1041272" y="734205"/>
                  </a:lnTo>
                  <a:lnTo>
                    <a:pt x="1019730" y="691800"/>
                  </a:lnTo>
                  <a:close/>
                  <a:moveTo>
                    <a:pt x="998811" y="696891"/>
                  </a:moveTo>
                  <a:lnTo>
                    <a:pt x="997373" y="699195"/>
                  </a:lnTo>
                  <a:lnTo>
                    <a:pt x="1019730" y="691800"/>
                  </a:lnTo>
                  <a:close/>
                  <a:moveTo>
                    <a:pt x="995674" y="698066"/>
                  </a:moveTo>
                  <a:lnTo>
                    <a:pt x="998811" y="696891"/>
                  </a:lnTo>
                  <a:lnTo>
                    <a:pt x="965317" y="697032"/>
                  </a:lnTo>
                  <a:close/>
                  <a:moveTo>
                    <a:pt x="873958" y="582887"/>
                  </a:moveTo>
                  <a:lnTo>
                    <a:pt x="877355" y="588930"/>
                  </a:lnTo>
                  <a:lnTo>
                    <a:pt x="883086" y="554642"/>
                  </a:lnTo>
                  <a:close/>
                  <a:moveTo>
                    <a:pt x="883086" y="554642"/>
                  </a:moveTo>
                  <a:lnTo>
                    <a:pt x="895117" y="571255"/>
                  </a:lnTo>
                  <a:lnTo>
                    <a:pt x="917730" y="559592"/>
                  </a:lnTo>
                  <a:close/>
                  <a:moveTo>
                    <a:pt x="777800" y="410147"/>
                  </a:moveTo>
                  <a:lnTo>
                    <a:pt x="793329" y="397614"/>
                  </a:lnTo>
                  <a:lnTo>
                    <a:pt x="812394" y="414909"/>
                  </a:lnTo>
                  <a:close/>
                  <a:moveTo>
                    <a:pt x="661904" y="322191"/>
                  </a:moveTo>
                  <a:lnTo>
                    <a:pt x="689816" y="301975"/>
                  </a:lnTo>
                  <a:lnTo>
                    <a:pt x="705101" y="277707"/>
                  </a:lnTo>
                  <a:close/>
                  <a:moveTo>
                    <a:pt x="1019730" y="691800"/>
                  </a:moveTo>
                  <a:lnTo>
                    <a:pt x="965317" y="697032"/>
                  </a:lnTo>
                  <a:lnTo>
                    <a:pt x="998811" y="696891"/>
                  </a:lnTo>
                  <a:close/>
                  <a:moveTo>
                    <a:pt x="1019730" y="691800"/>
                  </a:moveTo>
                  <a:lnTo>
                    <a:pt x="986440" y="691912"/>
                  </a:lnTo>
                  <a:lnTo>
                    <a:pt x="965317" y="697032"/>
                  </a:lnTo>
                  <a:close/>
                  <a:moveTo>
                    <a:pt x="1022662" y="677500"/>
                  </a:moveTo>
                  <a:lnTo>
                    <a:pt x="986440" y="691912"/>
                  </a:lnTo>
                  <a:lnTo>
                    <a:pt x="1019730" y="691800"/>
                  </a:lnTo>
                  <a:close/>
                  <a:moveTo>
                    <a:pt x="1051822" y="680881"/>
                  </a:moveTo>
                  <a:lnTo>
                    <a:pt x="1019730" y="691800"/>
                  </a:lnTo>
                  <a:lnTo>
                    <a:pt x="1051254" y="685086"/>
                  </a:lnTo>
                  <a:close/>
                  <a:moveTo>
                    <a:pt x="1051822" y="680881"/>
                  </a:moveTo>
                  <a:lnTo>
                    <a:pt x="1022662" y="677500"/>
                  </a:lnTo>
                  <a:lnTo>
                    <a:pt x="1019730" y="691800"/>
                  </a:lnTo>
                  <a:close/>
                  <a:moveTo>
                    <a:pt x="1022662" y="677500"/>
                  </a:moveTo>
                  <a:lnTo>
                    <a:pt x="1051822" y="680881"/>
                  </a:lnTo>
                  <a:lnTo>
                    <a:pt x="1053665" y="634636"/>
                  </a:lnTo>
                  <a:close/>
                  <a:moveTo>
                    <a:pt x="1051822" y="680881"/>
                  </a:moveTo>
                  <a:lnTo>
                    <a:pt x="1051254" y="685086"/>
                  </a:lnTo>
                  <a:lnTo>
                    <a:pt x="1054111" y="682012"/>
                  </a:lnTo>
                  <a:close/>
                  <a:moveTo>
                    <a:pt x="1053665" y="634636"/>
                  </a:moveTo>
                  <a:lnTo>
                    <a:pt x="1051822" y="680881"/>
                  </a:lnTo>
                  <a:lnTo>
                    <a:pt x="1054111" y="682012"/>
                  </a:lnTo>
                  <a:close/>
                  <a:moveTo>
                    <a:pt x="955557" y="525978"/>
                  </a:moveTo>
                  <a:lnTo>
                    <a:pt x="930858" y="518970"/>
                  </a:lnTo>
                  <a:lnTo>
                    <a:pt x="917730" y="559592"/>
                  </a:lnTo>
                  <a:close/>
                  <a:moveTo>
                    <a:pt x="837062" y="362060"/>
                  </a:moveTo>
                  <a:lnTo>
                    <a:pt x="870241" y="362175"/>
                  </a:lnTo>
                  <a:lnTo>
                    <a:pt x="868818" y="318584"/>
                  </a:lnTo>
                  <a:close/>
                  <a:moveTo>
                    <a:pt x="863849" y="386508"/>
                  </a:moveTo>
                  <a:lnTo>
                    <a:pt x="894511" y="376570"/>
                  </a:lnTo>
                  <a:lnTo>
                    <a:pt x="891520" y="353606"/>
                  </a:lnTo>
                  <a:close/>
                  <a:moveTo>
                    <a:pt x="807362" y="98709"/>
                  </a:moveTo>
                  <a:lnTo>
                    <a:pt x="815142" y="136560"/>
                  </a:lnTo>
                  <a:lnTo>
                    <a:pt x="802572" y="115892"/>
                  </a:lnTo>
                  <a:close/>
                  <a:moveTo>
                    <a:pt x="852508" y="18614"/>
                  </a:moveTo>
                  <a:lnTo>
                    <a:pt x="830713" y="25199"/>
                  </a:lnTo>
                  <a:lnTo>
                    <a:pt x="845455" y="29112"/>
                  </a:lnTo>
                  <a:close/>
                  <a:moveTo>
                    <a:pt x="830713" y="25199"/>
                  </a:moveTo>
                  <a:lnTo>
                    <a:pt x="852508" y="18614"/>
                  </a:lnTo>
                  <a:lnTo>
                    <a:pt x="863401" y="0"/>
                  </a:lnTo>
                  <a:close/>
                  <a:moveTo>
                    <a:pt x="809206" y="18158"/>
                  </a:moveTo>
                  <a:lnTo>
                    <a:pt x="830713" y="25199"/>
                  </a:lnTo>
                  <a:lnTo>
                    <a:pt x="863401" y="0"/>
                  </a:lnTo>
                  <a:close/>
                  <a:moveTo>
                    <a:pt x="845455" y="29112"/>
                  </a:moveTo>
                  <a:lnTo>
                    <a:pt x="884302" y="8016"/>
                  </a:lnTo>
                  <a:lnTo>
                    <a:pt x="852508" y="18614"/>
                  </a:lnTo>
                  <a:close/>
                  <a:moveTo>
                    <a:pt x="901310" y="17158"/>
                  </a:moveTo>
                  <a:lnTo>
                    <a:pt x="884302" y="8016"/>
                  </a:lnTo>
                  <a:lnTo>
                    <a:pt x="845455" y="29112"/>
                  </a:lnTo>
                  <a:close/>
                  <a:moveTo>
                    <a:pt x="852508" y="18614"/>
                  </a:moveTo>
                  <a:lnTo>
                    <a:pt x="884302" y="8016"/>
                  </a:lnTo>
                  <a:lnTo>
                    <a:pt x="863401" y="0"/>
                  </a:lnTo>
                  <a:close/>
                  <a:moveTo>
                    <a:pt x="1019121" y="9172"/>
                  </a:moveTo>
                  <a:lnTo>
                    <a:pt x="1035318" y="40751"/>
                  </a:lnTo>
                  <a:lnTo>
                    <a:pt x="1044476" y="4715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38" name="Input_density__138">
              <a:extLst>
                <a:ext uri="{FF2B5EF4-FFF2-40B4-BE49-F238E27FC236}">
                  <a16:creationId xmlns:a16="http://schemas.microsoft.com/office/drawing/2014/main" id="{B9C78F5E-535D-6DA8-B688-97722E43B176}"/>
                </a:ext>
              </a:extLst>
            </p:cNvPr>
            <p:cNvSpPr>
              <a:spLocks noGrp="1"/>
            </p:cNvSpPr>
            <p:nvPr/>
          </p:nvSpPr>
          <p:spPr>
            <a:xfrm>
              <a:off x="699584" y="1491545"/>
              <a:ext cx="988324" cy="1151877"/>
            </a:xfrm>
            <a:custGeom>
              <a:avLst/>
              <a:gdLst/>
              <a:ahLst/>
              <a:cxnLst/>
              <a:rect l="0" t="0" r="0" b="0"/>
              <a:pathLst>
                <a:path w="988324" h="1151877">
                  <a:moveTo>
                    <a:pt x="275512" y="1131681"/>
                  </a:moveTo>
                  <a:lnTo>
                    <a:pt x="301330" y="1151877"/>
                  </a:lnTo>
                  <a:lnTo>
                    <a:pt x="306031" y="1123468"/>
                  </a:lnTo>
                  <a:close/>
                  <a:moveTo>
                    <a:pt x="275512" y="1131681"/>
                  </a:moveTo>
                  <a:lnTo>
                    <a:pt x="306031" y="1123468"/>
                  </a:lnTo>
                  <a:lnTo>
                    <a:pt x="257791" y="1113668"/>
                  </a:lnTo>
                  <a:close/>
                  <a:moveTo>
                    <a:pt x="218102" y="1051282"/>
                  </a:moveTo>
                  <a:lnTo>
                    <a:pt x="235813" y="1040987"/>
                  </a:lnTo>
                  <a:lnTo>
                    <a:pt x="229110" y="1034802"/>
                  </a:lnTo>
                  <a:close/>
                  <a:moveTo>
                    <a:pt x="324435" y="1063759"/>
                  </a:moveTo>
                  <a:lnTo>
                    <a:pt x="304744" y="1023804"/>
                  </a:lnTo>
                  <a:lnTo>
                    <a:pt x="278666" y="1029133"/>
                  </a:lnTo>
                  <a:close/>
                  <a:moveTo>
                    <a:pt x="272919" y="989058"/>
                  </a:moveTo>
                  <a:lnTo>
                    <a:pt x="272737" y="977132"/>
                  </a:lnTo>
                  <a:lnTo>
                    <a:pt x="237428" y="969695"/>
                  </a:lnTo>
                  <a:close/>
                  <a:moveTo>
                    <a:pt x="56482" y="693009"/>
                  </a:moveTo>
                  <a:lnTo>
                    <a:pt x="40693" y="704069"/>
                  </a:lnTo>
                  <a:lnTo>
                    <a:pt x="52503" y="701922"/>
                  </a:lnTo>
                  <a:close/>
                  <a:moveTo>
                    <a:pt x="0" y="673438"/>
                  </a:moveTo>
                  <a:lnTo>
                    <a:pt x="40693" y="704069"/>
                  </a:lnTo>
                  <a:lnTo>
                    <a:pt x="56482" y="693009"/>
                  </a:lnTo>
                  <a:close/>
                  <a:moveTo>
                    <a:pt x="52503" y="701922"/>
                  </a:moveTo>
                  <a:lnTo>
                    <a:pt x="35461" y="712878"/>
                  </a:lnTo>
                  <a:lnTo>
                    <a:pt x="56482" y="693009"/>
                  </a:lnTo>
                  <a:close/>
                  <a:moveTo>
                    <a:pt x="242436" y="942005"/>
                  </a:moveTo>
                  <a:lnTo>
                    <a:pt x="282809" y="918581"/>
                  </a:lnTo>
                  <a:lnTo>
                    <a:pt x="255833" y="913454"/>
                  </a:lnTo>
                  <a:close/>
                  <a:moveTo>
                    <a:pt x="269970" y="870576"/>
                  </a:moveTo>
                  <a:lnTo>
                    <a:pt x="257964" y="859601"/>
                  </a:lnTo>
                  <a:lnTo>
                    <a:pt x="255833" y="913454"/>
                  </a:lnTo>
                  <a:close/>
                  <a:moveTo>
                    <a:pt x="255833" y="913454"/>
                  </a:moveTo>
                  <a:lnTo>
                    <a:pt x="292119" y="896356"/>
                  </a:lnTo>
                  <a:lnTo>
                    <a:pt x="269970" y="870576"/>
                  </a:lnTo>
                  <a:close/>
                  <a:moveTo>
                    <a:pt x="255833" y="913454"/>
                  </a:moveTo>
                  <a:lnTo>
                    <a:pt x="282809" y="918581"/>
                  </a:lnTo>
                  <a:lnTo>
                    <a:pt x="292119" y="896356"/>
                  </a:lnTo>
                  <a:close/>
                  <a:moveTo>
                    <a:pt x="257964" y="859601"/>
                  </a:moveTo>
                  <a:lnTo>
                    <a:pt x="238946" y="822846"/>
                  </a:lnTo>
                  <a:lnTo>
                    <a:pt x="228846" y="863559"/>
                  </a:lnTo>
                  <a:close/>
                  <a:moveTo>
                    <a:pt x="53472" y="611641"/>
                  </a:moveTo>
                  <a:lnTo>
                    <a:pt x="934" y="583785"/>
                  </a:lnTo>
                  <a:lnTo>
                    <a:pt x="24294" y="619499"/>
                  </a:lnTo>
                  <a:close/>
                  <a:moveTo>
                    <a:pt x="257964" y="859601"/>
                  </a:moveTo>
                  <a:lnTo>
                    <a:pt x="263045" y="805663"/>
                  </a:lnTo>
                  <a:lnTo>
                    <a:pt x="238946" y="822846"/>
                  </a:lnTo>
                  <a:close/>
                  <a:moveTo>
                    <a:pt x="263045" y="805663"/>
                  </a:moveTo>
                  <a:lnTo>
                    <a:pt x="239993" y="786091"/>
                  </a:lnTo>
                  <a:lnTo>
                    <a:pt x="238946" y="822846"/>
                  </a:lnTo>
                  <a:close/>
                  <a:moveTo>
                    <a:pt x="79066" y="590833"/>
                  </a:moveTo>
                  <a:lnTo>
                    <a:pt x="83149" y="574181"/>
                  </a:lnTo>
                  <a:lnTo>
                    <a:pt x="84908" y="602316"/>
                  </a:lnTo>
                  <a:close/>
                  <a:moveTo>
                    <a:pt x="104059" y="623994"/>
                  </a:moveTo>
                  <a:lnTo>
                    <a:pt x="136714" y="621509"/>
                  </a:lnTo>
                  <a:lnTo>
                    <a:pt x="120489" y="628992"/>
                  </a:lnTo>
                  <a:close/>
                  <a:moveTo>
                    <a:pt x="341282" y="719174"/>
                  </a:moveTo>
                  <a:lnTo>
                    <a:pt x="310491" y="717118"/>
                  </a:lnTo>
                  <a:lnTo>
                    <a:pt x="349087" y="724814"/>
                  </a:lnTo>
                  <a:close/>
                  <a:moveTo>
                    <a:pt x="80017" y="511623"/>
                  </a:moveTo>
                  <a:lnTo>
                    <a:pt x="126707" y="534443"/>
                  </a:lnTo>
                  <a:lnTo>
                    <a:pt x="119105" y="495876"/>
                  </a:lnTo>
                  <a:close/>
                  <a:moveTo>
                    <a:pt x="80017" y="511623"/>
                  </a:moveTo>
                  <a:lnTo>
                    <a:pt x="101415" y="548378"/>
                  </a:lnTo>
                  <a:lnTo>
                    <a:pt x="126707" y="534443"/>
                  </a:lnTo>
                  <a:close/>
                  <a:moveTo>
                    <a:pt x="154854" y="538648"/>
                  </a:moveTo>
                  <a:lnTo>
                    <a:pt x="144516" y="494439"/>
                  </a:lnTo>
                  <a:lnTo>
                    <a:pt x="119105" y="495876"/>
                  </a:lnTo>
                  <a:close/>
                  <a:moveTo>
                    <a:pt x="119105" y="495876"/>
                  </a:moveTo>
                  <a:lnTo>
                    <a:pt x="144516" y="494439"/>
                  </a:lnTo>
                  <a:lnTo>
                    <a:pt x="119713" y="490106"/>
                  </a:lnTo>
                  <a:close/>
                  <a:moveTo>
                    <a:pt x="446423" y="777366"/>
                  </a:moveTo>
                  <a:lnTo>
                    <a:pt x="425386" y="734541"/>
                  </a:lnTo>
                  <a:lnTo>
                    <a:pt x="404108" y="739933"/>
                  </a:lnTo>
                  <a:close/>
                  <a:moveTo>
                    <a:pt x="377185" y="733659"/>
                  </a:moveTo>
                  <a:lnTo>
                    <a:pt x="349087" y="724814"/>
                  </a:lnTo>
                  <a:lnTo>
                    <a:pt x="315427" y="723542"/>
                  </a:lnTo>
                  <a:close/>
                  <a:moveTo>
                    <a:pt x="377185" y="733659"/>
                  </a:moveTo>
                  <a:lnTo>
                    <a:pt x="315427" y="723542"/>
                  </a:lnTo>
                  <a:lnTo>
                    <a:pt x="339198" y="716208"/>
                  </a:lnTo>
                  <a:close/>
                  <a:moveTo>
                    <a:pt x="377185" y="733659"/>
                  </a:moveTo>
                  <a:lnTo>
                    <a:pt x="379090" y="734541"/>
                  </a:lnTo>
                  <a:lnTo>
                    <a:pt x="383615" y="729332"/>
                  </a:lnTo>
                  <a:close/>
                  <a:moveTo>
                    <a:pt x="349087" y="724814"/>
                  </a:moveTo>
                  <a:lnTo>
                    <a:pt x="377185" y="733659"/>
                  </a:lnTo>
                  <a:lnTo>
                    <a:pt x="383615" y="729332"/>
                  </a:lnTo>
                  <a:close/>
                  <a:moveTo>
                    <a:pt x="419722" y="768121"/>
                  </a:moveTo>
                  <a:lnTo>
                    <a:pt x="404108" y="739933"/>
                  </a:lnTo>
                  <a:lnTo>
                    <a:pt x="379090" y="734541"/>
                  </a:lnTo>
                  <a:close/>
                  <a:moveTo>
                    <a:pt x="144516" y="494439"/>
                  </a:moveTo>
                  <a:lnTo>
                    <a:pt x="154653" y="496163"/>
                  </a:lnTo>
                  <a:lnTo>
                    <a:pt x="125291" y="490847"/>
                  </a:lnTo>
                  <a:close/>
                  <a:moveTo>
                    <a:pt x="119713" y="490106"/>
                  </a:moveTo>
                  <a:lnTo>
                    <a:pt x="144516" y="494439"/>
                  </a:lnTo>
                  <a:lnTo>
                    <a:pt x="125291" y="490847"/>
                  </a:lnTo>
                  <a:close/>
                  <a:moveTo>
                    <a:pt x="148895" y="378426"/>
                  </a:moveTo>
                  <a:lnTo>
                    <a:pt x="93810" y="393259"/>
                  </a:lnTo>
                  <a:lnTo>
                    <a:pt x="117034" y="383880"/>
                  </a:lnTo>
                  <a:close/>
                  <a:moveTo>
                    <a:pt x="521347" y="833037"/>
                  </a:moveTo>
                  <a:lnTo>
                    <a:pt x="532600" y="816424"/>
                  </a:lnTo>
                  <a:lnTo>
                    <a:pt x="503061" y="830561"/>
                  </a:lnTo>
                  <a:close/>
                  <a:moveTo>
                    <a:pt x="521347" y="833037"/>
                  </a:moveTo>
                  <a:lnTo>
                    <a:pt x="553645" y="833867"/>
                  </a:lnTo>
                  <a:lnTo>
                    <a:pt x="532600" y="816424"/>
                  </a:lnTo>
                  <a:close/>
                  <a:moveTo>
                    <a:pt x="357452" y="570338"/>
                  </a:moveTo>
                  <a:lnTo>
                    <a:pt x="314395" y="579703"/>
                  </a:lnTo>
                  <a:lnTo>
                    <a:pt x="311069" y="611038"/>
                  </a:lnTo>
                  <a:close/>
                  <a:moveTo>
                    <a:pt x="357452" y="570338"/>
                  </a:moveTo>
                  <a:lnTo>
                    <a:pt x="357841" y="565126"/>
                  </a:lnTo>
                  <a:lnTo>
                    <a:pt x="347333" y="535266"/>
                  </a:lnTo>
                  <a:close/>
                  <a:moveTo>
                    <a:pt x="314395" y="579703"/>
                  </a:moveTo>
                  <a:lnTo>
                    <a:pt x="357452" y="570338"/>
                  </a:lnTo>
                  <a:lnTo>
                    <a:pt x="347333" y="535266"/>
                  </a:lnTo>
                  <a:close/>
                  <a:moveTo>
                    <a:pt x="357841" y="565126"/>
                  </a:moveTo>
                  <a:lnTo>
                    <a:pt x="360799" y="570338"/>
                  </a:lnTo>
                  <a:lnTo>
                    <a:pt x="347333" y="535266"/>
                  </a:lnTo>
                  <a:close/>
                  <a:moveTo>
                    <a:pt x="148895" y="378426"/>
                  </a:moveTo>
                  <a:lnTo>
                    <a:pt x="117034" y="383880"/>
                  </a:lnTo>
                  <a:lnTo>
                    <a:pt x="175617" y="382126"/>
                  </a:lnTo>
                  <a:close/>
                  <a:moveTo>
                    <a:pt x="184033" y="385224"/>
                  </a:moveTo>
                  <a:lnTo>
                    <a:pt x="186259" y="386563"/>
                  </a:lnTo>
                  <a:lnTo>
                    <a:pt x="201662" y="393441"/>
                  </a:lnTo>
                  <a:close/>
                  <a:moveTo>
                    <a:pt x="212758" y="396417"/>
                  </a:moveTo>
                  <a:lnTo>
                    <a:pt x="201662" y="393441"/>
                  </a:lnTo>
                  <a:lnTo>
                    <a:pt x="186259" y="386563"/>
                  </a:lnTo>
                  <a:close/>
                  <a:moveTo>
                    <a:pt x="839604" y="1077148"/>
                  </a:moveTo>
                  <a:lnTo>
                    <a:pt x="813370" y="1071386"/>
                  </a:lnTo>
                  <a:lnTo>
                    <a:pt x="800199" y="1097843"/>
                  </a:lnTo>
                  <a:close/>
                  <a:moveTo>
                    <a:pt x="326383" y="480463"/>
                  </a:moveTo>
                  <a:lnTo>
                    <a:pt x="366826" y="502514"/>
                  </a:lnTo>
                  <a:lnTo>
                    <a:pt x="329079" y="479644"/>
                  </a:lnTo>
                  <a:close/>
                  <a:moveTo>
                    <a:pt x="263531" y="461671"/>
                  </a:moveTo>
                  <a:lnTo>
                    <a:pt x="286002" y="449479"/>
                  </a:lnTo>
                  <a:lnTo>
                    <a:pt x="326383" y="480463"/>
                  </a:lnTo>
                  <a:close/>
                  <a:moveTo>
                    <a:pt x="265824" y="460072"/>
                  </a:moveTo>
                  <a:lnTo>
                    <a:pt x="263531" y="461671"/>
                  </a:lnTo>
                  <a:lnTo>
                    <a:pt x="326383" y="480463"/>
                  </a:lnTo>
                  <a:close/>
                  <a:moveTo>
                    <a:pt x="277241" y="442889"/>
                  </a:moveTo>
                  <a:lnTo>
                    <a:pt x="262245" y="456862"/>
                  </a:lnTo>
                  <a:lnTo>
                    <a:pt x="235686" y="410527"/>
                  </a:lnTo>
                  <a:close/>
                  <a:moveTo>
                    <a:pt x="284312" y="406134"/>
                  </a:moveTo>
                  <a:lnTo>
                    <a:pt x="262245" y="456862"/>
                  </a:lnTo>
                  <a:lnTo>
                    <a:pt x="265824" y="460072"/>
                  </a:lnTo>
                  <a:close/>
                  <a:moveTo>
                    <a:pt x="658883" y="810439"/>
                  </a:moveTo>
                  <a:lnTo>
                    <a:pt x="677003" y="847194"/>
                  </a:lnTo>
                  <a:lnTo>
                    <a:pt x="659070" y="802336"/>
                  </a:lnTo>
                  <a:close/>
                  <a:moveTo>
                    <a:pt x="697276" y="769768"/>
                  </a:moveTo>
                  <a:lnTo>
                    <a:pt x="659070" y="802336"/>
                  </a:lnTo>
                  <a:lnTo>
                    <a:pt x="665756" y="776498"/>
                  </a:lnTo>
                  <a:close/>
                  <a:moveTo>
                    <a:pt x="362209" y="389042"/>
                  </a:moveTo>
                  <a:lnTo>
                    <a:pt x="334294" y="406134"/>
                  </a:lnTo>
                  <a:lnTo>
                    <a:pt x="329466" y="433209"/>
                  </a:lnTo>
                  <a:close/>
                  <a:moveTo>
                    <a:pt x="329466" y="433209"/>
                  </a:moveTo>
                  <a:lnTo>
                    <a:pt x="334294" y="406134"/>
                  </a:lnTo>
                  <a:lnTo>
                    <a:pt x="319319" y="396712"/>
                  </a:lnTo>
                  <a:close/>
                  <a:moveTo>
                    <a:pt x="319319" y="396712"/>
                  </a:moveTo>
                  <a:lnTo>
                    <a:pt x="334294" y="406134"/>
                  </a:lnTo>
                  <a:lnTo>
                    <a:pt x="313051" y="357060"/>
                  </a:lnTo>
                  <a:close/>
                  <a:moveTo>
                    <a:pt x="313051" y="357060"/>
                  </a:moveTo>
                  <a:lnTo>
                    <a:pt x="362134" y="388761"/>
                  </a:lnTo>
                  <a:lnTo>
                    <a:pt x="326342" y="352196"/>
                  </a:lnTo>
                  <a:close/>
                  <a:moveTo>
                    <a:pt x="313051" y="357060"/>
                  </a:moveTo>
                  <a:lnTo>
                    <a:pt x="326342" y="352196"/>
                  </a:lnTo>
                  <a:lnTo>
                    <a:pt x="317706" y="347229"/>
                  </a:lnTo>
                  <a:close/>
                  <a:moveTo>
                    <a:pt x="667012" y="830011"/>
                  </a:moveTo>
                  <a:lnTo>
                    <a:pt x="662438" y="793256"/>
                  </a:lnTo>
                  <a:lnTo>
                    <a:pt x="659070" y="802336"/>
                  </a:lnTo>
                  <a:close/>
                  <a:moveTo>
                    <a:pt x="891676" y="927661"/>
                  </a:moveTo>
                  <a:lnTo>
                    <a:pt x="855678" y="929838"/>
                  </a:lnTo>
                  <a:lnTo>
                    <a:pt x="895166" y="969570"/>
                  </a:lnTo>
                  <a:close/>
                  <a:moveTo>
                    <a:pt x="686619" y="758293"/>
                  </a:moveTo>
                  <a:lnTo>
                    <a:pt x="709663" y="776072"/>
                  </a:lnTo>
                  <a:lnTo>
                    <a:pt x="697276" y="769768"/>
                  </a:lnTo>
                  <a:close/>
                  <a:moveTo>
                    <a:pt x="665756" y="776498"/>
                  </a:moveTo>
                  <a:lnTo>
                    <a:pt x="686619" y="758293"/>
                  </a:lnTo>
                  <a:lnTo>
                    <a:pt x="697276" y="769768"/>
                  </a:lnTo>
                  <a:close/>
                  <a:moveTo>
                    <a:pt x="548558" y="587466"/>
                  </a:moveTo>
                  <a:lnTo>
                    <a:pt x="541895" y="592596"/>
                  </a:lnTo>
                  <a:lnTo>
                    <a:pt x="564806" y="555543"/>
                  </a:lnTo>
                  <a:close/>
                  <a:moveTo>
                    <a:pt x="407962" y="371767"/>
                  </a:moveTo>
                  <a:lnTo>
                    <a:pt x="410251" y="376962"/>
                  </a:lnTo>
                  <a:lnTo>
                    <a:pt x="390382" y="398167"/>
                  </a:lnTo>
                  <a:close/>
                  <a:moveTo>
                    <a:pt x="346567" y="335013"/>
                  </a:moveTo>
                  <a:lnTo>
                    <a:pt x="362134" y="388761"/>
                  </a:lnTo>
                  <a:lnTo>
                    <a:pt x="379886" y="358925"/>
                  </a:lnTo>
                  <a:close/>
                  <a:moveTo>
                    <a:pt x="346567" y="335013"/>
                  </a:moveTo>
                  <a:lnTo>
                    <a:pt x="326342" y="352196"/>
                  </a:lnTo>
                  <a:lnTo>
                    <a:pt x="362134" y="388761"/>
                  </a:lnTo>
                  <a:close/>
                  <a:moveTo>
                    <a:pt x="326342" y="352196"/>
                  </a:moveTo>
                  <a:lnTo>
                    <a:pt x="346567" y="335013"/>
                  </a:lnTo>
                  <a:lnTo>
                    <a:pt x="317706" y="347229"/>
                  </a:lnTo>
                  <a:close/>
                  <a:moveTo>
                    <a:pt x="657609" y="702562"/>
                  </a:moveTo>
                  <a:lnTo>
                    <a:pt x="654685" y="716406"/>
                  </a:lnTo>
                  <a:lnTo>
                    <a:pt x="679510" y="731711"/>
                  </a:lnTo>
                  <a:close/>
                  <a:moveTo>
                    <a:pt x="519175" y="482032"/>
                  </a:moveTo>
                  <a:lnTo>
                    <a:pt x="575866" y="502572"/>
                  </a:lnTo>
                  <a:lnTo>
                    <a:pt x="559712" y="470959"/>
                  </a:lnTo>
                  <a:close/>
                  <a:moveTo>
                    <a:pt x="559712" y="470959"/>
                  </a:moveTo>
                  <a:lnTo>
                    <a:pt x="511135" y="475915"/>
                  </a:lnTo>
                  <a:lnTo>
                    <a:pt x="519175" y="482032"/>
                  </a:lnTo>
                  <a:close/>
                  <a:moveTo>
                    <a:pt x="521479" y="430206"/>
                  </a:moveTo>
                  <a:lnTo>
                    <a:pt x="511135" y="475915"/>
                  </a:lnTo>
                  <a:lnTo>
                    <a:pt x="559712" y="470959"/>
                  </a:lnTo>
                  <a:close/>
                  <a:moveTo>
                    <a:pt x="556297" y="428988"/>
                  </a:moveTo>
                  <a:lnTo>
                    <a:pt x="521479" y="430206"/>
                  </a:lnTo>
                  <a:lnTo>
                    <a:pt x="559712" y="470959"/>
                  </a:lnTo>
                  <a:close/>
                  <a:moveTo>
                    <a:pt x="521479" y="430206"/>
                  </a:moveTo>
                  <a:lnTo>
                    <a:pt x="555126" y="419605"/>
                  </a:lnTo>
                  <a:lnTo>
                    <a:pt x="496780" y="408522"/>
                  </a:lnTo>
                  <a:close/>
                  <a:moveTo>
                    <a:pt x="407962" y="371767"/>
                  </a:moveTo>
                  <a:lnTo>
                    <a:pt x="428708" y="361956"/>
                  </a:lnTo>
                  <a:lnTo>
                    <a:pt x="379886" y="358925"/>
                  </a:lnTo>
                  <a:close/>
                  <a:moveTo>
                    <a:pt x="921425" y="858728"/>
                  </a:moveTo>
                  <a:lnTo>
                    <a:pt x="958268" y="855863"/>
                  </a:lnTo>
                  <a:lnTo>
                    <a:pt x="950286" y="817606"/>
                  </a:lnTo>
                  <a:close/>
                  <a:moveTo>
                    <a:pt x="921425" y="858728"/>
                  </a:moveTo>
                  <a:lnTo>
                    <a:pt x="950286" y="817606"/>
                  </a:lnTo>
                  <a:lnTo>
                    <a:pt x="918059" y="816717"/>
                  </a:lnTo>
                  <a:close/>
                  <a:moveTo>
                    <a:pt x="984240" y="861836"/>
                  </a:moveTo>
                  <a:lnTo>
                    <a:pt x="950286" y="817606"/>
                  </a:lnTo>
                  <a:lnTo>
                    <a:pt x="958268" y="855863"/>
                  </a:lnTo>
                  <a:close/>
                  <a:moveTo>
                    <a:pt x="882004" y="818941"/>
                  </a:moveTo>
                  <a:lnTo>
                    <a:pt x="918059" y="816717"/>
                  </a:lnTo>
                  <a:lnTo>
                    <a:pt x="872780" y="781693"/>
                  </a:lnTo>
                  <a:close/>
                  <a:moveTo>
                    <a:pt x="918059" y="816717"/>
                  </a:moveTo>
                  <a:lnTo>
                    <a:pt x="950286" y="817606"/>
                  </a:lnTo>
                  <a:lnTo>
                    <a:pt x="925060" y="806117"/>
                  </a:lnTo>
                  <a:close/>
                  <a:moveTo>
                    <a:pt x="735274" y="623214"/>
                  </a:moveTo>
                  <a:lnTo>
                    <a:pt x="741250" y="617189"/>
                  </a:lnTo>
                  <a:lnTo>
                    <a:pt x="712273" y="633424"/>
                  </a:lnTo>
                  <a:close/>
                  <a:moveTo>
                    <a:pt x="757353" y="597621"/>
                  </a:moveTo>
                  <a:lnTo>
                    <a:pt x="755686" y="594686"/>
                  </a:lnTo>
                  <a:lnTo>
                    <a:pt x="736768" y="600430"/>
                  </a:lnTo>
                  <a:close/>
                  <a:moveTo>
                    <a:pt x="606974" y="414876"/>
                  </a:moveTo>
                  <a:lnTo>
                    <a:pt x="560451" y="428094"/>
                  </a:lnTo>
                  <a:lnTo>
                    <a:pt x="596812" y="450887"/>
                  </a:lnTo>
                  <a:close/>
                  <a:moveTo>
                    <a:pt x="555126" y="419605"/>
                  </a:moveTo>
                  <a:lnTo>
                    <a:pt x="560451" y="428094"/>
                  </a:lnTo>
                  <a:lnTo>
                    <a:pt x="609324" y="401456"/>
                  </a:lnTo>
                  <a:close/>
                  <a:moveTo>
                    <a:pt x="501924" y="337401"/>
                  </a:moveTo>
                  <a:lnTo>
                    <a:pt x="478604" y="348480"/>
                  </a:lnTo>
                  <a:lnTo>
                    <a:pt x="511282" y="380257"/>
                  </a:lnTo>
                  <a:close/>
                  <a:moveTo>
                    <a:pt x="762788" y="593203"/>
                  </a:moveTo>
                  <a:lnTo>
                    <a:pt x="725667" y="587292"/>
                  </a:lnTo>
                  <a:lnTo>
                    <a:pt x="755686" y="594686"/>
                  </a:lnTo>
                  <a:close/>
                  <a:moveTo>
                    <a:pt x="732924" y="545647"/>
                  </a:moveTo>
                  <a:lnTo>
                    <a:pt x="725667" y="587292"/>
                  </a:lnTo>
                  <a:lnTo>
                    <a:pt x="762788" y="593203"/>
                  </a:lnTo>
                  <a:close/>
                  <a:moveTo>
                    <a:pt x="764409" y="547138"/>
                  </a:moveTo>
                  <a:lnTo>
                    <a:pt x="732924" y="545647"/>
                  </a:lnTo>
                  <a:lnTo>
                    <a:pt x="762788" y="593203"/>
                  </a:lnTo>
                  <a:close/>
                  <a:moveTo>
                    <a:pt x="787269" y="568458"/>
                  </a:moveTo>
                  <a:lnTo>
                    <a:pt x="814114" y="578564"/>
                  </a:lnTo>
                  <a:lnTo>
                    <a:pt x="845369" y="564902"/>
                  </a:lnTo>
                  <a:close/>
                  <a:moveTo>
                    <a:pt x="732924" y="545647"/>
                  </a:moveTo>
                  <a:lnTo>
                    <a:pt x="764409" y="547138"/>
                  </a:lnTo>
                  <a:lnTo>
                    <a:pt x="760048" y="505936"/>
                  </a:lnTo>
                  <a:close/>
                  <a:moveTo>
                    <a:pt x="666760" y="410911"/>
                  </a:moveTo>
                  <a:lnTo>
                    <a:pt x="659273" y="399447"/>
                  </a:lnTo>
                  <a:lnTo>
                    <a:pt x="659135" y="366908"/>
                  </a:lnTo>
                  <a:close/>
                  <a:moveTo>
                    <a:pt x="525649" y="241558"/>
                  </a:moveTo>
                  <a:lnTo>
                    <a:pt x="535812" y="246707"/>
                  </a:lnTo>
                  <a:lnTo>
                    <a:pt x="499062" y="224695"/>
                  </a:lnTo>
                  <a:close/>
                  <a:moveTo>
                    <a:pt x="499062" y="224695"/>
                  </a:moveTo>
                  <a:lnTo>
                    <a:pt x="535812" y="246707"/>
                  </a:lnTo>
                  <a:lnTo>
                    <a:pt x="551913" y="253564"/>
                  </a:lnTo>
                  <a:close/>
                  <a:moveTo>
                    <a:pt x="972088" y="710387"/>
                  </a:moveTo>
                  <a:lnTo>
                    <a:pt x="988324" y="679528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72088" y="710387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57261" y="677694"/>
                  </a:lnTo>
                  <a:lnTo>
                    <a:pt x="940762" y="672406"/>
                  </a:lnTo>
                  <a:close/>
                  <a:moveTo>
                    <a:pt x="878277" y="598235"/>
                  </a:moveTo>
                  <a:lnTo>
                    <a:pt x="830506" y="633907"/>
                  </a:lnTo>
                  <a:lnTo>
                    <a:pt x="865149" y="638857"/>
                  </a:lnTo>
                  <a:close/>
                  <a:moveTo>
                    <a:pt x="535812" y="246707"/>
                  </a:moveTo>
                  <a:lnTo>
                    <a:pt x="532713" y="242084"/>
                  </a:lnTo>
                  <a:lnTo>
                    <a:pt x="562815" y="255937"/>
                  </a:lnTo>
                  <a:close/>
                  <a:moveTo>
                    <a:pt x="838940" y="432871"/>
                  </a:moveTo>
                  <a:lnTo>
                    <a:pt x="825451" y="396116"/>
                  </a:lnTo>
                  <a:lnTo>
                    <a:pt x="817660" y="441440"/>
                  </a:lnTo>
                  <a:close/>
                  <a:moveTo>
                    <a:pt x="825451" y="396116"/>
                  </a:moveTo>
                  <a:lnTo>
                    <a:pt x="816237" y="397849"/>
                  </a:lnTo>
                  <a:lnTo>
                    <a:pt x="817660" y="441440"/>
                  </a:lnTo>
                  <a:close/>
                  <a:moveTo>
                    <a:pt x="715278" y="336256"/>
                  </a:moveTo>
                  <a:lnTo>
                    <a:pt x="744174" y="359361"/>
                  </a:lnTo>
                  <a:lnTo>
                    <a:pt x="769466" y="364038"/>
                  </a:lnTo>
                  <a:close/>
                  <a:moveTo>
                    <a:pt x="715278" y="336256"/>
                  </a:moveTo>
                  <a:lnTo>
                    <a:pt x="769466" y="364038"/>
                  </a:lnTo>
                  <a:lnTo>
                    <a:pt x="753768" y="332053"/>
                  </a:lnTo>
                  <a:close/>
                  <a:moveTo>
                    <a:pt x="657698" y="176992"/>
                  </a:moveTo>
                  <a:lnTo>
                    <a:pt x="658396" y="171729"/>
                  </a:lnTo>
                  <a:lnTo>
                    <a:pt x="658950" y="192769"/>
                  </a:lnTo>
                  <a:close/>
                  <a:moveTo>
                    <a:pt x="838940" y="432871"/>
                  </a:moveTo>
                  <a:lnTo>
                    <a:pt x="836648" y="426003"/>
                  </a:lnTo>
                  <a:lnTo>
                    <a:pt x="825451" y="396116"/>
                  </a:lnTo>
                  <a:close/>
                  <a:moveTo>
                    <a:pt x="701379" y="123821"/>
                  </a:moveTo>
                  <a:lnTo>
                    <a:pt x="704411" y="122987"/>
                  </a:lnTo>
                  <a:lnTo>
                    <a:pt x="729529" y="158403"/>
                  </a:lnTo>
                  <a:close/>
                  <a:moveTo>
                    <a:pt x="904718" y="342177"/>
                  </a:moveTo>
                  <a:lnTo>
                    <a:pt x="933623" y="378932"/>
                  </a:lnTo>
                  <a:lnTo>
                    <a:pt x="958637" y="361749"/>
                  </a:lnTo>
                  <a:close/>
                  <a:moveTo>
                    <a:pt x="937139" y="324994"/>
                  </a:moveTo>
                  <a:lnTo>
                    <a:pt x="958637" y="361749"/>
                  </a:lnTo>
                  <a:lnTo>
                    <a:pt x="956687" y="344566"/>
                  </a:lnTo>
                  <a:close/>
                  <a:moveTo>
                    <a:pt x="934652" y="288239"/>
                  </a:moveTo>
                  <a:lnTo>
                    <a:pt x="958616" y="307811"/>
                  </a:lnTo>
                  <a:lnTo>
                    <a:pt x="957292" y="271055"/>
                  </a:lnTo>
                  <a:close/>
                  <a:moveTo>
                    <a:pt x="878193" y="124036"/>
                  </a:moveTo>
                  <a:lnTo>
                    <a:pt x="863205" y="150547"/>
                  </a:lnTo>
                  <a:lnTo>
                    <a:pt x="867342" y="114908"/>
                  </a:lnTo>
                  <a:close/>
                  <a:moveTo>
                    <a:pt x="850756" y="7795"/>
                  </a:moveTo>
                  <a:lnTo>
                    <a:pt x="881981" y="33342"/>
                  </a:lnTo>
                  <a:lnTo>
                    <a:pt x="843561" y="0"/>
                  </a:lnTo>
                  <a:close/>
                  <a:moveTo>
                    <a:pt x="910041" y="52914"/>
                  </a:moveTo>
                  <a:lnTo>
                    <a:pt x="915282" y="58274"/>
                  </a:lnTo>
                  <a:lnTo>
                    <a:pt x="866681" y="25951"/>
                  </a:lnTo>
                  <a:close/>
                  <a:moveTo>
                    <a:pt x="866681" y="25951"/>
                  </a:moveTo>
                  <a:lnTo>
                    <a:pt x="915282" y="58274"/>
                  </a:lnTo>
                  <a:lnTo>
                    <a:pt x="881981" y="33342"/>
                  </a:lnTo>
                  <a:close/>
                  <a:moveTo>
                    <a:pt x="881981" y="33342"/>
                  </a:moveTo>
                  <a:lnTo>
                    <a:pt x="915282" y="58274"/>
                  </a:lnTo>
                  <a:lnTo>
                    <a:pt x="896098" y="52743"/>
                  </a:lnTo>
                  <a:close/>
                  <a:moveTo>
                    <a:pt x="866681" y="25951"/>
                  </a:moveTo>
                  <a:lnTo>
                    <a:pt x="881981" y="33342"/>
                  </a:lnTo>
                  <a:lnTo>
                    <a:pt x="850756" y="7795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39" name="Input_density__139">
              <a:extLst>
                <a:ext uri="{FF2B5EF4-FFF2-40B4-BE49-F238E27FC236}">
                  <a16:creationId xmlns:a16="http://schemas.microsoft.com/office/drawing/2014/main" id="{C0A33EB0-393C-C7A5-8096-9C8F32266969}"/>
                </a:ext>
              </a:extLst>
            </p:cNvPr>
            <p:cNvSpPr>
              <a:spLocks noGrp="1"/>
            </p:cNvSpPr>
            <p:nvPr/>
          </p:nvSpPr>
          <p:spPr>
            <a:xfrm>
              <a:off x="681070" y="1570810"/>
              <a:ext cx="1067378" cy="994061"/>
            </a:xfrm>
            <a:custGeom>
              <a:avLst/>
              <a:gdLst/>
              <a:ahLst/>
              <a:cxnLst/>
              <a:rect l="0" t="0" r="0" b="0"/>
              <a:pathLst>
                <a:path w="1067378" h="994061">
                  <a:moveTo>
                    <a:pt x="342949" y="984494"/>
                  </a:moveTo>
                  <a:lnTo>
                    <a:pt x="364500" y="994061"/>
                  </a:lnTo>
                  <a:lnTo>
                    <a:pt x="344187" y="971206"/>
                  </a:lnTo>
                  <a:close/>
                  <a:moveTo>
                    <a:pt x="344187" y="971206"/>
                  </a:moveTo>
                  <a:lnTo>
                    <a:pt x="373229" y="955216"/>
                  </a:lnTo>
                  <a:lnTo>
                    <a:pt x="350352" y="978475"/>
                  </a:lnTo>
                  <a:close/>
                  <a:moveTo>
                    <a:pt x="0" y="540234"/>
                  </a:moveTo>
                  <a:lnTo>
                    <a:pt x="19814" y="502955"/>
                  </a:lnTo>
                  <a:lnTo>
                    <a:pt x="26242" y="486296"/>
                  </a:lnTo>
                  <a:close/>
                  <a:moveTo>
                    <a:pt x="39076" y="449541"/>
                  </a:moveTo>
                  <a:lnTo>
                    <a:pt x="60192" y="407723"/>
                  </a:lnTo>
                  <a:lnTo>
                    <a:pt x="63711" y="395602"/>
                  </a:lnTo>
                  <a:close/>
                  <a:moveTo>
                    <a:pt x="265500" y="541330"/>
                  </a:moveTo>
                  <a:lnTo>
                    <a:pt x="276052" y="562194"/>
                  </a:lnTo>
                  <a:lnTo>
                    <a:pt x="277082" y="556263"/>
                  </a:lnTo>
                  <a:close/>
                  <a:moveTo>
                    <a:pt x="265500" y="541330"/>
                  </a:moveTo>
                  <a:lnTo>
                    <a:pt x="277082" y="556263"/>
                  </a:lnTo>
                  <a:lnTo>
                    <a:pt x="295463" y="528782"/>
                  </a:lnTo>
                  <a:close/>
                  <a:moveTo>
                    <a:pt x="471324" y="424426"/>
                  </a:moveTo>
                  <a:lnTo>
                    <a:pt x="458326" y="419951"/>
                  </a:lnTo>
                  <a:lnTo>
                    <a:pt x="451385" y="421025"/>
                  </a:lnTo>
                  <a:close/>
                  <a:moveTo>
                    <a:pt x="836361" y="603518"/>
                  </a:moveTo>
                  <a:lnTo>
                    <a:pt x="843289" y="588930"/>
                  </a:lnTo>
                  <a:lnTo>
                    <a:pt x="839892" y="582887"/>
                  </a:lnTo>
                  <a:close/>
                  <a:moveTo>
                    <a:pt x="712497" y="417932"/>
                  </a:moveTo>
                  <a:lnTo>
                    <a:pt x="722727" y="400229"/>
                  </a:lnTo>
                  <a:lnTo>
                    <a:pt x="743734" y="410147"/>
                  </a:lnTo>
                  <a:close/>
                  <a:moveTo>
                    <a:pt x="921491" y="525978"/>
                  </a:moveTo>
                  <a:lnTo>
                    <a:pt x="883664" y="559592"/>
                  </a:lnTo>
                  <a:lnTo>
                    <a:pt x="915305" y="553316"/>
                  </a:lnTo>
                  <a:close/>
                  <a:moveTo>
                    <a:pt x="829783" y="386508"/>
                  </a:moveTo>
                  <a:lnTo>
                    <a:pt x="806436" y="395426"/>
                  </a:lnTo>
                  <a:lnTo>
                    <a:pt x="860444" y="376570"/>
                  </a:lnTo>
                  <a:close/>
                  <a:moveTo>
                    <a:pt x="1040251" y="319239"/>
                  </a:moveTo>
                  <a:lnTo>
                    <a:pt x="1061413" y="302055"/>
                  </a:lnTo>
                  <a:lnTo>
                    <a:pt x="1047591" y="317720"/>
                  </a:lnTo>
                  <a:close/>
                  <a:moveTo>
                    <a:pt x="816818" y="8016"/>
                  </a:moveTo>
                  <a:lnTo>
                    <a:pt x="785722" y="18126"/>
                  </a:lnTo>
                  <a:lnTo>
                    <a:pt x="829335" y="0"/>
                  </a:lnTo>
                  <a:close/>
                  <a:moveTo>
                    <a:pt x="1061413" y="302055"/>
                  </a:moveTo>
                  <a:lnTo>
                    <a:pt x="1067378" y="267123"/>
                  </a:lnTo>
                  <a:lnTo>
                    <a:pt x="1060019" y="2885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40" name="Input_density__140">
              <a:extLst>
                <a:ext uri="{FF2B5EF4-FFF2-40B4-BE49-F238E27FC236}">
                  <a16:creationId xmlns:a16="http://schemas.microsoft.com/office/drawing/2014/main" id="{0D9A69AC-A027-A119-ED10-919D84D1C3E1}"/>
                </a:ext>
              </a:extLst>
            </p:cNvPr>
            <p:cNvSpPr>
              <a:spLocks noGrp="1"/>
            </p:cNvSpPr>
            <p:nvPr/>
          </p:nvSpPr>
          <p:spPr>
            <a:xfrm>
              <a:off x="723878" y="1490959"/>
              <a:ext cx="868527" cy="1029718"/>
            </a:xfrm>
            <a:custGeom>
              <a:avLst/>
              <a:gdLst/>
              <a:ahLst/>
              <a:cxnLst/>
              <a:rect l="0" t="0" r="0" b="0"/>
              <a:pathLst>
                <a:path w="868527" h="1029718">
                  <a:moveTo>
                    <a:pt x="280450" y="1024390"/>
                  </a:moveTo>
                  <a:lnTo>
                    <a:pt x="256568" y="987635"/>
                  </a:lnTo>
                  <a:lnTo>
                    <a:pt x="254372" y="1029718"/>
                  </a:lnTo>
                  <a:close/>
                  <a:moveTo>
                    <a:pt x="0" y="620085"/>
                  </a:moveTo>
                  <a:lnTo>
                    <a:pt x="30379" y="655997"/>
                  </a:lnTo>
                  <a:lnTo>
                    <a:pt x="29177" y="612226"/>
                  </a:lnTo>
                  <a:close/>
                  <a:moveTo>
                    <a:pt x="0" y="620085"/>
                  </a:moveTo>
                  <a:lnTo>
                    <a:pt x="27137" y="656840"/>
                  </a:lnTo>
                  <a:lnTo>
                    <a:pt x="30379" y="655997"/>
                  </a:lnTo>
                  <a:close/>
                  <a:moveTo>
                    <a:pt x="60614" y="602902"/>
                  </a:moveTo>
                  <a:lnTo>
                    <a:pt x="40408" y="566147"/>
                  </a:lnTo>
                  <a:lnTo>
                    <a:pt x="29177" y="612226"/>
                  </a:lnTo>
                  <a:close/>
                  <a:moveTo>
                    <a:pt x="60614" y="602902"/>
                  </a:moveTo>
                  <a:lnTo>
                    <a:pt x="77120" y="548964"/>
                  </a:lnTo>
                  <a:lnTo>
                    <a:pt x="40408" y="566147"/>
                  </a:lnTo>
                  <a:close/>
                  <a:moveTo>
                    <a:pt x="273107" y="752310"/>
                  </a:moveTo>
                  <a:lnTo>
                    <a:pt x="291133" y="724127"/>
                  </a:lnTo>
                  <a:lnTo>
                    <a:pt x="258440" y="757928"/>
                  </a:lnTo>
                  <a:close/>
                  <a:moveTo>
                    <a:pt x="211392" y="411113"/>
                  </a:moveTo>
                  <a:lnTo>
                    <a:pt x="246164" y="409932"/>
                  </a:lnTo>
                  <a:lnTo>
                    <a:pt x="220817" y="393391"/>
                  </a:lnTo>
                  <a:close/>
                  <a:moveTo>
                    <a:pt x="220817" y="393391"/>
                  </a:moveTo>
                  <a:lnTo>
                    <a:pt x="246164" y="409932"/>
                  </a:lnTo>
                  <a:lnTo>
                    <a:pt x="224909" y="387148"/>
                  </a:lnTo>
                  <a:close/>
                  <a:moveTo>
                    <a:pt x="224909" y="387148"/>
                  </a:moveTo>
                  <a:lnTo>
                    <a:pt x="246164" y="409932"/>
                  </a:lnTo>
                  <a:lnTo>
                    <a:pt x="260017" y="406720"/>
                  </a:lnTo>
                  <a:close/>
                  <a:moveTo>
                    <a:pt x="224909" y="387148"/>
                  </a:moveTo>
                  <a:lnTo>
                    <a:pt x="260017" y="406720"/>
                  </a:lnTo>
                  <a:lnTo>
                    <a:pt x="256886" y="369965"/>
                  </a:lnTo>
                  <a:close/>
                  <a:moveTo>
                    <a:pt x="271257" y="443475"/>
                  </a:moveTo>
                  <a:lnTo>
                    <a:pt x="300692" y="471243"/>
                  </a:lnTo>
                  <a:lnTo>
                    <a:pt x="305172" y="433795"/>
                  </a:lnTo>
                  <a:close/>
                  <a:moveTo>
                    <a:pt x="260017" y="406720"/>
                  </a:moveTo>
                  <a:lnTo>
                    <a:pt x="305172" y="433795"/>
                  </a:lnTo>
                  <a:lnTo>
                    <a:pt x="295024" y="397297"/>
                  </a:lnTo>
                  <a:close/>
                  <a:moveTo>
                    <a:pt x="260017" y="406720"/>
                  </a:moveTo>
                  <a:lnTo>
                    <a:pt x="271257" y="443475"/>
                  </a:lnTo>
                  <a:lnTo>
                    <a:pt x="305172" y="433795"/>
                  </a:lnTo>
                  <a:close/>
                  <a:moveTo>
                    <a:pt x="305172" y="433795"/>
                  </a:moveTo>
                  <a:lnTo>
                    <a:pt x="319034" y="426292"/>
                  </a:lnTo>
                  <a:lnTo>
                    <a:pt x="337914" y="389628"/>
                  </a:lnTo>
                  <a:close/>
                  <a:moveTo>
                    <a:pt x="256886" y="369965"/>
                  </a:moveTo>
                  <a:lnTo>
                    <a:pt x="260017" y="406720"/>
                  </a:lnTo>
                  <a:lnTo>
                    <a:pt x="295024" y="397297"/>
                  </a:lnTo>
                  <a:close/>
                  <a:moveTo>
                    <a:pt x="233465" y="333210"/>
                  </a:moveTo>
                  <a:lnTo>
                    <a:pt x="256886" y="369965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33465" y="333210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62972" y="316027"/>
                  </a:lnTo>
                  <a:lnTo>
                    <a:pt x="259180" y="279272"/>
                  </a:lnTo>
                  <a:close/>
                  <a:moveTo>
                    <a:pt x="806569" y="940862"/>
                  </a:moveTo>
                  <a:lnTo>
                    <a:pt x="831384" y="930424"/>
                  </a:lnTo>
                  <a:lnTo>
                    <a:pt x="813350" y="921439"/>
                  </a:lnTo>
                  <a:close/>
                  <a:moveTo>
                    <a:pt x="297549" y="298843"/>
                  </a:moveTo>
                  <a:lnTo>
                    <a:pt x="262972" y="316027"/>
                  </a:lnTo>
                  <a:lnTo>
                    <a:pt x="293411" y="347814"/>
                  </a:lnTo>
                  <a:close/>
                  <a:moveTo>
                    <a:pt x="259180" y="279272"/>
                  </a:moveTo>
                  <a:lnTo>
                    <a:pt x="299396" y="273984"/>
                  </a:lnTo>
                  <a:lnTo>
                    <a:pt x="291903" y="265593"/>
                  </a:lnTo>
                  <a:close/>
                  <a:moveTo>
                    <a:pt x="297549" y="298843"/>
                  </a:moveTo>
                  <a:lnTo>
                    <a:pt x="299396" y="273984"/>
                  </a:lnTo>
                  <a:lnTo>
                    <a:pt x="259180" y="279272"/>
                  </a:lnTo>
                  <a:close/>
                  <a:moveTo>
                    <a:pt x="262972" y="316027"/>
                  </a:moveTo>
                  <a:lnTo>
                    <a:pt x="297549" y="298843"/>
                  </a:lnTo>
                  <a:lnTo>
                    <a:pt x="259180" y="279272"/>
                  </a:lnTo>
                  <a:close/>
                  <a:moveTo>
                    <a:pt x="270113" y="260707"/>
                  </a:moveTo>
                  <a:lnTo>
                    <a:pt x="259180" y="279272"/>
                  </a:lnTo>
                  <a:lnTo>
                    <a:pt x="291903" y="265593"/>
                  </a:lnTo>
                  <a:close/>
                  <a:moveTo>
                    <a:pt x="323779" y="240569"/>
                  </a:moveTo>
                  <a:lnTo>
                    <a:pt x="291903" y="265593"/>
                  </a:lnTo>
                  <a:lnTo>
                    <a:pt x="306569" y="262088"/>
                  </a:lnTo>
                  <a:close/>
                  <a:moveTo>
                    <a:pt x="270113" y="260707"/>
                  </a:moveTo>
                  <a:lnTo>
                    <a:pt x="291903" y="265593"/>
                  </a:lnTo>
                  <a:lnTo>
                    <a:pt x="323779" y="240569"/>
                  </a:lnTo>
                  <a:close/>
                  <a:moveTo>
                    <a:pt x="291903" y="265593"/>
                  </a:moveTo>
                  <a:lnTo>
                    <a:pt x="299396" y="273984"/>
                  </a:lnTo>
                  <a:lnTo>
                    <a:pt x="306569" y="262088"/>
                  </a:lnTo>
                  <a:close/>
                  <a:moveTo>
                    <a:pt x="349272" y="246042"/>
                  </a:moveTo>
                  <a:lnTo>
                    <a:pt x="306569" y="262088"/>
                  </a:lnTo>
                  <a:lnTo>
                    <a:pt x="350984" y="246077"/>
                  </a:lnTo>
                  <a:close/>
                  <a:moveTo>
                    <a:pt x="306569" y="262088"/>
                  </a:moveTo>
                  <a:lnTo>
                    <a:pt x="299396" y="273984"/>
                  </a:lnTo>
                  <a:lnTo>
                    <a:pt x="350984" y="246077"/>
                  </a:lnTo>
                  <a:close/>
                  <a:moveTo>
                    <a:pt x="323779" y="240569"/>
                  </a:moveTo>
                  <a:lnTo>
                    <a:pt x="306569" y="262088"/>
                  </a:lnTo>
                  <a:lnTo>
                    <a:pt x="349272" y="246042"/>
                  </a:lnTo>
                  <a:close/>
                  <a:moveTo>
                    <a:pt x="323779" y="240569"/>
                  </a:moveTo>
                  <a:lnTo>
                    <a:pt x="349272" y="246042"/>
                  </a:lnTo>
                  <a:lnTo>
                    <a:pt x="329217" y="225334"/>
                  </a:lnTo>
                  <a:close/>
                  <a:moveTo>
                    <a:pt x="329217" y="225334"/>
                  </a:moveTo>
                  <a:lnTo>
                    <a:pt x="349272" y="246042"/>
                  </a:lnTo>
                  <a:lnTo>
                    <a:pt x="351490" y="244905"/>
                  </a:lnTo>
                  <a:close/>
                  <a:moveTo>
                    <a:pt x="329217" y="225334"/>
                  </a:moveTo>
                  <a:lnTo>
                    <a:pt x="351490" y="244905"/>
                  </a:lnTo>
                  <a:lnTo>
                    <a:pt x="359241" y="208150"/>
                  </a:lnTo>
                  <a:close/>
                  <a:moveTo>
                    <a:pt x="349272" y="246042"/>
                  </a:moveTo>
                  <a:lnTo>
                    <a:pt x="350984" y="246077"/>
                  </a:lnTo>
                  <a:lnTo>
                    <a:pt x="351490" y="244905"/>
                  </a:lnTo>
                  <a:close/>
                  <a:moveTo>
                    <a:pt x="731392" y="595272"/>
                  </a:moveTo>
                  <a:lnTo>
                    <a:pt x="733059" y="598207"/>
                  </a:lnTo>
                  <a:lnTo>
                    <a:pt x="710980" y="623799"/>
                  </a:lnTo>
                  <a:close/>
                  <a:moveTo>
                    <a:pt x="359241" y="208150"/>
                  </a:moveTo>
                  <a:lnTo>
                    <a:pt x="404885" y="226821"/>
                  </a:lnTo>
                  <a:lnTo>
                    <a:pt x="384375" y="199845"/>
                  </a:lnTo>
                  <a:close/>
                  <a:moveTo>
                    <a:pt x="404544" y="227722"/>
                  </a:moveTo>
                  <a:lnTo>
                    <a:pt x="404885" y="226821"/>
                  </a:lnTo>
                  <a:lnTo>
                    <a:pt x="359241" y="208150"/>
                  </a:lnTo>
                  <a:close/>
                  <a:moveTo>
                    <a:pt x="351490" y="244905"/>
                  </a:moveTo>
                  <a:lnTo>
                    <a:pt x="404544" y="227722"/>
                  </a:lnTo>
                  <a:lnTo>
                    <a:pt x="359241" y="208150"/>
                  </a:lnTo>
                  <a:close/>
                  <a:moveTo>
                    <a:pt x="370313" y="193770"/>
                  </a:moveTo>
                  <a:lnTo>
                    <a:pt x="359241" y="208150"/>
                  </a:lnTo>
                  <a:lnTo>
                    <a:pt x="384375" y="199845"/>
                  </a:lnTo>
                  <a:close/>
                  <a:moveTo>
                    <a:pt x="384375" y="199845"/>
                  </a:moveTo>
                  <a:lnTo>
                    <a:pt x="404885" y="226821"/>
                  </a:lnTo>
                  <a:lnTo>
                    <a:pt x="432811" y="206654"/>
                  </a:lnTo>
                  <a:close/>
                  <a:moveTo>
                    <a:pt x="738494" y="593788"/>
                  </a:moveTo>
                  <a:lnTo>
                    <a:pt x="731392" y="595272"/>
                  </a:lnTo>
                  <a:lnTo>
                    <a:pt x="715478" y="630159"/>
                  </a:lnTo>
                  <a:close/>
                  <a:moveTo>
                    <a:pt x="761505" y="619828"/>
                  </a:moveTo>
                  <a:lnTo>
                    <a:pt x="791768" y="580492"/>
                  </a:lnTo>
                  <a:lnTo>
                    <a:pt x="789820" y="579150"/>
                  </a:lnTo>
                  <a:close/>
                  <a:moveTo>
                    <a:pt x="761505" y="619828"/>
                  </a:moveTo>
                  <a:lnTo>
                    <a:pt x="789820" y="579150"/>
                  </a:lnTo>
                  <a:lnTo>
                    <a:pt x="738494" y="593788"/>
                  </a:lnTo>
                  <a:close/>
                  <a:moveTo>
                    <a:pt x="821075" y="565488"/>
                  </a:moveTo>
                  <a:lnTo>
                    <a:pt x="789820" y="579150"/>
                  </a:lnTo>
                  <a:lnTo>
                    <a:pt x="795330" y="578088"/>
                  </a:lnTo>
                  <a:close/>
                  <a:moveTo>
                    <a:pt x="789820" y="579150"/>
                  </a:moveTo>
                  <a:lnTo>
                    <a:pt x="791768" y="580492"/>
                  </a:lnTo>
                  <a:lnTo>
                    <a:pt x="795330" y="578088"/>
                  </a:lnTo>
                  <a:close/>
                  <a:moveTo>
                    <a:pt x="680549" y="510023"/>
                  </a:moveTo>
                  <a:lnTo>
                    <a:pt x="688400" y="517931"/>
                  </a:lnTo>
                  <a:lnTo>
                    <a:pt x="709290" y="492904"/>
                  </a:lnTo>
                  <a:close/>
                  <a:moveTo>
                    <a:pt x="405402" y="227498"/>
                  </a:moveTo>
                  <a:lnTo>
                    <a:pt x="432811" y="206654"/>
                  </a:lnTo>
                  <a:lnTo>
                    <a:pt x="404885" y="226821"/>
                  </a:lnTo>
                  <a:close/>
                  <a:moveTo>
                    <a:pt x="812999" y="605052"/>
                  </a:moveTo>
                  <a:lnTo>
                    <a:pt x="795330" y="578088"/>
                  </a:lnTo>
                  <a:lnTo>
                    <a:pt x="791768" y="580492"/>
                  </a:lnTo>
                  <a:close/>
                  <a:moveTo>
                    <a:pt x="833176" y="570990"/>
                  </a:moveTo>
                  <a:lnTo>
                    <a:pt x="795330" y="578088"/>
                  </a:lnTo>
                  <a:lnTo>
                    <a:pt x="812999" y="605052"/>
                  </a:lnTo>
                  <a:close/>
                  <a:moveTo>
                    <a:pt x="821075" y="565488"/>
                  </a:moveTo>
                  <a:lnTo>
                    <a:pt x="795330" y="578088"/>
                  </a:lnTo>
                  <a:lnTo>
                    <a:pt x="833176" y="570990"/>
                  </a:lnTo>
                  <a:close/>
                  <a:moveTo>
                    <a:pt x="745172" y="364624"/>
                  </a:moveTo>
                  <a:lnTo>
                    <a:pt x="772754" y="359947"/>
                  </a:lnTo>
                  <a:lnTo>
                    <a:pt x="779530" y="342320"/>
                  </a:lnTo>
                  <a:close/>
                  <a:moveTo>
                    <a:pt x="823667" y="354985"/>
                  </a:moveTo>
                  <a:lnTo>
                    <a:pt x="790347" y="354986"/>
                  </a:lnTo>
                  <a:lnTo>
                    <a:pt x="838796" y="387432"/>
                  </a:lnTo>
                  <a:close/>
                  <a:moveTo>
                    <a:pt x="838796" y="387432"/>
                  </a:moveTo>
                  <a:lnTo>
                    <a:pt x="868527" y="345603"/>
                  </a:lnTo>
                  <a:lnTo>
                    <a:pt x="823667" y="354985"/>
                  </a:lnTo>
                  <a:close/>
                  <a:moveTo>
                    <a:pt x="772754" y="359947"/>
                  </a:moveTo>
                  <a:lnTo>
                    <a:pt x="790347" y="354986"/>
                  </a:lnTo>
                  <a:lnTo>
                    <a:pt x="779530" y="342320"/>
                  </a:lnTo>
                  <a:close/>
                  <a:moveTo>
                    <a:pt x="813665" y="345368"/>
                  </a:moveTo>
                  <a:lnTo>
                    <a:pt x="790347" y="354986"/>
                  </a:lnTo>
                  <a:lnTo>
                    <a:pt x="823667" y="354985"/>
                  </a:lnTo>
                  <a:close/>
                  <a:moveTo>
                    <a:pt x="779530" y="342320"/>
                  </a:moveTo>
                  <a:lnTo>
                    <a:pt x="790347" y="354986"/>
                  </a:lnTo>
                  <a:lnTo>
                    <a:pt x="813665" y="345368"/>
                  </a:lnTo>
                  <a:close/>
                  <a:moveTo>
                    <a:pt x="621512" y="97750"/>
                  </a:moveTo>
                  <a:lnTo>
                    <a:pt x="619098" y="116220"/>
                  </a:lnTo>
                  <a:lnTo>
                    <a:pt x="650006" y="85478"/>
                  </a:lnTo>
                  <a:close/>
                  <a:moveTo>
                    <a:pt x="766709" y="198173"/>
                  </a:moveTo>
                  <a:lnTo>
                    <a:pt x="793602" y="202514"/>
                  </a:lnTo>
                  <a:lnTo>
                    <a:pt x="768898" y="195743"/>
                  </a:lnTo>
                  <a:close/>
                  <a:moveTo>
                    <a:pt x="793602" y="202514"/>
                  </a:moveTo>
                  <a:lnTo>
                    <a:pt x="801286" y="178560"/>
                  </a:lnTo>
                  <a:lnTo>
                    <a:pt x="768898" y="195743"/>
                  </a:lnTo>
                  <a:close/>
                  <a:moveTo>
                    <a:pt x="683633" y="74336"/>
                  </a:moveTo>
                  <a:lnTo>
                    <a:pt x="679380" y="120820"/>
                  </a:lnTo>
                  <a:lnTo>
                    <a:pt x="700012" y="68295"/>
                  </a:lnTo>
                  <a:close/>
                  <a:moveTo>
                    <a:pt x="650006" y="85478"/>
                  </a:moveTo>
                  <a:lnTo>
                    <a:pt x="679380" y="120820"/>
                  </a:lnTo>
                  <a:lnTo>
                    <a:pt x="683633" y="74336"/>
                  </a:lnTo>
                  <a:close/>
                  <a:moveTo>
                    <a:pt x="640925" y="48723"/>
                  </a:moveTo>
                  <a:lnTo>
                    <a:pt x="683633" y="74336"/>
                  </a:lnTo>
                  <a:lnTo>
                    <a:pt x="673249" y="38030"/>
                  </a:lnTo>
                  <a:close/>
                  <a:moveTo>
                    <a:pt x="640925" y="48723"/>
                  </a:moveTo>
                  <a:lnTo>
                    <a:pt x="650006" y="85478"/>
                  </a:lnTo>
                  <a:lnTo>
                    <a:pt x="683633" y="74336"/>
                  </a:lnTo>
                  <a:close/>
                  <a:moveTo>
                    <a:pt x="700012" y="68295"/>
                  </a:moveTo>
                  <a:lnTo>
                    <a:pt x="692171" y="31540"/>
                  </a:lnTo>
                  <a:lnTo>
                    <a:pt x="683633" y="74336"/>
                  </a:lnTo>
                  <a:close/>
                  <a:moveTo>
                    <a:pt x="692171" y="31540"/>
                  </a:moveTo>
                  <a:lnTo>
                    <a:pt x="673249" y="38030"/>
                  </a:lnTo>
                  <a:lnTo>
                    <a:pt x="683633" y="74336"/>
                  </a:lnTo>
                  <a:close/>
                  <a:moveTo>
                    <a:pt x="793602" y="202514"/>
                  </a:moveTo>
                  <a:lnTo>
                    <a:pt x="809601" y="205091"/>
                  </a:lnTo>
                  <a:lnTo>
                    <a:pt x="801286" y="178560"/>
                  </a:lnTo>
                  <a:close/>
                  <a:moveTo>
                    <a:pt x="801286" y="178560"/>
                  </a:moveTo>
                  <a:lnTo>
                    <a:pt x="828133" y="198131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01286" y="178560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12377" y="148137"/>
                  </a:lnTo>
                  <a:lnTo>
                    <a:pt x="801286" y="178560"/>
                  </a:lnTo>
                  <a:close/>
                  <a:moveTo>
                    <a:pt x="838911" y="151133"/>
                  </a:moveTo>
                  <a:lnTo>
                    <a:pt x="853899" y="124621"/>
                  </a:lnTo>
                  <a:lnTo>
                    <a:pt x="815267" y="141805"/>
                  </a:lnTo>
                  <a:close/>
                  <a:moveTo>
                    <a:pt x="692171" y="31540"/>
                  </a:moveTo>
                  <a:lnTo>
                    <a:pt x="743331" y="42928"/>
                  </a:lnTo>
                  <a:lnTo>
                    <a:pt x="730715" y="18401"/>
                  </a:lnTo>
                  <a:close/>
                  <a:moveTo>
                    <a:pt x="739984" y="51112"/>
                  </a:moveTo>
                  <a:lnTo>
                    <a:pt x="743331" y="42928"/>
                  </a:lnTo>
                  <a:lnTo>
                    <a:pt x="692171" y="31540"/>
                  </a:lnTo>
                  <a:close/>
                  <a:moveTo>
                    <a:pt x="700012" y="68295"/>
                  </a:moveTo>
                  <a:lnTo>
                    <a:pt x="739984" y="51112"/>
                  </a:lnTo>
                  <a:lnTo>
                    <a:pt x="692171" y="31540"/>
                  </a:lnTo>
                  <a:close/>
                  <a:moveTo>
                    <a:pt x="765169" y="0"/>
                  </a:moveTo>
                  <a:lnTo>
                    <a:pt x="730715" y="18401"/>
                  </a:lnTo>
                  <a:lnTo>
                    <a:pt x="747725" y="14357"/>
                  </a:lnTo>
                  <a:close/>
                  <a:moveTo>
                    <a:pt x="730715" y="18401"/>
                  </a:moveTo>
                  <a:lnTo>
                    <a:pt x="743331" y="42928"/>
                  </a:lnTo>
                  <a:lnTo>
                    <a:pt x="747725" y="14357"/>
                  </a:lnTo>
                  <a:close/>
                  <a:moveTo>
                    <a:pt x="743331" y="42928"/>
                  </a:moveTo>
                  <a:lnTo>
                    <a:pt x="739984" y="51112"/>
                  </a:lnTo>
                  <a:lnTo>
                    <a:pt x="754062" y="44166"/>
                  </a:lnTo>
                  <a:close/>
                  <a:moveTo>
                    <a:pt x="778947" y="6277"/>
                  </a:moveTo>
                  <a:lnTo>
                    <a:pt x="747725" y="14357"/>
                  </a:lnTo>
                  <a:lnTo>
                    <a:pt x="798426" y="28135"/>
                  </a:lnTo>
                  <a:close/>
                  <a:moveTo>
                    <a:pt x="747725" y="14357"/>
                  </a:moveTo>
                  <a:lnTo>
                    <a:pt x="743331" y="42928"/>
                  </a:lnTo>
                  <a:lnTo>
                    <a:pt x="798426" y="28135"/>
                  </a:lnTo>
                  <a:close/>
                  <a:moveTo>
                    <a:pt x="798426" y="28135"/>
                  </a:moveTo>
                  <a:lnTo>
                    <a:pt x="743331" y="42928"/>
                  </a:lnTo>
                  <a:lnTo>
                    <a:pt x="784351" y="33928"/>
                  </a:lnTo>
                  <a:close/>
                  <a:moveTo>
                    <a:pt x="765169" y="0"/>
                  </a:moveTo>
                  <a:lnTo>
                    <a:pt x="747725" y="14357"/>
                  </a:lnTo>
                  <a:lnTo>
                    <a:pt x="778947" y="6277"/>
                  </a:lnTo>
                  <a:close/>
                  <a:moveTo>
                    <a:pt x="778947" y="6277"/>
                  </a:moveTo>
                  <a:lnTo>
                    <a:pt x="798426" y="28135"/>
                  </a:lnTo>
                  <a:lnTo>
                    <a:pt x="826462" y="838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41" name="Input_density__141">
              <a:extLst>
                <a:ext uri="{FF2B5EF4-FFF2-40B4-BE49-F238E27FC236}">
                  <a16:creationId xmlns:a16="http://schemas.microsoft.com/office/drawing/2014/main" id="{A354645D-FEEA-2442-5966-2C65DE6E4114}"/>
                </a:ext>
              </a:extLst>
            </p:cNvPr>
            <p:cNvSpPr>
              <a:spLocks noGrp="1"/>
            </p:cNvSpPr>
            <p:nvPr/>
          </p:nvSpPr>
          <p:spPr>
            <a:xfrm>
              <a:off x="615759" y="1491545"/>
              <a:ext cx="1042462" cy="1370714"/>
            </a:xfrm>
            <a:custGeom>
              <a:avLst/>
              <a:gdLst/>
              <a:ahLst/>
              <a:cxnLst/>
              <a:rect l="0" t="0" r="0" b="0"/>
              <a:pathLst>
                <a:path w="1042462" h="1370714">
                  <a:moveTo>
                    <a:pt x="364688" y="987049"/>
                  </a:moveTo>
                  <a:lnTo>
                    <a:pt x="356745" y="989058"/>
                  </a:lnTo>
                  <a:lnTo>
                    <a:pt x="362491" y="1029133"/>
                  </a:lnTo>
                  <a:close/>
                  <a:moveTo>
                    <a:pt x="356745" y="989058"/>
                  </a:moveTo>
                  <a:lnTo>
                    <a:pt x="364688" y="987049"/>
                  </a:lnTo>
                  <a:lnTo>
                    <a:pt x="356562" y="977132"/>
                  </a:lnTo>
                  <a:close/>
                  <a:moveTo>
                    <a:pt x="135257" y="656254"/>
                  </a:moveTo>
                  <a:lnTo>
                    <a:pt x="83825" y="673438"/>
                  </a:lnTo>
                  <a:lnTo>
                    <a:pt x="140307" y="693009"/>
                  </a:lnTo>
                  <a:close/>
                  <a:moveTo>
                    <a:pt x="108120" y="619499"/>
                  </a:moveTo>
                  <a:lnTo>
                    <a:pt x="83825" y="673438"/>
                  </a:lnTo>
                  <a:lnTo>
                    <a:pt x="135257" y="656254"/>
                  </a:lnTo>
                  <a:close/>
                  <a:moveTo>
                    <a:pt x="339658" y="913454"/>
                  </a:moveTo>
                  <a:lnTo>
                    <a:pt x="341789" y="859601"/>
                  </a:lnTo>
                  <a:lnTo>
                    <a:pt x="312671" y="863559"/>
                  </a:lnTo>
                  <a:close/>
                  <a:moveTo>
                    <a:pt x="288090" y="838796"/>
                  </a:moveTo>
                  <a:lnTo>
                    <a:pt x="283961" y="840029"/>
                  </a:lnTo>
                  <a:lnTo>
                    <a:pt x="312671" y="863559"/>
                  </a:lnTo>
                  <a:close/>
                  <a:moveTo>
                    <a:pt x="322771" y="822846"/>
                  </a:moveTo>
                  <a:lnTo>
                    <a:pt x="288090" y="838796"/>
                  </a:lnTo>
                  <a:lnTo>
                    <a:pt x="312671" y="863559"/>
                  </a:lnTo>
                  <a:close/>
                  <a:moveTo>
                    <a:pt x="286184" y="838576"/>
                  </a:moveTo>
                  <a:lnTo>
                    <a:pt x="283961" y="840029"/>
                  </a:lnTo>
                  <a:lnTo>
                    <a:pt x="288090" y="838796"/>
                  </a:lnTo>
                  <a:close/>
                  <a:moveTo>
                    <a:pt x="323819" y="786091"/>
                  </a:moveTo>
                  <a:lnTo>
                    <a:pt x="288090" y="838796"/>
                  </a:lnTo>
                  <a:lnTo>
                    <a:pt x="322771" y="822846"/>
                  </a:lnTo>
                  <a:close/>
                  <a:moveTo>
                    <a:pt x="135257" y="656254"/>
                  </a:moveTo>
                  <a:lnTo>
                    <a:pt x="165950" y="666561"/>
                  </a:lnTo>
                  <a:lnTo>
                    <a:pt x="138499" y="655411"/>
                  </a:lnTo>
                  <a:close/>
                  <a:moveTo>
                    <a:pt x="160517" y="675826"/>
                  </a:moveTo>
                  <a:lnTo>
                    <a:pt x="165950" y="666561"/>
                  </a:lnTo>
                  <a:lnTo>
                    <a:pt x="135257" y="656254"/>
                  </a:lnTo>
                  <a:close/>
                  <a:moveTo>
                    <a:pt x="140307" y="693009"/>
                  </a:moveTo>
                  <a:lnTo>
                    <a:pt x="160517" y="675826"/>
                  </a:lnTo>
                  <a:lnTo>
                    <a:pt x="135257" y="656254"/>
                  </a:lnTo>
                  <a:close/>
                  <a:moveTo>
                    <a:pt x="187885" y="623994"/>
                  </a:moveTo>
                  <a:lnTo>
                    <a:pt x="168733" y="602316"/>
                  </a:lnTo>
                  <a:lnTo>
                    <a:pt x="181689" y="647386"/>
                  </a:lnTo>
                  <a:close/>
                  <a:moveTo>
                    <a:pt x="181689" y="647386"/>
                  </a:moveTo>
                  <a:lnTo>
                    <a:pt x="168733" y="602316"/>
                  </a:lnTo>
                  <a:lnTo>
                    <a:pt x="137297" y="611641"/>
                  </a:lnTo>
                  <a:close/>
                  <a:moveTo>
                    <a:pt x="181689" y="647386"/>
                  </a:moveTo>
                  <a:lnTo>
                    <a:pt x="137297" y="611641"/>
                  </a:lnTo>
                  <a:lnTo>
                    <a:pt x="138499" y="655411"/>
                  </a:lnTo>
                  <a:close/>
                  <a:moveTo>
                    <a:pt x="181689" y="647386"/>
                  </a:moveTo>
                  <a:lnTo>
                    <a:pt x="138499" y="655411"/>
                  </a:lnTo>
                  <a:lnTo>
                    <a:pt x="194287" y="647933"/>
                  </a:lnTo>
                  <a:close/>
                  <a:moveTo>
                    <a:pt x="138499" y="655411"/>
                  </a:moveTo>
                  <a:lnTo>
                    <a:pt x="165950" y="666561"/>
                  </a:lnTo>
                  <a:lnTo>
                    <a:pt x="194287" y="647933"/>
                  </a:lnTo>
                  <a:close/>
                  <a:moveTo>
                    <a:pt x="395" y="509234"/>
                  </a:moveTo>
                  <a:lnTo>
                    <a:pt x="0" y="516039"/>
                  </a:lnTo>
                  <a:lnTo>
                    <a:pt x="4070" y="504446"/>
                  </a:lnTo>
                  <a:close/>
                  <a:moveTo>
                    <a:pt x="184645" y="640252"/>
                  </a:moveTo>
                  <a:lnTo>
                    <a:pt x="204314" y="628992"/>
                  </a:lnTo>
                  <a:lnTo>
                    <a:pt x="194287" y="647933"/>
                  </a:lnTo>
                  <a:close/>
                  <a:moveTo>
                    <a:pt x="162891" y="590833"/>
                  </a:moveTo>
                  <a:lnTo>
                    <a:pt x="204314" y="628992"/>
                  </a:lnTo>
                  <a:lnTo>
                    <a:pt x="206123" y="621888"/>
                  </a:lnTo>
                  <a:close/>
                  <a:moveTo>
                    <a:pt x="168733" y="602316"/>
                  </a:moveTo>
                  <a:lnTo>
                    <a:pt x="204314" y="628992"/>
                  </a:lnTo>
                  <a:lnTo>
                    <a:pt x="162891" y="590833"/>
                  </a:lnTo>
                  <a:close/>
                  <a:moveTo>
                    <a:pt x="187885" y="623994"/>
                  </a:moveTo>
                  <a:lnTo>
                    <a:pt x="204314" y="628992"/>
                  </a:lnTo>
                  <a:lnTo>
                    <a:pt x="168733" y="602316"/>
                  </a:lnTo>
                  <a:close/>
                  <a:moveTo>
                    <a:pt x="168733" y="602316"/>
                  </a:moveTo>
                  <a:lnTo>
                    <a:pt x="166974" y="574181"/>
                  </a:lnTo>
                  <a:lnTo>
                    <a:pt x="185240" y="548378"/>
                  </a:lnTo>
                  <a:close/>
                  <a:moveTo>
                    <a:pt x="140714" y="528806"/>
                  </a:moveTo>
                  <a:lnTo>
                    <a:pt x="185240" y="548378"/>
                  </a:lnTo>
                  <a:lnTo>
                    <a:pt x="163842" y="511623"/>
                  </a:lnTo>
                  <a:close/>
                  <a:moveTo>
                    <a:pt x="366560" y="757343"/>
                  </a:moveTo>
                  <a:lnTo>
                    <a:pt x="399252" y="723542"/>
                  </a:lnTo>
                  <a:lnTo>
                    <a:pt x="394316" y="717118"/>
                  </a:lnTo>
                  <a:close/>
                  <a:moveTo>
                    <a:pt x="366560" y="757343"/>
                  </a:moveTo>
                  <a:lnTo>
                    <a:pt x="394316" y="717118"/>
                  </a:lnTo>
                  <a:lnTo>
                    <a:pt x="361465" y="716737"/>
                  </a:lnTo>
                  <a:close/>
                  <a:moveTo>
                    <a:pt x="320266" y="723143"/>
                  </a:moveTo>
                  <a:lnTo>
                    <a:pt x="361465" y="716737"/>
                  </a:lnTo>
                  <a:lnTo>
                    <a:pt x="342981" y="687018"/>
                  </a:lnTo>
                  <a:close/>
                  <a:moveTo>
                    <a:pt x="361465" y="716737"/>
                  </a:moveTo>
                  <a:lnTo>
                    <a:pt x="394316" y="717118"/>
                  </a:lnTo>
                  <a:lnTo>
                    <a:pt x="373224" y="689519"/>
                  </a:lnTo>
                  <a:close/>
                  <a:moveTo>
                    <a:pt x="361465" y="716737"/>
                  </a:moveTo>
                  <a:lnTo>
                    <a:pt x="373224" y="689519"/>
                  </a:lnTo>
                  <a:lnTo>
                    <a:pt x="342981" y="687018"/>
                  </a:lnTo>
                  <a:close/>
                  <a:moveTo>
                    <a:pt x="394316" y="717118"/>
                  </a:moveTo>
                  <a:lnTo>
                    <a:pt x="399252" y="723542"/>
                  </a:lnTo>
                  <a:lnTo>
                    <a:pt x="432912" y="724814"/>
                  </a:lnTo>
                  <a:close/>
                  <a:moveTo>
                    <a:pt x="163842" y="511623"/>
                  </a:moveTo>
                  <a:lnTo>
                    <a:pt x="202930" y="495876"/>
                  </a:lnTo>
                  <a:lnTo>
                    <a:pt x="159263" y="474868"/>
                  </a:lnTo>
                  <a:close/>
                  <a:moveTo>
                    <a:pt x="467440" y="729332"/>
                  </a:moveTo>
                  <a:lnTo>
                    <a:pt x="462915" y="734541"/>
                  </a:lnTo>
                  <a:lnTo>
                    <a:pt x="487933" y="739933"/>
                  </a:lnTo>
                  <a:close/>
                  <a:moveTo>
                    <a:pt x="1022072" y="1359375"/>
                  </a:moveTo>
                  <a:lnTo>
                    <a:pt x="1031234" y="1370714"/>
                  </a:lnTo>
                  <a:lnTo>
                    <a:pt x="1030884" y="1357194"/>
                  </a:lnTo>
                  <a:close/>
                  <a:moveTo>
                    <a:pt x="509211" y="734541"/>
                  </a:moveTo>
                  <a:lnTo>
                    <a:pt x="533679" y="756202"/>
                  </a:lnTo>
                  <a:lnTo>
                    <a:pt x="534542" y="729129"/>
                  </a:lnTo>
                  <a:close/>
                  <a:moveTo>
                    <a:pt x="200859" y="383880"/>
                  </a:moveTo>
                  <a:lnTo>
                    <a:pt x="223110" y="389976"/>
                  </a:lnTo>
                  <a:lnTo>
                    <a:pt x="259442" y="382126"/>
                  </a:lnTo>
                  <a:close/>
                  <a:moveTo>
                    <a:pt x="259442" y="382126"/>
                  </a:moveTo>
                  <a:lnTo>
                    <a:pt x="270084" y="386563"/>
                  </a:lnTo>
                  <a:lnTo>
                    <a:pt x="267858" y="385224"/>
                  </a:lnTo>
                  <a:close/>
                  <a:moveTo>
                    <a:pt x="232720" y="378426"/>
                  </a:moveTo>
                  <a:lnTo>
                    <a:pt x="259442" y="382126"/>
                  </a:lnTo>
                  <a:lnTo>
                    <a:pt x="267858" y="385224"/>
                  </a:lnTo>
                  <a:close/>
                  <a:moveTo>
                    <a:pt x="285488" y="393441"/>
                  </a:moveTo>
                  <a:lnTo>
                    <a:pt x="296583" y="396417"/>
                  </a:lnTo>
                  <a:lnTo>
                    <a:pt x="328937" y="392805"/>
                  </a:lnTo>
                  <a:close/>
                  <a:moveTo>
                    <a:pt x="871855" y="1052345"/>
                  </a:moveTo>
                  <a:lnTo>
                    <a:pt x="862375" y="1084907"/>
                  </a:lnTo>
                  <a:lnTo>
                    <a:pt x="897196" y="1071386"/>
                  </a:lnTo>
                  <a:close/>
                  <a:moveTo>
                    <a:pt x="443850" y="569695"/>
                  </a:moveTo>
                  <a:lnTo>
                    <a:pt x="441666" y="565126"/>
                  </a:lnTo>
                  <a:lnTo>
                    <a:pt x="441277" y="570338"/>
                  </a:lnTo>
                  <a:close/>
                  <a:moveTo>
                    <a:pt x="443850" y="569695"/>
                  </a:moveTo>
                  <a:lnTo>
                    <a:pt x="444624" y="570338"/>
                  </a:lnTo>
                  <a:lnTo>
                    <a:pt x="441666" y="565126"/>
                  </a:lnTo>
                  <a:close/>
                  <a:moveTo>
                    <a:pt x="410208" y="480463"/>
                  </a:moveTo>
                  <a:lnTo>
                    <a:pt x="408811" y="470657"/>
                  </a:lnTo>
                  <a:lnTo>
                    <a:pt x="379376" y="442889"/>
                  </a:lnTo>
                  <a:close/>
                  <a:moveTo>
                    <a:pt x="379376" y="442889"/>
                  </a:moveTo>
                  <a:lnTo>
                    <a:pt x="349649" y="460072"/>
                  </a:lnTo>
                  <a:lnTo>
                    <a:pt x="410208" y="480463"/>
                  </a:lnTo>
                  <a:close/>
                  <a:moveTo>
                    <a:pt x="410208" y="480463"/>
                  </a:moveTo>
                  <a:lnTo>
                    <a:pt x="412904" y="479644"/>
                  </a:lnTo>
                  <a:lnTo>
                    <a:pt x="408811" y="470657"/>
                  </a:lnTo>
                  <a:close/>
                  <a:moveTo>
                    <a:pt x="319511" y="410527"/>
                  </a:moveTo>
                  <a:lnTo>
                    <a:pt x="346070" y="456862"/>
                  </a:lnTo>
                  <a:lnTo>
                    <a:pt x="354283" y="409346"/>
                  </a:lnTo>
                  <a:close/>
                  <a:moveTo>
                    <a:pt x="354283" y="409346"/>
                  </a:moveTo>
                  <a:lnTo>
                    <a:pt x="346070" y="456862"/>
                  </a:lnTo>
                  <a:lnTo>
                    <a:pt x="368137" y="406134"/>
                  </a:lnTo>
                  <a:close/>
                  <a:moveTo>
                    <a:pt x="368137" y="406134"/>
                  </a:moveTo>
                  <a:lnTo>
                    <a:pt x="349649" y="460072"/>
                  </a:lnTo>
                  <a:lnTo>
                    <a:pt x="379376" y="442889"/>
                  </a:lnTo>
                  <a:close/>
                  <a:moveTo>
                    <a:pt x="263110" y="384545"/>
                  </a:moveTo>
                  <a:lnTo>
                    <a:pt x="296583" y="396417"/>
                  </a:lnTo>
                  <a:lnTo>
                    <a:pt x="270084" y="386563"/>
                  </a:lnTo>
                  <a:close/>
                  <a:moveTo>
                    <a:pt x="319511" y="410527"/>
                  </a:moveTo>
                  <a:lnTo>
                    <a:pt x="296583" y="396417"/>
                  </a:lnTo>
                  <a:lnTo>
                    <a:pt x="263110" y="384545"/>
                  </a:lnTo>
                  <a:close/>
                  <a:moveTo>
                    <a:pt x="319511" y="410527"/>
                  </a:moveTo>
                  <a:lnTo>
                    <a:pt x="328937" y="392805"/>
                  </a:lnTo>
                  <a:lnTo>
                    <a:pt x="296583" y="396417"/>
                  </a:lnTo>
                  <a:close/>
                  <a:moveTo>
                    <a:pt x="259442" y="382126"/>
                  </a:moveTo>
                  <a:lnTo>
                    <a:pt x="247250" y="386563"/>
                  </a:lnTo>
                  <a:lnTo>
                    <a:pt x="263110" y="384545"/>
                  </a:lnTo>
                  <a:close/>
                  <a:moveTo>
                    <a:pt x="263110" y="384545"/>
                  </a:moveTo>
                  <a:lnTo>
                    <a:pt x="270084" y="386563"/>
                  </a:lnTo>
                  <a:lnTo>
                    <a:pt x="259442" y="382126"/>
                  </a:lnTo>
                  <a:close/>
                  <a:moveTo>
                    <a:pt x="598661" y="585960"/>
                  </a:moveTo>
                  <a:lnTo>
                    <a:pt x="555155" y="626664"/>
                  </a:lnTo>
                  <a:lnTo>
                    <a:pt x="578585" y="609481"/>
                  </a:lnTo>
                  <a:close/>
                  <a:moveTo>
                    <a:pt x="598661" y="585960"/>
                  </a:moveTo>
                  <a:lnTo>
                    <a:pt x="579040" y="608808"/>
                  </a:lnTo>
                  <a:lnTo>
                    <a:pt x="555155" y="626664"/>
                  </a:lnTo>
                  <a:close/>
                  <a:moveTo>
                    <a:pt x="365006" y="369379"/>
                  </a:moveTo>
                  <a:lnTo>
                    <a:pt x="403144" y="396712"/>
                  </a:lnTo>
                  <a:lnTo>
                    <a:pt x="396876" y="357060"/>
                  </a:lnTo>
                  <a:close/>
                  <a:moveTo>
                    <a:pt x="371091" y="315441"/>
                  </a:moveTo>
                  <a:lnTo>
                    <a:pt x="396876" y="357060"/>
                  </a:lnTo>
                  <a:lnTo>
                    <a:pt x="401531" y="347229"/>
                  </a:lnTo>
                  <a:close/>
                  <a:moveTo>
                    <a:pt x="365006" y="369379"/>
                  </a:moveTo>
                  <a:lnTo>
                    <a:pt x="396876" y="357060"/>
                  </a:lnTo>
                  <a:lnTo>
                    <a:pt x="371091" y="315441"/>
                  </a:lnTo>
                  <a:close/>
                  <a:moveTo>
                    <a:pt x="749581" y="776498"/>
                  </a:moveTo>
                  <a:lnTo>
                    <a:pt x="742895" y="802336"/>
                  </a:lnTo>
                  <a:lnTo>
                    <a:pt x="746264" y="793256"/>
                  </a:lnTo>
                  <a:close/>
                  <a:moveTo>
                    <a:pt x="939503" y="929838"/>
                  </a:moveTo>
                  <a:lnTo>
                    <a:pt x="931505" y="958375"/>
                  </a:lnTo>
                  <a:lnTo>
                    <a:pt x="978992" y="969570"/>
                  </a:lnTo>
                  <a:close/>
                  <a:moveTo>
                    <a:pt x="914689" y="940276"/>
                  </a:moveTo>
                  <a:lnTo>
                    <a:pt x="931505" y="958375"/>
                  </a:lnTo>
                  <a:lnTo>
                    <a:pt x="939503" y="929838"/>
                  </a:lnTo>
                  <a:close/>
                  <a:moveTo>
                    <a:pt x="770444" y="758293"/>
                  </a:moveTo>
                  <a:lnTo>
                    <a:pt x="749581" y="776498"/>
                  </a:lnTo>
                  <a:lnTo>
                    <a:pt x="746264" y="793256"/>
                  </a:lnTo>
                  <a:close/>
                  <a:moveTo>
                    <a:pt x="598661" y="585960"/>
                  </a:moveTo>
                  <a:lnTo>
                    <a:pt x="625721" y="592596"/>
                  </a:lnTo>
                  <a:lnTo>
                    <a:pt x="632383" y="587466"/>
                  </a:lnTo>
                  <a:close/>
                  <a:moveTo>
                    <a:pt x="640122" y="428988"/>
                  </a:moveTo>
                  <a:lnTo>
                    <a:pt x="638951" y="419605"/>
                  </a:lnTo>
                  <a:lnTo>
                    <a:pt x="605304" y="430206"/>
                  </a:lnTo>
                  <a:close/>
                  <a:moveTo>
                    <a:pt x="640122" y="428988"/>
                  </a:moveTo>
                  <a:lnTo>
                    <a:pt x="644276" y="428094"/>
                  </a:lnTo>
                  <a:lnTo>
                    <a:pt x="638951" y="419605"/>
                  </a:lnTo>
                  <a:close/>
                  <a:moveTo>
                    <a:pt x="819100" y="623214"/>
                  </a:moveTo>
                  <a:lnTo>
                    <a:pt x="841178" y="597621"/>
                  </a:lnTo>
                  <a:lnTo>
                    <a:pt x="825076" y="617189"/>
                  </a:lnTo>
                  <a:close/>
                  <a:moveTo>
                    <a:pt x="528407" y="197151"/>
                  </a:moveTo>
                  <a:lnTo>
                    <a:pt x="492495" y="199259"/>
                  </a:lnTo>
                  <a:lnTo>
                    <a:pt x="540931" y="206068"/>
                  </a:lnTo>
                  <a:close/>
                  <a:moveTo>
                    <a:pt x="846613" y="593203"/>
                  </a:moveTo>
                  <a:lnTo>
                    <a:pt x="897939" y="578564"/>
                  </a:lnTo>
                  <a:lnTo>
                    <a:pt x="848234" y="547138"/>
                  </a:lnTo>
                  <a:close/>
                  <a:moveTo>
                    <a:pt x="816749" y="545647"/>
                  </a:moveTo>
                  <a:lnTo>
                    <a:pt x="843873" y="505936"/>
                  </a:lnTo>
                  <a:lnTo>
                    <a:pt x="796520" y="517345"/>
                  </a:lnTo>
                  <a:close/>
                  <a:moveTo>
                    <a:pt x="759283" y="520530"/>
                  </a:moveTo>
                  <a:lnTo>
                    <a:pt x="796520" y="517345"/>
                  </a:lnTo>
                  <a:lnTo>
                    <a:pt x="788669" y="509437"/>
                  </a:lnTo>
                  <a:close/>
                  <a:moveTo>
                    <a:pt x="796520" y="517345"/>
                  </a:moveTo>
                  <a:lnTo>
                    <a:pt x="843873" y="505936"/>
                  </a:lnTo>
                  <a:lnTo>
                    <a:pt x="817410" y="492318"/>
                  </a:lnTo>
                  <a:close/>
                  <a:moveTo>
                    <a:pt x="573380" y="250083"/>
                  </a:moveTo>
                  <a:lnTo>
                    <a:pt x="609475" y="241558"/>
                  </a:lnTo>
                  <a:lnTo>
                    <a:pt x="582887" y="224695"/>
                  </a:lnTo>
                  <a:close/>
                  <a:moveTo>
                    <a:pt x="573380" y="250083"/>
                  </a:moveTo>
                  <a:lnTo>
                    <a:pt x="582887" y="224695"/>
                  </a:lnTo>
                  <a:lnTo>
                    <a:pt x="555616" y="219778"/>
                  </a:lnTo>
                  <a:close/>
                  <a:moveTo>
                    <a:pt x="513521" y="226912"/>
                  </a:moveTo>
                  <a:lnTo>
                    <a:pt x="555616" y="219778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78034" y="220216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82887" y="224695"/>
                  </a:lnTo>
                  <a:lnTo>
                    <a:pt x="578034" y="220216"/>
                  </a:lnTo>
                  <a:close/>
                  <a:moveTo>
                    <a:pt x="962102" y="598235"/>
                  </a:moveTo>
                  <a:lnTo>
                    <a:pt x="941295" y="570404"/>
                  </a:lnTo>
                  <a:lnTo>
                    <a:pt x="921119" y="604466"/>
                  </a:lnTo>
                  <a:close/>
                  <a:moveTo>
                    <a:pt x="962102" y="598235"/>
                  </a:moveTo>
                  <a:lnTo>
                    <a:pt x="976117" y="569183"/>
                  </a:lnTo>
                  <a:lnTo>
                    <a:pt x="941295" y="570404"/>
                  </a:lnTo>
                  <a:close/>
                  <a:moveTo>
                    <a:pt x="616539" y="242084"/>
                  </a:moveTo>
                  <a:lnTo>
                    <a:pt x="619637" y="246707"/>
                  </a:lnTo>
                  <a:lnTo>
                    <a:pt x="609475" y="241558"/>
                  </a:lnTo>
                  <a:close/>
                  <a:moveTo>
                    <a:pt x="897664" y="379174"/>
                  </a:moveTo>
                  <a:lnTo>
                    <a:pt x="880873" y="359361"/>
                  </a:lnTo>
                  <a:lnTo>
                    <a:pt x="900063" y="397849"/>
                  </a:lnTo>
                  <a:close/>
                  <a:moveTo>
                    <a:pt x="900063" y="397849"/>
                  </a:moveTo>
                  <a:lnTo>
                    <a:pt x="880873" y="359361"/>
                  </a:lnTo>
                  <a:lnTo>
                    <a:pt x="853291" y="364038"/>
                  </a:lnTo>
                  <a:close/>
                  <a:moveTo>
                    <a:pt x="900063" y="397849"/>
                  </a:moveTo>
                  <a:lnTo>
                    <a:pt x="853291" y="364038"/>
                  </a:lnTo>
                  <a:lnTo>
                    <a:pt x="868271" y="396607"/>
                  </a:lnTo>
                  <a:close/>
                  <a:moveTo>
                    <a:pt x="900063" y="397849"/>
                  </a:moveTo>
                  <a:lnTo>
                    <a:pt x="909277" y="396116"/>
                  </a:lnTo>
                  <a:lnTo>
                    <a:pt x="897664" y="379174"/>
                  </a:lnTo>
                  <a:close/>
                  <a:moveTo>
                    <a:pt x="887650" y="341734"/>
                  </a:moveTo>
                  <a:lnTo>
                    <a:pt x="838402" y="339789"/>
                  </a:lnTo>
                  <a:lnTo>
                    <a:pt x="853291" y="364038"/>
                  </a:lnTo>
                  <a:close/>
                  <a:moveTo>
                    <a:pt x="963178" y="403338"/>
                  </a:moveTo>
                  <a:lnTo>
                    <a:pt x="946916" y="386846"/>
                  </a:lnTo>
                  <a:lnTo>
                    <a:pt x="909277" y="396116"/>
                  </a:lnTo>
                  <a:close/>
                  <a:moveTo>
                    <a:pt x="946916" y="386846"/>
                  </a:moveTo>
                  <a:lnTo>
                    <a:pt x="897664" y="379174"/>
                  </a:lnTo>
                  <a:lnTo>
                    <a:pt x="909277" y="396116"/>
                  </a:lnTo>
                  <a:close/>
                  <a:moveTo>
                    <a:pt x="898466" y="354400"/>
                  </a:moveTo>
                  <a:lnTo>
                    <a:pt x="897664" y="379174"/>
                  </a:lnTo>
                  <a:lnTo>
                    <a:pt x="946916" y="386846"/>
                  </a:lnTo>
                  <a:close/>
                  <a:moveTo>
                    <a:pt x="946916" y="386846"/>
                  </a:moveTo>
                  <a:lnTo>
                    <a:pt x="980126" y="386935"/>
                  </a:lnTo>
                  <a:lnTo>
                    <a:pt x="976646" y="345017"/>
                  </a:lnTo>
                  <a:close/>
                  <a:moveTo>
                    <a:pt x="880873" y="359361"/>
                  </a:moveTo>
                  <a:lnTo>
                    <a:pt x="897664" y="379174"/>
                  </a:lnTo>
                  <a:lnTo>
                    <a:pt x="898466" y="354400"/>
                  </a:lnTo>
                  <a:close/>
                  <a:moveTo>
                    <a:pt x="785204" y="123821"/>
                  </a:moveTo>
                  <a:lnTo>
                    <a:pt x="754249" y="138831"/>
                  </a:lnTo>
                  <a:lnTo>
                    <a:pt x="788236" y="122987"/>
                  </a:lnTo>
                  <a:close/>
                  <a:moveTo>
                    <a:pt x="788236" y="122987"/>
                  </a:moveTo>
                  <a:lnTo>
                    <a:pt x="754249" y="138831"/>
                  </a:lnTo>
                  <a:lnTo>
                    <a:pt x="742221" y="171729"/>
                  </a:lnTo>
                  <a:close/>
                  <a:moveTo>
                    <a:pt x="788236" y="122987"/>
                  </a:moveTo>
                  <a:lnTo>
                    <a:pt x="742221" y="171729"/>
                  </a:lnTo>
                  <a:lnTo>
                    <a:pt x="759152" y="138823"/>
                  </a:lnTo>
                  <a:close/>
                  <a:moveTo>
                    <a:pt x="758126" y="84892"/>
                  </a:moveTo>
                  <a:lnTo>
                    <a:pt x="754249" y="138831"/>
                  </a:lnTo>
                  <a:lnTo>
                    <a:pt x="787500" y="120234"/>
                  </a:lnTo>
                  <a:close/>
                  <a:moveTo>
                    <a:pt x="787500" y="120234"/>
                  </a:moveTo>
                  <a:lnTo>
                    <a:pt x="754249" y="138831"/>
                  </a:lnTo>
                  <a:lnTo>
                    <a:pt x="785204" y="123821"/>
                  </a:lnTo>
                  <a:close/>
                  <a:moveTo>
                    <a:pt x="988543" y="342177"/>
                  </a:moveTo>
                  <a:lnTo>
                    <a:pt x="1042462" y="361749"/>
                  </a:lnTo>
                  <a:lnTo>
                    <a:pt x="1020964" y="324994"/>
                  </a:lnTo>
                  <a:close/>
                  <a:moveTo>
                    <a:pt x="846386" y="215825"/>
                  </a:moveTo>
                  <a:lnTo>
                    <a:pt x="865668" y="219735"/>
                  </a:lnTo>
                  <a:lnTo>
                    <a:pt x="901721" y="201928"/>
                  </a:lnTo>
                  <a:close/>
                  <a:moveTo>
                    <a:pt x="874828" y="197587"/>
                  </a:moveTo>
                  <a:lnTo>
                    <a:pt x="846386" y="215825"/>
                  </a:lnTo>
                  <a:lnTo>
                    <a:pt x="901721" y="201928"/>
                  </a:lnTo>
                  <a:close/>
                  <a:moveTo>
                    <a:pt x="787500" y="120234"/>
                  </a:moveTo>
                  <a:lnTo>
                    <a:pt x="811130" y="121647"/>
                  </a:lnTo>
                  <a:lnTo>
                    <a:pt x="808132" y="67709"/>
                  </a:lnTo>
                  <a:close/>
                  <a:moveTo>
                    <a:pt x="1018477" y="288239"/>
                  </a:moveTo>
                  <a:lnTo>
                    <a:pt x="1020964" y="324994"/>
                  </a:lnTo>
                  <a:lnTo>
                    <a:pt x="1042441" y="307811"/>
                  </a:lnTo>
                  <a:close/>
                  <a:moveTo>
                    <a:pt x="1041117" y="271055"/>
                  </a:moveTo>
                  <a:lnTo>
                    <a:pt x="1021345" y="275454"/>
                  </a:lnTo>
                  <a:lnTo>
                    <a:pt x="1018477" y="288239"/>
                  </a:lnTo>
                  <a:close/>
                  <a:moveTo>
                    <a:pt x="808132" y="67709"/>
                  </a:moveTo>
                  <a:lnTo>
                    <a:pt x="840450" y="97423"/>
                  </a:lnTo>
                  <a:lnTo>
                    <a:pt x="848104" y="50526"/>
                  </a:lnTo>
                  <a:close/>
                  <a:moveTo>
                    <a:pt x="947030" y="150547"/>
                  </a:moveTo>
                  <a:lnTo>
                    <a:pt x="941510" y="160790"/>
                  </a:lnTo>
                  <a:lnTo>
                    <a:pt x="951167" y="114908"/>
                  </a:lnTo>
                  <a:close/>
                  <a:moveTo>
                    <a:pt x="927386" y="0"/>
                  </a:moveTo>
                  <a:lnTo>
                    <a:pt x="887066" y="5691"/>
                  </a:lnTo>
                  <a:lnTo>
                    <a:pt x="934581" y="7795"/>
                  </a:lnTo>
                  <a:close/>
                  <a:moveTo>
                    <a:pt x="911493" y="30579"/>
                  </a:moveTo>
                  <a:lnTo>
                    <a:pt x="934581" y="7795"/>
                  </a:lnTo>
                  <a:lnTo>
                    <a:pt x="906545" y="27549"/>
                  </a:lnTo>
                  <a:close/>
                  <a:moveTo>
                    <a:pt x="911493" y="30579"/>
                  </a:moveTo>
                  <a:lnTo>
                    <a:pt x="950506" y="25951"/>
                  </a:lnTo>
                  <a:lnTo>
                    <a:pt x="934581" y="77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42" name="Input_density__142">
              <a:extLst>
                <a:ext uri="{FF2B5EF4-FFF2-40B4-BE49-F238E27FC236}">
                  <a16:creationId xmlns:a16="http://schemas.microsoft.com/office/drawing/2014/main" id="{6A0167AE-04B3-9126-7EF8-A4790A674FC4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69519"/>
              <a:ext cx="1155472" cy="937929"/>
            </a:xfrm>
            <a:custGeom>
              <a:avLst/>
              <a:gdLst/>
              <a:ahLst/>
              <a:cxnLst/>
              <a:rect l="0" t="0" r="0" b="0"/>
              <a:pathLst>
                <a:path w="1155472" h="937929">
                  <a:moveTo>
                    <a:pt x="37176" y="546394"/>
                  </a:moveTo>
                  <a:lnTo>
                    <a:pt x="0" y="531974"/>
                  </a:lnTo>
                  <a:lnTo>
                    <a:pt x="8776" y="536418"/>
                  </a:lnTo>
                  <a:close/>
                  <a:moveTo>
                    <a:pt x="277176" y="843442"/>
                  </a:moveTo>
                  <a:lnTo>
                    <a:pt x="278699" y="847120"/>
                  </a:lnTo>
                  <a:lnTo>
                    <a:pt x="285161" y="850684"/>
                  </a:lnTo>
                  <a:close/>
                  <a:moveTo>
                    <a:pt x="321801" y="863099"/>
                  </a:moveTo>
                  <a:lnTo>
                    <a:pt x="278699" y="847120"/>
                  </a:lnTo>
                  <a:lnTo>
                    <a:pt x="299077" y="857642"/>
                  </a:lnTo>
                  <a:close/>
                  <a:moveTo>
                    <a:pt x="321801" y="863099"/>
                  </a:moveTo>
                  <a:lnTo>
                    <a:pt x="285161" y="850684"/>
                  </a:lnTo>
                  <a:lnTo>
                    <a:pt x="278699" y="847120"/>
                  </a:lnTo>
                  <a:close/>
                  <a:moveTo>
                    <a:pt x="80030" y="586157"/>
                  </a:moveTo>
                  <a:lnTo>
                    <a:pt x="80509" y="586662"/>
                  </a:lnTo>
                  <a:lnTo>
                    <a:pt x="81547" y="587713"/>
                  </a:lnTo>
                  <a:close/>
                  <a:moveTo>
                    <a:pt x="80030" y="586157"/>
                  </a:moveTo>
                  <a:lnTo>
                    <a:pt x="40793" y="549402"/>
                  </a:lnTo>
                  <a:lnTo>
                    <a:pt x="57895" y="560300"/>
                  </a:lnTo>
                  <a:close/>
                  <a:moveTo>
                    <a:pt x="356741" y="869159"/>
                  </a:moveTo>
                  <a:lnTo>
                    <a:pt x="412494" y="856828"/>
                  </a:lnTo>
                  <a:lnTo>
                    <a:pt x="376602" y="847206"/>
                  </a:lnTo>
                  <a:close/>
                  <a:moveTo>
                    <a:pt x="285161" y="850684"/>
                  </a:moveTo>
                  <a:lnTo>
                    <a:pt x="321801" y="863099"/>
                  </a:lnTo>
                  <a:lnTo>
                    <a:pt x="345078" y="853922"/>
                  </a:lnTo>
                  <a:close/>
                  <a:moveTo>
                    <a:pt x="40793" y="549402"/>
                  </a:moveTo>
                  <a:lnTo>
                    <a:pt x="80030" y="586157"/>
                  </a:lnTo>
                  <a:lnTo>
                    <a:pt x="41487" y="546552"/>
                  </a:lnTo>
                  <a:close/>
                  <a:moveTo>
                    <a:pt x="37176" y="546394"/>
                  </a:moveTo>
                  <a:lnTo>
                    <a:pt x="40793" y="549402"/>
                  </a:lnTo>
                  <a:lnTo>
                    <a:pt x="41487" y="546552"/>
                  </a:lnTo>
                  <a:close/>
                  <a:moveTo>
                    <a:pt x="484792" y="906350"/>
                  </a:moveTo>
                  <a:lnTo>
                    <a:pt x="447586" y="891819"/>
                  </a:lnTo>
                  <a:lnTo>
                    <a:pt x="463572" y="923220"/>
                  </a:lnTo>
                  <a:close/>
                  <a:moveTo>
                    <a:pt x="463572" y="923220"/>
                  </a:moveTo>
                  <a:lnTo>
                    <a:pt x="494025" y="912505"/>
                  </a:lnTo>
                  <a:lnTo>
                    <a:pt x="484792" y="906350"/>
                  </a:lnTo>
                  <a:close/>
                  <a:moveTo>
                    <a:pt x="412494" y="856828"/>
                  </a:moveTo>
                  <a:lnTo>
                    <a:pt x="420013" y="813499"/>
                  </a:lnTo>
                  <a:lnTo>
                    <a:pt x="420221" y="809075"/>
                  </a:lnTo>
                  <a:close/>
                  <a:moveTo>
                    <a:pt x="399547" y="836786"/>
                  </a:moveTo>
                  <a:lnTo>
                    <a:pt x="412494" y="856828"/>
                  </a:lnTo>
                  <a:lnTo>
                    <a:pt x="420221" y="809075"/>
                  </a:lnTo>
                  <a:close/>
                  <a:moveTo>
                    <a:pt x="376602" y="847206"/>
                  </a:moveTo>
                  <a:lnTo>
                    <a:pt x="412494" y="856828"/>
                  </a:lnTo>
                  <a:lnTo>
                    <a:pt x="399547" y="836786"/>
                  </a:lnTo>
                  <a:close/>
                  <a:moveTo>
                    <a:pt x="144093" y="532219"/>
                  </a:moveTo>
                  <a:lnTo>
                    <a:pt x="135995" y="523895"/>
                  </a:lnTo>
                  <a:lnTo>
                    <a:pt x="162128" y="543630"/>
                  </a:lnTo>
                  <a:close/>
                  <a:moveTo>
                    <a:pt x="144093" y="532219"/>
                  </a:moveTo>
                  <a:lnTo>
                    <a:pt x="137438" y="479687"/>
                  </a:lnTo>
                  <a:lnTo>
                    <a:pt x="135995" y="523895"/>
                  </a:lnTo>
                  <a:close/>
                  <a:moveTo>
                    <a:pt x="479277" y="837154"/>
                  </a:moveTo>
                  <a:lnTo>
                    <a:pt x="488129" y="845830"/>
                  </a:lnTo>
                  <a:lnTo>
                    <a:pt x="515223" y="879766"/>
                  </a:lnTo>
                  <a:close/>
                  <a:moveTo>
                    <a:pt x="420221" y="809075"/>
                  </a:moveTo>
                  <a:lnTo>
                    <a:pt x="425821" y="764031"/>
                  </a:lnTo>
                  <a:lnTo>
                    <a:pt x="417088" y="755137"/>
                  </a:lnTo>
                  <a:close/>
                  <a:moveTo>
                    <a:pt x="425821" y="764031"/>
                  </a:moveTo>
                  <a:lnTo>
                    <a:pt x="411869" y="730626"/>
                  </a:lnTo>
                  <a:lnTo>
                    <a:pt x="417088" y="755137"/>
                  </a:lnTo>
                  <a:close/>
                  <a:moveTo>
                    <a:pt x="567221" y="909328"/>
                  </a:moveTo>
                  <a:lnTo>
                    <a:pt x="562772" y="902157"/>
                  </a:lnTo>
                  <a:lnTo>
                    <a:pt x="515223" y="879766"/>
                  </a:lnTo>
                  <a:close/>
                  <a:moveTo>
                    <a:pt x="562772" y="902157"/>
                  </a:moveTo>
                  <a:lnTo>
                    <a:pt x="589585" y="884974"/>
                  </a:lnTo>
                  <a:lnTo>
                    <a:pt x="536730" y="879754"/>
                  </a:lnTo>
                  <a:close/>
                  <a:moveTo>
                    <a:pt x="634500" y="899941"/>
                  </a:moveTo>
                  <a:lnTo>
                    <a:pt x="618929" y="937929"/>
                  </a:lnTo>
                  <a:lnTo>
                    <a:pt x="666171" y="893776"/>
                  </a:lnTo>
                  <a:close/>
                  <a:moveTo>
                    <a:pt x="441349" y="681627"/>
                  </a:moveTo>
                  <a:lnTo>
                    <a:pt x="432081" y="641436"/>
                  </a:lnTo>
                  <a:lnTo>
                    <a:pt x="446429" y="627689"/>
                  </a:lnTo>
                  <a:close/>
                  <a:moveTo>
                    <a:pt x="669347" y="880478"/>
                  </a:moveTo>
                  <a:lnTo>
                    <a:pt x="634500" y="899941"/>
                  </a:lnTo>
                  <a:lnTo>
                    <a:pt x="666171" y="893776"/>
                  </a:lnTo>
                  <a:close/>
                  <a:moveTo>
                    <a:pt x="669347" y="880478"/>
                  </a:moveTo>
                  <a:lnTo>
                    <a:pt x="639478" y="877673"/>
                  </a:lnTo>
                  <a:lnTo>
                    <a:pt x="634500" y="899941"/>
                  </a:lnTo>
                  <a:close/>
                  <a:moveTo>
                    <a:pt x="669347" y="880478"/>
                  </a:moveTo>
                  <a:lnTo>
                    <a:pt x="666171" y="893776"/>
                  </a:lnTo>
                  <a:lnTo>
                    <a:pt x="679290" y="884974"/>
                  </a:lnTo>
                  <a:close/>
                  <a:moveTo>
                    <a:pt x="679995" y="849253"/>
                  </a:moveTo>
                  <a:lnTo>
                    <a:pt x="705849" y="833143"/>
                  </a:lnTo>
                  <a:lnTo>
                    <a:pt x="703251" y="831035"/>
                  </a:lnTo>
                  <a:close/>
                  <a:moveTo>
                    <a:pt x="669347" y="880478"/>
                  </a:moveTo>
                  <a:lnTo>
                    <a:pt x="694781" y="876166"/>
                  </a:lnTo>
                  <a:lnTo>
                    <a:pt x="679995" y="849253"/>
                  </a:lnTo>
                  <a:close/>
                  <a:moveTo>
                    <a:pt x="421105" y="588876"/>
                  </a:moveTo>
                  <a:lnTo>
                    <a:pt x="421534" y="602001"/>
                  </a:lnTo>
                  <a:lnTo>
                    <a:pt x="474180" y="617562"/>
                  </a:lnTo>
                  <a:close/>
                  <a:moveTo>
                    <a:pt x="323903" y="389987"/>
                  </a:moveTo>
                  <a:lnTo>
                    <a:pt x="323906" y="389975"/>
                  </a:lnTo>
                  <a:lnTo>
                    <a:pt x="294105" y="403084"/>
                  </a:lnTo>
                  <a:close/>
                  <a:moveTo>
                    <a:pt x="423400" y="446302"/>
                  </a:moveTo>
                  <a:lnTo>
                    <a:pt x="428896" y="448300"/>
                  </a:lnTo>
                  <a:lnTo>
                    <a:pt x="430370" y="442621"/>
                  </a:lnTo>
                  <a:close/>
                  <a:moveTo>
                    <a:pt x="315085" y="352409"/>
                  </a:moveTo>
                  <a:lnTo>
                    <a:pt x="317706" y="372792"/>
                  </a:lnTo>
                  <a:lnTo>
                    <a:pt x="302284" y="336037"/>
                  </a:lnTo>
                  <a:close/>
                  <a:moveTo>
                    <a:pt x="640667" y="697717"/>
                  </a:moveTo>
                  <a:lnTo>
                    <a:pt x="630550" y="692755"/>
                  </a:lnTo>
                  <a:lnTo>
                    <a:pt x="610867" y="666832"/>
                  </a:lnTo>
                  <a:close/>
                  <a:moveTo>
                    <a:pt x="683382" y="690079"/>
                  </a:moveTo>
                  <a:lnTo>
                    <a:pt x="685920" y="678988"/>
                  </a:lnTo>
                  <a:lnTo>
                    <a:pt x="637453" y="666832"/>
                  </a:lnTo>
                  <a:close/>
                  <a:moveTo>
                    <a:pt x="704731" y="655063"/>
                  </a:moveTo>
                  <a:lnTo>
                    <a:pt x="685920" y="678988"/>
                  </a:lnTo>
                  <a:lnTo>
                    <a:pt x="683382" y="690079"/>
                  </a:lnTo>
                  <a:close/>
                  <a:moveTo>
                    <a:pt x="704731" y="655063"/>
                  </a:moveTo>
                  <a:lnTo>
                    <a:pt x="683382" y="690079"/>
                  </a:lnTo>
                  <a:lnTo>
                    <a:pt x="715155" y="691336"/>
                  </a:lnTo>
                  <a:close/>
                  <a:moveTo>
                    <a:pt x="555554" y="578495"/>
                  </a:moveTo>
                  <a:lnTo>
                    <a:pt x="582724" y="583494"/>
                  </a:lnTo>
                  <a:lnTo>
                    <a:pt x="562377" y="555289"/>
                  </a:lnTo>
                  <a:close/>
                  <a:moveTo>
                    <a:pt x="582724" y="583494"/>
                  </a:moveTo>
                  <a:lnTo>
                    <a:pt x="605497" y="592068"/>
                  </a:lnTo>
                  <a:lnTo>
                    <a:pt x="562377" y="555289"/>
                  </a:lnTo>
                  <a:close/>
                  <a:moveTo>
                    <a:pt x="430370" y="442621"/>
                  </a:moveTo>
                  <a:lnTo>
                    <a:pt x="441493" y="393313"/>
                  </a:lnTo>
                  <a:lnTo>
                    <a:pt x="423400" y="446302"/>
                  </a:lnTo>
                  <a:close/>
                  <a:moveTo>
                    <a:pt x="430370" y="442621"/>
                  </a:moveTo>
                  <a:lnTo>
                    <a:pt x="471445" y="396050"/>
                  </a:lnTo>
                  <a:lnTo>
                    <a:pt x="441493" y="393313"/>
                  </a:lnTo>
                  <a:close/>
                  <a:moveTo>
                    <a:pt x="471445" y="396050"/>
                  </a:moveTo>
                  <a:lnTo>
                    <a:pt x="475056" y="388911"/>
                  </a:lnTo>
                  <a:lnTo>
                    <a:pt x="441484" y="387966"/>
                  </a:lnTo>
                  <a:close/>
                  <a:moveTo>
                    <a:pt x="471445" y="396050"/>
                  </a:moveTo>
                  <a:lnTo>
                    <a:pt x="497779" y="401729"/>
                  </a:lnTo>
                  <a:lnTo>
                    <a:pt x="475056" y="388911"/>
                  </a:lnTo>
                  <a:close/>
                  <a:moveTo>
                    <a:pt x="508728" y="348081"/>
                  </a:moveTo>
                  <a:lnTo>
                    <a:pt x="509768" y="302489"/>
                  </a:lnTo>
                  <a:lnTo>
                    <a:pt x="508185" y="338425"/>
                  </a:lnTo>
                  <a:close/>
                  <a:moveTo>
                    <a:pt x="508185" y="338425"/>
                  </a:moveTo>
                  <a:lnTo>
                    <a:pt x="506745" y="301670"/>
                  </a:lnTo>
                  <a:lnTo>
                    <a:pt x="526241" y="321242"/>
                  </a:lnTo>
                  <a:close/>
                  <a:moveTo>
                    <a:pt x="867748" y="668091"/>
                  </a:moveTo>
                  <a:lnTo>
                    <a:pt x="904530" y="681038"/>
                  </a:lnTo>
                  <a:lnTo>
                    <a:pt x="892781" y="672941"/>
                  </a:lnTo>
                  <a:close/>
                  <a:moveTo>
                    <a:pt x="695884" y="523827"/>
                  </a:moveTo>
                  <a:lnTo>
                    <a:pt x="725020" y="508184"/>
                  </a:lnTo>
                  <a:lnTo>
                    <a:pt x="744888" y="487833"/>
                  </a:lnTo>
                  <a:close/>
                  <a:moveTo>
                    <a:pt x="932495" y="689386"/>
                  </a:moveTo>
                  <a:lnTo>
                    <a:pt x="892781" y="672941"/>
                  </a:lnTo>
                  <a:lnTo>
                    <a:pt x="910360" y="685738"/>
                  </a:lnTo>
                  <a:close/>
                  <a:moveTo>
                    <a:pt x="932495" y="689386"/>
                  </a:moveTo>
                  <a:lnTo>
                    <a:pt x="967814" y="696863"/>
                  </a:lnTo>
                  <a:lnTo>
                    <a:pt x="989163" y="680473"/>
                  </a:lnTo>
                  <a:close/>
                  <a:moveTo>
                    <a:pt x="1003490" y="705670"/>
                  </a:moveTo>
                  <a:lnTo>
                    <a:pt x="989163" y="680473"/>
                  </a:lnTo>
                  <a:lnTo>
                    <a:pt x="967814" y="696863"/>
                  </a:lnTo>
                  <a:close/>
                  <a:moveTo>
                    <a:pt x="880335" y="548819"/>
                  </a:moveTo>
                  <a:lnTo>
                    <a:pt x="924495" y="563269"/>
                  </a:lnTo>
                  <a:lnTo>
                    <a:pt x="893048" y="598098"/>
                  </a:lnTo>
                  <a:close/>
                  <a:moveTo>
                    <a:pt x="852369" y="507405"/>
                  </a:moveTo>
                  <a:lnTo>
                    <a:pt x="834230" y="474934"/>
                  </a:lnTo>
                  <a:lnTo>
                    <a:pt x="832124" y="471430"/>
                  </a:lnTo>
                  <a:close/>
                  <a:moveTo>
                    <a:pt x="862894" y="553737"/>
                  </a:moveTo>
                  <a:lnTo>
                    <a:pt x="895784" y="552128"/>
                  </a:lnTo>
                  <a:lnTo>
                    <a:pt x="880335" y="548819"/>
                  </a:lnTo>
                  <a:close/>
                  <a:moveTo>
                    <a:pt x="712196" y="232937"/>
                  </a:moveTo>
                  <a:lnTo>
                    <a:pt x="701760" y="210008"/>
                  </a:lnTo>
                  <a:lnTo>
                    <a:pt x="713821" y="244950"/>
                  </a:lnTo>
                  <a:close/>
                  <a:moveTo>
                    <a:pt x="991517" y="593068"/>
                  </a:moveTo>
                  <a:lnTo>
                    <a:pt x="1022810" y="585489"/>
                  </a:lnTo>
                  <a:lnTo>
                    <a:pt x="1046084" y="576299"/>
                  </a:lnTo>
                  <a:close/>
                  <a:moveTo>
                    <a:pt x="1077464" y="586403"/>
                  </a:moveTo>
                  <a:lnTo>
                    <a:pt x="1078319" y="583303"/>
                  </a:lnTo>
                  <a:lnTo>
                    <a:pt x="1057573" y="590887"/>
                  </a:lnTo>
                  <a:close/>
                  <a:moveTo>
                    <a:pt x="975227" y="481102"/>
                  </a:moveTo>
                  <a:lnTo>
                    <a:pt x="990731" y="493921"/>
                  </a:lnTo>
                  <a:lnTo>
                    <a:pt x="982428" y="526977"/>
                  </a:lnTo>
                  <a:close/>
                  <a:moveTo>
                    <a:pt x="1078319" y="583303"/>
                  </a:moveTo>
                  <a:lnTo>
                    <a:pt x="1077464" y="586403"/>
                  </a:lnTo>
                  <a:lnTo>
                    <a:pt x="1081485" y="584080"/>
                  </a:lnTo>
                  <a:close/>
                  <a:moveTo>
                    <a:pt x="1117244" y="593203"/>
                  </a:moveTo>
                  <a:lnTo>
                    <a:pt x="1077464" y="586403"/>
                  </a:lnTo>
                  <a:lnTo>
                    <a:pt x="1096121" y="598323"/>
                  </a:lnTo>
                  <a:close/>
                  <a:moveTo>
                    <a:pt x="1117244" y="593203"/>
                  </a:moveTo>
                  <a:lnTo>
                    <a:pt x="1081485" y="584080"/>
                  </a:lnTo>
                  <a:lnTo>
                    <a:pt x="1077464" y="586403"/>
                  </a:lnTo>
                  <a:close/>
                  <a:moveTo>
                    <a:pt x="1078319" y="583303"/>
                  </a:moveTo>
                  <a:lnTo>
                    <a:pt x="1081485" y="584080"/>
                  </a:lnTo>
                  <a:lnTo>
                    <a:pt x="1082760" y="582097"/>
                  </a:lnTo>
                  <a:close/>
                  <a:moveTo>
                    <a:pt x="1123250" y="576268"/>
                  </a:moveTo>
                  <a:lnTo>
                    <a:pt x="1081485" y="584080"/>
                  </a:lnTo>
                  <a:lnTo>
                    <a:pt x="1117244" y="593203"/>
                  </a:lnTo>
                  <a:close/>
                  <a:moveTo>
                    <a:pt x="1123250" y="576268"/>
                  </a:moveTo>
                  <a:lnTo>
                    <a:pt x="1082760" y="582097"/>
                  </a:lnTo>
                  <a:lnTo>
                    <a:pt x="1081485" y="584080"/>
                  </a:lnTo>
                  <a:close/>
                  <a:moveTo>
                    <a:pt x="1082760" y="582097"/>
                  </a:moveTo>
                  <a:lnTo>
                    <a:pt x="1123250" y="576268"/>
                  </a:lnTo>
                  <a:lnTo>
                    <a:pt x="1099426" y="554951"/>
                  </a:lnTo>
                  <a:close/>
                  <a:moveTo>
                    <a:pt x="1123250" y="576268"/>
                  </a:moveTo>
                  <a:lnTo>
                    <a:pt x="1128507" y="539104"/>
                  </a:lnTo>
                  <a:lnTo>
                    <a:pt x="1099426" y="554951"/>
                  </a:lnTo>
                  <a:close/>
                  <a:moveTo>
                    <a:pt x="1153466" y="578791"/>
                  </a:moveTo>
                  <a:lnTo>
                    <a:pt x="1123250" y="576268"/>
                  </a:lnTo>
                  <a:lnTo>
                    <a:pt x="1117244" y="593203"/>
                  </a:lnTo>
                  <a:close/>
                  <a:moveTo>
                    <a:pt x="1155472" y="532413"/>
                  </a:moveTo>
                  <a:lnTo>
                    <a:pt x="1123250" y="576268"/>
                  </a:lnTo>
                  <a:lnTo>
                    <a:pt x="1153466" y="578791"/>
                  </a:lnTo>
                  <a:close/>
                  <a:moveTo>
                    <a:pt x="938955" y="232499"/>
                  </a:moveTo>
                  <a:lnTo>
                    <a:pt x="969080" y="254897"/>
                  </a:lnTo>
                  <a:lnTo>
                    <a:pt x="933550" y="219414"/>
                  </a:lnTo>
                  <a:close/>
                  <a:moveTo>
                    <a:pt x="927558" y="181387"/>
                  </a:moveTo>
                  <a:lnTo>
                    <a:pt x="927565" y="189913"/>
                  </a:lnTo>
                  <a:lnTo>
                    <a:pt x="952851" y="186064"/>
                  </a:lnTo>
                  <a:close/>
                  <a:moveTo>
                    <a:pt x="933158" y="18408"/>
                  </a:moveTo>
                  <a:lnTo>
                    <a:pt x="928825" y="44267"/>
                  </a:lnTo>
                  <a:lnTo>
                    <a:pt x="9381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43" name="Input_density__143">
              <a:extLst>
                <a:ext uri="{FF2B5EF4-FFF2-40B4-BE49-F238E27FC236}">
                  <a16:creationId xmlns:a16="http://schemas.microsoft.com/office/drawing/2014/main" id="{C74B726B-D744-2795-6A28-32EBDF8691AA}"/>
                </a:ext>
              </a:extLst>
            </p:cNvPr>
            <p:cNvSpPr>
              <a:spLocks noGrp="1"/>
            </p:cNvSpPr>
            <p:nvPr/>
          </p:nvSpPr>
          <p:spPr>
            <a:xfrm>
              <a:off x="553376" y="1669519"/>
              <a:ext cx="1055569" cy="937929"/>
            </a:xfrm>
            <a:custGeom>
              <a:avLst/>
              <a:gdLst/>
              <a:ahLst/>
              <a:cxnLst/>
              <a:rect l="0" t="0" r="0" b="0"/>
              <a:pathLst>
                <a:path w="1055569" h="937929">
                  <a:moveTo>
                    <a:pt x="3223" y="530076"/>
                  </a:moveTo>
                  <a:lnTo>
                    <a:pt x="3617" y="549402"/>
                  </a:lnTo>
                  <a:lnTo>
                    <a:pt x="0" y="546394"/>
                  </a:lnTo>
                  <a:close/>
                  <a:moveTo>
                    <a:pt x="83300" y="608686"/>
                  </a:moveTo>
                  <a:lnTo>
                    <a:pt x="44371" y="587713"/>
                  </a:lnTo>
                  <a:lnTo>
                    <a:pt x="43333" y="586662"/>
                  </a:lnTo>
                  <a:close/>
                  <a:moveTo>
                    <a:pt x="284625" y="863099"/>
                  </a:moveTo>
                  <a:lnTo>
                    <a:pt x="319565" y="869159"/>
                  </a:lnTo>
                  <a:lnTo>
                    <a:pt x="339425" y="847206"/>
                  </a:lnTo>
                  <a:close/>
                  <a:moveTo>
                    <a:pt x="307902" y="853922"/>
                  </a:moveTo>
                  <a:lnTo>
                    <a:pt x="284625" y="863099"/>
                  </a:lnTo>
                  <a:lnTo>
                    <a:pt x="339425" y="847206"/>
                  </a:lnTo>
                  <a:close/>
                  <a:moveTo>
                    <a:pt x="456849" y="912505"/>
                  </a:moveTo>
                  <a:lnTo>
                    <a:pt x="470643" y="885785"/>
                  </a:lnTo>
                  <a:lnTo>
                    <a:pt x="447615" y="906350"/>
                  </a:lnTo>
                  <a:close/>
                  <a:moveTo>
                    <a:pt x="307902" y="853922"/>
                  </a:moveTo>
                  <a:lnTo>
                    <a:pt x="339425" y="847206"/>
                  </a:lnTo>
                  <a:lnTo>
                    <a:pt x="362371" y="836786"/>
                  </a:lnTo>
                  <a:close/>
                  <a:moveTo>
                    <a:pt x="383045" y="809075"/>
                  </a:moveTo>
                  <a:lnTo>
                    <a:pt x="382837" y="813499"/>
                  </a:lnTo>
                  <a:lnTo>
                    <a:pt x="383637" y="791721"/>
                  </a:lnTo>
                  <a:close/>
                  <a:moveTo>
                    <a:pt x="100487" y="478280"/>
                  </a:moveTo>
                  <a:lnTo>
                    <a:pt x="100262" y="479687"/>
                  </a:lnTo>
                  <a:lnTo>
                    <a:pt x="106917" y="532219"/>
                  </a:lnTo>
                  <a:close/>
                  <a:moveTo>
                    <a:pt x="93628" y="495464"/>
                  </a:moveTo>
                  <a:lnTo>
                    <a:pt x="100487" y="478280"/>
                  </a:lnTo>
                  <a:lnTo>
                    <a:pt x="106917" y="532219"/>
                  </a:lnTo>
                  <a:close/>
                  <a:moveTo>
                    <a:pt x="383637" y="791721"/>
                  </a:moveTo>
                  <a:lnTo>
                    <a:pt x="388645" y="764031"/>
                  </a:lnTo>
                  <a:lnTo>
                    <a:pt x="383045" y="809075"/>
                  </a:lnTo>
                  <a:close/>
                  <a:moveTo>
                    <a:pt x="374693" y="730626"/>
                  </a:moveTo>
                  <a:lnTo>
                    <a:pt x="369714" y="718382"/>
                  </a:lnTo>
                  <a:lnTo>
                    <a:pt x="379912" y="755137"/>
                  </a:lnTo>
                  <a:close/>
                  <a:moveTo>
                    <a:pt x="374693" y="730626"/>
                  </a:moveTo>
                  <a:lnTo>
                    <a:pt x="375054" y="685585"/>
                  </a:lnTo>
                  <a:lnTo>
                    <a:pt x="369714" y="718382"/>
                  </a:lnTo>
                  <a:close/>
                  <a:moveTo>
                    <a:pt x="478047" y="879766"/>
                  </a:moveTo>
                  <a:lnTo>
                    <a:pt x="525595" y="902157"/>
                  </a:lnTo>
                  <a:lnTo>
                    <a:pt x="499554" y="879754"/>
                  </a:lnTo>
                  <a:close/>
                  <a:moveTo>
                    <a:pt x="581753" y="937929"/>
                  </a:moveTo>
                  <a:lnTo>
                    <a:pt x="612139" y="926960"/>
                  </a:lnTo>
                  <a:lnTo>
                    <a:pt x="628995" y="893776"/>
                  </a:lnTo>
                  <a:close/>
                  <a:moveTo>
                    <a:pt x="383929" y="588876"/>
                  </a:moveTo>
                  <a:lnTo>
                    <a:pt x="382650" y="545169"/>
                  </a:lnTo>
                  <a:lnTo>
                    <a:pt x="380389" y="573750"/>
                  </a:lnTo>
                  <a:close/>
                  <a:moveTo>
                    <a:pt x="382650" y="545169"/>
                  </a:moveTo>
                  <a:lnTo>
                    <a:pt x="377210" y="504844"/>
                  </a:lnTo>
                  <a:lnTo>
                    <a:pt x="369002" y="536995"/>
                  </a:lnTo>
                  <a:close/>
                  <a:moveTo>
                    <a:pt x="256928" y="403084"/>
                  </a:moveTo>
                  <a:lnTo>
                    <a:pt x="233689" y="389975"/>
                  </a:lnTo>
                  <a:lnTo>
                    <a:pt x="235083" y="417616"/>
                  </a:lnTo>
                  <a:close/>
                  <a:moveTo>
                    <a:pt x="377668" y="500240"/>
                  </a:moveTo>
                  <a:lnTo>
                    <a:pt x="391720" y="448300"/>
                  </a:lnTo>
                  <a:lnTo>
                    <a:pt x="386224" y="446302"/>
                  </a:lnTo>
                  <a:close/>
                  <a:moveTo>
                    <a:pt x="386224" y="446302"/>
                  </a:moveTo>
                  <a:lnTo>
                    <a:pt x="396853" y="456302"/>
                  </a:lnTo>
                  <a:lnTo>
                    <a:pt x="377668" y="500240"/>
                  </a:lnTo>
                  <a:close/>
                  <a:moveTo>
                    <a:pt x="391720" y="448300"/>
                  </a:moveTo>
                  <a:lnTo>
                    <a:pt x="403746" y="463485"/>
                  </a:lnTo>
                  <a:lnTo>
                    <a:pt x="393194" y="442621"/>
                  </a:lnTo>
                  <a:close/>
                  <a:moveTo>
                    <a:pt x="226962" y="291043"/>
                  </a:moveTo>
                  <a:lnTo>
                    <a:pt x="265922" y="312132"/>
                  </a:lnTo>
                  <a:lnTo>
                    <a:pt x="251094" y="302373"/>
                  </a:lnTo>
                  <a:close/>
                  <a:moveTo>
                    <a:pt x="669072" y="649648"/>
                  </a:moveTo>
                  <a:lnTo>
                    <a:pt x="648743" y="678988"/>
                  </a:lnTo>
                  <a:lnTo>
                    <a:pt x="667555" y="655063"/>
                  </a:lnTo>
                  <a:close/>
                  <a:moveTo>
                    <a:pt x="423157" y="430073"/>
                  </a:moveTo>
                  <a:lnTo>
                    <a:pt x="434269" y="396050"/>
                  </a:lnTo>
                  <a:lnTo>
                    <a:pt x="393194" y="442621"/>
                  </a:lnTo>
                  <a:close/>
                  <a:moveTo>
                    <a:pt x="404316" y="393313"/>
                  </a:moveTo>
                  <a:lnTo>
                    <a:pt x="434269" y="396050"/>
                  </a:lnTo>
                  <a:lnTo>
                    <a:pt x="404308" y="387966"/>
                  </a:lnTo>
                  <a:close/>
                  <a:moveTo>
                    <a:pt x="456849" y="363625"/>
                  </a:moveTo>
                  <a:lnTo>
                    <a:pt x="404308" y="387966"/>
                  </a:lnTo>
                  <a:lnTo>
                    <a:pt x="437880" y="388911"/>
                  </a:lnTo>
                  <a:close/>
                  <a:moveTo>
                    <a:pt x="437880" y="388911"/>
                  </a:moveTo>
                  <a:lnTo>
                    <a:pt x="467656" y="375662"/>
                  </a:lnTo>
                  <a:lnTo>
                    <a:pt x="456849" y="363625"/>
                  </a:lnTo>
                  <a:close/>
                  <a:moveTo>
                    <a:pt x="867354" y="681038"/>
                  </a:moveTo>
                  <a:lnTo>
                    <a:pt x="873184" y="685738"/>
                  </a:lnTo>
                  <a:lnTo>
                    <a:pt x="855605" y="672941"/>
                  </a:lnTo>
                  <a:close/>
                  <a:moveTo>
                    <a:pt x="570174" y="317390"/>
                  </a:moveTo>
                  <a:lnTo>
                    <a:pt x="622943" y="293900"/>
                  </a:lnTo>
                  <a:lnTo>
                    <a:pt x="590607" y="297579"/>
                  </a:lnTo>
                  <a:close/>
                  <a:moveTo>
                    <a:pt x="930638" y="696863"/>
                  </a:moveTo>
                  <a:lnTo>
                    <a:pt x="895319" y="689386"/>
                  </a:lnTo>
                  <a:lnTo>
                    <a:pt x="873184" y="685738"/>
                  </a:lnTo>
                  <a:close/>
                  <a:moveTo>
                    <a:pt x="870668" y="553542"/>
                  </a:moveTo>
                  <a:lnTo>
                    <a:pt x="887319" y="563269"/>
                  </a:lnTo>
                  <a:lnTo>
                    <a:pt x="843159" y="548819"/>
                  </a:lnTo>
                  <a:close/>
                  <a:moveTo>
                    <a:pt x="858607" y="552128"/>
                  </a:moveTo>
                  <a:lnTo>
                    <a:pt x="870668" y="553542"/>
                  </a:lnTo>
                  <a:lnTo>
                    <a:pt x="843159" y="548819"/>
                  </a:lnTo>
                  <a:close/>
                  <a:moveTo>
                    <a:pt x="590607" y="297579"/>
                  </a:moveTo>
                  <a:lnTo>
                    <a:pt x="622943" y="293900"/>
                  </a:lnTo>
                  <a:lnTo>
                    <a:pt x="629075" y="250120"/>
                  </a:lnTo>
                  <a:close/>
                  <a:moveTo>
                    <a:pt x="799994" y="467329"/>
                  </a:moveTo>
                  <a:lnTo>
                    <a:pt x="797054" y="474934"/>
                  </a:lnTo>
                  <a:lnTo>
                    <a:pt x="849793" y="453467"/>
                  </a:lnTo>
                  <a:close/>
                  <a:moveTo>
                    <a:pt x="1020397" y="590887"/>
                  </a:moveTo>
                  <a:lnTo>
                    <a:pt x="1041143" y="583303"/>
                  </a:lnTo>
                  <a:lnTo>
                    <a:pt x="1008908" y="576299"/>
                  </a:lnTo>
                  <a:close/>
                  <a:moveTo>
                    <a:pt x="1020397" y="590887"/>
                  </a:moveTo>
                  <a:lnTo>
                    <a:pt x="1008908" y="576299"/>
                  </a:lnTo>
                  <a:lnTo>
                    <a:pt x="985634" y="585489"/>
                  </a:lnTo>
                  <a:close/>
                  <a:moveTo>
                    <a:pt x="1020397" y="590887"/>
                  </a:moveTo>
                  <a:lnTo>
                    <a:pt x="1055569" y="597814"/>
                  </a:lnTo>
                  <a:lnTo>
                    <a:pt x="1040288" y="586403"/>
                  </a:lnTo>
                  <a:close/>
                  <a:moveTo>
                    <a:pt x="967586" y="484179"/>
                  </a:moveTo>
                  <a:lnTo>
                    <a:pt x="938051" y="481102"/>
                  </a:lnTo>
                  <a:lnTo>
                    <a:pt x="945251" y="526977"/>
                  </a:lnTo>
                  <a:close/>
                  <a:moveTo>
                    <a:pt x="867038" y="416712"/>
                  </a:moveTo>
                  <a:lnTo>
                    <a:pt x="871875" y="409318"/>
                  </a:lnTo>
                  <a:lnTo>
                    <a:pt x="861917" y="399528"/>
                  </a:lnTo>
                  <a:close/>
                  <a:moveTo>
                    <a:pt x="821666" y="342556"/>
                  </a:moveTo>
                  <a:lnTo>
                    <a:pt x="829710" y="326018"/>
                  </a:lnTo>
                  <a:lnTo>
                    <a:pt x="814866" y="349115"/>
                  </a:lnTo>
                  <a:close/>
                  <a:moveTo>
                    <a:pt x="857774" y="288756"/>
                  </a:moveTo>
                  <a:lnTo>
                    <a:pt x="840191" y="319223"/>
                  </a:lnTo>
                  <a:lnTo>
                    <a:pt x="893511" y="297794"/>
                  </a:lnTo>
                  <a:close/>
                  <a:moveTo>
                    <a:pt x="893511" y="297794"/>
                  </a:moveTo>
                  <a:lnTo>
                    <a:pt x="871428" y="311438"/>
                  </a:lnTo>
                  <a:lnTo>
                    <a:pt x="921265" y="276985"/>
                  </a:lnTo>
                  <a:close/>
                  <a:moveTo>
                    <a:pt x="921265" y="276985"/>
                  </a:moveTo>
                  <a:lnTo>
                    <a:pt x="963869" y="263466"/>
                  </a:lnTo>
                  <a:lnTo>
                    <a:pt x="930690" y="263351"/>
                  </a:lnTo>
                  <a:close/>
                  <a:moveTo>
                    <a:pt x="934418" y="126079"/>
                  </a:moveTo>
                  <a:lnTo>
                    <a:pt x="930537" y="127448"/>
                  </a:lnTo>
                  <a:lnTo>
                    <a:pt x="932593" y="126921"/>
                  </a:lnTo>
                  <a:close/>
                  <a:moveTo>
                    <a:pt x="970605" y="144468"/>
                  </a:moveTo>
                  <a:lnTo>
                    <a:pt x="934418" y="126079"/>
                  </a:lnTo>
                  <a:lnTo>
                    <a:pt x="933699" y="127448"/>
                  </a:lnTo>
                  <a:close/>
                  <a:moveTo>
                    <a:pt x="932593" y="126921"/>
                  </a:moveTo>
                  <a:lnTo>
                    <a:pt x="933699" y="127448"/>
                  </a:lnTo>
                  <a:lnTo>
                    <a:pt x="934418" y="126079"/>
                  </a:lnTo>
                  <a:close/>
                  <a:moveTo>
                    <a:pt x="900990" y="0"/>
                  </a:moveTo>
                  <a:lnTo>
                    <a:pt x="916941" y="564"/>
                  </a:lnTo>
                  <a:lnTo>
                    <a:pt x="895982" y="1840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44" name="Input_density__144">
              <a:extLst>
                <a:ext uri="{FF2B5EF4-FFF2-40B4-BE49-F238E27FC236}">
                  <a16:creationId xmlns:a16="http://schemas.microsoft.com/office/drawing/2014/main" id="{7F4703BD-C629-7E06-6906-CA69A9797B3F}"/>
                </a:ext>
              </a:extLst>
            </p:cNvPr>
            <p:cNvSpPr>
              <a:spLocks noGrp="1"/>
            </p:cNvSpPr>
            <p:nvPr/>
          </p:nvSpPr>
          <p:spPr>
            <a:xfrm>
              <a:off x="652195" y="1546804"/>
              <a:ext cx="1117869" cy="1060645"/>
            </a:xfrm>
            <a:custGeom>
              <a:avLst/>
              <a:gdLst/>
              <a:ahLst/>
              <a:cxnLst/>
              <a:rect l="0" t="0" r="0" b="0"/>
              <a:pathLst>
                <a:path w="1117869" h="1060645">
                  <a:moveTo>
                    <a:pt x="141180" y="966157"/>
                  </a:moveTo>
                  <a:lnTo>
                    <a:pt x="124974" y="939503"/>
                  </a:lnTo>
                  <a:lnTo>
                    <a:pt x="142704" y="969836"/>
                  </a:lnTo>
                  <a:close/>
                  <a:moveTo>
                    <a:pt x="327576" y="1045935"/>
                  </a:moveTo>
                  <a:lnTo>
                    <a:pt x="297946" y="1014386"/>
                  </a:lnTo>
                  <a:lnTo>
                    <a:pt x="296852" y="1022484"/>
                  </a:lnTo>
                  <a:close/>
                  <a:moveTo>
                    <a:pt x="311590" y="1014535"/>
                  </a:moveTo>
                  <a:lnTo>
                    <a:pt x="297946" y="1014386"/>
                  </a:lnTo>
                  <a:lnTo>
                    <a:pt x="327576" y="1045935"/>
                  </a:lnTo>
                  <a:close/>
                  <a:moveTo>
                    <a:pt x="326055" y="973874"/>
                  </a:moveTo>
                  <a:lnTo>
                    <a:pt x="334810" y="976771"/>
                  </a:lnTo>
                  <a:lnTo>
                    <a:pt x="371824" y="1008500"/>
                  </a:lnTo>
                  <a:close/>
                  <a:moveTo>
                    <a:pt x="284018" y="936215"/>
                  </a:moveTo>
                  <a:lnTo>
                    <a:pt x="320309" y="933799"/>
                  </a:lnTo>
                  <a:lnTo>
                    <a:pt x="284818" y="914436"/>
                  </a:lnTo>
                  <a:close/>
                  <a:moveTo>
                    <a:pt x="26132" y="666345"/>
                  </a:moveTo>
                  <a:lnTo>
                    <a:pt x="0" y="646610"/>
                  </a:lnTo>
                  <a:lnTo>
                    <a:pt x="14571" y="651487"/>
                  </a:lnTo>
                  <a:close/>
                  <a:moveTo>
                    <a:pt x="284818" y="914436"/>
                  </a:moveTo>
                  <a:lnTo>
                    <a:pt x="340120" y="917693"/>
                  </a:lnTo>
                  <a:lnTo>
                    <a:pt x="317710" y="877852"/>
                  </a:lnTo>
                  <a:close/>
                  <a:moveTo>
                    <a:pt x="320126" y="921873"/>
                  </a:moveTo>
                  <a:lnTo>
                    <a:pt x="340120" y="917693"/>
                  </a:lnTo>
                  <a:lnTo>
                    <a:pt x="284818" y="914436"/>
                  </a:lnTo>
                  <a:close/>
                  <a:moveTo>
                    <a:pt x="317710" y="877852"/>
                  </a:moveTo>
                  <a:lnTo>
                    <a:pt x="289825" y="886746"/>
                  </a:lnTo>
                  <a:lnTo>
                    <a:pt x="284818" y="914436"/>
                  </a:lnTo>
                  <a:close/>
                  <a:moveTo>
                    <a:pt x="426776" y="1024872"/>
                  </a:moveTo>
                  <a:lnTo>
                    <a:pt x="431226" y="1032043"/>
                  </a:lnTo>
                  <a:lnTo>
                    <a:pt x="443851" y="1039096"/>
                  </a:lnTo>
                  <a:close/>
                  <a:moveTo>
                    <a:pt x="482934" y="1060645"/>
                  </a:moveTo>
                  <a:lnTo>
                    <a:pt x="443851" y="1039096"/>
                  </a:lnTo>
                  <a:lnTo>
                    <a:pt x="431226" y="1032043"/>
                  </a:lnTo>
                  <a:close/>
                  <a:moveTo>
                    <a:pt x="453590" y="1007689"/>
                  </a:moveTo>
                  <a:lnTo>
                    <a:pt x="426776" y="1024872"/>
                  </a:lnTo>
                  <a:lnTo>
                    <a:pt x="443851" y="1039096"/>
                  </a:lnTo>
                  <a:close/>
                  <a:moveTo>
                    <a:pt x="443851" y="1039096"/>
                  </a:moveTo>
                  <a:lnTo>
                    <a:pt x="482934" y="1060645"/>
                  </a:lnTo>
                  <a:lnTo>
                    <a:pt x="498505" y="1022656"/>
                  </a:lnTo>
                  <a:close/>
                  <a:moveTo>
                    <a:pt x="462469" y="1012498"/>
                  </a:moveTo>
                  <a:lnTo>
                    <a:pt x="443851" y="1039096"/>
                  </a:lnTo>
                  <a:lnTo>
                    <a:pt x="498505" y="1022656"/>
                  </a:lnTo>
                  <a:close/>
                  <a:moveTo>
                    <a:pt x="503482" y="1000388"/>
                  </a:moveTo>
                  <a:lnTo>
                    <a:pt x="533352" y="1003193"/>
                  </a:lnTo>
                  <a:lnTo>
                    <a:pt x="508666" y="964437"/>
                  </a:lnTo>
                  <a:close/>
                  <a:moveTo>
                    <a:pt x="533352" y="1003193"/>
                  </a:moveTo>
                  <a:lnTo>
                    <a:pt x="544000" y="971969"/>
                  </a:lnTo>
                  <a:lnTo>
                    <a:pt x="508666" y="964437"/>
                  </a:lnTo>
                  <a:close/>
                  <a:moveTo>
                    <a:pt x="450706" y="881965"/>
                  </a:moveTo>
                  <a:lnTo>
                    <a:pt x="467757" y="880241"/>
                  </a:lnTo>
                  <a:lnTo>
                    <a:pt x="451832" y="876519"/>
                  </a:lnTo>
                  <a:close/>
                  <a:moveTo>
                    <a:pt x="445343" y="880241"/>
                  </a:moveTo>
                  <a:lnTo>
                    <a:pt x="450706" y="881965"/>
                  </a:lnTo>
                  <a:lnTo>
                    <a:pt x="451832" y="876519"/>
                  </a:lnTo>
                  <a:close/>
                  <a:moveTo>
                    <a:pt x="338185" y="740278"/>
                  </a:moveTo>
                  <a:lnTo>
                    <a:pt x="285539" y="724716"/>
                  </a:lnTo>
                  <a:lnTo>
                    <a:pt x="310434" y="750404"/>
                  </a:lnTo>
                  <a:close/>
                  <a:moveTo>
                    <a:pt x="285110" y="711591"/>
                  </a:moveTo>
                  <a:lnTo>
                    <a:pt x="330124" y="702084"/>
                  </a:lnTo>
                  <a:lnTo>
                    <a:pt x="325029" y="661479"/>
                  </a:lnTo>
                  <a:close/>
                  <a:moveTo>
                    <a:pt x="285110" y="711591"/>
                  </a:moveTo>
                  <a:lnTo>
                    <a:pt x="325029" y="661479"/>
                  </a:lnTo>
                  <a:lnTo>
                    <a:pt x="283831" y="667884"/>
                  </a:lnTo>
                  <a:close/>
                  <a:moveTo>
                    <a:pt x="136264" y="540332"/>
                  </a:moveTo>
                  <a:lnTo>
                    <a:pt x="169687" y="566629"/>
                  </a:lnTo>
                  <a:lnTo>
                    <a:pt x="158109" y="525799"/>
                  </a:lnTo>
                  <a:close/>
                  <a:moveTo>
                    <a:pt x="158109" y="525799"/>
                  </a:moveTo>
                  <a:lnTo>
                    <a:pt x="169687" y="566629"/>
                  </a:lnTo>
                  <a:lnTo>
                    <a:pt x="187908" y="512703"/>
                  </a:lnTo>
                  <a:close/>
                  <a:moveTo>
                    <a:pt x="187908" y="512703"/>
                  </a:moveTo>
                  <a:lnTo>
                    <a:pt x="148804" y="493119"/>
                  </a:lnTo>
                  <a:lnTo>
                    <a:pt x="150561" y="497575"/>
                  </a:lnTo>
                  <a:close/>
                  <a:moveTo>
                    <a:pt x="549042" y="945690"/>
                  </a:moveTo>
                  <a:lnTo>
                    <a:pt x="544000" y="971969"/>
                  </a:lnTo>
                  <a:lnTo>
                    <a:pt x="567256" y="953751"/>
                  </a:lnTo>
                  <a:close/>
                  <a:moveTo>
                    <a:pt x="549042" y="945690"/>
                  </a:moveTo>
                  <a:lnTo>
                    <a:pt x="567256" y="953751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49042" y="945690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71084" y="910111"/>
                  </a:lnTo>
                  <a:lnTo>
                    <a:pt x="543568" y="874145"/>
                  </a:lnTo>
                  <a:close/>
                  <a:moveTo>
                    <a:pt x="571084" y="910111"/>
                  </a:moveTo>
                  <a:lnTo>
                    <a:pt x="575238" y="867980"/>
                  </a:lnTo>
                  <a:lnTo>
                    <a:pt x="543568" y="874145"/>
                  </a:lnTo>
                  <a:close/>
                  <a:moveTo>
                    <a:pt x="494555" y="815471"/>
                  </a:moveTo>
                  <a:lnTo>
                    <a:pt x="473548" y="800989"/>
                  </a:lnTo>
                  <a:lnTo>
                    <a:pt x="474872" y="789547"/>
                  </a:lnTo>
                  <a:close/>
                  <a:moveTo>
                    <a:pt x="235781" y="532262"/>
                  </a:moveTo>
                  <a:lnTo>
                    <a:pt x="187927" y="512687"/>
                  </a:lnTo>
                  <a:lnTo>
                    <a:pt x="187930" y="512691"/>
                  </a:lnTo>
                  <a:close/>
                  <a:moveTo>
                    <a:pt x="158109" y="525799"/>
                  </a:moveTo>
                  <a:lnTo>
                    <a:pt x="187911" y="512691"/>
                  </a:lnTo>
                  <a:lnTo>
                    <a:pt x="170070" y="500117"/>
                  </a:lnTo>
                  <a:close/>
                  <a:moveTo>
                    <a:pt x="170070" y="500117"/>
                  </a:moveTo>
                  <a:lnTo>
                    <a:pt x="187911" y="512691"/>
                  </a:lnTo>
                  <a:lnTo>
                    <a:pt x="150561" y="497575"/>
                  </a:lnTo>
                  <a:close/>
                  <a:moveTo>
                    <a:pt x="167103" y="434848"/>
                  </a:moveTo>
                  <a:lnTo>
                    <a:pt x="172680" y="435589"/>
                  </a:lnTo>
                  <a:lnTo>
                    <a:pt x="152275" y="425089"/>
                  </a:lnTo>
                  <a:close/>
                  <a:moveTo>
                    <a:pt x="547387" y="812794"/>
                  </a:moveTo>
                  <a:lnTo>
                    <a:pt x="504672" y="820433"/>
                  </a:lnTo>
                  <a:lnTo>
                    <a:pt x="545106" y="859396"/>
                  </a:lnTo>
                  <a:close/>
                  <a:moveTo>
                    <a:pt x="575860" y="861482"/>
                  </a:moveTo>
                  <a:lnTo>
                    <a:pt x="543568" y="874145"/>
                  </a:lnTo>
                  <a:lnTo>
                    <a:pt x="575238" y="867980"/>
                  </a:lnTo>
                  <a:close/>
                  <a:moveTo>
                    <a:pt x="575860" y="861482"/>
                  </a:moveTo>
                  <a:lnTo>
                    <a:pt x="545106" y="859396"/>
                  </a:lnTo>
                  <a:lnTo>
                    <a:pt x="543568" y="874145"/>
                  </a:lnTo>
                  <a:close/>
                  <a:moveTo>
                    <a:pt x="545106" y="859396"/>
                  </a:moveTo>
                  <a:lnTo>
                    <a:pt x="575860" y="861482"/>
                  </a:lnTo>
                  <a:lnTo>
                    <a:pt x="579160" y="814052"/>
                  </a:lnTo>
                  <a:close/>
                  <a:moveTo>
                    <a:pt x="545106" y="859396"/>
                  </a:moveTo>
                  <a:lnTo>
                    <a:pt x="579160" y="814052"/>
                  </a:lnTo>
                  <a:lnTo>
                    <a:pt x="547387" y="812794"/>
                  </a:lnTo>
                  <a:close/>
                  <a:moveTo>
                    <a:pt x="504672" y="820433"/>
                  </a:moveTo>
                  <a:lnTo>
                    <a:pt x="547387" y="812794"/>
                  </a:lnTo>
                  <a:lnTo>
                    <a:pt x="501458" y="789547"/>
                  </a:lnTo>
                  <a:close/>
                  <a:moveTo>
                    <a:pt x="489837" y="742999"/>
                  </a:moveTo>
                  <a:lnTo>
                    <a:pt x="475207" y="772552"/>
                  </a:lnTo>
                  <a:lnTo>
                    <a:pt x="483663" y="774749"/>
                  </a:lnTo>
                  <a:close/>
                  <a:moveTo>
                    <a:pt x="452853" y="745978"/>
                  </a:moveTo>
                  <a:lnTo>
                    <a:pt x="469502" y="714784"/>
                  </a:lnTo>
                  <a:lnTo>
                    <a:pt x="446729" y="706209"/>
                  </a:lnTo>
                  <a:close/>
                  <a:moveTo>
                    <a:pt x="489837" y="742999"/>
                  </a:moveTo>
                  <a:lnTo>
                    <a:pt x="493316" y="752792"/>
                  </a:lnTo>
                  <a:lnTo>
                    <a:pt x="469502" y="714784"/>
                  </a:lnTo>
                  <a:close/>
                  <a:moveTo>
                    <a:pt x="419559" y="701210"/>
                  </a:moveTo>
                  <a:lnTo>
                    <a:pt x="426382" y="678005"/>
                  </a:lnTo>
                  <a:lnTo>
                    <a:pt x="406529" y="667056"/>
                  </a:lnTo>
                  <a:close/>
                  <a:moveTo>
                    <a:pt x="373773" y="425204"/>
                  </a:moveTo>
                  <a:lnTo>
                    <a:pt x="370750" y="424386"/>
                  </a:lnTo>
                  <a:lnTo>
                    <a:pt x="372190" y="461141"/>
                  </a:lnTo>
                  <a:close/>
                  <a:moveTo>
                    <a:pt x="370750" y="424386"/>
                  </a:moveTo>
                  <a:lnTo>
                    <a:pt x="361706" y="407926"/>
                  </a:lnTo>
                  <a:lnTo>
                    <a:pt x="390246" y="443957"/>
                  </a:lnTo>
                  <a:close/>
                  <a:moveTo>
                    <a:pt x="397088" y="407202"/>
                  </a:moveTo>
                  <a:lnTo>
                    <a:pt x="414216" y="447256"/>
                  </a:lnTo>
                  <a:lnTo>
                    <a:pt x="437608" y="438507"/>
                  </a:lnTo>
                  <a:close/>
                  <a:moveTo>
                    <a:pt x="714401" y="774752"/>
                  </a:moveTo>
                  <a:lnTo>
                    <a:pt x="715691" y="784319"/>
                  </a:lnTo>
                  <a:lnTo>
                    <a:pt x="731752" y="790806"/>
                  </a:lnTo>
                  <a:close/>
                  <a:moveTo>
                    <a:pt x="756850" y="794324"/>
                  </a:moveTo>
                  <a:lnTo>
                    <a:pt x="731752" y="790806"/>
                  </a:lnTo>
                  <a:lnTo>
                    <a:pt x="756786" y="795656"/>
                  </a:lnTo>
                  <a:close/>
                  <a:moveTo>
                    <a:pt x="714401" y="774752"/>
                  </a:moveTo>
                  <a:lnTo>
                    <a:pt x="731752" y="790806"/>
                  </a:lnTo>
                  <a:lnTo>
                    <a:pt x="756850" y="794324"/>
                  </a:lnTo>
                  <a:close/>
                  <a:moveTo>
                    <a:pt x="889841" y="815728"/>
                  </a:moveTo>
                  <a:lnTo>
                    <a:pt x="881386" y="820371"/>
                  </a:lnTo>
                  <a:lnTo>
                    <a:pt x="909133" y="859490"/>
                  </a:lnTo>
                  <a:close/>
                  <a:moveTo>
                    <a:pt x="927213" y="830880"/>
                  </a:moveTo>
                  <a:lnTo>
                    <a:pt x="889841" y="815728"/>
                  </a:lnTo>
                  <a:lnTo>
                    <a:pt x="909133" y="859490"/>
                  </a:lnTo>
                  <a:close/>
                  <a:moveTo>
                    <a:pt x="881386" y="820371"/>
                  </a:moveTo>
                  <a:lnTo>
                    <a:pt x="885628" y="813895"/>
                  </a:lnTo>
                  <a:lnTo>
                    <a:pt x="867494" y="828385"/>
                  </a:lnTo>
                  <a:close/>
                  <a:moveTo>
                    <a:pt x="867494" y="828385"/>
                  </a:moveTo>
                  <a:lnTo>
                    <a:pt x="885628" y="813895"/>
                  </a:lnTo>
                  <a:lnTo>
                    <a:pt x="853167" y="803188"/>
                  </a:lnTo>
                  <a:close/>
                  <a:moveTo>
                    <a:pt x="696129" y="594146"/>
                  </a:moveTo>
                  <a:lnTo>
                    <a:pt x="714318" y="629413"/>
                  </a:lnTo>
                  <a:lnTo>
                    <a:pt x="716374" y="630120"/>
                  </a:lnTo>
                  <a:close/>
                  <a:moveTo>
                    <a:pt x="530256" y="372836"/>
                  </a:moveTo>
                  <a:lnTo>
                    <a:pt x="524124" y="416615"/>
                  </a:lnTo>
                  <a:lnTo>
                    <a:pt x="534663" y="375668"/>
                  </a:lnTo>
                  <a:close/>
                  <a:moveTo>
                    <a:pt x="534663" y="375668"/>
                  </a:moveTo>
                  <a:lnTo>
                    <a:pt x="524124" y="416615"/>
                  </a:lnTo>
                  <a:lnTo>
                    <a:pt x="568868" y="374948"/>
                  </a:lnTo>
                  <a:close/>
                  <a:moveTo>
                    <a:pt x="533237" y="354481"/>
                  </a:moveTo>
                  <a:lnTo>
                    <a:pt x="534663" y="375668"/>
                  </a:lnTo>
                  <a:lnTo>
                    <a:pt x="548212" y="336081"/>
                  </a:lnTo>
                  <a:close/>
                  <a:moveTo>
                    <a:pt x="530256" y="372836"/>
                  </a:moveTo>
                  <a:lnTo>
                    <a:pt x="534663" y="375668"/>
                  </a:lnTo>
                  <a:lnTo>
                    <a:pt x="533237" y="354481"/>
                  </a:lnTo>
                  <a:close/>
                  <a:moveTo>
                    <a:pt x="885628" y="813895"/>
                  </a:moveTo>
                  <a:lnTo>
                    <a:pt x="881386" y="820371"/>
                  </a:lnTo>
                  <a:lnTo>
                    <a:pt x="889841" y="815728"/>
                  </a:lnTo>
                  <a:close/>
                  <a:moveTo>
                    <a:pt x="885628" y="813895"/>
                  </a:moveTo>
                  <a:lnTo>
                    <a:pt x="889841" y="815728"/>
                  </a:lnTo>
                  <a:lnTo>
                    <a:pt x="890823" y="812698"/>
                  </a:lnTo>
                  <a:close/>
                  <a:moveTo>
                    <a:pt x="890823" y="812698"/>
                  </a:moveTo>
                  <a:lnTo>
                    <a:pt x="853167" y="803188"/>
                  </a:lnTo>
                  <a:lnTo>
                    <a:pt x="885628" y="813895"/>
                  </a:lnTo>
                  <a:close/>
                  <a:moveTo>
                    <a:pt x="935049" y="803832"/>
                  </a:moveTo>
                  <a:lnTo>
                    <a:pt x="889841" y="815728"/>
                  </a:lnTo>
                  <a:lnTo>
                    <a:pt x="927213" y="830880"/>
                  </a:lnTo>
                  <a:close/>
                  <a:moveTo>
                    <a:pt x="935049" y="803832"/>
                  </a:moveTo>
                  <a:lnTo>
                    <a:pt x="890823" y="812698"/>
                  </a:lnTo>
                  <a:lnTo>
                    <a:pt x="889841" y="815728"/>
                  </a:lnTo>
                  <a:close/>
                  <a:moveTo>
                    <a:pt x="797215" y="718569"/>
                  </a:moveTo>
                  <a:lnTo>
                    <a:pt x="814706" y="730910"/>
                  </a:lnTo>
                  <a:lnTo>
                    <a:pt x="830055" y="716775"/>
                  </a:lnTo>
                  <a:close/>
                  <a:moveTo>
                    <a:pt x="750974" y="576182"/>
                  </a:moveTo>
                  <a:lnTo>
                    <a:pt x="698235" y="597650"/>
                  </a:lnTo>
                  <a:lnTo>
                    <a:pt x="716374" y="630120"/>
                  </a:lnTo>
                  <a:close/>
                  <a:moveTo>
                    <a:pt x="782664" y="567955"/>
                  </a:moveTo>
                  <a:lnTo>
                    <a:pt x="759663" y="578165"/>
                  </a:lnTo>
                  <a:lnTo>
                    <a:pt x="768219" y="539427"/>
                  </a:lnTo>
                  <a:close/>
                  <a:moveTo>
                    <a:pt x="562040" y="318897"/>
                  </a:moveTo>
                  <a:lnTo>
                    <a:pt x="565764" y="332724"/>
                  </a:lnTo>
                  <a:lnTo>
                    <a:pt x="576201" y="355652"/>
                  </a:lnTo>
                  <a:close/>
                  <a:moveTo>
                    <a:pt x="548212" y="336081"/>
                  </a:moveTo>
                  <a:lnTo>
                    <a:pt x="536182" y="329686"/>
                  </a:lnTo>
                  <a:lnTo>
                    <a:pt x="533237" y="354481"/>
                  </a:lnTo>
                  <a:close/>
                  <a:moveTo>
                    <a:pt x="763098" y="522244"/>
                  </a:moveTo>
                  <a:lnTo>
                    <a:pt x="782664" y="567955"/>
                  </a:lnTo>
                  <a:lnTo>
                    <a:pt x="768219" y="539427"/>
                  </a:lnTo>
                  <a:close/>
                  <a:moveTo>
                    <a:pt x="746545" y="490752"/>
                  </a:moveTo>
                  <a:lnTo>
                    <a:pt x="773056" y="532033"/>
                  </a:lnTo>
                  <a:lnTo>
                    <a:pt x="780313" y="490388"/>
                  </a:lnTo>
                  <a:close/>
                  <a:moveTo>
                    <a:pt x="763098" y="522244"/>
                  </a:moveTo>
                  <a:lnTo>
                    <a:pt x="773056" y="532033"/>
                  </a:lnTo>
                  <a:lnTo>
                    <a:pt x="746545" y="490752"/>
                  </a:lnTo>
                  <a:close/>
                  <a:moveTo>
                    <a:pt x="716047" y="471831"/>
                  </a:moveTo>
                  <a:lnTo>
                    <a:pt x="705515" y="502672"/>
                  </a:lnTo>
                  <a:lnTo>
                    <a:pt x="722847" y="465271"/>
                  </a:lnTo>
                  <a:close/>
                  <a:moveTo>
                    <a:pt x="1002718" y="652081"/>
                  </a:moveTo>
                  <a:lnTo>
                    <a:pt x="992511" y="661819"/>
                  </a:lnTo>
                  <a:lnTo>
                    <a:pt x="1019477" y="655128"/>
                  </a:lnTo>
                  <a:close/>
                  <a:moveTo>
                    <a:pt x="1019477" y="655128"/>
                  </a:moveTo>
                  <a:lnTo>
                    <a:pt x="992511" y="661819"/>
                  </a:lnTo>
                  <a:lnTo>
                    <a:pt x="987254" y="698984"/>
                  </a:lnTo>
                  <a:close/>
                  <a:moveTo>
                    <a:pt x="993173" y="649425"/>
                  </a:moveTo>
                  <a:lnTo>
                    <a:pt x="963430" y="677666"/>
                  </a:lnTo>
                  <a:lnTo>
                    <a:pt x="992511" y="661819"/>
                  </a:lnTo>
                  <a:close/>
                  <a:moveTo>
                    <a:pt x="949746" y="612895"/>
                  </a:moveTo>
                  <a:lnTo>
                    <a:pt x="984393" y="631466"/>
                  </a:lnTo>
                  <a:lnTo>
                    <a:pt x="962009" y="615325"/>
                  </a:lnTo>
                  <a:close/>
                  <a:moveTo>
                    <a:pt x="993173" y="649425"/>
                  </a:moveTo>
                  <a:lnTo>
                    <a:pt x="984393" y="631466"/>
                  </a:lnTo>
                  <a:lnTo>
                    <a:pt x="949746" y="612895"/>
                  </a:lnTo>
                  <a:close/>
                  <a:moveTo>
                    <a:pt x="993173" y="649425"/>
                  </a:moveTo>
                  <a:lnTo>
                    <a:pt x="992511" y="661819"/>
                  </a:lnTo>
                  <a:lnTo>
                    <a:pt x="1002718" y="652081"/>
                  </a:lnTo>
                  <a:close/>
                  <a:moveTo>
                    <a:pt x="993173" y="649425"/>
                  </a:moveTo>
                  <a:lnTo>
                    <a:pt x="1002718" y="652081"/>
                  </a:lnTo>
                  <a:lnTo>
                    <a:pt x="984393" y="631466"/>
                  </a:lnTo>
                  <a:close/>
                  <a:moveTo>
                    <a:pt x="949746" y="612895"/>
                  </a:moveTo>
                  <a:lnTo>
                    <a:pt x="962009" y="615325"/>
                  </a:lnTo>
                  <a:lnTo>
                    <a:pt x="944262" y="605997"/>
                  </a:lnTo>
                  <a:close/>
                  <a:moveTo>
                    <a:pt x="831871" y="386067"/>
                  </a:moveTo>
                  <a:lnTo>
                    <a:pt x="863627" y="342590"/>
                  </a:lnTo>
                  <a:lnTo>
                    <a:pt x="831835" y="341349"/>
                  </a:lnTo>
                  <a:close/>
                  <a:moveTo>
                    <a:pt x="797554" y="342130"/>
                  </a:moveTo>
                  <a:lnTo>
                    <a:pt x="831871" y="386067"/>
                  </a:lnTo>
                  <a:lnTo>
                    <a:pt x="831835" y="341349"/>
                  </a:lnTo>
                  <a:close/>
                  <a:moveTo>
                    <a:pt x="816856" y="308779"/>
                  </a:moveTo>
                  <a:lnTo>
                    <a:pt x="791570" y="312629"/>
                  </a:lnTo>
                  <a:lnTo>
                    <a:pt x="797554" y="342130"/>
                  </a:lnTo>
                  <a:close/>
                  <a:moveTo>
                    <a:pt x="780792" y="340857"/>
                  </a:moveTo>
                  <a:lnTo>
                    <a:pt x="797554" y="342130"/>
                  </a:lnTo>
                  <a:lnTo>
                    <a:pt x="791570" y="312629"/>
                  </a:lnTo>
                  <a:close/>
                  <a:moveTo>
                    <a:pt x="688168" y="175180"/>
                  </a:moveTo>
                  <a:lnTo>
                    <a:pt x="709007" y="156883"/>
                  </a:lnTo>
                  <a:lnTo>
                    <a:pt x="747262" y="176940"/>
                  </a:lnTo>
                  <a:close/>
                  <a:moveTo>
                    <a:pt x="792829" y="166983"/>
                  </a:moveTo>
                  <a:lnTo>
                    <a:pt x="809950" y="160566"/>
                  </a:lnTo>
                  <a:lnTo>
                    <a:pt x="802171" y="122715"/>
                  </a:lnTo>
                  <a:close/>
                  <a:moveTo>
                    <a:pt x="902657" y="93981"/>
                  </a:moveTo>
                  <a:lnTo>
                    <a:pt x="898925" y="90158"/>
                  </a:lnTo>
                  <a:lnTo>
                    <a:pt x="943615" y="125104"/>
                  </a:lnTo>
                  <a:close/>
                  <a:moveTo>
                    <a:pt x="914731" y="59650"/>
                  </a:moveTo>
                  <a:lnTo>
                    <a:pt x="905074" y="105532"/>
                  </a:lnTo>
                  <a:lnTo>
                    <a:pt x="898925" y="90158"/>
                  </a:lnTo>
                  <a:close/>
                  <a:moveTo>
                    <a:pt x="1117869" y="164247"/>
                  </a:moveTo>
                  <a:lnTo>
                    <a:pt x="1091301" y="131607"/>
                  </a:lnTo>
                  <a:lnTo>
                    <a:pt x="1099330" y="138585"/>
                  </a:lnTo>
                  <a:close/>
                  <a:moveTo>
                    <a:pt x="1057633" y="131891"/>
                  </a:moveTo>
                  <a:lnTo>
                    <a:pt x="1091301" y="131607"/>
                  </a:lnTo>
                  <a:lnTo>
                    <a:pt x="1067697" y="106049"/>
                  </a:lnTo>
                  <a:close/>
                  <a:moveTo>
                    <a:pt x="1057633" y="131891"/>
                  </a:moveTo>
                  <a:lnTo>
                    <a:pt x="1067697" y="106049"/>
                  </a:lnTo>
                  <a:lnTo>
                    <a:pt x="1046087" y="96530"/>
                  </a:lnTo>
                  <a:close/>
                  <a:moveTo>
                    <a:pt x="1018129" y="92171"/>
                  </a:moveTo>
                  <a:lnTo>
                    <a:pt x="1046087" y="96530"/>
                  </a:lnTo>
                  <a:lnTo>
                    <a:pt x="1030127" y="64758"/>
                  </a:lnTo>
                  <a:close/>
                  <a:moveTo>
                    <a:pt x="1046087" y="96530"/>
                  </a:moveTo>
                  <a:lnTo>
                    <a:pt x="1067697" y="106049"/>
                  </a:lnTo>
                  <a:lnTo>
                    <a:pt x="1030127" y="64758"/>
                  </a:lnTo>
                  <a:close/>
                  <a:moveTo>
                    <a:pt x="1007285" y="56240"/>
                  </a:moveTo>
                  <a:lnTo>
                    <a:pt x="1030127" y="64758"/>
                  </a:lnTo>
                  <a:lnTo>
                    <a:pt x="1013930" y="33179"/>
                  </a:lnTo>
                  <a:close/>
                  <a:moveTo>
                    <a:pt x="1007285" y="56240"/>
                  </a:moveTo>
                  <a:lnTo>
                    <a:pt x="1013930" y="33179"/>
                  </a:lnTo>
                  <a:lnTo>
                    <a:pt x="995114" y="21387"/>
                  </a:lnTo>
                  <a:close/>
                  <a:moveTo>
                    <a:pt x="995114" y="21387"/>
                  </a:moveTo>
                  <a:lnTo>
                    <a:pt x="1011461" y="30843"/>
                  </a:lnTo>
                  <a:lnTo>
                    <a:pt x="969892" y="0"/>
                  </a:lnTo>
                  <a:close/>
                  <a:moveTo>
                    <a:pt x="995114" y="21387"/>
                  </a:moveTo>
                  <a:lnTo>
                    <a:pt x="1013930" y="33179"/>
                  </a:lnTo>
                  <a:lnTo>
                    <a:pt x="1011461" y="3084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45" name="Input_density__145">
              <a:extLst>
                <a:ext uri="{FF2B5EF4-FFF2-40B4-BE49-F238E27FC236}">
                  <a16:creationId xmlns:a16="http://schemas.microsoft.com/office/drawing/2014/main" id="{261EAF1A-B252-513C-704C-AFC79C638D62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255047" cy="1051792"/>
            </a:xfrm>
            <a:custGeom>
              <a:avLst/>
              <a:gdLst/>
              <a:ahLst/>
              <a:cxnLst/>
              <a:rect l="0" t="0" r="0" b="0"/>
              <a:pathLst>
                <a:path w="1255047" h="1051792">
                  <a:moveTo>
                    <a:pt x="296898" y="995465"/>
                  </a:moveTo>
                  <a:lnTo>
                    <a:pt x="278022" y="958710"/>
                  </a:lnTo>
                  <a:lnTo>
                    <a:pt x="280691" y="968811"/>
                  </a:lnTo>
                  <a:close/>
                  <a:moveTo>
                    <a:pt x="284747" y="927422"/>
                  </a:moveTo>
                  <a:lnTo>
                    <a:pt x="280691" y="968811"/>
                  </a:lnTo>
                  <a:lnTo>
                    <a:pt x="278022" y="958710"/>
                  </a:lnTo>
                  <a:close/>
                  <a:moveTo>
                    <a:pt x="1524" y="664671"/>
                  </a:moveTo>
                  <a:lnTo>
                    <a:pt x="1113" y="630850"/>
                  </a:lnTo>
                  <a:lnTo>
                    <a:pt x="5475" y="672051"/>
                  </a:lnTo>
                  <a:close/>
                  <a:moveTo>
                    <a:pt x="1524" y="664671"/>
                  </a:moveTo>
                  <a:lnTo>
                    <a:pt x="0" y="627915"/>
                  </a:lnTo>
                  <a:lnTo>
                    <a:pt x="1113" y="630850"/>
                  </a:lnTo>
                  <a:close/>
                  <a:moveTo>
                    <a:pt x="2336" y="618991"/>
                  </a:moveTo>
                  <a:lnTo>
                    <a:pt x="1113" y="630850"/>
                  </a:lnTo>
                  <a:lnTo>
                    <a:pt x="0" y="627915"/>
                  </a:lnTo>
                  <a:close/>
                  <a:moveTo>
                    <a:pt x="452570" y="1051792"/>
                  </a:moveTo>
                  <a:lnTo>
                    <a:pt x="453663" y="1043693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52570" y="1051792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81773" y="1003182"/>
                  </a:lnTo>
                  <a:lnTo>
                    <a:pt x="439735" y="965523"/>
                  </a:lnTo>
                  <a:close/>
                  <a:moveTo>
                    <a:pt x="438919" y="1015037"/>
                  </a:moveTo>
                  <a:lnTo>
                    <a:pt x="439735" y="965523"/>
                  </a:lnTo>
                  <a:lnTo>
                    <a:pt x="432217" y="1008851"/>
                  </a:lnTo>
                  <a:close/>
                  <a:moveTo>
                    <a:pt x="457976" y="1034609"/>
                  </a:moveTo>
                  <a:lnTo>
                    <a:pt x="454006" y="998668"/>
                  </a:lnTo>
                  <a:lnTo>
                    <a:pt x="453663" y="1043693"/>
                  </a:lnTo>
                  <a:close/>
                  <a:moveTo>
                    <a:pt x="507851" y="997854"/>
                  </a:moveTo>
                  <a:lnTo>
                    <a:pt x="498999" y="989177"/>
                  </a:lnTo>
                  <a:lnTo>
                    <a:pt x="495838" y="947001"/>
                  </a:lnTo>
                  <a:close/>
                  <a:moveTo>
                    <a:pt x="473427" y="907160"/>
                  </a:moveTo>
                  <a:lnTo>
                    <a:pt x="495838" y="947001"/>
                  </a:lnTo>
                  <a:lnTo>
                    <a:pt x="494202" y="943915"/>
                  </a:lnTo>
                  <a:close/>
                  <a:moveTo>
                    <a:pt x="473427" y="907160"/>
                  </a:moveTo>
                  <a:lnTo>
                    <a:pt x="485916" y="892630"/>
                  </a:lnTo>
                  <a:lnTo>
                    <a:pt x="445543" y="916054"/>
                  </a:lnTo>
                  <a:close/>
                  <a:moveTo>
                    <a:pt x="494202" y="943915"/>
                  </a:moveTo>
                  <a:lnTo>
                    <a:pt x="483497" y="889977"/>
                  </a:lnTo>
                  <a:lnTo>
                    <a:pt x="473427" y="907160"/>
                  </a:lnTo>
                  <a:close/>
                  <a:moveTo>
                    <a:pt x="282173" y="564883"/>
                  </a:moveTo>
                  <a:lnTo>
                    <a:pt x="325404" y="595937"/>
                  </a:lnTo>
                  <a:lnTo>
                    <a:pt x="291982" y="569640"/>
                  </a:lnTo>
                  <a:close/>
                  <a:moveTo>
                    <a:pt x="623474" y="909549"/>
                  </a:moveTo>
                  <a:lnTo>
                    <a:pt x="606423" y="911273"/>
                  </a:lnTo>
                  <a:lnTo>
                    <a:pt x="613276" y="950449"/>
                  </a:lnTo>
                  <a:close/>
                  <a:moveTo>
                    <a:pt x="485841" y="731392"/>
                  </a:moveTo>
                  <a:lnTo>
                    <a:pt x="440828" y="740899"/>
                  </a:lnTo>
                  <a:lnTo>
                    <a:pt x="493902" y="769585"/>
                  </a:lnTo>
                  <a:close/>
                  <a:moveTo>
                    <a:pt x="343625" y="542011"/>
                  </a:moveTo>
                  <a:lnTo>
                    <a:pt x="325404" y="595937"/>
                  </a:lnTo>
                  <a:lnTo>
                    <a:pt x="351517" y="580342"/>
                  </a:lnTo>
                  <a:close/>
                  <a:moveTo>
                    <a:pt x="306278" y="526883"/>
                  </a:moveTo>
                  <a:lnTo>
                    <a:pt x="304522" y="522427"/>
                  </a:lnTo>
                  <a:lnTo>
                    <a:pt x="286256" y="548231"/>
                  </a:lnTo>
                  <a:close/>
                  <a:moveTo>
                    <a:pt x="704760" y="974998"/>
                  </a:moveTo>
                  <a:lnTo>
                    <a:pt x="664383" y="993745"/>
                  </a:lnTo>
                  <a:lnTo>
                    <a:pt x="699717" y="1001277"/>
                  </a:lnTo>
                  <a:close/>
                  <a:moveTo>
                    <a:pt x="666073" y="979362"/>
                  </a:moveTo>
                  <a:lnTo>
                    <a:pt x="704760" y="974998"/>
                  </a:lnTo>
                  <a:lnTo>
                    <a:pt x="698864" y="935044"/>
                  </a:lnTo>
                  <a:close/>
                  <a:moveTo>
                    <a:pt x="699285" y="903453"/>
                  </a:moveTo>
                  <a:lnTo>
                    <a:pt x="679047" y="892365"/>
                  </a:lnTo>
                  <a:lnTo>
                    <a:pt x="698864" y="935044"/>
                  </a:lnTo>
                  <a:close/>
                  <a:moveTo>
                    <a:pt x="698864" y="935044"/>
                  </a:moveTo>
                  <a:lnTo>
                    <a:pt x="679047" y="892365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51142" y="902006"/>
                  </a:lnTo>
                  <a:lnTo>
                    <a:pt x="607549" y="905827"/>
                  </a:lnTo>
                  <a:close/>
                  <a:moveTo>
                    <a:pt x="607549" y="905827"/>
                  </a:moveTo>
                  <a:lnTo>
                    <a:pt x="651142" y="902006"/>
                  </a:lnTo>
                  <a:lnTo>
                    <a:pt x="656179" y="866863"/>
                  </a:lnTo>
                  <a:close/>
                  <a:moveTo>
                    <a:pt x="369703" y="543233"/>
                  </a:moveTo>
                  <a:lnTo>
                    <a:pt x="343645" y="541995"/>
                  </a:lnTo>
                  <a:lnTo>
                    <a:pt x="391499" y="561570"/>
                  </a:lnTo>
                  <a:close/>
                  <a:moveTo>
                    <a:pt x="679047" y="892365"/>
                  </a:moveTo>
                  <a:lnTo>
                    <a:pt x="699285" y="903453"/>
                  </a:lnTo>
                  <a:lnTo>
                    <a:pt x="700823" y="888704"/>
                  </a:lnTo>
                  <a:close/>
                  <a:moveTo>
                    <a:pt x="700823" y="888704"/>
                  </a:moveTo>
                  <a:lnTo>
                    <a:pt x="656179" y="866863"/>
                  </a:lnTo>
                  <a:lnTo>
                    <a:pt x="679047" y="892365"/>
                  </a:lnTo>
                  <a:close/>
                  <a:moveTo>
                    <a:pt x="660389" y="849740"/>
                  </a:moveTo>
                  <a:lnTo>
                    <a:pt x="656179" y="866863"/>
                  </a:lnTo>
                  <a:lnTo>
                    <a:pt x="700823" y="888704"/>
                  </a:lnTo>
                  <a:close/>
                  <a:moveTo>
                    <a:pt x="657175" y="818855"/>
                  </a:moveTo>
                  <a:lnTo>
                    <a:pt x="650272" y="844779"/>
                  </a:lnTo>
                  <a:lnTo>
                    <a:pt x="660389" y="849740"/>
                  </a:lnTo>
                  <a:close/>
                  <a:moveTo>
                    <a:pt x="608570" y="775286"/>
                  </a:moveTo>
                  <a:lnTo>
                    <a:pt x="645555" y="772307"/>
                  </a:lnTo>
                  <a:lnTo>
                    <a:pt x="625220" y="744092"/>
                  </a:lnTo>
                  <a:close/>
                  <a:moveTo>
                    <a:pt x="310671" y="362726"/>
                  </a:moveTo>
                  <a:lnTo>
                    <a:pt x="283421" y="345216"/>
                  </a:lnTo>
                  <a:lnTo>
                    <a:pt x="255941" y="335385"/>
                  </a:lnTo>
                  <a:close/>
                  <a:moveTo>
                    <a:pt x="310671" y="362726"/>
                  </a:moveTo>
                  <a:lnTo>
                    <a:pt x="320141" y="357930"/>
                  </a:lnTo>
                  <a:lnTo>
                    <a:pt x="283421" y="345216"/>
                  </a:lnTo>
                  <a:close/>
                  <a:moveTo>
                    <a:pt x="255941" y="335385"/>
                  </a:moveTo>
                  <a:lnTo>
                    <a:pt x="272035" y="341040"/>
                  </a:lnTo>
                  <a:lnTo>
                    <a:pt x="245731" y="328877"/>
                  </a:lnTo>
                  <a:close/>
                  <a:moveTo>
                    <a:pt x="529490" y="454512"/>
                  </a:moveTo>
                  <a:lnTo>
                    <a:pt x="489109" y="423529"/>
                  </a:lnTo>
                  <a:lnTo>
                    <a:pt x="526467" y="453694"/>
                  </a:lnTo>
                  <a:close/>
                  <a:moveTo>
                    <a:pt x="438793" y="384576"/>
                  </a:moveTo>
                  <a:lnTo>
                    <a:pt x="447407" y="392188"/>
                  </a:lnTo>
                  <a:lnTo>
                    <a:pt x="480348" y="416939"/>
                  </a:lnTo>
                  <a:close/>
                  <a:moveTo>
                    <a:pt x="517424" y="437233"/>
                  </a:moveTo>
                  <a:lnTo>
                    <a:pt x="526467" y="453694"/>
                  </a:lnTo>
                  <a:lnTo>
                    <a:pt x="489109" y="423529"/>
                  </a:lnTo>
                  <a:close/>
                  <a:moveTo>
                    <a:pt x="469475" y="404380"/>
                  </a:moveTo>
                  <a:lnTo>
                    <a:pt x="517424" y="437233"/>
                  </a:lnTo>
                  <a:lnTo>
                    <a:pt x="480348" y="416939"/>
                  </a:lnTo>
                  <a:close/>
                  <a:moveTo>
                    <a:pt x="480348" y="416939"/>
                  </a:moveTo>
                  <a:lnTo>
                    <a:pt x="517424" y="437233"/>
                  </a:lnTo>
                  <a:lnTo>
                    <a:pt x="489109" y="423529"/>
                  </a:lnTo>
                  <a:close/>
                  <a:moveTo>
                    <a:pt x="552805" y="436510"/>
                  </a:moveTo>
                  <a:lnTo>
                    <a:pt x="532186" y="453694"/>
                  </a:lnTo>
                  <a:lnTo>
                    <a:pt x="569933" y="476564"/>
                  </a:lnTo>
                  <a:close/>
                  <a:moveTo>
                    <a:pt x="469475" y="404380"/>
                  </a:moveTo>
                  <a:lnTo>
                    <a:pt x="480348" y="416939"/>
                  </a:lnTo>
                  <a:lnTo>
                    <a:pt x="447407" y="392188"/>
                  </a:lnTo>
                  <a:close/>
                  <a:moveTo>
                    <a:pt x="881777" y="786877"/>
                  </a:moveTo>
                  <a:lnTo>
                    <a:pt x="870119" y="804060"/>
                  </a:lnTo>
                  <a:lnTo>
                    <a:pt x="912568" y="823632"/>
                  </a:lnTo>
                  <a:close/>
                  <a:moveTo>
                    <a:pt x="865545" y="767305"/>
                  </a:moveTo>
                  <a:lnTo>
                    <a:pt x="870119" y="804060"/>
                  </a:lnTo>
                  <a:lnTo>
                    <a:pt x="881777" y="786877"/>
                  </a:lnTo>
                  <a:close/>
                  <a:moveTo>
                    <a:pt x="552805" y="436510"/>
                  </a:moveTo>
                  <a:lnTo>
                    <a:pt x="593325" y="467815"/>
                  </a:lnTo>
                  <a:lnTo>
                    <a:pt x="576420" y="419327"/>
                  </a:lnTo>
                  <a:close/>
                  <a:moveTo>
                    <a:pt x="903380" y="696183"/>
                  </a:moveTo>
                  <a:lnTo>
                    <a:pt x="882617" y="705761"/>
                  </a:lnTo>
                  <a:lnTo>
                    <a:pt x="900057" y="700842"/>
                  </a:lnTo>
                  <a:close/>
                  <a:moveTo>
                    <a:pt x="860716" y="676612"/>
                  </a:moveTo>
                  <a:lnTo>
                    <a:pt x="882617" y="705761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60716" y="676612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70035" y="658720"/>
                  </a:lnTo>
                  <a:lnTo>
                    <a:pt x="860716" y="676612"/>
                  </a:lnTo>
                  <a:close/>
                  <a:moveTo>
                    <a:pt x="767913" y="529592"/>
                  </a:moveTo>
                  <a:lnTo>
                    <a:pt x="791339" y="549163"/>
                  </a:lnTo>
                  <a:lnTo>
                    <a:pt x="764537" y="512408"/>
                  </a:lnTo>
                  <a:close/>
                  <a:moveTo>
                    <a:pt x="595874" y="291879"/>
                  </a:moveTo>
                  <a:lnTo>
                    <a:pt x="582993" y="332975"/>
                  </a:lnTo>
                  <a:lnTo>
                    <a:pt x="598308" y="294030"/>
                  </a:lnTo>
                  <a:close/>
                  <a:moveTo>
                    <a:pt x="595874" y="291879"/>
                  </a:moveTo>
                  <a:lnTo>
                    <a:pt x="549674" y="309062"/>
                  </a:lnTo>
                  <a:lnTo>
                    <a:pt x="582993" y="332975"/>
                  </a:lnTo>
                  <a:close/>
                  <a:moveTo>
                    <a:pt x="1051586" y="793157"/>
                  </a:moveTo>
                  <a:lnTo>
                    <a:pt x="1017709" y="793611"/>
                  </a:lnTo>
                  <a:lnTo>
                    <a:pt x="1046541" y="842006"/>
                  </a:lnTo>
                  <a:close/>
                  <a:moveTo>
                    <a:pt x="1046541" y="842006"/>
                  </a:moveTo>
                  <a:lnTo>
                    <a:pt x="1090767" y="833140"/>
                  </a:lnTo>
                  <a:lnTo>
                    <a:pt x="1085111" y="792991"/>
                  </a:lnTo>
                  <a:close/>
                  <a:moveTo>
                    <a:pt x="1046541" y="842006"/>
                  </a:moveTo>
                  <a:lnTo>
                    <a:pt x="1085111" y="792991"/>
                  </a:lnTo>
                  <a:lnTo>
                    <a:pt x="1051586" y="793157"/>
                  </a:lnTo>
                  <a:close/>
                  <a:moveTo>
                    <a:pt x="1124532" y="832777"/>
                  </a:moveTo>
                  <a:lnTo>
                    <a:pt x="1090767" y="833140"/>
                  </a:lnTo>
                  <a:lnTo>
                    <a:pt x="1082931" y="860188"/>
                  </a:lnTo>
                  <a:close/>
                  <a:moveTo>
                    <a:pt x="1090767" y="833140"/>
                  </a:moveTo>
                  <a:lnTo>
                    <a:pt x="1124532" y="832777"/>
                  </a:lnTo>
                  <a:lnTo>
                    <a:pt x="1121166" y="790766"/>
                  </a:lnTo>
                  <a:close/>
                  <a:moveTo>
                    <a:pt x="1090767" y="833140"/>
                  </a:moveTo>
                  <a:lnTo>
                    <a:pt x="1121166" y="790766"/>
                  </a:lnTo>
                  <a:lnTo>
                    <a:pt x="1085111" y="792991"/>
                  </a:lnTo>
                  <a:close/>
                  <a:moveTo>
                    <a:pt x="1017709" y="793611"/>
                  </a:moveTo>
                  <a:lnTo>
                    <a:pt x="1051586" y="793157"/>
                  </a:lnTo>
                  <a:lnTo>
                    <a:pt x="1044715" y="753996"/>
                  </a:lnTo>
                  <a:close/>
                  <a:moveTo>
                    <a:pt x="1051586" y="793157"/>
                  </a:moveTo>
                  <a:lnTo>
                    <a:pt x="1085111" y="792991"/>
                  </a:lnTo>
                  <a:lnTo>
                    <a:pt x="1075887" y="755742"/>
                  </a:lnTo>
                  <a:close/>
                  <a:moveTo>
                    <a:pt x="1051586" y="793157"/>
                  </a:moveTo>
                  <a:lnTo>
                    <a:pt x="1075887" y="755742"/>
                  </a:lnTo>
                  <a:lnTo>
                    <a:pt x="1044715" y="753996"/>
                  </a:lnTo>
                  <a:close/>
                  <a:moveTo>
                    <a:pt x="970423" y="760218"/>
                  </a:moveTo>
                  <a:lnTo>
                    <a:pt x="1011103" y="754234"/>
                  </a:lnTo>
                  <a:lnTo>
                    <a:pt x="985773" y="746083"/>
                  </a:lnTo>
                  <a:close/>
                  <a:moveTo>
                    <a:pt x="1011103" y="754234"/>
                  </a:moveTo>
                  <a:lnTo>
                    <a:pt x="1044715" y="753996"/>
                  </a:lnTo>
                  <a:lnTo>
                    <a:pt x="1021537" y="755226"/>
                  </a:lnTo>
                  <a:close/>
                  <a:moveTo>
                    <a:pt x="781477" y="495225"/>
                  </a:moveTo>
                  <a:lnTo>
                    <a:pt x="780285" y="476103"/>
                  </a:lnTo>
                  <a:lnTo>
                    <a:pt x="764537" y="512408"/>
                  </a:lnTo>
                  <a:close/>
                  <a:moveTo>
                    <a:pt x="686171" y="384960"/>
                  </a:moveTo>
                  <a:lnTo>
                    <a:pt x="688955" y="383789"/>
                  </a:lnTo>
                  <a:lnTo>
                    <a:pt x="651508" y="364743"/>
                  </a:lnTo>
                  <a:close/>
                  <a:moveTo>
                    <a:pt x="685974" y="402144"/>
                  </a:moveTo>
                  <a:lnTo>
                    <a:pt x="688955" y="383789"/>
                  </a:lnTo>
                  <a:lnTo>
                    <a:pt x="686171" y="384960"/>
                  </a:lnTo>
                  <a:close/>
                  <a:moveTo>
                    <a:pt x="717757" y="348205"/>
                  </a:moveTo>
                  <a:lnTo>
                    <a:pt x="705031" y="311450"/>
                  </a:lnTo>
                  <a:lnTo>
                    <a:pt x="714389" y="354306"/>
                  </a:lnTo>
                  <a:close/>
                  <a:moveTo>
                    <a:pt x="1033612" y="607956"/>
                  </a:moveTo>
                  <a:lnTo>
                    <a:pt x="1008478" y="588307"/>
                  </a:lnTo>
                  <a:lnTo>
                    <a:pt x="1024485" y="636202"/>
                  </a:lnTo>
                  <a:close/>
                  <a:moveTo>
                    <a:pt x="1024485" y="636202"/>
                  </a:moveTo>
                  <a:lnTo>
                    <a:pt x="1008478" y="588307"/>
                  </a:lnTo>
                  <a:lnTo>
                    <a:pt x="988906" y="593291"/>
                  </a:lnTo>
                  <a:close/>
                  <a:moveTo>
                    <a:pt x="1024485" y="636202"/>
                  </a:moveTo>
                  <a:lnTo>
                    <a:pt x="988906" y="593291"/>
                  </a:lnTo>
                  <a:lnTo>
                    <a:pt x="994949" y="633125"/>
                  </a:lnTo>
                  <a:close/>
                  <a:moveTo>
                    <a:pt x="907472" y="605319"/>
                  </a:moveTo>
                  <a:lnTo>
                    <a:pt x="938381" y="597263"/>
                  </a:lnTo>
                  <a:lnTo>
                    <a:pt x="918815" y="551552"/>
                  </a:lnTo>
                  <a:close/>
                  <a:moveTo>
                    <a:pt x="851326" y="520931"/>
                  </a:moveTo>
                  <a:lnTo>
                    <a:pt x="861233" y="531980"/>
                  </a:lnTo>
                  <a:lnTo>
                    <a:pt x="871765" y="501139"/>
                  </a:lnTo>
                  <a:close/>
                  <a:moveTo>
                    <a:pt x="1140110" y="660774"/>
                  </a:moveTo>
                  <a:lnTo>
                    <a:pt x="1158436" y="681388"/>
                  </a:lnTo>
                  <a:lnTo>
                    <a:pt x="1130768" y="648719"/>
                  </a:lnTo>
                  <a:close/>
                  <a:moveTo>
                    <a:pt x="1130768" y="648719"/>
                  </a:moveTo>
                  <a:lnTo>
                    <a:pt x="1158436" y="681388"/>
                  </a:lnTo>
                  <a:lnTo>
                    <a:pt x="1175195" y="684436"/>
                  </a:lnTo>
                  <a:close/>
                  <a:moveTo>
                    <a:pt x="1140110" y="660774"/>
                  </a:moveTo>
                  <a:lnTo>
                    <a:pt x="1130768" y="648719"/>
                  </a:lnTo>
                  <a:lnTo>
                    <a:pt x="1117727" y="644633"/>
                  </a:lnTo>
                  <a:close/>
                  <a:moveTo>
                    <a:pt x="718439" y="220757"/>
                  </a:moveTo>
                  <a:lnTo>
                    <a:pt x="754598" y="216016"/>
                  </a:lnTo>
                  <a:lnTo>
                    <a:pt x="735820" y="216133"/>
                  </a:lnTo>
                  <a:close/>
                  <a:moveTo>
                    <a:pt x="1028558" y="370165"/>
                  </a:moveTo>
                  <a:lnTo>
                    <a:pt x="1039754" y="400053"/>
                  </a:lnTo>
                  <a:lnTo>
                    <a:pt x="1082460" y="377388"/>
                  </a:lnTo>
                  <a:close/>
                  <a:moveTo>
                    <a:pt x="902980" y="206248"/>
                  </a:moveTo>
                  <a:lnTo>
                    <a:pt x="903073" y="204996"/>
                  </a:lnTo>
                  <a:lnTo>
                    <a:pt x="863926" y="169207"/>
                  </a:lnTo>
                  <a:close/>
                  <a:moveTo>
                    <a:pt x="863926" y="169207"/>
                  </a:moveTo>
                  <a:lnTo>
                    <a:pt x="840258" y="186390"/>
                  </a:lnTo>
                  <a:lnTo>
                    <a:pt x="902980" y="206248"/>
                  </a:lnTo>
                  <a:close/>
                  <a:moveTo>
                    <a:pt x="903073" y="204996"/>
                  </a:moveTo>
                  <a:lnTo>
                    <a:pt x="948547" y="196290"/>
                  </a:lnTo>
                  <a:lnTo>
                    <a:pt x="952880" y="170432"/>
                  </a:lnTo>
                  <a:close/>
                  <a:moveTo>
                    <a:pt x="1140246" y="299043"/>
                  </a:moveTo>
                  <a:lnTo>
                    <a:pt x="1159794" y="318615"/>
                  </a:lnTo>
                  <a:lnTo>
                    <a:pt x="1161722" y="281860"/>
                  </a:lnTo>
                  <a:close/>
                  <a:moveTo>
                    <a:pt x="1099333" y="154412"/>
                  </a:moveTo>
                  <a:lnTo>
                    <a:pt x="1054642" y="119466"/>
                  </a:lnTo>
                  <a:lnTo>
                    <a:pt x="1060791" y="134840"/>
                  </a:lnTo>
                  <a:close/>
                  <a:moveTo>
                    <a:pt x="1090001" y="20750"/>
                  </a:moveTo>
                  <a:lnTo>
                    <a:pt x="1113148" y="26963"/>
                  </a:lnTo>
                  <a:lnTo>
                    <a:pt x="1069788" y="0"/>
                  </a:lnTo>
                  <a:close/>
                  <a:moveTo>
                    <a:pt x="1247018" y="160915"/>
                  </a:moveTo>
                  <a:lnTo>
                    <a:pt x="1213350" y="161199"/>
                  </a:lnTo>
                  <a:lnTo>
                    <a:pt x="1255047" y="167893"/>
                  </a:lnTo>
                  <a:close/>
                  <a:moveTo>
                    <a:pt x="1094669" y="24519"/>
                  </a:moveTo>
                  <a:lnTo>
                    <a:pt x="1125610" y="29308"/>
                  </a:lnTo>
                  <a:lnTo>
                    <a:pt x="1113148" y="26963"/>
                  </a:lnTo>
                  <a:close/>
                  <a:moveTo>
                    <a:pt x="1150832" y="50695"/>
                  </a:moveTo>
                  <a:lnTo>
                    <a:pt x="1125610" y="29308"/>
                  </a:lnTo>
                  <a:lnTo>
                    <a:pt x="1094669" y="24519"/>
                  </a:lnTo>
                  <a:close/>
                  <a:moveTo>
                    <a:pt x="1116945" y="51157"/>
                  </a:moveTo>
                  <a:lnTo>
                    <a:pt x="1150832" y="50695"/>
                  </a:lnTo>
                  <a:lnTo>
                    <a:pt x="1094669" y="24519"/>
                  </a:lnTo>
                  <a:close/>
                  <a:moveTo>
                    <a:pt x="1063262" y="22965"/>
                  </a:moveTo>
                  <a:lnTo>
                    <a:pt x="1090001" y="20750"/>
                  </a:lnTo>
                  <a:lnTo>
                    <a:pt x="1055525" y="16425"/>
                  </a:lnTo>
                  <a:close/>
                  <a:moveTo>
                    <a:pt x="1063262" y="22965"/>
                  </a:moveTo>
                  <a:lnTo>
                    <a:pt x="1094669" y="24519"/>
                  </a:lnTo>
                  <a:lnTo>
                    <a:pt x="1090001" y="20750"/>
                  </a:lnTo>
                  <a:close/>
                  <a:moveTo>
                    <a:pt x="1094669" y="24519"/>
                  </a:moveTo>
                  <a:lnTo>
                    <a:pt x="1113148" y="26963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46" name="Input_density__146">
              <a:extLst>
                <a:ext uri="{FF2B5EF4-FFF2-40B4-BE49-F238E27FC236}">
                  <a16:creationId xmlns:a16="http://schemas.microsoft.com/office/drawing/2014/main" id="{69A6A46B-1B75-79A8-7789-8FEC96BC9EC6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090001" cy="1015037"/>
            </a:xfrm>
            <a:custGeom>
              <a:avLst/>
              <a:gdLst/>
              <a:ahLst/>
              <a:cxnLst/>
              <a:rect l="0" t="0" r="0" b="0"/>
              <a:pathLst>
                <a:path w="1090001" h="1015037">
                  <a:moveTo>
                    <a:pt x="278022" y="958710"/>
                  </a:moveTo>
                  <a:lnTo>
                    <a:pt x="296764" y="910997"/>
                  </a:lnTo>
                  <a:lnTo>
                    <a:pt x="284747" y="927422"/>
                  </a:lnTo>
                  <a:close/>
                  <a:moveTo>
                    <a:pt x="302389" y="904772"/>
                  </a:moveTo>
                  <a:lnTo>
                    <a:pt x="296764" y="910997"/>
                  </a:lnTo>
                  <a:lnTo>
                    <a:pt x="278022" y="958710"/>
                  </a:lnTo>
                  <a:close/>
                  <a:moveTo>
                    <a:pt x="303518" y="901396"/>
                  </a:moveTo>
                  <a:lnTo>
                    <a:pt x="294597" y="921955"/>
                  </a:lnTo>
                  <a:lnTo>
                    <a:pt x="296764" y="910997"/>
                  </a:lnTo>
                  <a:close/>
                  <a:moveTo>
                    <a:pt x="20680" y="591370"/>
                  </a:moveTo>
                  <a:lnTo>
                    <a:pt x="2336" y="618991"/>
                  </a:lnTo>
                  <a:lnTo>
                    <a:pt x="0" y="627915"/>
                  </a:lnTo>
                  <a:close/>
                  <a:moveTo>
                    <a:pt x="2336" y="618991"/>
                  </a:moveTo>
                  <a:lnTo>
                    <a:pt x="20680" y="591370"/>
                  </a:lnTo>
                  <a:lnTo>
                    <a:pt x="17852" y="591160"/>
                  </a:lnTo>
                  <a:close/>
                  <a:moveTo>
                    <a:pt x="20680" y="591370"/>
                  </a:moveTo>
                  <a:lnTo>
                    <a:pt x="47475" y="573977"/>
                  </a:lnTo>
                  <a:lnTo>
                    <a:pt x="17852" y="591160"/>
                  </a:lnTo>
                  <a:close/>
                  <a:moveTo>
                    <a:pt x="49009" y="572713"/>
                  </a:moveTo>
                  <a:lnTo>
                    <a:pt x="17852" y="591160"/>
                  </a:lnTo>
                  <a:lnTo>
                    <a:pt x="47475" y="573977"/>
                  </a:lnTo>
                  <a:close/>
                  <a:moveTo>
                    <a:pt x="49009" y="572713"/>
                  </a:moveTo>
                  <a:lnTo>
                    <a:pt x="26113" y="583317"/>
                  </a:lnTo>
                  <a:lnTo>
                    <a:pt x="17852" y="591160"/>
                  </a:lnTo>
                  <a:close/>
                  <a:moveTo>
                    <a:pt x="490527" y="1006079"/>
                  </a:moveTo>
                  <a:lnTo>
                    <a:pt x="481773" y="1003182"/>
                  </a:lnTo>
                  <a:lnTo>
                    <a:pt x="438919" y="1015037"/>
                  </a:lnTo>
                  <a:close/>
                  <a:moveTo>
                    <a:pt x="439735" y="965523"/>
                  </a:moveTo>
                  <a:lnTo>
                    <a:pt x="481773" y="1003182"/>
                  </a:lnTo>
                  <a:lnTo>
                    <a:pt x="476026" y="963107"/>
                  </a:lnTo>
                  <a:close/>
                  <a:moveTo>
                    <a:pt x="303518" y="901396"/>
                  </a:moveTo>
                  <a:lnTo>
                    <a:pt x="311006" y="899418"/>
                  </a:lnTo>
                  <a:lnTo>
                    <a:pt x="328182" y="869037"/>
                  </a:lnTo>
                  <a:close/>
                  <a:moveTo>
                    <a:pt x="49009" y="572713"/>
                  </a:moveTo>
                  <a:lnTo>
                    <a:pt x="47475" y="573977"/>
                  </a:lnTo>
                  <a:lnTo>
                    <a:pt x="67386" y="559312"/>
                  </a:lnTo>
                  <a:close/>
                  <a:moveTo>
                    <a:pt x="49009" y="572713"/>
                  </a:moveTo>
                  <a:lnTo>
                    <a:pt x="67386" y="559312"/>
                  </a:lnTo>
                  <a:lnTo>
                    <a:pt x="96669" y="530121"/>
                  </a:lnTo>
                  <a:close/>
                  <a:moveTo>
                    <a:pt x="73119" y="538279"/>
                  </a:moveTo>
                  <a:lnTo>
                    <a:pt x="49009" y="572713"/>
                  </a:lnTo>
                  <a:lnTo>
                    <a:pt x="96669" y="530121"/>
                  </a:lnTo>
                  <a:close/>
                  <a:moveTo>
                    <a:pt x="96669" y="530121"/>
                  </a:moveTo>
                  <a:lnTo>
                    <a:pt x="104881" y="520039"/>
                  </a:lnTo>
                  <a:lnTo>
                    <a:pt x="75033" y="537222"/>
                  </a:lnTo>
                  <a:close/>
                  <a:moveTo>
                    <a:pt x="483970" y="961099"/>
                  </a:moveTo>
                  <a:lnTo>
                    <a:pt x="507851" y="997854"/>
                  </a:lnTo>
                  <a:lnTo>
                    <a:pt x="495838" y="947001"/>
                  </a:lnTo>
                  <a:close/>
                  <a:moveTo>
                    <a:pt x="475844" y="951181"/>
                  </a:moveTo>
                  <a:lnTo>
                    <a:pt x="483970" y="961099"/>
                  </a:lnTo>
                  <a:lnTo>
                    <a:pt x="495838" y="947001"/>
                  </a:lnTo>
                  <a:close/>
                  <a:moveTo>
                    <a:pt x="259335" y="668364"/>
                  </a:moveTo>
                  <a:lnTo>
                    <a:pt x="279799" y="649875"/>
                  </a:lnTo>
                  <a:lnTo>
                    <a:pt x="259588" y="667059"/>
                  </a:lnTo>
                  <a:close/>
                  <a:moveTo>
                    <a:pt x="483497" y="889977"/>
                  </a:moveTo>
                  <a:lnTo>
                    <a:pt x="485916" y="892630"/>
                  </a:lnTo>
                  <a:lnTo>
                    <a:pt x="473427" y="907160"/>
                  </a:lnTo>
                  <a:close/>
                  <a:moveTo>
                    <a:pt x="303927" y="614301"/>
                  </a:moveTo>
                  <a:lnTo>
                    <a:pt x="279799" y="649875"/>
                  </a:lnTo>
                  <a:lnTo>
                    <a:pt x="286031" y="632692"/>
                  </a:lnTo>
                  <a:close/>
                  <a:moveTo>
                    <a:pt x="303927" y="614301"/>
                  </a:moveTo>
                  <a:lnTo>
                    <a:pt x="285232" y="640610"/>
                  </a:lnTo>
                  <a:lnTo>
                    <a:pt x="279799" y="649875"/>
                  </a:lnTo>
                  <a:close/>
                  <a:moveTo>
                    <a:pt x="325404" y="595937"/>
                  </a:moveTo>
                  <a:lnTo>
                    <a:pt x="323596" y="603042"/>
                  </a:lnTo>
                  <a:lnTo>
                    <a:pt x="303927" y="614301"/>
                  </a:lnTo>
                  <a:close/>
                  <a:moveTo>
                    <a:pt x="303927" y="614301"/>
                  </a:moveTo>
                  <a:lnTo>
                    <a:pt x="313569" y="621982"/>
                  </a:lnTo>
                  <a:lnTo>
                    <a:pt x="285232" y="640610"/>
                  </a:lnTo>
                  <a:close/>
                  <a:moveTo>
                    <a:pt x="632115" y="946303"/>
                  </a:moveTo>
                  <a:lnTo>
                    <a:pt x="623474" y="909549"/>
                  </a:lnTo>
                  <a:lnTo>
                    <a:pt x="613276" y="950449"/>
                  </a:lnTo>
                  <a:close/>
                  <a:moveTo>
                    <a:pt x="493902" y="769585"/>
                  </a:moveTo>
                  <a:lnTo>
                    <a:pt x="466152" y="779712"/>
                  </a:lnTo>
                  <a:lnTo>
                    <a:pt x="503688" y="766660"/>
                  </a:lnTo>
                  <a:close/>
                  <a:moveTo>
                    <a:pt x="353890" y="578754"/>
                  </a:moveTo>
                  <a:lnTo>
                    <a:pt x="343648" y="541999"/>
                  </a:lnTo>
                  <a:lnTo>
                    <a:pt x="351517" y="580342"/>
                  </a:lnTo>
                  <a:close/>
                  <a:moveTo>
                    <a:pt x="666073" y="979362"/>
                  </a:moveTo>
                  <a:lnTo>
                    <a:pt x="698864" y="935044"/>
                  </a:lnTo>
                  <a:lnTo>
                    <a:pt x="659086" y="940294"/>
                  </a:lnTo>
                  <a:close/>
                  <a:moveTo>
                    <a:pt x="623474" y="909549"/>
                  </a:moveTo>
                  <a:lnTo>
                    <a:pt x="659086" y="940294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32115" y="946303"/>
                  </a:lnTo>
                  <a:lnTo>
                    <a:pt x="659086" y="940294"/>
                  </a:lnTo>
                  <a:close/>
                  <a:moveTo>
                    <a:pt x="698864" y="935044"/>
                  </a:moveTo>
                  <a:lnTo>
                    <a:pt x="651142" y="902006"/>
                  </a:lnTo>
                  <a:lnTo>
                    <a:pt x="659086" y="940294"/>
                  </a:lnTo>
                  <a:close/>
                  <a:moveTo>
                    <a:pt x="651142" y="902006"/>
                  </a:moveTo>
                  <a:lnTo>
                    <a:pt x="679047" y="892365"/>
                  </a:lnTo>
                  <a:lnTo>
                    <a:pt x="656179" y="866863"/>
                  </a:lnTo>
                  <a:close/>
                  <a:moveTo>
                    <a:pt x="629266" y="830297"/>
                  </a:moveTo>
                  <a:lnTo>
                    <a:pt x="650272" y="844779"/>
                  </a:lnTo>
                  <a:lnTo>
                    <a:pt x="657175" y="818855"/>
                  </a:lnTo>
                  <a:close/>
                  <a:moveTo>
                    <a:pt x="542305" y="690258"/>
                  </a:moveTo>
                  <a:lnTo>
                    <a:pt x="500508" y="725774"/>
                  </a:lnTo>
                  <a:lnTo>
                    <a:pt x="515321" y="708590"/>
                  </a:lnTo>
                  <a:close/>
                  <a:moveTo>
                    <a:pt x="542305" y="690258"/>
                  </a:moveTo>
                  <a:lnTo>
                    <a:pt x="518534" y="697591"/>
                  </a:lnTo>
                  <a:lnTo>
                    <a:pt x="500508" y="725774"/>
                  </a:lnTo>
                  <a:close/>
                  <a:moveTo>
                    <a:pt x="391499" y="561570"/>
                  </a:moveTo>
                  <a:lnTo>
                    <a:pt x="343648" y="541999"/>
                  </a:lnTo>
                  <a:lnTo>
                    <a:pt x="353890" y="578754"/>
                  </a:lnTo>
                  <a:close/>
                  <a:moveTo>
                    <a:pt x="245731" y="328877"/>
                  </a:moveTo>
                  <a:lnTo>
                    <a:pt x="192640" y="351162"/>
                  </a:lnTo>
                  <a:lnTo>
                    <a:pt x="215374" y="339952"/>
                  </a:lnTo>
                  <a:close/>
                  <a:moveTo>
                    <a:pt x="310671" y="362726"/>
                  </a:moveTo>
                  <a:lnTo>
                    <a:pt x="342392" y="364026"/>
                  </a:lnTo>
                  <a:lnTo>
                    <a:pt x="320141" y="357930"/>
                  </a:lnTo>
                  <a:close/>
                  <a:moveTo>
                    <a:pt x="342392" y="364026"/>
                  </a:moveTo>
                  <a:lnTo>
                    <a:pt x="310671" y="362726"/>
                  </a:lnTo>
                  <a:lnTo>
                    <a:pt x="351381" y="378524"/>
                  </a:lnTo>
                  <a:close/>
                  <a:moveTo>
                    <a:pt x="310671" y="362726"/>
                  </a:moveTo>
                  <a:lnTo>
                    <a:pt x="318128" y="378773"/>
                  </a:lnTo>
                  <a:lnTo>
                    <a:pt x="351381" y="378524"/>
                  </a:lnTo>
                  <a:close/>
                  <a:moveTo>
                    <a:pt x="378723" y="356175"/>
                  </a:moveTo>
                  <a:lnTo>
                    <a:pt x="342392" y="364026"/>
                  </a:lnTo>
                  <a:lnTo>
                    <a:pt x="366531" y="360612"/>
                  </a:lnTo>
                  <a:close/>
                  <a:moveTo>
                    <a:pt x="342392" y="364026"/>
                  </a:moveTo>
                  <a:lnTo>
                    <a:pt x="351381" y="378524"/>
                  </a:lnTo>
                  <a:lnTo>
                    <a:pt x="366531" y="360612"/>
                  </a:lnTo>
                  <a:close/>
                  <a:moveTo>
                    <a:pt x="216402" y="340440"/>
                  </a:moveTo>
                  <a:lnTo>
                    <a:pt x="245731" y="328877"/>
                  </a:lnTo>
                  <a:lnTo>
                    <a:pt x="215374" y="339952"/>
                  </a:lnTo>
                  <a:close/>
                  <a:moveTo>
                    <a:pt x="216402" y="340440"/>
                  </a:moveTo>
                  <a:lnTo>
                    <a:pt x="255941" y="335385"/>
                  </a:lnTo>
                  <a:lnTo>
                    <a:pt x="245731" y="328877"/>
                  </a:lnTo>
                  <a:close/>
                  <a:moveTo>
                    <a:pt x="702366" y="722555"/>
                  </a:moveTo>
                  <a:lnTo>
                    <a:pt x="665248" y="764917"/>
                  </a:lnTo>
                  <a:lnTo>
                    <a:pt x="684101" y="747734"/>
                  </a:lnTo>
                  <a:close/>
                  <a:moveTo>
                    <a:pt x="382391" y="358595"/>
                  </a:moveTo>
                  <a:lnTo>
                    <a:pt x="366531" y="360612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82391" y="358595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63718" y="391435"/>
                  </a:lnTo>
                  <a:lnTo>
                    <a:pt x="413264" y="389111"/>
                  </a:lnTo>
                  <a:close/>
                  <a:moveTo>
                    <a:pt x="406702" y="383578"/>
                  </a:moveTo>
                  <a:lnTo>
                    <a:pt x="438793" y="384576"/>
                  </a:lnTo>
                  <a:lnTo>
                    <a:pt x="382391" y="358595"/>
                  </a:lnTo>
                  <a:close/>
                  <a:moveTo>
                    <a:pt x="438793" y="384576"/>
                  </a:moveTo>
                  <a:lnTo>
                    <a:pt x="406702" y="383578"/>
                  </a:lnTo>
                  <a:lnTo>
                    <a:pt x="447407" y="392188"/>
                  </a:lnTo>
                  <a:close/>
                  <a:moveTo>
                    <a:pt x="406702" y="383578"/>
                  </a:moveTo>
                  <a:lnTo>
                    <a:pt x="413264" y="389111"/>
                  </a:lnTo>
                  <a:lnTo>
                    <a:pt x="447407" y="392188"/>
                  </a:lnTo>
                  <a:close/>
                  <a:moveTo>
                    <a:pt x="692113" y="588014"/>
                  </a:moveTo>
                  <a:lnTo>
                    <a:pt x="697866" y="583530"/>
                  </a:lnTo>
                  <a:lnTo>
                    <a:pt x="674437" y="600714"/>
                  </a:lnTo>
                  <a:close/>
                  <a:moveTo>
                    <a:pt x="546436" y="399755"/>
                  </a:moveTo>
                  <a:lnTo>
                    <a:pt x="528093" y="444707"/>
                  </a:lnTo>
                  <a:lnTo>
                    <a:pt x="532186" y="453694"/>
                  </a:lnTo>
                  <a:close/>
                  <a:moveTo>
                    <a:pt x="865545" y="767305"/>
                  </a:moveTo>
                  <a:lnTo>
                    <a:pt x="881777" y="786877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865545" y="767305"/>
                  </a:lnTo>
                  <a:lnTo>
                    <a:pt x="888944" y="750122"/>
                  </a:lnTo>
                  <a:close/>
                  <a:moveTo>
                    <a:pt x="672398" y="616242"/>
                  </a:moveTo>
                  <a:lnTo>
                    <a:pt x="692113" y="588014"/>
                  </a:lnTo>
                  <a:lnTo>
                    <a:pt x="660695" y="595122"/>
                  </a:lnTo>
                  <a:close/>
                  <a:moveTo>
                    <a:pt x="767913" y="529592"/>
                  </a:moveTo>
                  <a:lnTo>
                    <a:pt x="745002" y="566646"/>
                  </a:lnTo>
                  <a:lnTo>
                    <a:pt x="746079" y="566347"/>
                  </a:lnTo>
                  <a:close/>
                  <a:moveTo>
                    <a:pt x="549674" y="309062"/>
                  </a:moveTo>
                  <a:lnTo>
                    <a:pt x="539417" y="294628"/>
                  </a:lnTo>
                  <a:lnTo>
                    <a:pt x="520813" y="321278"/>
                  </a:lnTo>
                  <a:close/>
                  <a:moveTo>
                    <a:pt x="524951" y="272307"/>
                  </a:moveTo>
                  <a:lnTo>
                    <a:pt x="520813" y="321278"/>
                  </a:lnTo>
                  <a:lnTo>
                    <a:pt x="539417" y="294628"/>
                  </a:lnTo>
                  <a:close/>
                  <a:moveTo>
                    <a:pt x="888944" y="750122"/>
                  </a:moveTo>
                  <a:lnTo>
                    <a:pt x="900057" y="700842"/>
                  </a:lnTo>
                  <a:lnTo>
                    <a:pt x="889726" y="732342"/>
                  </a:lnTo>
                  <a:close/>
                  <a:moveTo>
                    <a:pt x="903380" y="696183"/>
                  </a:moveTo>
                  <a:lnTo>
                    <a:pt x="900057" y="700842"/>
                  </a:lnTo>
                  <a:lnTo>
                    <a:pt x="888944" y="750122"/>
                  </a:lnTo>
                  <a:close/>
                  <a:moveTo>
                    <a:pt x="908805" y="732938"/>
                  </a:moveTo>
                  <a:lnTo>
                    <a:pt x="903380" y="696183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900057" y="700842"/>
                  </a:lnTo>
                  <a:lnTo>
                    <a:pt x="912770" y="750122"/>
                  </a:lnTo>
                  <a:close/>
                  <a:moveTo>
                    <a:pt x="767913" y="529592"/>
                  </a:moveTo>
                  <a:lnTo>
                    <a:pt x="746079" y="566347"/>
                  </a:lnTo>
                  <a:lnTo>
                    <a:pt x="791339" y="549163"/>
                  </a:lnTo>
                  <a:close/>
                  <a:moveTo>
                    <a:pt x="631815" y="336006"/>
                  </a:moveTo>
                  <a:lnTo>
                    <a:pt x="611069" y="345817"/>
                  </a:lnTo>
                  <a:lnTo>
                    <a:pt x="649208" y="359757"/>
                  </a:lnTo>
                  <a:close/>
                  <a:moveTo>
                    <a:pt x="611069" y="345817"/>
                  </a:moveTo>
                  <a:lnTo>
                    <a:pt x="593488" y="372216"/>
                  </a:lnTo>
                  <a:lnTo>
                    <a:pt x="649208" y="359757"/>
                  </a:lnTo>
                  <a:close/>
                  <a:moveTo>
                    <a:pt x="582993" y="332975"/>
                  </a:moveTo>
                  <a:lnTo>
                    <a:pt x="631815" y="336006"/>
                  </a:lnTo>
                  <a:lnTo>
                    <a:pt x="638520" y="319796"/>
                  </a:lnTo>
                  <a:close/>
                  <a:moveTo>
                    <a:pt x="582993" y="332975"/>
                  </a:moveTo>
                  <a:lnTo>
                    <a:pt x="638520" y="319796"/>
                  </a:lnTo>
                  <a:lnTo>
                    <a:pt x="598308" y="294030"/>
                  </a:lnTo>
                  <a:close/>
                  <a:moveTo>
                    <a:pt x="631815" y="336006"/>
                  </a:moveTo>
                  <a:lnTo>
                    <a:pt x="653286" y="328634"/>
                  </a:lnTo>
                  <a:lnTo>
                    <a:pt x="638520" y="319796"/>
                  </a:lnTo>
                  <a:close/>
                  <a:moveTo>
                    <a:pt x="631815" y="336006"/>
                  </a:moveTo>
                  <a:lnTo>
                    <a:pt x="649208" y="359757"/>
                  </a:lnTo>
                  <a:lnTo>
                    <a:pt x="653286" y="328634"/>
                  </a:lnTo>
                  <a:close/>
                  <a:moveTo>
                    <a:pt x="566959" y="255123"/>
                  </a:moveTo>
                  <a:lnTo>
                    <a:pt x="549674" y="309062"/>
                  </a:lnTo>
                  <a:lnTo>
                    <a:pt x="595874" y="291879"/>
                  </a:lnTo>
                  <a:close/>
                  <a:moveTo>
                    <a:pt x="812595" y="538782"/>
                  </a:moveTo>
                  <a:lnTo>
                    <a:pt x="838478" y="544828"/>
                  </a:lnTo>
                  <a:lnTo>
                    <a:pt x="819888" y="527966"/>
                  </a:lnTo>
                  <a:close/>
                  <a:moveTo>
                    <a:pt x="651508" y="364743"/>
                  </a:moveTo>
                  <a:lnTo>
                    <a:pt x="688955" y="383789"/>
                  </a:lnTo>
                  <a:lnTo>
                    <a:pt x="691899" y="358994"/>
                  </a:lnTo>
                  <a:close/>
                  <a:moveTo>
                    <a:pt x="681711" y="322530"/>
                  </a:moveTo>
                  <a:lnTo>
                    <a:pt x="653286" y="328634"/>
                  </a:lnTo>
                  <a:lnTo>
                    <a:pt x="651508" y="364743"/>
                  </a:lnTo>
                  <a:close/>
                  <a:moveTo>
                    <a:pt x="691899" y="358994"/>
                  </a:moveTo>
                  <a:lnTo>
                    <a:pt x="681711" y="322530"/>
                  </a:lnTo>
                  <a:lnTo>
                    <a:pt x="651508" y="364743"/>
                  </a:lnTo>
                  <a:close/>
                  <a:moveTo>
                    <a:pt x="641711" y="283214"/>
                  </a:moveTo>
                  <a:lnTo>
                    <a:pt x="638520" y="319796"/>
                  </a:lnTo>
                  <a:lnTo>
                    <a:pt x="675619" y="274695"/>
                  </a:lnTo>
                  <a:close/>
                  <a:moveTo>
                    <a:pt x="638520" y="319796"/>
                  </a:moveTo>
                  <a:lnTo>
                    <a:pt x="653286" y="328634"/>
                  </a:lnTo>
                  <a:lnTo>
                    <a:pt x="675619" y="274695"/>
                  </a:lnTo>
                  <a:close/>
                  <a:moveTo>
                    <a:pt x="675619" y="274695"/>
                  </a:moveTo>
                  <a:lnTo>
                    <a:pt x="653286" y="328634"/>
                  </a:lnTo>
                  <a:lnTo>
                    <a:pt x="688456" y="285714"/>
                  </a:lnTo>
                  <a:close/>
                  <a:moveTo>
                    <a:pt x="688456" y="285714"/>
                  </a:moveTo>
                  <a:lnTo>
                    <a:pt x="653286" y="328634"/>
                  </a:lnTo>
                  <a:lnTo>
                    <a:pt x="681711" y="322530"/>
                  </a:lnTo>
                  <a:close/>
                  <a:moveTo>
                    <a:pt x="681711" y="322530"/>
                  </a:moveTo>
                  <a:lnTo>
                    <a:pt x="705031" y="311450"/>
                  </a:lnTo>
                  <a:lnTo>
                    <a:pt x="688456" y="285714"/>
                  </a:lnTo>
                  <a:close/>
                  <a:moveTo>
                    <a:pt x="595874" y="291879"/>
                  </a:moveTo>
                  <a:lnTo>
                    <a:pt x="598308" y="294030"/>
                  </a:lnTo>
                  <a:lnTo>
                    <a:pt x="598725" y="291072"/>
                  </a:lnTo>
                  <a:close/>
                  <a:moveTo>
                    <a:pt x="566959" y="255123"/>
                  </a:moveTo>
                  <a:lnTo>
                    <a:pt x="595874" y="291879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598308" y="294030"/>
                  </a:lnTo>
                  <a:lnTo>
                    <a:pt x="638520" y="319796"/>
                  </a:lnTo>
                  <a:close/>
                  <a:moveTo>
                    <a:pt x="641711" y="283214"/>
                  </a:moveTo>
                  <a:lnTo>
                    <a:pt x="598725" y="291072"/>
                  </a:lnTo>
                  <a:lnTo>
                    <a:pt x="598308" y="294030"/>
                  </a:lnTo>
                  <a:close/>
                  <a:moveTo>
                    <a:pt x="644434" y="245702"/>
                  </a:moveTo>
                  <a:lnTo>
                    <a:pt x="636845" y="237940"/>
                  </a:lnTo>
                  <a:lnTo>
                    <a:pt x="641711" y="283214"/>
                  </a:lnTo>
                  <a:close/>
                  <a:moveTo>
                    <a:pt x="641711" y="283214"/>
                  </a:moveTo>
                  <a:lnTo>
                    <a:pt x="636845" y="237940"/>
                  </a:lnTo>
                  <a:lnTo>
                    <a:pt x="600258" y="245078"/>
                  </a:lnTo>
                  <a:close/>
                  <a:moveTo>
                    <a:pt x="641711" y="283214"/>
                  </a:moveTo>
                  <a:lnTo>
                    <a:pt x="600258" y="245078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675619" y="274695"/>
                  </a:lnTo>
                  <a:lnTo>
                    <a:pt x="644434" y="245702"/>
                  </a:lnTo>
                  <a:close/>
                  <a:moveTo>
                    <a:pt x="994949" y="633125"/>
                  </a:moveTo>
                  <a:lnTo>
                    <a:pt x="956945" y="642245"/>
                  </a:lnTo>
                  <a:lnTo>
                    <a:pt x="1010454" y="645944"/>
                  </a:lnTo>
                  <a:close/>
                  <a:moveTo>
                    <a:pt x="1010454" y="645944"/>
                  </a:moveTo>
                  <a:lnTo>
                    <a:pt x="956945" y="642245"/>
                  </a:lnTo>
                  <a:lnTo>
                    <a:pt x="955207" y="660174"/>
                  </a:lnTo>
                  <a:close/>
                  <a:moveTo>
                    <a:pt x="907472" y="605319"/>
                  </a:moveTo>
                  <a:lnTo>
                    <a:pt x="920702" y="639311"/>
                  </a:lnTo>
                  <a:lnTo>
                    <a:pt x="942879" y="603622"/>
                  </a:lnTo>
                  <a:close/>
                  <a:moveTo>
                    <a:pt x="994949" y="633125"/>
                  </a:moveTo>
                  <a:lnTo>
                    <a:pt x="944458" y="619984"/>
                  </a:lnTo>
                  <a:lnTo>
                    <a:pt x="956945" y="642245"/>
                  </a:lnTo>
                  <a:close/>
                  <a:moveTo>
                    <a:pt x="942879" y="603622"/>
                  </a:moveTo>
                  <a:lnTo>
                    <a:pt x="938381" y="597263"/>
                  </a:lnTo>
                  <a:lnTo>
                    <a:pt x="907472" y="605319"/>
                  </a:lnTo>
                  <a:close/>
                  <a:moveTo>
                    <a:pt x="902263" y="520060"/>
                  </a:moveTo>
                  <a:lnTo>
                    <a:pt x="861233" y="531980"/>
                  </a:lnTo>
                  <a:lnTo>
                    <a:pt x="918435" y="551056"/>
                  </a:lnTo>
                  <a:close/>
                  <a:moveTo>
                    <a:pt x="878565" y="494579"/>
                  </a:moveTo>
                  <a:lnTo>
                    <a:pt x="861233" y="531980"/>
                  </a:lnTo>
                  <a:lnTo>
                    <a:pt x="902263" y="520060"/>
                  </a:lnTo>
                  <a:close/>
                  <a:moveTo>
                    <a:pt x="902263" y="520060"/>
                  </a:moveTo>
                  <a:lnTo>
                    <a:pt x="936030" y="519696"/>
                  </a:lnTo>
                  <a:lnTo>
                    <a:pt x="915802" y="491395"/>
                  </a:lnTo>
                  <a:close/>
                  <a:moveTo>
                    <a:pt x="902263" y="520060"/>
                  </a:moveTo>
                  <a:lnTo>
                    <a:pt x="915802" y="491395"/>
                  </a:lnTo>
                  <a:lnTo>
                    <a:pt x="878565" y="494579"/>
                  </a:lnTo>
                  <a:close/>
                  <a:moveTo>
                    <a:pt x="705031" y="311450"/>
                  </a:moveTo>
                  <a:lnTo>
                    <a:pt x="717757" y="348205"/>
                  </a:lnTo>
                  <a:lnTo>
                    <a:pt x="734701" y="331022"/>
                  </a:lnTo>
                  <a:close/>
                  <a:moveTo>
                    <a:pt x="675619" y="274695"/>
                  </a:moveTo>
                  <a:lnTo>
                    <a:pt x="688456" y="285714"/>
                  </a:lnTo>
                  <a:lnTo>
                    <a:pt x="695563" y="266521"/>
                  </a:lnTo>
                  <a:close/>
                  <a:moveTo>
                    <a:pt x="695563" y="266521"/>
                  </a:moveTo>
                  <a:lnTo>
                    <a:pt x="644434" y="245702"/>
                  </a:lnTo>
                  <a:lnTo>
                    <a:pt x="675619" y="274695"/>
                  </a:lnTo>
                  <a:close/>
                  <a:moveTo>
                    <a:pt x="718439" y="220757"/>
                  </a:moveTo>
                  <a:lnTo>
                    <a:pt x="728756" y="215608"/>
                  </a:lnTo>
                  <a:lnTo>
                    <a:pt x="692661" y="224133"/>
                  </a:lnTo>
                  <a:close/>
                  <a:moveTo>
                    <a:pt x="1081384" y="572285"/>
                  </a:moveTo>
                  <a:lnTo>
                    <a:pt x="1040401" y="578516"/>
                  </a:lnTo>
                  <a:lnTo>
                    <a:pt x="1033612" y="607956"/>
                  </a:lnTo>
                  <a:close/>
                  <a:moveTo>
                    <a:pt x="741340" y="240329"/>
                  </a:moveTo>
                  <a:lnTo>
                    <a:pt x="754598" y="216016"/>
                  </a:lnTo>
                  <a:lnTo>
                    <a:pt x="718439" y="220757"/>
                  </a:lnTo>
                  <a:close/>
                  <a:moveTo>
                    <a:pt x="728756" y="215608"/>
                  </a:moveTo>
                  <a:lnTo>
                    <a:pt x="718439" y="220757"/>
                  </a:lnTo>
                  <a:lnTo>
                    <a:pt x="735820" y="216133"/>
                  </a:lnTo>
                  <a:close/>
                  <a:moveTo>
                    <a:pt x="972573" y="338087"/>
                  </a:moveTo>
                  <a:lnTo>
                    <a:pt x="953272" y="371438"/>
                  </a:lnTo>
                  <a:lnTo>
                    <a:pt x="987552" y="370656"/>
                  </a:lnTo>
                  <a:close/>
                  <a:moveTo>
                    <a:pt x="840258" y="186390"/>
                  </a:moveTo>
                  <a:lnTo>
                    <a:pt x="843886" y="204488"/>
                  </a:lnTo>
                  <a:lnTo>
                    <a:pt x="902980" y="206248"/>
                  </a:lnTo>
                  <a:close/>
                  <a:moveTo>
                    <a:pt x="902980" y="206248"/>
                  </a:moveTo>
                  <a:lnTo>
                    <a:pt x="904335" y="205962"/>
                  </a:lnTo>
                  <a:lnTo>
                    <a:pt x="903073" y="204996"/>
                  </a:lnTo>
                  <a:close/>
                  <a:moveTo>
                    <a:pt x="902980" y="206248"/>
                  </a:moveTo>
                  <a:lnTo>
                    <a:pt x="906400" y="217436"/>
                  </a:lnTo>
                  <a:lnTo>
                    <a:pt x="904335" y="205962"/>
                  </a:lnTo>
                  <a:close/>
                  <a:moveTo>
                    <a:pt x="906400" y="217436"/>
                  </a:moveTo>
                  <a:lnTo>
                    <a:pt x="902980" y="206248"/>
                  </a:lnTo>
                  <a:lnTo>
                    <a:pt x="898178" y="205962"/>
                  </a:lnTo>
                  <a:close/>
                  <a:moveTo>
                    <a:pt x="948547" y="196290"/>
                  </a:moveTo>
                  <a:lnTo>
                    <a:pt x="904335" y="205962"/>
                  </a:lnTo>
                  <a:lnTo>
                    <a:pt x="964908" y="215401"/>
                  </a:lnTo>
                  <a:close/>
                  <a:moveTo>
                    <a:pt x="904335" y="205962"/>
                  </a:moveTo>
                  <a:lnTo>
                    <a:pt x="948547" y="196290"/>
                  </a:lnTo>
                  <a:lnTo>
                    <a:pt x="903073" y="204996"/>
                  </a:lnTo>
                  <a:close/>
                  <a:moveTo>
                    <a:pt x="984950" y="193784"/>
                  </a:moveTo>
                  <a:lnTo>
                    <a:pt x="965668" y="189874"/>
                  </a:lnTo>
                  <a:lnTo>
                    <a:pt x="948547" y="196290"/>
                  </a:lnTo>
                  <a:close/>
                  <a:moveTo>
                    <a:pt x="984950" y="193784"/>
                  </a:moveTo>
                  <a:lnTo>
                    <a:pt x="948547" y="196290"/>
                  </a:lnTo>
                  <a:lnTo>
                    <a:pt x="992326" y="193337"/>
                  </a:lnTo>
                  <a:close/>
                  <a:moveTo>
                    <a:pt x="948547" y="196290"/>
                  </a:moveTo>
                  <a:lnTo>
                    <a:pt x="964908" y="215401"/>
                  </a:lnTo>
                  <a:lnTo>
                    <a:pt x="992326" y="193337"/>
                  </a:lnTo>
                  <a:close/>
                  <a:moveTo>
                    <a:pt x="984950" y="193784"/>
                  </a:moveTo>
                  <a:lnTo>
                    <a:pt x="992326" y="193337"/>
                  </a:lnTo>
                  <a:lnTo>
                    <a:pt x="999176" y="188779"/>
                  </a:lnTo>
                  <a:close/>
                  <a:moveTo>
                    <a:pt x="869470" y="107728"/>
                  </a:moveTo>
                  <a:lnTo>
                    <a:pt x="878434" y="112873"/>
                  </a:lnTo>
                  <a:lnTo>
                    <a:pt x="866160" y="119599"/>
                  </a:lnTo>
                  <a:close/>
                  <a:moveTo>
                    <a:pt x="995015" y="10974"/>
                  </a:moveTo>
                  <a:lnTo>
                    <a:pt x="967385" y="24575"/>
                  </a:lnTo>
                  <a:lnTo>
                    <a:pt x="942767" y="36414"/>
                  </a:lnTo>
                  <a:close/>
                  <a:moveTo>
                    <a:pt x="1011753" y="7392"/>
                  </a:moveTo>
                  <a:lnTo>
                    <a:pt x="981464" y="17630"/>
                  </a:lnTo>
                  <a:lnTo>
                    <a:pt x="995015" y="10974"/>
                  </a:lnTo>
                  <a:close/>
                  <a:moveTo>
                    <a:pt x="1030775" y="4629"/>
                  </a:moveTo>
                  <a:lnTo>
                    <a:pt x="1011753" y="7392"/>
                  </a:lnTo>
                  <a:lnTo>
                    <a:pt x="1055525" y="16425"/>
                  </a:lnTo>
                  <a:close/>
                  <a:moveTo>
                    <a:pt x="1055525" y="16425"/>
                  </a:moveTo>
                  <a:lnTo>
                    <a:pt x="1011753" y="7392"/>
                  </a:lnTo>
                  <a:lnTo>
                    <a:pt x="995015" y="10974"/>
                  </a:lnTo>
                  <a:close/>
                  <a:moveTo>
                    <a:pt x="1069788" y="0"/>
                  </a:moveTo>
                  <a:lnTo>
                    <a:pt x="1030775" y="4629"/>
                  </a:lnTo>
                  <a:lnTo>
                    <a:pt x="1090001" y="20750"/>
                  </a:lnTo>
                  <a:close/>
                  <a:moveTo>
                    <a:pt x="1030775" y="4629"/>
                  </a:moveTo>
                  <a:lnTo>
                    <a:pt x="1055525" y="16425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47" name="Input_density__147">
              <a:extLst>
                <a:ext uri="{FF2B5EF4-FFF2-40B4-BE49-F238E27FC236}">
                  <a16:creationId xmlns:a16="http://schemas.microsoft.com/office/drawing/2014/main" id="{E47EBF26-43AB-9132-6581-87D7F8695FC9}"/>
                </a:ext>
              </a:extLst>
            </p:cNvPr>
            <p:cNvSpPr>
              <a:spLocks noGrp="1"/>
            </p:cNvSpPr>
            <p:nvPr/>
          </p:nvSpPr>
          <p:spPr>
            <a:xfrm>
              <a:off x="755812" y="1519094"/>
              <a:ext cx="839998" cy="957112"/>
            </a:xfrm>
            <a:custGeom>
              <a:avLst/>
              <a:gdLst/>
              <a:ahLst/>
              <a:cxnLst/>
              <a:rect l="0" t="0" r="0" b="0"/>
              <a:pathLst>
                <a:path w="839998" h="957112">
                  <a:moveTo>
                    <a:pt x="41559" y="939928"/>
                  </a:moveTo>
                  <a:lnTo>
                    <a:pt x="43054" y="903173"/>
                  </a:lnTo>
                  <a:lnTo>
                    <a:pt x="18686" y="957112"/>
                  </a:lnTo>
                  <a:close/>
                  <a:moveTo>
                    <a:pt x="44183" y="899797"/>
                  </a:moveTo>
                  <a:lnTo>
                    <a:pt x="37429" y="909398"/>
                  </a:lnTo>
                  <a:lnTo>
                    <a:pt x="43054" y="903173"/>
                  </a:lnTo>
                  <a:close/>
                  <a:moveTo>
                    <a:pt x="44183" y="899797"/>
                  </a:moveTo>
                  <a:lnTo>
                    <a:pt x="43054" y="903173"/>
                  </a:lnTo>
                  <a:lnTo>
                    <a:pt x="51671" y="897819"/>
                  </a:lnTo>
                  <a:close/>
                  <a:moveTo>
                    <a:pt x="0" y="666765"/>
                  </a:moveTo>
                  <a:lnTo>
                    <a:pt x="20786" y="672105"/>
                  </a:lnTo>
                  <a:lnTo>
                    <a:pt x="20463" y="648277"/>
                  </a:lnTo>
                  <a:close/>
                  <a:moveTo>
                    <a:pt x="249375" y="760930"/>
                  </a:moveTo>
                  <a:lnTo>
                    <a:pt x="241173" y="724175"/>
                  </a:lnTo>
                  <a:lnTo>
                    <a:pt x="234567" y="767987"/>
                  </a:lnTo>
                  <a:close/>
                  <a:moveTo>
                    <a:pt x="241173" y="724175"/>
                  </a:moveTo>
                  <a:lnTo>
                    <a:pt x="226506" y="729793"/>
                  </a:lnTo>
                  <a:lnTo>
                    <a:pt x="234567" y="767987"/>
                  </a:lnTo>
                  <a:close/>
                  <a:moveTo>
                    <a:pt x="234567" y="767987"/>
                  </a:moveTo>
                  <a:lnTo>
                    <a:pt x="244352" y="765061"/>
                  </a:lnTo>
                  <a:lnTo>
                    <a:pt x="249375" y="760930"/>
                  </a:lnTo>
                  <a:close/>
                  <a:moveTo>
                    <a:pt x="92182" y="578744"/>
                  </a:moveTo>
                  <a:lnTo>
                    <a:pt x="66069" y="594339"/>
                  </a:lnTo>
                  <a:lnTo>
                    <a:pt x="94286" y="577716"/>
                  </a:lnTo>
                  <a:close/>
                  <a:moveTo>
                    <a:pt x="66069" y="594339"/>
                  </a:moveTo>
                  <a:lnTo>
                    <a:pt x="44592" y="612703"/>
                  </a:lnTo>
                  <a:lnTo>
                    <a:pt x="94286" y="577716"/>
                  </a:lnTo>
                  <a:close/>
                  <a:moveTo>
                    <a:pt x="92182" y="578744"/>
                  </a:moveTo>
                  <a:lnTo>
                    <a:pt x="94286" y="577716"/>
                  </a:lnTo>
                  <a:lnTo>
                    <a:pt x="94554" y="577155"/>
                  </a:lnTo>
                  <a:close/>
                  <a:moveTo>
                    <a:pt x="244352" y="765061"/>
                  </a:moveTo>
                  <a:lnTo>
                    <a:pt x="266584" y="751973"/>
                  </a:lnTo>
                  <a:lnTo>
                    <a:pt x="249375" y="760930"/>
                  </a:lnTo>
                  <a:close/>
                  <a:moveTo>
                    <a:pt x="241173" y="724175"/>
                  </a:moveTo>
                  <a:lnTo>
                    <a:pt x="249375" y="760930"/>
                  </a:lnTo>
                  <a:lnTo>
                    <a:pt x="267011" y="743746"/>
                  </a:lnTo>
                  <a:close/>
                  <a:moveTo>
                    <a:pt x="241173" y="724175"/>
                  </a:moveTo>
                  <a:lnTo>
                    <a:pt x="267011" y="743746"/>
                  </a:lnTo>
                  <a:lnTo>
                    <a:pt x="255986" y="706992"/>
                  </a:lnTo>
                  <a:close/>
                  <a:moveTo>
                    <a:pt x="104383" y="389836"/>
                  </a:moveTo>
                  <a:lnTo>
                    <a:pt x="107196" y="359013"/>
                  </a:lnTo>
                  <a:lnTo>
                    <a:pt x="92046" y="376926"/>
                  </a:lnTo>
                  <a:close/>
                  <a:moveTo>
                    <a:pt x="273238" y="405660"/>
                  </a:moveTo>
                  <a:lnTo>
                    <a:pt x="268758" y="443108"/>
                  </a:lnTo>
                  <a:lnTo>
                    <a:pt x="287100" y="398157"/>
                  </a:lnTo>
                  <a:close/>
                  <a:moveTo>
                    <a:pt x="287100" y="398157"/>
                  </a:moveTo>
                  <a:lnTo>
                    <a:pt x="272851" y="452095"/>
                  </a:lnTo>
                  <a:lnTo>
                    <a:pt x="293470" y="434912"/>
                  </a:lnTo>
                  <a:close/>
                  <a:moveTo>
                    <a:pt x="510332" y="601503"/>
                  </a:moveTo>
                  <a:lnTo>
                    <a:pt x="492430" y="604296"/>
                  </a:lnTo>
                  <a:lnTo>
                    <a:pt x="505354" y="636980"/>
                  </a:lnTo>
                  <a:close/>
                  <a:moveTo>
                    <a:pt x="454926" y="607697"/>
                  </a:moveTo>
                  <a:lnTo>
                    <a:pt x="438531" y="581931"/>
                  </a:lnTo>
                  <a:lnTo>
                    <a:pt x="432778" y="586416"/>
                  </a:lnTo>
                  <a:close/>
                  <a:moveTo>
                    <a:pt x="485667" y="565047"/>
                  </a:moveTo>
                  <a:lnTo>
                    <a:pt x="438531" y="581931"/>
                  </a:lnTo>
                  <a:lnTo>
                    <a:pt x="454926" y="607697"/>
                  </a:lnTo>
                  <a:close/>
                  <a:moveTo>
                    <a:pt x="492430" y="604296"/>
                  </a:moveTo>
                  <a:lnTo>
                    <a:pt x="485667" y="565047"/>
                  </a:lnTo>
                  <a:lnTo>
                    <a:pt x="454926" y="607697"/>
                  </a:lnTo>
                  <a:close/>
                  <a:moveTo>
                    <a:pt x="510332" y="601503"/>
                  </a:moveTo>
                  <a:lnTo>
                    <a:pt x="486744" y="564748"/>
                  </a:lnTo>
                  <a:lnTo>
                    <a:pt x="492430" y="604296"/>
                  </a:lnTo>
                  <a:close/>
                  <a:moveTo>
                    <a:pt x="486744" y="564748"/>
                  </a:moveTo>
                  <a:lnTo>
                    <a:pt x="485667" y="565047"/>
                  </a:lnTo>
                  <a:lnTo>
                    <a:pt x="492430" y="604296"/>
                  </a:lnTo>
                  <a:close/>
                  <a:moveTo>
                    <a:pt x="458608" y="558410"/>
                  </a:moveTo>
                  <a:lnTo>
                    <a:pt x="438531" y="581931"/>
                  </a:lnTo>
                  <a:lnTo>
                    <a:pt x="485667" y="565047"/>
                  </a:lnTo>
                  <a:close/>
                  <a:moveTo>
                    <a:pt x="287100" y="398157"/>
                  </a:moveTo>
                  <a:lnTo>
                    <a:pt x="293470" y="434912"/>
                  </a:lnTo>
                  <a:lnTo>
                    <a:pt x="317084" y="417728"/>
                  </a:lnTo>
                  <a:close/>
                  <a:moveTo>
                    <a:pt x="287100" y="398157"/>
                  </a:moveTo>
                  <a:lnTo>
                    <a:pt x="317084" y="417728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287100" y="398157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305981" y="361493"/>
                  </a:lnTo>
                  <a:lnTo>
                    <a:pt x="287100" y="398157"/>
                  </a:lnTo>
                  <a:close/>
                  <a:moveTo>
                    <a:pt x="486744" y="564748"/>
                  </a:moveTo>
                  <a:lnTo>
                    <a:pt x="510332" y="601503"/>
                  </a:lnTo>
                  <a:lnTo>
                    <a:pt x="541427" y="584320"/>
                  </a:lnTo>
                  <a:close/>
                  <a:moveTo>
                    <a:pt x="486744" y="564748"/>
                  </a:moveTo>
                  <a:lnTo>
                    <a:pt x="541427" y="584320"/>
                  </a:lnTo>
                  <a:lnTo>
                    <a:pt x="532004" y="547565"/>
                  </a:lnTo>
                  <a:close/>
                  <a:moveTo>
                    <a:pt x="328028" y="380973"/>
                  </a:moveTo>
                  <a:lnTo>
                    <a:pt x="362220" y="379345"/>
                  </a:lnTo>
                  <a:lnTo>
                    <a:pt x="345050" y="374366"/>
                  </a:lnTo>
                  <a:close/>
                  <a:moveTo>
                    <a:pt x="334153" y="370618"/>
                  </a:moveTo>
                  <a:lnTo>
                    <a:pt x="328028" y="380973"/>
                  </a:lnTo>
                  <a:lnTo>
                    <a:pt x="345050" y="374366"/>
                  </a:lnTo>
                  <a:close/>
                  <a:moveTo>
                    <a:pt x="389873" y="358159"/>
                  </a:moveTo>
                  <a:lnTo>
                    <a:pt x="334153" y="370618"/>
                  </a:lnTo>
                  <a:lnTo>
                    <a:pt x="389018" y="363790"/>
                  </a:lnTo>
                  <a:close/>
                  <a:moveTo>
                    <a:pt x="389018" y="363790"/>
                  </a:moveTo>
                  <a:lnTo>
                    <a:pt x="334153" y="370618"/>
                  </a:lnTo>
                  <a:lnTo>
                    <a:pt x="345050" y="374366"/>
                  </a:lnTo>
                  <a:close/>
                  <a:moveTo>
                    <a:pt x="345050" y="374366"/>
                  </a:moveTo>
                  <a:lnTo>
                    <a:pt x="362220" y="379345"/>
                  </a:lnTo>
                  <a:lnTo>
                    <a:pt x="389018" y="363790"/>
                  </a:lnTo>
                  <a:close/>
                  <a:moveTo>
                    <a:pt x="283111" y="263391"/>
                  </a:moveTo>
                  <a:lnTo>
                    <a:pt x="280081" y="293029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80081" y="293029"/>
                  </a:lnTo>
                  <a:lnTo>
                    <a:pt x="290339" y="307463"/>
                  </a:lnTo>
                  <a:close/>
                  <a:moveTo>
                    <a:pt x="265615" y="270708"/>
                  </a:moveTo>
                  <a:lnTo>
                    <a:pt x="280081" y="293029"/>
                  </a:lnTo>
                  <a:lnTo>
                    <a:pt x="283111" y="263391"/>
                  </a:lnTo>
                  <a:close/>
                  <a:moveTo>
                    <a:pt x="267462" y="245848"/>
                  </a:moveTo>
                  <a:lnTo>
                    <a:pt x="265615" y="270708"/>
                  </a:lnTo>
                  <a:lnTo>
                    <a:pt x="283111" y="263391"/>
                  </a:lnTo>
                  <a:close/>
                  <a:moveTo>
                    <a:pt x="319050" y="217942"/>
                  </a:moveTo>
                  <a:lnTo>
                    <a:pt x="267462" y="245848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67462" y="245848"/>
                  </a:lnTo>
                  <a:lnTo>
                    <a:pt x="283111" y="263391"/>
                  </a:lnTo>
                  <a:close/>
                  <a:moveTo>
                    <a:pt x="685493" y="677402"/>
                  </a:moveTo>
                  <a:lnTo>
                    <a:pt x="695872" y="658575"/>
                  </a:lnTo>
                  <a:lnTo>
                    <a:pt x="688259" y="642938"/>
                  </a:lnTo>
                  <a:close/>
                  <a:moveTo>
                    <a:pt x="688259" y="642938"/>
                  </a:moveTo>
                  <a:lnTo>
                    <a:pt x="697610" y="640646"/>
                  </a:lnTo>
                  <a:lnTo>
                    <a:pt x="685123" y="618386"/>
                  </a:lnTo>
                  <a:close/>
                  <a:moveTo>
                    <a:pt x="673717" y="640646"/>
                  </a:moveTo>
                  <a:lnTo>
                    <a:pt x="688259" y="642938"/>
                  </a:lnTo>
                  <a:lnTo>
                    <a:pt x="685123" y="618386"/>
                  </a:lnTo>
                  <a:close/>
                  <a:moveTo>
                    <a:pt x="688259" y="642938"/>
                  </a:moveTo>
                  <a:lnTo>
                    <a:pt x="695872" y="658575"/>
                  </a:lnTo>
                  <a:lnTo>
                    <a:pt x="697610" y="640646"/>
                  </a:lnTo>
                  <a:close/>
                  <a:moveTo>
                    <a:pt x="579143" y="543230"/>
                  </a:moveTo>
                  <a:lnTo>
                    <a:pt x="591991" y="519333"/>
                  </a:lnTo>
                  <a:lnTo>
                    <a:pt x="560553" y="526367"/>
                  </a:lnTo>
                  <a:close/>
                  <a:moveTo>
                    <a:pt x="579143" y="543230"/>
                  </a:moveTo>
                  <a:lnTo>
                    <a:pt x="553260" y="537183"/>
                  </a:lnTo>
                  <a:lnTo>
                    <a:pt x="596830" y="537423"/>
                  </a:lnTo>
                  <a:close/>
                  <a:moveTo>
                    <a:pt x="591991" y="519333"/>
                  </a:moveTo>
                  <a:lnTo>
                    <a:pt x="579143" y="543230"/>
                  </a:lnTo>
                  <a:lnTo>
                    <a:pt x="601898" y="530382"/>
                  </a:lnTo>
                  <a:close/>
                  <a:moveTo>
                    <a:pt x="579143" y="543230"/>
                  </a:moveTo>
                  <a:lnTo>
                    <a:pt x="596830" y="537423"/>
                  </a:lnTo>
                  <a:lnTo>
                    <a:pt x="601898" y="530382"/>
                  </a:lnTo>
                  <a:close/>
                  <a:moveTo>
                    <a:pt x="389873" y="358159"/>
                  </a:moveTo>
                  <a:lnTo>
                    <a:pt x="389018" y="363790"/>
                  </a:lnTo>
                  <a:lnTo>
                    <a:pt x="392172" y="363144"/>
                  </a:lnTo>
                  <a:close/>
                  <a:moveTo>
                    <a:pt x="392172" y="363144"/>
                  </a:moveTo>
                  <a:lnTo>
                    <a:pt x="393951" y="327035"/>
                  </a:lnTo>
                  <a:lnTo>
                    <a:pt x="389873" y="358159"/>
                  </a:lnTo>
                  <a:close/>
                  <a:moveTo>
                    <a:pt x="307624" y="253525"/>
                  </a:moveTo>
                  <a:lnTo>
                    <a:pt x="339390" y="289473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07624" y="253525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40923" y="243480"/>
                  </a:lnTo>
                  <a:lnTo>
                    <a:pt x="319556" y="216770"/>
                  </a:lnTo>
                  <a:close/>
                  <a:moveTo>
                    <a:pt x="319556" y="216770"/>
                  </a:moveTo>
                  <a:lnTo>
                    <a:pt x="340923" y="243480"/>
                  </a:lnTo>
                  <a:lnTo>
                    <a:pt x="377510" y="236341"/>
                  </a:lnTo>
                  <a:close/>
                  <a:moveTo>
                    <a:pt x="319556" y="216770"/>
                  </a:moveTo>
                  <a:lnTo>
                    <a:pt x="377510" y="236341"/>
                  </a:lnTo>
                  <a:lnTo>
                    <a:pt x="372611" y="199587"/>
                  </a:lnTo>
                  <a:close/>
                  <a:moveTo>
                    <a:pt x="683544" y="602024"/>
                  </a:moveTo>
                  <a:lnTo>
                    <a:pt x="673717" y="640646"/>
                  </a:lnTo>
                  <a:lnTo>
                    <a:pt x="685123" y="618386"/>
                  </a:lnTo>
                  <a:close/>
                  <a:moveTo>
                    <a:pt x="661367" y="637712"/>
                  </a:moveTo>
                  <a:lnTo>
                    <a:pt x="673717" y="640646"/>
                  </a:lnTo>
                  <a:lnTo>
                    <a:pt x="683544" y="602024"/>
                  </a:lnTo>
                  <a:close/>
                  <a:moveTo>
                    <a:pt x="683544" y="602024"/>
                  </a:moveTo>
                  <a:lnTo>
                    <a:pt x="685123" y="618386"/>
                  </a:lnTo>
                  <a:lnTo>
                    <a:pt x="735614" y="631527"/>
                  </a:lnTo>
                  <a:close/>
                  <a:moveTo>
                    <a:pt x="729571" y="591693"/>
                  </a:moveTo>
                  <a:lnTo>
                    <a:pt x="683544" y="602024"/>
                  </a:lnTo>
                  <a:lnTo>
                    <a:pt x="735614" y="631527"/>
                  </a:lnTo>
                  <a:close/>
                  <a:moveTo>
                    <a:pt x="683544" y="602024"/>
                  </a:moveTo>
                  <a:lnTo>
                    <a:pt x="699458" y="567137"/>
                  </a:lnTo>
                  <a:lnTo>
                    <a:pt x="679046" y="595664"/>
                  </a:lnTo>
                  <a:close/>
                  <a:moveTo>
                    <a:pt x="729571" y="591693"/>
                  </a:moveTo>
                  <a:lnTo>
                    <a:pt x="706560" y="565653"/>
                  </a:lnTo>
                  <a:lnTo>
                    <a:pt x="683544" y="602024"/>
                  </a:lnTo>
                  <a:close/>
                  <a:moveTo>
                    <a:pt x="749143" y="586708"/>
                  </a:moveTo>
                  <a:lnTo>
                    <a:pt x="759834" y="552357"/>
                  </a:lnTo>
                  <a:lnTo>
                    <a:pt x="729571" y="591693"/>
                  </a:lnTo>
                  <a:close/>
                  <a:moveTo>
                    <a:pt x="445695" y="309852"/>
                  </a:moveTo>
                  <a:lnTo>
                    <a:pt x="475366" y="329423"/>
                  </a:lnTo>
                  <a:lnTo>
                    <a:pt x="469803" y="292668"/>
                  </a:lnTo>
                  <a:close/>
                  <a:moveTo>
                    <a:pt x="436228" y="264922"/>
                  </a:moveTo>
                  <a:lnTo>
                    <a:pt x="429120" y="284116"/>
                  </a:lnTo>
                  <a:lnTo>
                    <a:pt x="453357" y="255913"/>
                  </a:lnTo>
                  <a:close/>
                  <a:moveTo>
                    <a:pt x="453357" y="255913"/>
                  </a:moveTo>
                  <a:lnTo>
                    <a:pt x="429120" y="284116"/>
                  </a:lnTo>
                  <a:lnTo>
                    <a:pt x="445695" y="309852"/>
                  </a:lnTo>
                  <a:close/>
                  <a:moveTo>
                    <a:pt x="453357" y="255913"/>
                  </a:moveTo>
                  <a:lnTo>
                    <a:pt x="445695" y="309852"/>
                  </a:lnTo>
                  <a:lnTo>
                    <a:pt x="469803" y="292668"/>
                  </a:lnTo>
                  <a:close/>
                  <a:moveTo>
                    <a:pt x="385973" y="233943"/>
                  </a:moveTo>
                  <a:lnTo>
                    <a:pt x="385099" y="244103"/>
                  </a:lnTo>
                  <a:lnTo>
                    <a:pt x="436228" y="264922"/>
                  </a:lnTo>
                  <a:close/>
                  <a:moveTo>
                    <a:pt x="433326" y="222534"/>
                  </a:moveTo>
                  <a:lnTo>
                    <a:pt x="385973" y="233943"/>
                  </a:lnTo>
                  <a:lnTo>
                    <a:pt x="436228" y="264922"/>
                  </a:lnTo>
                  <a:close/>
                  <a:moveTo>
                    <a:pt x="453357" y="255913"/>
                  </a:moveTo>
                  <a:lnTo>
                    <a:pt x="459104" y="219158"/>
                  </a:lnTo>
                  <a:lnTo>
                    <a:pt x="436228" y="264922"/>
                  </a:lnTo>
                  <a:close/>
                  <a:moveTo>
                    <a:pt x="459104" y="219158"/>
                  </a:moveTo>
                  <a:lnTo>
                    <a:pt x="433326" y="222534"/>
                  </a:lnTo>
                  <a:lnTo>
                    <a:pt x="436228" y="264922"/>
                  </a:lnTo>
                  <a:close/>
                  <a:moveTo>
                    <a:pt x="377510" y="236341"/>
                  </a:moveTo>
                  <a:lnTo>
                    <a:pt x="385099" y="244103"/>
                  </a:lnTo>
                  <a:lnTo>
                    <a:pt x="385973" y="233943"/>
                  </a:lnTo>
                  <a:close/>
                  <a:moveTo>
                    <a:pt x="372611" y="199587"/>
                  </a:moveTo>
                  <a:lnTo>
                    <a:pt x="385973" y="233943"/>
                  </a:lnTo>
                  <a:lnTo>
                    <a:pt x="373468" y="199363"/>
                  </a:lnTo>
                  <a:close/>
                  <a:moveTo>
                    <a:pt x="372611" y="199587"/>
                  </a:moveTo>
                  <a:lnTo>
                    <a:pt x="377510" y="236341"/>
                  </a:lnTo>
                  <a:lnTo>
                    <a:pt x="385973" y="233943"/>
                  </a:lnTo>
                  <a:close/>
                  <a:moveTo>
                    <a:pt x="385973" y="233943"/>
                  </a:moveTo>
                  <a:lnTo>
                    <a:pt x="433326" y="222534"/>
                  </a:lnTo>
                  <a:lnTo>
                    <a:pt x="415563" y="192229"/>
                  </a:lnTo>
                  <a:close/>
                  <a:moveTo>
                    <a:pt x="385973" y="233943"/>
                  </a:moveTo>
                  <a:lnTo>
                    <a:pt x="415563" y="192229"/>
                  </a:lnTo>
                  <a:lnTo>
                    <a:pt x="373468" y="199363"/>
                  </a:lnTo>
                  <a:close/>
                  <a:moveTo>
                    <a:pt x="372951" y="198686"/>
                  </a:moveTo>
                  <a:lnTo>
                    <a:pt x="372611" y="199587"/>
                  </a:lnTo>
                  <a:lnTo>
                    <a:pt x="373468" y="199363"/>
                  </a:lnTo>
                  <a:close/>
                  <a:moveTo>
                    <a:pt x="749143" y="586708"/>
                  </a:moveTo>
                  <a:lnTo>
                    <a:pt x="774277" y="606358"/>
                  </a:lnTo>
                  <a:lnTo>
                    <a:pt x="781066" y="576917"/>
                  </a:lnTo>
                  <a:close/>
                  <a:moveTo>
                    <a:pt x="759834" y="552357"/>
                  </a:moveTo>
                  <a:lnTo>
                    <a:pt x="749143" y="586708"/>
                  </a:lnTo>
                  <a:lnTo>
                    <a:pt x="781066" y="576917"/>
                  </a:lnTo>
                  <a:close/>
                  <a:moveTo>
                    <a:pt x="453357" y="255913"/>
                  </a:moveTo>
                  <a:lnTo>
                    <a:pt x="482005" y="238730"/>
                  </a:lnTo>
                  <a:lnTo>
                    <a:pt x="459104" y="219158"/>
                  </a:lnTo>
                  <a:close/>
                  <a:moveTo>
                    <a:pt x="761668" y="174379"/>
                  </a:moveTo>
                  <a:lnTo>
                    <a:pt x="725615" y="192186"/>
                  </a:lnTo>
                  <a:lnTo>
                    <a:pt x="739841" y="187180"/>
                  </a:lnTo>
                  <a:close/>
                  <a:moveTo>
                    <a:pt x="777667" y="176956"/>
                  </a:moveTo>
                  <a:lnTo>
                    <a:pt x="739841" y="187180"/>
                  </a:lnTo>
                  <a:lnTo>
                    <a:pt x="788628" y="178972"/>
                  </a:lnTo>
                  <a:close/>
                  <a:moveTo>
                    <a:pt x="788628" y="178972"/>
                  </a:moveTo>
                  <a:lnTo>
                    <a:pt x="739841" y="187180"/>
                  </a:lnTo>
                  <a:lnTo>
                    <a:pt x="732991" y="191738"/>
                  </a:lnTo>
                  <a:close/>
                  <a:moveTo>
                    <a:pt x="788628" y="178972"/>
                  </a:moveTo>
                  <a:lnTo>
                    <a:pt x="732991" y="191738"/>
                  </a:lnTo>
                  <a:lnTo>
                    <a:pt x="761904" y="203633"/>
                  </a:lnTo>
                  <a:close/>
                  <a:moveTo>
                    <a:pt x="761668" y="174379"/>
                  </a:moveTo>
                  <a:lnTo>
                    <a:pt x="739841" y="187180"/>
                  </a:lnTo>
                  <a:lnTo>
                    <a:pt x="777667" y="176956"/>
                  </a:lnTo>
                  <a:close/>
                  <a:moveTo>
                    <a:pt x="769352" y="150425"/>
                  </a:moveTo>
                  <a:lnTo>
                    <a:pt x="777667" y="176956"/>
                  </a:lnTo>
                  <a:lnTo>
                    <a:pt x="796199" y="169996"/>
                  </a:lnTo>
                  <a:close/>
                  <a:moveTo>
                    <a:pt x="777667" y="176956"/>
                  </a:moveTo>
                  <a:lnTo>
                    <a:pt x="788628" y="178972"/>
                  </a:lnTo>
                  <a:lnTo>
                    <a:pt x="796199" y="169996"/>
                  </a:lnTo>
                  <a:close/>
                  <a:moveTo>
                    <a:pt x="788628" y="178972"/>
                  </a:moveTo>
                  <a:lnTo>
                    <a:pt x="815219" y="182184"/>
                  </a:lnTo>
                  <a:lnTo>
                    <a:pt x="796199" y="169996"/>
                  </a:lnTo>
                  <a:close/>
                  <a:moveTo>
                    <a:pt x="815219" y="182184"/>
                  </a:moveTo>
                  <a:lnTo>
                    <a:pt x="839998" y="152813"/>
                  </a:lnTo>
                  <a:lnTo>
                    <a:pt x="796199" y="169996"/>
                  </a:lnTo>
                  <a:close/>
                  <a:moveTo>
                    <a:pt x="839998" y="152813"/>
                  </a:moveTo>
                  <a:lnTo>
                    <a:pt x="801456" y="133241"/>
                  </a:lnTo>
                  <a:lnTo>
                    <a:pt x="796199" y="169996"/>
                  </a:lnTo>
                  <a:close/>
                  <a:moveTo>
                    <a:pt x="722128" y="16031"/>
                  </a:moveTo>
                  <a:lnTo>
                    <a:pt x="708050" y="22977"/>
                  </a:lnTo>
                  <a:lnTo>
                    <a:pt x="735680" y="9375"/>
                  </a:lnTo>
                  <a:close/>
                  <a:moveTo>
                    <a:pt x="752418" y="5793"/>
                  </a:moveTo>
                  <a:lnTo>
                    <a:pt x="711397" y="14793"/>
                  </a:lnTo>
                  <a:lnTo>
                    <a:pt x="722128" y="16031"/>
                  </a:lnTo>
                  <a:close/>
                  <a:moveTo>
                    <a:pt x="766492" y="0"/>
                  </a:moveTo>
                  <a:lnTo>
                    <a:pt x="752418" y="5793"/>
                  </a:lnTo>
                  <a:lnTo>
                    <a:pt x="771440" y="303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48" name="Input_density__148">
              <a:extLst>
                <a:ext uri="{FF2B5EF4-FFF2-40B4-BE49-F238E27FC236}">
                  <a16:creationId xmlns:a16="http://schemas.microsoft.com/office/drawing/2014/main" id="{84357946-C642-0838-2390-16313E74F35B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792041"/>
              <a:ext cx="1115623" cy="783828"/>
            </a:xfrm>
            <a:custGeom>
              <a:avLst/>
              <a:gdLst/>
              <a:ahLst/>
              <a:cxnLst/>
              <a:rect l="0" t="0" r="0" b="0"/>
              <a:pathLst>
                <a:path w="1115623" h="783828">
                  <a:moveTo>
                    <a:pt x="353988" y="783828"/>
                  </a:moveTo>
                  <a:lnTo>
                    <a:pt x="377015" y="763263"/>
                  </a:lnTo>
                  <a:lnTo>
                    <a:pt x="378567" y="760063"/>
                  </a:lnTo>
                  <a:close/>
                  <a:moveTo>
                    <a:pt x="6859" y="355758"/>
                  </a:moveTo>
                  <a:lnTo>
                    <a:pt x="0" y="372942"/>
                  </a:lnTo>
                  <a:lnTo>
                    <a:pt x="30254" y="320902"/>
                  </a:lnTo>
                  <a:close/>
                  <a:moveTo>
                    <a:pt x="353988" y="783828"/>
                  </a:moveTo>
                  <a:lnTo>
                    <a:pt x="378567" y="760063"/>
                  </a:lnTo>
                  <a:lnTo>
                    <a:pt x="405926" y="757232"/>
                  </a:lnTo>
                  <a:close/>
                  <a:moveTo>
                    <a:pt x="9894" y="352802"/>
                  </a:moveTo>
                  <a:lnTo>
                    <a:pt x="6634" y="357165"/>
                  </a:lnTo>
                  <a:lnTo>
                    <a:pt x="6859" y="355758"/>
                  </a:lnTo>
                  <a:close/>
                  <a:moveTo>
                    <a:pt x="284040" y="377718"/>
                  </a:moveTo>
                  <a:lnTo>
                    <a:pt x="283582" y="382322"/>
                  </a:lnTo>
                  <a:lnTo>
                    <a:pt x="288570" y="375194"/>
                  </a:lnTo>
                  <a:close/>
                  <a:moveTo>
                    <a:pt x="288570" y="375194"/>
                  </a:moveTo>
                  <a:lnTo>
                    <a:pt x="298092" y="325778"/>
                  </a:lnTo>
                  <a:lnTo>
                    <a:pt x="284040" y="377718"/>
                  </a:lnTo>
                  <a:close/>
                  <a:moveTo>
                    <a:pt x="303225" y="333780"/>
                  </a:moveTo>
                  <a:lnTo>
                    <a:pt x="292904" y="374743"/>
                  </a:lnTo>
                  <a:lnTo>
                    <a:pt x="284040" y="377718"/>
                  </a:lnTo>
                  <a:close/>
                  <a:moveTo>
                    <a:pt x="298092" y="325778"/>
                  </a:moveTo>
                  <a:lnTo>
                    <a:pt x="288570" y="375194"/>
                  </a:lnTo>
                  <a:lnTo>
                    <a:pt x="310118" y="340963"/>
                  </a:lnTo>
                  <a:close/>
                  <a:moveTo>
                    <a:pt x="575445" y="527126"/>
                  </a:moveTo>
                  <a:lnTo>
                    <a:pt x="564648" y="557744"/>
                  </a:lnTo>
                  <a:lnTo>
                    <a:pt x="555116" y="556466"/>
                  </a:lnTo>
                  <a:close/>
                  <a:moveTo>
                    <a:pt x="374028" y="253140"/>
                  </a:moveTo>
                  <a:lnTo>
                    <a:pt x="377924" y="225559"/>
                  </a:lnTo>
                  <a:lnTo>
                    <a:pt x="363221" y="241103"/>
                  </a:lnTo>
                  <a:close/>
                  <a:moveTo>
                    <a:pt x="746563" y="196701"/>
                  </a:moveTo>
                  <a:lnTo>
                    <a:pt x="777800" y="188916"/>
                  </a:lnTo>
                  <a:lnTo>
                    <a:pt x="799883" y="175272"/>
                  </a:lnTo>
                  <a:close/>
                  <a:moveTo>
                    <a:pt x="836909" y="4926"/>
                  </a:moveTo>
                  <a:lnTo>
                    <a:pt x="793446" y="14959"/>
                  </a:lnTo>
                  <a:lnTo>
                    <a:pt x="838965" y="4399"/>
                  </a:lnTo>
                  <a:close/>
                  <a:moveTo>
                    <a:pt x="838965" y="4399"/>
                  </a:moveTo>
                  <a:lnTo>
                    <a:pt x="793446" y="14959"/>
                  </a:lnTo>
                  <a:lnTo>
                    <a:pt x="783349" y="17245"/>
                  </a:lnTo>
                  <a:close/>
                  <a:moveTo>
                    <a:pt x="836909" y="4926"/>
                  </a:moveTo>
                  <a:lnTo>
                    <a:pt x="840790" y="3557"/>
                  </a:lnTo>
                  <a:lnTo>
                    <a:pt x="863520" y="0"/>
                  </a:lnTo>
                  <a:close/>
                  <a:moveTo>
                    <a:pt x="863520" y="0"/>
                  </a:moveTo>
                  <a:lnTo>
                    <a:pt x="840790" y="3557"/>
                  </a:lnTo>
                  <a:lnTo>
                    <a:pt x="876978" y="21946"/>
                  </a:lnTo>
                  <a:close/>
                  <a:moveTo>
                    <a:pt x="1069813" y="80571"/>
                  </a:moveTo>
                  <a:lnTo>
                    <a:pt x="1081657" y="96489"/>
                  </a:lnTo>
                  <a:lnTo>
                    <a:pt x="1094085" y="67315"/>
                  </a:lnTo>
                  <a:close/>
                  <a:moveTo>
                    <a:pt x="1057666" y="114582"/>
                  </a:moveTo>
                  <a:lnTo>
                    <a:pt x="1081657" y="96489"/>
                  </a:lnTo>
                  <a:lnTo>
                    <a:pt x="1069813" y="80571"/>
                  </a:lnTo>
                  <a:close/>
                  <a:moveTo>
                    <a:pt x="1094085" y="67315"/>
                  </a:moveTo>
                  <a:lnTo>
                    <a:pt x="1081657" y="96489"/>
                  </a:lnTo>
                  <a:lnTo>
                    <a:pt x="1095480" y="80825"/>
                  </a:lnTo>
                  <a:close/>
                  <a:moveTo>
                    <a:pt x="1094085" y="67315"/>
                  </a:moveTo>
                  <a:lnTo>
                    <a:pt x="1101444" y="45892"/>
                  </a:lnTo>
                  <a:lnTo>
                    <a:pt x="1096711" y="56563"/>
                  </a:lnTo>
                  <a:close/>
                  <a:moveTo>
                    <a:pt x="1089492" y="63641"/>
                  </a:moveTo>
                  <a:lnTo>
                    <a:pt x="1094085" y="67315"/>
                  </a:lnTo>
                  <a:lnTo>
                    <a:pt x="1096711" y="56563"/>
                  </a:lnTo>
                  <a:close/>
                  <a:moveTo>
                    <a:pt x="1108140" y="26886"/>
                  </a:moveTo>
                  <a:lnTo>
                    <a:pt x="1115623" y="31064"/>
                  </a:lnTo>
                  <a:lnTo>
                    <a:pt x="1096711" y="5656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49" name="Input_density__149">
              <a:extLst>
                <a:ext uri="{FF2B5EF4-FFF2-40B4-BE49-F238E27FC236}">
                  <a16:creationId xmlns:a16="http://schemas.microsoft.com/office/drawing/2014/main" id="{C32D06CB-F37E-0CDF-950A-B55C742CF480}"/>
                </a:ext>
              </a:extLst>
            </p:cNvPr>
            <p:cNvSpPr>
              <a:spLocks noGrp="1"/>
            </p:cNvSpPr>
            <p:nvPr/>
          </p:nvSpPr>
          <p:spPr>
            <a:xfrm>
              <a:off x="1226387" y="2174536"/>
              <a:ext cx="17542" cy="17183"/>
            </a:xfrm>
            <a:custGeom>
              <a:avLst/>
              <a:gdLst/>
              <a:ahLst/>
              <a:cxnLst/>
              <a:rect l="0" t="0" r="0" b="0"/>
              <a:pathLst>
                <a:path w="17542" h="17183">
                  <a:moveTo>
                    <a:pt x="0" y="17183"/>
                  </a:moveTo>
                  <a:lnTo>
                    <a:pt x="17542" y="0"/>
                  </a:lnTo>
                  <a:lnTo>
                    <a:pt x="14832" y="3167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450" name="Input_density__150">
              <a:extLst>
                <a:ext uri="{FF2B5EF4-FFF2-40B4-BE49-F238E27FC236}">
                  <a16:creationId xmlns:a16="http://schemas.microsoft.com/office/drawing/2014/main" id="{30124BDC-D0BE-7C13-11D1-F1BD02B7976A}"/>
                </a:ext>
              </a:extLst>
            </p:cNvPr>
            <p:cNvSpPr>
              <a:spLocks noGrp="1"/>
            </p:cNvSpPr>
            <p:nvPr/>
          </p:nvSpPr>
          <p:spPr>
            <a:xfrm>
              <a:off x="498001" y="1603044"/>
              <a:ext cx="1287253" cy="982856"/>
            </a:xfrm>
            <a:custGeom>
              <a:avLst/>
              <a:gdLst/>
              <a:ahLst/>
              <a:cxnLst/>
              <a:rect l="0" t="0" r="0" b="0"/>
              <a:pathLst>
                <a:path w="1287253" h="982856">
                  <a:moveTo>
                    <a:pt x="0" y="579122"/>
                  </a:moveTo>
                  <a:lnTo>
                    <a:pt x="3951" y="586502"/>
                  </a:lnTo>
                  <a:lnTo>
                    <a:pt x="18199" y="598449"/>
                  </a:lnTo>
                  <a:close/>
                  <a:moveTo>
                    <a:pt x="311305" y="892734"/>
                  </a:moveTo>
                  <a:lnTo>
                    <a:pt x="295374" y="909917"/>
                  </a:lnTo>
                  <a:lnTo>
                    <a:pt x="303359" y="917159"/>
                  </a:lnTo>
                  <a:close/>
                  <a:moveTo>
                    <a:pt x="0" y="579122"/>
                  </a:moveTo>
                  <a:lnTo>
                    <a:pt x="18199" y="598449"/>
                  </a:lnTo>
                  <a:lnTo>
                    <a:pt x="29890" y="598694"/>
                  </a:lnTo>
                  <a:close/>
                  <a:moveTo>
                    <a:pt x="4954" y="561939"/>
                  </a:moveTo>
                  <a:lnTo>
                    <a:pt x="0" y="579122"/>
                  </a:lnTo>
                  <a:lnTo>
                    <a:pt x="29890" y="598694"/>
                  </a:lnTo>
                  <a:close/>
                  <a:moveTo>
                    <a:pt x="465784" y="958294"/>
                  </a:moveTo>
                  <a:lnTo>
                    <a:pt x="502990" y="972825"/>
                  </a:lnTo>
                  <a:lnTo>
                    <a:pt x="522014" y="947744"/>
                  </a:lnTo>
                  <a:close/>
                  <a:moveTo>
                    <a:pt x="335721" y="784857"/>
                  </a:moveTo>
                  <a:lnTo>
                    <a:pt x="317050" y="762971"/>
                  </a:lnTo>
                  <a:lnTo>
                    <a:pt x="334971" y="793149"/>
                  </a:lnTo>
                  <a:close/>
                  <a:moveTo>
                    <a:pt x="607784" y="951449"/>
                  </a:moveTo>
                  <a:lnTo>
                    <a:pt x="598044" y="982856"/>
                  </a:lnTo>
                  <a:lnTo>
                    <a:pt x="616662" y="956258"/>
                  </a:lnTo>
                  <a:close/>
                  <a:moveTo>
                    <a:pt x="522014" y="947744"/>
                  </a:moveTo>
                  <a:lnTo>
                    <a:pt x="541856" y="925721"/>
                  </a:lnTo>
                  <a:lnTo>
                    <a:pt x="485608" y="936205"/>
                  </a:lnTo>
                  <a:close/>
                  <a:moveTo>
                    <a:pt x="541856" y="925721"/>
                  </a:moveTo>
                  <a:lnTo>
                    <a:pt x="522014" y="947744"/>
                  </a:lnTo>
                  <a:lnTo>
                    <a:pt x="578014" y="936332"/>
                  </a:lnTo>
                  <a:close/>
                  <a:moveTo>
                    <a:pt x="438935" y="852298"/>
                  </a:moveTo>
                  <a:lnTo>
                    <a:pt x="435768" y="874437"/>
                  </a:lnTo>
                  <a:lnTo>
                    <a:pt x="454352" y="858367"/>
                  </a:lnTo>
                  <a:close/>
                  <a:moveTo>
                    <a:pt x="425637" y="818362"/>
                  </a:moveTo>
                  <a:lnTo>
                    <a:pt x="454352" y="858367"/>
                  </a:lnTo>
                  <a:lnTo>
                    <a:pt x="435287" y="821612"/>
                  </a:lnTo>
                  <a:close/>
                  <a:moveTo>
                    <a:pt x="438935" y="852298"/>
                  </a:moveTo>
                  <a:lnTo>
                    <a:pt x="454352" y="858367"/>
                  </a:lnTo>
                  <a:lnTo>
                    <a:pt x="425637" y="818362"/>
                  </a:lnTo>
                  <a:close/>
                  <a:moveTo>
                    <a:pt x="425088" y="784857"/>
                  </a:moveTo>
                  <a:lnTo>
                    <a:pt x="425637" y="818362"/>
                  </a:lnTo>
                  <a:lnTo>
                    <a:pt x="435287" y="821612"/>
                  </a:lnTo>
                  <a:close/>
                  <a:moveTo>
                    <a:pt x="473475" y="794632"/>
                  </a:moveTo>
                  <a:lnTo>
                    <a:pt x="425637" y="818362"/>
                  </a:lnTo>
                  <a:lnTo>
                    <a:pt x="425088" y="784857"/>
                  </a:lnTo>
                  <a:close/>
                  <a:moveTo>
                    <a:pt x="437979" y="786495"/>
                  </a:moveTo>
                  <a:lnTo>
                    <a:pt x="425637" y="818362"/>
                  </a:lnTo>
                  <a:lnTo>
                    <a:pt x="473475" y="794632"/>
                  </a:lnTo>
                  <a:close/>
                  <a:moveTo>
                    <a:pt x="351265" y="711347"/>
                  </a:moveTo>
                  <a:lnTo>
                    <a:pt x="337989" y="657409"/>
                  </a:lnTo>
                  <a:lnTo>
                    <a:pt x="325492" y="674592"/>
                  </a:lnTo>
                  <a:close/>
                  <a:moveTo>
                    <a:pt x="281464" y="671248"/>
                  </a:moveTo>
                  <a:lnTo>
                    <a:pt x="315505" y="673945"/>
                  </a:lnTo>
                  <a:lnTo>
                    <a:pt x="335496" y="652482"/>
                  </a:lnTo>
                  <a:close/>
                  <a:moveTo>
                    <a:pt x="607784" y="951449"/>
                  </a:moveTo>
                  <a:lnTo>
                    <a:pt x="616662" y="956258"/>
                  </a:lnTo>
                  <a:lnTo>
                    <a:pt x="618138" y="949204"/>
                  </a:lnTo>
                  <a:close/>
                  <a:moveTo>
                    <a:pt x="618138" y="949204"/>
                  </a:moveTo>
                  <a:lnTo>
                    <a:pt x="578014" y="936332"/>
                  </a:lnTo>
                  <a:lnTo>
                    <a:pt x="607784" y="951449"/>
                  </a:lnTo>
                  <a:close/>
                  <a:moveTo>
                    <a:pt x="657676" y="944148"/>
                  </a:moveTo>
                  <a:lnTo>
                    <a:pt x="616662" y="956258"/>
                  </a:lnTo>
                  <a:lnTo>
                    <a:pt x="652699" y="966416"/>
                  </a:lnTo>
                  <a:close/>
                  <a:moveTo>
                    <a:pt x="657676" y="944148"/>
                  </a:moveTo>
                  <a:lnTo>
                    <a:pt x="618138" y="949204"/>
                  </a:lnTo>
                  <a:lnTo>
                    <a:pt x="616662" y="956258"/>
                  </a:lnTo>
                  <a:close/>
                  <a:moveTo>
                    <a:pt x="578342" y="864974"/>
                  </a:moveTo>
                  <a:lnTo>
                    <a:pt x="579365" y="845178"/>
                  </a:lnTo>
                  <a:lnTo>
                    <a:pt x="549891" y="859555"/>
                  </a:lnTo>
                  <a:close/>
                  <a:moveTo>
                    <a:pt x="599537" y="824000"/>
                  </a:moveTo>
                  <a:lnTo>
                    <a:pt x="579365" y="845178"/>
                  </a:lnTo>
                  <a:lnTo>
                    <a:pt x="604900" y="825725"/>
                  </a:lnTo>
                  <a:close/>
                  <a:moveTo>
                    <a:pt x="604900" y="825725"/>
                  </a:moveTo>
                  <a:lnTo>
                    <a:pt x="579365" y="845178"/>
                  </a:lnTo>
                  <a:lnTo>
                    <a:pt x="578342" y="864974"/>
                  </a:lnTo>
                  <a:close/>
                  <a:moveTo>
                    <a:pt x="473960" y="700237"/>
                  </a:moveTo>
                  <a:lnTo>
                    <a:pt x="450280" y="707911"/>
                  </a:lnTo>
                  <a:lnTo>
                    <a:pt x="444643" y="676980"/>
                  </a:lnTo>
                  <a:close/>
                  <a:moveTo>
                    <a:pt x="591422" y="794049"/>
                  </a:moveTo>
                  <a:lnTo>
                    <a:pt x="599537" y="824000"/>
                  </a:lnTo>
                  <a:lnTo>
                    <a:pt x="606025" y="820279"/>
                  </a:lnTo>
                  <a:close/>
                  <a:moveTo>
                    <a:pt x="591422" y="794049"/>
                  </a:moveTo>
                  <a:lnTo>
                    <a:pt x="606025" y="820279"/>
                  </a:lnTo>
                  <a:lnTo>
                    <a:pt x="624543" y="793304"/>
                  </a:lnTo>
                  <a:close/>
                  <a:moveTo>
                    <a:pt x="606025" y="820279"/>
                  </a:moveTo>
                  <a:lnTo>
                    <a:pt x="654656" y="781315"/>
                  </a:lnTo>
                  <a:lnTo>
                    <a:pt x="624543" y="793304"/>
                  </a:lnTo>
                  <a:close/>
                  <a:moveTo>
                    <a:pt x="335905" y="439267"/>
                  </a:moveTo>
                  <a:lnTo>
                    <a:pt x="342121" y="456447"/>
                  </a:lnTo>
                  <a:lnTo>
                    <a:pt x="368179" y="457685"/>
                  </a:lnTo>
                  <a:close/>
                  <a:moveTo>
                    <a:pt x="629401" y="716311"/>
                  </a:moveTo>
                  <a:lnTo>
                    <a:pt x="658866" y="764192"/>
                  </a:lnTo>
                  <a:lnTo>
                    <a:pt x="629066" y="733307"/>
                  </a:lnTo>
                  <a:close/>
                  <a:moveTo>
                    <a:pt x="635790" y="755864"/>
                  </a:moveTo>
                  <a:lnTo>
                    <a:pt x="658866" y="764192"/>
                  </a:lnTo>
                  <a:lnTo>
                    <a:pt x="629401" y="716311"/>
                  </a:lnTo>
                  <a:close/>
                  <a:moveTo>
                    <a:pt x="579459" y="685078"/>
                  </a:moveTo>
                  <a:lnTo>
                    <a:pt x="607046" y="689738"/>
                  </a:lnTo>
                  <a:lnTo>
                    <a:pt x="600923" y="649969"/>
                  </a:lnTo>
                  <a:close/>
                  <a:moveTo>
                    <a:pt x="579459" y="685078"/>
                  </a:moveTo>
                  <a:lnTo>
                    <a:pt x="600923" y="649969"/>
                  </a:lnTo>
                  <a:lnTo>
                    <a:pt x="573752" y="644970"/>
                  </a:lnTo>
                  <a:close/>
                  <a:moveTo>
                    <a:pt x="368179" y="457685"/>
                  </a:moveTo>
                  <a:lnTo>
                    <a:pt x="389975" y="476022"/>
                  </a:lnTo>
                  <a:lnTo>
                    <a:pt x="390433" y="461918"/>
                  </a:lnTo>
                  <a:close/>
                  <a:moveTo>
                    <a:pt x="349102" y="422084"/>
                  </a:moveTo>
                  <a:lnTo>
                    <a:pt x="320433" y="439267"/>
                  </a:lnTo>
                  <a:lnTo>
                    <a:pt x="319433" y="402512"/>
                  </a:lnTo>
                  <a:close/>
                  <a:moveTo>
                    <a:pt x="451447" y="495594"/>
                  </a:moveTo>
                  <a:lnTo>
                    <a:pt x="447365" y="458839"/>
                  </a:lnTo>
                  <a:lnTo>
                    <a:pt x="457691" y="475362"/>
                  </a:lnTo>
                  <a:close/>
                  <a:moveTo>
                    <a:pt x="477465" y="328509"/>
                  </a:moveTo>
                  <a:lnTo>
                    <a:pt x="467951" y="318831"/>
                  </a:lnTo>
                  <a:lnTo>
                    <a:pt x="454688" y="314207"/>
                  </a:lnTo>
                  <a:close/>
                  <a:moveTo>
                    <a:pt x="454688" y="314207"/>
                  </a:moveTo>
                  <a:lnTo>
                    <a:pt x="490605" y="345161"/>
                  </a:lnTo>
                  <a:lnTo>
                    <a:pt x="477465" y="328509"/>
                  </a:lnTo>
                  <a:close/>
                  <a:moveTo>
                    <a:pt x="911044" y="738083"/>
                  </a:moveTo>
                  <a:lnTo>
                    <a:pt x="910980" y="739416"/>
                  </a:lnTo>
                  <a:lnTo>
                    <a:pt x="913057" y="739721"/>
                  </a:lnTo>
                  <a:close/>
                  <a:moveTo>
                    <a:pt x="950694" y="755861"/>
                  </a:moveTo>
                  <a:lnTo>
                    <a:pt x="913057" y="739721"/>
                  </a:lnTo>
                  <a:lnTo>
                    <a:pt x="910980" y="739416"/>
                  </a:lnTo>
                  <a:close/>
                  <a:moveTo>
                    <a:pt x="932456" y="720900"/>
                  </a:moveTo>
                  <a:lnTo>
                    <a:pt x="911044" y="738083"/>
                  </a:lnTo>
                  <a:lnTo>
                    <a:pt x="913057" y="739721"/>
                  </a:lnTo>
                  <a:close/>
                  <a:moveTo>
                    <a:pt x="913057" y="739721"/>
                  </a:moveTo>
                  <a:lnTo>
                    <a:pt x="950694" y="755861"/>
                  </a:lnTo>
                  <a:lnTo>
                    <a:pt x="969349" y="729405"/>
                  </a:lnTo>
                  <a:close/>
                  <a:moveTo>
                    <a:pt x="969349" y="729405"/>
                  </a:moveTo>
                  <a:lnTo>
                    <a:pt x="950694" y="755861"/>
                  </a:lnTo>
                  <a:lnTo>
                    <a:pt x="1007361" y="746948"/>
                  </a:lnTo>
                  <a:close/>
                  <a:moveTo>
                    <a:pt x="962655" y="634999"/>
                  </a:moveTo>
                  <a:lnTo>
                    <a:pt x="970964" y="639234"/>
                  </a:lnTo>
                  <a:lnTo>
                    <a:pt x="954123" y="630207"/>
                  </a:lnTo>
                  <a:close/>
                  <a:moveTo>
                    <a:pt x="909843" y="606099"/>
                  </a:moveTo>
                  <a:lnTo>
                    <a:pt x="925701" y="637954"/>
                  </a:lnTo>
                  <a:lnTo>
                    <a:pt x="942694" y="629744"/>
                  </a:lnTo>
                  <a:close/>
                  <a:moveTo>
                    <a:pt x="942694" y="629744"/>
                  </a:moveTo>
                  <a:lnTo>
                    <a:pt x="925701" y="637954"/>
                  </a:lnTo>
                  <a:lnTo>
                    <a:pt x="926807" y="647390"/>
                  </a:lnTo>
                  <a:close/>
                  <a:moveTo>
                    <a:pt x="943305" y="593452"/>
                  </a:moveTo>
                  <a:lnTo>
                    <a:pt x="909843" y="606099"/>
                  </a:lnTo>
                  <a:lnTo>
                    <a:pt x="942694" y="629744"/>
                  </a:lnTo>
                  <a:close/>
                  <a:moveTo>
                    <a:pt x="954123" y="630207"/>
                  </a:moveTo>
                  <a:lnTo>
                    <a:pt x="943305" y="593452"/>
                  </a:lnTo>
                  <a:lnTo>
                    <a:pt x="942694" y="629744"/>
                  </a:lnTo>
                  <a:close/>
                  <a:moveTo>
                    <a:pt x="970964" y="639234"/>
                  </a:moveTo>
                  <a:lnTo>
                    <a:pt x="1009716" y="659543"/>
                  </a:lnTo>
                  <a:lnTo>
                    <a:pt x="1030590" y="641380"/>
                  </a:lnTo>
                  <a:close/>
                  <a:moveTo>
                    <a:pt x="991749" y="620737"/>
                  </a:moveTo>
                  <a:lnTo>
                    <a:pt x="970964" y="639234"/>
                  </a:lnTo>
                  <a:lnTo>
                    <a:pt x="1030590" y="641380"/>
                  </a:lnTo>
                  <a:close/>
                  <a:moveTo>
                    <a:pt x="905168" y="519942"/>
                  </a:moveTo>
                  <a:lnTo>
                    <a:pt x="905949" y="519771"/>
                  </a:lnTo>
                  <a:lnTo>
                    <a:pt x="870737" y="513652"/>
                  </a:lnTo>
                  <a:close/>
                  <a:moveTo>
                    <a:pt x="870737" y="513652"/>
                  </a:moveTo>
                  <a:lnTo>
                    <a:pt x="905949" y="519771"/>
                  </a:lnTo>
                  <a:lnTo>
                    <a:pt x="917191" y="466553"/>
                  </a:lnTo>
                  <a:close/>
                  <a:moveTo>
                    <a:pt x="870737" y="513652"/>
                  </a:moveTo>
                  <a:lnTo>
                    <a:pt x="917191" y="466553"/>
                  </a:lnTo>
                  <a:lnTo>
                    <a:pt x="887864" y="481481"/>
                  </a:lnTo>
                  <a:close/>
                  <a:moveTo>
                    <a:pt x="917191" y="466553"/>
                  </a:moveTo>
                  <a:lnTo>
                    <a:pt x="905949" y="519771"/>
                  </a:lnTo>
                  <a:lnTo>
                    <a:pt x="917292" y="466004"/>
                  </a:lnTo>
                  <a:close/>
                  <a:moveTo>
                    <a:pt x="846505" y="451423"/>
                  </a:moveTo>
                  <a:lnTo>
                    <a:pt x="825169" y="441773"/>
                  </a:lnTo>
                  <a:lnTo>
                    <a:pt x="861922" y="429248"/>
                  </a:lnTo>
                  <a:close/>
                  <a:moveTo>
                    <a:pt x="779954" y="409677"/>
                  </a:moveTo>
                  <a:lnTo>
                    <a:pt x="825169" y="441773"/>
                  </a:lnTo>
                  <a:lnTo>
                    <a:pt x="786211" y="401610"/>
                  </a:lnTo>
                  <a:close/>
                  <a:moveTo>
                    <a:pt x="870241" y="415591"/>
                  </a:moveTo>
                  <a:lnTo>
                    <a:pt x="825169" y="441773"/>
                  </a:lnTo>
                  <a:lnTo>
                    <a:pt x="818364" y="442417"/>
                  </a:lnTo>
                  <a:close/>
                  <a:moveTo>
                    <a:pt x="917194" y="465881"/>
                  </a:moveTo>
                  <a:lnTo>
                    <a:pt x="917191" y="466553"/>
                  </a:lnTo>
                  <a:lnTo>
                    <a:pt x="917292" y="466004"/>
                  </a:lnTo>
                  <a:close/>
                  <a:moveTo>
                    <a:pt x="917194" y="465881"/>
                  </a:moveTo>
                  <a:lnTo>
                    <a:pt x="917292" y="466004"/>
                  </a:lnTo>
                  <a:lnTo>
                    <a:pt x="916911" y="465507"/>
                  </a:lnTo>
                  <a:close/>
                  <a:moveTo>
                    <a:pt x="1092186" y="583869"/>
                  </a:moveTo>
                  <a:lnTo>
                    <a:pt x="1122320" y="586459"/>
                  </a:lnTo>
                  <a:lnTo>
                    <a:pt x="1103939" y="556655"/>
                  </a:lnTo>
                  <a:close/>
                  <a:moveTo>
                    <a:pt x="1092186" y="583869"/>
                  </a:moveTo>
                  <a:lnTo>
                    <a:pt x="1103939" y="556655"/>
                  </a:lnTo>
                  <a:lnTo>
                    <a:pt x="1084285" y="545546"/>
                  </a:lnTo>
                  <a:close/>
                  <a:moveTo>
                    <a:pt x="1147366" y="593185"/>
                  </a:moveTo>
                  <a:lnTo>
                    <a:pt x="1122320" y="586459"/>
                  </a:lnTo>
                  <a:lnTo>
                    <a:pt x="1117624" y="621426"/>
                  </a:lnTo>
                  <a:close/>
                  <a:moveTo>
                    <a:pt x="1122320" y="586459"/>
                  </a:moveTo>
                  <a:lnTo>
                    <a:pt x="1147366" y="593185"/>
                  </a:lnTo>
                  <a:lnTo>
                    <a:pt x="1103939" y="556655"/>
                  </a:lnTo>
                  <a:close/>
                  <a:moveTo>
                    <a:pt x="1084285" y="545546"/>
                  </a:moveTo>
                  <a:lnTo>
                    <a:pt x="1103939" y="556655"/>
                  </a:lnTo>
                  <a:lnTo>
                    <a:pt x="1098456" y="549757"/>
                  </a:lnTo>
                  <a:close/>
                  <a:moveTo>
                    <a:pt x="912125" y="284617"/>
                  </a:moveTo>
                  <a:lnTo>
                    <a:pt x="882156" y="288291"/>
                  </a:lnTo>
                  <a:lnTo>
                    <a:pt x="895865" y="321892"/>
                  </a:lnTo>
                  <a:close/>
                  <a:moveTo>
                    <a:pt x="882156" y="288291"/>
                  </a:moveTo>
                  <a:lnTo>
                    <a:pt x="912125" y="284617"/>
                  </a:lnTo>
                  <a:lnTo>
                    <a:pt x="884053" y="274816"/>
                  </a:lnTo>
                  <a:close/>
                  <a:moveTo>
                    <a:pt x="1000143" y="267433"/>
                  </a:moveTo>
                  <a:lnTo>
                    <a:pt x="957154" y="298974"/>
                  </a:lnTo>
                  <a:lnTo>
                    <a:pt x="958451" y="280440"/>
                  </a:lnTo>
                  <a:close/>
                  <a:moveTo>
                    <a:pt x="928839" y="277426"/>
                  </a:moveTo>
                  <a:lnTo>
                    <a:pt x="934985" y="284617"/>
                  </a:lnTo>
                  <a:lnTo>
                    <a:pt x="945764" y="256388"/>
                  </a:lnTo>
                  <a:close/>
                  <a:moveTo>
                    <a:pt x="901456" y="120699"/>
                  </a:moveTo>
                  <a:lnTo>
                    <a:pt x="863201" y="100642"/>
                  </a:lnTo>
                  <a:lnTo>
                    <a:pt x="896654" y="120414"/>
                  </a:lnTo>
                  <a:close/>
                  <a:moveTo>
                    <a:pt x="904877" y="131888"/>
                  </a:moveTo>
                  <a:lnTo>
                    <a:pt x="896654" y="120414"/>
                  </a:lnTo>
                  <a:lnTo>
                    <a:pt x="901659" y="103230"/>
                  </a:lnTo>
                  <a:close/>
                  <a:moveTo>
                    <a:pt x="901550" y="119448"/>
                  </a:moveTo>
                  <a:lnTo>
                    <a:pt x="951357" y="84884"/>
                  </a:lnTo>
                  <a:lnTo>
                    <a:pt x="916524" y="79228"/>
                  </a:lnTo>
                  <a:close/>
                  <a:moveTo>
                    <a:pt x="1172323" y="35931"/>
                  </a:moveTo>
                  <a:lnTo>
                    <a:pt x="1184321" y="8518"/>
                  </a:lnTo>
                  <a:lnTo>
                    <a:pt x="1161478" y="0"/>
                  </a:lnTo>
                  <a:close/>
                  <a:moveTo>
                    <a:pt x="1266945" y="102675"/>
                  </a:moveTo>
                  <a:lnTo>
                    <a:pt x="1279884" y="136903"/>
                  </a:lnTo>
                  <a:lnTo>
                    <a:pt x="1287253" y="144762"/>
                  </a:lnTo>
                  <a:close/>
                  <a:moveTo>
                    <a:pt x="1266945" y="102675"/>
                  </a:moveTo>
                  <a:lnTo>
                    <a:pt x="1272063" y="108007"/>
                  </a:lnTo>
                  <a:lnTo>
                    <a:pt x="1253523" y="8234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51" name="Input_density__151">
              <a:extLst>
                <a:ext uri="{FF2B5EF4-FFF2-40B4-BE49-F238E27FC236}">
                  <a16:creationId xmlns:a16="http://schemas.microsoft.com/office/drawing/2014/main" id="{4E6620BF-7B8C-1656-7F36-59C14F2165C4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68191"/>
              <a:ext cx="1268468" cy="993147"/>
            </a:xfrm>
            <a:custGeom>
              <a:avLst/>
              <a:gdLst/>
              <a:ahLst/>
              <a:cxnLst/>
              <a:rect l="0" t="0" r="0" b="0"/>
              <a:pathLst>
                <a:path w="1268468" h="993147">
                  <a:moveTo>
                    <a:pt x="312828" y="927587"/>
                  </a:moveTo>
                  <a:lnTo>
                    <a:pt x="304883" y="952013"/>
                  </a:lnTo>
                  <a:lnTo>
                    <a:pt x="327886" y="941808"/>
                  </a:lnTo>
                  <a:close/>
                  <a:moveTo>
                    <a:pt x="278022" y="908015"/>
                  </a:moveTo>
                  <a:lnTo>
                    <a:pt x="296898" y="944770"/>
                  </a:lnTo>
                  <a:lnTo>
                    <a:pt x="312828" y="927587"/>
                  </a:lnTo>
                  <a:close/>
                  <a:moveTo>
                    <a:pt x="0" y="577220"/>
                  </a:moveTo>
                  <a:lnTo>
                    <a:pt x="1524" y="613976"/>
                  </a:lnTo>
                  <a:lnTo>
                    <a:pt x="6478" y="596792"/>
                  </a:lnTo>
                  <a:close/>
                  <a:moveTo>
                    <a:pt x="386907" y="941695"/>
                  </a:moveTo>
                  <a:lnTo>
                    <a:pt x="348276" y="910404"/>
                  </a:lnTo>
                  <a:lnTo>
                    <a:pt x="327886" y="941808"/>
                  </a:lnTo>
                  <a:close/>
                  <a:moveTo>
                    <a:pt x="457976" y="983914"/>
                  </a:moveTo>
                  <a:lnTo>
                    <a:pt x="453663" y="992999"/>
                  </a:lnTo>
                  <a:lnTo>
                    <a:pt x="467308" y="993147"/>
                  </a:lnTo>
                  <a:close/>
                  <a:moveTo>
                    <a:pt x="481780" y="966730"/>
                  </a:moveTo>
                  <a:lnTo>
                    <a:pt x="467308" y="993147"/>
                  </a:lnTo>
                  <a:lnTo>
                    <a:pt x="487132" y="971058"/>
                  </a:lnTo>
                  <a:close/>
                  <a:moveTo>
                    <a:pt x="481780" y="966730"/>
                  </a:moveTo>
                  <a:lnTo>
                    <a:pt x="457976" y="983914"/>
                  </a:lnTo>
                  <a:lnTo>
                    <a:pt x="467308" y="993147"/>
                  </a:lnTo>
                  <a:close/>
                  <a:moveTo>
                    <a:pt x="454464" y="947159"/>
                  </a:moveTo>
                  <a:lnTo>
                    <a:pt x="457976" y="983914"/>
                  </a:lnTo>
                  <a:lnTo>
                    <a:pt x="481780" y="966730"/>
                  </a:lnTo>
                  <a:close/>
                  <a:moveTo>
                    <a:pt x="454464" y="947159"/>
                  </a:moveTo>
                  <a:lnTo>
                    <a:pt x="481780" y="966730"/>
                  </a:lnTo>
                  <a:lnTo>
                    <a:pt x="465225" y="929975"/>
                  </a:lnTo>
                  <a:close/>
                  <a:moveTo>
                    <a:pt x="487132" y="971058"/>
                  </a:moveTo>
                  <a:lnTo>
                    <a:pt x="467308" y="993147"/>
                  </a:lnTo>
                  <a:lnTo>
                    <a:pt x="523538" y="982597"/>
                  </a:lnTo>
                  <a:close/>
                  <a:moveTo>
                    <a:pt x="321857" y="800139"/>
                  </a:moveTo>
                  <a:lnTo>
                    <a:pt x="329245" y="836894"/>
                  </a:lnTo>
                  <a:lnTo>
                    <a:pt x="318573" y="797824"/>
                  </a:lnTo>
                  <a:close/>
                  <a:moveTo>
                    <a:pt x="329245" y="836894"/>
                  </a:moveTo>
                  <a:lnTo>
                    <a:pt x="336494" y="828002"/>
                  </a:lnTo>
                  <a:lnTo>
                    <a:pt x="318573" y="797824"/>
                  </a:lnTo>
                  <a:close/>
                  <a:moveTo>
                    <a:pt x="191745" y="640680"/>
                  </a:moveTo>
                  <a:lnTo>
                    <a:pt x="170289" y="630100"/>
                  </a:lnTo>
                  <a:lnTo>
                    <a:pt x="157205" y="641672"/>
                  </a:lnTo>
                  <a:close/>
                  <a:moveTo>
                    <a:pt x="191745" y="640680"/>
                  </a:moveTo>
                  <a:lnTo>
                    <a:pt x="205568" y="637427"/>
                  </a:lnTo>
                  <a:lnTo>
                    <a:pt x="170289" y="630100"/>
                  </a:lnTo>
                  <a:close/>
                  <a:moveTo>
                    <a:pt x="481780" y="966730"/>
                  </a:moveTo>
                  <a:lnTo>
                    <a:pt x="487132" y="971058"/>
                  </a:lnTo>
                  <a:lnTo>
                    <a:pt x="491666" y="962103"/>
                  </a:lnTo>
                  <a:close/>
                  <a:moveTo>
                    <a:pt x="470452" y="908692"/>
                  </a:moveTo>
                  <a:lnTo>
                    <a:pt x="465225" y="929975"/>
                  </a:lnTo>
                  <a:lnTo>
                    <a:pt x="473708" y="876037"/>
                  </a:lnTo>
                  <a:close/>
                  <a:moveTo>
                    <a:pt x="471849" y="888719"/>
                  </a:moveTo>
                  <a:lnTo>
                    <a:pt x="473708" y="876037"/>
                  </a:lnTo>
                  <a:lnTo>
                    <a:pt x="479613" y="846740"/>
                  </a:lnTo>
                  <a:close/>
                  <a:moveTo>
                    <a:pt x="494202" y="893220"/>
                  </a:moveTo>
                  <a:lnTo>
                    <a:pt x="479613" y="846740"/>
                  </a:lnTo>
                  <a:lnTo>
                    <a:pt x="483497" y="839282"/>
                  </a:lnTo>
                  <a:close/>
                  <a:moveTo>
                    <a:pt x="341944" y="734077"/>
                  </a:moveTo>
                  <a:lnTo>
                    <a:pt x="340453" y="700171"/>
                  </a:lnTo>
                  <a:lnTo>
                    <a:pt x="352789" y="746200"/>
                  </a:lnTo>
                  <a:close/>
                  <a:moveTo>
                    <a:pt x="339513" y="692262"/>
                  </a:moveTo>
                  <a:lnTo>
                    <a:pt x="337020" y="687336"/>
                  </a:lnTo>
                  <a:lnTo>
                    <a:pt x="317028" y="708798"/>
                  </a:lnTo>
                  <a:close/>
                  <a:moveTo>
                    <a:pt x="297376" y="663688"/>
                  </a:moveTo>
                  <a:lnTo>
                    <a:pt x="282988" y="706102"/>
                  </a:lnTo>
                  <a:lnTo>
                    <a:pt x="337020" y="687336"/>
                  </a:lnTo>
                  <a:close/>
                  <a:moveTo>
                    <a:pt x="583098" y="941947"/>
                  </a:moveTo>
                  <a:lnTo>
                    <a:pt x="579537" y="971186"/>
                  </a:lnTo>
                  <a:lnTo>
                    <a:pt x="619661" y="984057"/>
                  </a:lnTo>
                  <a:close/>
                  <a:moveTo>
                    <a:pt x="623154" y="936470"/>
                  </a:moveTo>
                  <a:lnTo>
                    <a:pt x="583098" y="941947"/>
                  </a:lnTo>
                  <a:lnTo>
                    <a:pt x="619661" y="984057"/>
                  </a:lnTo>
                  <a:close/>
                  <a:moveTo>
                    <a:pt x="664383" y="943050"/>
                  </a:moveTo>
                  <a:lnTo>
                    <a:pt x="647914" y="932364"/>
                  </a:lnTo>
                  <a:lnTo>
                    <a:pt x="659200" y="979001"/>
                  </a:lnTo>
                  <a:close/>
                  <a:moveTo>
                    <a:pt x="659200" y="979001"/>
                  </a:moveTo>
                  <a:lnTo>
                    <a:pt x="647914" y="932364"/>
                  </a:lnTo>
                  <a:lnTo>
                    <a:pt x="623154" y="936470"/>
                  </a:lnTo>
                  <a:close/>
                  <a:moveTo>
                    <a:pt x="659200" y="979001"/>
                  </a:moveTo>
                  <a:lnTo>
                    <a:pt x="623154" y="936470"/>
                  </a:lnTo>
                  <a:lnTo>
                    <a:pt x="619661" y="984057"/>
                  </a:lnTo>
                  <a:close/>
                  <a:moveTo>
                    <a:pt x="583098" y="941947"/>
                  </a:moveTo>
                  <a:lnTo>
                    <a:pt x="543379" y="960574"/>
                  </a:lnTo>
                  <a:lnTo>
                    <a:pt x="579537" y="971186"/>
                  </a:lnTo>
                  <a:close/>
                  <a:moveTo>
                    <a:pt x="545418" y="945492"/>
                  </a:moveTo>
                  <a:lnTo>
                    <a:pt x="583098" y="941947"/>
                  </a:lnTo>
                  <a:lnTo>
                    <a:pt x="579866" y="899828"/>
                  </a:lnTo>
                  <a:close/>
                  <a:moveTo>
                    <a:pt x="583098" y="941947"/>
                  </a:moveTo>
                  <a:lnTo>
                    <a:pt x="613276" y="899754"/>
                  </a:lnTo>
                  <a:lnTo>
                    <a:pt x="579866" y="899828"/>
                  </a:lnTo>
                  <a:close/>
                  <a:moveTo>
                    <a:pt x="606423" y="860578"/>
                  </a:moveTo>
                  <a:lnTo>
                    <a:pt x="579866" y="899828"/>
                  </a:lnTo>
                  <a:lnTo>
                    <a:pt x="613276" y="899754"/>
                  </a:lnTo>
                  <a:close/>
                  <a:moveTo>
                    <a:pt x="483497" y="839282"/>
                  </a:moveTo>
                  <a:lnTo>
                    <a:pt x="479613" y="846740"/>
                  </a:lnTo>
                  <a:lnTo>
                    <a:pt x="482351" y="835435"/>
                  </a:lnTo>
                  <a:close/>
                  <a:moveTo>
                    <a:pt x="474998" y="829485"/>
                  </a:moveTo>
                  <a:lnTo>
                    <a:pt x="483497" y="839282"/>
                  </a:lnTo>
                  <a:lnTo>
                    <a:pt x="482351" y="835435"/>
                  </a:lnTo>
                  <a:close/>
                  <a:moveTo>
                    <a:pt x="704760" y="924303"/>
                  </a:moveTo>
                  <a:lnTo>
                    <a:pt x="666073" y="928667"/>
                  </a:lnTo>
                  <a:lnTo>
                    <a:pt x="664383" y="943050"/>
                  </a:lnTo>
                  <a:close/>
                  <a:moveTo>
                    <a:pt x="442073" y="706850"/>
                  </a:moveTo>
                  <a:lnTo>
                    <a:pt x="475483" y="735090"/>
                  </a:lnTo>
                  <a:lnTo>
                    <a:pt x="446167" y="711834"/>
                  </a:lnTo>
                  <a:close/>
                  <a:moveTo>
                    <a:pt x="660389" y="799046"/>
                  </a:moveTo>
                  <a:lnTo>
                    <a:pt x="626066" y="828158"/>
                  </a:lnTo>
                  <a:lnTo>
                    <a:pt x="656179" y="816168"/>
                  </a:lnTo>
                  <a:close/>
                  <a:moveTo>
                    <a:pt x="596818" y="751804"/>
                  </a:moveTo>
                  <a:lnTo>
                    <a:pt x="608570" y="724591"/>
                  </a:lnTo>
                  <a:lnTo>
                    <a:pt x="580983" y="719931"/>
                  </a:lnTo>
                  <a:close/>
                  <a:moveTo>
                    <a:pt x="649809" y="762900"/>
                  </a:moveTo>
                  <a:lnTo>
                    <a:pt x="631415" y="750977"/>
                  </a:lnTo>
                  <a:lnTo>
                    <a:pt x="657894" y="726373"/>
                  </a:lnTo>
                  <a:close/>
                  <a:moveTo>
                    <a:pt x="580983" y="719931"/>
                  </a:moveTo>
                  <a:lnTo>
                    <a:pt x="575276" y="679823"/>
                  </a:lnTo>
                  <a:lnTo>
                    <a:pt x="542222" y="724355"/>
                  </a:lnTo>
                  <a:close/>
                  <a:moveTo>
                    <a:pt x="562246" y="645669"/>
                  </a:moveTo>
                  <a:lnTo>
                    <a:pt x="515321" y="657895"/>
                  </a:lnTo>
                  <a:lnTo>
                    <a:pt x="575276" y="679823"/>
                  </a:lnTo>
                  <a:close/>
                  <a:moveTo>
                    <a:pt x="426377" y="530447"/>
                  </a:moveTo>
                  <a:lnTo>
                    <a:pt x="391957" y="496771"/>
                  </a:lnTo>
                  <a:lnTo>
                    <a:pt x="391499" y="510875"/>
                  </a:lnTo>
                  <a:close/>
                  <a:moveTo>
                    <a:pt x="337428" y="474120"/>
                  </a:moveTo>
                  <a:lnTo>
                    <a:pt x="369703" y="492539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37428" y="474120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54058" y="456937"/>
                  </a:lnTo>
                  <a:lnTo>
                    <a:pt x="348553" y="420182"/>
                  </a:lnTo>
                  <a:close/>
                  <a:moveTo>
                    <a:pt x="322006" y="437365"/>
                  </a:moveTo>
                  <a:lnTo>
                    <a:pt x="348553" y="420182"/>
                  </a:lnTo>
                  <a:lnTo>
                    <a:pt x="320842" y="434433"/>
                  </a:lnTo>
                  <a:close/>
                  <a:moveTo>
                    <a:pt x="631415" y="750977"/>
                  </a:moveTo>
                  <a:lnTo>
                    <a:pt x="671728" y="778096"/>
                  </a:lnTo>
                  <a:lnTo>
                    <a:pt x="631401" y="750777"/>
                  </a:lnTo>
                  <a:close/>
                  <a:moveTo>
                    <a:pt x="473985" y="537073"/>
                  </a:moveTo>
                  <a:lnTo>
                    <a:pt x="452971" y="530447"/>
                  </a:lnTo>
                  <a:lnTo>
                    <a:pt x="455575" y="516885"/>
                  </a:lnTo>
                  <a:close/>
                  <a:moveTo>
                    <a:pt x="318128" y="328078"/>
                  </a:moveTo>
                  <a:lnTo>
                    <a:pt x="330047" y="329489"/>
                  </a:lnTo>
                  <a:lnTo>
                    <a:pt x="333567" y="338164"/>
                  </a:lnTo>
                  <a:close/>
                  <a:moveTo>
                    <a:pt x="282507" y="319472"/>
                  </a:moveTo>
                  <a:lnTo>
                    <a:pt x="308392" y="320043"/>
                  </a:lnTo>
                  <a:lnTo>
                    <a:pt x="318128" y="328078"/>
                  </a:lnTo>
                  <a:close/>
                  <a:moveTo>
                    <a:pt x="478988" y="363362"/>
                  </a:moveTo>
                  <a:lnTo>
                    <a:pt x="515492" y="385815"/>
                  </a:lnTo>
                  <a:lnTo>
                    <a:pt x="469475" y="353685"/>
                  </a:lnTo>
                  <a:close/>
                  <a:moveTo>
                    <a:pt x="515492" y="385815"/>
                  </a:moveTo>
                  <a:lnTo>
                    <a:pt x="517424" y="386538"/>
                  </a:lnTo>
                  <a:lnTo>
                    <a:pt x="469475" y="353685"/>
                  </a:lnTo>
                  <a:close/>
                  <a:moveTo>
                    <a:pt x="518784" y="387574"/>
                  </a:moveTo>
                  <a:lnTo>
                    <a:pt x="517424" y="386538"/>
                  </a:lnTo>
                  <a:lnTo>
                    <a:pt x="515492" y="385815"/>
                  </a:lnTo>
                  <a:close/>
                  <a:moveTo>
                    <a:pt x="440270" y="343177"/>
                  </a:moveTo>
                  <a:lnTo>
                    <a:pt x="413264" y="338416"/>
                  </a:lnTo>
                  <a:lnTo>
                    <a:pt x="381530" y="344343"/>
                  </a:lnTo>
                  <a:close/>
                  <a:moveTo>
                    <a:pt x="447407" y="341493"/>
                  </a:moveTo>
                  <a:lnTo>
                    <a:pt x="456212" y="349060"/>
                  </a:lnTo>
                  <a:lnTo>
                    <a:pt x="469475" y="353685"/>
                  </a:lnTo>
                  <a:close/>
                  <a:moveTo>
                    <a:pt x="440270" y="343177"/>
                  </a:moveTo>
                  <a:lnTo>
                    <a:pt x="456212" y="349060"/>
                  </a:lnTo>
                  <a:lnTo>
                    <a:pt x="447407" y="341493"/>
                  </a:lnTo>
                  <a:close/>
                  <a:moveTo>
                    <a:pt x="413264" y="338416"/>
                  </a:moveTo>
                  <a:lnTo>
                    <a:pt x="440270" y="343177"/>
                  </a:lnTo>
                  <a:lnTo>
                    <a:pt x="447407" y="341493"/>
                  </a:lnTo>
                  <a:close/>
                  <a:moveTo>
                    <a:pt x="687447" y="598060"/>
                  </a:moveTo>
                  <a:lnTo>
                    <a:pt x="718892" y="599584"/>
                  </a:lnTo>
                  <a:lnTo>
                    <a:pt x="714262" y="558601"/>
                  </a:lnTo>
                  <a:close/>
                  <a:moveTo>
                    <a:pt x="764611" y="589162"/>
                  </a:moveTo>
                  <a:lnTo>
                    <a:pt x="764689" y="587884"/>
                  </a:lnTo>
                  <a:lnTo>
                    <a:pt x="718892" y="599584"/>
                  </a:lnTo>
                  <a:close/>
                  <a:moveTo>
                    <a:pt x="718892" y="599584"/>
                  </a:moveTo>
                  <a:lnTo>
                    <a:pt x="764689" y="587884"/>
                  </a:lnTo>
                  <a:lnTo>
                    <a:pt x="751765" y="555199"/>
                  </a:lnTo>
                  <a:close/>
                  <a:moveTo>
                    <a:pt x="672398" y="565548"/>
                  </a:moveTo>
                  <a:lnTo>
                    <a:pt x="660695" y="544427"/>
                  </a:lnTo>
                  <a:lnTo>
                    <a:pt x="645291" y="515749"/>
                  </a:lnTo>
                  <a:close/>
                  <a:moveTo>
                    <a:pt x="492129" y="380015"/>
                  </a:moveTo>
                  <a:lnTo>
                    <a:pt x="543345" y="410212"/>
                  </a:lnTo>
                  <a:lnTo>
                    <a:pt x="515492" y="385815"/>
                  </a:lnTo>
                  <a:close/>
                  <a:moveTo>
                    <a:pt x="515492" y="385815"/>
                  </a:moveTo>
                  <a:lnTo>
                    <a:pt x="543345" y="410212"/>
                  </a:lnTo>
                  <a:lnTo>
                    <a:pt x="518784" y="387574"/>
                  </a:lnTo>
                  <a:close/>
                  <a:moveTo>
                    <a:pt x="492129" y="380015"/>
                  </a:moveTo>
                  <a:lnTo>
                    <a:pt x="515492" y="385815"/>
                  </a:lnTo>
                  <a:lnTo>
                    <a:pt x="478988" y="363362"/>
                  </a:lnTo>
                  <a:close/>
                  <a:moveTo>
                    <a:pt x="576420" y="368632"/>
                  </a:moveTo>
                  <a:lnTo>
                    <a:pt x="573448" y="412827"/>
                  </a:lnTo>
                  <a:lnTo>
                    <a:pt x="575453" y="378668"/>
                  </a:lnTo>
                  <a:close/>
                  <a:moveTo>
                    <a:pt x="933980" y="755753"/>
                  </a:moveTo>
                  <a:lnTo>
                    <a:pt x="914581" y="774574"/>
                  </a:lnTo>
                  <a:lnTo>
                    <a:pt x="935624" y="757043"/>
                  </a:lnTo>
                  <a:close/>
                  <a:moveTo>
                    <a:pt x="881777" y="736182"/>
                  </a:moveTo>
                  <a:lnTo>
                    <a:pt x="912568" y="772937"/>
                  </a:lnTo>
                  <a:lnTo>
                    <a:pt x="933980" y="755753"/>
                  </a:lnTo>
                  <a:close/>
                  <a:moveTo>
                    <a:pt x="935624" y="757043"/>
                  </a:moveTo>
                  <a:lnTo>
                    <a:pt x="914581" y="774574"/>
                  </a:lnTo>
                  <a:lnTo>
                    <a:pt x="970873" y="764258"/>
                  </a:lnTo>
                  <a:close/>
                  <a:moveTo>
                    <a:pt x="783392" y="561602"/>
                  </a:moveTo>
                  <a:lnTo>
                    <a:pt x="800762" y="535224"/>
                  </a:lnTo>
                  <a:lnTo>
                    <a:pt x="769667" y="552407"/>
                  </a:lnTo>
                  <a:close/>
                  <a:moveTo>
                    <a:pt x="1017709" y="742916"/>
                  </a:moveTo>
                  <a:lnTo>
                    <a:pt x="1008885" y="781801"/>
                  </a:lnTo>
                  <a:lnTo>
                    <a:pt x="1046541" y="791311"/>
                  </a:lnTo>
                  <a:close/>
                  <a:moveTo>
                    <a:pt x="933980" y="755753"/>
                  </a:moveTo>
                  <a:lnTo>
                    <a:pt x="935624" y="757043"/>
                  </a:lnTo>
                  <a:lnTo>
                    <a:pt x="936218" y="754990"/>
                  </a:lnTo>
                  <a:close/>
                  <a:moveTo>
                    <a:pt x="974153" y="751238"/>
                  </a:moveTo>
                  <a:lnTo>
                    <a:pt x="935624" y="757043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936218" y="754990"/>
                  </a:lnTo>
                  <a:lnTo>
                    <a:pt x="935624" y="757043"/>
                  </a:lnTo>
                  <a:close/>
                  <a:moveTo>
                    <a:pt x="936218" y="754990"/>
                  </a:moveTo>
                  <a:lnTo>
                    <a:pt x="974153" y="751238"/>
                  </a:lnTo>
                  <a:lnTo>
                    <a:pt x="970423" y="709523"/>
                  </a:lnTo>
                  <a:close/>
                  <a:moveTo>
                    <a:pt x="1017709" y="742916"/>
                  </a:moveTo>
                  <a:lnTo>
                    <a:pt x="970873" y="764258"/>
                  </a:lnTo>
                  <a:lnTo>
                    <a:pt x="1008885" y="781801"/>
                  </a:lnTo>
                  <a:close/>
                  <a:moveTo>
                    <a:pt x="1017709" y="742916"/>
                  </a:moveTo>
                  <a:lnTo>
                    <a:pt x="974153" y="751238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1017709" y="742916"/>
                  </a:lnTo>
                  <a:lnTo>
                    <a:pt x="1011103" y="703539"/>
                  </a:lnTo>
                  <a:close/>
                  <a:moveTo>
                    <a:pt x="1017709" y="742916"/>
                  </a:moveTo>
                  <a:lnTo>
                    <a:pt x="1044715" y="703301"/>
                  </a:lnTo>
                  <a:lnTo>
                    <a:pt x="1011103" y="703539"/>
                  </a:lnTo>
                  <a:close/>
                  <a:moveTo>
                    <a:pt x="970423" y="709523"/>
                  </a:moveTo>
                  <a:lnTo>
                    <a:pt x="952933" y="697182"/>
                  </a:lnTo>
                  <a:lnTo>
                    <a:pt x="928331" y="682243"/>
                  </a:lnTo>
                  <a:close/>
                  <a:moveTo>
                    <a:pt x="906692" y="554795"/>
                  </a:moveTo>
                  <a:lnTo>
                    <a:pt x="872092" y="608733"/>
                  </a:lnTo>
                  <a:lnTo>
                    <a:pt x="910110" y="591550"/>
                  </a:lnTo>
                  <a:close/>
                  <a:moveTo>
                    <a:pt x="804791" y="518040"/>
                  </a:moveTo>
                  <a:lnTo>
                    <a:pt x="822602" y="487419"/>
                  </a:lnTo>
                  <a:lnTo>
                    <a:pt x="791339" y="498468"/>
                  </a:lnTo>
                  <a:close/>
                  <a:moveTo>
                    <a:pt x="781477" y="444530"/>
                  </a:moveTo>
                  <a:lnTo>
                    <a:pt x="812595" y="488087"/>
                  </a:lnTo>
                  <a:lnTo>
                    <a:pt x="819888" y="477271"/>
                  </a:lnTo>
                  <a:close/>
                  <a:moveTo>
                    <a:pt x="791339" y="498468"/>
                  </a:moveTo>
                  <a:lnTo>
                    <a:pt x="812595" y="488087"/>
                  </a:lnTo>
                  <a:lnTo>
                    <a:pt x="781477" y="444530"/>
                  </a:lnTo>
                  <a:close/>
                  <a:moveTo>
                    <a:pt x="764537" y="461714"/>
                  </a:moveTo>
                  <a:lnTo>
                    <a:pt x="791339" y="498468"/>
                  </a:lnTo>
                  <a:lnTo>
                    <a:pt x="781477" y="444530"/>
                  </a:lnTo>
                  <a:close/>
                  <a:moveTo>
                    <a:pt x="982370" y="647877"/>
                  </a:moveTo>
                  <a:lnTo>
                    <a:pt x="955647" y="665060"/>
                  </a:lnTo>
                  <a:lnTo>
                    <a:pt x="972488" y="674087"/>
                  </a:lnTo>
                  <a:close/>
                  <a:moveTo>
                    <a:pt x="906692" y="554795"/>
                  </a:moveTo>
                  <a:lnTo>
                    <a:pt x="920702" y="588616"/>
                  </a:lnTo>
                  <a:lnTo>
                    <a:pt x="907472" y="554624"/>
                  </a:lnTo>
                  <a:close/>
                  <a:moveTo>
                    <a:pt x="906692" y="554795"/>
                  </a:moveTo>
                  <a:lnTo>
                    <a:pt x="910110" y="591550"/>
                  </a:lnTo>
                  <a:lnTo>
                    <a:pt x="920702" y="588616"/>
                  </a:lnTo>
                  <a:close/>
                  <a:moveTo>
                    <a:pt x="902263" y="469365"/>
                  </a:moveTo>
                  <a:lnTo>
                    <a:pt x="918435" y="500361"/>
                  </a:lnTo>
                  <a:lnTo>
                    <a:pt x="918815" y="500857"/>
                  </a:lnTo>
                  <a:close/>
                  <a:moveTo>
                    <a:pt x="819888" y="477271"/>
                  </a:moveTo>
                  <a:lnTo>
                    <a:pt x="826693" y="476626"/>
                  </a:lnTo>
                  <a:lnTo>
                    <a:pt x="781477" y="444530"/>
                  </a:lnTo>
                  <a:close/>
                  <a:moveTo>
                    <a:pt x="871765" y="450444"/>
                  </a:moveTo>
                  <a:lnTo>
                    <a:pt x="819888" y="477271"/>
                  </a:lnTo>
                  <a:lnTo>
                    <a:pt x="851326" y="470236"/>
                  </a:lnTo>
                  <a:close/>
                  <a:moveTo>
                    <a:pt x="683237" y="333000"/>
                  </a:moveTo>
                  <a:lnTo>
                    <a:pt x="720533" y="354951"/>
                  </a:lnTo>
                  <a:lnTo>
                    <a:pt x="686171" y="334265"/>
                  </a:lnTo>
                  <a:close/>
                  <a:moveTo>
                    <a:pt x="743576" y="317082"/>
                  </a:moveTo>
                  <a:lnTo>
                    <a:pt x="731919" y="334265"/>
                  </a:lnTo>
                  <a:lnTo>
                    <a:pt x="747978" y="353837"/>
                  </a:lnTo>
                  <a:close/>
                  <a:moveTo>
                    <a:pt x="717757" y="297510"/>
                  </a:moveTo>
                  <a:lnTo>
                    <a:pt x="731919" y="334265"/>
                  </a:lnTo>
                  <a:lnTo>
                    <a:pt x="743576" y="317082"/>
                  </a:lnTo>
                  <a:close/>
                  <a:moveTo>
                    <a:pt x="918718" y="500735"/>
                  </a:moveTo>
                  <a:lnTo>
                    <a:pt x="889388" y="516334"/>
                  </a:lnTo>
                  <a:lnTo>
                    <a:pt x="918715" y="501407"/>
                  </a:lnTo>
                  <a:close/>
                  <a:moveTo>
                    <a:pt x="918718" y="500735"/>
                  </a:moveTo>
                  <a:lnTo>
                    <a:pt x="888731" y="498025"/>
                  </a:lnTo>
                  <a:lnTo>
                    <a:pt x="889388" y="516334"/>
                  </a:lnTo>
                  <a:close/>
                  <a:moveTo>
                    <a:pt x="888731" y="498025"/>
                  </a:moveTo>
                  <a:lnTo>
                    <a:pt x="918435" y="500361"/>
                  </a:lnTo>
                  <a:lnTo>
                    <a:pt x="882394" y="490185"/>
                  </a:lnTo>
                  <a:close/>
                  <a:moveTo>
                    <a:pt x="888731" y="498025"/>
                  </a:moveTo>
                  <a:lnTo>
                    <a:pt x="918718" y="500735"/>
                  </a:lnTo>
                  <a:lnTo>
                    <a:pt x="918435" y="500361"/>
                  </a:lnTo>
                  <a:close/>
                  <a:moveTo>
                    <a:pt x="1054736" y="578572"/>
                  </a:moveTo>
                  <a:lnTo>
                    <a:pt x="1085809" y="580399"/>
                  </a:lnTo>
                  <a:lnTo>
                    <a:pt x="1064015" y="574722"/>
                  </a:lnTo>
                  <a:close/>
                  <a:moveTo>
                    <a:pt x="1085809" y="580399"/>
                  </a:moveTo>
                  <a:lnTo>
                    <a:pt x="1099979" y="584610"/>
                  </a:lnTo>
                  <a:lnTo>
                    <a:pt x="1064015" y="574722"/>
                  </a:lnTo>
                  <a:close/>
                  <a:moveTo>
                    <a:pt x="958677" y="333827"/>
                  </a:moveTo>
                  <a:lnTo>
                    <a:pt x="953272" y="320743"/>
                  </a:lnTo>
                  <a:lnTo>
                    <a:pt x="936509" y="319470"/>
                  </a:lnTo>
                  <a:close/>
                  <a:moveTo>
                    <a:pt x="913648" y="319470"/>
                  </a:moveTo>
                  <a:lnTo>
                    <a:pt x="930363" y="312279"/>
                  </a:lnTo>
                  <a:lnTo>
                    <a:pt x="885577" y="309669"/>
                  </a:lnTo>
                  <a:close/>
                  <a:moveTo>
                    <a:pt x="959975" y="315294"/>
                  </a:moveTo>
                  <a:lnTo>
                    <a:pt x="951563" y="302287"/>
                  </a:lnTo>
                  <a:lnTo>
                    <a:pt x="947287" y="291242"/>
                  </a:lnTo>
                  <a:close/>
                  <a:moveTo>
                    <a:pt x="947287" y="291242"/>
                  </a:moveTo>
                  <a:lnTo>
                    <a:pt x="951563" y="302287"/>
                  </a:lnTo>
                  <a:lnTo>
                    <a:pt x="940445" y="294026"/>
                  </a:lnTo>
                  <a:close/>
                  <a:moveTo>
                    <a:pt x="940445" y="294026"/>
                  </a:moveTo>
                  <a:lnTo>
                    <a:pt x="930363" y="312279"/>
                  </a:lnTo>
                  <a:lnTo>
                    <a:pt x="947287" y="291242"/>
                  </a:lnTo>
                  <a:close/>
                  <a:moveTo>
                    <a:pt x="964908" y="164706"/>
                  </a:moveTo>
                  <a:lnTo>
                    <a:pt x="906400" y="166741"/>
                  </a:lnTo>
                  <a:lnTo>
                    <a:pt x="929393" y="156497"/>
                  </a:lnTo>
                  <a:close/>
                  <a:moveTo>
                    <a:pt x="1191179" y="146187"/>
                  </a:moveTo>
                  <a:lnTo>
                    <a:pt x="1213350" y="110504"/>
                  </a:lnTo>
                  <a:lnTo>
                    <a:pt x="1183320" y="107829"/>
                  </a:lnTo>
                  <a:close/>
                  <a:moveTo>
                    <a:pt x="1183320" y="107829"/>
                  </a:moveTo>
                  <a:lnTo>
                    <a:pt x="1213350" y="110504"/>
                  </a:lnTo>
                  <a:lnTo>
                    <a:pt x="1201805" y="75143"/>
                  </a:lnTo>
                  <a:close/>
                  <a:moveTo>
                    <a:pt x="1183320" y="107829"/>
                  </a:moveTo>
                  <a:lnTo>
                    <a:pt x="1201805" y="75143"/>
                  </a:lnTo>
                  <a:lnTo>
                    <a:pt x="1173846" y="70784"/>
                  </a:lnTo>
                  <a:close/>
                  <a:moveTo>
                    <a:pt x="1183320" y="107829"/>
                  </a:moveTo>
                  <a:lnTo>
                    <a:pt x="1173846" y="70784"/>
                  </a:lnTo>
                  <a:lnTo>
                    <a:pt x="1174060" y="106105"/>
                  </a:lnTo>
                  <a:close/>
                  <a:moveTo>
                    <a:pt x="1173846" y="70784"/>
                  </a:moveTo>
                  <a:lnTo>
                    <a:pt x="1167201" y="69350"/>
                  </a:lnTo>
                  <a:lnTo>
                    <a:pt x="1174060" y="106105"/>
                  </a:lnTo>
                  <a:close/>
                  <a:moveTo>
                    <a:pt x="1213350" y="110504"/>
                  </a:moveTo>
                  <a:lnTo>
                    <a:pt x="1224161" y="126296"/>
                  </a:lnTo>
                  <a:lnTo>
                    <a:pt x="1255047" y="117198"/>
                  </a:lnTo>
                  <a:close/>
                  <a:moveTo>
                    <a:pt x="1136023" y="45916"/>
                  </a:moveTo>
                  <a:lnTo>
                    <a:pt x="1167201" y="69350"/>
                  </a:lnTo>
                  <a:lnTo>
                    <a:pt x="1128785" y="35583"/>
                  </a:lnTo>
                  <a:close/>
                  <a:moveTo>
                    <a:pt x="1128785" y="35583"/>
                  </a:moveTo>
                  <a:lnTo>
                    <a:pt x="1167201" y="69350"/>
                  </a:lnTo>
                  <a:lnTo>
                    <a:pt x="1173846" y="70784"/>
                  </a:lnTo>
                  <a:close/>
                  <a:moveTo>
                    <a:pt x="1128785" y="35583"/>
                  </a:moveTo>
                  <a:lnTo>
                    <a:pt x="1173846" y="70784"/>
                  </a:lnTo>
                  <a:lnTo>
                    <a:pt x="1163002" y="34853"/>
                  </a:lnTo>
                  <a:close/>
                  <a:moveTo>
                    <a:pt x="1128785" y="35583"/>
                  </a:moveTo>
                  <a:lnTo>
                    <a:pt x="1163002" y="34853"/>
                  </a:lnTo>
                  <a:lnTo>
                    <a:pt x="1150832" y="0"/>
                  </a:lnTo>
                  <a:close/>
                  <a:moveTo>
                    <a:pt x="1233681" y="138722"/>
                  </a:moveTo>
                  <a:lnTo>
                    <a:pt x="1268468" y="137528"/>
                  </a:lnTo>
                  <a:lnTo>
                    <a:pt x="1255047" y="1171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52" name="Input_density__152">
              <a:extLst>
                <a:ext uri="{FF2B5EF4-FFF2-40B4-BE49-F238E27FC236}">
                  <a16:creationId xmlns:a16="http://schemas.microsoft.com/office/drawing/2014/main" id="{E2149D21-2998-2DF7-DC2F-19857D5F360A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28465"/>
              <a:ext cx="1255047" cy="982776"/>
            </a:xfrm>
            <a:custGeom>
              <a:avLst/>
              <a:gdLst/>
              <a:ahLst/>
              <a:cxnLst/>
              <a:rect l="0" t="0" r="0" b="0"/>
              <a:pathLst>
                <a:path w="1255047" h="982776">
                  <a:moveTo>
                    <a:pt x="278022" y="947742"/>
                  </a:moveTo>
                  <a:lnTo>
                    <a:pt x="312828" y="967313"/>
                  </a:lnTo>
                  <a:lnTo>
                    <a:pt x="300895" y="930558"/>
                  </a:lnTo>
                  <a:close/>
                  <a:moveTo>
                    <a:pt x="0" y="616947"/>
                  </a:moveTo>
                  <a:lnTo>
                    <a:pt x="6478" y="636519"/>
                  </a:lnTo>
                  <a:lnTo>
                    <a:pt x="8435" y="599763"/>
                  </a:lnTo>
                  <a:close/>
                  <a:moveTo>
                    <a:pt x="20680" y="580402"/>
                  </a:moveTo>
                  <a:lnTo>
                    <a:pt x="0" y="616947"/>
                  </a:lnTo>
                  <a:lnTo>
                    <a:pt x="8435" y="599763"/>
                  </a:lnTo>
                  <a:close/>
                  <a:moveTo>
                    <a:pt x="312828" y="967313"/>
                  </a:moveTo>
                  <a:lnTo>
                    <a:pt x="327886" y="981535"/>
                  </a:lnTo>
                  <a:lnTo>
                    <a:pt x="340179" y="954227"/>
                  </a:lnTo>
                  <a:close/>
                  <a:moveTo>
                    <a:pt x="327886" y="981535"/>
                  </a:moveTo>
                  <a:lnTo>
                    <a:pt x="348276" y="950130"/>
                  </a:lnTo>
                  <a:lnTo>
                    <a:pt x="340179" y="954227"/>
                  </a:lnTo>
                  <a:close/>
                  <a:moveTo>
                    <a:pt x="321857" y="839865"/>
                  </a:moveTo>
                  <a:lnTo>
                    <a:pt x="311006" y="888449"/>
                  </a:lnTo>
                  <a:lnTo>
                    <a:pt x="329245" y="876620"/>
                  </a:lnTo>
                  <a:close/>
                  <a:moveTo>
                    <a:pt x="40990" y="560128"/>
                  </a:moveTo>
                  <a:lnTo>
                    <a:pt x="20680" y="580402"/>
                  </a:lnTo>
                  <a:lnTo>
                    <a:pt x="8435" y="599763"/>
                  </a:lnTo>
                  <a:close/>
                  <a:moveTo>
                    <a:pt x="70542" y="546043"/>
                  </a:moveTo>
                  <a:lnTo>
                    <a:pt x="47475" y="563008"/>
                  </a:lnTo>
                  <a:lnTo>
                    <a:pt x="20680" y="580402"/>
                  </a:lnTo>
                  <a:close/>
                  <a:moveTo>
                    <a:pt x="388897" y="896191"/>
                  </a:moveTo>
                  <a:lnTo>
                    <a:pt x="336494" y="867728"/>
                  </a:lnTo>
                  <a:lnTo>
                    <a:pt x="329245" y="876620"/>
                  </a:lnTo>
                  <a:close/>
                  <a:moveTo>
                    <a:pt x="191745" y="680407"/>
                  </a:moveTo>
                  <a:lnTo>
                    <a:pt x="225047" y="680421"/>
                  </a:lnTo>
                  <a:lnTo>
                    <a:pt x="205568" y="677153"/>
                  </a:lnTo>
                  <a:close/>
                  <a:moveTo>
                    <a:pt x="205568" y="677153"/>
                  </a:moveTo>
                  <a:lnTo>
                    <a:pt x="225047" y="680421"/>
                  </a:lnTo>
                  <a:lnTo>
                    <a:pt x="259335" y="657395"/>
                  </a:lnTo>
                  <a:close/>
                  <a:moveTo>
                    <a:pt x="352789" y="785926"/>
                  </a:moveTo>
                  <a:lnTo>
                    <a:pt x="340453" y="739897"/>
                  </a:lnTo>
                  <a:lnTo>
                    <a:pt x="339513" y="731988"/>
                  </a:lnTo>
                  <a:close/>
                  <a:moveTo>
                    <a:pt x="583098" y="981673"/>
                  </a:moveTo>
                  <a:lnTo>
                    <a:pt x="623154" y="976197"/>
                  </a:lnTo>
                  <a:lnTo>
                    <a:pt x="613276" y="939480"/>
                  </a:lnTo>
                  <a:close/>
                  <a:moveTo>
                    <a:pt x="647914" y="972090"/>
                  </a:moveTo>
                  <a:lnTo>
                    <a:pt x="632115" y="935335"/>
                  </a:lnTo>
                  <a:lnTo>
                    <a:pt x="623154" y="976197"/>
                  </a:lnTo>
                  <a:close/>
                  <a:moveTo>
                    <a:pt x="473708" y="915763"/>
                  </a:moveTo>
                  <a:lnTo>
                    <a:pt x="482351" y="875161"/>
                  </a:lnTo>
                  <a:lnTo>
                    <a:pt x="479613" y="886467"/>
                  </a:lnTo>
                  <a:close/>
                  <a:moveTo>
                    <a:pt x="482351" y="875161"/>
                  </a:moveTo>
                  <a:lnTo>
                    <a:pt x="484183" y="861825"/>
                  </a:lnTo>
                  <a:lnTo>
                    <a:pt x="474998" y="869211"/>
                  </a:lnTo>
                  <a:close/>
                  <a:moveTo>
                    <a:pt x="334453" y="690400"/>
                  </a:moveTo>
                  <a:lnTo>
                    <a:pt x="297376" y="703415"/>
                  </a:lnTo>
                  <a:lnTo>
                    <a:pt x="337020" y="727062"/>
                  </a:lnTo>
                  <a:close/>
                  <a:moveTo>
                    <a:pt x="334453" y="690400"/>
                  </a:moveTo>
                  <a:lnTo>
                    <a:pt x="332365" y="647349"/>
                  </a:lnTo>
                  <a:lnTo>
                    <a:pt x="300942" y="690555"/>
                  </a:lnTo>
                  <a:close/>
                  <a:moveTo>
                    <a:pt x="370246" y="678050"/>
                  </a:moveTo>
                  <a:lnTo>
                    <a:pt x="358046" y="641295"/>
                  </a:lnTo>
                  <a:lnTo>
                    <a:pt x="334453" y="690400"/>
                  </a:lnTo>
                  <a:close/>
                  <a:moveTo>
                    <a:pt x="358046" y="641295"/>
                  </a:moveTo>
                  <a:lnTo>
                    <a:pt x="332365" y="647349"/>
                  </a:lnTo>
                  <a:lnTo>
                    <a:pt x="334453" y="690400"/>
                  </a:lnTo>
                  <a:close/>
                  <a:moveTo>
                    <a:pt x="647914" y="972090"/>
                  </a:moveTo>
                  <a:lnTo>
                    <a:pt x="664383" y="982776"/>
                  </a:lnTo>
                  <a:lnTo>
                    <a:pt x="666073" y="968393"/>
                  </a:lnTo>
                  <a:close/>
                  <a:moveTo>
                    <a:pt x="632115" y="935335"/>
                  </a:moveTo>
                  <a:lnTo>
                    <a:pt x="666073" y="968393"/>
                  </a:lnTo>
                  <a:lnTo>
                    <a:pt x="659086" y="929326"/>
                  </a:lnTo>
                  <a:close/>
                  <a:moveTo>
                    <a:pt x="632115" y="935335"/>
                  </a:moveTo>
                  <a:lnTo>
                    <a:pt x="647914" y="972090"/>
                  </a:lnTo>
                  <a:lnTo>
                    <a:pt x="666073" y="968393"/>
                  </a:lnTo>
                  <a:close/>
                  <a:moveTo>
                    <a:pt x="488080" y="781009"/>
                  </a:moveTo>
                  <a:lnTo>
                    <a:pt x="475483" y="774817"/>
                  </a:lnTo>
                  <a:lnTo>
                    <a:pt x="442073" y="746576"/>
                  </a:lnTo>
                  <a:close/>
                  <a:moveTo>
                    <a:pt x="332562" y="604540"/>
                  </a:moveTo>
                  <a:lnTo>
                    <a:pt x="384499" y="632054"/>
                  </a:lnTo>
                  <a:lnTo>
                    <a:pt x="351672" y="589426"/>
                  </a:lnTo>
                  <a:close/>
                  <a:moveTo>
                    <a:pt x="353621" y="568346"/>
                  </a:moveTo>
                  <a:lnTo>
                    <a:pt x="332562" y="604540"/>
                  </a:lnTo>
                  <a:lnTo>
                    <a:pt x="349838" y="582572"/>
                  </a:lnTo>
                  <a:close/>
                  <a:moveTo>
                    <a:pt x="379756" y="569850"/>
                  </a:moveTo>
                  <a:lnTo>
                    <a:pt x="353621" y="568346"/>
                  </a:lnTo>
                  <a:lnTo>
                    <a:pt x="349838" y="582572"/>
                  </a:lnTo>
                  <a:close/>
                  <a:moveTo>
                    <a:pt x="171125" y="339194"/>
                  </a:moveTo>
                  <a:lnTo>
                    <a:pt x="151276" y="347255"/>
                  </a:lnTo>
                  <a:lnTo>
                    <a:pt x="184192" y="336975"/>
                  </a:lnTo>
                  <a:close/>
                  <a:moveTo>
                    <a:pt x="184192" y="336975"/>
                  </a:moveTo>
                  <a:lnTo>
                    <a:pt x="151276" y="347255"/>
                  </a:lnTo>
                  <a:lnTo>
                    <a:pt x="131328" y="360112"/>
                  </a:lnTo>
                  <a:close/>
                  <a:moveTo>
                    <a:pt x="184192" y="336975"/>
                  </a:moveTo>
                  <a:lnTo>
                    <a:pt x="131328" y="360112"/>
                  </a:lnTo>
                  <a:lnTo>
                    <a:pt x="154302" y="349799"/>
                  </a:lnTo>
                  <a:close/>
                  <a:moveTo>
                    <a:pt x="215374" y="328984"/>
                  </a:moveTo>
                  <a:lnTo>
                    <a:pt x="171125" y="339194"/>
                  </a:lnTo>
                  <a:lnTo>
                    <a:pt x="212049" y="330072"/>
                  </a:lnTo>
                  <a:close/>
                  <a:moveTo>
                    <a:pt x="159701" y="341616"/>
                  </a:moveTo>
                  <a:lnTo>
                    <a:pt x="171125" y="339194"/>
                  </a:lnTo>
                  <a:lnTo>
                    <a:pt x="215374" y="328984"/>
                  </a:lnTo>
                  <a:close/>
                  <a:moveTo>
                    <a:pt x="171125" y="339194"/>
                  </a:moveTo>
                  <a:lnTo>
                    <a:pt x="184192" y="336975"/>
                  </a:lnTo>
                  <a:lnTo>
                    <a:pt x="212049" y="330072"/>
                  </a:lnTo>
                  <a:close/>
                  <a:moveTo>
                    <a:pt x="596818" y="791530"/>
                  </a:moveTo>
                  <a:lnTo>
                    <a:pt x="630925" y="790891"/>
                  </a:lnTo>
                  <a:lnTo>
                    <a:pt x="608570" y="764318"/>
                  </a:lnTo>
                  <a:close/>
                  <a:moveTo>
                    <a:pt x="608570" y="764318"/>
                  </a:moveTo>
                  <a:lnTo>
                    <a:pt x="630925" y="790891"/>
                  </a:lnTo>
                  <a:lnTo>
                    <a:pt x="645555" y="761338"/>
                  </a:lnTo>
                  <a:close/>
                  <a:moveTo>
                    <a:pt x="575276" y="719549"/>
                  </a:moveTo>
                  <a:lnTo>
                    <a:pt x="526346" y="734376"/>
                  </a:lnTo>
                  <a:lnTo>
                    <a:pt x="542222" y="764081"/>
                  </a:lnTo>
                  <a:close/>
                  <a:moveTo>
                    <a:pt x="575276" y="719549"/>
                  </a:moveTo>
                  <a:lnTo>
                    <a:pt x="515321" y="697622"/>
                  </a:lnTo>
                  <a:lnTo>
                    <a:pt x="526346" y="734376"/>
                  </a:lnTo>
                  <a:close/>
                  <a:moveTo>
                    <a:pt x="210932" y="351579"/>
                  </a:moveTo>
                  <a:lnTo>
                    <a:pt x="212049" y="330072"/>
                  </a:lnTo>
                  <a:lnTo>
                    <a:pt x="184192" y="336975"/>
                  </a:lnTo>
                  <a:close/>
                  <a:moveTo>
                    <a:pt x="216402" y="329472"/>
                  </a:moveTo>
                  <a:lnTo>
                    <a:pt x="212049" y="3300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16402" y="3294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76049" y="352816"/>
                  </a:lnTo>
                  <a:lnTo>
                    <a:pt x="255941" y="324416"/>
                  </a:lnTo>
                  <a:close/>
                  <a:moveTo>
                    <a:pt x="238085" y="356592"/>
                  </a:moveTo>
                  <a:lnTo>
                    <a:pt x="255941" y="324416"/>
                  </a:lnTo>
                  <a:lnTo>
                    <a:pt x="216402" y="329472"/>
                  </a:lnTo>
                  <a:close/>
                  <a:moveTo>
                    <a:pt x="276049" y="352816"/>
                  </a:moveTo>
                  <a:lnTo>
                    <a:pt x="238085" y="356592"/>
                  </a:lnTo>
                  <a:lnTo>
                    <a:pt x="282507" y="359198"/>
                  </a:lnTo>
                  <a:close/>
                  <a:moveTo>
                    <a:pt x="238085" y="356592"/>
                  </a:moveTo>
                  <a:lnTo>
                    <a:pt x="250842" y="365384"/>
                  </a:lnTo>
                  <a:lnTo>
                    <a:pt x="282507" y="359198"/>
                  </a:lnTo>
                  <a:close/>
                  <a:moveTo>
                    <a:pt x="276049" y="352816"/>
                  </a:moveTo>
                  <a:lnTo>
                    <a:pt x="310671" y="351757"/>
                  </a:lnTo>
                  <a:lnTo>
                    <a:pt x="255941" y="324416"/>
                  </a:lnTo>
                  <a:close/>
                  <a:moveTo>
                    <a:pt x="310671" y="351757"/>
                  </a:moveTo>
                  <a:lnTo>
                    <a:pt x="276049" y="352816"/>
                  </a:lnTo>
                  <a:lnTo>
                    <a:pt x="318128" y="367805"/>
                  </a:lnTo>
                  <a:close/>
                  <a:moveTo>
                    <a:pt x="276049" y="352816"/>
                  </a:moveTo>
                  <a:lnTo>
                    <a:pt x="282507" y="359198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51381" y="367556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63718" y="380466"/>
                  </a:lnTo>
                  <a:lnTo>
                    <a:pt x="351381" y="367556"/>
                  </a:lnTo>
                  <a:close/>
                  <a:moveTo>
                    <a:pt x="363718" y="380466"/>
                  </a:moveTo>
                  <a:lnTo>
                    <a:pt x="333567" y="377890"/>
                  </a:lnTo>
                  <a:lnTo>
                    <a:pt x="381530" y="384070"/>
                  </a:lnTo>
                  <a:close/>
                  <a:moveTo>
                    <a:pt x="363718" y="380466"/>
                  </a:moveTo>
                  <a:lnTo>
                    <a:pt x="381530" y="384070"/>
                  </a:lnTo>
                  <a:lnTo>
                    <a:pt x="413264" y="378142"/>
                  </a:lnTo>
                  <a:close/>
                  <a:moveTo>
                    <a:pt x="716298" y="719581"/>
                  </a:moveTo>
                  <a:lnTo>
                    <a:pt x="724793" y="699229"/>
                  </a:lnTo>
                  <a:lnTo>
                    <a:pt x="684101" y="736765"/>
                  </a:lnTo>
                  <a:close/>
                  <a:moveTo>
                    <a:pt x="724793" y="699229"/>
                  </a:moveTo>
                  <a:lnTo>
                    <a:pt x="716298" y="719581"/>
                  </a:lnTo>
                  <a:lnTo>
                    <a:pt x="739420" y="665643"/>
                  </a:lnTo>
                  <a:close/>
                  <a:moveTo>
                    <a:pt x="687447" y="637786"/>
                  </a:moveTo>
                  <a:lnTo>
                    <a:pt x="714262" y="598327"/>
                  </a:lnTo>
                  <a:lnTo>
                    <a:pt x="672398" y="605274"/>
                  </a:lnTo>
                  <a:close/>
                  <a:moveTo>
                    <a:pt x="718892" y="639310"/>
                  </a:moveTo>
                  <a:lnTo>
                    <a:pt x="751765" y="594926"/>
                  </a:lnTo>
                  <a:lnTo>
                    <a:pt x="714262" y="598327"/>
                  </a:lnTo>
                  <a:close/>
                  <a:moveTo>
                    <a:pt x="639636" y="604820"/>
                  </a:moveTo>
                  <a:lnTo>
                    <a:pt x="672398" y="605274"/>
                  </a:lnTo>
                  <a:lnTo>
                    <a:pt x="645291" y="555476"/>
                  </a:lnTo>
                  <a:close/>
                  <a:moveTo>
                    <a:pt x="881777" y="775908"/>
                  </a:moveTo>
                  <a:lnTo>
                    <a:pt x="933980" y="795480"/>
                  </a:lnTo>
                  <a:lnTo>
                    <a:pt x="909244" y="758725"/>
                  </a:lnTo>
                  <a:close/>
                  <a:moveTo>
                    <a:pt x="888944" y="739153"/>
                  </a:moveTo>
                  <a:lnTo>
                    <a:pt x="881777" y="775908"/>
                  </a:lnTo>
                  <a:lnTo>
                    <a:pt x="909244" y="758725"/>
                  </a:lnTo>
                  <a:close/>
                  <a:moveTo>
                    <a:pt x="764689" y="627610"/>
                  </a:moveTo>
                  <a:lnTo>
                    <a:pt x="783392" y="601328"/>
                  </a:lnTo>
                  <a:lnTo>
                    <a:pt x="769667" y="592133"/>
                  </a:lnTo>
                  <a:close/>
                  <a:moveTo>
                    <a:pt x="909244" y="758725"/>
                  </a:moveTo>
                  <a:lnTo>
                    <a:pt x="936218" y="794716"/>
                  </a:lnTo>
                  <a:lnTo>
                    <a:pt x="937407" y="749002"/>
                  </a:lnTo>
                  <a:close/>
                  <a:moveTo>
                    <a:pt x="909244" y="758725"/>
                  </a:moveTo>
                  <a:lnTo>
                    <a:pt x="933980" y="795480"/>
                  </a:lnTo>
                  <a:lnTo>
                    <a:pt x="936218" y="794716"/>
                  </a:lnTo>
                  <a:close/>
                  <a:moveTo>
                    <a:pt x="936218" y="794716"/>
                  </a:moveTo>
                  <a:lnTo>
                    <a:pt x="970423" y="749249"/>
                  </a:lnTo>
                  <a:lnTo>
                    <a:pt x="937407" y="749002"/>
                  </a:lnTo>
                  <a:close/>
                  <a:moveTo>
                    <a:pt x="974153" y="790964"/>
                  </a:moveTo>
                  <a:lnTo>
                    <a:pt x="1011103" y="743265"/>
                  </a:lnTo>
                  <a:lnTo>
                    <a:pt x="970423" y="749249"/>
                  </a:lnTo>
                  <a:close/>
                  <a:moveTo>
                    <a:pt x="927224" y="712534"/>
                  </a:moveTo>
                  <a:lnTo>
                    <a:pt x="970423" y="749249"/>
                  </a:lnTo>
                  <a:lnTo>
                    <a:pt x="928331" y="721970"/>
                  </a:lnTo>
                  <a:close/>
                  <a:moveTo>
                    <a:pt x="903380" y="685215"/>
                  </a:moveTo>
                  <a:lnTo>
                    <a:pt x="927224" y="712534"/>
                  </a:lnTo>
                  <a:lnTo>
                    <a:pt x="911367" y="680678"/>
                  </a:lnTo>
                  <a:close/>
                  <a:moveTo>
                    <a:pt x="910110" y="631276"/>
                  </a:moveTo>
                  <a:lnTo>
                    <a:pt x="911367" y="680678"/>
                  </a:lnTo>
                  <a:lnTo>
                    <a:pt x="921318" y="647073"/>
                  </a:lnTo>
                  <a:close/>
                  <a:moveTo>
                    <a:pt x="903380" y="685215"/>
                  </a:moveTo>
                  <a:lnTo>
                    <a:pt x="911367" y="680678"/>
                  </a:lnTo>
                  <a:lnTo>
                    <a:pt x="910110" y="631276"/>
                  </a:lnTo>
                  <a:close/>
                  <a:moveTo>
                    <a:pt x="872092" y="648460"/>
                  </a:moveTo>
                  <a:lnTo>
                    <a:pt x="903380" y="685215"/>
                  </a:lnTo>
                  <a:lnTo>
                    <a:pt x="910110" y="631276"/>
                  </a:lnTo>
                  <a:close/>
                  <a:moveTo>
                    <a:pt x="933053" y="631276"/>
                  </a:moveTo>
                  <a:lnTo>
                    <a:pt x="921318" y="647073"/>
                  </a:lnTo>
                  <a:lnTo>
                    <a:pt x="947594" y="633567"/>
                  </a:lnTo>
                  <a:close/>
                  <a:moveTo>
                    <a:pt x="947594" y="633567"/>
                  </a:moveTo>
                  <a:lnTo>
                    <a:pt x="921318" y="647073"/>
                  </a:lnTo>
                  <a:lnTo>
                    <a:pt x="911367" y="680678"/>
                  </a:lnTo>
                  <a:close/>
                  <a:moveTo>
                    <a:pt x="791339" y="538195"/>
                  </a:moveTo>
                  <a:lnTo>
                    <a:pt x="822602" y="527145"/>
                  </a:lnTo>
                  <a:lnTo>
                    <a:pt x="812595" y="527813"/>
                  </a:lnTo>
                  <a:close/>
                  <a:moveTo>
                    <a:pt x="800762" y="574950"/>
                  </a:moveTo>
                  <a:lnTo>
                    <a:pt x="804791" y="557767"/>
                  </a:lnTo>
                  <a:lnTo>
                    <a:pt x="791339" y="538195"/>
                  </a:lnTo>
                  <a:close/>
                  <a:moveTo>
                    <a:pt x="812595" y="527813"/>
                  </a:moveTo>
                  <a:lnTo>
                    <a:pt x="822602" y="527145"/>
                  </a:lnTo>
                  <a:lnTo>
                    <a:pt x="856165" y="528053"/>
                  </a:lnTo>
                  <a:close/>
                  <a:moveTo>
                    <a:pt x="651508" y="353774"/>
                  </a:moveTo>
                  <a:lnTo>
                    <a:pt x="648353" y="354420"/>
                  </a:lnTo>
                  <a:lnTo>
                    <a:pt x="680748" y="370506"/>
                  </a:lnTo>
                  <a:close/>
                  <a:moveTo>
                    <a:pt x="680748" y="370506"/>
                  </a:moveTo>
                  <a:lnTo>
                    <a:pt x="621555" y="369975"/>
                  </a:lnTo>
                  <a:lnTo>
                    <a:pt x="673392" y="373991"/>
                  </a:lnTo>
                  <a:close/>
                  <a:moveTo>
                    <a:pt x="651508" y="353774"/>
                  </a:moveTo>
                  <a:lnTo>
                    <a:pt x="680748" y="370506"/>
                  </a:lnTo>
                  <a:lnTo>
                    <a:pt x="686171" y="373991"/>
                  </a:lnTo>
                  <a:close/>
                  <a:moveTo>
                    <a:pt x="944828" y="668032"/>
                  </a:moveTo>
                  <a:lnTo>
                    <a:pt x="955647" y="704786"/>
                  </a:lnTo>
                  <a:lnTo>
                    <a:pt x="982370" y="687603"/>
                  </a:lnTo>
                  <a:close/>
                  <a:moveTo>
                    <a:pt x="944828" y="668032"/>
                  </a:moveTo>
                  <a:lnTo>
                    <a:pt x="982370" y="687603"/>
                  </a:lnTo>
                  <a:lnTo>
                    <a:pt x="969455" y="650848"/>
                  </a:lnTo>
                  <a:close/>
                  <a:moveTo>
                    <a:pt x="921318" y="647073"/>
                  </a:moveTo>
                  <a:lnTo>
                    <a:pt x="933053" y="631276"/>
                  </a:lnTo>
                  <a:lnTo>
                    <a:pt x="920702" y="628342"/>
                  </a:lnTo>
                  <a:close/>
                  <a:moveTo>
                    <a:pt x="1010454" y="634976"/>
                  </a:moveTo>
                  <a:lnTo>
                    <a:pt x="955207" y="649205"/>
                  </a:lnTo>
                  <a:lnTo>
                    <a:pt x="976758" y="633571"/>
                  </a:lnTo>
                  <a:close/>
                  <a:moveTo>
                    <a:pt x="910110" y="631276"/>
                  </a:moveTo>
                  <a:lnTo>
                    <a:pt x="921318" y="647073"/>
                  </a:lnTo>
                  <a:lnTo>
                    <a:pt x="920702" y="628342"/>
                  </a:lnTo>
                  <a:close/>
                  <a:moveTo>
                    <a:pt x="822602" y="527145"/>
                  </a:moveTo>
                  <a:lnTo>
                    <a:pt x="846402" y="545076"/>
                  </a:lnTo>
                  <a:lnTo>
                    <a:pt x="876629" y="540583"/>
                  </a:lnTo>
                  <a:close/>
                  <a:moveTo>
                    <a:pt x="882394" y="529911"/>
                  </a:moveTo>
                  <a:lnTo>
                    <a:pt x="822602" y="527145"/>
                  </a:lnTo>
                  <a:lnTo>
                    <a:pt x="876629" y="540583"/>
                  </a:lnTo>
                  <a:close/>
                  <a:moveTo>
                    <a:pt x="856165" y="528053"/>
                  </a:moveTo>
                  <a:lnTo>
                    <a:pt x="822602" y="527145"/>
                  </a:lnTo>
                  <a:lnTo>
                    <a:pt x="882394" y="529911"/>
                  </a:lnTo>
                  <a:close/>
                  <a:moveTo>
                    <a:pt x="918435" y="540087"/>
                  </a:moveTo>
                  <a:lnTo>
                    <a:pt x="861233" y="521011"/>
                  </a:lnTo>
                  <a:lnTo>
                    <a:pt x="856165" y="528053"/>
                  </a:lnTo>
                  <a:close/>
                  <a:moveTo>
                    <a:pt x="918435" y="540087"/>
                  </a:moveTo>
                  <a:lnTo>
                    <a:pt x="856165" y="528053"/>
                  </a:lnTo>
                  <a:lnTo>
                    <a:pt x="882394" y="529911"/>
                  </a:lnTo>
                  <a:close/>
                  <a:moveTo>
                    <a:pt x="680748" y="370506"/>
                  </a:moveTo>
                  <a:lnTo>
                    <a:pt x="673392" y="373991"/>
                  </a:lnTo>
                  <a:lnTo>
                    <a:pt x="683237" y="372726"/>
                  </a:lnTo>
                  <a:close/>
                  <a:moveTo>
                    <a:pt x="683237" y="372726"/>
                  </a:moveTo>
                  <a:lnTo>
                    <a:pt x="686171" y="373991"/>
                  </a:lnTo>
                  <a:lnTo>
                    <a:pt x="680748" y="370506"/>
                  </a:lnTo>
                  <a:close/>
                  <a:moveTo>
                    <a:pt x="717757" y="337236"/>
                  </a:moveTo>
                  <a:lnTo>
                    <a:pt x="743576" y="356808"/>
                  </a:lnTo>
                  <a:lnTo>
                    <a:pt x="734701" y="320053"/>
                  </a:lnTo>
                  <a:close/>
                  <a:moveTo>
                    <a:pt x="1031253" y="616535"/>
                  </a:moveTo>
                  <a:lnTo>
                    <a:pt x="976758" y="633571"/>
                  </a:lnTo>
                  <a:lnTo>
                    <a:pt x="997051" y="613233"/>
                  </a:lnTo>
                  <a:close/>
                  <a:moveTo>
                    <a:pt x="1054736" y="618298"/>
                  </a:moveTo>
                  <a:lnTo>
                    <a:pt x="1064015" y="614448"/>
                  </a:lnTo>
                  <a:lnTo>
                    <a:pt x="1031253" y="616535"/>
                  </a:lnTo>
                  <a:close/>
                  <a:moveTo>
                    <a:pt x="741340" y="229360"/>
                  </a:moveTo>
                  <a:lnTo>
                    <a:pt x="750016" y="266115"/>
                  </a:lnTo>
                  <a:lnTo>
                    <a:pt x="768117" y="248931"/>
                  </a:lnTo>
                  <a:close/>
                  <a:moveTo>
                    <a:pt x="749304" y="175421"/>
                  </a:moveTo>
                  <a:lnTo>
                    <a:pt x="755725" y="188982"/>
                  </a:lnTo>
                  <a:lnTo>
                    <a:pt x="741340" y="229360"/>
                  </a:lnTo>
                  <a:close/>
                  <a:moveTo>
                    <a:pt x="943820" y="346372"/>
                  </a:moveTo>
                  <a:lnTo>
                    <a:pt x="930363" y="352005"/>
                  </a:lnTo>
                  <a:lnTo>
                    <a:pt x="913648" y="359196"/>
                  </a:lnTo>
                  <a:close/>
                  <a:moveTo>
                    <a:pt x="936509" y="359196"/>
                  </a:moveTo>
                  <a:lnTo>
                    <a:pt x="930363" y="352005"/>
                  </a:lnTo>
                  <a:lnTo>
                    <a:pt x="958677" y="373553"/>
                  </a:lnTo>
                  <a:close/>
                  <a:moveTo>
                    <a:pt x="958677" y="373553"/>
                  </a:moveTo>
                  <a:lnTo>
                    <a:pt x="930363" y="352005"/>
                  </a:lnTo>
                  <a:lnTo>
                    <a:pt x="943820" y="346372"/>
                  </a:lnTo>
                  <a:close/>
                  <a:moveTo>
                    <a:pt x="951563" y="342013"/>
                  </a:moveTo>
                  <a:lnTo>
                    <a:pt x="959975" y="355020"/>
                  </a:lnTo>
                  <a:lnTo>
                    <a:pt x="958677" y="373553"/>
                  </a:lnTo>
                  <a:close/>
                  <a:moveTo>
                    <a:pt x="943820" y="346372"/>
                  </a:moveTo>
                  <a:lnTo>
                    <a:pt x="951563" y="342013"/>
                  </a:lnTo>
                  <a:lnTo>
                    <a:pt x="958677" y="373553"/>
                  </a:lnTo>
                  <a:close/>
                  <a:moveTo>
                    <a:pt x="885577" y="349395"/>
                  </a:moveTo>
                  <a:lnTo>
                    <a:pt x="930363" y="352005"/>
                  </a:lnTo>
                  <a:lnTo>
                    <a:pt x="940445" y="333753"/>
                  </a:lnTo>
                  <a:close/>
                  <a:moveTo>
                    <a:pt x="788358" y="138854"/>
                  </a:moveTo>
                  <a:lnTo>
                    <a:pt x="766057" y="151685"/>
                  </a:lnTo>
                  <a:lnTo>
                    <a:pt x="749304" y="175421"/>
                  </a:lnTo>
                  <a:close/>
                  <a:moveTo>
                    <a:pt x="964908" y="204432"/>
                  </a:moveTo>
                  <a:lnTo>
                    <a:pt x="904335" y="194993"/>
                  </a:lnTo>
                  <a:lnTo>
                    <a:pt x="906400" y="206467"/>
                  </a:lnTo>
                  <a:close/>
                  <a:moveTo>
                    <a:pt x="820110" y="132994"/>
                  </a:moveTo>
                  <a:lnTo>
                    <a:pt x="788358" y="138854"/>
                  </a:lnTo>
                  <a:lnTo>
                    <a:pt x="842939" y="122141"/>
                  </a:lnTo>
                  <a:close/>
                  <a:moveTo>
                    <a:pt x="842939" y="122141"/>
                  </a:moveTo>
                  <a:lnTo>
                    <a:pt x="864674" y="104300"/>
                  </a:lnTo>
                  <a:lnTo>
                    <a:pt x="866160" y="108630"/>
                  </a:lnTo>
                  <a:close/>
                  <a:moveTo>
                    <a:pt x="869470" y="96760"/>
                  </a:moveTo>
                  <a:lnTo>
                    <a:pt x="866160" y="108630"/>
                  </a:lnTo>
                  <a:lnTo>
                    <a:pt x="864674" y="104300"/>
                  </a:lnTo>
                  <a:close/>
                  <a:moveTo>
                    <a:pt x="1021239" y="194263"/>
                  </a:moveTo>
                  <a:lnTo>
                    <a:pt x="992326" y="182368"/>
                  </a:lnTo>
                  <a:lnTo>
                    <a:pt x="964908" y="204432"/>
                  </a:lnTo>
                  <a:close/>
                  <a:moveTo>
                    <a:pt x="869470" y="96760"/>
                  </a:moveTo>
                  <a:lnTo>
                    <a:pt x="888210" y="90704"/>
                  </a:lnTo>
                  <a:lnTo>
                    <a:pt x="885842" y="67545"/>
                  </a:lnTo>
                  <a:close/>
                  <a:moveTo>
                    <a:pt x="885842" y="67545"/>
                  </a:moveTo>
                  <a:lnTo>
                    <a:pt x="888210" y="90704"/>
                  </a:lnTo>
                  <a:lnTo>
                    <a:pt x="893379" y="87116"/>
                  </a:lnTo>
                  <a:close/>
                  <a:moveTo>
                    <a:pt x="885842" y="67545"/>
                  </a:moveTo>
                  <a:lnTo>
                    <a:pt x="893379" y="87116"/>
                  </a:lnTo>
                  <a:lnTo>
                    <a:pt x="891164" y="50362"/>
                  </a:lnTo>
                  <a:close/>
                  <a:moveTo>
                    <a:pt x="1074555" y="172814"/>
                  </a:moveTo>
                  <a:lnTo>
                    <a:pt x="1047963" y="169602"/>
                  </a:lnTo>
                  <a:lnTo>
                    <a:pt x="1021239" y="194263"/>
                  </a:lnTo>
                  <a:close/>
                  <a:moveTo>
                    <a:pt x="962274" y="2169"/>
                  </a:moveTo>
                  <a:lnTo>
                    <a:pt x="908981" y="23700"/>
                  </a:lnTo>
                  <a:lnTo>
                    <a:pt x="933561" y="19393"/>
                  </a:lnTo>
                  <a:close/>
                  <a:moveTo>
                    <a:pt x="1020746" y="0"/>
                  </a:moveTo>
                  <a:lnTo>
                    <a:pt x="995015" y="5"/>
                  </a:lnTo>
                  <a:lnTo>
                    <a:pt x="962274" y="2169"/>
                  </a:lnTo>
                  <a:close/>
                  <a:moveTo>
                    <a:pt x="1020746" y="0"/>
                  </a:moveTo>
                  <a:lnTo>
                    <a:pt x="962274" y="2169"/>
                  </a:lnTo>
                  <a:lnTo>
                    <a:pt x="990573" y="11764"/>
                  </a:lnTo>
                  <a:close/>
                  <a:moveTo>
                    <a:pt x="1055525" y="5456"/>
                  </a:moveTo>
                  <a:lnTo>
                    <a:pt x="995015" y="5"/>
                  </a:lnTo>
                  <a:lnTo>
                    <a:pt x="1020746" y="0"/>
                  </a:lnTo>
                  <a:close/>
                  <a:moveTo>
                    <a:pt x="1213024" y="182586"/>
                  </a:moveTo>
                  <a:lnTo>
                    <a:pt x="1224161" y="166022"/>
                  </a:lnTo>
                  <a:lnTo>
                    <a:pt x="1191179" y="185913"/>
                  </a:lnTo>
                  <a:close/>
                  <a:moveTo>
                    <a:pt x="1191179" y="185913"/>
                  </a:moveTo>
                  <a:lnTo>
                    <a:pt x="1224161" y="166022"/>
                  </a:lnTo>
                  <a:lnTo>
                    <a:pt x="1213350" y="150230"/>
                  </a:lnTo>
                  <a:close/>
                  <a:moveTo>
                    <a:pt x="1090321" y="79491"/>
                  </a:moveTo>
                  <a:lnTo>
                    <a:pt x="1128785" y="75309"/>
                  </a:lnTo>
                  <a:lnTo>
                    <a:pt x="1116945" y="40188"/>
                  </a:lnTo>
                  <a:close/>
                  <a:moveTo>
                    <a:pt x="1090321" y="79491"/>
                  </a:moveTo>
                  <a:lnTo>
                    <a:pt x="1116945" y="40188"/>
                  </a:lnTo>
                  <a:lnTo>
                    <a:pt x="1082799" y="40860"/>
                  </a:lnTo>
                  <a:close/>
                  <a:moveTo>
                    <a:pt x="1128785" y="75309"/>
                  </a:moveTo>
                  <a:lnTo>
                    <a:pt x="1150832" y="39726"/>
                  </a:lnTo>
                  <a:lnTo>
                    <a:pt x="1116945" y="40188"/>
                  </a:lnTo>
                  <a:close/>
                  <a:moveTo>
                    <a:pt x="1047774" y="42246"/>
                  </a:moveTo>
                  <a:lnTo>
                    <a:pt x="1082799" y="40860"/>
                  </a:lnTo>
                  <a:lnTo>
                    <a:pt x="1063262" y="11996"/>
                  </a:lnTo>
                  <a:close/>
                  <a:moveTo>
                    <a:pt x="1047774" y="42246"/>
                  </a:moveTo>
                  <a:lnTo>
                    <a:pt x="1063262" y="11996"/>
                  </a:lnTo>
                  <a:lnTo>
                    <a:pt x="1032924" y="9572"/>
                  </a:lnTo>
                  <a:close/>
                  <a:moveTo>
                    <a:pt x="1082799" y="40860"/>
                  </a:moveTo>
                  <a:lnTo>
                    <a:pt x="1116945" y="40188"/>
                  </a:lnTo>
                  <a:lnTo>
                    <a:pt x="1094669" y="13550"/>
                  </a:lnTo>
                  <a:close/>
                  <a:moveTo>
                    <a:pt x="1082799" y="40860"/>
                  </a:moveTo>
                  <a:lnTo>
                    <a:pt x="1094669" y="13550"/>
                  </a:lnTo>
                  <a:lnTo>
                    <a:pt x="1063262" y="11996"/>
                  </a:lnTo>
                  <a:close/>
                  <a:moveTo>
                    <a:pt x="993409" y="14609"/>
                  </a:moveTo>
                  <a:lnTo>
                    <a:pt x="1032924" y="9572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55525" y="5456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63262" y="11996"/>
                  </a:lnTo>
                  <a:lnTo>
                    <a:pt x="1055525" y="5456"/>
                  </a:lnTo>
                  <a:close/>
                  <a:moveTo>
                    <a:pt x="1233681" y="178448"/>
                  </a:moveTo>
                  <a:lnTo>
                    <a:pt x="1255047" y="156924"/>
                  </a:lnTo>
                  <a:lnTo>
                    <a:pt x="1224161" y="1660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53" name="Input_density__153">
              <a:extLst>
                <a:ext uri="{FF2B5EF4-FFF2-40B4-BE49-F238E27FC236}">
                  <a16:creationId xmlns:a16="http://schemas.microsoft.com/office/drawing/2014/main" id="{85C0E997-C5C3-FBFA-B8E4-245315AD107E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21843"/>
              <a:ext cx="1269166" cy="932649"/>
            </a:xfrm>
            <a:custGeom>
              <a:avLst/>
              <a:gdLst/>
              <a:ahLst/>
              <a:cxnLst/>
              <a:rect l="0" t="0" r="0" b="0"/>
              <a:pathLst>
                <a:path w="1269166" h="932649">
                  <a:moveTo>
                    <a:pt x="308163" y="888156"/>
                  </a:moveTo>
                  <a:lnTo>
                    <a:pt x="285161" y="898360"/>
                  </a:lnTo>
                  <a:lnTo>
                    <a:pt x="345078" y="901598"/>
                  </a:lnTo>
                  <a:close/>
                  <a:moveTo>
                    <a:pt x="61591" y="622630"/>
                  </a:moveTo>
                  <a:lnTo>
                    <a:pt x="86449" y="653405"/>
                  </a:lnTo>
                  <a:lnTo>
                    <a:pt x="76358" y="644354"/>
                  </a:lnTo>
                  <a:close/>
                  <a:moveTo>
                    <a:pt x="80030" y="633833"/>
                  </a:moveTo>
                  <a:lnTo>
                    <a:pt x="61591" y="622630"/>
                  </a:lnTo>
                  <a:lnTo>
                    <a:pt x="41487" y="594228"/>
                  </a:lnTo>
                  <a:close/>
                  <a:moveTo>
                    <a:pt x="11691" y="579895"/>
                  </a:moveTo>
                  <a:lnTo>
                    <a:pt x="0" y="579650"/>
                  </a:lnTo>
                  <a:lnTo>
                    <a:pt x="17615" y="586547"/>
                  </a:lnTo>
                  <a:close/>
                  <a:moveTo>
                    <a:pt x="0" y="579650"/>
                  </a:moveTo>
                  <a:lnTo>
                    <a:pt x="37176" y="594070"/>
                  </a:lnTo>
                  <a:lnTo>
                    <a:pt x="17615" y="586547"/>
                  </a:lnTo>
                  <a:close/>
                  <a:moveTo>
                    <a:pt x="37176" y="594070"/>
                  </a:moveTo>
                  <a:lnTo>
                    <a:pt x="41487" y="594228"/>
                  </a:lnTo>
                  <a:lnTo>
                    <a:pt x="17615" y="586547"/>
                  </a:lnTo>
                  <a:close/>
                  <a:moveTo>
                    <a:pt x="52280" y="616650"/>
                  </a:moveTo>
                  <a:lnTo>
                    <a:pt x="61591" y="622630"/>
                  </a:lnTo>
                  <a:lnTo>
                    <a:pt x="76358" y="644354"/>
                  </a:lnTo>
                  <a:close/>
                  <a:moveTo>
                    <a:pt x="61591" y="622630"/>
                  </a:moveTo>
                  <a:lnTo>
                    <a:pt x="52280" y="616650"/>
                  </a:lnTo>
                  <a:lnTo>
                    <a:pt x="17615" y="586547"/>
                  </a:lnTo>
                  <a:close/>
                  <a:moveTo>
                    <a:pt x="41487" y="594228"/>
                  </a:moveTo>
                  <a:lnTo>
                    <a:pt x="61591" y="622630"/>
                  </a:lnTo>
                  <a:lnTo>
                    <a:pt x="17615" y="586547"/>
                  </a:lnTo>
                  <a:close/>
                  <a:moveTo>
                    <a:pt x="345078" y="901598"/>
                  </a:moveTo>
                  <a:lnTo>
                    <a:pt x="367185" y="888042"/>
                  </a:lnTo>
                  <a:lnTo>
                    <a:pt x="308163" y="888156"/>
                  </a:lnTo>
                  <a:close/>
                  <a:moveTo>
                    <a:pt x="150566" y="576448"/>
                  </a:moveTo>
                  <a:lnTo>
                    <a:pt x="135995" y="571570"/>
                  </a:lnTo>
                  <a:lnTo>
                    <a:pt x="124902" y="562711"/>
                  </a:lnTo>
                  <a:close/>
                  <a:moveTo>
                    <a:pt x="367185" y="888042"/>
                  </a:moveTo>
                  <a:lnTo>
                    <a:pt x="399547" y="884462"/>
                  </a:lnTo>
                  <a:lnTo>
                    <a:pt x="417569" y="855638"/>
                  </a:lnTo>
                  <a:close/>
                  <a:moveTo>
                    <a:pt x="589585" y="932649"/>
                  </a:moveTo>
                  <a:lnTo>
                    <a:pt x="559815" y="917533"/>
                  </a:lnTo>
                  <a:lnTo>
                    <a:pt x="536730" y="927430"/>
                  </a:lnTo>
                  <a:close/>
                  <a:moveTo>
                    <a:pt x="503815" y="928944"/>
                  </a:moveTo>
                  <a:lnTo>
                    <a:pt x="536730" y="927430"/>
                  </a:lnTo>
                  <a:lnTo>
                    <a:pt x="559815" y="917533"/>
                  </a:lnTo>
                  <a:close/>
                  <a:moveTo>
                    <a:pt x="307293" y="655793"/>
                  </a:moveTo>
                  <a:lnTo>
                    <a:pt x="319790" y="638610"/>
                  </a:lnTo>
                  <a:lnTo>
                    <a:pt x="297306" y="655146"/>
                  </a:lnTo>
                  <a:close/>
                  <a:moveTo>
                    <a:pt x="567334" y="795582"/>
                  </a:moveTo>
                  <a:lnTo>
                    <a:pt x="561167" y="826379"/>
                  </a:lnTo>
                  <a:lnTo>
                    <a:pt x="581338" y="805201"/>
                  </a:lnTo>
                  <a:close/>
                  <a:moveTo>
                    <a:pt x="567334" y="795582"/>
                  </a:moveTo>
                  <a:lnTo>
                    <a:pt x="581338" y="805201"/>
                  </a:lnTo>
                  <a:lnTo>
                    <a:pt x="573224" y="775249"/>
                  </a:lnTo>
                  <a:close/>
                  <a:moveTo>
                    <a:pt x="417565" y="621426"/>
                  </a:moveTo>
                  <a:lnTo>
                    <a:pt x="422351" y="653198"/>
                  </a:lnTo>
                  <a:lnTo>
                    <a:pt x="426444" y="658181"/>
                  </a:lnTo>
                  <a:close/>
                  <a:moveTo>
                    <a:pt x="270865" y="437651"/>
                  </a:moveTo>
                  <a:lnTo>
                    <a:pt x="294105" y="450760"/>
                  </a:lnTo>
                  <a:lnTo>
                    <a:pt x="306065" y="425077"/>
                  </a:lnTo>
                  <a:close/>
                  <a:moveTo>
                    <a:pt x="306065" y="425077"/>
                  </a:moveTo>
                  <a:lnTo>
                    <a:pt x="286556" y="422536"/>
                  </a:lnTo>
                  <a:lnTo>
                    <a:pt x="270865" y="437651"/>
                  </a:lnTo>
                  <a:close/>
                  <a:moveTo>
                    <a:pt x="302234" y="420468"/>
                  </a:moveTo>
                  <a:lnTo>
                    <a:pt x="266487" y="400896"/>
                  </a:lnTo>
                  <a:lnTo>
                    <a:pt x="301234" y="383713"/>
                  </a:lnTo>
                  <a:close/>
                  <a:moveTo>
                    <a:pt x="288271" y="350049"/>
                  </a:moveTo>
                  <a:lnTo>
                    <a:pt x="302284" y="383713"/>
                  </a:lnTo>
                  <a:lnTo>
                    <a:pt x="301120" y="380780"/>
                  </a:lnTo>
                  <a:close/>
                  <a:moveTo>
                    <a:pt x="617592" y="737065"/>
                  </a:moveTo>
                  <a:lnTo>
                    <a:pt x="573224" y="775249"/>
                  </a:lnTo>
                  <a:lnTo>
                    <a:pt x="606344" y="774505"/>
                  </a:lnTo>
                  <a:close/>
                  <a:moveTo>
                    <a:pt x="640667" y="745393"/>
                  </a:moveTo>
                  <a:lnTo>
                    <a:pt x="617592" y="737065"/>
                  </a:lnTo>
                  <a:lnTo>
                    <a:pt x="606344" y="774505"/>
                  </a:lnTo>
                  <a:close/>
                  <a:moveTo>
                    <a:pt x="434029" y="503978"/>
                  </a:moveTo>
                  <a:lnTo>
                    <a:pt x="423400" y="493978"/>
                  </a:lnTo>
                  <a:lnTo>
                    <a:pt x="433248" y="476794"/>
                  </a:lnTo>
                  <a:close/>
                  <a:moveTo>
                    <a:pt x="423400" y="493978"/>
                  </a:moveTo>
                  <a:lnTo>
                    <a:pt x="429167" y="440040"/>
                  </a:lnTo>
                  <a:lnTo>
                    <a:pt x="433248" y="476794"/>
                  </a:lnTo>
                  <a:close/>
                  <a:moveTo>
                    <a:pt x="303200" y="366530"/>
                  </a:moveTo>
                  <a:lnTo>
                    <a:pt x="301234" y="383713"/>
                  </a:lnTo>
                  <a:lnTo>
                    <a:pt x="318011" y="347727"/>
                  </a:lnTo>
                  <a:close/>
                  <a:moveTo>
                    <a:pt x="301234" y="383713"/>
                  </a:moveTo>
                  <a:lnTo>
                    <a:pt x="301120" y="380780"/>
                  </a:lnTo>
                  <a:lnTo>
                    <a:pt x="318011" y="347727"/>
                  </a:lnTo>
                  <a:close/>
                  <a:moveTo>
                    <a:pt x="328830" y="366530"/>
                  </a:moveTo>
                  <a:lnTo>
                    <a:pt x="318011" y="347727"/>
                  </a:lnTo>
                  <a:lnTo>
                    <a:pt x="301120" y="380780"/>
                  </a:lnTo>
                  <a:close/>
                  <a:moveTo>
                    <a:pt x="611679" y="697124"/>
                  </a:moveTo>
                  <a:lnTo>
                    <a:pt x="658113" y="731210"/>
                  </a:lnTo>
                  <a:lnTo>
                    <a:pt x="624012" y="731845"/>
                  </a:lnTo>
                  <a:close/>
                  <a:moveTo>
                    <a:pt x="444225" y="438767"/>
                  </a:moveTo>
                  <a:lnTo>
                    <a:pt x="463728" y="467659"/>
                  </a:lnTo>
                  <a:lnTo>
                    <a:pt x="439492" y="456563"/>
                  </a:lnTo>
                  <a:close/>
                  <a:moveTo>
                    <a:pt x="667725" y="544407"/>
                  </a:moveTo>
                  <a:lnTo>
                    <a:pt x="668468" y="588550"/>
                  </a:lnTo>
                  <a:lnTo>
                    <a:pt x="699170" y="545932"/>
                  </a:lnTo>
                  <a:close/>
                  <a:moveTo>
                    <a:pt x="744888" y="535509"/>
                  </a:moveTo>
                  <a:lnTo>
                    <a:pt x="699170" y="545932"/>
                  </a:lnTo>
                  <a:lnTo>
                    <a:pt x="695884" y="571503"/>
                  </a:lnTo>
                  <a:close/>
                  <a:moveTo>
                    <a:pt x="625568" y="462097"/>
                  </a:moveTo>
                  <a:lnTo>
                    <a:pt x="640973" y="490774"/>
                  </a:lnTo>
                  <a:lnTo>
                    <a:pt x="629879" y="479183"/>
                  </a:lnTo>
                  <a:close/>
                  <a:moveTo>
                    <a:pt x="625568" y="462097"/>
                  </a:moveTo>
                  <a:lnTo>
                    <a:pt x="629879" y="479183"/>
                  </a:lnTo>
                  <a:lnTo>
                    <a:pt x="625663" y="461903"/>
                  </a:lnTo>
                  <a:close/>
                  <a:moveTo>
                    <a:pt x="952766" y="620435"/>
                  </a:moveTo>
                  <a:lnTo>
                    <a:pt x="974329" y="619002"/>
                  </a:lnTo>
                  <a:lnTo>
                    <a:pt x="991517" y="640744"/>
                  </a:lnTo>
                  <a:close/>
                  <a:moveTo>
                    <a:pt x="837170" y="515005"/>
                  </a:moveTo>
                  <a:lnTo>
                    <a:pt x="886969" y="501143"/>
                  </a:lnTo>
                  <a:lnTo>
                    <a:pt x="852538" y="494853"/>
                  </a:lnTo>
                  <a:close/>
                  <a:moveTo>
                    <a:pt x="1012391" y="622581"/>
                  </a:moveTo>
                  <a:lnTo>
                    <a:pt x="991517" y="640744"/>
                  </a:lnTo>
                  <a:lnTo>
                    <a:pt x="1046084" y="623975"/>
                  </a:lnTo>
                  <a:close/>
                  <a:moveTo>
                    <a:pt x="869665" y="462682"/>
                  </a:moveTo>
                  <a:lnTo>
                    <a:pt x="827308" y="501143"/>
                  </a:lnTo>
                  <a:lnTo>
                    <a:pt x="852538" y="494853"/>
                  </a:lnTo>
                  <a:close/>
                  <a:moveTo>
                    <a:pt x="754180" y="376261"/>
                  </a:moveTo>
                  <a:lnTo>
                    <a:pt x="761755" y="390878"/>
                  </a:lnTo>
                  <a:lnTo>
                    <a:pt x="768012" y="382810"/>
                  </a:lnTo>
                  <a:close/>
                  <a:moveTo>
                    <a:pt x="843724" y="410449"/>
                  </a:moveTo>
                  <a:lnTo>
                    <a:pt x="806970" y="422973"/>
                  </a:lnTo>
                  <a:lnTo>
                    <a:pt x="852042" y="396791"/>
                  </a:lnTo>
                  <a:close/>
                  <a:moveTo>
                    <a:pt x="1078319" y="630979"/>
                  </a:moveTo>
                  <a:lnTo>
                    <a:pt x="1082760" y="629773"/>
                  </a:lnTo>
                  <a:lnTo>
                    <a:pt x="1046084" y="623975"/>
                  </a:lnTo>
                  <a:close/>
                  <a:moveTo>
                    <a:pt x="1046084" y="623975"/>
                  </a:moveTo>
                  <a:lnTo>
                    <a:pt x="1082760" y="629773"/>
                  </a:lnTo>
                  <a:lnTo>
                    <a:pt x="1099426" y="602627"/>
                  </a:lnTo>
                  <a:close/>
                  <a:moveTo>
                    <a:pt x="1046084" y="623975"/>
                  </a:moveTo>
                  <a:lnTo>
                    <a:pt x="1099426" y="602627"/>
                  </a:lnTo>
                  <a:lnTo>
                    <a:pt x="1068366" y="611078"/>
                  </a:lnTo>
                  <a:close/>
                  <a:moveTo>
                    <a:pt x="1012391" y="622581"/>
                  </a:moveTo>
                  <a:lnTo>
                    <a:pt x="1046084" y="623975"/>
                  </a:lnTo>
                  <a:lnTo>
                    <a:pt x="1068366" y="611078"/>
                  </a:lnTo>
                  <a:close/>
                  <a:moveTo>
                    <a:pt x="1104122" y="567660"/>
                  </a:moveTo>
                  <a:lnTo>
                    <a:pt x="1068366" y="611078"/>
                  </a:lnTo>
                  <a:lnTo>
                    <a:pt x="1099426" y="602627"/>
                  </a:lnTo>
                  <a:close/>
                  <a:moveTo>
                    <a:pt x="962461" y="198839"/>
                  </a:moveTo>
                  <a:lnTo>
                    <a:pt x="967207" y="239727"/>
                  </a:lnTo>
                  <a:lnTo>
                    <a:pt x="981944" y="248634"/>
                  </a:lnTo>
                  <a:close/>
                  <a:moveTo>
                    <a:pt x="883351" y="100649"/>
                  </a:moveTo>
                  <a:lnTo>
                    <a:pt x="898326" y="60429"/>
                  </a:lnTo>
                  <a:lnTo>
                    <a:pt x="851003" y="56287"/>
                  </a:lnTo>
                  <a:close/>
                  <a:moveTo>
                    <a:pt x="1025291" y="13309"/>
                  </a:moveTo>
                  <a:lnTo>
                    <a:pt x="1038652" y="18942"/>
                  </a:lnTo>
                  <a:lnTo>
                    <a:pt x="1020197" y="0"/>
                  </a:lnTo>
                  <a:close/>
                  <a:moveTo>
                    <a:pt x="1261685" y="118104"/>
                  </a:moveTo>
                  <a:lnTo>
                    <a:pt x="1269166" y="162717"/>
                  </a:lnTo>
                  <a:lnTo>
                    <a:pt x="1269054" y="125963"/>
                  </a:lnTo>
                  <a:close/>
                  <a:moveTo>
                    <a:pt x="1261685" y="118104"/>
                  </a:moveTo>
                  <a:lnTo>
                    <a:pt x="1266302" y="159098"/>
                  </a:lnTo>
                  <a:lnTo>
                    <a:pt x="1269166" y="162717"/>
                  </a:lnTo>
                  <a:close/>
                  <a:moveTo>
                    <a:pt x="1248746" y="83876"/>
                  </a:moveTo>
                  <a:lnTo>
                    <a:pt x="1269054" y="125963"/>
                  </a:lnTo>
                  <a:lnTo>
                    <a:pt x="1253864" y="8920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54" name="Input_density__154">
              <a:extLst>
                <a:ext uri="{FF2B5EF4-FFF2-40B4-BE49-F238E27FC236}">
                  <a16:creationId xmlns:a16="http://schemas.microsoft.com/office/drawing/2014/main" id="{7271101B-B784-ECAE-6209-694BDAA7321C}"/>
                </a:ext>
              </a:extLst>
            </p:cNvPr>
            <p:cNvSpPr>
              <a:spLocks noGrp="1"/>
            </p:cNvSpPr>
            <p:nvPr/>
          </p:nvSpPr>
          <p:spPr>
            <a:xfrm>
              <a:off x="688222" y="1528465"/>
              <a:ext cx="1041936" cy="976197"/>
            </a:xfrm>
            <a:custGeom>
              <a:avLst/>
              <a:gdLst/>
              <a:ahLst/>
              <a:cxnLst/>
              <a:rect l="0" t="0" r="0" b="0"/>
              <a:pathLst>
                <a:path w="1041936" h="976197">
                  <a:moveTo>
                    <a:pt x="109150" y="930558"/>
                  </a:moveTo>
                  <a:lnTo>
                    <a:pt x="148434" y="954227"/>
                  </a:lnTo>
                  <a:lnTo>
                    <a:pt x="138407" y="917632"/>
                  </a:lnTo>
                  <a:close/>
                  <a:moveTo>
                    <a:pt x="109150" y="930558"/>
                  </a:moveTo>
                  <a:lnTo>
                    <a:pt x="121083" y="967313"/>
                  </a:lnTo>
                  <a:lnTo>
                    <a:pt x="148434" y="954227"/>
                  </a:lnTo>
                  <a:close/>
                  <a:moveTo>
                    <a:pt x="156531" y="950130"/>
                  </a:moveTo>
                  <a:lnTo>
                    <a:pt x="147782" y="913375"/>
                  </a:lnTo>
                  <a:lnTo>
                    <a:pt x="148434" y="954227"/>
                  </a:lnTo>
                  <a:close/>
                  <a:moveTo>
                    <a:pt x="147782" y="913375"/>
                  </a:moveTo>
                  <a:lnTo>
                    <a:pt x="138407" y="917632"/>
                  </a:lnTo>
                  <a:lnTo>
                    <a:pt x="148434" y="954227"/>
                  </a:lnTo>
                  <a:close/>
                  <a:moveTo>
                    <a:pt x="110645" y="893803"/>
                  </a:moveTo>
                  <a:lnTo>
                    <a:pt x="138407" y="917632"/>
                  </a:lnTo>
                  <a:lnTo>
                    <a:pt x="119262" y="888449"/>
                  </a:lnTo>
                  <a:close/>
                  <a:moveTo>
                    <a:pt x="110645" y="893803"/>
                  </a:moveTo>
                  <a:lnTo>
                    <a:pt x="109150" y="930558"/>
                  </a:lnTo>
                  <a:lnTo>
                    <a:pt x="138407" y="917632"/>
                  </a:lnTo>
                  <a:close/>
                  <a:moveTo>
                    <a:pt x="147782" y="913375"/>
                  </a:moveTo>
                  <a:lnTo>
                    <a:pt x="137501" y="876620"/>
                  </a:lnTo>
                  <a:lnTo>
                    <a:pt x="138407" y="917632"/>
                  </a:lnTo>
                  <a:close/>
                  <a:moveTo>
                    <a:pt x="137501" y="876620"/>
                  </a:moveTo>
                  <a:lnTo>
                    <a:pt x="119262" y="888449"/>
                  </a:lnTo>
                  <a:lnTo>
                    <a:pt x="138407" y="917632"/>
                  </a:lnTo>
                  <a:close/>
                  <a:moveTo>
                    <a:pt x="197152" y="896191"/>
                  </a:moveTo>
                  <a:lnTo>
                    <a:pt x="137501" y="876620"/>
                  </a:lnTo>
                  <a:lnTo>
                    <a:pt x="147782" y="913375"/>
                  </a:lnTo>
                  <a:close/>
                  <a:moveTo>
                    <a:pt x="33302" y="680421"/>
                  </a:moveTo>
                  <a:lnTo>
                    <a:pt x="0" y="680407"/>
                  </a:lnTo>
                  <a:lnTo>
                    <a:pt x="41228" y="683406"/>
                  </a:lnTo>
                  <a:close/>
                  <a:moveTo>
                    <a:pt x="67590" y="657395"/>
                  </a:moveTo>
                  <a:lnTo>
                    <a:pt x="33302" y="680421"/>
                  </a:lnTo>
                  <a:lnTo>
                    <a:pt x="44646" y="675661"/>
                  </a:lnTo>
                  <a:close/>
                  <a:moveTo>
                    <a:pt x="33302" y="680421"/>
                  </a:moveTo>
                  <a:lnTo>
                    <a:pt x="41228" y="683406"/>
                  </a:lnTo>
                  <a:lnTo>
                    <a:pt x="44646" y="675661"/>
                  </a:lnTo>
                  <a:close/>
                  <a:moveTo>
                    <a:pt x="88376" y="662735"/>
                  </a:moveTo>
                  <a:lnTo>
                    <a:pt x="44646" y="675661"/>
                  </a:lnTo>
                  <a:lnTo>
                    <a:pt x="98722" y="677582"/>
                  </a:lnTo>
                  <a:close/>
                  <a:moveTo>
                    <a:pt x="44646" y="675661"/>
                  </a:moveTo>
                  <a:lnTo>
                    <a:pt x="41228" y="683406"/>
                  </a:lnTo>
                  <a:lnTo>
                    <a:pt x="98722" y="677582"/>
                  </a:lnTo>
                  <a:close/>
                  <a:moveTo>
                    <a:pt x="67590" y="657395"/>
                  </a:moveTo>
                  <a:lnTo>
                    <a:pt x="44646" y="675661"/>
                  </a:lnTo>
                  <a:lnTo>
                    <a:pt x="88376" y="662735"/>
                  </a:lnTo>
                  <a:close/>
                  <a:moveTo>
                    <a:pt x="88054" y="638907"/>
                  </a:moveTo>
                  <a:lnTo>
                    <a:pt x="88376" y="662735"/>
                  </a:lnTo>
                  <a:lnTo>
                    <a:pt x="100523" y="658478"/>
                  </a:lnTo>
                  <a:close/>
                  <a:moveTo>
                    <a:pt x="88054" y="638907"/>
                  </a:moveTo>
                  <a:lnTo>
                    <a:pt x="100523" y="658478"/>
                  </a:lnTo>
                  <a:lnTo>
                    <a:pt x="94286" y="621723"/>
                  </a:lnTo>
                  <a:close/>
                  <a:moveTo>
                    <a:pt x="88376" y="662735"/>
                  </a:moveTo>
                  <a:lnTo>
                    <a:pt x="98722" y="677582"/>
                  </a:lnTo>
                  <a:lnTo>
                    <a:pt x="100523" y="658478"/>
                  </a:lnTo>
                  <a:close/>
                  <a:moveTo>
                    <a:pt x="440370" y="935335"/>
                  </a:moveTo>
                  <a:lnTo>
                    <a:pt x="421531" y="939480"/>
                  </a:lnTo>
                  <a:lnTo>
                    <a:pt x="431409" y="976197"/>
                  </a:lnTo>
                  <a:close/>
                  <a:moveTo>
                    <a:pt x="142708" y="690400"/>
                  </a:moveTo>
                  <a:lnTo>
                    <a:pt x="145275" y="727062"/>
                  </a:lnTo>
                  <a:lnTo>
                    <a:pt x="178501" y="678050"/>
                  </a:lnTo>
                  <a:close/>
                  <a:moveTo>
                    <a:pt x="178501" y="678050"/>
                  </a:moveTo>
                  <a:lnTo>
                    <a:pt x="145275" y="727062"/>
                  </a:lnTo>
                  <a:lnTo>
                    <a:pt x="147768" y="731988"/>
                  </a:lnTo>
                  <a:close/>
                  <a:moveTo>
                    <a:pt x="140620" y="647349"/>
                  </a:moveTo>
                  <a:lnTo>
                    <a:pt x="100523" y="658478"/>
                  </a:lnTo>
                  <a:lnTo>
                    <a:pt x="109197" y="690555"/>
                  </a:lnTo>
                  <a:close/>
                  <a:moveTo>
                    <a:pt x="94286" y="621723"/>
                  </a:moveTo>
                  <a:lnTo>
                    <a:pt x="140620" y="647349"/>
                  </a:lnTo>
                  <a:lnTo>
                    <a:pt x="135567" y="606711"/>
                  </a:lnTo>
                  <a:close/>
                  <a:moveTo>
                    <a:pt x="94286" y="621723"/>
                  </a:moveTo>
                  <a:lnTo>
                    <a:pt x="100523" y="658478"/>
                  </a:lnTo>
                  <a:lnTo>
                    <a:pt x="140620" y="647349"/>
                  </a:lnTo>
                  <a:close/>
                  <a:moveTo>
                    <a:pt x="166301" y="641295"/>
                  </a:moveTo>
                  <a:lnTo>
                    <a:pt x="140817" y="604540"/>
                  </a:lnTo>
                  <a:lnTo>
                    <a:pt x="140620" y="647349"/>
                  </a:lnTo>
                  <a:close/>
                  <a:moveTo>
                    <a:pt x="140817" y="604540"/>
                  </a:moveTo>
                  <a:lnTo>
                    <a:pt x="135567" y="606711"/>
                  </a:lnTo>
                  <a:lnTo>
                    <a:pt x="140620" y="647349"/>
                  </a:lnTo>
                  <a:close/>
                  <a:moveTo>
                    <a:pt x="112182" y="603333"/>
                  </a:moveTo>
                  <a:lnTo>
                    <a:pt x="94286" y="621723"/>
                  </a:lnTo>
                  <a:lnTo>
                    <a:pt x="135567" y="606711"/>
                  </a:lnTo>
                  <a:close/>
                  <a:moveTo>
                    <a:pt x="161876" y="568346"/>
                  </a:moveTo>
                  <a:lnTo>
                    <a:pt x="112182" y="603333"/>
                  </a:lnTo>
                  <a:lnTo>
                    <a:pt x="140817" y="604540"/>
                  </a:lnTo>
                  <a:close/>
                  <a:moveTo>
                    <a:pt x="140817" y="604540"/>
                  </a:moveTo>
                  <a:lnTo>
                    <a:pt x="112182" y="603333"/>
                  </a:lnTo>
                  <a:lnTo>
                    <a:pt x="135567" y="606711"/>
                  </a:lnTo>
                  <a:close/>
                  <a:moveTo>
                    <a:pt x="334175" y="742603"/>
                  </a:moveTo>
                  <a:lnTo>
                    <a:pt x="296336" y="781009"/>
                  </a:lnTo>
                  <a:lnTo>
                    <a:pt x="322623" y="771131"/>
                  </a:lnTo>
                  <a:close/>
                  <a:moveTo>
                    <a:pt x="283739" y="774817"/>
                  </a:moveTo>
                  <a:lnTo>
                    <a:pt x="296336" y="781009"/>
                  </a:lnTo>
                  <a:lnTo>
                    <a:pt x="334175" y="742603"/>
                  </a:lnTo>
                  <a:close/>
                  <a:moveTo>
                    <a:pt x="311943" y="755691"/>
                  </a:moveTo>
                  <a:lnTo>
                    <a:pt x="283739" y="774817"/>
                  </a:lnTo>
                  <a:lnTo>
                    <a:pt x="334175" y="742603"/>
                  </a:lnTo>
                  <a:close/>
                  <a:moveTo>
                    <a:pt x="334175" y="742603"/>
                  </a:moveTo>
                  <a:lnTo>
                    <a:pt x="334601" y="734376"/>
                  </a:lnTo>
                  <a:lnTo>
                    <a:pt x="316966" y="751560"/>
                  </a:lnTo>
                  <a:close/>
                  <a:moveTo>
                    <a:pt x="166301" y="641295"/>
                  </a:moveTo>
                  <a:lnTo>
                    <a:pt x="206102" y="637491"/>
                  </a:lnTo>
                  <a:lnTo>
                    <a:pt x="192754" y="632054"/>
                  </a:lnTo>
                  <a:close/>
                  <a:moveTo>
                    <a:pt x="166301" y="641295"/>
                  </a:moveTo>
                  <a:lnTo>
                    <a:pt x="192754" y="632054"/>
                  </a:lnTo>
                  <a:lnTo>
                    <a:pt x="140817" y="604540"/>
                  </a:lnTo>
                  <a:close/>
                  <a:moveTo>
                    <a:pt x="192754" y="632054"/>
                  </a:moveTo>
                  <a:lnTo>
                    <a:pt x="233416" y="624111"/>
                  </a:lnTo>
                  <a:lnTo>
                    <a:pt x="197144" y="603997"/>
                  </a:lnTo>
                  <a:close/>
                  <a:moveTo>
                    <a:pt x="192754" y="632054"/>
                  </a:moveTo>
                  <a:lnTo>
                    <a:pt x="206102" y="637491"/>
                  </a:lnTo>
                  <a:lnTo>
                    <a:pt x="233416" y="624111"/>
                  </a:lnTo>
                  <a:close/>
                  <a:moveTo>
                    <a:pt x="161876" y="568346"/>
                  </a:moveTo>
                  <a:lnTo>
                    <a:pt x="188011" y="569850"/>
                  </a:lnTo>
                  <a:lnTo>
                    <a:pt x="162145" y="567785"/>
                  </a:lnTo>
                  <a:close/>
                  <a:moveTo>
                    <a:pt x="188011" y="569850"/>
                  </a:moveTo>
                  <a:lnTo>
                    <a:pt x="199754" y="550602"/>
                  </a:lnTo>
                  <a:lnTo>
                    <a:pt x="162145" y="567785"/>
                  </a:lnTo>
                  <a:close/>
                  <a:moveTo>
                    <a:pt x="334175" y="742603"/>
                  </a:moveTo>
                  <a:lnTo>
                    <a:pt x="322623" y="771131"/>
                  </a:lnTo>
                  <a:lnTo>
                    <a:pt x="350477" y="764081"/>
                  </a:lnTo>
                  <a:close/>
                  <a:moveTo>
                    <a:pt x="350477" y="764081"/>
                  </a:moveTo>
                  <a:lnTo>
                    <a:pt x="334601" y="734376"/>
                  </a:lnTo>
                  <a:lnTo>
                    <a:pt x="334175" y="742603"/>
                  </a:lnTo>
                  <a:close/>
                  <a:moveTo>
                    <a:pt x="234632" y="570173"/>
                  </a:moveTo>
                  <a:lnTo>
                    <a:pt x="197144" y="603997"/>
                  </a:lnTo>
                  <a:lnTo>
                    <a:pt x="233416" y="624111"/>
                  </a:lnTo>
                  <a:close/>
                  <a:moveTo>
                    <a:pt x="188011" y="569850"/>
                  </a:moveTo>
                  <a:lnTo>
                    <a:pt x="202667" y="579247"/>
                  </a:lnTo>
                  <a:lnTo>
                    <a:pt x="234632" y="570173"/>
                  </a:lnTo>
                  <a:close/>
                  <a:moveTo>
                    <a:pt x="199754" y="550602"/>
                  </a:moveTo>
                  <a:lnTo>
                    <a:pt x="188011" y="569850"/>
                  </a:lnTo>
                  <a:lnTo>
                    <a:pt x="234632" y="570173"/>
                  </a:lnTo>
                  <a:close/>
                  <a:moveTo>
                    <a:pt x="23629" y="328984"/>
                  </a:moveTo>
                  <a:lnTo>
                    <a:pt x="20305" y="330072"/>
                  </a:lnTo>
                  <a:lnTo>
                    <a:pt x="24658" y="329472"/>
                  </a:lnTo>
                  <a:close/>
                  <a:moveTo>
                    <a:pt x="457610" y="762541"/>
                  </a:moveTo>
                  <a:lnTo>
                    <a:pt x="439671" y="790703"/>
                  </a:lnTo>
                  <a:lnTo>
                    <a:pt x="439657" y="790503"/>
                  </a:lnTo>
                  <a:close/>
                  <a:moveTo>
                    <a:pt x="466150" y="766099"/>
                  </a:moveTo>
                  <a:lnTo>
                    <a:pt x="439671" y="790703"/>
                  </a:lnTo>
                  <a:lnTo>
                    <a:pt x="457610" y="762541"/>
                  </a:lnTo>
                  <a:close/>
                  <a:moveTo>
                    <a:pt x="485756" y="743196"/>
                  </a:moveTo>
                  <a:lnTo>
                    <a:pt x="466150" y="766099"/>
                  </a:lnTo>
                  <a:lnTo>
                    <a:pt x="457610" y="762541"/>
                  </a:lnTo>
                  <a:close/>
                  <a:moveTo>
                    <a:pt x="466150" y="766099"/>
                  </a:moveTo>
                  <a:lnTo>
                    <a:pt x="485756" y="743196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492356" y="736765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512677" y="747642"/>
                  </a:lnTo>
                  <a:lnTo>
                    <a:pt x="492356" y="736765"/>
                  </a:lnTo>
                  <a:close/>
                  <a:moveTo>
                    <a:pt x="512677" y="747642"/>
                  </a:moveTo>
                  <a:lnTo>
                    <a:pt x="524554" y="719581"/>
                  </a:lnTo>
                  <a:lnTo>
                    <a:pt x="492356" y="736765"/>
                  </a:lnTo>
                  <a:close/>
                  <a:moveTo>
                    <a:pt x="480653" y="605274"/>
                  </a:moveTo>
                  <a:lnTo>
                    <a:pt x="522517" y="598327"/>
                  </a:lnTo>
                  <a:lnTo>
                    <a:pt x="500369" y="577046"/>
                  </a:lnTo>
                  <a:close/>
                  <a:moveTo>
                    <a:pt x="697199" y="739153"/>
                  </a:moveTo>
                  <a:lnTo>
                    <a:pt x="717500" y="758725"/>
                  </a:lnTo>
                  <a:lnTo>
                    <a:pt x="717060" y="721970"/>
                  </a:lnTo>
                  <a:close/>
                  <a:moveTo>
                    <a:pt x="383708" y="418394"/>
                  </a:moveTo>
                  <a:lnTo>
                    <a:pt x="409203" y="417506"/>
                  </a:lnTo>
                  <a:lnTo>
                    <a:pt x="384675" y="408358"/>
                  </a:lnTo>
                  <a:close/>
                  <a:moveTo>
                    <a:pt x="409203" y="417506"/>
                  </a:moveTo>
                  <a:lnTo>
                    <a:pt x="419385" y="391175"/>
                  </a:lnTo>
                  <a:lnTo>
                    <a:pt x="384675" y="408358"/>
                  </a:lnTo>
                  <a:close/>
                  <a:moveTo>
                    <a:pt x="419385" y="391175"/>
                  </a:moveTo>
                  <a:lnTo>
                    <a:pt x="429810" y="369975"/>
                  </a:lnTo>
                  <a:lnTo>
                    <a:pt x="395618" y="371603"/>
                  </a:lnTo>
                  <a:close/>
                  <a:moveTo>
                    <a:pt x="384675" y="408358"/>
                  </a:moveTo>
                  <a:lnTo>
                    <a:pt x="419385" y="391175"/>
                  </a:lnTo>
                  <a:lnTo>
                    <a:pt x="395618" y="371603"/>
                  </a:lnTo>
                  <a:close/>
                  <a:moveTo>
                    <a:pt x="717060" y="721970"/>
                  </a:moveTo>
                  <a:lnTo>
                    <a:pt x="745663" y="749002"/>
                  </a:lnTo>
                  <a:lnTo>
                    <a:pt x="735480" y="712534"/>
                  </a:lnTo>
                  <a:close/>
                  <a:moveTo>
                    <a:pt x="717060" y="721970"/>
                  </a:moveTo>
                  <a:lnTo>
                    <a:pt x="717500" y="758725"/>
                  </a:lnTo>
                  <a:lnTo>
                    <a:pt x="745663" y="749002"/>
                  </a:lnTo>
                  <a:close/>
                  <a:moveTo>
                    <a:pt x="745663" y="749002"/>
                  </a:moveTo>
                  <a:lnTo>
                    <a:pt x="778678" y="749249"/>
                  </a:lnTo>
                  <a:lnTo>
                    <a:pt x="735480" y="712534"/>
                  </a:lnTo>
                  <a:close/>
                  <a:moveTo>
                    <a:pt x="711635" y="685215"/>
                  </a:moveTo>
                  <a:lnTo>
                    <a:pt x="717060" y="721970"/>
                  </a:lnTo>
                  <a:lnTo>
                    <a:pt x="735480" y="712534"/>
                  </a:lnTo>
                  <a:close/>
                  <a:moveTo>
                    <a:pt x="719622" y="680678"/>
                  </a:moveTo>
                  <a:lnTo>
                    <a:pt x="753083" y="668032"/>
                  </a:lnTo>
                  <a:lnTo>
                    <a:pt x="755849" y="633567"/>
                  </a:lnTo>
                  <a:close/>
                  <a:moveTo>
                    <a:pt x="429810" y="369975"/>
                  </a:moveTo>
                  <a:lnTo>
                    <a:pt x="419385" y="391175"/>
                  </a:lnTo>
                  <a:lnTo>
                    <a:pt x="450020" y="379354"/>
                  </a:lnTo>
                  <a:close/>
                  <a:moveTo>
                    <a:pt x="456609" y="354420"/>
                  </a:moveTo>
                  <a:lnTo>
                    <a:pt x="429810" y="369975"/>
                  </a:lnTo>
                  <a:lnTo>
                    <a:pt x="489003" y="370506"/>
                  </a:lnTo>
                  <a:close/>
                  <a:moveTo>
                    <a:pt x="481647" y="373991"/>
                  </a:moveTo>
                  <a:lnTo>
                    <a:pt x="429810" y="369975"/>
                  </a:lnTo>
                  <a:lnTo>
                    <a:pt x="450020" y="379354"/>
                  </a:lnTo>
                  <a:close/>
                  <a:moveTo>
                    <a:pt x="785013" y="633571"/>
                  </a:moveTo>
                  <a:lnTo>
                    <a:pt x="753083" y="668032"/>
                  </a:lnTo>
                  <a:lnTo>
                    <a:pt x="777710" y="650848"/>
                  </a:lnTo>
                  <a:close/>
                  <a:moveTo>
                    <a:pt x="763463" y="649205"/>
                  </a:moveTo>
                  <a:lnTo>
                    <a:pt x="753083" y="668032"/>
                  </a:lnTo>
                  <a:lnTo>
                    <a:pt x="785013" y="633571"/>
                  </a:lnTo>
                  <a:close/>
                  <a:moveTo>
                    <a:pt x="542956" y="320053"/>
                  </a:moveTo>
                  <a:lnTo>
                    <a:pt x="551831" y="356808"/>
                  </a:lnTo>
                  <a:lnTo>
                    <a:pt x="575193" y="339625"/>
                  </a:lnTo>
                  <a:close/>
                  <a:moveTo>
                    <a:pt x="537393" y="283298"/>
                  </a:moveTo>
                  <a:lnTo>
                    <a:pt x="542956" y="320053"/>
                  </a:lnTo>
                  <a:lnTo>
                    <a:pt x="566140" y="302870"/>
                  </a:lnTo>
                  <a:close/>
                  <a:moveTo>
                    <a:pt x="537393" y="283298"/>
                  </a:moveTo>
                  <a:lnTo>
                    <a:pt x="566140" y="302870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37393" y="283298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58272" y="266115"/>
                  </a:lnTo>
                  <a:lnTo>
                    <a:pt x="549595" y="229360"/>
                  </a:lnTo>
                  <a:close/>
                  <a:moveTo>
                    <a:pt x="560699" y="212177"/>
                  </a:moveTo>
                  <a:lnTo>
                    <a:pt x="557559" y="175421"/>
                  </a:lnTo>
                  <a:lnTo>
                    <a:pt x="549595" y="229360"/>
                  </a:lnTo>
                  <a:close/>
                  <a:moveTo>
                    <a:pt x="696465" y="90704"/>
                  </a:moveTo>
                  <a:lnTo>
                    <a:pt x="672929" y="104300"/>
                  </a:lnTo>
                  <a:lnTo>
                    <a:pt x="704345" y="100077"/>
                  </a:lnTo>
                  <a:close/>
                  <a:moveTo>
                    <a:pt x="677726" y="96760"/>
                  </a:moveTo>
                  <a:lnTo>
                    <a:pt x="672929" y="104300"/>
                  </a:lnTo>
                  <a:lnTo>
                    <a:pt x="696465" y="90704"/>
                  </a:lnTo>
                  <a:close/>
                  <a:moveTo>
                    <a:pt x="741817" y="19393"/>
                  </a:moveTo>
                  <a:lnTo>
                    <a:pt x="699420" y="50362"/>
                  </a:lnTo>
                  <a:lnTo>
                    <a:pt x="733520" y="33178"/>
                  </a:lnTo>
                  <a:close/>
                  <a:moveTo>
                    <a:pt x="741817" y="19393"/>
                  </a:moveTo>
                  <a:lnTo>
                    <a:pt x="717236" y="23700"/>
                  </a:lnTo>
                  <a:lnTo>
                    <a:pt x="699420" y="50362"/>
                  </a:lnTo>
                  <a:close/>
                  <a:moveTo>
                    <a:pt x="770530" y="2169"/>
                  </a:moveTo>
                  <a:lnTo>
                    <a:pt x="741817" y="19393"/>
                  </a:lnTo>
                  <a:lnTo>
                    <a:pt x="798828" y="11764"/>
                  </a:lnTo>
                  <a:close/>
                  <a:moveTo>
                    <a:pt x="801664" y="14609"/>
                  </a:moveTo>
                  <a:lnTo>
                    <a:pt x="829001" y="0"/>
                  </a:lnTo>
                  <a:lnTo>
                    <a:pt x="798828" y="11764"/>
                  </a:lnTo>
                  <a:close/>
                  <a:moveTo>
                    <a:pt x="1032416" y="166022"/>
                  </a:moveTo>
                  <a:lnTo>
                    <a:pt x="1021279" y="182586"/>
                  </a:lnTo>
                  <a:lnTo>
                    <a:pt x="1041936" y="17844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55" name="Input_density__155">
              <a:extLst>
                <a:ext uri="{FF2B5EF4-FFF2-40B4-BE49-F238E27FC236}">
                  <a16:creationId xmlns:a16="http://schemas.microsoft.com/office/drawing/2014/main" id="{0685ABC5-09AC-D48E-0BBE-1F02C476D4E0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21843"/>
              <a:ext cx="1144264" cy="954026"/>
            </a:xfrm>
            <a:custGeom>
              <a:avLst/>
              <a:gdLst/>
              <a:ahLst/>
              <a:cxnLst/>
              <a:rect l="0" t="0" r="0" b="0"/>
              <a:pathLst>
                <a:path w="1144264" h="954026">
                  <a:moveTo>
                    <a:pt x="242283" y="888042"/>
                  </a:moveTo>
                  <a:lnTo>
                    <a:pt x="220176" y="901598"/>
                  </a:lnTo>
                  <a:lnTo>
                    <a:pt x="274645" y="884462"/>
                  </a:lnTo>
                  <a:close/>
                  <a:moveTo>
                    <a:pt x="0" y="562711"/>
                  </a:moveTo>
                  <a:lnTo>
                    <a:pt x="11093" y="571570"/>
                  </a:lnTo>
                  <a:lnTo>
                    <a:pt x="12536" y="527363"/>
                  </a:lnTo>
                  <a:close/>
                  <a:moveTo>
                    <a:pt x="378913" y="928944"/>
                  </a:moveTo>
                  <a:lnTo>
                    <a:pt x="359890" y="954026"/>
                  </a:lnTo>
                  <a:lnTo>
                    <a:pt x="411828" y="927430"/>
                  </a:lnTo>
                  <a:close/>
                  <a:moveTo>
                    <a:pt x="292667" y="855638"/>
                  </a:moveTo>
                  <a:lnTo>
                    <a:pt x="274645" y="884462"/>
                  </a:lnTo>
                  <a:lnTo>
                    <a:pt x="311251" y="839568"/>
                  </a:lnTo>
                  <a:close/>
                  <a:moveTo>
                    <a:pt x="295319" y="856751"/>
                  </a:moveTo>
                  <a:lnTo>
                    <a:pt x="292186" y="802813"/>
                  </a:lnTo>
                  <a:lnTo>
                    <a:pt x="311251" y="839568"/>
                  </a:lnTo>
                  <a:close/>
                  <a:moveTo>
                    <a:pt x="112821" y="672976"/>
                  </a:moveTo>
                  <a:lnTo>
                    <a:pt x="122485" y="655793"/>
                  </a:lnTo>
                  <a:lnTo>
                    <a:pt x="108445" y="665165"/>
                  </a:lnTo>
                  <a:close/>
                  <a:moveTo>
                    <a:pt x="122485" y="655793"/>
                  </a:moveTo>
                  <a:lnTo>
                    <a:pt x="112821" y="672976"/>
                  </a:lnTo>
                  <a:lnTo>
                    <a:pt x="138363" y="652449"/>
                  </a:lnTo>
                  <a:close/>
                  <a:moveTo>
                    <a:pt x="138363" y="652449"/>
                  </a:moveTo>
                  <a:lnTo>
                    <a:pt x="116850" y="668221"/>
                  </a:lnTo>
                  <a:lnTo>
                    <a:pt x="172404" y="655146"/>
                  </a:lnTo>
                  <a:close/>
                  <a:moveTo>
                    <a:pt x="298498" y="493978"/>
                  </a:moveTo>
                  <a:lnTo>
                    <a:pt x="316591" y="440989"/>
                  </a:lnTo>
                  <a:lnTo>
                    <a:pt x="304265" y="440040"/>
                  </a:lnTo>
                  <a:close/>
                  <a:moveTo>
                    <a:pt x="304265" y="440040"/>
                  </a:moveTo>
                  <a:lnTo>
                    <a:pt x="316591" y="440989"/>
                  </a:lnTo>
                  <a:lnTo>
                    <a:pt x="316582" y="435642"/>
                  </a:lnTo>
                  <a:close/>
                  <a:moveTo>
                    <a:pt x="304265" y="440040"/>
                  </a:moveTo>
                  <a:lnTo>
                    <a:pt x="319324" y="438767"/>
                  </a:lnTo>
                  <a:lnTo>
                    <a:pt x="314590" y="456563"/>
                  </a:lnTo>
                  <a:close/>
                  <a:moveTo>
                    <a:pt x="319324" y="438767"/>
                  </a:moveTo>
                  <a:lnTo>
                    <a:pt x="304265" y="440040"/>
                  </a:lnTo>
                  <a:lnTo>
                    <a:pt x="316582" y="435642"/>
                  </a:lnTo>
                  <a:close/>
                  <a:moveTo>
                    <a:pt x="545651" y="589448"/>
                  </a:moveTo>
                  <a:lnTo>
                    <a:pt x="543030" y="591572"/>
                  </a:lnTo>
                  <a:lnTo>
                    <a:pt x="539676" y="591712"/>
                  </a:lnTo>
                  <a:close/>
                  <a:moveTo>
                    <a:pt x="519265" y="598925"/>
                  </a:moveTo>
                  <a:lnTo>
                    <a:pt x="533177" y="589448"/>
                  </a:lnTo>
                  <a:lnTo>
                    <a:pt x="508239" y="586071"/>
                  </a:lnTo>
                  <a:close/>
                  <a:moveTo>
                    <a:pt x="545651" y="589448"/>
                  </a:moveTo>
                  <a:lnTo>
                    <a:pt x="539676" y="591712"/>
                  </a:lnTo>
                  <a:lnTo>
                    <a:pt x="570982" y="571503"/>
                  </a:lnTo>
                  <a:close/>
                  <a:moveTo>
                    <a:pt x="543566" y="588550"/>
                  </a:moveTo>
                  <a:lnTo>
                    <a:pt x="543030" y="591572"/>
                  </a:lnTo>
                  <a:lnTo>
                    <a:pt x="545651" y="589448"/>
                  </a:lnTo>
                  <a:close/>
                  <a:moveTo>
                    <a:pt x="543566" y="588550"/>
                  </a:moveTo>
                  <a:lnTo>
                    <a:pt x="545651" y="589448"/>
                  </a:lnTo>
                  <a:lnTo>
                    <a:pt x="570982" y="571503"/>
                  </a:lnTo>
                  <a:close/>
                  <a:moveTo>
                    <a:pt x="574268" y="545932"/>
                  </a:moveTo>
                  <a:lnTo>
                    <a:pt x="543566" y="588550"/>
                  </a:lnTo>
                  <a:lnTo>
                    <a:pt x="570982" y="571503"/>
                  </a:lnTo>
                  <a:close/>
                  <a:moveTo>
                    <a:pt x="799593" y="610945"/>
                  </a:moveTo>
                  <a:lnTo>
                    <a:pt x="819554" y="616200"/>
                  </a:lnTo>
                  <a:lnTo>
                    <a:pt x="811023" y="611407"/>
                  </a:lnTo>
                  <a:close/>
                  <a:moveTo>
                    <a:pt x="702407" y="501143"/>
                  </a:moveTo>
                  <a:lnTo>
                    <a:pt x="712268" y="515005"/>
                  </a:lnTo>
                  <a:lnTo>
                    <a:pt x="727636" y="494853"/>
                  </a:lnTo>
                  <a:close/>
                  <a:moveTo>
                    <a:pt x="564016" y="381413"/>
                  </a:moveTo>
                  <a:lnTo>
                    <a:pt x="577683" y="408061"/>
                  </a:lnTo>
                  <a:lnTo>
                    <a:pt x="578498" y="407188"/>
                  </a:lnTo>
                  <a:close/>
                  <a:moveTo>
                    <a:pt x="597993" y="383868"/>
                  </a:moveTo>
                  <a:lnTo>
                    <a:pt x="578498" y="407188"/>
                  </a:lnTo>
                  <a:lnTo>
                    <a:pt x="629278" y="376261"/>
                  </a:lnTo>
                  <a:close/>
                  <a:moveTo>
                    <a:pt x="731794" y="364889"/>
                  </a:moveTo>
                  <a:lnTo>
                    <a:pt x="718822" y="410449"/>
                  </a:lnTo>
                  <a:lnTo>
                    <a:pt x="727141" y="396791"/>
                  </a:lnTo>
                  <a:close/>
                  <a:moveTo>
                    <a:pt x="731794" y="364889"/>
                  </a:moveTo>
                  <a:lnTo>
                    <a:pt x="727141" y="396791"/>
                  </a:lnTo>
                  <a:lnTo>
                    <a:pt x="741984" y="373694"/>
                  </a:lnTo>
                  <a:close/>
                  <a:moveTo>
                    <a:pt x="731794" y="364889"/>
                  </a:moveTo>
                  <a:lnTo>
                    <a:pt x="741984" y="373694"/>
                  </a:lnTo>
                  <a:lnTo>
                    <a:pt x="740012" y="348708"/>
                  </a:lnTo>
                  <a:close/>
                  <a:moveTo>
                    <a:pt x="740012" y="348708"/>
                  </a:moveTo>
                  <a:lnTo>
                    <a:pt x="741984" y="373694"/>
                  </a:lnTo>
                  <a:lnTo>
                    <a:pt x="752465" y="366899"/>
                  </a:lnTo>
                  <a:close/>
                  <a:moveTo>
                    <a:pt x="740012" y="348708"/>
                  </a:moveTo>
                  <a:lnTo>
                    <a:pt x="752465" y="366899"/>
                  </a:lnTo>
                  <a:lnTo>
                    <a:pt x="770048" y="336432"/>
                  </a:lnTo>
                  <a:close/>
                  <a:moveTo>
                    <a:pt x="770048" y="336432"/>
                  </a:moveTo>
                  <a:lnTo>
                    <a:pt x="793304" y="327176"/>
                  </a:lnTo>
                  <a:lnTo>
                    <a:pt x="740012" y="348708"/>
                  </a:lnTo>
                  <a:close/>
                  <a:moveTo>
                    <a:pt x="805785" y="345470"/>
                  </a:moveTo>
                  <a:lnTo>
                    <a:pt x="793304" y="327176"/>
                  </a:lnTo>
                  <a:lnTo>
                    <a:pt x="770048" y="336432"/>
                  </a:lnTo>
                  <a:close/>
                  <a:moveTo>
                    <a:pt x="864822" y="345416"/>
                  </a:moveTo>
                  <a:lnTo>
                    <a:pt x="882880" y="368071"/>
                  </a:lnTo>
                  <a:lnTo>
                    <a:pt x="860429" y="359234"/>
                  </a:lnTo>
                  <a:close/>
                  <a:moveTo>
                    <a:pt x="929778" y="367490"/>
                  </a:moveTo>
                  <a:lnTo>
                    <a:pt x="882880" y="368071"/>
                  </a:lnTo>
                  <a:lnTo>
                    <a:pt x="916375" y="367927"/>
                  </a:lnTo>
                  <a:close/>
                  <a:moveTo>
                    <a:pt x="929778" y="367490"/>
                  </a:moveTo>
                  <a:lnTo>
                    <a:pt x="896986" y="369462"/>
                  </a:lnTo>
                  <a:lnTo>
                    <a:pt x="882880" y="368071"/>
                  </a:lnTo>
                  <a:close/>
                  <a:moveTo>
                    <a:pt x="951088" y="350958"/>
                  </a:moveTo>
                  <a:lnTo>
                    <a:pt x="929778" y="367490"/>
                  </a:lnTo>
                  <a:lnTo>
                    <a:pt x="986427" y="358508"/>
                  </a:lnTo>
                  <a:close/>
                  <a:moveTo>
                    <a:pt x="842811" y="175124"/>
                  </a:moveTo>
                  <a:lnTo>
                    <a:pt x="837559" y="198839"/>
                  </a:lnTo>
                  <a:lnTo>
                    <a:pt x="843065" y="211879"/>
                  </a:lnTo>
                  <a:close/>
                  <a:moveTo>
                    <a:pt x="869422" y="170198"/>
                  </a:moveTo>
                  <a:lnTo>
                    <a:pt x="837559" y="198839"/>
                  </a:lnTo>
                  <a:lnTo>
                    <a:pt x="842811" y="175124"/>
                  </a:lnTo>
                  <a:close/>
                  <a:moveTo>
                    <a:pt x="840371" y="186156"/>
                  </a:moveTo>
                  <a:lnTo>
                    <a:pt x="837559" y="198839"/>
                  </a:lnTo>
                  <a:lnTo>
                    <a:pt x="869422" y="170198"/>
                  </a:lnTo>
                  <a:close/>
                  <a:moveTo>
                    <a:pt x="1014050" y="341716"/>
                  </a:moveTo>
                  <a:lnTo>
                    <a:pt x="1005158" y="332328"/>
                  </a:lnTo>
                  <a:lnTo>
                    <a:pt x="986427" y="358508"/>
                  </a:lnTo>
                  <a:close/>
                  <a:moveTo>
                    <a:pt x="1014050" y="341716"/>
                  </a:moveTo>
                  <a:lnTo>
                    <a:pt x="1035177" y="324532"/>
                  </a:lnTo>
                  <a:lnTo>
                    <a:pt x="1005158" y="332328"/>
                  </a:lnTo>
                  <a:close/>
                  <a:moveTo>
                    <a:pt x="773424" y="60429"/>
                  </a:moveTo>
                  <a:lnTo>
                    <a:pt x="808256" y="66084"/>
                  </a:lnTo>
                  <a:lnTo>
                    <a:pt x="829216" y="48240"/>
                  </a:lnTo>
                  <a:close/>
                  <a:moveTo>
                    <a:pt x="1048212" y="272517"/>
                  </a:moveTo>
                  <a:lnTo>
                    <a:pt x="1063568" y="284780"/>
                  </a:lnTo>
                  <a:lnTo>
                    <a:pt x="1050490" y="270594"/>
                  </a:lnTo>
                  <a:close/>
                  <a:moveTo>
                    <a:pt x="1036311" y="324232"/>
                  </a:moveTo>
                  <a:lnTo>
                    <a:pt x="1060900" y="291588"/>
                  </a:lnTo>
                  <a:lnTo>
                    <a:pt x="1048212" y="272517"/>
                  </a:lnTo>
                  <a:close/>
                  <a:moveTo>
                    <a:pt x="1050490" y="270594"/>
                  </a:moveTo>
                  <a:lnTo>
                    <a:pt x="1063568" y="284780"/>
                  </a:lnTo>
                  <a:lnTo>
                    <a:pt x="1075715" y="250769"/>
                  </a:lnTo>
                  <a:close/>
                  <a:moveTo>
                    <a:pt x="833314" y="30492"/>
                  </a:moveTo>
                  <a:lnTo>
                    <a:pt x="857880" y="13309"/>
                  </a:lnTo>
                  <a:lnTo>
                    <a:pt x="847755" y="21347"/>
                  </a:lnTo>
                  <a:close/>
                  <a:moveTo>
                    <a:pt x="900389" y="13309"/>
                  </a:moveTo>
                  <a:lnTo>
                    <a:pt x="877936" y="9614"/>
                  </a:lnTo>
                  <a:lnTo>
                    <a:pt x="910018" y="15119"/>
                  </a:lnTo>
                  <a:close/>
                  <a:moveTo>
                    <a:pt x="900389" y="13309"/>
                  </a:moveTo>
                  <a:lnTo>
                    <a:pt x="910018" y="15119"/>
                  </a:lnTo>
                  <a:lnTo>
                    <a:pt x="913751" y="18942"/>
                  </a:lnTo>
                  <a:close/>
                  <a:moveTo>
                    <a:pt x="1089337" y="219084"/>
                  </a:moveTo>
                  <a:lnTo>
                    <a:pt x="1050490" y="270594"/>
                  </a:lnTo>
                  <a:lnTo>
                    <a:pt x="1075715" y="250769"/>
                  </a:lnTo>
                  <a:close/>
                  <a:moveTo>
                    <a:pt x="1089337" y="219084"/>
                  </a:moveTo>
                  <a:lnTo>
                    <a:pt x="1075715" y="250769"/>
                  </a:lnTo>
                  <a:lnTo>
                    <a:pt x="1095395" y="233839"/>
                  </a:lnTo>
                  <a:close/>
                  <a:moveTo>
                    <a:pt x="1089337" y="219084"/>
                  </a:moveTo>
                  <a:lnTo>
                    <a:pt x="1095395" y="233839"/>
                  </a:lnTo>
                  <a:lnTo>
                    <a:pt x="1091766" y="214576"/>
                  </a:lnTo>
                  <a:close/>
                  <a:moveTo>
                    <a:pt x="1091766" y="214576"/>
                  </a:moveTo>
                  <a:lnTo>
                    <a:pt x="1095395" y="233839"/>
                  </a:lnTo>
                  <a:lnTo>
                    <a:pt x="1102613" y="226761"/>
                  </a:lnTo>
                  <a:close/>
                  <a:moveTo>
                    <a:pt x="1091766" y="214576"/>
                  </a:moveTo>
                  <a:lnTo>
                    <a:pt x="1102613" y="226761"/>
                  </a:lnTo>
                  <a:lnTo>
                    <a:pt x="1121525" y="201262"/>
                  </a:lnTo>
                  <a:close/>
                  <a:moveTo>
                    <a:pt x="849160" y="10419"/>
                  </a:moveTo>
                  <a:lnTo>
                    <a:pt x="857880" y="13309"/>
                  </a:lnTo>
                  <a:lnTo>
                    <a:pt x="877936" y="9614"/>
                  </a:lnTo>
                  <a:close/>
                  <a:moveTo>
                    <a:pt x="877936" y="9614"/>
                  </a:moveTo>
                  <a:lnTo>
                    <a:pt x="900389" y="13309"/>
                  </a:lnTo>
                  <a:lnTo>
                    <a:pt x="895295" y="0"/>
                  </a:lnTo>
                  <a:close/>
                  <a:moveTo>
                    <a:pt x="1091766" y="214576"/>
                  </a:moveTo>
                  <a:lnTo>
                    <a:pt x="1121525" y="201262"/>
                  </a:lnTo>
                  <a:lnTo>
                    <a:pt x="1139454" y="172089"/>
                  </a:lnTo>
                  <a:close/>
                  <a:moveTo>
                    <a:pt x="1144153" y="125963"/>
                  </a:moveTo>
                  <a:lnTo>
                    <a:pt x="1144264" y="162717"/>
                  </a:lnTo>
                  <a:lnTo>
                    <a:pt x="1134498" y="143146"/>
                  </a:lnTo>
                  <a:close/>
                  <a:moveTo>
                    <a:pt x="1141400" y="159098"/>
                  </a:moveTo>
                  <a:lnTo>
                    <a:pt x="1139454" y="172089"/>
                  </a:lnTo>
                  <a:lnTo>
                    <a:pt x="1144264" y="16271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56" name="Input_density__156">
              <a:extLst>
                <a:ext uri="{FF2B5EF4-FFF2-40B4-BE49-F238E27FC236}">
                  <a16:creationId xmlns:a16="http://schemas.microsoft.com/office/drawing/2014/main" id="{711097BF-5A69-FC31-4B3E-C42469E93048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31457"/>
              <a:ext cx="1144264" cy="732204"/>
            </a:xfrm>
            <a:custGeom>
              <a:avLst/>
              <a:gdLst/>
              <a:ahLst/>
              <a:cxnLst/>
              <a:rect l="0" t="0" r="0" b="0"/>
              <a:pathLst>
                <a:path w="1144264" h="732204">
                  <a:moveTo>
                    <a:pt x="112821" y="663362"/>
                  </a:moveTo>
                  <a:lnTo>
                    <a:pt x="108445" y="655551"/>
                  </a:lnTo>
                  <a:lnTo>
                    <a:pt x="90979" y="686456"/>
                  </a:lnTo>
                  <a:close/>
                  <a:moveTo>
                    <a:pt x="112821" y="663362"/>
                  </a:moveTo>
                  <a:lnTo>
                    <a:pt x="116850" y="658607"/>
                  </a:lnTo>
                  <a:lnTo>
                    <a:pt x="138363" y="642835"/>
                  </a:lnTo>
                  <a:close/>
                  <a:moveTo>
                    <a:pt x="12536" y="517749"/>
                  </a:moveTo>
                  <a:lnTo>
                    <a:pt x="15796" y="513386"/>
                  </a:lnTo>
                  <a:lnTo>
                    <a:pt x="0" y="553097"/>
                  </a:lnTo>
                  <a:close/>
                  <a:moveTo>
                    <a:pt x="527104" y="714830"/>
                  </a:moveTo>
                  <a:lnTo>
                    <a:pt x="561018" y="717050"/>
                  </a:lnTo>
                  <a:lnTo>
                    <a:pt x="533211" y="721596"/>
                  </a:lnTo>
                  <a:close/>
                  <a:moveTo>
                    <a:pt x="561018" y="717050"/>
                  </a:moveTo>
                  <a:lnTo>
                    <a:pt x="570550" y="718328"/>
                  </a:lnTo>
                  <a:lnTo>
                    <a:pt x="533211" y="721596"/>
                  </a:lnTo>
                  <a:close/>
                  <a:moveTo>
                    <a:pt x="369123" y="401687"/>
                  </a:moveTo>
                  <a:lnTo>
                    <a:pt x="319324" y="429153"/>
                  </a:lnTo>
                  <a:lnTo>
                    <a:pt x="316582" y="426028"/>
                  </a:lnTo>
                  <a:close/>
                  <a:moveTo>
                    <a:pt x="587265" y="718975"/>
                  </a:moveTo>
                  <a:lnTo>
                    <a:pt x="533211" y="721596"/>
                  </a:lnTo>
                  <a:lnTo>
                    <a:pt x="570550" y="718328"/>
                  </a:lnTo>
                  <a:close/>
                  <a:moveTo>
                    <a:pt x="587265" y="718975"/>
                  </a:moveTo>
                  <a:lnTo>
                    <a:pt x="557483" y="732204"/>
                  </a:lnTo>
                  <a:lnTo>
                    <a:pt x="533211" y="721596"/>
                  </a:lnTo>
                  <a:close/>
                  <a:moveTo>
                    <a:pt x="598237" y="707282"/>
                  </a:moveTo>
                  <a:lnTo>
                    <a:pt x="587265" y="718975"/>
                  </a:lnTo>
                  <a:lnTo>
                    <a:pt x="570550" y="718328"/>
                  </a:lnTo>
                  <a:close/>
                  <a:moveTo>
                    <a:pt x="490195" y="605200"/>
                  </a:moveTo>
                  <a:lnTo>
                    <a:pt x="438523" y="610158"/>
                  </a:lnTo>
                  <a:lnTo>
                    <a:pt x="480596" y="603042"/>
                  </a:lnTo>
                  <a:close/>
                  <a:moveTo>
                    <a:pt x="502101" y="597017"/>
                  </a:moveTo>
                  <a:lnTo>
                    <a:pt x="490195" y="605200"/>
                  </a:lnTo>
                  <a:lnTo>
                    <a:pt x="480596" y="603042"/>
                  </a:lnTo>
                  <a:close/>
                  <a:moveTo>
                    <a:pt x="490195" y="605200"/>
                  </a:moveTo>
                  <a:lnTo>
                    <a:pt x="502101" y="597017"/>
                  </a:lnTo>
                  <a:lnTo>
                    <a:pt x="501767" y="585830"/>
                  </a:lnTo>
                  <a:close/>
                  <a:moveTo>
                    <a:pt x="539676" y="582098"/>
                  </a:moveTo>
                  <a:lnTo>
                    <a:pt x="533177" y="579834"/>
                  </a:lnTo>
                  <a:lnTo>
                    <a:pt x="519265" y="589311"/>
                  </a:lnTo>
                  <a:close/>
                  <a:moveTo>
                    <a:pt x="501767" y="585830"/>
                  </a:moveTo>
                  <a:lnTo>
                    <a:pt x="502101" y="597017"/>
                  </a:lnTo>
                  <a:lnTo>
                    <a:pt x="519265" y="589311"/>
                  </a:lnTo>
                  <a:close/>
                  <a:moveTo>
                    <a:pt x="508239" y="576457"/>
                  </a:moveTo>
                  <a:lnTo>
                    <a:pt x="501767" y="585830"/>
                  </a:lnTo>
                  <a:lnTo>
                    <a:pt x="519265" y="589311"/>
                  </a:lnTo>
                  <a:close/>
                  <a:moveTo>
                    <a:pt x="570982" y="561889"/>
                  </a:moveTo>
                  <a:lnTo>
                    <a:pt x="539676" y="582098"/>
                  </a:lnTo>
                  <a:lnTo>
                    <a:pt x="519265" y="589311"/>
                  </a:lnTo>
                  <a:close/>
                  <a:moveTo>
                    <a:pt x="500761" y="452289"/>
                  </a:moveTo>
                  <a:lnTo>
                    <a:pt x="505728" y="442491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49582" y="414037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77683" y="398447"/>
                  </a:lnTo>
                  <a:lnTo>
                    <a:pt x="549582" y="414037"/>
                  </a:lnTo>
                  <a:close/>
                  <a:moveTo>
                    <a:pt x="696961" y="495125"/>
                  </a:moveTo>
                  <a:lnTo>
                    <a:pt x="712268" y="505391"/>
                  </a:lnTo>
                  <a:lnTo>
                    <a:pt x="702407" y="491529"/>
                  </a:lnTo>
                  <a:close/>
                  <a:moveTo>
                    <a:pt x="709328" y="512996"/>
                  </a:moveTo>
                  <a:lnTo>
                    <a:pt x="712268" y="505391"/>
                  </a:lnTo>
                  <a:lnTo>
                    <a:pt x="696961" y="495125"/>
                  </a:lnTo>
                  <a:close/>
                  <a:moveTo>
                    <a:pt x="676977" y="516618"/>
                  </a:moveTo>
                  <a:lnTo>
                    <a:pt x="709328" y="512996"/>
                  </a:lnTo>
                  <a:lnTo>
                    <a:pt x="696961" y="495125"/>
                  </a:lnTo>
                  <a:close/>
                  <a:moveTo>
                    <a:pt x="963247" y="358436"/>
                  </a:moveTo>
                  <a:lnTo>
                    <a:pt x="929778" y="357876"/>
                  </a:lnTo>
                  <a:lnTo>
                    <a:pt x="916375" y="358314"/>
                  </a:lnTo>
                  <a:close/>
                  <a:moveTo>
                    <a:pt x="929778" y="357876"/>
                  </a:moveTo>
                  <a:lnTo>
                    <a:pt x="963247" y="358436"/>
                  </a:lnTo>
                  <a:lnTo>
                    <a:pt x="986427" y="348894"/>
                  </a:lnTo>
                  <a:close/>
                  <a:moveTo>
                    <a:pt x="970614" y="349285"/>
                  </a:moveTo>
                  <a:lnTo>
                    <a:pt x="986427" y="348894"/>
                  </a:lnTo>
                  <a:lnTo>
                    <a:pt x="963247" y="358436"/>
                  </a:lnTo>
                  <a:close/>
                  <a:moveTo>
                    <a:pt x="1035177" y="314919"/>
                  </a:moveTo>
                  <a:lnTo>
                    <a:pt x="1014050" y="332102"/>
                  </a:lnTo>
                  <a:lnTo>
                    <a:pt x="1036311" y="314618"/>
                  </a:lnTo>
                  <a:close/>
                  <a:moveTo>
                    <a:pt x="895879" y="163292"/>
                  </a:moveTo>
                  <a:lnTo>
                    <a:pt x="840371" y="176542"/>
                  </a:lnTo>
                  <a:lnTo>
                    <a:pt x="869422" y="160584"/>
                  </a:lnTo>
                  <a:close/>
                  <a:moveTo>
                    <a:pt x="813264" y="38062"/>
                  </a:moveTo>
                  <a:lnTo>
                    <a:pt x="833314" y="20878"/>
                  </a:lnTo>
                  <a:lnTo>
                    <a:pt x="829216" y="38626"/>
                  </a:lnTo>
                  <a:close/>
                  <a:moveTo>
                    <a:pt x="1060900" y="281974"/>
                  </a:moveTo>
                  <a:lnTo>
                    <a:pt x="1063568" y="275166"/>
                  </a:lnTo>
                  <a:lnTo>
                    <a:pt x="1048212" y="262903"/>
                  </a:lnTo>
                  <a:close/>
                  <a:moveTo>
                    <a:pt x="1075715" y="241155"/>
                  </a:moveTo>
                  <a:lnTo>
                    <a:pt x="1099987" y="227899"/>
                  </a:lnTo>
                  <a:lnTo>
                    <a:pt x="1095395" y="224225"/>
                  </a:lnTo>
                  <a:close/>
                  <a:moveTo>
                    <a:pt x="833314" y="20878"/>
                  </a:moveTo>
                  <a:lnTo>
                    <a:pt x="847755" y="11733"/>
                  </a:lnTo>
                  <a:lnTo>
                    <a:pt x="829216" y="38626"/>
                  </a:lnTo>
                  <a:close/>
                  <a:moveTo>
                    <a:pt x="857880" y="3695"/>
                  </a:moveTo>
                  <a:lnTo>
                    <a:pt x="833314" y="20878"/>
                  </a:lnTo>
                  <a:lnTo>
                    <a:pt x="877936" y="0"/>
                  </a:lnTo>
                  <a:close/>
                  <a:moveTo>
                    <a:pt x="1133456" y="170287"/>
                  </a:moveTo>
                  <a:lnTo>
                    <a:pt x="1139454" y="162475"/>
                  </a:lnTo>
                  <a:lnTo>
                    <a:pt x="1121525" y="191648"/>
                  </a:lnTo>
                  <a:close/>
                  <a:moveTo>
                    <a:pt x="1133456" y="170287"/>
                  </a:moveTo>
                  <a:lnTo>
                    <a:pt x="1144264" y="153103"/>
                  </a:lnTo>
                  <a:lnTo>
                    <a:pt x="1139454" y="16247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57" name="Input_density__157">
              <a:extLst>
                <a:ext uri="{FF2B5EF4-FFF2-40B4-BE49-F238E27FC236}">
                  <a16:creationId xmlns:a16="http://schemas.microsoft.com/office/drawing/2014/main" id="{5164C770-8342-E818-7B9D-4677535DFF90}"/>
                </a:ext>
              </a:extLst>
            </p:cNvPr>
            <p:cNvSpPr>
              <a:spLocks noGrp="1"/>
            </p:cNvSpPr>
            <p:nvPr/>
          </p:nvSpPr>
          <p:spPr>
            <a:xfrm>
              <a:off x="1228366" y="2323297"/>
              <a:ext cx="15867" cy="27135"/>
            </a:xfrm>
            <a:custGeom>
              <a:avLst/>
              <a:gdLst/>
              <a:ahLst/>
              <a:cxnLst/>
              <a:rect l="0" t="0" r="0" b="0"/>
              <a:pathLst>
                <a:path w="15867" h="27135">
                  <a:moveTo>
                    <a:pt x="15867" y="0"/>
                  </a:moveTo>
                  <a:lnTo>
                    <a:pt x="0" y="27135"/>
                  </a:lnTo>
                  <a:lnTo>
                    <a:pt x="10972" y="15442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458" name="Input_density__158">
              <a:extLst>
                <a:ext uri="{FF2B5EF4-FFF2-40B4-BE49-F238E27FC236}">
                  <a16:creationId xmlns:a16="http://schemas.microsoft.com/office/drawing/2014/main" id="{5E16B18C-3594-A481-B308-D31DA9CD07CB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632262"/>
              <a:ext cx="1254611" cy="830338"/>
            </a:xfrm>
            <a:custGeom>
              <a:avLst/>
              <a:gdLst/>
              <a:ahLst/>
              <a:cxnLst/>
              <a:rect l="0" t="0" r="0" b="0"/>
              <a:pathLst>
                <a:path w="1254611" h="830338">
                  <a:moveTo>
                    <a:pt x="5924" y="576128"/>
                  </a:moveTo>
                  <a:lnTo>
                    <a:pt x="40589" y="606231"/>
                  </a:lnTo>
                  <a:lnTo>
                    <a:pt x="17131" y="580785"/>
                  </a:lnTo>
                  <a:close/>
                  <a:moveTo>
                    <a:pt x="0" y="569476"/>
                  </a:moveTo>
                  <a:lnTo>
                    <a:pt x="5924" y="576128"/>
                  </a:lnTo>
                  <a:lnTo>
                    <a:pt x="17131" y="580785"/>
                  </a:lnTo>
                  <a:close/>
                  <a:moveTo>
                    <a:pt x="71652" y="639275"/>
                  </a:moveTo>
                  <a:lnTo>
                    <a:pt x="116518" y="674635"/>
                  </a:lnTo>
                  <a:lnTo>
                    <a:pt x="93840" y="665983"/>
                  </a:lnTo>
                  <a:close/>
                  <a:moveTo>
                    <a:pt x="64666" y="633935"/>
                  </a:moveTo>
                  <a:lnTo>
                    <a:pt x="74758" y="642986"/>
                  </a:lnTo>
                  <a:lnTo>
                    <a:pt x="71652" y="639275"/>
                  </a:lnTo>
                  <a:close/>
                  <a:moveTo>
                    <a:pt x="125792" y="577601"/>
                  </a:moveTo>
                  <a:lnTo>
                    <a:pt x="124822" y="541856"/>
                  </a:lnTo>
                  <a:lnTo>
                    <a:pt x="96504" y="560555"/>
                  </a:lnTo>
                  <a:close/>
                  <a:moveTo>
                    <a:pt x="125792" y="577601"/>
                  </a:moveTo>
                  <a:lnTo>
                    <a:pt x="138875" y="566029"/>
                  </a:lnTo>
                  <a:lnTo>
                    <a:pt x="126566" y="535109"/>
                  </a:lnTo>
                  <a:close/>
                  <a:moveTo>
                    <a:pt x="317434" y="763692"/>
                  </a:moveTo>
                  <a:lnTo>
                    <a:pt x="378208" y="770133"/>
                  </a:lnTo>
                  <a:lnTo>
                    <a:pt x="341870" y="758846"/>
                  </a:lnTo>
                  <a:close/>
                  <a:moveTo>
                    <a:pt x="395747" y="789144"/>
                  </a:moveTo>
                  <a:lnTo>
                    <a:pt x="408089" y="757277"/>
                  </a:lnTo>
                  <a:lnTo>
                    <a:pt x="378208" y="770133"/>
                  </a:lnTo>
                  <a:close/>
                  <a:moveTo>
                    <a:pt x="310851" y="738456"/>
                  </a:moveTo>
                  <a:lnTo>
                    <a:pt x="305831" y="755639"/>
                  </a:lnTo>
                  <a:lnTo>
                    <a:pt x="317434" y="763692"/>
                  </a:lnTo>
                  <a:close/>
                  <a:moveTo>
                    <a:pt x="310851" y="738456"/>
                  </a:moveTo>
                  <a:lnTo>
                    <a:pt x="281305" y="718884"/>
                  </a:lnTo>
                  <a:lnTo>
                    <a:pt x="305831" y="755639"/>
                  </a:lnTo>
                  <a:close/>
                  <a:moveTo>
                    <a:pt x="221538" y="643432"/>
                  </a:moveTo>
                  <a:lnTo>
                    <a:pt x="221656" y="654747"/>
                  </a:lnTo>
                  <a:lnTo>
                    <a:pt x="235696" y="645374"/>
                  </a:lnTo>
                  <a:close/>
                  <a:moveTo>
                    <a:pt x="443585" y="765414"/>
                  </a:moveTo>
                  <a:lnTo>
                    <a:pt x="425864" y="727526"/>
                  </a:lnTo>
                  <a:lnTo>
                    <a:pt x="408089" y="757277"/>
                  </a:lnTo>
                  <a:close/>
                  <a:moveTo>
                    <a:pt x="555643" y="785163"/>
                  </a:moveTo>
                  <a:lnTo>
                    <a:pt x="520001" y="830338"/>
                  </a:lnTo>
                  <a:lnTo>
                    <a:pt x="549475" y="815960"/>
                  </a:lnTo>
                  <a:close/>
                  <a:moveTo>
                    <a:pt x="431635" y="715221"/>
                  </a:moveTo>
                  <a:lnTo>
                    <a:pt x="415001" y="683997"/>
                  </a:lnTo>
                  <a:lnTo>
                    <a:pt x="436061" y="704089"/>
                  </a:lnTo>
                  <a:close/>
                  <a:moveTo>
                    <a:pt x="415001" y="683997"/>
                  </a:moveTo>
                  <a:lnTo>
                    <a:pt x="410660" y="642779"/>
                  </a:lnTo>
                  <a:lnTo>
                    <a:pt x="433226" y="667334"/>
                  </a:lnTo>
                  <a:close/>
                  <a:moveTo>
                    <a:pt x="285319" y="484426"/>
                  </a:moveTo>
                  <a:lnTo>
                    <a:pt x="318425" y="478774"/>
                  </a:lnTo>
                  <a:lnTo>
                    <a:pt x="313680" y="488457"/>
                  </a:lnTo>
                  <a:close/>
                  <a:moveTo>
                    <a:pt x="313680" y="488457"/>
                  </a:moveTo>
                  <a:lnTo>
                    <a:pt x="320258" y="485628"/>
                  </a:lnTo>
                  <a:lnTo>
                    <a:pt x="290463" y="524991"/>
                  </a:lnTo>
                  <a:close/>
                  <a:moveTo>
                    <a:pt x="605901" y="726646"/>
                  </a:moveTo>
                  <a:lnTo>
                    <a:pt x="570010" y="728736"/>
                  </a:lnTo>
                  <a:lnTo>
                    <a:pt x="561532" y="764831"/>
                  </a:lnTo>
                  <a:close/>
                  <a:moveTo>
                    <a:pt x="474881" y="593800"/>
                  </a:moveTo>
                  <a:lnTo>
                    <a:pt x="514924" y="612190"/>
                  </a:lnTo>
                  <a:lnTo>
                    <a:pt x="494703" y="559457"/>
                  </a:lnTo>
                  <a:close/>
                  <a:moveTo>
                    <a:pt x="366066" y="436112"/>
                  </a:moveTo>
                  <a:lnTo>
                    <a:pt x="424162" y="452814"/>
                  </a:lnTo>
                  <a:lnTo>
                    <a:pt x="427801" y="446144"/>
                  </a:lnTo>
                  <a:close/>
                  <a:moveTo>
                    <a:pt x="319925" y="349139"/>
                  </a:moveTo>
                  <a:lnTo>
                    <a:pt x="291508" y="356111"/>
                  </a:lnTo>
                  <a:lnTo>
                    <a:pt x="306320" y="337308"/>
                  </a:lnTo>
                  <a:close/>
                  <a:moveTo>
                    <a:pt x="306320" y="337308"/>
                  </a:moveTo>
                  <a:lnTo>
                    <a:pt x="317139" y="356111"/>
                  </a:lnTo>
                  <a:lnTo>
                    <a:pt x="319925" y="349139"/>
                  </a:lnTo>
                  <a:close/>
                  <a:moveTo>
                    <a:pt x="588873" y="713401"/>
                  </a:moveTo>
                  <a:lnTo>
                    <a:pt x="612320" y="721427"/>
                  </a:lnTo>
                  <a:lnTo>
                    <a:pt x="604069" y="745794"/>
                  </a:lnTo>
                  <a:close/>
                  <a:moveTo>
                    <a:pt x="626095" y="531240"/>
                  </a:moveTo>
                  <a:lnTo>
                    <a:pt x="615817" y="579029"/>
                  </a:lnTo>
                  <a:lnTo>
                    <a:pt x="621450" y="575652"/>
                  </a:lnTo>
                  <a:close/>
                  <a:moveTo>
                    <a:pt x="602052" y="568445"/>
                  </a:moveTo>
                  <a:lnTo>
                    <a:pt x="615817" y="579029"/>
                  </a:lnTo>
                  <a:lnTo>
                    <a:pt x="626095" y="531240"/>
                  </a:lnTo>
                  <a:close/>
                  <a:moveTo>
                    <a:pt x="626095" y="531240"/>
                  </a:moveTo>
                  <a:lnTo>
                    <a:pt x="621450" y="575652"/>
                  </a:lnTo>
                  <a:lnTo>
                    <a:pt x="656777" y="578131"/>
                  </a:lnTo>
                  <a:close/>
                  <a:moveTo>
                    <a:pt x="522911" y="426709"/>
                  </a:moveTo>
                  <a:lnTo>
                    <a:pt x="528641" y="381600"/>
                  </a:lnTo>
                  <a:lnTo>
                    <a:pt x="503556" y="412386"/>
                  </a:lnTo>
                  <a:close/>
                  <a:moveTo>
                    <a:pt x="672845" y="386080"/>
                  </a:moveTo>
                  <a:lnTo>
                    <a:pt x="690894" y="397642"/>
                  </a:lnTo>
                  <a:lnTo>
                    <a:pt x="677227" y="370994"/>
                  </a:lnTo>
                  <a:close/>
                  <a:moveTo>
                    <a:pt x="810804" y="489428"/>
                  </a:moveTo>
                  <a:lnTo>
                    <a:pt x="814989" y="441278"/>
                  </a:lnTo>
                  <a:lnTo>
                    <a:pt x="767777" y="460392"/>
                  </a:lnTo>
                  <a:close/>
                  <a:moveTo>
                    <a:pt x="756321" y="372392"/>
                  </a:moveTo>
                  <a:lnTo>
                    <a:pt x="793477" y="400030"/>
                  </a:lnTo>
                  <a:lnTo>
                    <a:pt x="770597" y="374728"/>
                  </a:lnTo>
                  <a:close/>
                  <a:moveTo>
                    <a:pt x="756321" y="372392"/>
                  </a:moveTo>
                  <a:lnTo>
                    <a:pt x="751400" y="363276"/>
                  </a:lnTo>
                  <a:lnTo>
                    <a:pt x="742489" y="365842"/>
                  </a:lnTo>
                  <a:close/>
                  <a:moveTo>
                    <a:pt x="756321" y="372392"/>
                  </a:moveTo>
                  <a:lnTo>
                    <a:pt x="770597" y="374728"/>
                  </a:lnTo>
                  <a:lnTo>
                    <a:pt x="751400" y="363276"/>
                  </a:lnTo>
                  <a:close/>
                  <a:moveTo>
                    <a:pt x="1022176" y="596250"/>
                  </a:moveTo>
                  <a:lnTo>
                    <a:pt x="1000700" y="612162"/>
                  </a:lnTo>
                  <a:lnTo>
                    <a:pt x="1056675" y="600659"/>
                  </a:lnTo>
                  <a:close/>
                  <a:moveTo>
                    <a:pt x="793477" y="400030"/>
                  </a:moveTo>
                  <a:lnTo>
                    <a:pt x="816615" y="422206"/>
                  </a:lnTo>
                  <a:lnTo>
                    <a:pt x="821934" y="390884"/>
                  </a:lnTo>
                  <a:close/>
                  <a:moveTo>
                    <a:pt x="816615" y="422206"/>
                  </a:moveTo>
                  <a:lnTo>
                    <a:pt x="832032" y="400030"/>
                  </a:lnTo>
                  <a:lnTo>
                    <a:pt x="821934" y="390884"/>
                  </a:lnTo>
                  <a:close/>
                  <a:moveTo>
                    <a:pt x="751400" y="363276"/>
                  </a:moveTo>
                  <a:lnTo>
                    <a:pt x="770597" y="374728"/>
                  </a:lnTo>
                  <a:lnTo>
                    <a:pt x="774667" y="357477"/>
                  </a:lnTo>
                  <a:close/>
                  <a:moveTo>
                    <a:pt x="821934" y="390884"/>
                  </a:moveTo>
                  <a:lnTo>
                    <a:pt x="770597" y="374728"/>
                  </a:lnTo>
                  <a:lnTo>
                    <a:pt x="793477" y="400030"/>
                  </a:lnTo>
                  <a:close/>
                  <a:moveTo>
                    <a:pt x="774667" y="357477"/>
                  </a:moveTo>
                  <a:lnTo>
                    <a:pt x="770597" y="374728"/>
                  </a:lnTo>
                  <a:lnTo>
                    <a:pt x="821934" y="390884"/>
                  </a:lnTo>
                  <a:close/>
                  <a:moveTo>
                    <a:pt x="814864" y="351885"/>
                  </a:moveTo>
                  <a:lnTo>
                    <a:pt x="821934" y="390884"/>
                  </a:lnTo>
                  <a:lnTo>
                    <a:pt x="845004" y="354470"/>
                  </a:lnTo>
                  <a:close/>
                  <a:moveTo>
                    <a:pt x="732734" y="357740"/>
                  </a:moveTo>
                  <a:lnTo>
                    <a:pt x="751400" y="363276"/>
                  </a:lnTo>
                  <a:lnTo>
                    <a:pt x="782130" y="321640"/>
                  </a:lnTo>
                  <a:close/>
                  <a:moveTo>
                    <a:pt x="814864" y="351885"/>
                  </a:moveTo>
                  <a:lnTo>
                    <a:pt x="845004" y="354470"/>
                  </a:lnTo>
                  <a:lnTo>
                    <a:pt x="819116" y="335346"/>
                  </a:lnTo>
                  <a:close/>
                  <a:moveTo>
                    <a:pt x="845004" y="354470"/>
                  </a:moveTo>
                  <a:lnTo>
                    <a:pt x="853223" y="338289"/>
                  </a:lnTo>
                  <a:lnTo>
                    <a:pt x="819116" y="335346"/>
                  </a:lnTo>
                  <a:close/>
                  <a:moveTo>
                    <a:pt x="782130" y="321640"/>
                  </a:moveTo>
                  <a:lnTo>
                    <a:pt x="819116" y="335346"/>
                  </a:lnTo>
                  <a:lnTo>
                    <a:pt x="842009" y="324733"/>
                  </a:lnTo>
                  <a:close/>
                  <a:moveTo>
                    <a:pt x="853223" y="338289"/>
                  </a:moveTo>
                  <a:lnTo>
                    <a:pt x="870180" y="292154"/>
                  </a:lnTo>
                  <a:lnTo>
                    <a:pt x="865976" y="292674"/>
                  </a:lnTo>
                  <a:close/>
                  <a:moveTo>
                    <a:pt x="906515" y="316757"/>
                  </a:moveTo>
                  <a:lnTo>
                    <a:pt x="870180" y="292154"/>
                  </a:lnTo>
                  <a:lnTo>
                    <a:pt x="853223" y="338289"/>
                  </a:lnTo>
                  <a:close/>
                  <a:moveTo>
                    <a:pt x="852266" y="259073"/>
                  </a:moveTo>
                  <a:lnTo>
                    <a:pt x="847109" y="255399"/>
                  </a:lnTo>
                  <a:lnTo>
                    <a:pt x="865125" y="292154"/>
                  </a:lnTo>
                  <a:close/>
                  <a:moveTo>
                    <a:pt x="847109" y="255399"/>
                  </a:moveTo>
                  <a:lnTo>
                    <a:pt x="852266" y="259073"/>
                  </a:lnTo>
                  <a:lnTo>
                    <a:pt x="854163" y="245598"/>
                  </a:lnTo>
                  <a:close/>
                  <a:moveTo>
                    <a:pt x="870180" y="292154"/>
                  </a:moveTo>
                  <a:lnTo>
                    <a:pt x="906515" y="316757"/>
                  </a:lnTo>
                  <a:lnTo>
                    <a:pt x="868116" y="290934"/>
                  </a:lnTo>
                  <a:close/>
                  <a:moveTo>
                    <a:pt x="854163" y="245598"/>
                  </a:moveTo>
                  <a:lnTo>
                    <a:pt x="909031" y="229955"/>
                  </a:lnTo>
                  <a:lnTo>
                    <a:pt x="870943" y="212127"/>
                  </a:lnTo>
                  <a:close/>
                  <a:moveTo>
                    <a:pt x="973418" y="348480"/>
                  </a:moveTo>
                  <a:lnTo>
                    <a:pt x="973640" y="348816"/>
                  </a:lnTo>
                  <a:lnTo>
                    <a:pt x="974127" y="348760"/>
                  </a:lnTo>
                  <a:close/>
                  <a:moveTo>
                    <a:pt x="1010197" y="359043"/>
                  </a:moveTo>
                  <a:lnTo>
                    <a:pt x="974127" y="348760"/>
                  </a:lnTo>
                  <a:lnTo>
                    <a:pt x="973640" y="348816"/>
                  </a:lnTo>
                  <a:close/>
                  <a:moveTo>
                    <a:pt x="973418" y="348480"/>
                  </a:moveTo>
                  <a:lnTo>
                    <a:pt x="974127" y="348760"/>
                  </a:lnTo>
                  <a:lnTo>
                    <a:pt x="974792" y="347879"/>
                  </a:lnTo>
                  <a:close/>
                  <a:moveTo>
                    <a:pt x="1022904" y="335853"/>
                  </a:moveTo>
                  <a:lnTo>
                    <a:pt x="974127" y="348760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974792" y="347879"/>
                  </a:lnTo>
                  <a:lnTo>
                    <a:pt x="974127" y="348760"/>
                  </a:lnTo>
                  <a:close/>
                  <a:moveTo>
                    <a:pt x="1022904" y="335853"/>
                  </a:moveTo>
                  <a:lnTo>
                    <a:pt x="1027592" y="327873"/>
                  </a:lnTo>
                  <a:lnTo>
                    <a:pt x="993645" y="325527"/>
                  </a:lnTo>
                  <a:close/>
                  <a:moveTo>
                    <a:pt x="1010197" y="359043"/>
                  </a:moveTo>
                  <a:lnTo>
                    <a:pt x="1038229" y="331297"/>
                  </a:lnTo>
                  <a:lnTo>
                    <a:pt x="1022904" y="335853"/>
                  </a:lnTo>
                  <a:close/>
                  <a:moveTo>
                    <a:pt x="1064299" y="340539"/>
                  </a:moveTo>
                  <a:lnTo>
                    <a:pt x="1038229" y="331297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1038229" y="331297"/>
                  </a:lnTo>
                  <a:lnTo>
                    <a:pt x="1027592" y="327873"/>
                  </a:lnTo>
                  <a:close/>
                  <a:moveTo>
                    <a:pt x="912643" y="192328"/>
                  </a:moveTo>
                  <a:lnTo>
                    <a:pt x="950770" y="188420"/>
                  </a:lnTo>
                  <a:lnTo>
                    <a:pt x="917042" y="163697"/>
                  </a:lnTo>
                  <a:close/>
                  <a:moveTo>
                    <a:pt x="1064299" y="340539"/>
                  </a:moveTo>
                  <a:lnTo>
                    <a:pt x="1074665" y="320860"/>
                  </a:lnTo>
                  <a:lnTo>
                    <a:pt x="1038229" y="331297"/>
                  </a:lnTo>
                  <a:close/>
                  <a:moveTo>
                    <a:pt x="1064299" y="340539"/>
                  </a:moveTo>
                  <a:lnTo>
                    <a:pt x="1098704" y="314114"/>
                  </a:lnTo>
                  <a:lnTo>
                    <a:pt x="1074665" y="320860"/>
                  </a:lnTo>
                  <a:close/>
                  <a:moveTo>
                    <a:pt x="1118368" y="321910"/>
                  </a:moveTo>
                  <a:lnTo>
                    <a:pt x="1098704" y="314114"/>
                  </a:lnTo>
                  <a:lnTo>
                    <a:pt x="1064299" y="340539"/>
                  </a:lnTo>
                  <a:close/>
                  <a:moveTo>
                    <a:pt x="1099638" y="348089"/>
                  </a:moveTo>
                  <a:lnTo>
                    <a:pt x="1118368" y="321910"/>
                  </a:lnTo>
                  <a:lnTo>
                    <a:pt x="1064299" y="340539"/>
                  </a:lnTo>
                  <a:close/>
                  <a:moveTo>
                    <a:pt x="1098704" y="314114"/>
                  </a:moveTo>
                  <a:lnTo>
                    <a:pt x="1118368" y="321910"/>
                  </a:lnTo>
                  <a:lnTo>
                    <a:pt x="1122020" y="309450"/>
                  </a:lnTo>
                  <a:close/>
                  <a:moveTo>
                    <a:pt x="1122020" y="309450"/>
                  </a:moveTo>
                  <a:lnTo>
                    <a:pt x="1118368" y="321910"/>
                  </a:lnTo>
                  <a:lnTo>
                    <a:pt x="1148388" y="314114"/>
                  </a:lnTo>
                  <a:close/>
                  <a:moveTo>
                    <a:pt x="1122020" y="309450"/>
                  </a:moveTo>
                  <a:lnTo>
                    <a:pt x="1148388" y="314114"/>
                  </a:lnTo>
                  <a:lnTo>
                    <a:pt x="1129048" y="265631"/>
                  </a:lnTo>
                  <a:close/>
                  <a:moveTo>
                    <a:pt x="1129048" y="265631"/>
                  </a:moveTo>
                  <a:lnTo>
                    <a:pt x="1148388" y="314114"/>
                  </a:lnTo>
                  <a:lnTo>
                    <a:pt x="1149522" y="313813"/>
                  </a:lnTo>
                  <a:close/>
                  <a:moveTo>
                    <a:pt x="1129048" y="265631"/>
                  </a:moveTo>
                  <a:lnTo>
                    <a:pt x="1149522" y="313813"/>
                  </a:lnTo>
                  <a:lnTo>
                    <a:pt x="1161422" y="262098"/>
                  </a:lnTo>
                  <a:close/>
                  <a:moveTo>
                    <a:pt x="875299" y="16612"/>
                  </a:moveTo>
                  <a:lnTo>
                    <a:pt x="911076" y="45185"/>
                  </a:lnTo>
                  <a:lnTo>
                    <a:pt x="919243" y="7974"/>
                  </a:lnTo>
                  <a:close/>
                  <a:moveTo>
                    <a:pt x="1161971" y="259311"/>
                  </a:moveTo>
                  <a:lnTo>
                    <a:pt x="1161422" y="262098"/>
                  </a:lnTo>
                  <a:lnTo>
                    <a:pt x="1163700" y="260175"/>
                  </a:lnTo>
                  <a:close/>
                  <a:moveTo>
                    <a:pt x="1161971" y="259311"/>
                  </a:moveTo>
                  <a:lnTo>
                    <a:pt x="1163700" y="260175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161971" y="259311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202547" y="208665"/>
                  </a:lnTo>
                  <a:lnTo>
                    <a:pt x="1171857" y="204902"/>
                  </a:lnTo>
                  <a:close/>
                  <a:moveTo>
                    <a:pt x="1202547" y="208665"/>
                  </a:moveTo>
                  <a:lnTo>
                    <a:pt x="1204977" y="204157"/>
                  </a:lnTo>
                  <a:lnTo>
                    <a:pt x="1171857" y="204902"/>
                  </a:lnTo>
                  <a:close/>
                  <a:moveTo>
                    <a:pt x="960965" y="10928"/>
                  </a:moveTo>
                  <a:lnTo>
                    <a:pt x="962371" y="0"/>
                  </a:lnTo>
                  <a:lnTo>
                    <a:pt x="946219" y="2890"/>
                  </a:lnTo>
                  <a:close/>
                  <a:moveTo>
                    <a:pt x="960965" y="10928"/>
                  </a:moveTo>
                  <a:lnTo>
                    <a:pt x="971090" y="2890"/>
                  </a:lnTo>
                  <a:lnTo>
                    <a:pt x="962371" y="0"/>
                  </a:lnTo>
                  <a:close/>
                  <a:moveTo>
                    <a:pt x="1221700" y="170474"/>
                  </a:moveTo>
                  <a:lnTo>
                    <a:pt x="1204977" y="204157"/>
                  </a:lnTo>
                  <a:lnTo>
                    <a:pt x="1252665" y="161670"/>
                  </a:lnTo>
                  <a:close/>
                  <a:moveTo>
                    <a:pt x="1254611" y="148679"/>
                  </a:moveTo>
                  <a:lnTo>
                    <a:pt x="1221700" y="170474"/>
                  </a:lnTo>
                  <a:lnTo>
                    <a:pt x="1252665" y="16167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59" name="Input_density__159">
              <a:extLst>
                <a:ext uri="{FF2B5EF4-FFF2-40B4-BE49-F238E27FC236}">
                  <a16:creationId xmlns:a16="http://schemas.microsoft.com/office/drawing/2014/main" id="{83DF3C67-A6E4-D8C7-2930-43CE74FB6D6C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582970"/>
              <a:ext cx="1254611" cy="930713"/>
            </a:xfrm>
            <a:custGeom>
              <a:avLst/>
              <a:gdLst/>
              <a:ahLst/>
              <a:cxnLst/>
              <a:rect l="0" t="0" r="0" b="0"/>
              <a:pathLst>
                <a:path w="1254611" h="930713">
                  <a:moveTo>
                    <a:pt x="71423" y="675095"/>
                  </a:moveTo>
                  <a:lnTo>
                    <a:pt x="64666" y="683228"/>
                  </a:lnTo>
                  <a:lnTo>
                    <a:pt x="71652" y="688567"/>
                  </a:lnTo>
                  <a:close/>
                  <a:moveTo>
                    <a:pt x="40589" y="655523"/>
                  </a:moveTo>
                  <a:lnTo>
                    <a:pt x="64666" y="683228"/>
                  </a:lnTo>
                  <a:lnTo>
                    <a:pt x="71423" y="675095"/>
                  </a:lnTo>
                  <a:close/>
                  <a:moveTo>
                    <a:pt x="40589" y="655523"/>
                  </a:moveTo>
                  <a:lnTo>
                    <a:pt x="57126" y="638340"/>
                  </a:lnTo>
                  <a:lnTo>
                    <a:pt x="17131" y="630077"/>
                  </a:lnTo>
                  <a:close/>
                  <a:moveTo>
                    <a:pt x="57126" y="638340"/>
                  </a:moveTo>
                  <a:lnTo>
                    <a:pt x="41007" y="623137"/>
                  </a:lnTo>
                  <a:lnTo>
                    <a:pt x="17131" y="630077"/>
                  </a:lnTo>
                  <a:close/>
                  <a:moveTo>
                    <a:pt x="7699" y="601585"/>
                  </a:moveTo>
                  <a:lnTo>
                    <a:pt x="17131" y="630077"/>
                  </a:lnTo>
                  <a:lnTo>
                    <a:pt x="41007" y="623137"/>
                  </a:lnTo>
                  <a:close/>
                  <a:moveTo>
                    <a:pt x="7699" y="601585"/>
                  </a:moveTo>
                  <a:lnTo>
                    <a:pt x="0" y="618768"/>
                  </a:lnTo>
                  <a:lnTo>
                    <a:pt x="17131" y="630077"/>
                  </a:lnTo>
                  <a:close/>
                  <a:moveTo>
                    <a:pt x="91621" y="711850"/>
                  </a:moveTo>
                  <a:lnTo>
                    <a:pt x="71652" y="688567"/>
                  </a:lnTo>
                  <a:lnTo>
                    <a:pt x="93840" y="715275"/>
                  </a:lnTo>
                  <a:close/>
                  <a:moveTo>
                    <a:pt x="92648" y="626751"/>
                  </a:moveTo>
                  <a:lnTo>
                    <a:pt x="125792" y="626893"/>
                  </a:lnTo>
                  <a:lnTo>
                    <a:pt x="96504" y="609847"/>
                  </a:lnTo>
                  <a:close/>
                  <a:moveTo>
                    <a:pt x="305831" y="804931"/>
                  </a:moveTo>
                  <a:lnTo>
                    <a:pt x="305081" y="813223"/>
                  </a:lnTo>
                  <a:lnTo>
                    <a:pt x="317434" y="812984"/>
                  </a:lnTo>
                  <a:close/>
                  <a:moveTo>
                    <a:pt x="317434" y="812984"/>
                  </a:moveTo>
                  <a:lnTo>
                    <a:pt x="359736" y="840624"/>
                  </a:lnTo>
                  <a:lnTo>
                    <a:pt x="378208" y="819425"/>
                  </a:lnTo>
                  <a:close/>
                  <a:moveTo>
                    <a:pt x="310851" y="787748"/>
                  </a:moveTo>
                  <a:lnTo>
                    <a:pt x="317434" y="812984"/>
                  </a:lnTo>
                  <a:lnTo>
                    <a:pt x="341870" y="808139"/>
                  </a:lnTo>
                  <a:close/>
                  <a:moveTo>
                    <a:pt x="265962" y="648910"/>
                  </a:moveTo>
                  <a:lnTo>
                    <a:pt x="235696" y="694666"/>
                  </a:lnTo>
                  <a:lnTo>
                    <a:pt x="251574" y="691323"/>
                  </a:lnTo>
                  <a:close/>
                  <a:moveTo>
                    <a:pt x="514004" y="930713"/>
                  </a:moveTo>
                  <a:lnTo>
                    <a:pt x="548452" y="885049"/>
                  </a:lnTo>
                  <a:lnTo>
                    <a:pt x="519564" y="881446"/>
                  </a:lnTo>
                  <a:close/>
                  <a:moveTo>
                    <a:pt x="519564" y="881446"/>
                  </a:moveTo>
                  <a:lnTo>
                    <a:pt x="548452" y="885049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26232" y="831278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61532" y="814123"/>
                  </a:lnTo>
                  <a:lnTo>
                    <a:pt x="524079" y="798666"/>
                  </a:lnTo>
                  <a:close/>
                  <a:moveTo>
                    <a:pt x="431635" y="764513"/>
                  </a:moveTo>
                  <a:lnTo>
                    <a:pt x="425864" y="776818"/>
                  </a:lnTo>
                  <a:lnTo>
                    <a:pt x="479164" y="797708"/>
                  </a:lnTo>
                  <a:close/>
                  <a:moveTo>
                    <a:pt x="137681" y="446810"/>
                  </a:moveTo>
                  <a:lnTo>
                    <a:pt x="161023" y="439770"/>
                  </a:lnTo>
                  <a:lnTo>
                    <a:pt x="139557" y="436714"/>
                  </a:lnTo>
                  <a:close/>
                  <a:moveTo>
                    <a:pt x="139557" y="436714"/>
                  </a:moveTo>
                  <a:lnTo>
                    <a:pt x="161023" y="439770"/>
                  </a:lnTo>
                  <a:lnTo>
                    <a:pt x="177105" y="388529"/>
                  </a:lnTo>
                  <a:close/>
                  <a:moveTo>
                    <a:pt x="141915" y="390050"/>
                  </a:moveTo>
                  <a:lnTo>
                    <a:pt x="139557" y="436714"/>
                  </a:lnTo>
                  <a:lnTo>
                    <a:pt x="177105" y="388529"/>
                  </a:lnTo>
                  <a:close/>
                  <a:moveTo>
                    <a:pt x="570010" y="778029"/>
                  </a:moveTo>
                  <a:lnTo>
                    <a:pt x="605901" y="775938"/>
                  </a:lnTo>
                  <a:lnTo>
                    <a:pt x="599511" y="736386"/>
                  </a:lnTo>
                  <a:close/>
                  <a:moveTo>
                    <a:pt x="324367" y="529061"/>
                  </a:moveTo>
                  <a:lnTo>
                    <a:pt x="320258" y="534920"/>
                  </a:lnTo>
                  <a:lnTo>
                    <a:pt x="362999" y="524742"/>
                  </a:lnTo>
                  <a:close/>
                  <a:moveTo>
                    <a:pt x="318425" y="528066"/>
                  </a:moveTo>
                  <a:lnTo>
                    <a:pt x="324367" y="529061"/>
                  </a:lnTo>
                  <a:lnTo>
                    <a:pt x="348342" y="515345"/>
                  </a:lnTo>
                  <a:close/>
                  <a:moveTo>
                    <a:pt x="494703" y="608750"/>
                  </a:moveTo>
                  <a:lnTo>
                    <a:pt x="514924" y="661482"/>
                  </a:lnTo>
                  <a:lnTo>
                    <a:pt x="502200" y="645505"/>
                  </a:lnTo>
                  <a:close/>
                  <a:moveTo>
                    <a:pt x="494703" y="608750"/>
                  </a:moveTo>
                  <a:lnTo>
                    <a:pt x="486712" y="612583"/>
                  </a:lnTo>
                  <a:lnTo>
                    <a:pt x="474881" y="643092"/>
                  </a:lnTo>
                  <a:close/>
                  <a:moveTo>
                    <a:pt x="394963" y="515668"/>
                  </a:moveTo>
                  <a:lnTo>
                    <a:pt x="424162" y="502106"/>
                  </a:lnTo>
                  <a:lnTo>
                    <a:pt x="366066" y="485404"/>
                  </a:lnTo>
                  <a:close/>
                  <a:moveTo>
                    <a:pt x="427801" y="495436"/>
                  </a:moveTo>
                  <a:lnTo>
                    <a:pt x="452036" y="506533"/>
                  </a:lnTo>
                  <a:lnTo>
                    <a:pt x="434663" y="498485"/>
                  </a:lnTo>
                  <a:close/>
                  <a:moveTo>
                    <a:pt x="427801" y="495436"/>
                  </a:moveTo>
                  <a:lnTo>
                    <a:pt x="434663" y="498485"/>
                  </a:lnTo>
                  <a:lnTo>
                    <a:pt x="438282" y="490627"/>
                  </a:lnTo>
                  <a:close/>
                  <a:moveTo>
                    <a:pt x="427801" y="495436"/>
                  </a:moveTo>
                  <a:lnTo>
                    <a:pt x="438282" y="490627"/>
                  </a:lnTo>
                  <a:lnTo>
                    <a:pt x="390966" y="482294"/>
                  </a:lnTo>
                  <a:close/>
                  <a:moveTo>
                    <a:pt x="656034" y="583281"/>
                  </a:moveTo>
                  <a:lnTo>
                    <a:pt x="626095" y="580532"/>
                  </a:lnTo>
                  <a:lnTo>
                    <a:pt x="656777" y="627424"/>
                  </a:lnTo>
                  <a:close/>
                  <a:moveTo>
                    <a:pt x="613972" y="500777"/>
                  </a:moveTo>
                  <a:lnTo>
                    <a:pt x="573075" y="464118"/>
                  </a:lnTo>
                  <a:lnTo>
                    <a:pt x="613877" y="500971"/>
                  </a:lnTo>
                  <a:close/>
                  <a:moveTo>
                    <a:pt x="569594" y="465137"/>
                  </a:moveTo>
                  <a:lnTo>
                    <a:pt x="567496" y="451589"/>
                  </a:lnTo>
                  <a:lnTo>
                    <a:pt x="528641" y="430892"/>
                  </a:lnTo>
                  <a:close/>
                  <a:moveTo>
                    <a:pt x="481580" y="379515"/>
                  </a:moveTo>
                  <a:lnTo>
                    <a:pt x="502583" y="390608"/>
                  </a:lnTo>
                  <a:lnTo>
                    <a:pt x="460715" y="365236"/>
                  </a:lnTo>
                  <a:close/>
                  <a:moveTo>
                    <a:pt x="445010" y="353853"/>
                  </a:moveTo>
                  <a:lnTo>
                    <a:pt x="460715" y="365236"/>
                  </a:lnTo>
                  <a:lnTo>
                    <a:pt x="415635" y="330050"/>
                  </a:lnTo>
                  <a:close/>
                  <a:moveTo>
                    <a:pt x="415635" y="330050"/>
                  </a:moveTo>
                  <a:lnTo>
                    <a:pt x="460715" y="365236"/>
                  </a:lnTo>
                  <a:lnTo>
                    <a:pt x="424798" y="334281"/>
                  </a:lnTo>
                  <a:close/>
                  <a:moveTo>
                    <a:pt x="481580" y="379515"/>
                  </a:moveTo>
                  <a:lnTo>
                    <a:pt x="460715" y="365236"/>
                  </a:lnTo>
                  <a:lnTo>
                    <a:pt x="445010" y="353853"/>
                  </a:lnTo>
                  <a:close/>
                  <a:moveTo>
                    <a:pt x="662793" y="462525"/>
                  </a:moveTo>
                  <a:lnTo>
                    <a:pt x="632575" y="446935"/>
                  </a:lnTo>
                  <a:lnTo>
                    <a:pt x="613972" y="500777"/>
                  </a:lnTo>
                  <a:close/>
                  <a:moveTo>
                    <a:pt x="528641" y="430892"/>
                  </a:moveTo>
                  <a:lnTo>
                    <a:pt x="567496" y="451589"/>
                  </a:lnTo>
                  <a:lnTo>
                    <a:pt x="583840" y="416488"/>
                  </a:lnTo>
                  <a:close/>
                  <a:moveTo>
                    <a:pt x="632575" y="446935"/>
                  </a:moveTo>
                  <a:lnTo>
                    <a:pt x="662793" y="462525"/>
                  </a:lnTo>
                  <a:lnTo>
                    <a:pt x="672845" y="435372"/>
                  </a:lnTo>
                  <a:close/>
                  <a:moveTo>
                    <a:pt x="623308" y="439476"/>
                  </a:moveTo>
                  <a:lnTo>
                    <a:pt x="672845" y="435372"/>
                  </a:lnTo>
                  <a:lnTo>
                    <a:pt x="677227" y="420286"/>
                  </a:lnTo>
                  <a:close/>
                  <a:moveTo>
                    <a:pt x="814989" y="490571"/>
                  </a:moveTo>
                  <a:lnTo>
                    <a:pt x="815617" y="540016"/>
                  </a:lnTo>
                  <a:lnTo>
                    <a:pt x="857974" y="501555"/>
                  </a:lnTo>
                  <a:close/>
                  <a:moveTo>
                    <a:pt x="795279" y="461847"/>
                  </a:moveTo>
                  <a:lnTo>
                    <a:pt x="816615" y="471498"/>
                  </a:lnTo>
                  <a:lnTo>
                    <a:pt x="793477" y="449323"/>
                  </a:lnTo>
                  <a:close/>
                  <a:moveTo>
                    <a:pt x="756321" y="421684"/>
                  </a:moveTo>
                  <a:lnTo>
                    <a:pt x="795279" y="461847"/>
                  </a:lnTo>
                  <a:lnTo>
                    <a:pt x="793477" y="449323"/>
                  </a:lnTo>
                  <a:close/>
                  <a:moveTo>
                    <a:pt x="961859" y="640812"/>
                  </a:moveTo>
                  <a:lnTo>
                    <a:pt x="1000700" y="661454"/>
                  </a:lnTo>
                  <a:lnTo>
                    <a:pt x="1022176" y="645542"/>
                  </a:lnTo>
                  <a:close/>
                  <a:moveTo>
                    <a:pt x="814864" y="401178"/>
                  </a:moveTo>
                  <a:lnTo>
                    <a:pt x="774667" y="406769"/>
                  </a:lnTo>
                  <a:lnTo>
                    <a:pt x="821934" y="440177"/>
                  </a:lnTo>
                  <a:close/>
                  <a:moveTo>
                    <a:pt x="751400" y="412568"/>
                  </a:moveTo>
                  <a:lnTo>
                    <a:pt x="774667" y="406769"/>
                  </a:lnTo>
                  <a:lnTo>
                    <a:pt x="782130" y="370932"/>
                  </a:lnTo>
                  <a:close/>
                  <a:moveTo>
                    <a:pt x="774667" y="406769"/>
                  </a:moveTo>
                  <a:lnTo>
                    <a:pt x="814864" y="401178"/>
                  </a:lnTo>
                  <a:lnTo>
                    <a:pt x="782130" y="370932"/>
                  </a:lnTo>
                  <a:close/>
                  <a:moveTo>
                    <a:pt x="814864" y="401178"/>
                  </a:moveTo>
                  <a:lnTo>
                    <a:pt x="819116" y="384638"/>
                  </a:lnTo>
                  <a:lnTo>
                    <a:pt x="782130" y="370932"/>
                  </a:lnTo>
                  <a:close/>
                  <a:moveTo>
                    <a:pt x="1062297" y="603943"/>
                  </a:moveTo>
                  <a:lnTo>
                    <a:pt x="1022176" y="645542"/>
                  </a:lnTo>
                  <a:lnTo>
                    <a:pt x="1056675" y="649951"/>
                  </a:lnTo>
                  <a:close/>
                  <a:moveTo>
                    <a:pt x="1092430" y="606533"/>
                  </a:moveTo>
                  <a:lnTo>
                    <a:pt x="1062297" y="603943"/>
                  </a:lnTo>
                  <a:lnTo>
                    <a:pt x="1056675" y="649951"/>
                  </a:lnTo>
                  <a:close/>
                  <a:moveTo>
                    <a:pt x="870180" y="341446"/>
                  </a:moveTo>
                  <a:lnTo>
                    <a:pt x="882235" y="304691"/>
                  </a:lnTo>
                  <a:lnTo>
                    <a:pt x="865976" y="341966"/>
                  </a:lnTo>
                  <a:close/>
                  <a:moveTo>
                    <a:pt x="865976" y="341966"/>
                  </a:moveTo>
                  <a:lnTo>
                    <a:pt x="852266" y="308365"/>
                  </a:lnTo>
                  <a:lnTo>
                    <a:pt x="865125" y="341446"/>
                  </a:lnTo>
                  <a:close/>
                  <a:moveTo>
                    <a:pt x="870180" y="341446"/>
                  </a:moveTo>
                  <a:lnTo>
                    <a:pt x="868116" y="340226"/>
                  </a:lnTo>
                  <a:lnTo>
                    <a:pt x="882235" y="304691"/>
                  </a:lnTo>
                  <a:close/>
                  <a:moveTo>
                    <a:pt x="950770" y="237712"/>
                  </a:moveTo>
                  <a:lnTo>
                    <a:pt x="912643" y="241620"/>
                  </a:lnTo>
                  <a:lnTo>
                    <a:pt x="955516" y="278601"/>
                  </a:lnTo>
                  <a:close/>
                  <a:moveTo>
                    <a:pt x="912643" y="241620"/>
                  </a:moveTo>
                  <a:lnTo>
                    <a:pt x="908255" y="233570"/>
                  </a:lnTo>
                  <a:lnTo>
                    <a:pt x="909031" y="279247"/>
                  </a:lnTo>
                  <a:close/>
                  <a:moveTo>
                    <a:pt x="1038229" y="380589"/>
                  </a:moveTo>
                  <a:lnTo>
                    <a:pt x="1074665" y="370153"/>
                  </a:lnTo>
                  <a:lnTo>
                    <a:pt x="1080381" y="353751"/>
                  </a:lnTo>
                  <a:close/>
                  <a:moveTo>
                    <a:pt x="1027592" y="377165"/>
                  </a:moveTo>
                  <a:lnTo>
                    <a:pt x="1038229" y="380589"/>
                  </a:lnTo>
                  <a:lnTo>
                    <a:pt x="1080381" y="353751"/>
                  </a:lnTo>
                  <a:close/>
                  <a:moveTo>
                    <a:pt x="1074665" y="370153"/>
                  </a:moveTo>
                  <a:lnTo>
                    <a:pt x="1098704" y="363406"/>
                  </a:lnTo>
                  <a:lnTo>
                    <a:pt x="1080381" y="353751"/>
                  </a:lnTo>
                  <a:close/>
                  <a:moveTo>
                    <a:pt x="987723" y="297164"/>
                  </a:moveTo>
                  <a:lnTo>
                    <a:pt x="1003246" y="286141"/>
                  </a:lnTo>
                  <a:lnTo>
                    <a:pt x="969717" y="285359"/>
                  </a:lnTo>
                  <a:close/>
                  <a:moveTo>
                    <a:pt x="1101528" y="309468"/>
                  </a:moveTo>
                  <a:lnTo>
                    <a:pt x="1098704" y="363406"/>
                  </a:lnTo>
                  <a:lnTo>
                    <a:pt x="1129048" y="314923"/>
                  </a:lnTo>
                  <a:close/>
                  <a:moveTo>
                    <a:pt x="1129048" y="314923"/>
                  </a:moveTo>
                  <a:lnTo>
                    <a:pt x="1098704" y="363406"/>
                  </a:lnTo>
                  <a:lnTo>
                    <a:pt x="1122020" y="358742"/>
                  </a:lnTo>
                  <a:close/>
                  <a:moveTo>
                    <a:pt x="1041798" y="253141"/>
                  </a:moveTo>
                  <a:lnTo>
                    <a:pt x="1059869" y="289896"/>
                  </a:lnTo>
                  <a:lnTo>
                    <a:pt x="1031135" y="244212"/>
                  </a:lnTo>
                  <a:close/>
                  <a:moveTo>
                    <a:pt x="919243" y="57266"/>
                  </a:moveTo>
                  <a:lnTo>
                    <a:pt x="946219" y="52183"/>
                  </a:lnTo>
                  <a:lnTo>
                    <a:pt x="923766" y="45717"/>
                  </a:lnTo>
                  <a:close/>
                  <a:moveTo>
                    <a:pt x="1161971" y="308604"/>
                  </a:moveTo>
                  <a:lnTo>
                    <a:pt x="1129048" y="314923"/>
                  </a:lnTo>
                  <a:lnTo>
                    <a:pt x="1161422" y="311390"/>
                  </a:lnTo>
                  <a:close/>
                  <a:moveTo>
                    <a:pt x="1161971" y="308604"/>
                  </a:moveTo>
                  <a:lnTo>
                    <a:pt x="1130274" y="307284"/>
                  </a:lnTo>
                  <a:lnTo>
                    <a:pt x="1129048" y="314923"/>
                  </a:lnTo>
                  <a:close/>
                  <a:moveTo>
                    <a:pt x="1130274" y="307284"/>
                  </a:moveTo>
                  <a:lnTo>
                    <a:pt x="1161971" y="308604"/>
                  </a:lnTo>
                  <a:lnTo>
                    <a:pt x="1171508" y="256103"/>
                  </a:lnTo>
                  <a:close/>
                  <a:moveTo>
                    <a:pt x="1130274" y="307284"/>
                  </a:moveTo>
                  <a:lnTo>
                    <a:pt x="1171508" y="256103"/>
                  </a:lnTo>
                  <a:lnTo>
                    <a:pt x="1136735" y="257285"/>
                  </a:lnTo>
                  <a:close/>
                  <a:moveTo>
                    <a:pt x="1171508" y="256103"/>
                  </a:moveTo>
                  <a:lnTo>
                    <a:pt x="1171857" y="254194"/>
                  </a:lnTo>
                  <a:lnTo>
                    <a:pt x="1138219" y="253007"/>
                  </a:lnTo>
                  <a:close/>
                  <a:moveTo>
                    <a:pt x="970591" y="0"/>
                  </a:moveTo>
                  <a:lnTo>
                    <a:pt x="946219" y="52183"/>
                  </a:lnTo>
                  <a:lnTo>
                    <a:pt x="962371" y="49292"/>
                  </a:lnTo>
                  <a:close/>
                  <a:moveTo>
                    <a:pt x="1008506" y="38874"/>
                  </a:moveTo>
                  <a:lnTo>
                    <a:pt x="1010217" y="34999"/>
                  </a:lnTo>
                  <a:lnTo>
                    <a:pt x="991147" y="48487"/>
                  </a:lnTo>
                  <a:close/>
                  <a:moveTo>
                    <a:pt x="970591" y="0"/>
                  </a:moveTo>
                  <a:lnTo>
                    <a:pt x="962371" y="49292"/>
                  </a:lnTo>
                  <a:lnTo>
                    <a:pt x="991147" y="48487"/>
                  </a:lnTo>
                  <a:close/>
                  <a:moveTo>
                    <a:pt x="1171857" y="254194"/>
                  </a:moveTo>
                  <a:lnTo>
                    <a:pt x="1183774" y="202544"/>
                  </a:lnTo>
                  <a:lnTo>
                    <a:pt x="1138219" y="253007"/>
                  </a:lnTo>
                  <a:close/>
                  <a:moveTo>
                    <a:pt x="1171857" y="254194"/>
                  </a:moveTo>
                  <a:lnTo>
                    <a:pt x="1204977" y="253450"/>
                  </a:lnTo>
                  <a:lnTo>
                    <a:pt x="1221700" y="219766"/>
                  </a:lnTo>
                  <a:close/>
                  <a:moveTo>
                    <a:pt x="1254611" y="197971"/>
                  </a:moveTo>
                  <a:lnTo>
                    <a:pt x="1226822" y="193475"/>
                  </a:lnTo>
                  <a:lnTo>
                    <a:pt x="1221700" y="219766"/>
                  </a:lnTo>
                  <a:close/>
                  <a:moveTo>
                    <a:pt x="1226822" y="193475"/>
                  </a:moveTo>
                  <a:lnTo>
                    <a:pt x="1254611" y="197971"/>
                  </a:lnTo>
                  <a:lnTo>
                    <a:pt x="1249994" y="156978"/>
                  </a:lnTo>
                  <a:close/>
                  <a:moveTo>
                    <a:pt x="1096510" y="83910"/>
                  </a:moveTo>
                  <a:lnTo>
                    <a:pt x="1125166" y="87702"/>
                  </a:lnTo>
                  <a:lnTo>
                    <a:pt x="1115678" y="50668"/>
                  </a:lnTo>
                  <a:close/>
                  <a:moveTo>
                    <a:pt x="1115678" y="50668"/>
                  </a:moveTo>
                  <a:lnTo>
                    <a:pt x="1142646" y="91326"/>
                  </a:lnTo>
                  <a:lnTo>
                    <a:pt x="1135787" y="54571"/>
                  </a:lnTo>
                  <a:close/>
                  <a:moveTo>
                    <a:pt x="1115678" y="50668"/>
                  </a:moveTo>
                  <a:lnTo>
                    <a:pt x="1125166" y="87702"/>
                  </a:lnTo>
                  <a:lnTo>
                    <a:pt x="1142646" y="9132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60" name="Input_density__160">
              <a:extLst>
                <a:ext uri="{FF2B5EF4-FFF2-40B4-BE49-F238E27FC236}">
                  <a16:creationId xmlns:a16="http://schemas.microsoft.com/office/drawing/2014/main" id="{56CBB6D4-9182-423F-3510-971A8B99CC90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81214"/>
              <a:ext cx="1274929" cy="958035"/>
            </a:xfrm>
            <a:custGeom>
              <a:avLst/>
              <a:gdLst/>
              <a:ahLst/>
              <a:cxnLst/>
              <a:rect l="0" t="0" r="0" b="0"/>
              <a:pathLst>
                <a:path w="1274929" h="958035">
                  <a:moveTo>
                    <a:pt x="82061" y="640096"/>
                  </a:moveTo>
                  <a:lnTo>
                    <a:pt x="65524" y="657279"/>
                  </a:lnTo>
                  <a:lnTo>
                    <a:pt x="96359" y="676851"/>
                  </a:lnTo>
                  <a:close/>
                  <a:moveTo>
                    <a:pt x="32635" y="603341"/>
                  </a:moveTo>
                  <a:lnTo>
                    <a:pt x="6123" y="575451"/>
                  </a:lnTo>
                  <a:lnTo>
                    <a:pt x="0" y="583769"/>
                  </a:lnTo>
                  <a:close/>
                  <a:moveTo>
                    <a:pt x="32635" y="603341"/>
                  </a:moveTo>
                  <a:lnTo>
                    <a:pt x="0" y="583769"/>
                  </a:lnTo>
                  <a:lnTo>
                    <a:pt x="24935" y="620524"/>
                  </a:lnTo>
                  <a:close/>
                  <a:moveTo>
                    <a:pt x="383415" y="880197"/>
                  </a:moveTo>
                  <a:lnTo>
                    <a:pt x="380429" y="928672"/>
                  </a:lnTo>
                  <a:lnTo>
                    <a:pt x="396093" y="891027"/>
                  </a:lnTo>
                  <a:close/>
                  <a:moveTo>
                    <a:pt x="383415" y="880197"/>
                  </a:moveTo>
                  <a:lnTo>
                    <a:pt x="341797" y="897381"/>
                  </a:lnTo>
                  <a:lnTo>
                    <a:pt x="380429" y="928672"/>
                  </a:lnTo>
                  <a:close/>
                  <a:moveTo>
                    <a:pt x="396093" y="891027"/>
                  </a:moveTo>
                  <a:lnTo>
                    <a:pt x="380429" y="928672"/>
                  </a:lnTo>
                  <a:lnTo>
                    <a:pt x="430814" y="896267"/>
                  </a:lnTo>
                  <a:close/>
                  <a:moveTo>
                    <a:pt x="342369" y="814740"/>
                  </a:moveTo>
                  <a:lnTo>
                    <a:pt x="330016" y="814979"/>
                  </a:lnTo>
                  <a:lnTo>
                    <a:pt x="382419" y="843442"/>
                  </a:lnTo>
                  <a:close/>
                  <a:moveTo>
                    <a:pt x="480654" y="958035"/>
                  </a:moveTo>
                  <a:lnTo>
                    <a:pt x="519364" y="936524"/>
                  </a:lnTo>
                  <a:lnTo>
                    <a:pt x="485188" y="949080"/>
                  </a:lnTo>
                  <a:close/>
                  <a:moveTo>
                    <a:pt x="536901" y="947551"/>
                  </a:moveTo>
                  <a:lnTo>
                    <a:pt x="519364" y="936524"/>
                  </a:lnTo>
                  <a:lnTo>
                    <a:pt x="480654" y="958035"/>
                  </a:lnTo>
                  <a:close/>
                  <a:moveTo>
                    <a:pt x="485188" y="949080"/>
                  </a:moveTo>
                  <a:lnTo>
                    <a:pt x="519364" y="936524"/>
                  </a:lnTo>
                  <a:lnTo>
                    <a:pt x="496997" y="922931"/>
                  </a:lnTo>
                  <a:close/>
                  <a:moveTo>
                    <a:pt x="433981" y="874128"/>
                  </a:moveTo>
                  <a:lnTo>
                    <a:pt x="396093" y="891027"/>
                  </a:lnTo>
                  <a:lnTo>
                    <a:pt x="430814" y="896267"/>
                  </a:lnTo>
                  <a:close/>
                  <a:moveTo>
                    <a:pt x="382419" y="843442"/>
                  </a:moveTo>
                  <a:lnTo>
                    <a:pt x="384672" y="842380"/>
                  </a:lnTo>
                  <a:lnTo>
                    <a:pt x="342369" y="814740"/>
                  </a:lnTo>
                  <a:close/>
                  <a:moveTo>
                    <a:pt x="384672" y="842380"/>
                  </a:moveTo>
                  <a:lnTo>
                    <a:pt x="420683" y="840192"/>
                  </a:lnTo>
                  <a:lnTo>
                    <a:pt x="403143" y="821181"/>
                  </a:lnTo>
                  <a:close/>
                  <a:moveTo>
                    <a:pt x="221942" y="687335"/>
                  </a:moveTo>
                  <a:lnTo>
                    <a:pt x="246474" y="694480"/>
                  </a:lnTo>
                  <a:lnTo>
                    <a:pt x="243335" y="652284"/>
                  </a:lnTo>
                  <a:close/>
                  <a:moveTo>
                    <a:pt x="246474" y="694480"/>
                  </a:moveTo>
                  <a:lnTo>
                    <a:pt x="260631" y="696422"/>
                  </a:lnTo>
                  <a:lnTo>
                    <a:pt x="243335" y="652284"/>
                  </a:lnTo>
                  <a:close/>
                  <a:moveTo>
                    <a:pt x="519364" y="936524"/>
                  </a:moveTo>
                  <a:lnTo>
                    <a:pt x="536901" y="947551"/>
                  </a:lnTo>
                  <a:lnTo>
                    <a:pt x="538940" y="932469"/>
                  </a:lnTo>
                  <a:close/>
                  <a:moveTo>
                    <a:pt x="538940" y="932469"/>
                  </a:moveTo>
                  <a:lnTo>
                    <a:pt x="496997" y="922931"/>
                  </a:lnTo>
                  <a:lnTo>
                    <a:pt x="519364" y="936524"/>
                  </a:lnTo>
                  <a:close/>
                  <a:moveTo>
                    <a:pt x="505635" y="887709"/>
                  </a:moveTo>
                  <a:lnTo>
                    <a:pt x="496997" y="922931"/>
                  </a:lnTo>
                  <a:lnTo>
                    <a:pt x="538940" y="932469"/>
                  </a:lnTo>
                  <a:close/>
                  <a:moveTo>
                    <a:pt x="544499" y="883202"/>
                  </a:moveTo>
                  <a:lnTo>
                    <a:pt x="505635" y="887709"/>
                  </a:lnTo>
                  <a:lnTo>
                    <a:pt x="538940" y="932469"/>
                  </a:lnTo>
                  <a:close/>
                  <a:moveTo>
                    <a:pt x="576620" y="928924"/>
                  </a:moveTo>
                  <a:lnTo>
                    <a:pt x="538940" y="932469"/>
                  </a:lnTo>
                  <a:lnTo>
                    <a:pt x="536901" y="947551"/>
                  </a:lnTo>
                  <a:close/>
                  <a:moveTo>
                    <a:pt x="505635" y="887709"/>
                  </a:moveTo>
                  <a:lnTo>
                    <a:pt x="544499" y="883202"/>
                  </a:lnTo>
                  <a:lnTo>
                    <a:pt x="508093" y="868210"/>
                  </a:lnTo>
                  <a:close/>
                  <a:moveTo>
                    <a:pt x="544499" y="883202"/>
                  </a:moveTo>
                  <a:lnTo>
                    <a:pt x="544937" y="881386"/>
                  </a:lnTo>
                  <a:lnTo>
                    <a:pt x="508093" y="868210"/>
                  </a:lnTo>
                  <a:close/>
                  <a:moveTo>
                    <a:pt x="468520" y="816462"/>
                  </a:moveTo>
                  <a:lnTo>
                    <a:pt x="477705" y="809075"/>
                  </a:lnTo>
                  <a:lnTo>
                    <a:pt x="450799" y="778574"/>
                  </a:lnTo>
                  <a:close/>
                  <a:moveTo>
                    <a:pt x="185958" y="441526"/>
                  </a:moveTo>
                  <a:lnTo>
                    <a:pt x="162617" y="448566"/>
                  </a:lnTo>
                  <a:lnTo>
                    <a:pt x="192346" y="442914"/>
                  </a:lnTo>
                  <a:close/>
                  <a:moveTo>
                    <a:pt x="551167" y="833034"/>
                  </a:moveTo>
                  <a:lnTo>
                    <a:pt x="508093" y="868210"/>
                  </a:lnTo>
                  <a:lnTo>
                    <a:pt x="544937" y="881386"/>
                  </a:lnTo>
                  <a:close/>
                  <a:moveTo>
                    <a:pt x="551167" y="833034"/>
                  </a:moveTo>
                  <a:lnTo>
                    <a:pt x="580579" y="836211"/>
                  </a:lnTo>
                  <a:lnTo>
                    <a:pt x="549014" y="800422"/>
                  </a:lnTo>
                  <a:close/>
                  <a:moveTo>
                    <a:pt x="504099" y="799464"/>
                  </a:moveTo>
                  <a:lnTo>
                    <a:pt x="450799" y="778574"/>
                  </a:lnTo>
                  <a:lnTo>
                    <a:pt x="477705" y="809075"/>
                  </a:lnTo>
                  <a:close/>
                  <a:moveTo>
                    <a:pt x="495300" y="761870"/>
                  </a:moveTo>
                  <a:lnTo>
                    <a:pt x="456570" y="766269"/>
                  </a:lnTo>
                  <a:lnTo>
                    <a:pt x="504099" y="799464"/>
                  </a:lnTo>
                  <a:close/>
                  <a:moveTo>
                    <a:pt x="456570" y="766269"/>
                  </a:moveTo>
                  <a:lnTo>
                    <a:pt x="495300" y="761870"/>
                  </a:lnTo>
                  <a:lnTo>
                    <a:pt x="481602" y="728260"/>
                  </a:lnTo>
                  <a:close/>
                  <a:moveTo>
                    <a:pt x="456570" y="766269"/>
                  </a:moveTo>
                  <a:lnTo>
                    <a:pt x="481602" y="728260"/>
                  </a:lnTo>
                  <a:lnTo>
                    <a:pt x="439937" y="735045"/>
                  </a:lnTo>
                  <a:close/>
                  <a:moveTo>
                    <a:pt x="439937" y="735045"/>
                  </a:moveTo>
                  <a:lnTo>
                    <a:pt x="481602" y="728260"/>
                  </a:lnTo>
                  <a:lnTo>
                    <a:pt x="435595" y="693827"/>
                  </a:lnTo>
                  <a:close/>
                  <a:moveTo>
                    <a:pt x="343360" y="529822"/>
                  </a:moveTo>
                  <a:lnTo>
                    <a:pt x="326084" y="551790"/>
                  </a:lnTo>
                  <a:lnTo>
                    <a:pt x="338616" y="539505"/>
                  </a:lnTo>
                  <a:close/>
                  <a:moveTo>
                    <a:pt x="166851" y="391805"/>
                  </a:moveTo>
                  <a:lnTo>
                    <a:pt x="202040" y="390285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03882" y="382067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11229" y="387587"/>
                  </a:lnTo>
                  <a:lnTo>
                    <a:pt x="203882" y="382067"/>
                  </a:lnTo>
                  <a:close/>
                  <a:moveTo>
                    <a:pt x="594945" y="779784"/>
                  </a:moveTo>
                  <a:lnTo>
                    <a:pt x="549014" y="800422"/>
                  </a:lnTo>
                  <a:lnTo>
                    <a:pt x="586468" y="815879"/>
                  </a:lnTo>
                  <a:close/>
                  <a:moveTo>
                    <a:pt x="349302" y="530817"/>
                  </a:moveTo>
                  <a:lnTo>
                    <a:pt x="387934" y="526498"/>
                  </a:lnTo>
                  <a:lnTo>
                    <a:pt x="373277" y="517101"/>
                  </a:lnTo>
                  <a:close/>
                  <a:moveTo>
                    <a:pt x="316444" y="407159"/>
                  </a:moveTo>
                  <a:lnTo>
                    <a:pt x="344148" y="443914"/>
                  </a:lnTo>
                  <a:lnTo>
                    <a:pt x="314478" y="424342"/>
                  </a:lnTo>
                  <a:close/>
                  <a:moveTo>
                    <a:pt x="261484" y="413794"/>
                  </a:moveTo>
                  <a:lnTo>
                    <a:pt x="294532" y="407159"/>
                  </a:lnTo>
                  <a:lnTo>
                    <a:pt x="263605" y="384576"/>
                  </a:lnTo>
                  <a:close/>
                  <a:moveTo>
                    <a:pt x="211229" y="387587"/>
                  </a:moveTo>
                  <a:lnTo>
                    <a:pt x="236020" y="370404"/>
                  </a:lnTo>
                  <a:lnTo>
                    <a:pt x="203882" y="382067"/>
                  </a:lnTo>
                  <a:close/>
                  <a:moveTo>
                    <a:pt x="466628" y="536995"/>
                  </a:moveTo>
                  <a:lnTo>
                    <a:pt x="459599" y="500241"/>
                  </a:lnTo>
                  <a:lnTo>
                    <a:pt x="467507" y="524050"/>
                  </a:lnTo>
                  <a:close/>
                  <a:moveTo>
                    <a:pt x="452736" y="497192"/>
                  </a:moveTo>
                  <a:lnTo>
                    <a:pt x="449097" y="503862"/>
                  </a:lnTo>
                  <a:lnTo>
                    <a:pt x="446493" y="517424"/>
                  </a:lnTo>
                  <a:close/>
                  <a:moveTo>
                    <a:pt x="346432" y="445100"/>
                  </a:moveTo>
                  <a:lnTo>
                    <a:pt x="344148" y="443914"/>
                  </a:lnTo>
                  <a:lnTo>
                    <a:pt x="365652" y="426730"/>
                  </a:lnTo>
                  <a:close/>
                  <a:moveTo>
                    <a:pt x="346432" y="445100"/>
                  </a:moveTo>
                  <a:lnTo>
                    <a:pt x="367510" y="427696"/>
                  </a:lnTo>
                  <a:lnTo>
                    <a:pt x="347580" y="443914"/>
                  </a:lnTo>
                  <a:close/>
                  <a:moveTo>
                    <a:pt x="344861" y="400187"/>
                  </a:moveTo>
                  <a:lnTo>
                    <a:pt x="367002" y="425798"/>
                  </a:lnTo>
                  <a:lnTo>
                    <a:pt x="316444" y="407159"/>
                  </a:lnTo>
                  <a:close/>
                  <a:moveTo>
                    <a:pt x="316444" y="407159"/>
                  </a:moveTo>
                  <a:lnTo>
                    <a:pt x="365652" y="426730"/>
                  </a:lnTo>
                  <a:lnTo>
                    <a:pt x="344148" y="443914"/>
                  </a:lnTo>
                  <a:close/>
                  <a:moveTo>
                    <a:pt x="301914" y="307020"/>
                  </a:moveTo>
                  <a:lnTo>
                    <a:pt x="276029" y="306449"/>
                  </a:lnTo>
                  <a:lnTo>
                    <a:pt x="244364" y="312635"/>
                  </a:lnTo>
                  <a:close/>
                  <a:moveTo>
                    <a:pt x="301914" y="307020"/>
                  </a:moveTo>
                  <a:lnTo>
                    <a:pt x="323569" y="316466"/>
                  </a:lnTo>
                  <a:lnTo>
                    <a:pt x="311650" y="315055"/>
                  </a:lnTo>
                  <a:close/>
                  <a:moveTo>
                    <a:pt x="637256" y="772475"/>
                  </a:moveTo>
                  <a:lnTo>
                    <a:pt x="613808" y="764449"/>
                  </a:lnTo>
                  <a:lnTo>
                    <a:pt x="624923" y="737754"/>
                  </a:lnTo>
                  <a:close/>
                  <a:moveTo>
                    <a:pt x="732942" y="612893"/>
                  </a:moveTo>
                  <a:lnTo>
                    <a:pt x="709820" y="666832"/>
                  </a:lnTo>
                  <a:lnTo>
                    <a:pt x="742890" y="649649"/>
                  </a:lnTo>
                  <a:close/>
                  <a:moveTo>
                    <a:pt x="638813" y="502726"/>
                  </a:moveTo>
                  <a:lnTo>
                    <a:pt x="600604" y="506701"/>
                  </a:lnTo>
                  <a:lnTo>
                    <a:pt x="633158" y="552071"/>
                  </a:lnTo>
                  <a:close/>
                  <a:moveTo>
                    <a:pt x="547846" y="477757"/>
                  </a:moveTo>
                  <a:lnTo>
                    <a:pt x="524540" y="469616"/>
                  </a:lnTo>
                  <a:lnTo>
                    <a:pt x="559609" y="512941"/>
                  </a:lnTo>
                  <a:close/>
                  <a:moveTo>
                    <a:pt x="638813" y="502726"/>
                  </a:moveTo>
                  <a:lnTo>
                    <a:pt x="594529" y="466893"/>
                  </a:lnTo>
                  <a:lnTo>
                    <a:pt x="600604" y="506701"/>
                  </a:lnTo>
                  <a:close/>
                  <a:moveTo>
                    <a:pt x="547846" y="477757"/>
                  </a:moveTo>
                  <a:lnTo>
                    <a:pt x="594529" y="466893"/>
                  </a:lnTo>
                  <a:lnTo>
                    <a:pt x="553576" y="432648"/>
                  </a:lnTo>
                  <a:close/>
                  <a:moveTo>
                    <a:pt x="527519" y="392364"/>
                  </a:moveTo>
                  <a:lnTo>
                    <a:pt x="536867" y="397189"/>
                  </a:lnTo>
                  <a:lnTo>
                    <a:pt x="485651" y="366991"/>
                  </a:lnTo>
                  <a:close/>
                  <a:moveTo>
                    <a:pt x="440570" y="331806"/>
                  </a:moveTo>
                  <a:lnTo>
                    <a:pt x="449734" y="336037"/>
                  </a:lnTo>
                  <a:lnTo>
                    <a:pt x="433792" y="330154"/>
                  </a:lnTo>
                  <a:close/>
                  <a:moveTo>
                    <a:pt x="598011" y="465874"/>
                  </a:moveTo>
                  <a:lnTo>
                    <a:pt x="638907" y="502532"/>
                  </a:lnTo>
                  <a:lnTo>
                    <a:pt x="646671" y="451591"/>
                  </a:lnTo>
                  <a:close/>
                  <a:moveTo>
                    <a:pt x="592432" y="453344"/>
                  </a:moveTo>
                  <a:lnTo>
                    <a:pt x="648244" y="441232"/>
                  </a:lnTo>
                  <a:lnTo>
                    <a:pt x="608775" y="418244"/>
                  </a:lnTo>
                  <a:close/>
                  <a:moveTo>
                    <a:pt x="638907" y="502532"/>
                  </a:moveTo>
                  <a:lnTo>
                    <a:pt x="657511" y="448690"/>
                  </a:lnTo>
                  <a:lnTo>
                    <a:pt x="646671" y="451591"/>
                  </a:lnTo>
                  <a:close/>
                  <a:moveTo>
                    <a:pt x="646671" y="451591"/>
                  </a:moveTo>
                  <a:lnTo>
                    <a:pt x="657511" y="448690"/>
                  </a:lnTo>
                  <a:lnTo>
                    <a:pt x="648244" y="441232"/>
                  </a:lnTo>
                  <a:close/>
                  <a:moveTo>
                    <a:pt x="657511" y="448690"/>
                  </a:moveTo>
                  <a:lnTo>
                    <a:pt x="697780" y="437128"/>
                  </a:lnTo>
                  <a:lnTo>
                    <a:pt x="648244" y="441232"/>
                  </a:lnTo>
                  <a:close/>
                  <a:moveTo>
                    <a:pt x="648244" y="441232"/>
                  </a:moveTo>
                  <a:lnTo>
                    <a:pt x="702163" y="422042"/>
                  </a:lnTo>
                  <a:lnTo>
                    <a:pt x="661877" y="395994"/>
                  </a:lnTo>
                  <a:close/>
                  <a:moveTo>
                    <a:pt x="608775" y="418244"/>
                  </a:moveTo>
                  <a:lnTo>
                    <a:pt x="648244" y="441232"/>
                  </a:lnTo>
                  <a:lnTo>
                    <a:pt x="661877" y="395994"/>
                  </a:lnTo>
                  <a:close/>
                  <a:moveTo>
                    <a:pt x="975892" y="634854"/>
                  </a:moveTo>
                  <a:lnTo>
                    <a:pt x="966010" y="661064"/>
                  </a:lnTo>
                  <a:lnTo>
                    <a:pt x="986795" y="642567"/>
                  </a:lnTo>
                  <a:close/>
                  <a:moveTo>
                    <a:pt x="792713" y="511440"/>
                  </a:moveTo>
                  <a:lnTo>
                    <a:pt x="839924" y="492327"/>
                  </a:lnTo>
                  <a:lnTo>
                    <a:pt x="798313" y="505017"/>
                  </a:lnTo>
                  <a:close/>
                  <a:moveTo>
                    <a:pt x="839924" y="492327"/>
                  </a:moveTo>
                  <a:lnTo>
                    <a:pt x="816124" y="474396"/>
                  </a:lnTo>
                  <a:lnTo>
                    <a:pt x="798313" y="505017"/>
                  </a:lnTo>
                  <a:close/>
                  <a:moveTo>
                    <a:pt x="999943" y="617670"/>
                  </a:moveTo>
                  <a:lnTo>
                    <a:pt x="986795" y="642567"/>
                  </a:lnTo>
                  <a:lnTo>
                    <a:pt x="1007489" y="623731"/>
                  </a:lnTo>
                  <a:close/>
                  <a:moveTo>
                    <a:pt x="999943" y="617670"/>
                  </a:moveTo>
                  <a:lnTo>
                    <a:pt x="975892" y="634854"/>
                  </a:lnTo>
                  <a:lnTo>
                    <a:pt x="986795" y="642567"/>
                  </a:lnTo>
                  <a:close/>
                  <a:moveTo>
                    <a:pt x="1007489" y="623731"/>
                  </a:moveTo>
                  <a:lnTo>
                    <a:pt x="986795" y="642567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07489" y="623731"/>
                  </a:lnTo>
                  <a:lnTo>
                    <a:pt x="1047112" y="647298"/>
                  </a:lnTo>
                  <a:close/>
                  <a:moveTo>
                    <a:pt x="1087232" y="605699"/>
                  </a:moveTo>
                  <a:lnTo>
                    <a:pt x="1056784" y="603364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87232" y="605699"/>
                  </a:lnTo>
                  <a:lnTo>
                    <a:pt x="1079331" y="567376"/>
                  </a:lnTo>
                  <a:close/>
                  <a:moveTo>
                    <a:pt x="1056784" y="603364"/>
                  </a:moveTo>
                  <a:lnTo>
                    <a:pt x="1079331" y="567376"/>
                  </a:lnTo>
                  <a:lnTo>
                    <a:pt x="1048258" y="565549"/>
                  </a:lnTo>
                  <a:close/>
                  <a:moveTo>
                    <a:pt x="907170" y="306447"/>
                  </a:moveTo>
                  <a:lnTo>
                    <a:pt x="893052" y="341982"/>
                  </a:lnTo>
                  <a:lnTo>
                    <a:pt x="937342" y="293623"/>
                  </a:lnTo>
                  <a:close/>
                  <a:moveTo>
                    <a:pt x="937578" y="243376"/>
                  </a:moveTo>
                  <a:lnTo>
                    <a:pt x="933967" y="281003"/>
                  </a:lnTo>
                  <a:lnTo>
                    <a:pt x="980451" y="280357"/>
                  </a:lnTo>
                  <a:close/>
                  <a:moveTo>
                    <a:pt x="1012659" y="298920"/>
                  </a:moveTo>
                  <a:lnTo>
                    <a:pt x="1048277" y="297051"/>
                  </a:lnTo>
                  <a:lnTo>
                    <a:pt x="1028182" y="287897"/>
                  </a:lnTo>
                  <a:close/>
                  <a:moveTo>
                    <a:pt x="1028182" y="287897"/>
                  </a:moveTo>
                  <a:lnTo>
                    <a:pt x="1048277" y="297051"/>
                  </a:lnTo>
                  <a:lnTo>
                    <a:pt x="1062909" y="293160"/>
                  </a:lnTo>
                  <a:close/>
                  <a:moveTo>
                    <a:pt x="1066734" y="254897"/>
                  </a:moveTo>
                  <a:lnTo>
                    <a:pt x="1048277" y="297051"/>
                  </a:lnTo>
                  <a:lnTo>
                    <a:pt x="1084804" y="291652"/>
                  </a:lnTo>
                  <a:close/>
                  <a:moveTo>
                    <a:pt x="1084804" y="291652"/>
                  </a:moveTo>
                  <a:lnTo>
                    <a:pt x="1066907" y="281905"/>
                  </a:lnTo>
                  <a:lnTo>
                    <a:pt x="1056071" y="245968"/>
                  </a:lnTo>
                  <a:close/>
                  <a:moveTo>
                    <a:pt x="948702" y="47473"/>
                  </a:moveTo>
                  <a:lnTo>
                    <a:pt x="971155" y="53938"/>
                  </a:lnTo>
                  <a:lnTo>
                    <a:pt x="993806" y="0"/>
                  </a:lnTo>
                  <a:close/>
                  <a:moveTo>
                    <a:pt x="1035153" y="36755"/>
                  </a:moveTo>
                  <a:lnTo>
                    <a:pt x="1033441" y="40629"/>
                  </a:lnTo>
                  <a:lnTo>
                    <a:pt x="1006874" y="79887"/>
                  </a:lnTo>
                  <a:close/>
                  <a:moveTo>
                    <a:pt x="1016082" y="50243"/>
                  </a:moveTo>
                  <a:lnTo>
                    <a:pt x="1035153" y="36755"/>
                  </a:lnTo>
                  <a:lnTo>
                    <a:pt x="995526" y="1756"/>
                  </a:lnTo>
                  <a:close/>
                  <a:moveTo>
                    <a:pt x="1208710" y="204300"/>
                  </a:moveTo>
                  <a:lnTo>
                    <a:pt x="1196792" y="255950"/>
                  </a:lnTo>
                  <a:lnTo>
                    <a:pt x="1246636" y="221522"/>
                  </a:lnTo>
                  <a:close/>
                  <a:moveTo>
                    <a:pt x="1167582" y="93082"/>
                  </a:moveTo>
                  <a:lnTo>
                    <a:pt x="1151193" y="113832"/>
                  </a:lnTo>
                  <a:lnTo>
                    <a:pt x="1176842" y="94806"/>
                  </a:lnTo>
                  <a:close/>
                  <a:moveTo>
                    <a:pt x="1176842" y="94806"/>
                  </a:moveTo>
                  <a:lnTo>
                    <a:pt x="1151193" y="113832"/>
                  </a:lnTo>
                  <a:lnTo>
                    <a:pt x="1152983" y="131862"/>
                  </a:lnTo>
                  <a:close/>
                  <a:moveTo>
                    <a:pt x="1176842" y="94806"/>
                  </a:moveTo>
                  <a:lnTo>
                    <a:pt x="1152983" y="131862"/>
                  </a:lnTo>
                  <a:lnTo>
                    <a:pt x="1184701" y="133164"/>
                  </a:lnTo>
                  <a:close/>
                  <a:moveTo>
                    <a:pt x="1251758" y="195231"/>
                  </a:moveTo>
                  <a:lnTo>
                    <a:pt x="1208710" y="204300"/>
                  </a:lnTo>
                  <a:lnTo>
                    <a:pt x="1246636" y="221522"/>
                  </a:lnTo>
                  <a:close/>
                  <a:moveTo>
                    <a:pt x="1251758" y="195231"/>
                  </a:moveTo>
                  <a:lnTo>
                    <a:pt x="1274929" y="158733"/>
                  </a:lnTo>
                  <a:lnTo>
                    <a:pt x="1245833" y="155300"/>
                  </a:lnTo>
                  <a:close/>
                  <a:moveTo>
                    <a:pt x="1245833" y="155300"/>
                  </a:moveTo>
                  <a:lnTo>
                    <a:pt x="1274929" y="158733"/>
                  </a:lnTo>
                  <a:lnTo>
                    <a:pt x="1261990" y="124505"/>
                  </a:lnTo>
                  <a:close/>
                  <a:moveTo>
                    <a:pt x="1150102" y="89458"/>
                  </a:moveTo>
                  <a:lnTo>
                    <a:pt x="1151193" y="113832"/>
                  </a:lnTo>
                  <a:lnTo>
                    <a:pt x="1167582" y="93082"/>
                  </a:lnTo>
                  <a:close/>
                  <a:moveTo>
                    <a:pt x="1113395" y="47464"/>
                  </a:moveTo>
                  <a:lnTo>
                    <a:pt x="1129545" y="32892"/>
                  </a:lnTo>
                  <a:lnTo>
                    <a:pt x="1095672" y="30825"/>
                  </a:lnTo>
                  <a:close/>
                  <a:moveTo>
                    <a:pt x="1113395" y="47464"/>
                  </a:moveTo>
                  <a:lnTo>
                    <a:pt x="1140614" y="52424"/>
                  </a:lnTo>
                  <a:lnTo>
                    <a:pt x="1129545" y="32892"/>
                  </a:lnTo>
                  <a:close/>
                  <a:moveTo>
                    <a:pt x="1140614" y="52424"/>
                  </a:moveTo>
                  <a:lnTo>
                    <a:pt x="1160723" y="56327"/>
                  </a:lnTo>
                  <a:lnTo>
                    <a:pt x="1129545" y="3289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61" name="Input_density__161">
              <a:extLst>
                <a:ext uri="{FF2B5EF4-FFF2-40B4-BE49-F238E27FC236}">
                  <a16:creationId xmlns:a16="http://schemas.microsoft.com/office/drawing/2014/main" id="{A8D11F7E-D41D-8A9D-84BA-238F71E00104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38036"/>
              <a:ext cx="1261990" cy="996885"/>
            </a:xfrm>
            <a:custGeom>
              <a:avLst/>
              <a:gdLst/>
              <a:ahLst/>
              <a:cxnLst/>
              <a:rect l="0" t="0" r="0" b="0"/>
              <a:pathLst>
                <a:path w="1261990" h="996885">
                  <a:moveTo>
                    <a:pt x="6123" y="618629"/>
                  </a:moveTo>
                  <a:lnTo>
                    <a:pt x="13726" y="597420"/>
                  </a:lnTo>
                  <a:lnTo>
                    <a:pt x="0" y="626947"/>
                  </a:lnTo>
                  <a:close/>
                  <a:moveTo>
                    <a:pt x="0" y="626947"/>
                  </a:moveTo>
                  <a:lnTo>
                    <a:pt x="13726" y="597420"/>
                  </a:lnTo>
                  <a:lnTo>
                    <a:pt x="18366" y="573008"/>
                  </a:lnTo>
                  <a:close/>
                  <a:moveTo>
                    <a:pt x="0" y="626947"/>
                  </a:moveTo>
                  <a:lnTo>
                    <a:pt x="18366" y="573008"/>
                  </a:lnTo>
                  <a:lnTo>
                    <a:pt x="1957" y="590192"/>
                  </a:lnTo>
                  <a:close/>
                  <a:moveTo>
                    <a:pt x="34512" y="550556"/>
                  </a:moveTo>
                  <a:lnTo>
                    <a:pt x="1957" y="590192"/>
                  </a:lnTo>
                  <a:lnTo>
                    <a:pt x="18366" y="573008"/>
                  </a:lnTo>
                  <a:close/>
                  <a:moveTo>
                    <a:pt x="13726" y="597420"/>
                  </a:moveTo>
                  <a:lnTo>
                    <a:pt x="6123" y="618629"/>
                  </a:lnTo>
                  <a:lnTo>
                    <a:pt x="13090" y="609763"/>
                  </a:lnTo>
                  <a:close/>
                  <a:moveTo>
                    <a:pt x="166323" y="703895"/>
                  </a:moveTo>
                  <a:lnTo>
                    <a:pt x="194924" y="680374"/>
                  </a:lnTo>
                  <a:lnTo>
                    <a:pt x="185267" y="670835"/>
                  </a:lnTo>
                  <a:close/>
                  <a:moveTo>
                    <a:pt x="166323" y="703895"/>
                  </a:moveTo>
                  <a:lnTo>
                    <a:pt x="185267" y="670835"/>
                  </a:lnTo>
                  <a:lnTo>
                    <a:pt x="150727" y="671827"/>
                  </a:lnTo>
                  <a:close/>
                  <a:moveTo>
                    <a:pt x="18366" y="573008"/>
                  </a:moveTo>
                  <a:lnTo>
                    <a:pt x="42314" y="526800"/>
                  </a:lnTo>
                  <a:lnTo>
                    <a:pt x="34512" y="550556"/>
                  </a:lnTo>
                  <a:close/>
                  <a:moveTo>
                    <a:pt x="42429" y="519070"/>
                  </a:moveTo>
                  <a:lnTo>
                    <a:pt x="42314" y="526800"/>
                  </a:lnTo>
                  <a:lnTo>
                    <a:pt x="18366" y="573008"/>
                  </a:lnTo>
                  <a:close/>
                  <a:moveTo>
                    <a:pt x="31109" y="555825"/>
                  </a:moveTo>
                  <a:lnTo>
                    <a:pt x="42429" y="519070"/>
                  </a:lnTo>
                  <a:lnTo>
                    <a:pt x="18366" y="573008"/>
                  </a:lnTo>
                  <a:close/>
                  <a:moveTo>
                    <a:pt x="47595" y="503264"/>
                  </a:moveTo>
                  <a:lnTo>
                    <a:pt x="42314" y="526800"/>
                  </a:lnTo>
                  <a:lnTo>
                    <a:pt x="42429" y="519070"/>
                  </a:lnTo>
                  <a:close/>
                  <a:moveTo>
                    <a:pt x="476805" y="942946"/>
                  </a:moveTo>
                  <a:lnTo>
                    <a:pt x="485188" y="992258"/>
                  </a:lnTo>
                  <a:lnTo>
                    <a:pt x="496997" y="966109"/>
                  </a:lnTo>
                  <a:close/>
                  <a:moveTo>
                    <a:pt x="475302" y="996885"/>
                  </a:moveTo>
                  <a:lnTo>
                    <a:pt x="485188" y="992258"/>
                  </a:lnTo>
                  <a:lnTo>
                    <a:pt x="476805" y="942946"/>
                  </a:lnTo>
                  <a:close/>
                  <a:moveTo>
                    <a:pt x="458747" y="960130"/>
                  </a:moveTo>
                  <a:lnTo>
                    <a:pt x="475302" y="996885"/>
                  </a:lnTo>
                  <a:lnTo>
                    <a:pt x="476805" y="942946"/>
                  </a:lnTo>
                  <a:close/>
                  <a:moveTo>
                    <a:pt x="467230" y="906191"/>
                  </a:moveTo>
                  <a:lnTo>
                    <a:pt x="458747" y="960130"/>
                  </a:lnTo>
                  <a:lnTo>
                    <a:pt x="476805" y="942946"/>
                  </a:lnTo>
                  <a:close/>
                  <a:moveTo>
                    <a:pt x="383415" y="923375"/>
                  </a:moveTo>
                  <a:lnTo>
                    <a:pt x="396093" y="934205"/>
                  </a:lnTo>
                  <a:lnTo>
                    <a:pt x="398643" y="918946"/>
                  </a:lnTo>
                  <a:close/>
                  <a:moveTo>
                    <a:pt x="382419" y="886620"/>
                  </a:moveTo>
                  <a:lnTo>
                    <a:pt x="398643" y="918946"/>
                  </a:lnTo>
                  <a:lnTo>
                    <a:pt x="384672" y="885558"/>
                  </a:lnTo>
                  <a:close/>
                  <a:moveTo>
                    <a:pt x="382419" y="886620"/>
                  </a:moveTo>
                  <a:lnTo>
                    <a:pt x="383415" y="923375"/>
                  </a:lnTo>
                  <a:lnTo>
                    <a:pt x="398643" y="918946"/>
                  </a:lnTo>
                  <a:close/>
                  <a:moveTo>
                    <a:pt x="433981" y="917306"/>
                  </a:moveTo>
                  <a:lnTo>
                    <a:pt x="398643" y="918946"/>
                  </a:lnTo>
                  <a:lnTo>
                    <a:pt x="396093" y="934205"/>
                  </a:lnTo>
                  <a:close/>
                  <a:moveTo>
                    <a:pt x="398643" y="918946"/>
                  </a:moveTo>
                  <a:lnTo>
                    <a:pt x="433981" y="917306"/>
                  </a:lnTo>
                  <a:lnTo>
                    <a:pt x="420683" y="883370"/>
                  </a:lnTo>
                  <a:close/>
                  <a:moveTo>
                    <a:pt x="398643" y="918946"/>
                  </a:moveTo>
                  <a:lnTo>
                    <a:pt x="420683" y="883370"/>
                  </a:lnTo>
                  <a:lnTo>
                    <a:pt x="384672" y="885558"/>
                  </a:lnTo>
                  <a:close/>
                  <a:moveTo>
                    <a:pt x="221942" y="730513"/>
                  </a:moveTo>
                  <a:lnTo>
                    <a:pt x="243335" y="695462"/>
                  </a:lnTo>
                  <a:lnTo>
                    <a:pt x="207834" y="697235"/>
                  </a:lnTo>
                  <a:close/>
                  <a:moveTo>
                    <a:pt x="243335" y="695462"/>
                  </a:moveTo>
                  <a:lnTo>
                    <a:pt x="260631" y="739600"/>
                  </a:lnTo>
                  <a:lnTo>
                    <a:pt x="290898" y="693843"/>
                  </a:lnTo>
                  <a:close/>
                  <a:moveTo>
                    <a:pt x="42429" y="519070"/>
                  </a:moveTo>
                  <a:lnTo>
                    <a:pt x="51496" y="474588"/>
                  </a:lnTo>
                  <a:lnTo>
                    <a:pt x="47595" y="503264"/>
                  </a:lnTo>
                  <a:close/>
                  <a:moveTo>
                    <a:pt x="54169" y="465131"/>
                  </a:moveTo>
                  <a:lnTo>
                    <a:pt x="51496" y="474588"/>
                  </a:lnTo>
                  <a:lnTo>
                    <a:pt x="42429" y="519070"/>
                  </a:lnTo>
                  <a:close/>
                  <a:moveTo>
                    <a:pt x="333975" y="730325"/>
                  </a:moveTo>
                  <a:lnTo>
                    <a:pt x="335466" y="764231"/>
                  </a:lnTo>
                  <a:lnTo>
                    <a:pt x="324975" y="759171"/>
                  </a:lnTo>
                  <a:close/>
                  <a:moveTo>
                    <a:pt x="58115" y="446388"/>
                  </a:moveTo>
                  <a:lnTo>
                    <a:pt x="51496" y="474588"/>
                  </a:lnTo>
                  <a:lnTo>
                    <a:pt x="54169" y="465131"/>
                  </a:lnTo>
                  <a:close/>
                  <a:moveTo>
                    <a:pt x="476805" y="942946"/>
                  </a:moveTo>
                  <a:lnTo>
                    <a:pt x="496997" y="966109"/>
                  </a:lnTo>
                  <a:lnTo>
                    <a:pt x="505635" y="930887"/>
                  </a:lnTo>
                  <a:close/>
                  <a:moveTo>
                    <a:pt x="490951" y="889008"/>
                  </a:moveTo>
                  <a:lnTo>
                    <a:pt x="505635" y="930887"/>
                  </a:lnTo>
                  <a:lnTo>
                    <a:pt x="508093" y="911388"/>
                  </a:lnTo>
                  <a:close/>
                  <a:moveTo>
                    <a:pt x="476805" y="942946"/>
                  </a:moveTo>
                  <a:lnTo>
                    <a:pt x="505635" y="930887"/>
                  </a:lnTo>
                  <a:lnTo>
                    <a:pt x="490951" y="889008"/>
                  </a:lnTo>
                  <a:close/>
                  <a:moveTo>
                    <a:pt x="477705" y="852253"/>
                  </a:moveTo>
                  <a:lnTo>
                    <a:pt x="475873" y="865589"/>
                  </a:lnTo>
                  <a:lnTo>
                    <a:pt x="467230" y="906191"/>
                  </a:lnTo>
                  <a:close/>
                  <a:moveTo>
                    <a:pt x="333975" y="730325"/>
                  </a:moveTo>
                  <a:lnTo>
                    <a:pt x="362664" y="742120"/>
                  </a:lnTo>
                  <a:lnTo>
                    <a:pt x="333035" y="722416"/>
                  </a:lnTo>
                  <a:close/>
                  <a:moveTo>
                    <a:pt x="333035" y="722416"/>
                  </a:moveTo>
                  <a:lnTo>
                    <a:pt x="363089" y="741988"/>
                  </a:lnTo>
                  <a:lnTo>
                    <a:pt x="366280" y="705233"/>
                  </a:lnTo>
                  <a:close/>
                  <a:moveTo>
                    <a:pt x="280820" y="685662"/>
                  </a:moveTo>
                  <a:lnTo>
                    <a:pt x="290898" y="693843"/>
                  </a:lnTo>
                  <a:lnTo>
                    <a:pt x="294464" y="680983"/>
                  </a:lnTo>
                  <a:close/>
                  <a:moveTo>
                    <a:pt x="327975" y="680828"/>
                  </a:moveTo>
                  <a:lnTo>
                    <a:pt x="294464" y="680983"/>
                  </a:lnTo>
                  <a:lnTo>
                    <a:pt x="290898" y="693843"/>
                  </a:lnTo>
                  <a:close/>
                  <a:moveTo>
                    <a:pt x="192346" y="486092"/>
                  </a:moveTo>
                  <a:lnTo>
                    <a:pt x="162617" y="491743"/>
                  </a:lnTo>
                  <a:lnTo>
                    <a:pt x="157892" y="531760"/>
                  </a:lnTo>
                  <a:close/>
                  <a:moveTo>
                    <a:pt x="58115" y="446388"/>
                  </a:moveTo>
                  <a:lnTo>
                    <a:pt x="81300" y="436865"/>
                  </a:lnTo>
                  <a:lnTo>
                    <a:pt x="64426" y="428377"/>
                  </a:lnTo>
                  <a:close/>
                  <a:moveTo>
                    <a:pt x="96152" y="374438"/>
                  </a:moveTo>
                  <a:lnTo>
                    <a:pt x="95229" y="376628"/>
                  </a:lnTo>
                  <a:lnTo>
                    <a:pt x="64426" y="428377"/>
                  </a:lnTo>
                  <a:close/>
                  <a:moveTo>
                    <a:pt x="490951" y="889008"/>
                  </a:moveTo>
                  <a:lnTo>
                    <a:pt x="508093" y="911388"/>
                  </a:lnTo>
                  <a:lnTo>
                    <a:pt x="510797" y="881944"/>
                  </a:lnTo>
                  <a:close/>
                  <a:moveTo>
                    <a:pt x="477705" y="852253"/>
                  </a:moveTo>
                  <a:lnTo>
                    <a:pt x="490951" y="889008"/>
                  </a:lnTo>
                  <a:lnTo>
                    <a:pt x="510797" y="881944"/>
                  </a:lnTo>
                  <a:close/>
                  <a:moveTo>
                    <a:pt x="551167" y="876211"/>
                  </a:moveTo>
                  <a:lnTo>
                    <a:pt x="510797" y="881944"/>
                  </a:lnTo>
                  <a:lnTo>
                    <a:pt x="508093" y="911388"/>
                  </a:lnTo>
                  <a:close/>
                  <a:moveTo>
                    <a:pt x="549014" y="843599"/>
                  </a:moveTo>
                  <a:lnTo>
                    <a:pt x="538271" y="835069"/>
                  </a:lnTo>
                  <a:lnTo>
                    <a:pt x="551167" y="876211"/>
                  </a:lnTo>
                  <a:close/>
                  <a:moveTo>
                    <a:pt x="551167" y="876211"/>
                  </a:moveTo>
                  <a:lnTo>
                    <a:pt x="538271" y="835069"/>
                  </a:lnTo>
                  <a:lnTo>
                    <a:pt x="504099" y="842641"/>
                  </a:lnTo>
                  <a:close/>
                  <a:moveTo>
                    <a:pt x="551167" y="876211"/>
                  </a:moveTo>
                  <a:lnTo>
                    <a:pt x="504099" y="842641"/>
                  </a:lnTo>
                  <a:lnTo>
                    <a:pt x="510797" y="881944"/>
                  </a:lnTo>
                  <a:close/>
                  <a:moveTo>
                    <a:pt x="363768" y="668478"/>
                  </a:moveTo>
                  <a:lnTo>
                    <a:pt x="366280" y="705233"/>
                  </a:lnTo>
                  <a:lnTo>
                    <a:pt x="385791" y="688050"/>
                  </a:lnTo>
                  <a:close/>
                  <a:moveTo>
                    <a:pt x="363768" y="668478"/>
                  </a:moveTo>
                  <a:lnTo>
                    <a:pt x="385791" y="688050"/>
                  </a:lnTo>
                  <a:lnTo>
                    <a:pt x="376742" y="651295"/>
                  </a:lnTo>
                  <a:close/>
                  <a:moveTo>
                    <a:pt x="376742" y="651295"/>
                  </a:moveTo>
                  <a:lnTo>
                    <a:pt x="391369" y="627919"/>
                  </a:lnTo>
                  <a:lnTo>
                    <a:pt x="351568" y="631723"/>
                  </a:lnTo>
                  <a:close/>
                  <a:moveTo>
                    <a:pt x="363768" y="668478"/>
                  </a:moveTo>
                  <a:lnTo>
                    <a:pt x="376742" y="651295"/>
                  </a:lnTo>
                  <a:lnTo>
                    <a:pt x="351568" y="631723"/>
                  </a:lnTo>
                  <a:close/>
                  <a:moveTo>
                    <a:pt x="345194" y="579854"/>
                  </a:moveTo>
                  <a:lnTo>
                    <a:pt x="378020" y="622482"/>
                  </a:lnTo>
                  <a:lnTo>
                    <a:pt x="382410" y="594425"/>
                  </a:lnTo>
                  <a:close/>
                  <a:moveTo>
                    <a:pt x="338616" y="582683"/>
                  </a:moveTo>
                  <a:lnTo>
                    <a:pt x="326084" y="594968"/>
                  </a:lnTo>
                  <a:lnTo>
                    <a:pt x="345194" y="579854"/>
                  </a:lnTo>
                  <a:close/>
                  <a:moveTo>
                    <a:pt x="202040" y="433463"/>
                  </a:moveTo>
                  <a:lnTo>
                    <a:pt x="185958" y="484703"/>
                  </a:lnTo>
                  <a:lnTo>
                    <a:pt x="193437" y="482397"/>
                  </a:lnTo>
                  <a:close/>
                  <a:moveTo>
                    <a:pt x="202040" y="433463"/>
                  </a:moveTo>
                  <a:lnTo>
                    <a:pt x="193437" y="482397"/>
                  </a:lnTo>
                  <a:lnTo>
                    <a:pt x="211229" y="430765"/>
                  </a:lnTo>
                  <a:close/>
                  <a:moveTo>
                    <a:pt x="211229" y="430765"/>
                  </a:moveTo>
                  <a:lnTo>
                    <a:pt x="193437" y="482397"/>
                  </a:lnTo>
                  <a:lnTo>
                    <a:pt x="195277" y="484703"/>
                  </a:lnTo>
                  <a:close/>
                  <a:moveTo>
                    <a:pt x="124850" y="350540"/>
                  </a:moveTo>
                  <a:lnTo>
                    <a:pt x="97449" y="372668"/>
                  </a:lnTo>
                  <a:lnTo>
                    <a:pt x="147824" y="340227"/>
                  </a:lnTo>
                  <a:close/>
                  <a:moveTo>
                    <a:pt x="538271" y="835069"/>
                  </a:moveTo>
                  <a:lnTo>
                    <a:pt x="549014" y="843599"/>
                  </a:lnTo>
                  <a:lnTo>
                    <a:pt x="550568" y="831951"/>
                  </a:lnTo>
                  <a:close/>
                  <a:moveTo>
                    <a:pt x="594945" y="822962"/>
                  </a:moveTo>
                  <a:lnTo>
                    <a:pt x="550568" y="831951"/>
                  </a:lnTo>
                  <a:lnTo>
                    <a:pt x="549014" y="843599"/>
                  </a:lnTo>
                  <a:close/>
                  <a:moveTo>
                    <a:pt x="550568" y="831951"/>
                  </a:moveTo>
                  <a:lnTo>
                    <a:pt x="594945" y="822962"/>
                  </a:lnTo>
                  <a:lnTo>
                    <a:pt x="590340" y="781959"/>
                  </a:lnTo>
                  <a:close/>
                  <a:moveTo>
                    <a:pt x="594945" y="822962"/>
                  </a:moveTo>
                  <a:lnTo>
                    <a:pt x="624447" y="781319"/>
                  </a:lnTo>
                  <a:lnTo>
                    <a:pt x="590340" y="781959"/>
                  </a:lnTo>
                  <a:close/>
                  <a:moveTo>
                    <a:pt x="545711" y="791153"/>
                  </a:moveTo>
                  <a:lnTo>
                    <a:pt x="590340" y="781959"/>
                  </a:lnTo>
                  <a:lnTo>
                    <a:pt x="574504" y="750086"/>
                  </a:lnTo>
                  <a:close/>
                  <a:moveTo>
                    <a:pt x="545711" y="791153"/>
                  </a:moveTo>
                  <a:lnTo>
                    <a:pt x="574504" y="750086"/>
                  </a:lnTo>
                  <a:lnTo>
                    <a:pt x="535744" y="754509"/>
                  </a:lnTo>
                  <a:close/>
                  <a:moveTo>
                    <a:pt x="391369" y="627919"/>
                  </a:moveTo>
                  <a:lnTo>
                    <a:pt x="376742" y="651295"/>
                  </a:lnTo>
                  <a:lnTo>
                    <a:pt x="410767" y="604239"/>
                  </a:lnTo>
                  <a:close/>
                  <a:moveTo>
                    <a:pt x="410767" y="604239"/>
                  </a:moveTo>
                  <a:lnTo>
                    <a:pt x="413907" y="597356"/>
                  </a:lnTo>
                  <a:lnTo>
                    <a:pt x="418683" y="614540"/>
                  </a:lnTo>
                  <a:close/>
                  <a:moveTo>
                    <a:pt x="419899" y="560601"/>
                  </a:moveTo>
                  <a:lnTo>
                    <a:pt x="418683" y="614540"/>
                  </a:lnTo>
                  <a:lnTo>
                    <a:pt x="413907" y="597356"/>
                  </a:lnTo>
                  <a:close/>
                  <a:moveTo>
                    <a:pt x="387934" y="569676"/>
                  </a:moveTo>
                  <a:lnTo>
                    <a:pt x="345194" y="579854"/>
                  </a:lnTo>
                  <a:lnTo>
                    <a:pt x="382410" y="594425"/>
                  </a:lnTo>
                  <a:close/>
                  <a:moveTo>
                    <a:pt x="294532" y="450336"/>
                  </a:moveTo>
                  <a:lnTo>
                    <a:pt x="261484" y="456971"/>
                  </a:lnTo>
                  <a:lnTo>
                    <a:pt x="269367" y="495310"/>
                  </a:lnTo>
                  <a:close/>
                  <a:moveTo>
                    <a:pt x="211229" y="430765"/>
                  </a:moveTo>
                  <a:lnTo>
                    <a:pt x="229479" y="467520"/>
                  </a:lnTo>
                  <a:lnTo>
                    <a:pt x="236020" y="413581"/>
                  </a:lnTo>
                  <a:close/>
                  <a:moveTo>
                    <a:pt x="231607" y="347020"/>
                  </a:moveTo>
                  <a:lnTo>
                    <a:pt x="204453" y="342007"/>
                  </a:lnTo>
                  <a:lnTo>
                    <a:pt x="244364" y="355812"/>
                  </a:lnTo>
                  <a:close/>
                  <a:moveTo>
                    <a:pt x="204453" y="342007"/>
                  </a:moveTo>
                  <a:lnTo>
                    <a:pt x="208805" y="347440"/>
                  </a:lnTo>
                  <a:lnTo>
                    <a:pt x="244364" y="355812"/>
                  </a:lnTo>
                  <a:close/>
                  <a:moveTo>
                    <a:pt x="413907" y="597356"/>
                  </a:moveTo>
                  <a:lnTo>
                    <a:pt x="410767" y="604239"/>
                  </a:lnTo>
                  <a:lnTo>
                    <a:pt x="466088" y="590291"/>
                  </a:lnTo>
                  <a:close/>
                  <a:moveTo>
                    <a:pt x="419899" y="560601"/>
                  </a:moveTo>
                  <a:lnTo>
                    <a:pt x="461436" y="581756"/>
                  </a:lnTo>
                  <a:lnTo>
                    <a:pt x="449097" y="547039"/>
                  </a:lnTo>
                  <a:close/>
                  <a:moveTo>
                    <a:pt x="461436" y="581756"/>
                  </a:moveTo>
                  <a:lnTo>
                    <a:pt x="466628" y="580173"/>
                  </a:lnTo>
                  <a:lnTo>
                    <a:pt x="467507" y="567228"/>
                  </a:lnTo>
                  <a:close/>
                  <a:moveTo>
                    <a:pt x="449097" y="547039"/>
                  </a:moveTo>
                  <a:lnTo>
                    <a:pt x="461436" y="581756"/>
                  </a:lnTo>
                  <a:lnTo>
                    <a:pt x="467507" y="567228"/>
                  </a:lnTo>
                  <a:close/>
                  <a:moveTo>
                    <a:pt x="367510" y="470874"/>
                  </a:moveTo>
                  <a:lnTo>
                    <a:pt x="346432" y="488278"/>
                  </a:lnTo>
                  <a:lnTo>
                    <a:pt x="365652" y="469908"/>
                  </a:lnTo>
                  <a:close/>
                  <a:moveTo>
                    <a:pt x="367510" y="470874"/>
                  </a:moveTo>
                  <a:lnTo>
                    <a:pt x="367694" y="469908"/>
                  </a:lnTo>
                  <a:lnTo>
                    <a:pt x="347580" y="487091"/>
                  </a:lnTo>
                  <a:close/>
                  <a:moveTo>
                    <a:pt x="316444" y="450336"/>
                  </a:moveTo>
                  <a:lnTo>
                    <a:pt x="367002" y="468976"/>
                  </a:lnTo>
                  <a:lnTo>
                    <a:pt x="365652" y="469908"/>
                  </a:lnTo>
                  <a:close/>
                  <a:moveTo>
                    <a:pt x="367002" y="468976"/>
                  </a:moveTo>
                  <a:lnTo>
                    <a:pt x="344861" y="443364"/>
                  </a:lnTo>
                  <a:lnTo>
                    <a:pt x="367694" y="469908"/>
                  </a:lnTo>
                  <a:close/>
                  <a:moveTo>
                    <a:pt x="367694" y="469908"/>
                  </a:moveTo>
                  <a:lnTo>
                    <a:pt x="344861" y="443364"/>
                  </a:lnTo>
                  <a:lnTo>
                    <a:pt x="342074" y="450336"/>
                  </a:lnTo>
                  <a:close/>
                  <a:moveTo>
                    <a:pt x="367694" y="469908"/>
                  </a:moveTo>
                  <a:lnTo>
                    <a:pt x="342074" y="450336"/>
                  </a:lnTo>
                  <a:lnTo>
                    <a:pt x="347580" y="487091"/>
                  </a:lnTo>
                  <a:close/>
                  <a:moveTo>
                    <a:pt x="244364" y="355812"/>
                  </a:moveTo>
                  <a:lnTo>
                    <a:pt x="208805" y="347440"/>
                  </a:lnTo>
                  <a:lnTo>
                    <a:pt x="267655" y="346687"/>
                  </a:lnTo>
                  <a:close/>
                  <a:moveTo>
                    <a:pt x="301914" y="350197"/>
                  </a:moveTo>
                  <a:lnTo>
                    <a:pt x="244364" y="355812"/>
                  </a:lnTo>
                  <a:lnTo>
                    <a:pt x="267655" y="346687"/>
                  </a:lnTo>
                  <a:close/>
                  <a:moveTo>
                    <a:pt x="624923" y="780931"/>
                  </a:moveTo>
                  <a:lnTo>
                    <a:pt x="619226" y="789119"/>
                  </a:lnTo>
                  <a:lnTo>
                    <a:pt x="630986" y="763948"/>
                  </a:lnTo>
                  <a:close/>
                  <a:moveTo>
                    <a:pt x="613808" y="807627"/>
                  </a:moveTo>
                  <a:lnTo>
                    <a:pt x="619226" y="789119"/>
                  </a:lnTo>
                  <a:lnTo>
                    <a:pt x="624923" y="780931"/>
                  </a:lnTo>
                  <a:close/>
                  <a:moveTo>
                    <a:pt x="557113" y="585256"/>
                  </a:moveTo>
                  <a:lnTo>
                    <a:pt x="531934" y="562990"/>
                  </a:lnTo>
                  <a:lnTo>
                    <a:pt x="554704" y="604853"/>
                  </a:lnTo>
                  <a:close/>
                  <a:moveTo>
                    <a:pt x="554704" y="604853"/>
                  </a:moveTo>
                  <a:lnTo>
                    <a:pt x="531934" y="562990"/>
                  </a:lnTo>
                  <a:lnTo>
                    <a:pt x="511149" y="568428"/>
                  </a:lnTo>
                  <a:close/>
                  <a:moveTo>
                    <a:pt x="554704" y="604853"/>
                  </a:moveTo>
                  <a:lnTo>
                    <a:pt x="584882" y="607408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93151" y="595421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54704" y="604853"/>
                  </a:lnTo>
                  <a:lnTo>
                    <a:pt x="595668" y="604831"/>
                  </a:lnTo>
                  <a:close/>
                  <a:moveTo>
                    <a:pt x="554704" y="604853"/>
                  </a:moveTo>
                  <a:lnTo>
                    <a:pt x="564784" y="613935"/>
                  </a:lnTo>
                  <a:lnTo>
                    <a:pt x="595668" y="604831"/>
                  </a:lnTo>
                  <a:close/>
                  <a:moveTo>
                    <a:pt x="584882" y="607408"/>
                  </a:moveTo>
                  <a:lnTo>
                    <a:pt x="604754" y="599745"/>
                  </a:lnTo>
                  <a:lnTo>
                    <a:pt x="593151" y="595421"/>
                  </a:lnTo>
                  <a:close/>
                  <a:moveTo>
                    <a:pt x="584882" y="607408"/>
                  </a:moveTo>
                  <a:lnTo>
                    <a:pt x="595668" y="604831"/>
                  </a:lnTo>
                  <a:lnTo>
                    <a:pt x="604754" y="599745"/>
                  </a:lnTo>
                  <a:close/>
                  <a:moveTo>
                    <a:pt x="466628" y="580173"/>
                  </a:moveTo>
                  <a:lnTo>
                    <a:pt x="511149" y="568428"/>
                  </a:lnTo>
                  <a:lnTo>
                    <a:pt x="459599" y="543418"/>
                  </a:lnTo>
                  <a:close/>
                  <a:moveTo>
                    <a:pt x="709820" y="710010"/>
                  </a:moveTo>
                  <a:lnTo>
                    <a:pt x="727976" y="729581"/>
                  </a:lnTo>
                  <a:lnTo>
                    <a:pt x="742890" y="692826"/>
                  </a:lnTo>
                  <a:close/>
                  <a:moveTo>
                    <a:pt x="616433" y="626505"/>
                  </a:moveTo>
                  <a:lnTo>
                    <a:pt x="604754" y="599745"/>
                  </a:lnTo>
                  <a:lnTo>
                    <a:pt x="595668" y="604831"/>
                  </a:lnTo>
                  <a:close/>
                  <a:moveTo>
                    <a:pt x="633158" y="595248"/>
                  </a:moveTo>
                  <a:lnTo>
                    <a:pt x="604754" y="599745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33158" y="595248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80969" y="628214"/>
                  </a:lnTo>
                  <a:lnTo>
                    <a:pt x="665920" y="595702"/>
                  </a:lnTo>
                  <a:close/>
                  <a:moveTo>
                    <a:pt x="651031" y="625465"/>
                  </a:moveTo>
                  <a:lnTo>
                    <a:pt x="665920" y="595702"/>
                  </a:lnTo>
                  <a:lnTo>
                    <a:pt x="633158" y="595248"/>
                  </a:lnTo>
                  <a:close/>
                  <a:moveTo>
                    <a:pt x="633158" y="595248"/>
                  </a:moveTo>
                  <a:lnTo>
                    <a:pt x="593151" y="595421"/>
                  </a:lnTo>
                  <a:lnTo>
                    <a:pt x="604754" y="599745"/>
                  </a:lnTo>
                  <a:close/>
                  <a:moveTo>
                    <a:pt x="600604" y="549879"/>
                  </a:moveTo>
                  <a:lnTo>
                    <a:pt x="593151" y="595421"/>
                  </a:lnTo>
                  <a:lnTo>
                    <a:pt x="633158" y="595248"/>
                  </a:lnTo>
                  <a:close/>
                  <a:moveTo>
                    <a:pt x="531934" y="562990"/>
                  </a:moveTo>
                  <a:lnTo>
                    <a:pt x="557113" y="585256"/>
                  </a:lnTo>
                  <a:lnTo>
                    <a:pt x="559609" y="556118"/>
                  </a:lnTo>
                  <a:close/>
                  <a:moveTo>
                    <a:pt x="559609" y="556118"/>
                  </a:moveTo>
                  <a:lnTo>
                    <a:pt x="512187" y="541862"/>
                  </a:lnTo>
                  <a:lnTo>
                    <a:pt x="531934" y="562990"/>
                  </a:lnTo>
                  <a:close/>
                  <a:moveTo>
                    <a:pt x="600604" y="549879"/>
                  </a:moveTo>
                  <a:lnTo>
                    <a:pt x="557113" y="585256"/>
                  </a:lnTo>
                  <a:lnTo>
                    <a:pt x="593151" y="595421"/>
                  </a:lnTo>
                  <a:close/>
                  <a:moveTo>
                    <a:pt x="600604" y="549879"/>
                  </a:moveTo>
                  <a:lnTo>
                    <a:pt x="559609" y="556118"/>
                  </a:lnTo>
                  <a:lnTo>
                    <a:pt x="557113" y="585256"/>
                  </a:lnTo>
                  <a:close/>
                  <a:moveTo>
                    <a:pt x="559609" y="556118"/>
                  </a:moveTo>
                  <a:lnTo>
                    <a:pt x="600604" y="549879"/>
                  </a:lnTo>
                  <a:lnTo>
                    <a:pt x="594529" y="510070"/>
                  </a:lnTo>
                  <a:close/>
                  <a:moveTo>
                    <a:pt x="638813" y="545904"/>
                  </a:moveTo>
                  <a:lnTo>
                    <a:pt x="598011" y="509051"/>
                  </a:lnTo>
                  <a:lnTo>
                    <a:pt x="594529" y="510070"/>
                  </a:lnTo>
                  <a:close/>
                  <a:moveTo>
                    <a:pt x="598011" y="509051"/>
                  </a:moveTo>
                  <a:lnTo>
                    <a:pt x="646671" y="494769"/>
                  </a:lnTo>
                  <a:lnTo>
                    <a:pt x="592432" y="496522"/>
                  </a:lnTo>
                  <a:close/>
                  <a:moveTo>
                    <a:pt x="592432" y="496522"/>
                  </a:moveTo>
                  <a:lnTo>
                    <a:pt x="646671" y="494769"/>
                  </a:lnTo>
                  <a:lnTo>
                    <a:pt x="648244" y="484409"/>
                  </a:lnTo>
                  <a:close/>
                  <a:moveTo>
                    <a:pt x="839924" y="535504"/>
                  </a:moveTo>
                  <a:lnTo>
                    <a:pt x="882910" y="546488"/>
                  </a:lnTo>
                  <a:lnTo>
                    <a:pt x="870151" y="531011"/>
                  </a:lnTo>
                  <a:close/>
                  <a:moveTo>
                    <a:pt x="665590" y="434640"/>
                  </a:moveTo>
                  <a:lnTo>
                    <a:pt x="706202" y="384115"/>
                  </a:lnTo>
                  <a:lnTo>
                    <a:pt x="706156" y="384002"/>
                  </a:lnTo>
                  <a:close/>
                  <a:moveTo>
                    <a:pt x="676759" y="363154"/>
                  </a:moveTo>
                  <a:lnTo>
                    <a:pt x="666914" y="364420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676759" y="363154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737097" y="385936"/>
                  </a:lnTo>
                  <a:lnTo>
                    <a:pt x="676759" y="363154"/>
                  </a:lnTo>
                  <a:close/>
                  <a:moveTo>
                    <a:pt x="737097" y="385936"/>
                  </a:moveTo>
                  <a:lnTo>
                    <a:pt x="706156" y="384002"/>
                  </a:lnTo>
                  <a:lnTo>
                    <a:pt x="739812" y="385197"/>
                  </a:lnTo>
                  <a:close/>
                  <a:moveTo>
                    <a:pt x="706156" y="384002"/>
                  </a:moveTo>
                  <a:lnTo>
                    <a:pt x="706202" y="384115"/>
                  </a:lnTo>
                  <a:lnTo>
                    <a:pt x="739812" y="385197"/>
                  </a:lnTo>
                  <a:close/>
                  <a:moveTo>
                    <a:pt x="962977" y="641276"/>
                  </a:moveTo>
                  <a:lnTo>
                    <a:pt x="975892" y="678031"/>
                  </a:lnTo>
                  <a:lnTo>
                    <a:pt x="999943" y="660848"/>
                  </a:lnTo>
                  <a:close/>
                  <a:moveTo>
                    <a:pt x="990573" y="603662"/>
                  </a:moveTo>
                  <a:lnTo>
                    <a:pt x="970280" y="623999"/>
                  </a:lnTo>
                  <a:lnTo>
                    <a:pt x="962977" y="641276"/>
                  </a:lnTo>
                  <a:close/>
                  <a:moveTo>
                    <a:pt x="870151" y="531011"/>
                  </a:moveTo>
                  <a:lnTo>
                    <a:pt x="882910" y="546488"/>
                  </a:lnTo>
                  <a:lnTo>
                    <a:pt x="882253" y="528179"/>
                  </a:lnTo>
                  <a:close/>
                  <a:moveTo>
                    <a:pt x="882253" y="528179"/>
                  </a:moveTo>
                  <a:lnTo>
                    <a:pt x="875916" y="520339"/>
                  </a:lnTo>
                  <a:lnTo>
                    <a:pt x="870151" y="531011"/>
                  </a:lnTo>
                  <a:close/>
                  <a:moveTo>
                    <a:pt x="729097" y="373507"/>
                  </a:moveTo>
                  <a:lnTo>
                    <a:pt x="758208" y="368773"/>
                  </a:lnTo>
                  <a:lnTo>
                    <a:pt x="739812" y="385197"/>
                  </a:lnTo>
                  <a:close/>
                  <a:moveTo>
                    <a:pt x="729097" y="373507"/>
                  </a:moveTo>
                  <a:lnTo>
                    <a:pt x="739812" y="385197"/>
                  </a:lnTo>
                  <a:lnTo>
                    <a:pt x="706202" y="384115"/>
                  </a:lnTo>
                  <a:close/>
                  <a:moveTo>
                    <a:pt x="741500" y="383991"/>
                  </a:moveTo>
                  <a:lnTo>
                    <a:pt x="739812" y="385197"/>
                  </a:lnTo>
                  <a:lnTo>
                    <a:pt x="758208" y="368773"/>
                  </a:lnTo>
                  <a:close/>
                  <a:moveTo>
                    <a:pt x="758208" y="368773"/>
                  </a:moveTo>
                  <a:lnTo>
                    <a:pt x="760443" y="366128"/>
                  </a:lnTo>
                  <a:lnTo>
                    <a:pt x="741500" y="383991"/>
                  </a:lnTo>
                  <a:close/>
                  <a:moveTo>
                    <a:pt x="741500" y="383991"/>
                  </a:moveTo>
                  <a:lnTo>
                    <a:pt x="760443" y="366128"/>
                  </a:lnTo>
                  <a:lnTo>
                    <a:pt x="760460" y="330053"/>
                  </a:lnTo>
                  <a:close/>
                  <a:moveTo>
                    <a:pt x="741500" y="383991"/>
                  </a:moveTo>
                  <a:lnTo>
                    <a:pt x="760460" y="330053"/>
                  </a:lnTo>
                  <a:lnTo>
                    <a:pt x="737098" y="347236"/>
                  </a:lnTo>
                  <a:close/>
                  <a:moveTo>
                    <a:pt x="1010691" y="656926"/>
                  </a:moveTo>
                  <a:lnTo>
                    <a:pt x="1056784" y="646542"/>
                  </a:lnTo>
                  <a:lnTo>
                    <a:pt x="1048258" y="608727"/>
                  </a:lnTo>
                  <a:close/>
                  <a:moveTo>
                    <a:pt x="1010691" y="656926"/>
                  </a:moveTo>
                  <a:lnTo>
                    <a:pt x="1048258" y="608727"/>
                  </a:lnTo>
                  <a:lnTo>
                    <a:pt x="1007497" y="614776"/>
                  </a:lnTo>
                  <a:close/>
                  <a:moveTo>
                    <a:pt x="1007497" y="614776"/>
                  </a:moveTo>
                  <a:lnTo>
                    <a:pt x="1024775" y="606963"/>
                  </a:lnTo>
                  <a:lnTo>
                    <a:pt x="990573" y="603662"/>
                  </a:lnTo>
                  <a:close/>
                  <a:moveTo>
                    <a:pt x="1007497" y="614776"/>
                  </a:moveTo>
                  <a:lnTo>
                    <a:pt x="1048258" y="608727"/>
                  </a:lnTo>
                  <a:lnTo>
                    <a:pt x="1024775" y="606963"/>
                  </a:lnTo>
                  <a:close/>
                  <a:moveTo>
                    <a:pt x="980451" y="323534"/>
                  </a:moveTo>
                  <a:lnTo>
                    <a:pt x="945085" y="332441"/>
                  </a:lnTo>
                  <a:lnTo>
                    <a:pt x="994653" y="330292"/>
                  </a:lnTo>
                  <a:close/>
                  <a:moveTo>
                    <a:pt x="994653" y="330292"/>
                  </a:moveTo>
                  <a:lnTo>
                    <a:pt x="945085" y="332441"/>
                  </a:lnTo>
                  <a:lnTo>
                    <a:pt x="937342" y="336801"/>
                  </a:lnTo>
                  <a:close/>
                  <a:moveTo>
                    <a:pt x="980451" y="323534"/>
                  </a:moveTo>
                  <a:lnTo>
                    <a:pt x="933967" y="324181"/>
                  </a:lnTo>
                  <a:lnTo>
                    <a:pt x="945085" y="332441"/>
                  </a:lnTo>
                  <a:close/>
                  <a:moveTo>
                    <a:pt x="1066907" y="325083"/>
                  </a:moveTo>
                  <a:lnTo>
                    <a:pt x="1084804" y="334829"/>
                  </a:lnTo>
                  <a:lnTo>
                    <a:pt x="1062804" y="364314"/>
                  </a:lnTo>
                  <a:close/>
                  <a:moveTo>
                    <a:pt x="944179" y="102199"/>
                  </a:moveTo>
                  <a:lnTo>
                    <a:pt x="948702" y="90650"/>
                  </a:lnTo>
                  <a:lnTo>
                    <a:pt x="900234" y="110838"/>
                  </a:lnTo>
                  <a:close/>
                  <a:moveTo>
                    <a:pt x="952178" y="50949"/>
                  </a:moveTo>
                  <a:lnTo>
                    <a:pt x="948702" y="90650"/>
                  </a:lnTo>
                  <a:lnTo>
                    <a:pt x="993806" y="43178"/>
                  </a:lnTo>
                  <a:close/>
                  <a:moveTo>
                    <a:pt x="993806" y="43178"/>
                  </a:moveTo>
                  <a:lnTo>
                    <a:pt x="971155" y="97116"/>
                  </a:lnTo>
                  <a:lnTo>
                    <a:pt x="995526" y="44933"/>
                  </a:lnTo>
                  <a:close/>
                  <a:moveTo>
                    <a:pt x="1180422" y="209770"/>
                  </a:moveTo>
                  <a:lnTo>
                    <a:pt x="1196560" y="202053"/>
                  </a:lnTo>
                  <a:lnTo>
                    <a:pt x="1164437" y="210475"/>
                  </a:lnTo>
                  <a:close/>
                  <a:moveTo>
                    <a:pt x="1164437" y="210475"/>
                  </a:moveTo>
                  <a:lnTo>
                    <a:pt x="1196560" y="202053"/>
                  </a:lnTo>
                  <a:lnTo>
                    <a:pt x="1184701" y="176342"/>
                  </a:lnTo>
                  <a:close/>
                  <a:moveTo>
                    <a:pt x="1164437" y="210475"/>
                  </a:moveTo>
                  <a:lnTo>
                    <a:pt x="1184701" y="176342"/>
                  </a:lnTo>
                  <a:lnTo>
                    <a:pt x="1152983" y="175040"/>
                  </a:lnTo>
                  <a:close/>
                  <a:moveTo>
                    <a:pt x="1184701" y="176342"/>
                  </a:moveTo>
                  <a:lnTo>
                    <a:pt x="1196560" y="202053"/>
                  </a:lnTo>
                  <a:lnTo>
                    <a:pt x="1206546" y="173014"/>
                  </a:lnTo>
                  <a:close/>
                  <a:moveTo>
                    <a:pt x="1060407" y="66728"/>
                  </a:moveTo>
                  <a:lnTo>
                    <a:pt x="1035153" y="79933"/>
                  </a:lnTo>
                  <a:lnTo>
                    <a:pt x="1011780" y="105703"/>
                  </a:lnTo>
                  <a:close/>
                  <a:moveTo>
                    <a:pt x="1083843" y="69919"/>
                  </a:moveTo>
                  <a:lnTo>
                    <a:pt x="1045836" y="73730"/>
                  </a:lnTo>
                  <a:lnTo>
                    <a:pt x="1095672" y="74002"/>
                  </a:lnTo>
                  <a:close/>
                  <a:moveTo>
                    <a:pt x="1045836" y="73730"/>
                  </a:moveTo>
                  <a:lnTo>
                    <a:pt x="1060407" y="66728"/>
                  </a:lnTo>
                  <a:lnTo>
                    <a:pt x="1095672" y="74002"/>
                  </a:lnTo>
                  <a:close/>
                  <a:moveTo>
                    <a:pt x="1122307" y="65737"/>
                  </a:moveTo>
                  <a:lnTo>
                    <a:pt x="1083843" y="69919"/>
                  </a:lnTo>
                  <a:lnTo>
                    <a:pt x="1129545" y="76070"/>
                  </a:lnTo>
                  <a:close/>
                  <a:moveTo>
                    <a:pt x="1083843" y="69919"/>
                  </a:moveTo>
                  <a:lnTo>
                    <a:pt x="1095672" y="74002"/>
                  </a:lnTo>
                  <a:lnTo>
                    <a:pt x="1129545" y="76070"/>
                  </a:lnTo>
                  <a:close/>
                  <a:moveTo>
                    <a:pt x="995663" y="42685"/>
                  </a:moveTo>
                  <a:lnTo>
                    <a:pt x="1041296" y="32675"/>
                  </a:lnTo>
                  <a:lnTo>
                    <a:pt x="1026446" y="0"/>
                  </a:lnTo>
                  <a:close/>
                  <a:moveTo>
                    <a:pt x="1180422" y="209770"/>
                  </a:moveTo>
                  <a:lnTo>
                    <a:pt x="1208965" y="246110"/>
                  </a:lnTo>
                  <a:lnTo>
                    <a:pt x="1199986" y="208662"/>
                  </a:lnTo>
                  <a:close/>
                  <a:moveTo>
                    <a:pt x="1208965" y="246110"/>
                  </a:moveTo>
                  <a:lnTo>
                    <a:pt x="1251758" y="238408"/>
                  </a:lnTo>
                  <a:lnTo>
                    <a:pt x="1245833" y="198478"/>
                  </a:lnTo>
                  <a:close/>
                  <a:moveTo>
                    <a:pt x="1208965" y="246110"/>
                  </a:moveTo>
                  <a:lnTo>
                    <a:pt x="1245833" y="198478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27203" y="168877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61990" y="167683"/>
                  </a:lnTo>
                  <a:lnTo>
                    <a:pt x="1227203" y="16887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62" name="Input_density__162">
              <a:extLst>
                <a:ext uri="{FF2B5EF4-FFF2-40B4-BE49-F238E27FC236}">
                  <a16:creationId xmlns:a16="http://schemas.microsoft.com/office/drawing/2014/main" id="{8229E3F6-9396-CA88-843F-522DDD5279F0}"/>
                </a:ext>
              </a:extLst>
            </p:cNvPr>
            <p:cNvSpPr>
              <a:spLocks noGrp="1"/>
            </p:cNvSpPr>
            <p:nvPr/>
          </p:nvSpPr>
          <p:spPr>
            <a:xfrm>
              <a:off x="567381" y="1538036"/>
              <a:ext cx="1162777" cy="942946"/>
            </a:xfrm>
            <a:custGeom>
              <a:avLst/>
              <a:gdLst/>
              <a:ahLst/>
              <a:cxnLst/>
              <a:rect l="0" t="0" r="0" b="0"/>
              <a:pathLst>
                <a:path w="1162777" h="942946">
                  <a:moveTo>
                    <a:pt x="268623" y="903803"/>
                  </a:moveTo>
                  <a:lnTo>
                    <a:pt x="277372" y="940558"/>
                  </a:lnTo>
                  <a:lnTo>
                    <a:pt x="318989" y="923375"/>
                  </a:lnTo>
                  <a:close/>
                  <a:moveTo>
                    <a:pt x="268623" y="903803"/>
                  </a:moveTo>
                  <a:lnTo>
                    <a:pt x="318989" y="923375"/>
                  </a:lnTo>
                  <a:lnTo>
                    <a:pt x="317993" y="886620"/>
                  </a:lnTo>
                  <a:close/>
                  <a:moveTo>
                    <a:pt x="107430" y="702845"/>
                  </a:moveTo>
                  <a:lnTo>
                    <a:pt x="130498" y="680374"/>
                  </a:lnTo>
                  <a:lnTo>
                    <a:pt x="101897" y="703895"/>
                  </a:lnTo>
                  <a:close/>
                  <a:moveTo>
                    <a:pt x="120841" y="670835"/>
                  </a:moveTo>
                  <a:lnTo>
                    <a:pt x="130498" y="680374"/>
                  </a:lnTo>
                  <a:lnTo>
                    <a:pt x="162069" y="673835"/>
                  </a:lnTo>
                  <a:close/>
                  <a:moveTo>
                    <a:pt x="178909" y="695462"/>
                  </a:moveTo>
                  <a:lnTo>
                    <a:pt x="226472" y="693843"/>
                  </a:lnTo>
                  <a:lnTo>
                    <a:pt x="216394" y="685662"/>
                  </a:lnTo>
                  <a:close/>
                  <a:moveTo>
                    <a:pt x="130498" y="680374"/>
                  </a:moveTo>
                  <a:lnTo>
                    <a:pt x="107430" y="702845"/>
                  </a:lnTo>
                  <a:lnTo>
                    <a:pt x="143409" y="697235"/>
                  </a:lnTo>
                  <a:close/>
                  <a:moveTo>
                    <a:pt x="143409" y="697235"/>
                  </a:moveTo>
                  <a:lnTo>
                    <a:pt x="162069" y="673835"/>
                  </a:lnTo>
                  <a:lnTo>
                    <a:pt x="130498" y="680374"/>
                  </a:lnTo>
                  <a:close/>
                  <a:moveTo>
                    <a:pt x="143409" y="697235"/>
                  </a:moveTo>
                  <a:lnTo>
                    <a:pt x="178909" y="695462"/>
                  </a:lnTo>
                  <a:lnTo>
                    <a:pt x="162069" y="673835"/>
                  </a:lnTo>
                  <a:close/>
                  <a:moveTo>
                    <a:pt x="219563" y="668010"/>
                  </a:moveTo>
                  <a:lnTo>
                    <a:pt x="162069" y="673835"/>
                  </a:lnTo>
                  <a:lnTo>
                    <a:pt x="216394" y="685662"/>
                  </a:lnTo>
                  <a:close/>
                  <a:moveTo>
                    <a:pt x="216394" y="685662"/>
                  </a:moveTo>
                  <a:lnTo>
                    <a:pt x="162069" y="673835"/>
                  </a:lnTo>
                  <a:lnTo>
                    <a:pt x="178909" y="695462"/>
                  </a:lnTo>
                  <a:close/>
                  <a:moveTo>
                    <a:pt x="402804" y="906191"/>
                  </a:moveTo>
                  <a:lnTo>
                    <a:pt x="412379" y="942946"/>
                  </a:lnTo>
                  <a:lnTo>
                    <a:pt x="426526" y="889008"/>
                  </a:lnTo>
                  <a:close/>
                  <a:moveTo>
                    <a:pt x="426526" y="889008"/>
                  </a:moveTo>
                  <a:lnTo>
                    <a:pt x="413279" y="852253"/>
                  </a:lnTo>
                  <a:lnTo>
                    <a:pt x="402804" y="906191"/>
                  </a:lnTo>
                  <a:close/>
                  <a:moveTo>
                    <a:pt x="299342" y="668478"/>
                  </a:moveTo>
                  <a:lnTo>
                    <a:pt x="268609" y="722416"/>
                  </a:lnTo>
                  <a:lnTo>
                    <a:pt x="301855" y="705233"/>
                  </a:lnTo>
                  <a:close/>
                  <a:moveTo>
                    <a:pt x="219563" y="668010"/>
                  </a:moveTo>
                  <a:lnTo>
                    <a:pt x="216394" y="685662"/>
                  </a:lnTo>
                  <a:lnTo>
                    <a:pt x="230038" y="680983"/>
                  </a:lnTo>
                  <a:close/>
                  <a:moveTo>
                    <a:pt x="230038" y="680983"/>
                  </a:moveTo>
                  <a:lnTo>
                    <a:pt x="221364" y="648906"/>
                  </a:lnTo>
                  <a:lnTo>
                    <a:pt x="219563" y="668010"/>
                  </a:lnTo>
                  <a:close/>
                  <a:moveTo>
                    <a:pt x="124300" y="521458"/>
                  </a:moveTo>
                  <a:lnTo>
                    <a:pt x="130448" y="487772"/>
                  </a:lnTo>
                  <a:lnTo>
                    <a:pt x="127920" y="486092"/>
                  </a:lnTo>
                  <a:close/>
                  <a:moveTo>
                    <a:pt x="93467" y="531760"/>
                  </a:moveTo>
                  <a:lnTo>
                    <a:pt x="124300" y="521458"/>
                  </a:lnTo>
                  <a:lnTo>
                    <a:pt x="127920" y="486092"/>
                  </a:lnTo>
                  <a:close/>
                  <a:moveTo>
                    <a:pt x="127920" y="486092"/>
                  </a:moveTo>
                  <a:lnTo>
                    <a:pt x="130851" y="484703"/>
                  </a:lnTo>
                  <a:lnTo>
                    <a:pt x="129011" y="482397"/>
                  </a:lnTo>
                  <a:close/>
                  <a:moveTo>
                    <a:pt x="121532" y="484703"/>
                  </a:moveTo>
                  <a:lnTo>
                    <a:pt x="127920" y="486092"/>
                  </a:lnTo>
                  <a:lnTo>
                    <a:pt x="129011" y="482397"/>
                  </a:lnTo>
                  <a:close/>
                  <a:moveTo>
                    <a:pt x="127920" y="486092"/>
                  </a:moveTo>
                  <a:lnTo>
                    <a:pt x="130448" y="487772"/>
                  </a:lnTo>
                  <a:lnTo>
                    <a:pt x="130851" y="484703"/>
                  </a:lnTo>
                  <a:close/>
                  <a:moveTo>
                    <a:pt x="19914" y="411193"/>
                  </a:moveTo>
                  <a:lnTo>
                    <a:pt x="31726" y="374438"/>
                  </a:lnTo>
                  <a:lnTo>
                    <a:pt x="0" y="428377"/>
                  </a:lnTo>
                  <a:close/>
                  <a:moveTo>
                    <a:pt x="33023" y="372668"/>
                  </a:moveTo>
                  <a:lnTo>
                    <a:pt x="30803" y="376628"/>
                  </a:lnTo>
                  <a:lnTo>
                    <a:pt x="31726" y="374438"/>
                  </a:lnTo>
                  <a:close/>
                  <a:moveTo>
                    <a:pt x="413279" y="852253"/>
                  </a:moveTo>
                  <a:lnTo>
                    <a:pt x="446371" y="881944"/>
                  </a:lnTo>
                  <a:lnTo>
                    <a:pt x="439674" y="842641"/>
                  </a:lnTo>
                  <a:close/>
                  <a:moveTo>
                    <a:pt x="473845" y="835069"/>
                  </a:moveTo>
                  <a:lnTo>
                    <a:pt x="454903" y="798315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30875" y="805048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43464" y="761560"/>
                  </a:lnTo>
                  <a:lnTo>
                    <a:pt x="430875" y="805048"/>
                  </a:lnTo>
                  <a:close/>
                  <a:moveTo>
                    <a:pt x="443464" y="761560"/>
                  </a:moveTo>
                  <a:lnTo>
                    <a:pt x="417177" y="771437"/>
                  </a:lnTo>
                  <a:lnTo>
                    <a:pt x="430875" y="805048"/>
                  </a:lnTo>
                  <a:close/>
                  <a:moveTo>
                    <a:pt x="156118" y="507914"/>
                  </a:moveTo>
                  <a:lnTo>
                    <a:pt x="130448" y="487772"/>
                  </a:lnTo>
                  <a:lnTo>
                    <a:pt x="124300" y="521458"/>
                  </a:lnTo>
                  <a:close/>
                  <a:moveTo>
                    <a:pt x="130448" y="487772"/>
                  </a:moveTo>
                  <a:lnTo>
                    <a:pt x="156118" y="507914"/>
                  </a:lnTo>
                  <a:lnTo>
                    <a:pt x="130851" y="484703"/>
                  </a:lnTo>
                  <a:close/>
                  <a:moveTo>
                    <a:pt x="130851" y="484703"/>
                  </a:moveTo>
                  <a:lnTo>
                    <a:pt x="156118" y="507914"/>
                  </a:lnTo>
                  <a:lnTo>
                    <a:pt x="169278" y="504275"/>
                  </a:lnTo>
                  <a:close/>
                  <a:moveTo>
                    <a:pt x="130851" y="484703"/>
                  </a:moveTo>
                  <a:lnTo>
                    <a:pt x="169278" y="504275"/>
                  </a:lnTo>
                  <a:lnTo>
                    <a:pt x="165053" y="467520"/>
                  </a:lnTo>
                  <a:close/>
                  <a:moveTo>
                    <a:pt x="146803" y="430765"/>
                  </a:moveTo>
                  <a:lnTo>
                    <a:pt x="130851" y="484703"/>
                  </a:lnTo>
                  <a:lnTo>
                    <a:pt x="165053" y="467520"/>
                  </a:lnTo>
                  <a:close/>
                  <a:moveTo>
                    <a:pt x="31726" y="374438"/>
                  </a:moveTo>
                  <a:lnTo>
                    <a:pt x="64222" y="394206"/>
                  </a:lnTo>
                  <a:lnTo>
                    <a:pt x="36656" y="371870"/>
                  </a:lnTo>
                  <a:close/>
                  <a:moveTo>
                    <a:pt x="33023" y="372668"/>
                  </a:moveTo>
                  <a:lnTo>
                    <a:pt x="31726" y="374438"/>
                  </a:lnTo>
                  <a:lnTo>
                    <a:pt x="36656" y="371870"/>
                  </a:lnTo>
                  <a:close/>
                  <a:moveTo>
                    <a:pt x="83398" y="340227"/>
                  </a:moveTo>
                  <a:lnTo>
                    <a:pt x="36656" y="371870"/>
                  </a:lnTo>
                  <a:lnTo>
                    <a:pt x="64637" y="357255"/>
                  </a:lnTo>
                  <a:close/>
                  <a:moveTo>
                    <a:pt x="33023" y="372668"/>
                  </a:moveTo>
                  <a:lnTo>
                    <a:pt x="36656" y="371870"/>
                  </a:lnTo>
                  <a:lnTo>
                    <a:pt x="83398" y="340227"/>
                  </a:lnTo>
                  <a:close/>
                  <a:moveTo>
                    <a:pt x="454903" y="798315"/>
                  </a:moveTo>
                  <a:lnTo>
                    <a:pt x="486143" y="831951"/>
                  </a:lnTo>
                  <a:lnTo>
                    <a:pt x="481286" y="791153"/>
                  </a:lnTo>
                  <a:close/>
                  <a:moveTo>
                    <a:pt x="454903" y="798315"/>
                  </a:moveTo>
                  <a:lnTo>
                    <a:pt x="473845" y="835069"/>
                  </a:lnTo>
                  <a:lnTo>
                    <a:pt x="486143" y="831951"/>
                  </a:lnTo>
                  <a:close/>
                  <a:moveTo>
                    <a:pt x="486143" y="831951"/>
                  </a:moveTo>
                  <a:lnTo>
                    <a:pt x="525914" y="781959"/>
                  </a:lnTo>
                  <a:lnTo>
                    <a:pt x="481286" y="791153"/>
                  </a:lnTo>
                  <a:close/>
                  <a:moveTo>
                    <a:pt x="443464" y="761560"/>
                  </a:moveTo>
                  <a:lnTo>
                    <a:pt x="481286" y="791153"/>
                  </a:lnTo>
                  <a:lnTo>
                    <a:pt x="471318" y="754509"/>
                  </a:lnTo>
                  <a:close/>
                  <a:moveTo>
                    <a:pt x="443464" y="761560"/>
                  </a:moveTo>
                  <a:lnTo>
                    <a:pt x="454903" y="798315"/>
                  </a:lnTo>
                  <a:lnTo>
                    <a:pt x="481286" y="791153"/>
                  </a:lnTo>
                  <a:close/>
                  <a:moveTo>
                    <a:pt x="326943" y="627919"/>
                  </a:moveTo>
                  <a:lnTo>
                    <a:pt x="346342" y="604239"/>
                  </a:lnTo>
                  <a:lnTo>
                    <a:pt x="354257" y="614540"/>
                  </a:lnTo>
                  <a:close/>
                  <a:moveTo>
                    <a:pt x="323508" y="569676"/>
                  </a:moveTo>
                  <a:lnTo>
                    <a:pt x="317985" y="594425"/>
                  </a:lnTo>
                  <a:lnTo>
                    <a:pt x="355473" y="560601"/>
                  </a:lnTo>
                  <a:close/>
                  <a:moveTo>
                    <a:pt x="83398" y="340227"/>
                  </a:moveTo>
                  <a:lnTo>
                    <a:pt x="64637" y="357255"/>
                  </a:lnTo>
                  <a:lnTo>
                    <a:pt x="100655" y="346928"/>
                  </a:lnTo>
                  <a:close/>
                  <a:moveTo>
                    <a:pt x="100655" y="346928"/>
                  </a:moveTo>
                  <a:lnTo>
                    <a:pt x="113288" y="327403"/>
                  </a:lnTo>
                  <a:lnTo>
                    <a:pt x="83398" y="340227"/>
                  </a:lnTo>
                  <a:close/>
                  <a:moveTo>
                    <a:pt x="100655" y="346928"/>
                  </a:moveTo>
                  <a:lnTo>
                    <a:pt x="140028" y="342007"/>
                  </a:lnTo>
                  <a:lnTo>
                    <a:pt x="113288" y="327403"/>
                  </a:lnTo>
                  <a:close/>
                  <a:moveTo>
                    <a:pt x="397010" y="581756"/>
                  </a:moveTo>
                  <a:lnTo>
                    <a:pt x="349481" y="597356"/>
                  </a:lnTo>
                  <a:lnTo>
                    <a:pt x="401662" y="590291"/>
                  </a:lnTo>
                  <a:close/>
                  <a:moveTo>
                    <a:pt x="355473" y="560601"/>
                  </a:moveTo>
                  <a:lnTo>
                    <a:pt x="349481" y="597356"/>
                  </a:lnTo>
                  <a:lnTo>
                    <a:pt x="397010" y="581756"/>
                  </a:lnTo>
                  <a:close/>
                  <a:moveTo>
                    <a:pt x="578451" y="752969"/>
                  </a:moveTo>
                  <a:lnTo>
                    <a:pt x="560498" y="780931"/>
                  </a:lnTo>
                  <a:lnTo>
                    <a:pt x="566560" y="763948"/>
                  </a:lnTo>
                  <a:close/>
                  <a:moveTo>
                    <a:pt x="590322" y="756685"/>
                  </a:moveTo>
                  <a:lnTo>
                    <a:pt x="566560" y="763948"/>
                  </a:lnTo>
                  <a:lnTo>
                    <a:pt x="605087" y="756347"/>
                  </a:lnTo>
                  <a:close/>
                  <a:moveTo>
                    <a:pt x="578451" y="752969"/>
                  </a:moveTo>
                  <a:lnTo>
                    <a:pt x="566560" y="763948"/>
                  </a:lnTo>
                  <a:lnTo>
                    <a:pt x="590322" y="756685"/>
                  </a:lnTo>
                  <a:close/>
                  <a:moveTo>
                    <a:pt x="633518" y="738070"/>
                  </a:moveTo>
                  <a:lnTo>
                    <a:pt x="590322" y="756685"/>
                  </a:lnTo>
                  <a:lnTo>
                    <a:pt x="624520" y="746765"/>
                  </a:lnTo>
                  <a:close/>
                  <a:moveTo>
                    <a:pt x="578451" y="752969"/>
                  </a:moveTo>
                  <a:lnTo>
                    <a:pt x="590322" y="756685"/>
                  </a:lnTo>
                  <a:lnTo>
                    <a:pt x="633518" y="738070"/>
                  </a:lnTo>
                  <a:close/>
                  <a:moveTo>
                    <a:pt x="606597" y="733624"/>
                  </a:moveTo>
                  <a:lnTo>
                    <a:pt x="578451" y="752969"/>
                  </a:lnTo>
                  <a:lnTo>
                    <a:pt x="633518" y="738070"/>
                  </a:lnTo>
                  <a:close/>
                  <a:moveTo>
                    <a:pt x="633518" y="738070"/>
                  </a:moveTo>
                  <a:lnTo>
                    <a:pt x="624520" y="746765"/>
                  </a:lnTo>
                  <a:lnTo>
                    <a:pt x="648463" y="736505"/>
                  </a:lnTo>
                  <a:close/>
                  <a:moveTo>
                    <a:pt x="633518" y="738070"/>
                  </a:moveTo>
                  <a:lnTo>
                    <a:pt x="648463" y="736505"/>
                  </a:lnTo>
                  <a:lnTo>
                    <a:pt x="645395" y="710010"/>
                  </a:lnTo>
                  <a:close/>
                  <a:moveTo>
                    <a:pt x="645395" y="710010"/>
                  </a:moveTo>
                  <a:lnTo>
                    <a:pt x="648463" y="736505"/>
                  </a:lnTo>
                  <a:lnTo>
                    <a:pt x="663550" y="729581"/>
                  </a:lnTo>
                  <a:close/>
                  <a:moveTo>
                    <a:pt x="495183" y="556118"/>
                  </a:moveTo>
                  <a:lnTo>
                    <a:pt x="530104" y="510070"/>
                  </a:lnTo>
                  <a:lnTo>
                    <a:pt x="483421" y="520935"/>
                  </a:lnTo>
                  <a:close/>
                  <a:moveTo>
                    <a:pt x="528006" y="496522"/>
                  </a:moveTo>
                  <a:lnTo>
                    <a:pt x="530104" y="510070"/>
                  </a:lnTo>
                  <a:lnTo>
                    <a:pt x="533585" y="509051"/>
                  </a:lnTo>
                  <a:close/>
                  <a:moveTo>
                    <a:pt x="530044" y="407934"/>
                  </a:moveTo>
                  <a:lnTo>
                    <a:pt x="490710" y="435541"/>
                  </a:lnTo>
                  <a:lnTo>
                    <a:pt x="515856" y="418358"/>
                  </a:lnTo>
                  <a:close/>
                  <a:moveTo>
                    <a:pt x="530044" y="407934"/>
                  </a:moveTo>
                  <a:lnTo>
                    <a:pt x="504549" y="408822"/>
                  </a:lnTo>
                  <a:lnTo>
                    <a:pt x="490710" y="435541"/>
                  </a:lnTo>
                  <a:close/>
                  <a:moveTo>
                    <a:pt x="530044" y="407934"/>
                  </a:moveTo>
                  <a:lnTo>
                    <a:pt x="515856" y="418358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40226" y="381603"/>
                  </a:lnTo>
                  <a:lnTo>
                    <a:pt x="580299" y="375044"/>
                  </a:lnTo>
                  <a:close/>
                  <a:moveTo>
                    <a:pt x="540226" y="381603"/>
                  </a:moveTo>
                  <a:lnTo>
                    <a:pt x="530044" y="407934"/>
                  </a:lnTo>
                  <a:lnTo>
                    <a:pt x="580299" y="375044"/>
                  </a:lnTo>
                  <a:close/>
                  <a:moveTo>
                    <a:pt x="580299" y="375044"/>
                  </a:moveTo>
                  <a:lnTo>
                    <a:pt x="530044" y="407934"/>
                  </a:lnTo>
                  <a:lnTo>
                    <a:pt x="566427" y="401175"/>
                  </a:lnTo>
                  <a:close/>
                  <a:moveTo>
                    <a:pt x="566427" y="401175"/>
                  </a:moveTo>
                  <a:lnTo>
                    <a:pt x="530044" y="407934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80299" y="375044"/>
                  </a:lnTo>
                  <a:lnTo>
                    <a:pt x="602488" y="364420"/>
                  </a:lnTo>
                  <a:close/>
                  <a:moveTo>
                    <a:pt x="580299" y="375044"/>
                  </a:moveTo>
                  <a:lnTo>
                    <a:pt x="566427" y="401175"/>
                  </a:lnTo>
                  <a:lnTo>
                    <a:pt x="601650" y="389498"/>
                  </a:lnTo>
                  <a:close/>
                  <a:moveTo>
                    <a:pt x="601650" y="389498"/>
                  </a:moveTo>
                  <a:lnTo>
                    <a:pt x="602488" y="364420"/>
                  </a:lnTo>
                  <a:lnTo>
                    <a:pt x="580299" y="375044"/>
                  </a:lnTo>
                  <a:close/>
                  <a:moveTo>
                    <a:pt x="898551" y="641276"/>
                  </a:moveTo>
                  <a:lnTo>
                    <a:pt x="935517" y="660848"/>
                  </a:lnTo>
                  <a:lnTo>
                    <a:pt x="915713" y="624093"/>
                  </a:lnTo>
                  <a:close/>
                  <a:moveTo>
                    <a:pt x="926147" y="603662"/>
                  </a:moveTo>
                  <a:lnTo>
                    <a:pt x="898551" y="641276"/>
                  </a:lnTo>
                  <a:lnTo>
                    <a:pt x="915713" y="624093"/>
                  </a:lnTo>
                  <a:close/>
                  <a:moveTo>
                    <a:pt x="663797" y="310481"/>
                  </a:moveTo>
                  <a:lnTo>
                    <a:pt x="696034" y="330053"/>
                  </a:lnTo>
                  <a:lnTo>
                    <a:pt x="686981" y="293298"/>
                  </a:lnTo>
                  <a:close/>
                  <a:moveTo>
                    <a:pt x="915713" y="624093"/>
                  </a:moveTo>
                  <a:lnTo>
                    <a:pt x="946266" y="656926"/>
                  </a:lnTo>
                  <a:lnTo>
                    <a:pt x="943072" y="614776"/>
                  </a:lnTo>
                  <a:close/>
                  <a:moveTo>
                    <a:pt x="926147" y="603662"/>
                  </a:moveTo>
                  <a:lnTo>
                    <a:pt x="915713" y="624093"/>
                  </a:lnTo>
                  <a:lnTo>
                    <a:pt x="943072" y="614776"/>
                  </a:lnTo>
                  <a:close/>
                  <a:moveTo>
                    <a:pt x="686981" y="293298"/>
                  </a:moveTo>
                  <a:lnTo>
                    <a:pt x="696034" y="330053"/>
                  </a:lnTo>
                  <a:lnTo>
                    <a:pt x="712631" y="312870"/>
                  </a:lnTo>
                  <a:close/>
                  <a:moveTo>
                    <a:pt x="686981" y="293298"/>
                  </a:moveTo>
                  <a:lnTo>
                    <a:pt x="712631" y="312870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686981" y="293298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707623" y="276115"/>
                  </a:lnTo>
                  <a:lnTo>
                    <a:pt x="697214" y="239360"/>
                  </a:lnTo>
                  <a:close/>
                  <a:moveTo>
                    <a:pt x="670436" y="219788"/>
                  </a:moveTo>
                  <a:lnTo>
                    <a:pt x="697214" y="239360"/>
                  </a:lnTo>
                  <a:lnTo>
                    <a:pt x="681540" y="202605"/>
                  </a:lnTo>
                  <a:close/>
                  <a:moveTo>
                    <a:pt x="697214" y="239360"/>
                  </a:moveTo>
                  <a:lnTo>
                    <a:pt x="707623" y="276115"/>
                  </a:lnTo>
                  <a:lnTo>
                    <a:pt x="751240" y="258931"/>
                  </a:lnTo>
                  <a:close/>
                  <a:moveTo>
                    <a:pt x="697214" y="239360"/>
                  </a:moveTo>
                  <a:lnTo>
                    <a:pt x="751240" y="258931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697214" y="239360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734544" y="222176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681540" y="202605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711257" y="185421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678400" y="165850"/>
                  </a:lnTo>
                  <a:lnTo>
                    <a:pt x="705450" y="148666"/>
                  </a:lnTo>
                  <a:close/>
                  <a:moveTo>
                    <a:pt x="705450" y="148666"/>
                  </a:moveTo>
                  <a:lnTo>
                    <a:pt x="751349" y="159802"/>
                  </a:lnTo>
                  <a:lnTo>
                    <a:pt x="738601" y="135688"/>
                  </a:lnTo>
                  <a:close/>
                  <a:moveTo>
                    <a:pt x="711257" y="185421"/>
                  </a:moveTo>
                  <a:lnTo>
                    <a:pt x="751123" y="168238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705450" y="148666"/>
                  </a:lnTo>
                  <a:lnTo>
                    <a:pt x="738601" y="135688"/>
                  </a:lnTo>
                  <a:close/>
                  <a:moveTo>
                    <a:pt x="772036" y="112569"/>
                  </a:moveTo>
                  <a:lnTo>
                    <a:pt x="738601" y="135688"/>
                  </a:lnTo>
                  <a:lnTo>
                    <a:pt x="753020" y="131483"/>
                  </a:lnTo>
                  <a:close/>
                  <a:moveTo>
                    <a:pt x="717454" y="129282"/>
                  </a:moveTo>
                  <a:lnTo>
                    <a:pt x="738601" y="135688"/>
                  </a:lnTo>
                  <a:lnTo>
                    <a:pt x="772036" y="112569"/>
                  </a:lnTo>
                  <a:close/>
                  <a:moveTo>
                    <a:pt x="738601" y="135688"/>
                  </a:moveTo>
                  <a:lnTo>
                    <a:pt x="751349" y="159802"/>
                  </a:lnTo>
                  <a:lnTo>
                    <a:pt x="753020" y="131483"/>
                  </a:lnTo>
                  <a:close/>
                  <a:moveTo>
                    <a:pt x="983852" y="340228"/>
                  </a:moveTo>
                  <a:lnTo>
                    <a:pt x="998378" y="364314"/>
                  </a:lnTo>
                  <a:lnTo>
                    <a:pt x="1020379" y="334829"/>
                  </a:lnTo>
                  <a:close/>
                  <a:moveTo>
                    <a:pt x="797194" y="110426"/>
                  </a:moveTo>
                  <a:lnTo>
                    <a:pt x="772036" y="112569"/>
                  </a:lnTo>
                  <a:lnTo>
                    <a:pt x="753020" y="131483"/>
                  </a:lnTo>
                  <a:close/>
                  <a:moveTo>
                    <a:pt x="825186" y="90505"/>
                  </a:moveTo>
                  <a:lnTo>
                    <a:pt x="793770" y="94728"/>
                  </a:lnTo>
                  <a:lnTo>
                    <a:pt x="772036" y="112569"/>
                  </a:lnTo>
                  <a:close/>
                  <a:moveTo>
                    <a:pt x="825186" y="90505"/>
                  </a:moveTo>
                  <a:lnTo>
                    <a:pt x="772036" y="112569"/>
                  </a:lnTo>
                  <a:lnTo>
                    <a:pt x="797194" y="110426"/>
                  </a:lnTo>
                  <a:close/>
                  <a:moveTo>
                    <a:pt x="817306" y="81132"/>
                  </a:moveTo>
                  <a:lnTo>
                    <a:pt x="825186" y="90505"/>
                  </a:lnTo>
                  <a:lnTo>
                    <a:pt x="822475" y="77544"/>
                  </a:lnTo>
                  <a:close/>
                  <a:moveTo>
                    <a:pt x="801095" y="111970"/>
                  </a:moveTo>
                  <a:lnTo>
                    <a:pt x="825186" y="90505"/>
                  </a:lnTo>
                  <a:lnTo>
                    <a:pt x="797194" y="110426"/>
                  </a:lnTo>
                  <a:close/>
                  <a:moveTo>
                    <a:pt x="801095" y="111970"/>
                  </a:moveTo>
                  <a:lnTo>
                    <a:pt x="835809" y="110838"/>
                  </a:lnTo>
                  <a:lnTo>
                    <a:pt x="825186" y="90505"/>
                  </a:lnTo>
                  <a:close/>
                  <a:moveTo>
                    <a:pt x="835809" y="110838"/>
                  </a:moveTo>
                  <a:lnTo>
                    <a:pt x="884276" y="90650"/>
                  </a:lnTo>
                  <a:lnTo>
                    <a:pt x="822475" y="77544"/>
                  </a:lnTo>
                  <a:close/>
                  <a:moveTo>
                    <a:pt x="822475" y="77544"/>
                  </a:moveTo>
                  <a:lnTo>
                    <a:pt x="884276" y="90650"/>
                  </a:lnTo>
                  <a:lnTo>
                    <a:pt x="856673" y="60361"/>
                  </a:lnTo>
                  <a:close/>
                  <a:moveTo>
                    <a:pt x="822475" y="77544"/>
                  </a:moveTo>
                  <a:lnTo>
                    <a:pt x="825186" y="90505"/>
                  </a:lnTo>
                  <a:lnTo>
                    <a:pt x="835809" y="110838"/>
                  </a:lnTo>
                  <a:close/>
                  <a:moveTo>
                    <a:pt x="820261" y="40790"/>
                  </a:moveTo>
                  <a:lnTo>
                    <a:pt x="822475" y="77544"/>
                  </a:lnTo>
                  <a:lnTo>
                    <a:pt x="856673" y="60361"/>
                  </a:lnTo>
                  <a:close/>
                  <a:moveTo>
                    <a:pt x="820261" y="40790"/>
                  </a:moveTo>
                  <a:lnTo>
                    <a:pt x="856673" y="60361"/>
                  </a:lnTo>
                  <a:lnTo>
                    <a:pt x="854361" y="23606"/>
                  </a:lnTo>
                  <a:close/>
                  <a:moveTo>
                    <a:pt x="856673" y="60361"/>
                  </a:moveTo>
                  <a:lnTo>
                    <a:pt x="884276" y="90650"/>
                  </a:lnTo>
                  <a:lnTo>
                    <a:pt x="887753" y="50949"/>
                  </a:lnTo>
                  <a:close/>
                  <a:moveTo>
                    <a:pt x="854361" y="23606"/>
                  </a:moveTo>
                  <a:lnTo>
                    <a:pt x="887753" y="50949"/>
                  </a:lnTo>
                  <a:lnTo>
                    <a:pt x="874128" y="17279"/>
                  </a:lnTo>
                  <a:close/>
                  <a:moveTo>
                    <a:pt x="854361" y="23606"/>
                  </a:moveTo>
                  <a:lnTo>
                    <a:pt x="856673" y="60361"/>
                  </a:lnTo>
                  <a:lnTo>
                    <a:pt x="887753" y="50949"/>
                  </a:lnTo>
                  <a:close/>
                  <a:moveTo>
                    <a:pt x="929381" y="43178"/>
                  </a:moveTo>
                  <a:lnTo>
                    <a:pt x="917346" y="6423"/>
                  </a:lnTo>
                  <a:lnTo>
                    <a:pt x="887753" y="50949"/>
                  </a:lnTo>
                  <a:close/>
                  <a:moveTo>
                    <a:pt x="917346" y="6423"/>
                  </a:moveTo>
                  <a:lnTo>
                    <a:pt x="874128" y="17279"/>
                  </a:lnTo>
                  <a:lnTo>
                    <a:pt x="887753" y="50949"/>
                  </a:lnTo>
                  <a:close/>
                  <a:moveTo>
                    <a:pt x="862658" y="9821"/>
                  </a:moveTo>
                  <a:lnTo>
                    <a:pt x="854361" y="23606"/>
                  </a:lnTo>
                  <a:lnTo>
                    <a:pt x="874128" y="17279"/>
                  </a:lnTo>
                  <a:close/>
                  <a:moveTo>
                    <a:pt x="919669" y="2192"/>
                  </a:moveTo>
                  <a:lnTo>
                    <a:pt x="874128" y="17279"/>
                  </a:lnTo>
                  <a:lnTo>
                    <a:pt x="917346" y="6423"/>
                  </a:lnTo>
                  <a:close/>
                  <a:moveTo>
                    <a:pt x="862658" y="9821"/>
                  </a:moveTo>
                  <a:lnTo>
                    <a:pt x="874128" y="17279"/>
                  </a:lnTo>
                  <a:lnTo>
                    <a:pt x="919669" y="2192"/>
                  </a:lnTo>
                  <a:close/>
                  <a:moveTo>
                    <a:pt x="981411" y="73730"/>
                  </a:moveTo>
                  <a:lnTo>
                    <a:pt x="970727" y="79933"/>
                  </a:lnTo>
                  <a:lnTo>
                    <a:pt x="995982" y="66728"/>
                  </a:lnTo>
                  <a:close/>
                  <a:moveTo>
                    <a:pt x="981411" y="73730"/>
                  </a:moveTo>
                  <a:lnTo>
                    <a:pt x="931100" y="44933"/>
                  </a:lnTo>
                  <a:lnTo>
                    <a:pt x="970727" y="79933"/>
                  </a:lnTo>
                  <a:close/>
                  <a:moveTo>
                    <a:pt x="931237" y="42685"/>
                  </a:moveTo>
                  <a:lnTo>
                    <a:pt x="931100" y="44933"/>
                  </a:lnTo>
                  <a:lnTo>
                    <a:pt x="981411" y="73730"/>
                  </a:lnTo>
                  <a:close/>
                  <a:moveTo>
                    <a:pt x="976870" y="32675"/>
                  </a:moveTo>
                  <a:lnTo>
                    <a:pt x="931237" y="42685"/>
                  </a:lnTo>
                  <a:lnTo>
                    <a:pt x="981411" y="73730"/>
                  </a:lnTo>
                  <a:close/>
                  <a:moveTo>
                    <a:pt x="981411" y="73730"/>
                  </a:moveTo>
                  <a:lnTo>
                    <a:pt x="1019417" y="69919"/>
                  </a:lnTo>
                  <a:lnTo>
                    <a:pt x="1011895" y="31288"/>
                  </a:lnTo>
                  <a:close/>
                  <a:moveTo>
                    <a:pt x="981411" y="73730"/>
                  </a:moveTo>
                  <a:lnTo>
                    <a:pt x="1011895" y="31288"/>
                  </a:lnTo>
                  <a:lnTo>
                    <a:pt x="976870" y="32675"/>
                  </a:lnTo>
                  <a:close/>
                  <a:moveTo>
                    <a:pt x="929381" y="43178"/>
                  </a:moveTo>
                  <a:lnTo>
                    <a:pt x="931100" y="44933"/>
                  </a:lnTo>
                  <a:lnTo>
                    <a:pt x="931237" y="42685"/>
                  </a:lnTo>
                  <a:close/>
                  <a:moveTo>
                    <a:pt x="917346" y="6423"/>
                  </a:moveTo>
                  <a:lnTo>
                    <a:pt x="931237" y="42685"/>
                  </a:lnTo>
                  <a:lnTo>
                    <a:pt x="922505" y="5037"/>
                  </a:lnTo>
                  <a:close/>
                  <a:moveTo>
                    <a:pt x="917346" y="6423"/>
                  </a:moveTo>
                  <a:lnTo>
                    <a:pt x="929381" y="43178"/>
                  </a:lnTo>
                  <a:lnTo>
                    <a:pt x="931237" y="42685"/>
                  </a:lnTo>
                  <a:close/>
                  <a:moveTo>
                    <a:pt x="931237" y="42685"/>
                  </a:moveTo>
                  <a:lnTo>
                    <a:pt x="962020" y="0"/>
                  </a:lnTo>
                  <a:lnTo>
                    <a:pt x="922505" y="5037"/>
                  </a:lnTo>
                  <a:close/>
                  <a:moveTo>
                    <a:pt x="919669" y="2192"/>
                  </a:moveTo>
                  <a:lnTo>
                    <a:pt x="917346" y="6423"/>
                  </a:lnTo>
                  <a:lnTo>
                    <a:pt x="922505" y="5037"/>
                  </a:lnTo>
                  <a:close/>
                  <a:moveTo>
                    <a:pt x="1132134" y="202053"/>
                  </a:moveTo>
                  <a:lnTo>
                    <a:pt x="1115997" y="209770"/>
                  </a:lnTo>
                  <a:lnTo>
                    <a:pt x="1135560" y="208662"/>
                  </a:lnTo>
                  <a:close/>
                  <a:moveTo>
                    <a:pt x="1135560" y="208662"/>
                  </a:moveTo>
                  <a:lnTo>
                    <a:pt x="1142120" y="173014"/>
                  </a:lnTo>
                  <a:lnTo>
                    <a:pt x="1132134" y="202053"/>
                  </a:lnTo>
                  <a:close/>
                  <a:moveTo>
                    <a:pt x="1162777" y="168877"/>
                  </a:moveTo>
                  <a:lnTo>
                    <a:pt x="1142120" y="173014"/>
                  </a:lnTo>
                  <a:lnTo>
                    <a:pt x="1135560" y="20866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63" name="Input_density__163">
              <a:extLst>
                <a:ext uri="{FF2B5EF4-FFF2-40B4-BE49-F238E27FC236}">
                  <a16:creationId xmlns:a16="http://schemas.microsoft.com/office/drawing/2014/main" id="{4791BECB-6C2B-EBCA-16FE-72DB325B20A9}"/>
                </a:ext>
              </a:extLst>
            </p:cNvPr>
            <p:cNvSpPr>
              <a:spLocks noGrp="1"/>
            </p:cNvSpPr>
            <p:nvPr/>
          </p:nvSpPr>
          <p:spPr>
            <a:xfrm>
              <a:off x="712693" y="1643190"/>
              <a:ext cx="824287" cy="732304"/>
            </a:xfrm>
            <a:custGeom>
              <a:avLst/>
              <a:gdLst/>
              <a:ahLst/>
              <a:cxnLst/>
              <a:rect l="0" t="0" r="0" b="0"/>
              <a:pathLst>
                <a:path w="824287" h="732304">
                  <a:moveTo>
                    <a:pt x="0" y="688384"/>
                  </a:moveTo>
                  <a:lnTo>
                    <a:pt x="19387" y="674723"/>
                  </a:lnTo>
                  <a:lnTo>
                    <a:pt x="36854" y="643818"/>
                  </a:lnTo>
                  <a:close/>
                  <a:moveTo>
                    <a:pt x="237565" y="607315"/>
                  </a:moveTo>
                  <a:lnTo>
                    <a:pt x="225858" y="631851"/>
                  </a:lnTo>
                  <a:lnTo>
                    <a:pt x="264959" y="585162"/>
                  </a:lnTo>
                  <a:close/>
                  <a:moveTo>
                    <a:pt x="260131" y="595478"/>
                  </a:moveTo>
                  <a:lnTo>
                    <a:pt x="237565" y="607315"/>
                  </a:lnTo>
                  <a:lnTo>
                    <a:pt x="290079" y="582872"/>
                  </a:lnTo>
                  <a:close/>
                  <a:moveTo>
                    <a:pt x="456278" y="732304"/>
                  </a:moveTo>
                  <a:lnTo>
                    <a:pt x="485892" y="720471"/>
                  </a:lnTo>
                  <a:lnTo>
                    <a:pt x="504648" y="694386"/>
                  </a:lnTo>
                  <a:close/>
                  <a:moveTo>
                    <a:pt x="504648" y="694386"/>
                  </a:moveTo>
                  <a:lnTo>
                    <a:pt x="531541" y="680107"/>
                  </a:lnTo>
                  <a:lnTo>
                    <a:pt x="530647" y="678366"/>
                  </a:lnTo>
                  <a:close/>
                  <a:moveTo>
                    <a:pt x="515673" y="707242"/>
                  </a:moveTo>
                  <a:lnTo>
                    <a:pt x="531541" y="680107"/>
                  </a:lnTo>
                  <a:lnTo>
                    <a:pt x="504648" y="694386"/>
                  </a:lnTo>
                  <a:close/>
                  <a:moveTo>
                    <a:pt x="485892" y="720471"/>
                  </a:moveTo>
                  <a:lnTo>
                    <a:pt x="515673" y="707242"/>
                  </a:lnTo>
                  <a:lnTo>
                    <a:pt x="504648" y="694386"/>
                  </a:lnTo>
                  <a:close/>
                  <a:moveTo>
                    <a:pt x="431015" y="568101"/>
                  </a:moveTo>
                  <a:lnTo>
                    <a:pt x="404262" y="612823"/>
                  </a:lnTo>
                  <a:lnTo>
                    <a:pt x="418603" y="593466"/>
                  </a:lnTo>
                  <a:close/>
                  <a:moveTo>
                    <a:pt x="430175" y="574097"/>
                  </a:moveTo>
                  <a:lnTo>
                    <a:pt x="431015" y="568101"/>
                  </a:lnTo>
                  <a:lnTo>
                    <a:pt x="418603" y="593466"/>
                  </a:lnTo>
                  <a:close/>
                  <a:moveTo>
                    <a:pt x="558097" y="673440"/>
                  </a:moveTo>
                  <a:lnTo>
                    <a:pt x="530647" y="678366"/>
                  </a:lnTo>
                  <a:lnTo>
                    <a:pt x="535641" y="676773"/>
                  </a:lnTo>
                  <a:close/>
                  <a:moveTo>
                    <a:pt x="504648" y="694386"/>
                  </a:moveTo>
                  <a:lnTo>
                    <a:pt x="530647" y="678366"/>
                  </a:lnTo>
                  <a:lnTo>
                    <a:pt x="558097" y="673440"/>
                  </a:lnTo>
                  <a:close/>
                  <a:moveTo>
                    <a:pt x="571531" y="661182"/>
                  </a:moveTo>
                  <a:lnTo>
                    <a:pt x="589877" y="615021"/>
                  </a:lnTo>
                  <a:lnTo>
                    <a:pt x="582841" y="607244"/>
                  </a:lnTo>
                  <a:close/>
                  <a:moveTo>
                    <a:pt x="594772" y="521548"/>
                  </a:moveTo>
                  <a:lnTo>
                    <a:pt x="605822" y="533734"/>
                  </a:lnTo>
                  <a:lnTo>
                    <a:pt x="599641" y="511775"/>
                  </a:lnTo>
                  <a:close/>
                  <a:moveTo>
                    <a:pt x="599641" y="511775"/>
                  </a:moveTo>
                  <a:lnTo>
                    <a:pt x="605822" y="533734"/>
                  </a:lnTo>
                  <a:lnTo>
                    <a:pt x="605386" y="504885"/>
                  </a:lnTo>
                  <a:close/>
                  <a:moveTo>
                    <a:pt x="599641" y="511775"/>
                  </a:moveTo>
                  <a:lnTo>
                    <a:pt x="605386" y="504885"/>
                  </a:lnTo>
                  <a:lnTo>
                    <a:pt x="625369" y="483392"/>
                  </a:lnTo>
                  <a:close/>
                  <a:moveTo>
                    <a:pt x="625369" y="483392"/>
                  </a:moveTo>
                  <a:lnTo>
                    <a:pt x="626001" y="478500"/>
                  </a:lnTo>
                  <a:lnTo>
                    <a:pt x="620966" y="495297"/>
                  </a:lnTo>
                  <a:close/>
                  <a:moveTo>
                    <a:pt x="599641" y="511775"/>
                  </a:moveTo>
                  <a:lnTo>
                    <a:pt x="625369" y="483392"/>
                  </a:lnTo>
                  <a:lnTo>
                    <a:pt x="620966" y="495297"/>
                  </a:lnTo>
                  <a:close/>
                  <a:moveTo>
                    <a:pt x="626001" y="478500"/>
                  </a:moveTo>
                  <a:lnTo>
                    <a:pt x="625369" y="483392"/>
                  </a:lnTo>
                  <a:lnTo>
                    <a:pt x="630815" y="479796"/>
                  </a:lnTo>
                  <a:close/>
                  <a:moveTo>
                    <a:pt x="768779" y="164809"/>
                  </a:moveTo>
                  <a:lnTo>
                    <a:pt x="758767" y="155744"/>
                  </a:lnTo>
                  <a:lnTo>
                    <a:pt x="732240" y="152769"/>
                  </a:lnTo>
                  <a:close/>
                  <a:moveTo>
                    <a:pt x="824287" y="151559"/>
                  </a:moveTo>
                  <a:lnTo>
                    <a:pt x="783268" y="163427"/>
                  </a:lnTo>
                  <a:lnTo>
                    <a:pt x="768779" y="164809"/>
                  </a:lnTo>
                  <a:close/>
                  <a:moveTo>
                    <a:pt x="757624" y="26893"/>
                  </a:moveTo>
                  <a:lnTo>
                    <a:pt x="776163" y="0"/>
                  </a:lnTo>
                  <a:lnTo>
                    <a:pt x="726274" y="3425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64" name="Input_density__164">
              <a:extLst>
                <a:ext uri="{FF2B5EF4-FFF2-40B4-BE49-F238E27FC236}">
                  <a16:creationId xmlns:a16="http://schemas.microsoft.com/office/drawing/2014/main" id="{D9128C53-1E05-E9DC-FA96-502A778DCFE6}"/>
                </a:ext>
              </a:extLst>
            </p:cNvPr>
            <p:cNvSpPr>
              <a:spLocks noGrp="1"/>
            </p:cNvSpPr>
            <p:nvPr/>
          </p:nvSpPr>
          <p:spPr>
            <a:xfrm>
              <a:off x="652713" y="1635152"/>
              <a:ext cx="939477" cy="767243"/>
            </a:xfrm>
            <a:custGeom>
              <a:avLst/>
              <a:gdLst/>
              <a:ahLst/>
              <a:cxnLst/>
              <a:rect l="0" t="0" r="0" b="0"/>
              <a:pathLst>
                <a:path w="939477" h="767243">
                  <a:moveTo>
                    <a:pt x="0" y="538966"/>
                  </a:moveTo>
                  <a:lnTo>
                    <a:pt x="969" y="574711"/>
                  </a:lnTo>
                  <a:lnTo>
                    <a:pt x="1744" y="532219"/>
                  </a:lnTo>
                  <a:close/>
                  <a:moveTo>
                    <a:pt x="87382" y="679239"/>
                  </a:moveTo>
                  <a:lnTo>
                    <a:pt x="96833" y="651856"/>
                  </a:lnTo>
                  <a:lnTo>
                    <a:pt x="96716" y="640541"/>
                  </a:lnTo>
                  <a:close/>
                  <a:moveTo>
                    <a:pt x="253386" y="767243"/>
                  </a:moveTo>
                  <a:lnTo>
                    <a:pt x="283267" y="754386"/>
                  </a:lnTo>
                  <a:lnTo>
                    <a:pt x="301042" y="724635"/>
                  </a:lnTo>
                  <a:close/>
                  <a:moveTo>
                    <a:pt x="273205" y="745134"/>
                  </a:moveTo>
                  <a:lnTo>
                    <a:pt x="253386" y="767243"/>
                  </a:lnTo>
                  <a:lnTo>
                    <a:pt x="301042" y="724635"/>
                  </a:lnTo>
                  <a:close/>
                  <a:moveTo>
                    <a:pt x="290179" y="681106"/>
                  </a:moveTo>
                  <a:lnTo>
                    <a:pt x="308404" y="664444"/>
                  </a:lnTo>
                  <a:lnTo>
                    <a:pt x="311239" y="701199"/>
                  </a:lnTo>
                  <a:close/>
                  <a:moveTo>
                    <a:pt x="272580" y="627689"/>
                  </a:moveTo>
                  <a:lnTo>
                    <a:pt x="285838" y="639889"/>
                  </a:lnTo>
                  <a:lnTo>
                    <a:pt x="297545" y="615353"/>
                  </a:lnTo>
                  <a:close/>
                  <a:moveTo>
                    <a:pt x="195436" y="482738"/>
                  </a:moveTo>
                  <a:lnTo>
                    <a:pt x="199544" y="476879"/>
                  </a:lnTo>
                  <a:lnTo>
                    <a:pt x="180969" y="517424"/>
                  </a:lnTo>
                  <a:close/>
                  <a:moveTo>
                    <a:pt x="199544" y="476879"/>
                  </a:moveTo>
                  <a:lnTo>
                    <a:pt x="193603" y="475884"/>
                  </a:lnTo>
                  <a:lnTo>
                    <a:pt x="176537" y="443914"/>
                  </a:lnTo>
                  <a:close/>
                  <a:moveTo>
                    <a:pt x="241244" y="433221"/>
                  </a:moveTo>
                  <a:lnTo>
                    <a:pt x="235721" y="429809"/>
                  </a:lnTo>
                  <a:lnTo>
                    <a:pt x="270141" y="463485"/>
                  </a:lnTo>
                  <a:close/>
                  <a:moveTo>
                    <a:pt x="361890" y="560401"/>
                  </a:moveTo>
                  <a:lnTo>
                    <a:pt x="320111" y="603516"/>
                  </a:lnTo>
                  <a:lnTo>
                    <a:pt x="350059" y="590910"/>
                  </a:lnTo>
                  <a:close/>
                  <a:moveTo>
                    <a:pt x="241244" y="433221"/>
                  </a:moveTo>
                  <a:lnTo>
                    <a:pt x="302978" y="443254"/>
                  </a:lnTo>
                  <a:lnTo>
                    <a:pt x="266144" y="430111"/>
                  </a:lnTo>
                  <a:close/>
                  <a:moveTo>
                    <a:pt x="521566" y="576139"/>
                  </a:moveTo>
                  <a:lnTo>
                    <a:pt x="528065" y="578403"/>
                  </a:lnTo>
                  <a:lnTo>
                    <a:pt x="531419" y="578263"/>
                  </a:lnTo>
                  <a:close/>
                  <a:moveTo>
                    <a:pt x="490994" y="576139"/>
                  </a:moveTo>
                  <a:lnTo>
                    <a:pt x="490155" y="582135"/>
                  </a:lnTo>
                  <a:lnTo>
                    <a:pt x="496628" y="572762"/>
                  </a:lnTo>
                  <a:close/>
                  <a:moveTo>
                    <a:pt x="521566" y="576139"/>
                  </a:moveTo>
                  <a:lnTo>
                    <a:pt x="531419" y="578263"/>
                  </a:lnTo>
                  <a:lnTo>
                    <a:pt x="531954" y="575241"/>
                  </a:lnTo>
                  <a:close/>
                  <a:moveTo>
                    <a:pt x="531954" y="575241"/>
                  </a:moveTo>
                  <a:lnTo>
                    <a:pt x="496628" y="572762"/>
                  </a:lnTo>
                  <a:lnTo>
                    <a:pt x="521566" y="576139"/>
                  </a:lnTo>
                  <a:close/>
                  <a:moveTo>
                    <a:pt x="519242" y="436528"/>
                  </a:moveTo>
                  <a:lnTo>
                    <a:pt x="537970" y="410342"/>
                  </a:lnTo>
                  <a:lnTo>
                    <a:pt x="489150" y="448594"/>
                  </a:lnTo>
                  <a:close/>
                  <a:moveTo>
                    <a:pt x="548023" y="383190"/>
                  </a:moveTo>
                  <a:lnTo>
                    <a:pt x="537970" y="410342"/>
                  </a:lnTo>
                  <a:lnTo>
                    <a:pt x="566072" y="394752"/>
                  </a:lnTo>
                  <a:close/>
                  <a:moveTo>
                    <a:pt x="552405" y="368104"/>
                  </a:moveTo>
                  <a:lnTo>
                    <a:pt x="566887" y="393879"/>
                  </a:lnTo>
                  <a:lnTo>
                    <a:pt x="586382" y="370559"/>
                  </a:lnTo>
                  <a:close/>
                  <a:moveTo>
                    <a:pt x="685981" y="486538"/>
                  </a:moveTo>
                  <a:lnTo>
                    <a:pt x="690795" y="487833"/>
                  </a:lnTo>
                  <a:lnTo>
                    <a:pt x="690166" y="438388"/>
                  </a:lnTo>
                  <a:close/>
                  <a:moveTo>
                    <a:pt x="607912" y="354850"/>
                  </a:moveTo>
                  <a:lnTo>
                    <a:pt x="565891" y="368663"/>
                  </a:lnTo>
                  <a:lnTo>
                    <a:pt x="552405" y="368104"/>
                  </a:lnTo>
                  <a:close/>
                  <a:moveTo>
                    <a:pt x="607912" y="354850"/>
                  </a:moveTo>
                  <a:lnTo>
                    <a:pt x="552405" y="368104"/>
                  </a:lnTo>
                  <a:lnTo>
                    <a:pt x="586382" y="370559"/>
                  </a:lnTo>
                  <a:close/>
                  <a:moveTo>
                    <a:pt x="617666" y="362952"/>
                  </a:moveTo>
                  <a:lnTo>
                    <a:pt x="626578" y="360385"/>
                  </a:lnTo>
                  <a:lnTo>
                    <a:pt x="607912" y="354850"/>
                  </a:lnTo>
                  <a:close/>
                  <a:moveTo>
                    <a:pt x="617666" y="362952"/>
                  </a:moveTo>
                  <a:lnTo>
                    <a:pt x="607912" y="354850"/>
                  </a:lnTo>
                  <a:lnTo>
                    <a:pt x="586382" y="370559"/>
                  </a:lnTo>
                  <a:close/>
                  <a:moveTo>
                    <a:pt x="697112" y="387994"/>
                  </a:moveTo>
                  <a:lnTo>
                    <a:pt x="707210" y="397140"/>
                  </a:lnTo>
                  <a:lnTo>
                    <a:pt x="720182" y="351580"/>
                  </a:lnTo>
                  <a:close/>
                  <a:moveTo>
                    <a:pt x="717187" y="321843"/>
                  </a:moveTo>
                  <a:lnTo>
                    <a:pt x="741153" y="289784"/>
                  </a:lnTo>
                  <a:lnTo>
                    <a:pt x="740303" y="289264"/>
                  </a:lnTo>
                  <a:close/>
                  <a:moveTo>
                    <a:pt x="728400" y="335399"/>
                  </a:moveTo>
                  <a:lnTo>
                    <a:pt x="741153" y="289784"/>
                  </a:lnTo>
                  <a:lnTo>
                    <a:pt x="717187" y="321843"/>
                  </a:lnTo>
                  <a:close/>
                  <a:moveTo>
                    <a:pt x="694293" y="332455"/>
                  </a:moveTo>
                  <a:lnTo>
                    <a:pt x="728400" y="335399"/>
                  </a:lnTo>
                  <a:lnTo>
                    <a:pt x="717187" y="321843"/>
                  </a:lnTo>
                  <a:close/>
                  <a:moveTo>
                    <a:pt x="788302" y="323288"/>
                  </a:moveTo>
                  <a:lnTo>
                    <a:pt x="848596" y="345590"/>
                  </a:lnTo>
                  <a:lnTo>
                    <a:pt x="813236" y="335591"/>
                  </a:lnTo>
                  <a:close/>
                  <a:moveTo>
                    <a:pt x="788302" y="323288"/>
                  </a:moveTo>
                  <a:lnTo>
                    <a:pt x="848817" y="345925"/>
                  </a:lnTo>
                  <a:lnTo>
                    <a:pt x="848596" y="345590"/>
                  </a:lnTo>
                  <a:close/>
                  <a:moveTo>
                    <a:pt x="720016" y="324627"/>
                  </a:moveTo>
                  <a:lnTo>
                    <a:pt x="740303" y="289264"/>
                  </a:lnTo>
                  <a:lnTo>
                    <a:pt x="743294" y="288043"/>
                  </a:lnTo>
                  <a:close/>
                  <a:moveTo>
                    <a:pt x="722287" y="252509"/>
                  </a:moveTo>
                  <a:lnTo>
                    <a:pt x="729341" y="242707"/>
                  </a:lnTo>
                  <a:lnTo>
                    <a:pt x="746121" y="209236"/>
                  </a:lnTo>
                  <a:close/>
                  <a:moveTo>
                    <a:pt x="885374" y="356153"/>
                  </a:moveTo>
                  <a:lnTo>
                    <a:pt x="848817" y="345925"/>
                  </a:lnTo>
                  <a:lnTo>
                    <a:pt x="871268" y="354762"/>
                  </a:lnTo>
                  <a:close/>
                  <a:moveTo>
                    <a:pt x="848596" y="345590"/>
                  </a:moveTo>
                  <a:lnTo>
                    <a:pt x="849969" y="344989"/>
                  </a:lnTo>
                  <a:lnTo>
                    <a:pt x="813236" y="335591"/>
                  </a:lnTo>
                  <a:close/>
                  <a:moveTo>
                    <a:pt x="849969" y="344989"/>
                  </a:moveTo>
                  <a:lnTo>
                    <a:pt x="898082" y="332962"/>
                  </a:lnTo>
                  <a:lnTo>
                    <a:pt x="868822" y="322636"/>
                  </a:lnTo>
                  <a:close/>
                  <a:moveTo>
                    <a:pt x="918167" y="354181"/>
                  </a:moveTo>
                  <a:lnTo>
                    <a:pt x="939477" y="337649"/>
                  </a:lnTo>
                  <a:lnTo>
                    <a:pt x="885374" y="356153"/>
                  </a:lnTo>
                  <a:close/>
                  <a:moveTo>
                    <a:pt x="825948" y="185530"/>
                  </a:moveTo>
                  <a:lnTo>
                    <a:pt x="828759" y="172846"/>
                  </a:lnTo>
                  <a:lnTo>
                    <a:pt x="792219" y="160807"/>
                  </a:lnTo>
                  <a:close/>
                  <a:moveTo>
                    <a:pt x="783433" y="181387"/>
                  </a:moveTo>
                  <a:lnTo>
                    <a:pt x="787821" y="189438"/>
                  </a:lnTo>
                  <a:lnTo>
                    <a:pt x="792219" y="160807"/>
                  </a:lnTo>
                  <a:close/>
                  <a:moveTo>
                    <a:pt x="786254" y="42294"/>
                  </a:moveTo>
                  <a:lnTo>
                    <a:pt x="821397" y="0"/>
                  </a:lnTo>
                  <a:lnTo>
                    <a:pt x="794421" y="5083"/>
                  </a:lnTo>
                  <a:close/>
                  <a:moveTo>
                    <a:pt x="836143" y="8038"/>
                  </a:moveTo>
                  <a:lnTo>
                    <a:pt x="821397" y="0"/>
                  </a:lnTo>
                  <a:lnTo>
                    <a:pt x="786254" y="422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65" name="Input_density__165">
              <a:extLst>
                <a:ext uri="{FF2B5EF4-FFF2-40B4-BE49-F238E27FC236}">
                  <a16:creationId xmlns:a16="http://schemas.microsoft.com/office/drawing/2014/main" id="{2B92E171-EEDC-C5BA-CF4D-B1C67DF0FD1C}"/>
                </a:ext>
              </a:extLst>
            </p:cNvPr>
            <p:cNvSpPr>
              <a:spLocks noGrp="1"/>
            </p:cNvSpPr>
            <p:nvPr/>
          </p:nvSpPr>
          <p:spPr>
            <a:xfrm>
              <a:off x="1248333" y="2304372"/>
              <a:ext cx="35890" cy="15591"/>
            </a:xfrm>
            <a:custGeom>
              <a:avLst/>
              <a:gdLst/>
              <a:ahLst/>
              <a:cxnLst/>
              <a:rect l="0" t="0" r="0" b="0"/>
              <a:pathLst>
                <a:path w="35890" h="15591">
                  <a:moveTo>
                    <a:pt x="35890" y="0"/>
                  </a:moveTo>
                  <a:lnTo>
                    <a:pt x="22456" y="12258"/>
                  </a:lnTo>
                  <a:lnTo>
                    <a:pt x="0" y="15591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466" name="Input_density__166">
              <a:extLst>
                <a:ext uri="{FF2B5EF4-FFF2-40B4-BE49-F238E27FC236}">
                  <a16:creationId xmlns:a16="http://schemas.microsoft.com/office/drawing/2014/main" id="{5C579A59-B5F3-7F3E-394D-7BFF13524865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12039"/>
              <a:ext cx="1245635" cy="682781"/>
            </a:xfrm>
            <a:custGeom>
              <a:avLst/>
              <a:gdLst/>
              <a:ahLst/>
              <a:cxnLst/>
              <a:rect l="0" t="0" r="0" b="0"/>
              <a:pathLst>
                <a:path w="1245635" h="682781">
                  <a:moveTo>
                    <a:pt x="15707" y="553715"/>
                  </a:moveTo>
                  <a:lnTo>
                    <a:pt x="0" y="544626"/>
                  </a:lnTo>
                  <a:lnTo>
                    <a:pt x="26512" y="572516"/>
                  </a:lnTo>
                  <a:close/>
                  <a:moveTo>
                    <a:pt x="110434" y="682781"/>
                  </a:moveTo>
                  <a:lnTo>
                    <a:pt x="115739" y="665597"/>
                  </a:lnTo>
                  <a:lnTo>
                    <a:pt x="90236" y="646026"/>
                  </a:lnTo>
                  <a:close/>
                  <a:moveTo>
                    <a:pt x="75939" y="609271"/>
                  </a:moveTo>
                  <a:lnTo>
                    <a:pt x="111460" y="597682"/>
                  </a:lnTo>
                  <a:lnTo>
                    <a:pt x="59820" y="594068"/>
                  </a:lnTo>
                  <a:close/>
                  <a:moveTo>
                    <a:pt x="26512" y="572516"/>
                  </a:moveTo>
                  <a:lnTo>
                    <a:pt x="44739" y="555332"/>
                  </a:lnTo>
                  <a:lnTo>
                    <a:pt x="15707" y="553715"/>
                  </a:lnTo>
                  <a:close/>
                  <a:moveTo>
                    <a:pt x="44739" y="555332"/>
                  </a:moveTo>
                  <a:lnTo>
                    <a:pt x="40143" y="548870"/>
                  </a:lnTo>
                  <a:lnTo>
                    <a:pt x="15707" y="553715"/>
                  </a:lnTo>
                  <a:close/>
                  <a:moveTo>
                    <a:pt x="25216" y="518577"/>
                  </a:moveTo>
                  <a:lnTo>
                    <a:pt x="15707" y="553715"/>
                  </a:lnTo>
                  <a:lnTo>
                    <a:pt x="40143" y="548870"/>
                  </a:lnTo>
                  <a:close/>
                  <a:moveTo>
                    <a:pt x="215819" y="656510"/>
                  </a:moveTo>
                  <a:lnTo>
                    <a:pt x="165733" y="628842"/>
                  </a:lnTo>
                  <a:lnTo>
                    <a:pt x="189999" y="639220"/>
                  </a:lnTo>
                  <a:close/>
                  <a:moveTo>
                    <a:pt x="25216" y="518577"/>
                  </a:moveTo>
                  <a:lnTo>
                    <a:pt x="23810" y="480522"/>
                  </a:lnTo>
                  <a:lnTo>
                    <a:pt x="23834" y="487891"/>
                  </a:lnTo>
                  <a:close/>
                  <a:moveTo>
                    <a:pt x="30323" y="464639"/>
                  </a:moveTo>
                  <a:lnTo>
                    <a:pt x="23810" y="480522"/>
                  </a:lnTo>
                  <a:lnTo>
                    <a:pt x="25216" y="518577"/>
                  </a:lnTo>
                  <a:close/>
                  <a:moveTo>
                    <a:pt x="139724" y="479616"/>
                  </a:moveTo>
                  <a:lnTo>
                    <a:pt x="173165" y="484211"/>
                  </a:lnTo>
                  <a:lnTo>
                    <a:pt x="118585" y="457648"/>
                  </a:lnTo>
                  <a:close/>
                  <a:moveTo>
                    <a:pt x="173165" y="484211"/>
                  </a:moveTo>
                  <a:lnTo>
                    <a:pt x="139724" y="479616"/>
                  </a:lnTo>
                  <a:lnTo>
                    <a:pt x="142587" y="482882"/>
                  </a:lnTo>
                  <a:close/>
                  <a:moveTo>
                    <a:pt x="127557" y="360860"/>
                  </a:moveTo>
                  <a:lnTo>
                    <a:pt x="86212" y="367384"/>
                  </a:lnTo>
                  <a:lnTo>
                    <a:pt x="139173" y="381348"/>
                  </a:lnTo>
                  <a:close/>
                  <a:moveTo>
                    <a:pt x="162852" y="345303"/>
                  </a:moveTo>
                  <a:lnTo>
                    <a:pt x="123073" y="320007"/>
                  </a:lnTo>
                  <a:lnTo>
                    <a:pt x="160728" y="360981"/>
                  </a:lnTo>
                  <a:close/>
                  <a:moveTo>
                    <a:pt x="229897" y="339579"/>
                  </a:moveTo>
                  <a:lnTo>
                    <a:pt x="218579" y="332872"/>
                  </a:lnTo>
                  <a:lnTo>
                    <a:pt x="197760" y="351242"/>
                  </a:lnTo>
                  <a:close/>
                  <a:moveTo>
                    <a:pt x="197760" y="351242"/>
                  </a:moveTo>
                  <a:lnTo>
                    <a:pt x="218579" y="332872"/>
                  </a:lnTo>
                  <a:lnTo>
                    <a:pt x="162852" y="345303"/>
                  </a:lnTo>
                  <a:close/>
                  <a:moveTo>
                    <a:pt x="473468" y="582487"/>
                  </a:moveTo>
                  <a:lnTo>
                    <a:pt x="505525" y="583514"/>
                  </a:lnTo>
                  <a:lnTo>
                    <a:pt x="472807" y="564301"/>
                  </a:lnTo>
                  <a:close/>
                  <a:moveTo>
                    <a:pt x="505525" y="583514"/>
                  </a:moveTo>
                  <a:lnTo>
                    <a:pt x="509329" y="576272"/>
                  </a:lnTo>
                  <a:lnTo>
                    <a:pt x="472807" y="564301"/>
                  </a:lnTo>
                  <a:close/>
                  <a:moveTo>
                    <a:pt x="472807" y="564301"/>
                  </a:moveTo>
                  <a:lnTo>
                    <a:pt x="441975" y="542926"/>
                  </a:lnTo>
                  <a:lnTo>
                    <a:pt x="473468" y="582487"/>
                  </a:lnTo>
                  <a:close/>
                  <a:moveTo>
                    <a:pt x="437307" y="556148"/>
                  </a:moveTo>
                  <a:lnTo>
                    <a:pt x="458492" y="579681"/>
                  </a:lnTo>
                  <a:lnTo>
                    <a:pt x="473468" y="582487"/>
                  </a:lnTo>
                  <a:close/>
                  <a:moveTo>
                    <a:pt x="431601" y="544689"/>
                  </a:moveTo>
                  <a:lnTo>
                    <a:pt x="437307" y="556148"/>
                  </a:lnTo>
                  <a:lnTo>
                    <a:pt x="473468" y="582487"/>
                  </a:lnTo>
                  <a:close/>
                  <a:moveTo>
                    <a:pt x="505525" y="583514"/>
                  </a:moveTo>
                  <a:lnTo>
                    <a:pt x="513516" y="579681"/>
                  </a:lnTo>
                  <a:lnTo>
                    <a:pt x="509329" y="576272"/>
                  </a:lnTo>
                  <a:close/>
                  <a:moveTo>
                    <a:pt x="431601" y="544689"/>
                  </a:moveTo>
                  <a:lnTo>
                    <a:pt x="404645" y="530236"/>
                  </a:lnTo>
                  <a:lnTo>
                    <a:pt x="395190" y="547203"/>
                  </a:lnTo>
                  <a:close/>
                  <a:moveTo>
                    <a:pt x="279028" y="338098"/>
                  </a:moveTo>
                  <a:lnTo>
                    <a:pt x="229897" y="339579"/>
                  </a:lnTo>
                  <a:lnTo>
                    <a:pt x="257483" y="353752"/>
                  </a:lnTo>
                  <a:close/>
                  <a:moveTo>
                    <a:pt x="238776" y="324617"/>
                  </a:moveTo>
                  <a:lnTo>
                    <a:pt x="240226" y="317602"/>
                  </a:lnTo>
                  <a:lnTo>
                    <a:pt x="229897" y="339579"/>
                  </a:lnTo>
                  <a:close/>
                  <a:moveTo>
                    <a:pt x="470369" y="458977"/>
                  </a:moveTo>
                  <a:lnTo>
                    <a:pt x="505026" y="494426"/>
                  </a:lnTo>
                  <a:lnTo>
                    <a:pt x="506064" y="467859"/>
                  </a:lnTo>
                  <a:close/>
                  <a:moveTo>
                    <a:pt x="453476" y="469416"/>
                  </a:moveTo>
                  <a:lnTo>
                    <a:pt x="505026" y="494426"/>
                  </a:lnTo>
                  <a:lnTo>
                    <a:pt x="470369" y="458977"/>
                  </a:lnTo>
                  <a:close/>
                  <a:moveTo>
                    <a:pt x="387322" y="415477"/>
                  </a:moveTo>
                  <a:lnTo>
                    <a:pt x="361387" y="396871"/>
                  </a:lnTo>
                  <a:lnTo>
                    <a:pt x="359529" y="395906"/>
                  </a:lnTo>
                  <a:close/>
                  <a:moveTo>
                    <a:pt x="387322" y="415477"/>
                  </a:moveTo>
                  <a:lnTo>
                    <a:pt x="359529" y="395906"/>
                  </a:lnTo>
                  <a:lnTo>
                    <a:pt x="366661" y="378722"/>
                  </a:lnTo>
                  <a:close/>
                  <a:moveTo>
                    <a:pt x="423431" y="417090"/>
                  </a:moveTo>
                  <a:lnTo>
                    <a:pt x="424697" y="412792"/>
                  </a:lnTo>
                  <a:lnTo>
                    <a:pt x="387725" y="419030"/>
                  </a:lnTo>
                  <a:close/>
                  <a:moveTo>
                    <a:pt x="387725" y="419030"/>
                  </a:moveTo>
                  <a:lnTo>
                    <a:pt x="424697" y="412792"/>
                  </a:lnTo>
                  <a:lnTo>
                    <a:pt x="361571" y="395906"/>
                  </a:lnTo>
                  <a:close/>
                  <a:moveTo>
                    <a:pt x="361571" y="395906"/>
                  </a:moveTo>
                  <a:lnTo>
                    <a:pt x="424697" y="412792"/>
                  </a:lnTo>
                  <a:lnTo>
                    <a:pt x="382726" y="378722"/>
                  </a:lnTo>
                  <a:close/>
                  <a:moveTo>
                    <a:pt x="361571" y="395906"/>
                  </a:moveTo>
                  <a:lnTo>
                    <a:pt x="361387" y="396871"/>
                  </a:lnTo>
                  <a:lnTo>
                    <a:pt x="387725" y="419030"/>
                  </a:lnTo>
                  <a:close/>
                  <a:moveTo>
                    <a:pt x="426357" y="415477"/>
                  </a:moveTo>
                  <a:lnTo>
                    <a:pt x="423431" y="417090"/>
                  </a:lnTo>
                  <a:lnTo>
                    <a:pt x="409779" y="453225"/>
                  </a:lnTo>
                  <a:close/>
                  <a:moveTo>
                    <a:pt x="366661" y="378722"/>
                  </a:moveTo>
                  <a:lnTo>
                    <a:pt x="359529" y="395906"/>
                  </a:lnTo>
                  <a:lnTo>
                    <a:pt x="382163" y="378342"/>
                  </a:lnTo>
                  <a:close/>
                  <a:moveTo>
                    <a:pt x="382726" y="378722"/>
                  </a:moveTo>
                  <a:lnTo>
                    <a:pt x="382163" y="378342"/>
                  </a:lnTo>
                  <a:lnTo>
                    <a:pt x="360879" y="394973"/>
                  </a:lnTo>
                  <a:close/>
                  <a:moveTo>
                    <a:pt x="356044" y="280686"/>
                  </a:moveTo>
                  <a:lnTo>
                    <a:pt x="322179" y="266242"/>
                  </a:lnTo>
                  <a:lnTo>
                    <a:pt x="346302" y="272631"/>
                  </a:lnTo>
                  <a:close/>
                  <a:moveTo>
                    <a:pt x="356044" y="280686"/>
                  </a:moveTo>
                  <a:lnTo>
                    <a:pt x="346302" y="272631"/>
                  </a:lnTo>
                  <a:lnTo>
                    <a:pt x="378070" y="266832"/>
                  </a:lnTo>
                  <a:close/>
                  <a:moveTo>
                    <a:pt x="287127" y="267650"/>
                  </a:moveTo>
                  <a:lnTo>
                    <a:pt x="322179" y="266242"/>
                  </a:lnTo>
                  <a:lnTo>
                    <a:pt x="318667" y="265517"/>
                  </a:lnTo>
                  <a:close/>
                  <a:moveTo>
                    <a:pt x="398289" y="276201"/>
                  </a:moveTo>
                  <a:lnTo>
                    <a:pt x="414688" y="279163"/>
                  </a:lnTo>
                  <a:lnTo>
                    <a:pt x="378070" y="266832"/>
                  </a:lnTo>
                  <a:close/>
                  <a:moveTo>
                    <a:pt x="398289" y="276201"/>
                  </a:moveTo>
                  <a:lnTo>
                    <a:pt x="423903" y="282465"/>
                  </a:lnTo>
                  <a:lnTo>
                    <a:pt x="414688" y="279163"/>
                  </a:lnTo>
                  <a:close/>
                  <a:moveTo>
                    <a:pt x="616827" y="344207"/>
                  </a:moveTo>
                  <a:lnTo>
                    <a:pt x="659953" y="315496"/>
                  </a:lnTo>
                  <a:lnTo>
                    <a:pt x="624730" y="327172"/>
                  </a:lnTo>
                  <a:close/>
                  <a:moveTo>
                    <a:pt x="655754" y="365170"/>
                  </a:moveTo>
                  <a:lnTo>
                    <a:pt x="696040" y="391217"/>
                  </a:lnTo>
                  <a:lnTo>
                    <a:pt x="689207" y="346744"/>
                  </a:lnTo>
                  <a:close/>
                  <a:moveTo>
                    <a:pt x="1050662" y="572539"/>
                  </a:moveTo>
                  <a:lnTo>
                    <a:pt x="1004569" y="582924"/>
                  </a:lnTo>
                  <a:lnTo>
                    <a:pt x="1001366" y="592907"/>
                  </a:lnTo>
                  <a:close/>
                  <a:moveTo>
                    <a:pt x="1129552" y="177514"/>
                  </a:moveTo>
                  <a:lnTo>
                    <a:pt x="1166777" y="174339"/>
                  </a:lnTo>
                  <a:lnTo>
                    <a:pt x="1158314" y="136472"/>
                  </a:lnTo>
                  <a:close/>
                  <a:moveTo>
                    <a:pt x="1157032" y="223938"/>
                  </a:moveTo>
                  <a:lnTo>
                    <a:pt x="1197927" y="172522"/>
                  </a:lnTo>
                  <a:lnTo>
                    <a:pt x="1166777" y="174339"/>
                  </a:lnTo>
                  <a:close/>
                  <a:moveTo>
                    <a:pt x="1202587" y="173475"/>
                  </a:moveTo>
                  <a:lnTo>
                    <a:pt x="1197927" y="172522"/>
                  </a:lnTo>
                  <a:lnTo>
                    <a:pt x="1157032" y="223938"/>
                  </a:lnTo>
                  <a:close/>
                  <a:moveTo>
                    <a:pt x="1104335" y="99012"/>
                  </a:moveTo>
                  <a:lnTo>
                    <a:pt x="1090410" y="127795"/>
                  </a:lnTo>
                  <a:lnTo>
                    <a:pt x="1097046" y="114447"/>
                  </a:lnTo>
                  <a:close/>
                  <a:moveTo>
                    <a:pt x="1097046" y="114447"/>
                  </a:moveTo>
                  <a:lnTo>
                    <a:pt x="1090410" y="127795"/>
                  </a:lnTo>
                  <a:lnTo>
                    <a:pt x="1090906" y="137098"/>
                  </a:lnTo>
                  <a:close/>
                  <a:moveTo>
                    <a:pt x="1097046" y="114447"/>
                  </a:moveTo>
                  <a:lnTo>
                    <a:pt x="1146860" y="101037"/>
                  </a:lnTo>
                  <a:lnTo>
                    <a:pt x="1113666" y="90165"/>
                  </a:lnTo>
                  <a:close/>
                  <a:moveTo>
                    <a:pt x="1245635" y="164406"/>
                  </a:moveTo>
                  <a:lnTo>
                    <a:pt x="1202842" y="172107"/>
                  </a:lnTo>
                  <a:lnTo>
                    <a:pt x="1202587" y="173475"/>
                  </a:lnTo>
                  <a:close/>
                  <a:moveTo>
                    <a:pt x="1087949" y="50007"/>
                  </a:moveTo>
                  <a:lnTo>
                    <a:pt x="1107272" y="16639"/>
                  </a:lnTo>
                  <a:lnTo>
                    <a:pt x="1079132" y="12428"/>
                  </a:lnTo>
                  <a:close/>
                  <a:moveTo>
                    <a:pt x="1079132" y="12428"/>
                  </a:moveTo>
                  <a:lnTo>
                    <a:pt x="1107272" y="16639"/>
                  </a:lnTo>
                  <a:lnTo>
                    <a:pt x="1089550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67" name="Input_density__167">
              <a:extLst>
                <a:ext uri="{FF2B5EF4-FFF2-40B4-BE49-F238E27FC236}">
                  <a16:creationId xmlns:a16="http://schemas.microsoft.com/office/drawing/2014/main" id="{97F5B6BA-E31B-8B4A-D08B-0A967F325BAB}"/>
                </a:ext>
              </a:extLst>
            </p:cNvPr>
            <p:cNvSpPr>
              <a:spLocks noGrp="1"/>
            </p:cNvSpPr>
            <p:nvPr/>
          </p:nvSpPr>
          <p:spPr>
            <a:xfrm>
              <a:off x="568898" y="1666880"/>
              <a:ext cx="1106958" cy="735515"/>
            </a:xfrm>
            <a:custGeom>
              <a:avLst/>
              <a:gdLst/>
              <a:ahLst/>
              <a:cxnLst/>
              <a:rect l="0" t="0" r="0" b="0"/>
              <a:pathLst>
                <a:path w="1106958" h="735515">
                  <a:moveTo>
                    <a:pt x="52834" y="631365"/>
                  </a:moveTo>
                  <a:lnTo>
                    <a:pt x="82321" y="664694"/>
                  </a:lnTo>
                  <a:lnTo>
                    <a:pt x="60379" y="640396"/>
                  </a:lnTo>
                  <a:close/>
                  <a:moveTo>
                    <a:pt x="60379" y="640396"/>
                  </a:moveTo>
                  <a:lnTo>
                    <a:pt x="82321" y="664694"/>
                  </a:lnTo>
                  <a:lnTo>
                    <a:pt x="74764" y="658283"/>
                  </a:lnTo>
                  <a:close/>
                  <a:moveTo>
                    <a:pt x="0" y="539226"/>
                  </a:moveTo>
                  <a:lnTo>
                    <a:pt x="55497" y="525937"/>
                  </a:lnTo>
                  <a:lnTo>
                    <a:pt x="21107" y="521932"/>
                  </a:lnTo>
                  <a:close/>
                  <a:moveTo>
                    <a:pt x="269844" y="703838"/>
                  </a:moveTo>
                  <a:lnTo>
                    <a:pt x="299717" y="686654"/>
                  </a:lnTo>
                  <a:lnTo>
                    <a:pt x="259805" y="695296"/>
                  </a:lnTo>
                  <a:close/>
                  <a:moveTo>
                    <a:pt x="299717" y="686654"/>
                  </a:moveTo>
                  <a:lnTo>
                    <a:pt x="278380" y="668536"/>
                  </a:lnTo>
                  <a:lnTo>
                    <a:pt x="259805" y="695296"/>
                  </a:lnTo>
                  <a:close/>
                  <a:moveTo>
                    <a:pt x="300863" y="724228"/>
                  </a:moveTo>
                  <a:lnTo>
                    <a:pt x="337201" y="735515"/>
                  </a:lnTo>
                  <a:lnTo>
                    <a:pt x="357020" y="713406"/>
                  </a:lnTo>
                  <a:close/>
                  <a:moveTo>
                    <a:pt x="321410" y="704845"/>
                  </a:moveTo>
                  <a:lnTo>
                    <a:pt x="357020" y="713406"/>
                  </a:lnTo>
                  <a:lnTo>
                    <a:pt x="375396" y="685902"/>
                  </a:lnTo>
                  <a:close/>
                  <a:moveTo>
                    <a:pt x="357020" y="713406"/>
                  </a:moveTo>
                  <a:lnTo>
                    <a:pt x="384857" y="692907"/>
                  </a:lnTo>
                  <a:lnTo>
                    <a:pt x="375396" y="685902"/>
                  </a:lnTo>
                  <a:close/>
                  <a:moveTo>
                    <a:pt x="67737" y="306019"/>
                  </a:moveTo>
                  <a:lnTo>
                    <a:pt x="88860" y="338676"/>
                  </a:lnTo>
                  <a:lnTo>
                    <a:pt x="98550" y="352803"/>
                  </a:lnTo>
                  <a:close/>
                  <a:moveTo>
                    <a:pt x="384372" y="658600"/>
                  </a:moveTo>
                  <a:lnTo>
                    <a:pt x="375396" y="685902"/>
                  </a:lnTo>
                  <a:lnTo>
                    <a:pt x="395054" y="669471"/>
                  </a:lnTo>
                  <a:close/>
                  <a:moveTo>
                    <a:pt x="403235" y="615533"/>
                  </a:moveTo>
                  <a:lnTo>
                    <a:pt x="385797" y="628581"/>
                  </a:lnTo>
                  <a:lnTo>
                    <a:pt x="395054" y="669471"/>
                  </a:lnTo>
                  <a:close/>
                  <a:moveTo>
                    <a:pt x="386422" y="534710"/>
                  </a:moveTo>
                  <a:lnTo>
                    <a:pt x="403926" y="571788"/>
                  </a:lnTo>
                  <a:lnTo>
                    <a:pt x="413649" y="527646"/>
                  </a:lnTo>
                  <a:close/>
                  <a:moveTo>
                    <a:pt x="445705" y="528673"/>
                  </a:moveTo>
                  <a:lnTo>
                    <a:pt x="413649" y="527646"/>
                  </a:lnTo>
                  <a:lnTo>
                    <a:pt x="403926" y="571788"/>
                  </a:lnTo>
                  <a:close/>
                  <a:moveTo>
                    <a:pt x="174348" y="318269"/>
                  </a:moveTo>
                  <a:lnTo>
                    <a:pt x="170077" y="284737"/>
                  </a:lnTo>
                  <a:lnTo>
                    <a:pt x="219208" y="283257"/>
                  </a:lnTo>
                  <a:close/>
                  <a:moveTo>
                    <a:pt x="461193" y="561594"/>
                  </a:moveTo>
                  <a:lnTo>
                    <a:pt x="473918" y="577572"/>
                  </a:lnTo>
                  <a:lnTo>
                    <a:pt x="501956" y="592945"/>
                  </a:lnTo>
                  <a:close/>
                  <a:moveTo>
                    <a:pt x="363611" y="362249"/>
                  </a:moveTo>
                  <a:lnTo>
                    <a:pt x="321008" y="414574"/>
                  </a:lnTo>
                  <a:lnTo>
                    <a:pt x="349959" y="398384"/>
                  </a:lnTo>
                  <a:close/>
                  <a:moveTo>
                    <a:pt x="320987" y="414561"/>
                  </a:moveTo>
                  <a:lnTo>
                    <a:pt x="321008" y="414574"/>
                  </a:lnTo>
                  <a:lnTo>
                    <a:pt x="363611" y="362249"/>
                  </a:lnTo>
                  <a:close/>
                  <a:moveTo>
                    <a:pt x="327906" y="364189"/>
                  </a:moveTo>
                  <a:lnTo>
                    <a:pt x="320987" y="414561"/>
                  </a:lnTo>
                  <a:lnTo>
                    <a:pt x="363611" y="362249"/>
                  </a:lnTo>
                  <a:close/>
                  <a:moveTo>
                    <a:pt x="402094" y="397391"/>
                  </a:moveTo>
                  <a:lnTo>
                    <a:pt x="397275" y="406716"/>
                  </a:lnTo>
                  <a:lnTo>
                    <a:pt x="410550" y="404136"/>
                  </a:lnTo>
                  <a:close/>
                  <a:moveTo>
                    <a:pt x="631308" y="638034"/>
                  </a:moveTo>
                  <a:lnTo>
                    <a:pt x="630958" y="691431"/>
                  </a:lnTo>
                  <a:lnTo>
                    <a:pt x="667556" y="645950"/>
                  </a:lnTo>
                  <a:close/>
                  <a:moveTo>
                    <a:pt x="417519" y="380208"/>
                  </a:moveTo>
                  <a:lnTo>
                    <a:pt x="402094" y="397391"/>
                  </a:lnTo>
                  <a:lnTo>
                    <a:pt x="410550" y="404136"/>
                  </a:lnTo>
                  <a:close/>
                  <a:moveTo>
                    <a:pt x="410550" y="404136"/>
                  </a:moveTo>
                  <a:lnTo>
                    <a:pt x="446245" y="413018"/>
                  </a:lnTo>
                  <a:lnTo>
                    <a:pt x="431072" y="384658"/>
                  </a:lnTo>
                  <a:close/>
                  <a:moveTo>
                    <a:pt x="458598" y="383950"/>
                  </a:moveTo>
                  <a:lnTo>
                    <a:pt x="481904" y="392091"/>
                  </a:lnTo>
                  <a:lnTo>
                    <a:pt x="462549" y="377768"/>
                  </a:lnTo>
                  <a:close/>
                  <a:moveTo>
                    <a:pt x="570126" y="338413"/>
                  </a:moveTo>
                  <a:lnTo>
                    <a:pt x="542833" y="332577"/>
                  </a:lnTo>
                  <a:lnTo>
                    <a:pt x="595934" y="310328"/>
                  </a:lnTo>
                  <a:close/>
                  <a:moveTo>
                    <a:pt x="1039374" y="269841"/>
                  </a:moveTo>
                  <a:lnTo>
                    <a:pt x="1008099" y="279932"/>
                  </a:lnTo>
                  <a:lnTo>
                    <a:pt x="986585" y="293255"/>
                  </a:lnTo>
                  <a:close/>
                  <a:moveTo>
                    <a:pt x="1039374" y="269841"/>
                  </a:moveTo>
                  <a:lnTo>
                    <a:pt x="1052220" y="226404"/>
                  </a:lnTo>
                  <a:lnTo>
                    <a:pt x="1009182" y="279495"/>
                  </a:lnTo>
                  <a:close/>
                  <a:moveTo>
                    <a:pt x="1052238" y="225557"/>
                  </a:moveTo>
                  <a:lnTo>
                    <a:pt x="1052220" y="226404"/>
                  </a:lnTo>
                  <a:lnTo>
                    <a:pt x="1048205" y="206650"/>
                  </a:lnTo>
                  <a:close/>
                  <a:moveTo>
                    <a:pt x="1052220" y="226404"/>
                  </a:moveTo>
                  <a:lnTo>
                    <a:pt x="1060521" y="225557"/>
                  </a:lnTo>
                  <a:lnTo>
                    <a:pt x="1048205" y="206650"/>
                  </a:lnTo>
                  <a:close/>
                  <a:moveTo>
                    <a:pt x="1065625" y="175572"/>
                  </a:moveTo>
                  <a:lnTo>
                    <a:pt x="1060521" y="225557"/>
                  </a:lnTo>
                  <a:lnTo>
                    <a:pt x="1095729" y="173374"/>
                  </a:lnTo>
                  <a:close/>
                  <a:moveTo>
                    <a:pt x="1095729" y="173374"/>
                  </a:moveTo>
                  <a:lnTo>
                    <a:pt x="1082962" y="171619"/>
                  </a:lnTo>
                  <a:lnTo>
                    <a:pt x="1065625" y="175572"/>
                  </a:lnTo>
                  <a:close/>
                  <a:moveTo>
                    <a:pt x="1082962" y="171619"/>
                  </a:moveTo>
                  <a:lnTo>
                    <a:pt x="1095729" y="173374"/>
                  </a:lnTo>
                  <a:lnTo>
                    <a:pt x="1097213" y="169096"/>
                  </a:lnTo>
                  <a:close/>
                  <a:moveTo>
                    <a:pt x="1066901" y="169722"/>
                  </a:moveTo>
                  <a:lnTo>
                    <a:pt x="1082962" y="171619"/>
                  </a:lnTo>
                  <a:lnTo>
                    <a:pt x="1106958" y="119498"/>
                  </a:lnTo>
                  <a:close/>
                  <a:moveTo>
                    <a:pt x="1055503" y="0"/>
                  </a:moveTo>
                  <a:lnTo>
                    <a:pt x="1044515" y="44171"/>
                  </a:lnTo>
                  <a:lnTo>
                    <a:pt x="1053846" y="35324"/>
                  </a:lnTo>
                  <a:close/>
                  <a:moveTo>
                    <a:pt x="1028182" y="39870"/>
                  </a:moveTo>
                  <a:lnTo>
                    <a:pt x="1044515" y="44171"/>
                  </a:lnTo>
                  <a:lnTo>
                    <a:pt x="1055503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68" name="Input_density__168">
              <a:extLst>
                <a:ext uri="{FF2B5EF4-FFF2-40B4-BE49-F238E27FC236}">
                  <a16:creationId xmlns:a16="http://schemas.microsoft.com/office/drawing/2014/main" id="{01EA1C31-7C55-9395-CA58-2BF2989B4059}"/>
                </a:ext>
              </a:extLst>
            </p:cNvPr>
            <p:cNvSpPr>
              <a:spLocks noGrp="1"/>
            </p:cNvSpPr>
            <p:nvPr/>
          </p:nvSpPr>
          <p:spPr>
            <a:xfrm>
              <a:off x="535590" y="1628678"/>
              <a:ext cx="1163809" cy="762431"/>
            </a:xfrm>
            <a:custGeom>
              <a:avLst/>
              <a:gdLst/>
              <a:ahLst/>
              <a:cxnLst/>
              <a:rect l="0" t="0" r="0" b="0"/>
              <a:pathLst>
                <a:path w="1163809" h="762431">
                  <a:moveTo>
                    <a:pt x="83922" y="666142"/>
                  </a:moveTo>
                  <a:lnTo>
                    <a:pt x="86141" y="669567"/>
                  </a:lnTo>
                  <a:lnTo>
                    <a:pt x="93686" y="678599"/>
                  </a:lnTo>
                  <a:close/>
                  <a:moveTo>
                    <a:pt x="83922" y="666142"/>
                  </a:moveTo>
                  <a:lnTo>
                    <a:pt x="63724" y="629387"/>
                  </a:lnTo>
                  <a:lnTo>
                    <a:pt x="63953" y="642859"/>
                  </a:lnTo>
                  <a:close/>
                  <a:moveTo>
                    <a:pt x="83922" y="666142"/>
                  </a:moveTo>
                  <a:lnTo>
                    <a:pt x="93686" y="678599"/>
                  </a:lnTo>
                  <a:lnTo>
                    <a:pt x="105963" y="685713"/>
                  </a:lnTo>
                  <a:close/>
                  <a:moveTo>
                    <a:pt x="33308" y="577429"/>
                  </a:moveTo>
                  <a:lnTo>
                    <a:pt x="84949" y="581042"/>
                  </a:lnTo>
                  <a:lnTo>
                    <a:pt x="88805" y="564139"/>
                  </a:lnTo>
                  <a:close/>
                  <a:moveTo>
                    <a:pt x="18227" y="538693"/>
                  </a:moveTo>
                  <a:lnTo>
                    <a:pt x="33308" y="577429"/>
                  </a:lnTo>
                  <a:lnTo>
                    <a:pt x="54414" y="560135"/>
                  </a:lnTo>
                  <a:close/>
                  <a:moveTo>
                    <a:pt x="18227" y="538693"/>
                  </a:moveTo>
                  <a:lnTo>
                    <a:pt x="0" y="555877"/>
                  </a:lnTo>
                  <a:lnTo>
                    <a:pt x="33308" y="577429"/>
                  </a:lnTo>
                  <a:close/>
                  <a:moveTo>
                    <a:pt x="333025" y="724856"/>
                  </a:moveTo>
                  <a:lnTo>
                    <a:pt x="334170" y="762431"/>
                  </a:lnTo>
                  <a:lnTo>
                    <a:pt x="354718" y="743047"/>
                  </a:lnTo>
                  <a:close/>
                  <a:moveTo>
                    <a:pt x="333025" y="724856"/>
                  </a:moveTo>
                  <a:lnTo>
                    <a:pt x="303152" y="742040"/>
                  </a:lnTo>
                  <a:lnTo>
                    <a:pt x="334170" y="762431"/>
                  </a:lnTo>
                  <a:close/>
                  <a:moveTo>
                    <a:pt x="354718" y="743047"/>
                  </a:moveTo>
                  <a:lnTo>
                    <a:pt x="334170" y="762431"/>
                  </a:lnTo>
                  <a:lnTo>
                    <a:pt x="390327" y="751608"/>
                  </a:lnTo>
                  <a:close/>
                  <a:moveTo>
                    <a:pt x="92073" y="441009"/>
                  </a:moveTo>
                  <a:lnTo>
                    <a:pt x="125258" y="441119"/>
                  </a:lnTo>
                  <a:lnTo>
                    <a:pt x="99678" y="412375"/>
                  </a:lnTo>
                  <a:close/>
                  <a:moveTo>
                    <a:pt x="125258" y="441119"/>
                  </a:moveTo>
                  <a:lnTo>
                    <a:pt x="129982" y="401102"/>
                  </a:lnTo>
                  <a:lnTo>
                    <a:pt x="99678" y="412375"/>
                  </a:lnTo>
                  <a:close/>
                  <a:moveTo>
                    <a:pt x="101045" y="344221"/>
                  </a:moveTo>
                  <a:lnTo>
                    <a:pt x="131858" y="391005"/>
                  </a:lnTo>
                  <a:lnTo>
                    <a:pt x="134216" y="344342"/>
                  </a:lnTo>
                  <a:close/>
                  <a:moveTo>
                    <a:pt x="368678" y="530564"/>
                  </a:moveTo>
                  <a:lnTo>
                    <a:pt x="378133" y="513597"/>
                  </a:lnTo>
                  <a:lnTo>
                    <a:pt x="383783" y="489532"/>
                  </a:lnTo>
                  <a:close/>
                  <a:moveTo>
                    <a:pt x="261970" y="396450"/>
                  </a:moveTo>
                  <a:lnTo>
                    <a:pt x="280288" y="342512"/>
                  </a:lnTo>
                  <a:lnTo>
                    <a:pt x="261897" y="359695"/>
                  </a:lnTo>
                  <a:close/>
                  <a:moveTo>
                    <a:pt x="261897" y="359695"/>
                  </a:moveTo>
                  <a:lnTo>
                    <a:pt x="280288" y="342512"/>
                  </a:lnTo>
                  <a:lnTo>
                    <a:pt x="230971" y="337113"/>
                  </a:lnTo>
                  <a:close/>
                  <a:moveTo>
                    <a:pt x="280288" y="342512"/>
                  </a:moveTo>
                  <a:lnTo>
                    <a:pt x="252516" y="321459"/>
                  </a:lnTo>
                  <a:lnTo>
                    <a:pt x="230971" y="337113"/>
                  </a:lnTo>
                  <a:close/>
                  <a:moveTo>
                    <a:pt x="591380" y="746817"/>
                  </a:moveTo>
                  <a:lnTo>
                    <a:pt x="578322" y="710061"/>
                  </a:lnTo>
                  <a:lnTo>
                    <a:pt x="581174" y="716985"/>
                  </a:lnTo>
                  <a:close/>
                  <a:moveTo>
                    <a:pt x="494501" y="599796"/>
                  </a:moveTo>
                  <a:lnTo>
                    <a:pt x="535264" y="631148"/>
                  </a:lnTo>
                  <a:lnTo>
                    <a:pt x="534632" y="619368"/>
                  </a:lnTo>
                  <a:close/>
                  <a:moveTo>
                    <a:pt x="430583" y="444918"/>
                  </a:moveTo>
                  <a:lnTo>
                    <a:pt x="426964" y="452777"/>
                  </a:lnTo>
                  <a:lnTo>
                    <a:pt x="443857" y="442338"/>
                  </a:lnTo>
                  <a:close/>
                  <a:moveTo>
                    <a:pt x="361213" y="402391"/>
                  </a:moveTo>
                  <a:lnTo>
                    <a:pt x="334875" y="380232"/>
                  </a:lnTo>
                  <a:lnTo>
                    <a:pt x="360810" y="398838"/>
                  </a:lnTo>
                  <a:close/>
                  <a:moveTo>
                    <a:pt x="399845" y="398838"/>
                  </a:moveTo>
                  <a:lnTo>
                    <a:pt x="430583" y="444918"/>
                  </a:lnTo>
                  <a:lnTo>
                    <a:pt x="435401" y="435593"/>
                  </a:lnTo>
                  <a:close/>
                  <a:moveTo>
                    <a:pt x="383267" y="436586"/>
                  </a:moveTo>
                  <a:lnTo>
                    <a:pt x="430583" y="444918"/>
                  </a:lnTo>
                  <a:lnTo>
                    <a:pt x="399845" y="398838"/>
                  </a:lnTo>
                  <a:close/>
                  <a:moveTo>
                    <a:pt x="583798" y="535863"/>
                  </a:moveTo>
                  <a:lnTo>
                    <a:pt x="594353" y="572029"/>
                  </a:lnTo>
                  <a:lnTo>
                    <a:pt x="618396" y="534824"/>
                  </a:lnTo>
                  <a:close/>
                  <a:moveTo>
                    <a:pt x="491905" y="422153"/>
                  </a:moveTo>
                  <a:lnTo>
                    <a:pt x="479552" y="451220"/>
                  </a:lnTo>
                  <a:lnTo>
                    <a:pt x="526974" y="465477"/>
                  </a:lnTo>
                  <a:close/>
                  <a:moveTo>
                    <a:pt x="450827" y="418410"/>
                  </a:moveTo>
                  <a:lnTo>
                    <a:pt x="402670" y="395776"/>
                  </a:lnTo>
                  <a:lnTo>
                    <a:pt x="399845" y="398838"/>
                  </a:lnTo>
                  <a:close/>
                  <a:moveTo>
                    <a:pt x="450827" y="418410"/>
                  </a:moveTo>
                  <a:lnTo>
                    <a:pt x="399845" y="398838"/>
                  </a:lnTo>
                  <a:lnTo>
                    <a:pt x="435401" y="435593"/>
                  </a:lnTo>
                  <a:close/>
                  <a:moveTo>
                    <a:pt x="416596" y="294960"/>
                  </a:moveTo>
                  <a:lnTo>
                    <a:pt x="436388" y="305957"/>
                  </a:lnTo>
                  <a:lnTo>
                    <a:pt x="397391" y="265826"/>
                  </a:lnTo>
                  <a:close/>
                  <a:moveTo>
                    <a:pt x="645477" y="330105"/>
                  </a:moveTo>
                  <a:lnTo>
                    <a:pt x="629242" y="348530"/>
                  </a:lnTo>
                  <a:lnTo>
                    <a:pt x="632955" y="343999"/>
                  </a:lnTo>
                  <a:close/>
                  <a:moveTo>
                    <a:pt x="632955" y="343999"/>
                  </a:moveTo>
                  <a:lnTo>
                    <a:pt x="633441" y="298857"/>
                  </a:lnTo>
                  <a:lnTo>
                    <a:pt x="590315" y="327568"/>
                  </a:lnTo>
                  <a:close/>
                  <a:moveTo>
                    <a:pt x="669528" y="374578"/>
                  </a:moveTo>
                  <a:lnTo>
                    <a:pt x="683014" y="375137"/>
                  </a:lnTo>
                  <a:lnTo>
                    <a:pt x="662695" y="330105"/>
                  </a:lnTo>
                  <a:close/>
                  <a:moveTo>
                    <a:pt x="776295" y="460631"/>
                  </a:moveTo>
                  <a:lnTo>
                    <a:pt x="796443" y="471340"/>
                  </a:lnTo>
                  <a:lnTo>
                    <a:pt x="782730" y="437741"/>
                  </a:lnTo>
                  <a:close/>
                  <a:moveTo>
                    <a:pt x="1085528" y="264607"/>
                  </a:moveTo>
                  <a:lnTo>
                    <a:pt x="1072682" y="308043"/>
                  </a:lnTo>
                  <a:lnTo>
                    <a:pt x="1093828" y="263759"/>
                  </a:lnTo>
                  <a:close/>
                  <a:moveTo>
                    <a:pt x="1072682" y="308043"/>
                  </a:moveTo>
                  <a:lnTo>
                    <a:pt x="1091005" y="317698"/>
                  </a:lnTo>
                  <a:lnTo>
                    <a:pt x="1093828" y="263759"/>
                  </a:lnTo>
                  <a:close/>
                  <a:moveTo>
                    <a:pt x="1093828" y="263759"/>
                  </a:moveTo>
                  <a:lnTo>
                    <a:pt x="1121348" y="269215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093828" y="263759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163809" y="210395"/>
                  </a:lnTo>
                  <a:lnTo>
                    <a:pt x="1130520" y="207299"/>
                  </a:lnTo>
                  <a:close/>
                  <a:moveTo>
                    <a:pt x="1140265" y="157700"/>
                  </a:moveTo>
                  <a:lnTo>
                    <a:pt x="1116270" y="209821"/>
                  </a:lnTo>
                  <a:lnTo>
                    <a:pt x="1130520" y="207299"/>
                  </a:lnTo>
                  <a:close/>
                  <a:moveTo>
                    <a:pt x="1103040" y="160875"/>
                  </a:moveTo>
                  <a:lnTo>
                    <a:pt x="1100209" y="207924"/>
                  </a:lnTo>
                  <a:lnTo>
                    <a:pt x="1140265" y="157700"/>
                  </a:lnTo>
                  <a:close/>
                  <a:moveTo>
                    <a:pt x="1120348" y="84398"/>
                  </a:moveTo>
                  <a:lnTo>
                    <a:pt x="1118558" y="66368"/>
                  </a:lnTo>
                  <a:lnTo>
                    <a:pt x="1087154" y="73526"/>
                  </a:lnTo>
                  <a:close/>
                  <a:moveTo>
                    <a:pt x="1077823" y="82373"/>
                  </a:moveTo>
                  <a:lnTo>
                    <a:pt x="1070534" y="97808"/>
                  </a:lnTo>
                  <a:lnTo>
                    <a:pt x="1087154" y="73526"/>
                  </a:lnTo>
                  <a:close/>
                  <a:moveTo>
                    <a:pt x="1061437" y="33368"/>
                  </a:moveTo>
                  <a:lnTo>
                    <a:pt x="1088810" y="38202"/>
                  </a:lnTo>
                  <a:lnTo>
                    <a:pt x="1080760" y="0"/>
                  </a:lnTo>
                  <a:close/>
                  <a:moveTo>
                    <a:pt x="1117467" y="41994"/>
                  </a:moveTo>
                  <a:lnTo>
                    <a:pt x="1087154" y="73526"/>
                  </a:lnTo>
                  <a:lnTo>
                    <a:pt x="1118558" y="66368"/>
                  </a:lnTo>
                  <a:close/>
                  <a:moveTo>
                    <a:pt x="1117467" y="41994"/>
                  </a:moveTo>
                  <a:lnTo>
                    <a:pt x="1088810" y="38202"/>
                  </a:lnTo>
                  <a:lnTo>
                    <a:pt x="1087154" y="73526"/>
                  </a:lnTo>
                  <a:close/>
                  <a:moveTo>
                    <a:pt x="1088810" y="38202"/>
                  </a:moveTo>
                  <a:lnTo>
                    <a:pt x="1107979" y="4960"/>
                  </a:lnTo>
                  <a:lnTo>
                    <a:pt x="108076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69" name="Input_density__169">
              <a:extLst>
                <a:ext uri="{FF2B5EF4-FFF2-40B4-BE49-F238E27FC236}">
                  <a16:creationId xmlns:a16="http://schemas.microsoft.com/office/drawing/2014/main" id="{80AEE25B-AF2E-9DFD-94BB-AED32C2B401B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04765"/>
              <a:ext cx="1202842" cy="740898"/>
            </a:xfrm>
            <a:custGeom>
              <a:avLst/>
              <a:gdLst/>
              <a:ahLst/>
              <a:cxnLst/>
              <a:rect l="0" t="0" r="0" b="0"/>
              <a:pathLst>
                <a:path w="1202842" h="740898">
                  <a:moveTo>
                    <a:pt x="6967" y="543035"/>
                  </a:moveTo>
                  <a:lnTo>
                    <a:pt x="0" y="551900"/>
                  </a:lnTo>
                  <a:lnTo>
                    <a:pt x="15707" y="560989"/>
                  </a:lnTo>
                  <a:close/>
                  <a:moveTo>
                    <a:pt x="115739" y="672871"/>
                  </a:moveTo>
                  <a:lnTo>
                    <a:pt x="130151" y="643514"/>
                  </a:lnTo>
                  <a:lnTo>
                    <a:pt x="90236" y="653300"/>
                  </a:lnTo>
                  <a:close/>
                  <a:moveTo>
                    <a:pt x="75939" y="616545"/>
                  </a:moveTo>
                  <a:lnTo>
                    <a:pt x="121685" y="641391"/>
                  </a:lnTo>
                  <a:lnTo>
                    <a:pt x="111460" y="604956"/>
                  </a:lnTo>
                  <a:close/>
                  <a:moveTo>
                    <a:pt x="75939" y="616545"/>
                  </a:moveTo>
                  <a:lnTo>
                    <a:pt x="90236" y="653300"/>
                  </a:lnTo>
                  <a:lnTo>
                    <a:pt x="121685" y="641391"/>
                  </a:lnTo>
                  <a:close/>
                  <a:moveTo>
                    <a:pt x="121685" y="641391"/>
                  </a:moveTo>
                  <a:lnTo>
                    <a:pt x="144604" y="605098"/>
                  </a:lnTo>
                  <a:lnTo>
                    <a:pt x="111460" y="604956"/>
                  </a:lnTo>
                  <a:close/>
                  <a:moveTo>
                    <a:pt x="25216" y="525851"/>
                  </a:moveTo>
                  <a:lnTo>
                    <a:pt x="6967" y="543035"/>
                  </a:lnTo>
                  <a:lnTo>
                    <a:pt x="15707" y="560989"/>
                  </a:lnTo>
                  <a:close/>
                  <a:moveTo>
                    <a:pt x="23834" y="495165"/>
                  </a:moveTo>
                  <a:lnTo>
                    <a:pt x="6967" y="543035"/>
                  </a:lnTo>
                  <a:lnTo>
                    <a:pt x="25216" y="525851"/>
                  </a:lnTo>
                  <a:close/>
                  <a:moveTo>
                    <a:pt x="23834" y="495165"/>
                  </a:moveTo>
                  <a:lnTo>
                    <a:pt x="7603" y="530691"/>
                  </a:lnTo>
                  <a:lnTo>
                    <a:pt x="6967" y="543035"/>
                  </a:lnTo>
                  <a:close/>
                  <a:moveTo>
                    <a:pt x="7603" y="530691"/>
                  </a:moveTo>
                  <a:lnTo>
                    <a:pt x="23834" y="495165"/>
                  </a:lnTo>
                  <a:lnTo>
                    <a:pt x="12243" y="506280"/>
                  </a:lnTo>
                  <a:close/>
                  <a:moveTo>
                    <a:pt x="23834" y="495165"/>
                  </a:moveTo>
                  <a:lnTo>
                    <a:pt x="24987" y="489096"/>
                  </a:lnTo>
                  <a:lnTo>
                    <a:pt x="12243" y="506280"/>
                  </a:lnTo>
                  <a:close/>
                  <a:moveTo>
                    <a:pt x="189999" y="646494"/>
                  </a:moveTo>
                  <a:lnTo>
                    <a:pt x="162718" y="640703"/>
                  </a:lnTo>
                  <a:lnTo>
                    <a:pt x="130151" y="643514"/>
                  </a:lnTo>
                  <a:close/>
                  <a:moveTo>
                    <a:pt x="201712" y="630507"/>
                  </a:moveTo>
                  <a:lnTo>
                    <a:pt x="165733" y="636116"/>
                  </a:lnTo>
                  <a:lnTo>
                    <a:pt x="215819" y="663784"/>
                  </a:lnTo>
                  <a:close/>
                  <a:moveTo>
                    <a:pt x="189999" y="646494"/>
                  </a:moveTo>
                  <a:lnTo>
                    <a:pt x="165733" y="636116"/>
                  </a:lnTo>
                  <a:lnTo>
                    <a:pt x="162718" y="640703"/>
                  </a:lnTo>
                  <a:close/>
                  <a:moveTo>
                    <a:pt x="24987" y="489096"/>
                  </a:moveTo>
                  <a:lnTo>
                    <a:pt x="23834" y="495165"/>
                  </a:lnTo>
                  <a:lnTo>
                    <a:pt x="23810" y="487796"/>
                  </a:lnTo>
                  <a:close/>
                  <a:moveTo>
                    <a:pt x="23810" y="487796"/>
                  </a:moveTo>
                  <a:lnTo>
                    <a:pt x="37833" y="451299"/>
                  </a:lnTo>
                  <a:lnTo>
                    <a:pt x="24987" y="489096"/>
                  </a:lnTo>
                  <a:close/>
                  <a:moveTo>
                    <a:pt x="24987" y="489096"/>
                  </a:moveTo>
                  <a:lnTo>
                    <a:pt x="37833" y="451299"/>
                  </a:lnTo>
                  <a:lnTo>
                    <a:pt x="49413" y="435158"/>
                  </a:lnTo>
                  <a:close/>
                  <a:moveTo>
                    <a:pt x="24987" y="489096"/>
                  </a:moveTo>
                  <a:lnTo>
                    <a:pt x="49413" y="435158"/>
                  </a:lnTo>
                  <a:lnTo>
                    <a:pt x="36307" y="452341"/>
                  </a:lnTo>
                  <a:close/>
                  <a:moveTo>
                    <a:pt x="49413" y="435158"/>
                  </a:moveTo>
                  <a:lnTo>
                    <a:pt x="48046" y="398403"/>
                  </a:lnTo>
                  <a:lnTo>
                    <a:pt x="36307" y="452341"/>
                  </a:lnTo>
                  <a:close/>
                  <a:moveTo>
                    <a:pt x="118585" y="464922"/>
                  </a:moveTo>
                  <a:lnTo>
                    <a:pt x="173165" y="491485"/>
                  </a:lnTo>
                  <a:lnTo>
                    <a:pt x="174248" y="491504"/>
                  </a:lnTo>
                  <a:close/>
                  <a:moveTo>
                    <a:pt x="118585" y="464922"/>
                  </a:moveTo>
                  <a:lnTo>
                    <a:pt x="174248" y="491504"/>
                  </a:lnTo>
                  <a:lnTo>
                    <a:pt x="151770" y="465032"/>
                  </a:lnTo>
                  <a:close/>
                  <a:moveTo>
                    <a:pt x="48046" y="398403"/>
                  </a:moveTo>
                  <a:lnTo>
                    <a:pt x="49413" y="435158"/>
                  </a:lnTo>
                  <a:lnTo>
                    <a:pt x="70083" y="417975"/>
                  </a:lnTo>
                  <a:close/>
                  <a:moveTo>
                    <a:pt x="160728" y="368255"/>
                  </a:moveTo>
                  <a:lnTo>
                    <a:pt x="123073" y="327281"/>
                  </a:lnTo>
                  <a:lnTo>
                    <a:pt x="122525" y="327478"/>
                  </a:lnTo>
                  <a:close/>
                  <a:moveTo>
                    <a:pt x="160728" y="368255"/>
                  </a:moveTo>
                  <a:lnTo>
                    <a:pt x="122525" y="327478"/>
                  </a:lnTo>
                  <a:lnTo>
                    <a:pt x="127557" y="368134"/>
                  </a:lnTo>
                  <a:close/>
                  <a:moveTo>
                    <a:pt x="288482" y="420363"/>
                  </a:moveTo>
                  <a:lnTo>
                    <a:pt x="288409" y="383608"/>
                  </a:lnTo>
                  <a:lnTo>
                    <a:pt x="263244" y="428582"/>
                  </a:lnTo>
                  <a:close/>
                  <a:moveTo>
                    <a:pt x="229897" y="346853"/>
                  </a:moveTo>
                  <a:lnTo>
                    <a:pt x="255361" y="390243"/>
                  </a:lnTo>
                  <a:lnTo>
                    <a:pt x="257483" y="361026"/>
                  </a:lnTo>
                  <a:close/>
                  <a:moveTo>
                    <a:pt x="223356" y="400791"/>
                  </a:moveTo>
                  <a:lnTo>
                    <a:pt x="255361" y="390243"/>
                  </a:lnTo>
                  <a:lnTo>
                    <a:pt x="229897" y="346853"/>
                  </a:lnTo>
                  <a:close/>
                  <a:moveTo>
                    <a:pt x="123073" y="327281"/>
                  </a:moveTo>
                  <a:lnTo>
                    <a:pt x="162852" y="352577"/>
                  </a:lnTo>
                  <a:lnTo>
                    <a:pt x="172137" y="314232"/>
                  </a:lnTo>
                  <a:close/>
                  <a:moveTo>
                    <a:pt x="162852" y="352577"/>
                  </a:moveTo>
                  <a:lnTo>
                    <a:pt x="189188" y="310098"/>
                  </a:lnTo>
                  <a:lnTo>
                    <a:pt x="172137" y="314232"/>
                  </a:lnTo>
                  <a:close/>
                  <a:moveTo>
                    <a:pt x="218579" y="340146"/>
                  </a:moveTo>
                  <a:lnTo>
                    <a:pt x="189188" y="310098"/>
                  </a:lnTo>
                  <a:lnTo>
                    <a:pt x="162852" y="352577"/>
                  </a:lnTo>
                  <a:close/>
                  <a:moveTo>
                    <a:pt x="172137" y="314232"/>
                  </a:moveTo>
                  <a:lnTo>
                    <a:pt x="202682" y="280712"/>
                  </a:lnTo>
                  <a:lnTo>
                    <a:pt x="198331" y="275278"/>
                  </a:lnTo>
                  <a:close/>
                  <a:moveTo>
                    <a:pt x="473468" y="589761"/>
                  </a:moveTo>
                  <a:lnTo>
                    <a:pt x="441975" y="550200"/>
                  </a:lnTo>
                  <a:lnTo>
                    <a:pt x="431601" y="551963"/>
                  </a:lnTo>
                  <a:close/>
                  <a:moveTo>
                    <a:pt x="229897" y="346853"/>
                  </a:moveTo>
                  <a:lnTo>
                    <a:pt x="240226" y="324876"/>
                  </a:lnTo>
                  <a:lnTo>
                    <a:pt x="239922" y="292915"/>
                  </a:lnTo>
                  <a:close/>
                  <a:moveTo>
                    <a:pt x="227853" y="296024"/>
                  </a:moveTo>
                  <a:lnTo>
                    <a:pt x="218579" y="340146"/>
                  </a:lnTo>
                  <a:lnTo>
                    <a:pt x="229897" y="346853"/>
                  </a:lnTo>
                  <a:close/>
                  <a:moveTo>
                    <a:pt x="613103" y="722390"/>
                  </a:moveTo>
                  <a:lnTo>
                    <a:pt x="607686" y="740898"/>
                  </a:lnTo>
                  <a:lnTo>
                    <a:pt x="604834" y="733974"/>
                  </a:lnTo>
                  <a:close/>
                  <a:moveTo>
                    <a:pt x="663390" y="689619"/>
                  </a:moveTo>
                  <a:lnTo>
                    <a:pt x="624863" y="697220"/>
                  </a:lnTo>
                  <a:lnTo>
                    <a:pt x="613103" y="722390"/>
                  </a:lnTo>
                  <a:close/>
                  <a:moveTo>
                    <a:pt x="663390" y="689619"/>
                  </a:moveTo>
                  <a:lnTo>
                    <a:pt x="613103" y="722390"/>
                  </a:lnTo>
                  <a:lnTo>
                    <a:pt x="631362" y="694449"/>
                  </a:lnTo>
                  <a:close/>
                  <a:moveTo>
                    <a:pt x="513516" y="586955"/>
                  </a:moveTo>
                  <a:lnTo>
                    <a:pt x="521012" y="623710"/>
                  </a:lnTo>
                  <a:lnTo>
                    <a:pt x="545807" y="606526"/>
                  </a:lnTo>
                  <a:close/>
                  <a:moveTo>
                    <a:pt x="441975" y="550200"/>
                  </a:moveTo>
                  <a:lnTo>
                    <a:pt x="472807" y="571575"/>
                  </a:lnTo>
                  <a:lnTo>
                    <a:pt x="474902" y="543849"/>
                  </a:lnTo>
                  <a:close/>
                  <a:moveTo>
                    <a:pt x="513516" y="586955"/>
                  </a:moveTo>
                  <a:lnTo>
                    <a:pt x="558661" y="547207"/>
                  </a:lnTo>
                  <a:lnTo>
                    <a:pt x="513376" y="539658"/>
                  </a:lnTo>
                  <a:close/>
                  <a:moveTo>
                    <a:pt x="513376" y="539658"/>
                  </a:moveTo>
                  <a:lnTo>
                    <a:pt x="558661" y="547207"/>
                  </a:lnTo>
                  <a:lnTo>
                    <a:pt x="548582" y="538125"/>
                  </a:lnTo>
                  <a:close/>
                  <a:moveTo>
                    <a:pt x="513516" y="586955"/>
                  </a:moveTo>
                  <a:lnTo>
                    <a:pt x="513376" y="539658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2807" y="571575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4902" y="543849"/>
                  </a:lnTo>
                  <a:lnTo>
                    <a:pt x="472807" y="571575"/>
                  </a:lnTo>
                  <a:close/>
                  <a:moveTo>
                    <a:pt x="513376" y="539658"/>
                  </a:moveTo>
                  <a:lnTo>
                    <a:pt x="505026" y="501699"/>
                  </a:lnTo>
                  <a:lnTo>
                    <a:pt x="474902" y="543849"/>
                  </a:lnTo>
                  <a:close/>
                  <a:moveTo>
                    <a:pt x="548582" y="538125"/>
                  </a:moveTo>
                  <a:lnTo>
                    <a:pt x="505026" y="501699"/>
                  </a:lnTo>
                  <a:lnTo>
                    <a:pt x="513376" y="539658"/>
                  </a:lnTo>
                  <a:close/>
                  <a:moveTo>
                    <a:pt x="505026" y="501699"/>
                  </a:moveTo>
                  <a:lnTo>
                    <a:pt x="525811" y="496261"/>
                  </a:lnTo>
                  <a:lnTo>
                    <a:pt x="506064" y="475133"/>
                  </a:lnTo>
                  <a:close/>
                  <a:moveTo>
                    <a:pt x="423431" y="424364"/>
                  </a:moveTo>
                  <a:lnTo>
                    <a:pt x="426357" y="422751"/>
                  </a:lnTo>
                  <a:lnTo>
                    <a:pt x="424697" y="420066"/>
                  </a:lnTo>
                  <a:close/>
                  <a:moveTo>
                    <a:pt x="359529" y="403180"/>
                  </a:moveTo>
                  <a:lnTo>
                    <a:pt x="360879" y="402247"/>
                  </a:lnTo>
                  <a:lnTo>
                    <a:pt x="382163" y="385616"/>
                  </a:lnTo>
                  <a:close/>
                  <a:moveTo>
                    <a:pt x="361571" y="403180"/>
                  </a:moveTo>
                  <a:lnTo>
                    <a:pt x="382726" y="385996"/>
                  </a:lnTo>
                  <a:lnTo>
                    <a:pt x="360879" y="402247"/>
                  </a:lnTo>
                  <a:close/>
                  <a:moveTo>
                    <a:pt x="318667" y="272791"/>
                  </a:moveTo>
                  <a:lnTo>
                    <a:pt x="261532" y="279958"/>
                  </a:lnTo>
                  <a:lnTo>
                    <a:pt x="285704" y="274125"/>
                  </a:lnTo>
                  <a:close/>
                  <a:moveTo>
                    <a:pt x="682823" y="680036"/>
                  </a:moveTo>
                  <a:lnTo>
                    <a:pt x="663390" y="689619"/>
                  </a:lnTo>
                  <a:lnTo>
                    <a:pt x="719242" y="677656"/>
                  </a:lnTo>
                  <a:close/>
                  <a:moveTo>
                    <a:pt x="719242" y="677656"/>
                  </a:moveTo>
                  <a:lnTo>
                    <a:pt x="663390" y="689619"/>
                  </a:lnTo>
                  <a:lnTo>
                    <a:pt x="696855" y="699608"/>
                  </a:lnTo>
                  <a:close/>
                  <a:moveTo>
                    <a:pt x="696855" y="699608"/>
                  </a:moveTo>
                  <a:lnTo>
                    <a:pt x="663390" y="689619"/>
                  </a:lnTo>
                  <a:lnTo>
                    <a:pt x="691128" y="700149"/>
                  </a:lnTo>
                  <a:close/>
                  <a:moveTo>
                    <a:pt x="721853" y="662853"/>
                  </a:moveTo>
                  <a:lnTo>
                    <a:pt x="706766" y="669777"/>
                  </a:lnTo>
                  <a:lnTo>
                    <a:pt x="719242" y="677656"/>
                  </a:lnTo>
                  <a:close/>
                  <a:moveTo>
                    <a:pt x="558661" y="547207"/>
                  </a:moveTo>
                  <a:lnTo>
                    <a:pt x="544970" y="569771"/>
                  </a:lnTo>
                  <a:lnTo>
                    <a:pt x="580951" y="556556"/>
                  </a:lnTo>
                  <a:close/>
                  <a:moveTo>
                    <a:pt x="580951" y="556556"/>
                  </a:moveTo>
                  <a:lnTo>
                    <a:pt x="589546" y="538102"/>
                  </a:lnTo>
                  <a:lnTo>
                    <a:pt x="558661" y="547207"/>
                  </a:lnTo>
                  <a:close/>
                  <a:moveTo>
                    <a:pt x="580951" y="556556"/>
                  </a:moveTo>
                  <a:lnTo>
                    <a:pt x="610310" y="559776"/>
                  </a:lnTo>
                  <a:lnTo>
                    <a:pt x="589546" y="538102"/>
                  </a:lnTo>
                  <a:close/>
                  <a:moveTo>
                    <a:pt x="424697" y="420066"/>
                  </a:moveTo>
                  <a:lnTo>
                    <a:pt x="426357" y="422751"/>
                  </a:lnTo>
                  <a:lnTo>
                    <a:pt x="429182" y="419689"/>
                  </a:lnTo>
                  <a:close/>
                  <a:moveTo>
                    <a:pt x="287127" y="274924"/>
                  </a:moveTo>
                  <a:lnTo>
                    <a:pt x="318667" y="272791"/>
                  </a:lnTo>
                  <a:lnTo>
                    <a:pt x="285704" y="274125"/>
                  </a:lnTo>
                  <a:close/>
                  <a:moveTo>
                    <a:pt x="719242" y="677656"/>
                  </a:moveTo>
                  <a:lnTo>
                    <a:pt x="696855" y="699608"/>
                  </a:lnTo>
                  <a:lnTo>
                    <a:pt x="719123" y="659730"/>
                  </a:lnTo>
                  <a:close/>
                  <a:moveTo>
                    <a:pt x="721853" y="662853"/>
                  </a:moveTo>
                  <a:lnTo>
                    <a:pt x="719242" y="677656"/>
                  </a:lnTo>
                  <a:lnTo>
                    <a:pt x="719123" y="659730"/>
                  </a:lnTo>
                  <a:close/>
                  <a:moveTo>
                    <a:pt x="689207" y="354018"/>
                  </a:moveTo>
                  <a:lnTo>
                    <a:pt x="659467" y="367912"/>
                  </a:lnTo>
                  <a:lnTo>
                    <a:pt x="655754" y="372444"/>
                  </a:lnTo>
                  <a:close/>
                  <a:moveTo>
                    <a:pt x="689207" y="354018"/>
                  </a:moveTo>
                  <a:lnTo>
                    <a:pt x="700080" y="317386"/>
                  </a:lnTo>
                  <a:lnTo>
                    <a:pt x="659467" y="367912"/>
                  </a:lnTo>
                  <a:close/>
                  <a:moveTo>
                    <a:pt x="659467" y="367912"/>
                  </a:moveTo>
                  <a:lnTo>
                    <a:pt x="700033" y="317274"/>
                  </a:lnTo>
                  <a:lnTo>
                    <a:pt x="659953" y="322770"/>
                  </a:lnTo>
                  <a:close/>
                  <a:moveTo>
                    <a:pt x="751883" y="300079"/>
                  </a:moveTo>
                  <a:lnTo>
                    <a:pt x="752086" y="302044"/>
                  </a:lnTo>
                  <a:lnTo>
                    <a:pt x="722975" y="306779"/>
                  </a:lnTo>
                  <a:close/>
                  <a:moveTo>
                    <a:pt x="754321" y="299400"/>
                  </a:moveTo>
                  <a:lnTo>
                    <a:pt x="752086" y="302044"/>
                  </a:lnTo>
                  <a:lnTo>
                    <a:pt x="751883" y="300079"/>
                  </a:lnTo>
                  <a:close/>
                  <a:moveTo>
                    <a:pt x="993820" y="594119"/>
                  </a:moveTo>
                  <a:lnTo>
                    <a:pt x="1001366" y="600181"/>
                  </a:lnTo>
                  <a:lnTo>
                    <a:pt x="1004569" y="590198"/>
                  </a:lnTo>
                  <a:close/>
                  <a:moveTo>
                    <a:pt x="974016" y="557364"/>
                  </a:moveTo>
                  <a:lnTo>
                    <a:pt x="993820" y="594119"/>
                  </a:lnTo>
                  <a:lnTo>
                    <a:pt x="1004569" y="590198"/>
                  </a:lnTo>
                  <a:close/>
                  <a:moveTo>
                    <a:pt x="751235" y="316232"/>
                  </a:moveTo>
                  <a:lnTo>
                    <a:pt x="773631" y="282896"/>
                  </a:lnTo>
                  <a:lnTo>
                    <a:pt x="751883" y="300079"/>
                  </a:lnTo>
                  <a:close/>
                  <a:moveTo>
                    <a:pt x="774174" y="277420"/>
                  </a:moveTo>
                  <a:lnTo>
                    <a:pt x="754321" y="299400"/>
                  </a:lnTo>
                  <a:lnTo>
                    <a:pt x="751883" y="300079"/>
                  </a:lnTo>
                  <a:close/>
                  <a:moveTo>
                    <a:pt x="862951" y="175019"/>
                  </a:moveTo>
                  <a:lnTo>
                    <a:pt x="833699" y="138264"/>
                  </a:lnTo>
                  <a:lnTo>
                    <a:pt x="811351" y="191456"/>
                  </a:lnTo>
                  <a:close/>
                  <a:moveTo>
                    <a:pt x="811351" y="191456"/>
                  </a:moveTo>
                  <a:lnTo>
                    <a:pt x="835531" y="189830"/>
                  </a:lnTo>
                  <a:lnTo>
                    <a:pt x="862951" y="175019"/>
                  </a:lnTo>
                  <a:close/>
                  <a:moveTo>
                    <a:pt x="1042155" y="273500"/>
                  </a:moveTo>
                  <a:lnTo>
                    <a:pt x="1006536" y="275369"/>
                  </a:lnTo>
                  <a:lnTo>
                    <a:pt x="1056681" y="297586"/>
                  </a:lnTo>
                  <a:close/>
                  <a:moveTo>
                    <a:pt x="833699" y="138264"/>
                  </a:moveTo>
                  <a:lnTo>
                    <a:pt x="862951" y="175019"/>
                  </a:lnTo>
                  <a:lnTo>
                    <a:pt x="864134" y="157836"/>
                  </a:lnTo>
                  <a:close/>
                  <a:moveTo>
                    <a:pt x="940002" y="42652"/>
                  </a:moveTo>
                  <a:lnTo>
                    <a:pt x="970979" y="33895"/>
                  </a:lnTo>
                  <a:lnTo>
                    <a:pt x="914253" y="42591"/>
                  </a:lnTo>
                  <a:close/>
                  <a:moveTo>
                    <a:pt x="1129552" y="184788"/>
                  </a:moveTo>
                  <a:lnTo>
                    <a:pt x="1158314" y="143746"/>
                  </a:lnTo>
                  <a:lnTo>
                    <a:pt x="1120697" y="147240"/>
                  </a:lnTo>
                  <a:close/>
                  <a:moveTo>
                    <a:pt x="1197927" y="179796"/>
                  </a:moveTo>
                  <a:lnTo>
                    <a:pt x="1174300" y="143041"/>
                  </a:lnTo>
                  <a:lnTo>
                    <a:pt x="1166777" y="181613"/>
                  </a:lnTo>
                  <a:close/>
                  <a:moveTo>
                    <a:pt x="1174300" y="143041"/>
                  </a:moveTo>
                  <a:lnTo>
                    <a:pt x="1158314" y="143746"/>
                  </a:lnTo>
                  <a:lnTo>
                    <a:pt x="1166777" y="181613"/>
                  </a:lnTo>
                  <a:close/>
                  <a:moveTo>
                    <a:pt x="1097046" y="121721"/>
                  </a:moveTo>
                  <a:lnTo>
                    <a:pt x="1090906" y="144372"/>
                  </a:lnTo>
                  <a:lnTo>
                    <a:pt x="1120697" y="147240"/>
                  </a:lnTo>
                  <a:close/>
                  <a:moveTo>
                    <a:pt x="1120697" y="147240"/>
                  </a:moveTo>
                  <a:lnTo>
                    <a:pt x="1158314" y="143746"/>
                  </a:lnTo>
                  <a:lnTo>
                    <a:pt x="1146860" y="108311"/>
                  </a:lnTo>
                  <a:close/>
                  <a:moveTo>
                    <a:pt x="1120697" y="147240"/>
                  </a:moveTo>
                  <a:lnTo>
                    <a:pt x="1146860" y="108311"/>
                  </a:lnTo>
                  <a:lnTo>
                    <a:pt x="1097046" y="121721"/>
                  </a:lnTo>
                  <a:close/>
                  <a:moveTo>
                    <a:pt x="1024354" y="12670"/>
                  </a:moveTo>
                  <a:lnTo>
                    <a:pt x="970979" y="33895"/>
                  </a:lnTo>
                  <a:lnTo>
                    <a:pt x="992773" y="19170"/>
                  </a:lnTo>
                  <a:close/>
                  <a:moveTo>
                    <a:pt x="1054285" y="0"/>
                  </a:moveTo>
                  <a:lnTo>
                    <a:pt x="1005657" y="38975"/>
                  </a:lnTo>
                  <a:lnTo>
                    <a:pt x="1024354" y="12670"/>
                  </a:lnTo>
                  <a:close/>
                  <a:moveTo>
                    <a:pt x="1197927" y="179796"/>
                  </a:moveTo>
                  <a:lnTo>
                    <a:pt x="1202587" y="180749"/>
                  </a:lnTo>
                  <a:lnTo>
                    <a:pt x="1202842" y="179381"/>
                  </a:lnTo>
                  <a:close/>
                  <a:moveTo>
                    <a:pt x="1174300" y="143041"/>
                  </a:moveTo>
                  <a:lnTo>
                    <a:pt x="1197927" y="179796"/>
                  </a:lnTo>
                  <a:lnTo>
                    <a:pt x="1202842" y="179381"/>
                  </a:lnTo>
                  <a:close/>
                  <a:moveTo>
                    <a:pt x="1043189" y="21835"/>
                  </a:moveTo>
                  <a:lnTo>
                    <a:pt x="1054285" y="0"/>
                  </a:lnTo>
                  <a:lnTo>
                    <a:pt x="1024354" y="12670"/>
                  </a:lnTo>
                  <a:close/>
                  <a:moveTo>
                    <a:pt x="1043189" y="21835"/>
                  </a:moveTo>
                  <a:lnTo>
                    <a:pt x="1079132" y="19702"/>
                  </a:lnTo>
                  <a:lnTo>
                    <a:pt x="1054285" y="0"/>
                  </a:lnTo>
                  <a:close/>
                  <a:moveTo>
                    <a:pt x="1079132" y="19702"/>
                  </a:moveTo>
                  <a:lnTo>
                    <a:pt x="1089550" y="7274"/>
                  </a:lnTo>
                  <a:lnTo>
                    <a:pt x="1054285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70" name="Input_density__170">
              <a:extLst>
                <a:ext uri="{FF2B5EF4-FFF2-40B4-BE49-F238E27FC236}">
                  <a16:creationId xmlns:a16="http://schemas.microsoft.com/office/drawing/2014/main" id="{EADA8B47-A868-9796-34A9-CF6CAC262DD4}"/>
                </a:ext>
              </a:extLst>
            </p:cNvPr>
            <p:cNvSpPr>
              <a:spLocks noGrp="1"/>
            </p:cNvSpPr>
            <p:nvPr/>
          </p:nvSpPr>
          <p:spPr>
            <a:xfrm>
              <a:off x="557124" y="1647356"/>
              <a:ext cx="891955" cy="647365"/>
            </a:xfrm>
            <a:custGeom>
              <a:avLst/>
              <a:gdLst/>
              <a:ahLst/>
              <a:cxnLst/>
              <a:rect l="0" t="0" r="0" b="0"/>
              <a:pathLst>
                <a:path w="891955" h="647365">
                  <a:moveTo>
                    <a:pt x="42189" y="610708"/>
                  </a:moveTo>
                  <a:lnTo>
                    <a:pt x="82104" y="600923"/>
                  </a:lnTo>
                  <a:lnTo>
                    <a:pt x="73639" y="598799"/>
                  </a:lnTo>
                  <a:close/>
                  <a:moveTo>
                    <a:pt x="73639" y="598799"/>
                  </a:moveTo>
                  <a:lnTo>
                    <a:pt x="112154" y="594575"/>
                  </a:lnTo>
                  <a:lnTo>
                    <a:pt x="96558" y="562507"/>
                  </a:lnTo>
                  <a:close/>
                  <a:moveTo>
                    <a:pt x="112154" y="594575"/>
                  </a:moveTo>
                  <a:lnTo>
                    <a:pt x="73639" y="598799"/>
                  </a:lnTo>
                  <a:lnTo>
                    <a:pt x="114672" y="598111"/>
                  </a:lnTo>
                  <a:close/>
                  <a:moveTo>
                    <a:pt x="73639" y="598799"/>
                  </a:moveTo>
                  <a:lnTo>
                    <a:pt x="82104" y="600923"/>
                  </a:lnTo>
                  <a:lnTo>
                    <a:pt x="114672" y="598111"/>
                  </a:lnTo>
                  <a:close/>
                  <a:moveTo>
                    <a:pt x="112154" y="594575"/>
                  </a:moveTo>
                  <a:lnTo>
                    <a:pt x="114672" y="598111"/>
                  </a:lnTo>
                  <a:lnTo>
                    <a:pt x="117686" y="593525"/>
                  </a:lnTo>
                  <a:close/>
                  <a:moveTo>
                    <a:pt x="126271" y="448894"/>
                  </a:moveTo>
                  <a:lnTo>
                    <a:pt x="126202" y="448913"/>
                  </a:lnTo>
                  <a:lnTo>
                    <a:pt x="126236" y="448932"/>
                  </a:lnTo>
                  <a:close/>
                  <a:moveTo>
                    <a:pt x="126271" y="448894"/>
                  </a:moveTo>
                  <a:lnTo>
                    <a:pt x="134556" y="412138"/>
                  </a:lnTo>
                  <a:lnTo>
                    <a:pt x="126202" y="448913"/>
                  </a:lnTo>
                  <a:close/>
                  <a:moveTo>
                    <a:pt x="134556" y="412138"/>
                  </a:moveTo>
                  <a:lnTo>
                    <a:pt x="103723" y="422440"/>
                  </a:lnTo>
                  <a:lnTo>
                    <a:pt x="126202" y="448913"/>
                  </a:lnTo>
                  <a:close/>
                  <a:moveTo>
                    <a:pt x="126236" y="448932"/>
                  </a:moveTo>
                  <a:lnTo>
                    <a:pt x="126202" y="448913"/>
                  </a:lnTo>
                  <a:lnTo>
                    <a:pt x="125119" y="448894"/>
                  </a:lnTo>
                  <a:close/>
                  <a:moveTo>
                    <a:pt x="0" y="355812"/>
                  </a:moveTo>
                  <a:lnTo>
                    <a:pt x="22036" y="375383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0" y="355812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3945" y="337068"/>
                  </a:lnTo>
                  <a:lnTo>
                    <a:pt x="0" y="355812"/>
                  </a:lnTo>
                  <a:close/>
                  <a:moveTo>
                    <a:pt x="27131" y="327545"/>
                  </a:moveTo>
                  <a:lnTo>
                    <a:pt x="30170" y="301873"/>
                  </a:lnTo>
                  <a:lnTo>
                    <a:pt x="10257" y="319057"/>
                  </a:lnTo>
                  <a:close/>
                  <a:moveTo>
                    <a:pt x="126236" y="448932"/>
                  </a:moveTo>
                  <a:lnTo>
                    <a:pt x="125119" y="448894"/>
                  </a:lnTo>
                  <a:lnTo>
                    <a:pt x="154950" y="460080"/>
                  </a:lnTo>
                  <a:close/>
                  <a:moveTo>
                    <a:pt x="176732" y="434921"/>
                  </a:moveTo>
                  <a:lnTo>
                    <a:pt x="126271" y="448894"/>
                  </a:lnTo>
                  <a:lnTo>
                    <a:pt x="182609" y="438916"/>
                  </a:lnTo>
                  <a:close/>
                  <a:moveTo>
                    <a:pt x="182609" y="438916"/>
                  </a:moveTo>
                  <a:lnTo>
                    <a:pt x="126271" y="448894"/>
                  </a:lnTo>
                  <a:lnTo>
                    <a:pt x="126236" y="448932"/>
                  </a:lnTo>
                  <a:close/>
                  <a:moveTo>
                    <a:pt x="134556" y="412138"/>
                  </a:moveTo>
                  <a:lnTo>
                    <a:pt x="176732" y="434921"/>
                  </a:lnTo>
                  <a:lnTo>
                    <a:pt x="166374" y="398594"/>
                  </a:lnTo>
                  <a:close/>
                  <a:moveTo>
                    <a:pt x="134556" y="412138"/>
                  </a:moveTo>
                  <a:lnTo>
                    <a:pt x="126271" y="448894"/>
                  </a:lnTo>
                  <a:lnTo>
                    <a:pt x="176732" y="434921"/>
                  </a:lnTo>
                  <a:close/>
                  <a:moveTo>
                    <a:pt x="187538" y="431710"/>
                  </a:moveTo>
                  <a:lnTo>
                    <a:pt x="179535" y="394955"/>
                  </a:lnTo>
                  <a:lnTo>
                    <a:pt x="176732" y="434921"/>
                  </a:lnTo>
                  <a:close/>
                  <a:moveTo>
                    <a:pt x="179535" y="394955"/>
                  </a:moveTo>
                  <a:lnTo>
                    <a:pt x="166374" y="398594"/>
                  </a:lnTo>
                  <a:lnTo>
                    <a:pt x="176732" y="434921"/>
                  </a:lnTo>
                  <a:close/>
                  <a:moveTo>
                    <a:pt x="176732" y="434921"/>
                  </a:moveTo>
                  <a:lnTo>
                    <a:pt x="182609" y="438916"/>
                  </a:lnTo>
                  <a:lnTo>
                    <a:pt x="187538" y="431710"/>
                  </a:lnTo>
                  <a:close/>
                  <a:moveTo>
                    <a:pt x="27131" y="327545"/>
                  </a:moveTo>
                  <a:lnTo>
                    <a:pt x="25279" y="338628"/>
                  </a:lnTo>
                  <a:lnTo>
                    <a:pt x="38166" y="332067"/>
                  </a:lnTo>
                  <a:close/>
                  <a:moveTo>
                    <a:pt x="38166" y="332067"/>
                  </a:moveTo>
                  <a:lnTo>
                    <a:pt x="30170" y="301873"/>
                  </a:lnTo>
                  <a:lnTo>
                    <a:pt x="27131" y="327545"/>
                  </a:lnTo>
                  <a:close/>
                  <a:moveTo>
                    <a:pt x="74478" y="284886"/>
                  </a:moveTo>
                  <a:lnTo>
                    <a:pt x="30170" y="301873"/>
                  </a:lnTo>
                  <a:lnTo>
                    <a:pt x="38166" y="332067"/>
                  </a:lnTo>
                  <a:close/>
                  <a:moveTo>
                    <a:pt x="79510" y="325543"/>
                  </a:moveTo>
                  <a:lnTo>
                    <a:pt x="74478" y="284886"/>
                  </a:lnTo>
                  <a:lnTo>
                    <a:pt x="38166" y="332067"/>
                  </a:lnTo>
                  <a:close/>
                  <a:moveTo>
                    <a:pt x="41982" y="265118"/>
                  </a:moveTo>
                  <a:lnTo>
                    <a:pt x="30170" y="301873"/>
                  </a:lnTo>
                  <a:lnTo>
                    <a:pt x="74478" y="284886"/>
                  </a:lnTo>
                  <a:close/>
                  <a:moveTo>
                    <a:pt x="75027" y="284690"/>
                  </a:moveTo>
                  <a:lnTo>
                    <a:pt x="74893" y="247935"/>
                  </a:lnTo>
                  <a:lnTo>
                    <a:pt x="74478" y="284886"/>
                  </a:lnTo>
                  <a:close/>
                  <a:moveTo>
                    <a:pt x="74893" y="247935"/>
                  </a:moveTo>
                  <a:lnTo>
                    <a:pt x="46912" y="262550"/>
                  </a:lnTo>
                  <a:lnTo>
                    <a:pt x="74478" y="284886"/>
                  </a:lnTo>
                  <a:close/>
                  <a:moveTo>
                    <a:pt x="179535" y="394955"/>
                  </a:moveTo>
                  <a:lnTo>
                    <a:pt x="230209" y="396101"/>
                  </a:lnTo>
                  <a:lnTo>
                    <a:pt x="215197" y="385990"/>
                  </a:lnTo>
                  <a:close/>
                  <a:moveTo>
                    <a:pt x="223239" y="414527"/>
                  </a:moveTo>
                  <a:lnTo>
                    <a:pt x="230209" y="396101"/>
                  </a:lnTo>
                  <a:lnTo>
                    <a:pt x="179535" y="394955"/>
                  </a:lnTo>
                  <a:close/>
                  <a:moveTo>
                    <a:pt x="187538" y="431710"/>
                  </a:moveTo>
                  <a:lnTo>
                    <a:pt x="223239" y="414527"/>
                  </a:lnTo>
                  <a:lnTo>
                    <a:pt x="179535" y="394955"/>
                  </a:lnTo>
                  <a:close/>
                  <a:moveTo>
                    <a:pt x="175310" y="358200"/>
                  </a:moveTo>
                  <a:lnTo>
                    <a:pt x="215197" y="385990"/>
                  </a:lnTo>
                  <a:lnTo>
                    <a:pt x="207315" y="347652"/>
                  </a:lnTo>
                  <a:close/>
                  <a:moveTo>
                    <a:pt x="175310" y="358200"/>
                  </a:moveTo>
                  <a:lnTo>
                    <a:pt x="179535" y="394955"/>
                  </a:lnTo>
                  <a:lnTo>
                    <a:pt x="215197" y="385990"/>
                  </a:lnTo>
                  <a:close/>
                  <a:moveTo>
                    <a:pt x="215197" y="385990"/>
                  </a:moveTo>
                  <a:lnTo>
                    <a:pt x="230209" y="396101"/>
                  </a:lnTo>
                  <a:lnTo>
                    <a:pt x="240435" y="377772"/>
                  </a:lnTo>
                  <a:close/>
                  <a:moveTo>
                    <a:pt x="74893" y="247935"/>
                  </a:moveTo>
                  <a:lnTo>
                    <a:pt x="124090" y="271641"/>
                  </a:lnTo>
                  <a:lnTo>
                    <a:pt x="110912" y="237608"/>
                  </a:lnTo>
                  <a:close/>
                  <a:moveTo>
                    <a:pt x="74893" y="247935"/>
                  </a:moveTo>
                  <a:lnTo>
                    <a:pt x="75027" y="284690"/>
                  </a:lnTo>
                  <a:lnTo>
                    <a:pt x="124090" y="271641"/>
                  </a:lnTo>
                  <a:close/>
                  <a:moveTo>
                    <a:pt x="141142" y="267507"/>
                  </a:moveTo>
                  <a:lnTo>
                    <a:pt x="154636" y="238120"/>
                  </a:lnTo>
                  <a:lnTo>
                    <a:pt x="124090" y="271641"/>
                  </a:lnTo>
                  <a:close/>
                  <a:moveTo>
                    <a:pt x="124090" y="271641"/>
                  </a:moveTo>
                  <a:lnTo>
                    <a:pt x="150284" y="232687"/>
                  </a:lnTo>
                  <a:lnTo>
                    <a:pt x="110912" y="237608"/>
                  </a:lnTo>
                  <a:close/>
                  <a:moveTo>
                    <a:pt x="411919" y="480971"/>
                  </a:moveTo>
                  <a:lnTo>
                    <a:pt x="356598" y="494919"/>
                  </a:lnTo>
                  <a:lnTo>
                    <a:pt x="393929" y="507608"/>
                  </a:lnTo>
                  <a:close/>
                  <a:moveTo>
                    <a:pt x="393929" y="507608"/>
                  </a:moveTo>
                  <a:lnTo>
                    <a:pt x="356598" y="494919"/>
                  </a:lnTo>
                  <a:lnTo>
                    <a:pt x="383555" y="509372"/>
                  </a:lnTo>
                  <a:close/>
                  <a:moveTo>
                    <a:pt x="407267" y="472436"/>
                  </a:moveTo>
                  <a:lnTo>
                    <a:pt x="411919" y="480971"/>
                  </a:lnTo>
                  <a:lnTo>
                    <a:pt x="412459" y="470853"/>
                  </a:lnTo>
                  <a:close/>
                  <a:moveTo>
                    <a:pt x="191876" y="250323"/>
                  </a:moveTo>
                  <a:lnTo>
                    <a:pt x="179807" y="253433"/>
                  </a:lnTo>
                  <a:lnTo>
                    <a:pt x="181851" y="304261"/>
                  </a:lnTo>
                  <a:close/>
                  <a:moveTo>
                    <a:pt x="170532" y="297555"/>
                  </a:moveTo>
                  <a:lnTo>
                    <a:pt x="179807" y="253433"/>
                  </a:lnTo>
                  <a:lnTo>
                    <a:pt x="141142" y="267507"/>
                  </a:lnTo>
                  <a:close/>
                  <a:moveTo>
                    <a:pt x="154636" y="238120"/>
                  </a:moveTo>
                  <a:lnTo>
                    <a:pt x="141142" y="267507"/>
                  </a:lnTo>
                  <a:lnTo>
                    <a:pt x="179807" y="253433"/>
                  </a:lnTo>
                  <a:close/>
                  <a:moveTo>
                    <a:pt x="213486" y="237367"/>
                  </a:moveTo>
                  <a:lnTo>
                    <a:pt x="179807" y="253433"/>
                  </a:lnTo>
                  <a:lnTo>
                    <a:pt x="191876" y="250323"/>
                  </a:lnTo>
                  <a:close/>
                  <a:moveTo>
                    <a:pt x="154636" y="238120"/>
                  </a:moveTo>
                  <a:lnTo>
                    <a:pt x="179807" y="253433"/>
                  </a:lnTo>
                  <a:lnTo>
                    <a:pt x="213486" y="237367"/>
                  </a:lnTo>
                  <a:close/>
                  <a:moveTo>
                    <a:pt x="600579" y="647365"/>
                  </a:moveTo>
                  <a:lnTo>
                    <a:pt x="615344" y="647027"/>
                  </a:lnTo>
                  <a:lnTo>
                    <a:pt x="634777" y="637445"/>
                  </a:lnTo>
                  <a:close/>
                  <a:moveTo>
                    <a:pt x="465469" y="544363"/>
                  </a:moveTo>
                  <a:lnTo>
                    <a:pt x="497761" y="563935"/>
                  </a:lnTo>
                  <a:lnTo>
                    <a:pt x="496923" y="527180"/>
                  </a:lnTo>
                  <a:close/>
                  <a:moveTo>
                    <a:pt x="496923" y="527180"/>
                  </a:moveTo>
                  <a:lnTo>
                    <a:pt x="510615" y="504615"/>
                  </a:lnTo>
                  <a:lnTo>
                    <a:pt x="465469" y="544363"/>
                  </a:lnTo>
                  <a:close/>
                  <a:moveTo>
                    <a:pt x="411919" y="480971"/>
                  </a:moveTo>
                  <a:lnTo>
                    <a:pt x="393929" y="507608"/>
                  </a:lnTo>
                  <a:lnTo>
                    <a:pt x="426855" y="501257"/>
                  </a:lnTo>
                  <a:close/>
                  <a:moveTo>
                    <a:pt x="426855" y="501257"/>
                  </a:moveTo>
                  <a:lnTo>
                    <a:pt x="412459" y="470853"/>
                  </a:lnTo>
                  <a:lnTo>
                    <a:pt x="411919" y="480971"/>
                  </a:lnTo>
                  <a:close/>
                  <a:moveTo>
                    <a:pt x="456979" y="459108"/>
                  </a:moveTo>
                  <a:lnTo>
                    <a:pt x="412459" y="470853"/>
                  </a:lnTo>
                  <a:lnTo>
                    <a:pt x="426855" y="501257"/>
                  </a:lnTo>
                  <a:close/>
                  <a:moveTo>
                    <a:pt x="237658" y="231534"/>
                  </a:moveTo>
                  <a:lnTo>
                    <a:pt x="191876" y="250323"/>
                  </a:lnTo>
                  <a:lnTo>
                    <a:pt x="235823" y="233140"/>
                  </a:lnTo>
                  <a:close/>
                  <a:moveTo>
                    <a:pt x="237658" y="231534"/>
                  </a:moveTo>
                  <a:lnTo>
                    <a:pt x="213486" y="237367"/>
                  </a:lnTo>
                  <a:lnTo>
                    <a:pt x="191876" y="250323"/>
                  </a:lnTo>
                  <a:close/>
                  <a:moveTo>
                    <a:pt x="658720" y="627185"/>
                  </a:moveTo>
                  <a:lnTo>
                    <a:pt x="634777" y="637445"/>
                  </a:lnTo>
                  <a:lnTo>
                    <a:pt x="671196" y="635064"/>
                  </a:lnTo>
                  <a:close/>
                  <a:moveTo>
                    <a:pt x="726127" y="234829"/>
                  </a:moveTo>
                  <a:lnTo>
                    <a:pt x="703836" y="257488"/>
                  </a:lnTo>
                  <a:lnTo>
                    <a:pt x="725585" y="240305"/>
                  </a:lnTo>
                  <a:close/>
                  <a:moveTo>
                    <a:pt x="706274" y="256809"/>
                  </a:moveTo>
                  <a:lnTo>
                    <a:pt x="726127" y="234829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2888" y="203550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5585" y="240305"/>
                  </a:lnTo>
                  <a:lnTo>
                    <a:pt x="742397" y="228269"/>
                  </a:lnTo>
                  <a:close/>
                  <a:moveTo>
                    <a:pt x="726127" y="234829"/>
                  </a:moveTo>
                  <a:lnTo>
                    <a:pt x="742397" y="228269"/>
                  </a:lnTo>
                  <a:lnTo>
                    <a:pt x="722888" y="203550"/>
                  </a:lnTo>
                  <a:close/>
                  <a:moveTo>
                    <a:pt x="722888" y="203550"/>
                  </a:moveTo>
                  <a:lnTo>
                    <a:pt x="748950" y="223121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22888" y="203550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48717" y="186366"/>
                  </a:lnTo>
                  <a:lnTo>
                    <a:pt x="761496" y="149611"/>
                  </a:lnTo>
                  <a:close/>
                  <a:moveTo>
                    <a:pt x="761496" y="149611"/>
                  </a:moveTo>
                  <a:lnTo>
                    <a:pt x="787484" y="147239"/>
                  </a:lnTo>
                  <a:lnTo>
                    <a:pt x="763305" y="148865"/>
                  </a:lnTo>
                  <a:close/>
                  <a:moveTo>
                    <a:pt x="748717" y="186366"/>
                  </a:moveTo>
                  <a:lnTo>
                    <a:pt x="777211" y="169183"/>
                  </a:lnTo>
                  <a:lnTo>
                    <a:pt x="761496" y="149611"/>
                  </a:lnTo>
                  <a:close/>
                  <a:moveTo>
                    <a:pt x="744800" y="112856"/>
                  </a:moveTo>
                  <a:lnTo>
                    <a:pt x="763305" y="148865"/>
                  </a:lnTo>
                  <a:lnTo>
                    <a:pt x="761271" y="105771"/>
                  </a:lnTo>
                  <a:close/>
                  <a:moveTo>
                    <a:pt x="744800" y="112856"/>
                  </a:moveTo>
                  <a:lnTo>
                    <a:pt x="761496" y="149611"/>
                  </a:lnTo>
                  <a:lnTo>
                    <a:pt x="763305" y="148865"/>
                  </a:lnTo>
                  <a:close/>
                  <a:moveTo>
                    <a:pt x="785653" y="95673"/>
                  </a:moveTo>
                  <a:lnTo>
                    <a:pt x="761271" y="105771"/>
                  </a:lnTo>
                  <a:lnTo>
                    <a:pt x="763305" y="148865"/>
                  </a:lnTo>
                  <a:close/>
                  <a:moveTo>
                    <a:pt x="761380" y="58918"/>
                  </a:moveTo>
                  <a:lnTo>
                    <a:pt x="761271" y="105771"/>
                  </a:lnTo>
                  <a:lnTo>
                    <a:pt x="765738" y="65934"/>
                  </a:lnTo>
                  <a:close/>
                  <a:moveTo>
                    <a:pt x="744800" y="112856"/>
                  </a:moveTo>
                  <a:lnTo>
                    <a:pt x="761271" y="105771"/>
                  </a:lnTo>
                  <a:lnTo>
                    <a:pt x="761380" y="58918"/>
                  </a:lnTo>
                  <a:close/>
                  <a:moveTo>
                    <a:pt x="721513" y="76101"/>
                  </a:moveTo>
                  <a:lnTo>
                    <a:pt x="744800" y="112856"/>
                  </a:lnTo>
                  <a:lnTo>
                    <a:pt x="761380" y="58918"/>
                  </a:lnTo>
                  <a:close/>
                  <a:moveTo>
                    <a:pt x="761271" y="105771"/>
                  </a:moveTo>
                  <a:lnTo>
                    <a:pt x="785653" y="95673"/>
                  </a:lnTo>
                  <a:lnTo>
                    <a:pt x="765738" y="65934"/>
                  </a:lnTo>
                  <a:close/>
                  <a:moveTo>
                    <a:pt x="761380" y="58918"/>
                  </a:moveTo>
                  <a:lnTo>
                    <a:pt x="761606" y="50482"/>
                  </a:lnTo>
                  <a:lnTo>
                    <a:pt x="715706" y="39346"/>
                  </a:lnTo>
                  <a:close/>
                  <a:moveTo>
                    <a:pt x="766945" y="56412"/>
                  </a:moveTo>
                  <a:lnTo>
                    <a:pt x="765738" y="65934"/>
                  </a:lnTo>
                  <a:lnTo>
                    <a:pt x="798854" y="41735"/>
                  </a:lnTo>
                  <a:close/>
                  <a:moveTo>
                    <a:pt x="798854" y="41735"/>
                  </a:moveTo>
                  <a:lnTo>
                    <a:pt x="765738" y="65934"/>
                  </a:lnTo>
                  <a:lnTo>
                    <a:pt x="785653" y="95673"/>
                  </a:lnTo>
                  <a:close/>
                  <a:moveTo>
                    <a:pt x="798854" y="41735"/>
                  </a:moveTo>
                  <a:lnTo>
                    <a:pt x="785653" y="95673"/>
                  </a:lnTo>
                  <a:lnTo>
                    <a:pt x="817313" y="78490"/>
                  </a:lnTo>
                  <a:close/>
                  <a:moveTo>
                    <a:pt x="761380" y="58918"/>
                  </a:moveTo>
                  <a:lnTo>
                    <a:pt x="765738" y="65934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1380" y="58918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6945" y="56412"/>
                  </a:lnTo>
                  <a:lnTo>
                    <a:pt x="763277" y="22163"/>
                  </a:lnTo>
                  <a:close/>
                  <a:moveTo>
                    <a:pt x="763277" y="22163"/>
                  </a:moveTo>
                  <a:lnTo>
                    <a:pt x="766945" y="56412"/>
                  </a:lnTo>
                  <a:lnTo>
                    <a:pt x="798854" y="41735"/>
                  </a:lnTo>
                  <a:close/>
                  <a:moveTo>
                    <a:pt x="763277" y="22163"/>
                  </a:moveTo>
                  <a:lnTo>
                    <a:pt x="798854" y="41735"/>
                  </a:lnTo>
                  <a:lnTo>
                    <a:pt x="804246" y="4979"/>
                  </a:lnTo>
                  <a:close/>
                  <a:moveTo>
                    <a:pt x="807451" y="1106"/>
                  </a:moveTo>
                  <a:lnTo>
                    <a:pt x="763277" y="22163"/>
                  </a:lnTo>
                  <a:lnTo>
                    <a:pt x="804246" y="4979"/>
                  </a:lnTo>
                  <a:close/>
                  <a:moveTo>
                    <a:pt x="798854" y="41735"/>
                  </a:moveTo>
                  <a:lnTo>
                    <a:pt x="837433" y="70941"/>
                  </a:lnTo>
                  <a:lnTo>
                    <a:pt x="833535" y="29363"/>
                  </a:lnTo>
                  <a:close/>
                  <a:moveTo>
                    <a:pt x="798854" y="41735"/>
                  </a:moveTo>
                  <a:lnTo>
                    <a:pt x="817313" y="78490"/>
                  </a:lnTo>
                  <a:lnTo>
                    <a:pt x="837433" y="70941"/>
                  </a:lnTo>
                  <a:close/>
                  <a:moveTo>
                    <a:pt x="804246" y="4979"/>
                  </a:moveTo>
                  <a:lnTo>
                    <a:pt x="833535" y="29363"/>
                  </a:lnTo>
                  <a:lnTo>
                    <a:pt x="811352" y="2651"/>
                  </a:lnTo>
                  <a:close/>
                  <a:moveTo>
                    <a:pt x="804246" y="4979"/>
                  </a:moveTo>
                  <a:lnTo>
                    <a:pt x="798854" y="41735"/>
                  </a:lnTo>
                  <a:lnTo>
                    <a:pt x="833535" y="29363"/>
                  </a:lnTo>
                  <a:close/>
                  <a:moveTo>
                    <a:pt x="848815" y="24551"/>
                  </a:moveTo>
                  <a:lnTo>
                    <a:pt x="866207" y="0"/>
                  </a:lnTo>
                  <a:lnTo>
                    <a:pt x="833535" y="29363"/>
                  </a:lnTo>
                  <a:close/>
                  <a:moveTo>
                    <a:pt x="833535" y="29363"/>
                  </a:moveTo>
                  <a:lnTo>
                    <a:pt x="866207" y="0"/>
                  </a:lnTo>
                  <a:lnTo>
                    <a:pt x="846065" y="1518"/>
                  </a:lnTo>
                  <a:close/>
                  <a:moveTo>
                    <a:pt x="833535" y="29363"/>
                  </a:moveTo>
                  <a:lnTo>
                    <a:pt x="846065" y="1518"/>
                  </a:lnTo>
                  <a:lnTo>
                    <a:pt x="811352" y="2651"/>
                  </a:lnTo>
                  <a:close/>
                  <a:moveTo>
                    <a:pt x="807451" y="1106"/>
                  </a:moveTo>
                  <a:lnTo>
                    <a:pt x="804246" y="4979"/>
                  </a:lnTo>
                  <a:lnTo>
                    <a:pt x="811352" y="2651"/>
                  </a:lnTo>
                  <a:close/>
                  <a:moveTo>
                    <a:pt x="891955" y="61"/>
                  </a:moveTo>
                  <a:lnTo>
                    <a:pt x="866207" y="0"/>
                  </a:lnTo>
                  <a:lnTo>
                    <a:pt x="848815" y="2455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71" name="Input_density__171">
              <a:extLst>
                <a:ext uri="{FF2B5EF4-FFF2-40B4-BE49-F238E27FC236}">
                  <a16:creationId xmlns:a16="http://schemas.microsoft.com/office/drawing/2014/main" id="{4E013D9C-4311-4DC0-8110-09FEFB8EDB30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836602"/>
              <a:ext cx="1061856" cy="550403"/>
            </a:xfrm>
            <a:custGeom>
              <a:avLst/>
              <a:gdLst/>
              <a:ahLst/>
              <a:cxnLst/>
              <a:rect l="0" t="0" r="0" b="0"/>
              <a:pathLst>
                <a:path w="1061856" h="550403">
                  <a:moveTo>
                    <a:pt x="152968" y="550403"/>
                  </a:moveTo>
                  <a:lnTo>
                    <a:pt x="117858" y="543708"/>
                  </a:lnTo>
                  <a:lnTo>
                    <a:pt x="93298" y="528169"/>
                  </a:lnTo>
                  <a:close/>
                  <a:moveTo>
                    <a:pt x="238698" y="525574"/>
                  </a:moveTo>
                  <a:lnTo>
                    <a:pt x="217390" y="508549"/>
                  </a:lnTo>
                  <a:lnTo>
                    <a:pt x="248738" y="534115"/>
                  </a:lnTo>
                  <a:close/>
                  <a:moveTo>
                    <a:pt x="0" y="352210"/>
                  </a:moveTo>
                  <a:lnTo>
                    <a:pt x="34391" y="356215"/>
                  </a:lnTo>
                  <a:lnTo>
                    <a:pt x="56707" y="343445"/>
                  </a:lnTo>
                  <a:close/>
                  <a:moveTo>
                    <a:pt x="226059" y="506686"/>
                  </a:moveTo>
                  <a:lnTo>
                    <a:pt x="230464" y="534115"/>
                  </a:lnTo>
                  <a:lnTo>
                    <a:pt x="238698" y="525574"/>
                  </a:lnTo>
                  <a:close/>
                  <a:moveTo>
                    <a:pt x="354289" y="516180"/>
                  </a:moveTo>
                  <a:lnTo>
                    <a:pt x="369521" y="510880"/>
                  </a:lnTo>
                  <a:lnTo>
                    <a:pt x="373947" y="499749"/>
                  </a:lnTo>
                  <a:close/>
                  <a:moveTo>
                    <a:pt x="363750" y="523185"/>
                  </a:moveTo>
                  <a:lnTo>
                    <a:pt x="369521" y="510880"/>
                  </a:lnTo>
                  <a:lnTo>
                    <a:pt x="354289" y="516180"/>
                  </a:lnTo>
                  <a:close/>
                  <a:moveTo>
                    <a:pt x="77444" y="183081"/>
                  </a:moveTo>
                  <a:lnTo>
                    <a:pt x="67753" y="168954"/>
                  </a:lnTo>
                  <a:lnTo>
                    <a:pt x="75568" y="193177"/>
                  </a:lnTo>
                  <a:close/>
                  <a:moveTo>
                    <a:pt x="371113" y="462994"/>
                  </a:moveTo>
                  <a:lnTo>
                    <a:pt x="382128" y="445810"/>
                  </a:lnTo>
                  <a:lnTo>
                    <a:pt x="373947" y="499749"/>
                  </a:lnTo>
                  <a:close/>
                  <a:moveTo>
                    <a:pt x="362269" y="409055"/>
                  </a:moveTo>
                  <a:lnTo>
                    <a:pt x="382128" y="445810"/>
                  </a:lnTo>
                  <a:lnTo>
                    <a:pt x="335289" y="426239"/>
                  </a:lnTo>
                  <a:close/>
                  <a:moveTo>
                    <a:pt x="355806" y="405448"/>
                  </a:moveTo>
                  <a:lnTo>
                    <a:pt x="382128" y="445810"/>
                  </a:lnTo>
                  <a:lnTo>
                    <a:pt x="362269" y="409055"/>
                  </a:lnTo>
                  <a:close/>
                  <a:moveTo>
                    <a:pt x="355806" y="405448"/>
                  </a:moveTo>
                  <a:lnTo>
                    <a:pt x="382820" y="402066"/>
                  </a:lnTo>
                  <a:lnTo>
                    <a:pt x="365315" y="364987"/>
                  </a:lnTo>
                  <a:close/>
                  <a:moveTo>
                    <a:pt x="299902" y="244852"/>
                  </a:moveTo>
                  <a:lnTo>
                    <a:pt x="299818" y="244889"/>
                  </a:lnTo>
                  <a:lnTo>
                    <a:pt x="328853" y="228662"/>
                  </a:lnTo>
                  <a:close/>
                  <a:moveTo>
                    <a:pt x="480218" y="411444"/>
                  </a:moveTo>
                  <a:lnTo>
                    <a:pt x="480849" y="423223"/>
                  </a:lnTo>
                  <a:lnTo>
                    <a:pt x="487600" y="424314"/>
                  </a:lnTo>
                  <a:close/>
                  <a:moveTo>
                    <a:pt x="409965" y="214936"/>
                  </a:moveTo>
                  <a:lnTo>
                    <a:pt x="437491" y="214228"/>
                  </a:lnTo>
                  <a:lnTo>
                    <a:pt x="420876" y="210485"/>
                  </a:lnTo>
                  <a:close/>
                  <a:moveTo>
                    <a:pt x="425138" y="243296"/>
                  </a:moveTo>
                  <a:lnTo>
                    <a:pt x="437491" y="214228"/>
                  </a:lnTo>
                  <a:lnTo>
                    <a:pt x="409965" y="214936"/>
                  </a:lnTo>
                  <a:close/>
                  <a:moveTo>
                    <a:pt x="705530" y="413832"/>
                  </a:moveTo>
                  <a:lnTo>
                    <a:pt x="720597" y="370333"/>
                  </a:lnTo>
                  <a:lnTo>
                    <a:pt x="711165" y="359894"/>
                  </a:lnTo>
                  <a:close/>
                  <a:moveTo>
                    <a:pt x="705530" y="413832"/>
                  </a:moveTo>
                  <a:lnTo>
                    <a:pt x="711165" y="359894"/>
                  </a:lnTo>
                  <a:lnTo>
                    <a:pt x="714270" y="396648"/>
                  </a:lnTo>
                  <a:close/>
                  <a:moveTo>
                    <a:pt x="720597" y="370333"/>
                  </a:moveTo>
                  <a:lnTo>
                    <a:pt x="717460" y="328136"/>
                  </a:lnTo>
                  <a:lnTo>
                    <a:pt x="711165" y="359894"/>
                  </a:lnTo>
                  <a:close/>
                  <a:moveTo>
                    <a:pt x="717460" y="328136"/>
                  </a:moveTo>
                  <a:lnTo>
                    <a:pt x="711157" y="323139"/>
                  </a:lnTo>
                  <a:lnTo>
                    <a:pt x="711165" y="359894"/>
                  </a:lnTo>
                  <a:close/>
                  <a:moveTo>
                    <a:pt x="711157" y="323139"/>
                  </a:moveTo>
                  <a:lnTo>
                    <a:pt x="743055" y="305955"/>
                  </a:lnTo>
                  <a:lnTo>
                    <a:pt x="711165" y="359894"/>
                  </a:lnTo>
                  <a:close/>
                  <a:moveTo>
                    <a:pt x="742028" y="263415"/>
                  </a:moveTo>
                  <a:lnTo>
                    <a:pt x="743655" y="301885"/>
                  </a:lnTo>
                  <a:lnTo>
                    <a:pt x="740897" y="269200"/>
                  </a:lnTo>
                  <a:close/>
                  <a:moveTo>
                    <a:pt x="720017" y="117300"/>
                  </a:moveTo>
                  <a:lnTo>
                    <a:pt x="678583" y="153666"/>
                  </a:lnTo>
                  <a:lnTo>
                    <a:pt x="670621" y="153400"/>
                  </a:lnTo>
                  <a:close/>
                  <a:moveTo>
                    <a:pt x="747110" y="122390"/>
                  </a:moveTo>
                  <a:lnTo>
                    <a:pt x="720017" y="117300"/>
                  </a:lnTo>
                  <a:lnTo>
                    <a:pt x="779896" y="120393"/>
                  </a:lnTo>
                  <a:close/>
                  <a:moveTo>
                    <a:pt x="875944" y="134141"/>
                  </a:moveTo>
                  <a:lnTo>
                    <a:pt x="912678" y="143539"/>
                  </a:lnTo>
                  <a:lnTo>
                    <a:pt x="931531" y="121186"/>
                  </a:lnTo>
                  <a:close/>
                  <a:moveTo>
                    <a:pt x="988075" y="109773"/>
                  </a:moveTo>
                  <a:lnTo>
                    <a:pt x="986993" y="110210"/>
                  </a:lnTo>
                  <a:lnTo>
                    <a:pt x="1018268" y="100119"/>
                  </a:lnTo>
                  <a:close/>
                  <a:moveTo>
                    <a:pt x="931531" y="121186"/>
                  </a:moveTo>
                  <a:lnTo>
                    <a:pt x="965478" y="123533"/>
                  </a:lnTo>
                  <a:lnTo>
                    <a:pt x="940419" y="120985"/>
                  </a:lnTo>
                  <a:close/>
                  <a:moveTo>
                    <a:pt x="988075" y="109773"/>
                  </a:moveTo>
                  <a:lnTo>
                    <a:pt x="1031114" y="56682"/>
                  </a:lnTo>
                  <a:lnTo>
                    <a:pt x="1031131" y="55835"/>
                  </a:lnTo>
                  <a:close/>
                  <a:moveTo>
                    <a:pt x="1031131" y="55835"/>
                  </a:moveTo>
                  <a:lnTo>
                    <a:pt x="1027099" y="36928"/>
                  </a:lnTo>
                  <a:lnTo>
                    <a:pt x="1044518" y="5849"/>
                  </a:lnTo>
                  <a:close/>
                  <a:moveTo>
                    <a:pt x="1027099" y="36928"/>
                  </a:moveTo>
                  <a:lnTo>
                    <a:pt x="1039414" y="55835"/>
                  </a:lnTo>
                  <a:lnTo>
                    <a:pt x="1044518" y="5849"/>
                  </a:lnTo>
                  <a:close/>
                  <a:moveTo>
                    <a:pt x="1045794" y="0"/>
                  </a:moveTo>
                  <a:lnTo>
                    <a:pt x="1044518" y="5849"/>
                  </a:lnTo>
                  <a:lnTo>
                    <a:pt x="1061856" y="18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72" name="Input_density__172">
              <a:extLst>
                <a:ext uri="{FF2B5EF4-FFF2-40B4-BE49-F238E27FC236}">
                  <a16:creationId xmlns:a16="http://schemas.microsoft.com/office/drawing/2014/main" id="{B3A46527-34AA-6FD5-2A99-60D8D05C3AC3}"/>
                </a:ext>
              </a:extLst>
            </p:cNvPr>
            <p:cNvSpPr>
              <a:spLocks noGrp="1"/>
            </p:cNvSpPr>
            <p:nvPr/>
          </p:nvSpPr>
          <p:spPr>
            <a:xfrm>
              <a:off x="624395" y="1892437"/>
              <a:ext cx="996741" cy="494045"/>
            </a:xfrm>
            <a:custGeom>
              <a:avLst/>
              <a:gdLst/>
              <a:ahLst/>
              <a:cxnLst/>
              <a:rect l="0" t="0" r="0" b="0"/>
              <a:pathLst>
                <a:path w="996741" h="494045">
                  <a:moveTo>
                    <a:pt x="196073" y="478280"/>
                  </a:moveTo>
                  <a:lnTo>
                    <a:pt x="149822" y="486812"/>
                  </a:lnTo>
                  <a:lnTo>
                    <a:pt x="204308" y="469739"/>
                  </a:lnTo>
                  <a:close/>
                  <a:moveTo>
                    <a:pt x="0" y="300380"/>
                  </a:moveTo>
                  <a:lnTo>
                    <a:pt x="28318" y="281681"/>
                  </a:lnTo>
                  <a:lnTo>
                    <a:pt x="52820" y="277079"/>
                  </a:lnTo>
                  <a:close/>
                  <a:moveTo>
                    <a:pt x="22316" y="287610"/>
                  </a:moveTo>
                  <a:lnTo>
                    <a:pt x="0" y="300380"/>
                  </a:lnTo>
                  <a:lnTo>
                    <a:pt x="52820" y="277079"/>
                  </a:lnTo>
                  <a:close/>
                  <a:moveTo>
                    <a:pt x="176208" y="489254"/>
                  </a:moveTo>
                  <a:lnTo>
                    <a:pt x="120562" y="494045"/>
                  </a:lnTo>
                  <a:lnTo>
                    <a:pt x="156507" y="491911"/>
                  </a:lnTo>
                  <a:close/>
                  <a:moveTo>
                    <a:pt x="196073" y="478280"/>
                  </a:moveTo>
                  <a:lnTo>
                    <a:pt x="176208" y="489254"/>
                  </a:lnTo>
                  <a:lnTo>
                    <a:pt x="156507" y="491911"/>
                  </a:lnTo>
                  <a:close/>
                  <a:moveTo>
                    <a:pt x="41177" y="137342"/>
                  </a:moveTo>
                  <a:lnTo>
                    <a:pt x="24773" y="159767"/>
                  </a:lnTo>
                  <a:lnTo>
                    <a:pt x="10873" y="148615"/>
                  </a:lnTo>
                  <a:close/>
                  <a:moveTo>
                    <a:pt x="327878" y="353220"/>
                  </a:moveTo>
                  <a:lnTo>
                    <a:pt x="300898" y="370404"/>
                  </a:lnTo>
                  <a:lnTo>
                    <a:pt x="348429" y="346231"/>
                  </a:lnTo>
                  <a:close/>
                  <a:moveTo>
                    <a:pt x="327878" y="353220"/>
                  </a:moveTo>
                  <a:lnTo>
                    <a:pt x="348429" y="346231"/>
                  </a:lnTo>
                  <a:lnTo>
                    <a:pt x="321415" y="349613"/>
                  </a:lnTo>
                  <a:close/>
                  <a:moveTo>
                    <a:pt x="544576" y="483057"/>
                  </a:moveTo>
                  <a:lnTo>
                    <a:pt x="575461" y="465874"/>
                  </a:lnTo>
                  <a:lnTo>
                    <a:pt x="568457" y="478159"/>
                  </a:lnTo>
                  <a:close/>
                  <a:moveTo>
                    <a:pt x="575461" y="465874"/>
                  </a:moveTo>
                  <a:lnTo>
                    <a:pt x="544576" y="483057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75461" y="465874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92945" y="445139"/>
                  </a:lnTo>
                  <a:lnTo>
                    <a:pt x="646395" y="424193"/>
                  </a:lnTo>
                  <a:close/>
                  <a:moveTo>
                    <a:pt x="386485" y="154650"/>
                  </a:moveTo>
                  <a:lnTo>
                    <a:pt x="403101" y="158393"/>
                  </a:lnTo>
                  <a:lnTo>
                    <a:pt x="407051" y="152211"/>
                  </a:lnTo>
                  <a:close/>
                  <a:moveTo>
                    <a:pt x="612059" y="420393"/>
                  </a:moveTo>
                  <a:lnTo>
                    <a:pt x="646395" y="424193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65863" y="400774"/>
                  </a:lnTo>
                  <a:lnTo>
                    <a:pt x="646395" y="424193"/>
                  </a:lnTo>
                  <a:close/>
                  <a:moveTo>
                    <a:pt x="659829" y="411935"/>
                  </a:moveTo>
                  <a:lnTo>
                    <a:pt x="670733" y="394752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71139" y="357997"/>
                  </a:lnTo>
                  <a:lnTo>
                    <a:pt x="670733" y="394752"/>
                  </a:lnTo>
                  <a:close/>
                  <a:moveTo>
                    <a:pt x="411753" y="151359"/>
                  </a:moveTo>
                  <a:lnTo>
                    <a:pt x="386485" y="154650"/>
                  </a:lnTo>
                  <a:lnTo>
                    <a:pt x="407051" y="152211"/>
                  </a:lnTo>
                  <a:close/>
                  <a:moveTo>
                    <a:pt x="671139" y="357997"/>
                  </a:moveTo>
                  <a:lnTo>
                    <a:pt x="679879" y="340813"/>
                  </a:lnTo>
                  <a:lnTo>
                    <a:pt x="670733" y="394752"/>
                  </a:lnTo>
                  <a:close/>
                  <a:moveTo>
                    <a:pt x="682761" y="339375"/>
                  </a:moveTo>
                  <a:lnTo>
                    <a:pt x="686206" y="314498"/>
                  </a:lnTo>
                  <a:lnTo>
                    <a:pt x="671139" y="357997"/>
                  </a:lnTo>
                  <a:close/>
                  <a:moveTo>
                    <a:pt x="676766" y="267304"/>
                  </a:moveTo>
                  <a:lnTo>
                    <a:pt x="683070" y="272301"/>
                  </a:lnTo>
                  <a:lnTo>
                    <a:pt x="687939" y="262528"/>
                  </a:lnTo>
                  <a:close/>
                  <a:moveTo>
                    <a:pt x="676766" y="267304"/>
                  </a:moveTo>
                  <a:lnTo>
                    <a:pt x="687939" y="262528"/>
                  </a:lnTo>
                  <a:lnTo>
                    <a:pt x="709264" y="246050"/>
                  </a:lnTo>
                  <a:close/>
                  <a:moveTo>
                    <a:pt x="709264" y="246050"/>
                  </a:moveTo>
                  <a:lnTo>
                    <a:pt x="714299" y="229253"/>
                  </a:lnTo>
                  <a:lnTo>
                    <a:pt x="706506" y="213365"/>
                  </a:lnTo>
                  <a:close/>
                  <a:moveTo>
                    <a:pt x="841554" y="78306"/>
                  </a:moveTo>
                  <a:lnTo>
                    <a:pt x="897141" y="65351"/>
                  </a:lnTo>
                  <a:lnTo>
                    <a:pt x="864585" y="68207"/>
                  </a:lnTo>
                  <a:close/>
                  <a:moveTo>
                    <a:pt x="864585" y="68207"/>
                  </a:moveTo>
                  <a:lnTo>
                    <a:pt x="897141" y="65351"/>
                  </a:lnTo>
                  <a:lnTo>
                    <a:pt x="867268" y="69573"/>
                  </a:lnTo>
                  <a:close/>
                  <a:moveTo>
                    <a:pt x="897141" y="65351"/>
                  </a:moveTo>
                  <a:lnTo>
                    <a:pt x="906029" y="65150"/>
                  </a:lnTo>
                  <a:lnTo>
                    <a:pt x="867268" y="69573"/>
                  </a:lnTo>
                  <a:close/>
                  <a:moveTo>
                    <a:pt x="931087" y="67698"/>
                  </a:moveTo>
                  <a:lnTo>
                    <a:pt x="952602" y="54375"/>
                  </a:lnTo>
                  <a:lnTo>
                    <a:pt x="906029" y="65150"/>
                  </a:lnTo>
                  <a:close/>
                  <a:moveTo>
                    <a:pt x="953685" y="53938"/>
                  </a:moveTo>
                  <a:lnTo>
                    <a:pt x="996741" y="0"/>
                  </a:lnTo>
                  <a:lnTo>
                    <a:pt x="983524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73" name="Input_density__173">
              <a:extLst>
                <a:ext uri="{FF2B5EF4-FFF2-40B4-BE49-F238E27FC236}">
                  <a16:creationId xmlns:a16="http://schemas.microsoft.com/office/drawing/2014/main" id="{0D0B365B-4EBA-2D27-7B58-24ED89DBACE7}"/>
                </a:ext>
              </a:extLst>
            </p:cNvPr>
            <p:cNvSpPr>
              <a:spLocks noGrp="1"/>
            </p:cNvSpPr>
            <p:nvPr/>
          </p:nvSpPr>
          <p:spPr>
            <a:xfrm>
              <a:off x="534294" y="1624467"/>
              <a:ext cx="1104336" cy="755843"/>
            </a:xfrm>
            <a:custGeom>
              <a:avLst/>
              <a:gdLst/>
              <a:ahLst/>
              <a:cxnLst/>
              <a:rect l="0" t="0" r="0" b="0"/>
              <a:pathLst>
                <a:path w="1104336" h="755843">
                  <a:moveTo>
                    <a:pt x="109367" y="700696"/>
                  </a:moveTo>
                  <a:lnTo>
                    <a:pt x="134410" y="726679"/>
                  </a:lnTo>
                  <a:lnTo>
                    <a:pt x="131440" y="722913"/>
                  </a:lnTo>
                  <a:close/>
                  <a:moveTo>
                    <a:pt x="90523" y="653169"/>
                  </a:moveTo>
                  <a:lnTo>
                    <a:pt x="85217" y="670352"/>
                  </a:lnTo>
                  <a:lnTo>
                    <a:pt x="107258" y="689924"/>
                  </a:lnTo>
                  <a:close/>
                  <a:moveTo>
                    <a:pt x="107258" y="689924"/>
                  </a:moveTo>
                  <a:lnTo>
                    <a:pt x="109367" y="700696"/>
                  </a:lnTo>
                  <a:lnTo>
                    <a:pt x="131440" y="722913"/>
                  </a:lnTo>
                  <a:close/>
                  <a:moveTo>
                    <a:pt x="174428" y="709496"/>
                  </a:moveTo>
                  <a:lnTo>
                    <a:pt x="173568" y="755843"/>
                  </a:lnTo>
                  <a:lnTo>
                    <a:pt x="193316" y="733471"/>
                  </a:lnTo>
                  <a:close/>
                  <a:moveTo>
                    <a:pt x="174428" y="709496"/>
                  </a:moveTo>
                  <a:lnTo>
                    <a:pt x="134410" y="726679"/>
                  </a:lnTo>
                  <a:lnTo>
                    <a:pt x="173568" y="755843"/>
                  </a:lnTo>
                  <a:close/>
                  <a:moveTo>
                    <a:pt x="152298" y="672741"/>
                  </a:moveTo>
                  <a:lnTo>
                    <a:pt x="131440" y="722913"/>
                  </a:lnTo>
                  <a:lnTo>
                    <a:pt x="134410" y="726679"/>
                  </a:lnTo>
                  <a:close/>
                  <a:moveTo>
                    <a:pt x="107258" y="689924"/>
                  </a:moveTo>
                  <a:lnTo>
                    <a:pt x="131440" y="722913"/>
                  </a:lnTo>
                  <a:lnTo>
                    <a:pt x="139349" y="676321"/>
                  </a:lnTo>
                  <a:close/>
                  <a:moveTo>
                    <a:pt x="127882" y="613402"/>
                  </a:moveTo>
                  <a:lnTo>
                    <a:pt x="90523" y="653169"/>
                  </a:lnTo>
                  <a:lnTo>
                    <a:pt x="105297" y="635986"/>
                  </a:lnTo>
                  <a:close/>
                  <a:moveTo>
                    <a:pt x="164783" y="626791"/>
                  </a:moveTo>
                  <a:lnTo>
                    <a:pt x="104935" y="623812"/>
                  </a:lnTo>
                  <a:lnTo>
                    <a:pt x="127882" y="613402"/>
                  </a:lnTo>
                  <a:close/>
                  <a:moveTo>
                    <a:pt x="0" y="506149"/>
                  </a:moveTo>
                  <a:lnTo>
                    <a:pt x="14927" y="536442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0" y="506149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5107" y="452211"/>
                  </a:lnTo>
                  <a:lnTo>
                    <a:pt x="0" y="506149"/>
                  </a:lnTo>
                  <a:close/>
                  <a:moveTo>
                    <a:pt x="361527" y="711884"/>
                  </a:moveTo>
                  <a:lnTo>
                    <a:pt x="334321" y="729067"/>
                  </a:lnTo>
                  <a:lnTo>
                    <a:pt x="356014" y="747258"/>
                  </a:lnTo>
                  <a:close/>
                  <a:moveTo>
                    <a:pt x="379627" y="657946"/>
                  </a:moveTo>
                  <a:lnTo>
                    <a:pt x="361527" y="711884"/>
                  </a:lnTo>
                  <a:lnTo>
                    <a:pt x="383938" y="659245"/>
                  </a:lnTo>
                  <a:close/>
                  <a:moveTo>
                    <a:pt x="383938" y="659245"/>
                  </a:moveTo>
                  <a:lnTo>
                    <a:pt x="361527" y="711884"/>
                  </a:lnTo>
                  <a:lnTo>
                    <a:pt x="379270" y="706205"/>
                  </a:lnTo>
                  <a:close/>
                  <a:moveTo>
                    <a:pt x="379627" y="657946"/>
                  </a:moveTo>
                  <a:lnTo>
                    <a:pt x="383938" y="659245"/>
                  </a:lnTo>
                  <a:lnTo>
                    <a:pt x="384212" y="657441"/>
                  </a:lnTo>
                  <a:close/>
                  <a:moveTo>
                    <a:pt x="422732" y="653213"/>
                  </a:moveTo>
                  <a:lnTo>
                    <a:pt x="383938" y="659245"/>
                  </a:lnTo>
                  <a:lnTo>
                    <a:pt x="420400" y="670994"/>
                  </a:lnTo>
                  <a:close/>
                  <a:moveTo>
                    <a:pt x="422732" y="653213"/>
                  </a:moveTo>
                  <a:lnTo>
                    <a:pt x="384212" y="657441"/>
                  </a:lnTo>
                  <a:lnTo>
                    <a:pt x="383938" y="659245"/>
                  </a:lnTo>
                  <a:close/>
                  <a:moveTo>
                    <a:pt x="406385" y="532261"/>
                  </a:moveTo>
                  <a:lnTo>
                    <a:pt x="369974" y="534775"/>
                  </a:lnTo>
                  <a:lnTo>
                    <a:pt x="412091" y="543720"/>
                  </a:lnTo>
                  <a:close/>
                  <a:moveTo>
                    <a:pt x="261379" y="389895"/>
                  </a:moveTo>
                  <a:lnTo>
                    <a:pt x="246069" y="437416"/>
                  </a:lnTo>
                  <a:lnTo>
                    <a:pt x="233950" y="429853"/>
                  </a:lnTo>
                  <a:close/>
                  <a:moveTo>
                    <a:pt x="394943" y="559222"/>
                  </a:moveTo>
                  <a:lnTo>
                    <a:pt x="423173" y="563359"/>
                  </a:lnTo>
                  <a:lnTo>
                    <a:pt x="412091" y="543720"/>
                  </a:lnTo>
                  <a:close/>
                  <a:moveTo>
                    <a:pt x="665912" y="680447"/>
                  </a:moveTo>
                  <a:lnTo>
                    <a:pt x="702159" y="688363"/>
                  </a:lnTo>
                  <a:lnTo>
                    <a:pt x="671639" y="679905"/>
                  </a:lnTo>
                  <a:close/>
                  <a:moveTo>
                    <a:pt x="665912" y="680447"/>
                  </a:moveTo>
                  <a:lnTo>
                    <a:pt x="657869" y="679905"/>
                  </a:lnTo>
                  <a:lnTo>
                    <a:pt x="657905" y="716660"/>
                  </a:lnTo>
                  <a:close/>
                  <a:moveTo>
                    <a:pt x="340913" y="334335"/>
                  </a:moveTo>
                  <a:lnTo>
                    <a:pt x="315328" y="312356"/>
                  </a:lnTo>
                  <a:lnTo>
                    <a:pt x="324314" y="365819"/>
                  </a:lnTo>
                  <a:close/>
                  <a:moveTo>
                    <a:pt x="324314" y="365819"/>
                  </a:moveTo>
                  <a:lnTo>
                    <a:pt x="315328" y="312356"/>
                  </a:lnTo>
                  <a:lnTo>
                    <a:pt x="287950" y="323546"/>
                  </a:lnTo>
                  <a:close/>
                  <a:moveTo>
                    <a:pt x="340913" y="334335"/>
                  </a:moveTo>
                  <a:lnTo>
                    <a:pt x="341445" y="366294"/>
                  </a:lnTo>
                  <a:lnTo>
                    <a:pt x="356947" y="365914"/>
                  </a:lnTo>
                  <a:close/>
                  <a:moveTo>
                    <a:pt x="340913" y="334335"/>
                  </a:moveTo>
                  <a:lnTo>
                    <a:pt x="356947" y="365914"/>
                  </a:lnTo>
                  <a:lnTo>
                    <a:pt x="376947" y="344484"/>
                  </a:lnTo>
                  <a:close/>
                  <a:moveTo>
                    <a:pt x="357510" y="366294"/>
                  </a:moveTo>
                  <a:lnTo>
                    <a:pt x="399480" y="400363"/>
                  </a:lnTo>
                  <a:lnTo>
                    <a:pt x="412452" y="385866"/>
                  </a:lnTo>
                  <a:close/>
                  <a:moveTo>
                    <a:pt x="390103" y="349111"/>
                  </a:moveTo>
                  <a:lnTo>
                    <a:pt x="357510" y="366294"/>
                  </a:lnTo>
                  <a:lnTo>
                    <a:pt x="412452" y="385866"/>
                  </a:lnTo>
                  <a:close/>
                  <a:moveTo>
                    <a:pt x="693907" y="640028"/>
                  </a:moveTo>
                  <a:lnTo>
                    <a:pt x="671639" y="679905"/>
                  </a:lnTo>
                  <a:lnTo>
                    <a:pt x="679058" y="669759"/>
                  </a:lnTo>
                  <a:close/>
                  <a:moveTo>
                    <a:pt x="412452" y="385866"/>
                  </a:moveTo>
                  <a:lnTo>
                    <a:pt x="427817" y="410099"/>
                  </a:lnTo>
                  <a:lnTo>
                    <a:pt x="441601" y="405437"/>
                  </a:lnTo>
                  <a:close/>
                  <a:moveTo>
                    <a:pt x="376947" y="344484"/>
                  </a:moveTo>
                  <a:lnTo>
                    <a:pt x="390103" y="349111"/>
                  </a:lnTo>
                  <a:lnTo>
                    <a:pt x="389565" y="295451"/>
                  </a:lnTo>
                  <a:close/>
                  <a:moveTo>
                    <a:pt x="389565" y="295451"/>
                  </a:moveTo>
                  <a:lnTo>
                    <a:pt x="390103" y="349111"/>
                  </a:lnTo>
                  <a:lnTo>
                    <a:pt x="417892" y="299171"/>
                  </a:lnTo>
                  <a:close/>
                  <a:moveTo>
                    <a:pt x="417892" y="299171"/>
                  </a:moveTo>
                  <a:lnTo>
                    <a:pt x="390103" y="349111"/>
                  </a:lnTo>
                  <a:lnTo>
                    <a:pt x="428295" y="335460"/>
                  </a:lnTo>
                  <a:close/>
                  <a:moveTo>
                    <a:pt x="417892" y="299171"/>
                  </a:moveTo>
                  <a:lnTo>
                    <a:pt x="389903" y="295172"/>
                  </a:lnTo>
                  <a:lnTo>
                    <a:pt x="389565" y="295451"/>
                  </a:lnTo>
                  <a:close/>
                  <a:moveTo>
                    <a:pt x="428295" y="335460"/>
                  </a:moveTo>
                  <a:lnTo>
                    <a:pt x="461212" y="314174"/>
                  </a:lnTo>
                  <a:lnTo>
                    <a:pt x="437684" y="310168"/>
                  </a:lnTo>
                  <a:close/>
                  <a:moveTo>
                    <a:pt x="428295" y="335460"/>
                  </a:moveTo>
                  <a:lnTo>
                    <a:pt x="437684" y="310168"/>
                  </a:lnTo>
                  <a:lnTo>
                    <a:pt x="417892" y="299171"/>
                  </a:lnTo>
                  <a:close/>
                  <a:moveTo>
                    <a:pt x="376947" y="344484"/>
                  </a:moveTo>
                  <a:lnTo>
                    <a:pt x="389565" y="295451"/>
                  </a:lnTo>
                  <a:lnTo>
                    <a:pt x="340913" y="334335"/>
                  </a:lnTo>
                  <a:close/>
                  <a:moveTo>
                    <a:pt x="373073" y="263772"/>
                  </a:moveTo>
                  <a:lnTo>
                    <a:pt x="389903" y="295172"/>
                  </a:lnTo>
                  <a:lnTo>
                    <a:pt x="417892" y="299171"/>
                  </a:lnTo>
                  <a:close/>
                  <a:moveTo>
                    <a:pt x="373073" y="263772"/>
                  </a:moveTo>
                  <a:lnTo>
                    <a:pt x="417892" y="299171"/>
                  </a:lnTo>
                  <a:lnTo>
                    <a:pt x="398687" y="270037"/>
                  </a:lnTo>
                  <a:close/>
                  <a:moveTo>
                    <a:pt x="761042" y="567790"/>
                  </a:moveTo>
                  <a:lnTo>
                    <a:pt x="746703" y="518090"/>
                  </a:lnTo>
                  <a:lnTo>
                    <a:pt x="731388" y="520062"/>
                  </a:lnTo>
                  <a:close/>
                  <a:moveTo>
                    <a:pt x="777590" y="464842"/>
                  </a:moveTo>
                  <a:lnTo>
                    <a:pt x="778802" y="465507"/>
                  </a:lnTo>
                  <a:lnTo>
                    <a:pt x="818491" y="500907"/>
                  </a:lnTo>
                  <a:close/>
                  <a:moveTo>
                    <a:pt x="694375" y="478319"/>
                  </a:moveTo>
                  <a:lnTo>
                    <a:pt x="727385" y="478570"/>
                  </a:lnTo>
                  <a:lnTo>
                    <a:pt x="728927" y="432570"/>
                  </a:lnTo>
                  <a:close/>
                  <a:moveTo>
                    <a:pt x="727385" y="478570"/>
                  </a:moveTo>
                  <a:lnTo>
                    <a:pt x="765619" y="429828"/>
                  </a:lnTo>
                  <a:lnTo>
                    <a:pt x="728927" y="432570"/>
                  </a:lnTo>
                  <a:close/>
                  <a:moveTo>
                    <a:pt x="1078218" y="160094"/>
                  </a:moveTo>
                  <a:lnTo>
                    <a:pt x="1077463" y="161238"/>
                  </a:lnTo>
                  <a:lnTo>
                    <a:pt x="1104336" y="165086"/>
                  </a:lnTo>
                  <a:close/>
                  <a:moveTo>
                    <a:pt x="1075799" y="155018"/>
                  </a:moveTo>
                  <a:lnTo>
                    <a:pt x="1078218" y="160094"/>
                  </a:lnTo>
                  <a:lnTo>
                    <a:pt x="1065689" y="124670"/>
                  </a:lnTo>
                  <a:close/>
                  <a:moveTo>
                    <a:pt x="1065689" y="124670"/>
                  </a:moveTo>
                  <a:lnTo>
                    <a:pt x="1078218" y="160094"/>
                  </a:lnTo>
                  <a:lnTo>
                    <a:pt x="1104336" y="165086"/>
                  </a:lnTo>
                  <a:close/>
                  <a:moveTo>
                    <a:pt x="1065689" y="124670"/>
                  </a:moveTo>
                  <a:lnTo>
                    <a:pt x="1104336" y="165086"/>
                  </a:lnTo>
                  <a:lnTo>
                    <a:pt x="1095481" y="127538"/>
                  </a:lnTo>
                  <a:close/>
                  <a:moveTo>
                    <a:pt x="1057693" y="123339"/>
                  </a:moveTo>
                  <a:lnTo>
                    <a:pt x="1065689" y="124670"/>
                  </a:lnTo>
                  <a:lnTo>
                    <a:pt x="1065194" y="115367"/>
                  </a:lnTo>
                  <a:close/>
                  <a:moveTo>
                    <a:pt x="1075799" y="155018"/>
                  </a:moveTo>
                  <a:lnTo>
                    <a:pt x="1065689" y="124670"/>
                  </a:lnTo>
                  <a:lnTo>
                    <a:pt x="1057693" y="123339"/>
                  </a:lnTo>
                  <a:close/>
                  <a:moveTo>
                    <a:pt x="1034354" y="78310"/>
                  </a:moveTo>
                  <a:lnTo>
                    <a:pt x="1062733" y="37579"/>
                  </a:lnTo>
                  <a:lnTo>
                    <a:pt x="1032842" y="34792"/>
                  </a:lnTo>
                  <a:close/>
                  <a:moveTo>
                    <a:pt x="1032842" y="34792"/>
                  </a:moveTo>
                  <a:lnTo>
                    <a:pt x="1062733" y="37579"/>
                  </a:lnTo>
                  <a:lnTo>
                    <a:pt x="1053916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74" name="Input_density__174">
              <a:extLst>
                <a:ext uri="{FF2B5EF4-FFF2-40B4-BE49-F238E27FC236}">
                  <a16:creationId xmlns:a16="http://schemas.microsoft.com/office/drawing/2014/main" id="{C8F6FA77-182B-7D16-2DF3-B0AF9E8BD6F9}"/>
                </a:ext>
              </a:extLst>
            </p:cNvPr>
            <p:cNvSpPr>
              <a:spLocks noGrp="1"/>
            </p:cNvSpPr>
            <p:nvPr/>
          </p:nvSpPr>
          <p:spPr>
            <a:xfrm>
              <a:off x="552044" y="1817418"/>
              <a:ext cx="1083755" cy="577648"/>
            </a:xfrm>
            <a:custGeom>
              <a:avLst/>
              <a:gdLst/>
              <a:ahLst/>
              <a:cxnLst/>
              <a:rect l="0" t="0" r="0" b="0"/>
              <a:pathLst>
                <a:path w="1083755" h="577648">
                  <a:moveTo>
                    <a:pt x="91618" y="507746"/>
                  </a:moveTo>
                  <a:lnTo>
                    <a:pt x="131258" y="547354"/>
                  </a:lnTo>
                  <a:lnTo>
                    <a:pt x="116660" y="533729"/>
                  </a:lnTo>
                  <a:close/>
                  <a:moveTo>
                    <a:pt x="116660" y="533729"/>
                  </a:moveTo>
                  <a:lnTo>
                    <a:pt x="131258" y="547354"/>
                  </a:lnTo>
                  <a:lnTo>
                    <a:pt x="155818" y="562892"/>
                  </a:lnTo>
                  <a:close/>
                  <a:moveTo>
                    <a:pt x="190928" y="569588"/>
                  </a:moveTo>
                  <a:lnTo>
                    <a:pt x="191364" y="553300"/>
                  </a:lnTo>
                  <a:lnTo>
                    <a:pt x="175566" y="540520"/>
                  </a:lnTo>
                  <a:close/>
                  <a:moveTo>
                    <a:pt x="190928" y="569588"/>
                  </a:moveTo>
                  <a:lnTo>
                    <a:pt x="175566" y="540520"/>
                  </a:lnTo>
                  <a:lnTo>
                    <a:pt x="155818" y="562892"/>
                  </a:lnTo>
                  <a:close/>
                  <a:moveTo>
                    <a:pt x="37960" y="371395"/>
                  </a:moveTo>
                  <a:lnTo>
                    <a:pt x="0" y="349064"/>
                  </a:lnTo>
                  <a:lnTo>
                    <a:pt x="1773" y="349954"/>
                  </a:lnTo>
                  <a:close/>
                  <a:moveTo>
                    <a:pt x="28992" y="366233"/>
                  </a:moveTo>
                  <a:lnTo>
                    <a:pt x="0" y="349064"/>
                  </a:lnTo>
                  <a:lnTo>
                    <a:pt x="37960" y="371395"/>
                  </a:lnTo>
                  <a:close/>
                  <a:moveTo>
                    <a:pt x="191364" y="553300"/>
                  </a:moveTo>
                  <a:lnTo>
                    <a:pt x="192913" y="569064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31885" y="537382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64019" y="525870"/>
                  </a:lnTo>
                  <a:lnTo>
                    <a:pt x="233284" y="535533"/>
                  </a:lnTo>
                  <a:close/>
                  <a:moveTo>
                    <a:pt x="264019" y="525870"/>
                  </a:moveTo>
                  <a:lnTo>
                    <a:pt x="295234" y="517999"/>
                  </a:lnTo>
                  <a:lnTo>
                    <a:pt x="318113" y="507333"/>
                  </a:lnTo>
                  <a:close/>
                  <a:moveTo>
                    <a:pt x="411908" y="518933"/>
                  </a:moveTo>
                  <a:lnTo>
                    <a:pt x="402650" y="478043"/>
                  </a:lnTo>
                  <a:lnTo>
                    <a:pt x="401226" y="508063"/>
                  </a:lnTo>
                  <a:close/>
                  <a:moveTo>
                    <a:pt x="366462" y="464490"/>
                  </a:moveTo>
                  <a:lnTo>
                    <a:pt x="393766" y="424633"/>
                  </a:lnTo>
                  <a:lnTo>
                    <a:pt x="372042" y="415207"/>
                  </a:lnTo>
                  <a:close/>
                  <a:moveTo>
                    <a:pt x="393766" y="424633"/>
                  </a:moveTo>
                  <a:lnTo>
                    <a:pt x="404982" y="460262"/>
                  </a:lnTo>
                  <a:lnTo>
                    <a:pt x="420089" y="464995"/>
                  </a:lnTo>
                  <a:close/>
                  <a:moveTo>
                    <a:pt x="393766" y="424633"/>
                  </a:moveTo>
                  <a:lnTo>
                    <a:pt x="403275" y="384172"/>
                  </a:lnTo>
                  <a:lnTo>
                    <a:pt x="374299" y="400410"/>
                  </a:lnTo>
                  <a:close/>
                  <a:moveTo>
                    <a:pt x="354628" y="337547"/>
                  </a:moveTo>
                  <a:lnTo>
                    <a:pt x="352224" y="341824"/>
                  </a:lnTo>
                  <a:lnTo>
                    <a:pt x="356150" y="332557"/>
                  </a:lnTo>
                  <a:close/>
                  <a:moveTo>
                    <a:pt x="358589" y="341673"/>
                  </a:moveTo>
                  <a:lnTo>
                    <a:pt x="352224" y="341824"/>
                  </a:lnTo>
                  <a:lnTo>
                    <a:pt x="354628" y="337547"/>
                  </a:lnTo>
                  <a:close/>
                  <a:moveTo>
                    <a:pt x="559973" y="549764"/>
                  </a:moveTo>
                  <a:lnTo>
                    <a:pt x="606500" y="577648"/>
                  </a:lnTo>
                  <a:lnTo>
                    <a:pt x="576999" y="563758"/>
                  </a:lnTo>
                  <a:close/>
                  <a:moveTo>
                    <a:pt x="356150" y="332557"/>
                  </a:moveTo>
                  <a:lnTo>
                    <a:pt x="356902" y="293274"/>
                  </a:lnTo>
                  <a:lnTo>
                    <a:pt x="354628" y="337547"/>
                  </a:lnTo>
                  <a:close/>
                  <a:moveTo>
                    <a:pt x="344356" y="210099"/>
                  </a:moveTo>
                  <a:lnTo>
                    <a:pt x="323911" y="240386"/>
                  </a:lnTo>
                  <a:lnTo>
                    <a:pt x="344760" y="213651"/>
                  </a:lnTo>
                  <a:close/>
                  <a:moveTo>
                    <a:pt x="344760" y="213651"/>
                  </a:moveTo>
                  <a:lnTo>
                    <a:pt x="323911" y="240386"/>
                  </a:lnTo>
                  <a:lnTo>
                    <a:pt x="322440" y="249456"/>
                  </a:lnTo>
                  <a:close/>
                  <a:moveTo>
                    <a:pt x="645676" y="534265"/>
                  </a:moveTo>
                  <a:lnTo>
                    <a:pt x="647812" y="540893"/>
                  </a:lnTo>
                  <a:lnTo>
                    <a:pt x="648162" y="487496"/>
                  </a:lnTo>
                  <a:close/>
                  <a:moveTo>
                    <a:pt x="645676" y="534265"/>
                  </a:moveTo>
                  <a:lnTo>
                    <a:pt x="648162" y="487496"/>
                  </a:lnTo>
                  <a:lnTo>
                    <a:pt x="640155" y="523710"/>
                  </a:lnTo>
                  <a:close/>
                  <a:moveTo>
                    <a:pt x="324900" y="202708"/>
                  </a:moveTo>
                  <a:lnTo>
                    <a:pt x="323911" y="240386"/>
                  </a:lnTo>
                  <a:lnTo>
                    <a:pt x="344356" y="210099"/>
                  </a:lnTo>
                  <a:close/>
                  <a:moveTo>
                    <a:pt x="640120" y="486955"/>
                  </a:moveTo>
                  <a:lnTo>
                    <a:pt x="612127" y="474314"/>
                  </a:lnTo>
                  <a:lnTo>
                    <a:pt x="661309" y="476809"/>
                  </a:lnTo>
                  <a:close/>
                  <a:moveTo>
                    <a:pt x="670510" y="471813"/>
                  </a:moveTo>
                  <a:lnTo>
                    <a:pt x="661309" y="476809"/>
                  </a:lnTo>
                  <a:lnTo>
                    <a:pt x="684410" y="495412"/>
                  </a:lnTo>
                  <a:close/>
                  <a:moveTo>
                    <a:pt x="434373" y="229670"/>
                  </a:moveTo>
                  <a:lnTo>
                    <a:pt x="447926" y="234120"/>
                  </a:lnTo>
                  <a:lnTo>
                    <a:pt x="423597" y="221393"/>
                  </a:lnTo>
                  <a:close/>
                  <a:moveTo>
                    <a:pt x="743292" y="374840"/>
                  </a:moveTo>
                  <a:lnTo>
                    <a:pt x="752230" y="415833"/>
                  </a:lnTo>
                  <a:lnTo>
                    <a:pt x="749125" y="379078"/>
                  </a:lnTo>
                  <a:close/>
                  <a:moveTo>
                    <a:pt x="749125" y="379078"/>
                  </a:moveTo>
                  <a:lnTo>
                    <a:pt x="752693" y="337511"/>
                  </a:lnTo>
                  <a:lnTo>
                    <a:pt x="743292" y="374840"/>
                  </a:lnTo>
                  <a:close/>
                  <a:moveTo>
                    <a:pt x="752693" y="337511"/>
                  </a:moveTo>
                  <a:lnTo>
                    <a:pt x="728953" y="325140"/>
                  </a:lnTo>
                  <a:lnTo>
                    <a:pt x="743292" y="374840"/>
                  </a:lnTo>
                  <a:close/>
                  <a:moveTo>
                    <a:pt x="759841" y="271892"/>
                  </a:moveTo>
                  <a:lnTo>
                    <a:pt x="781615" y="321070"/>
                  </a:lnTo>
                  <a:lnTo>
                    <a:pt x="779989" y="282600"/>
                  </a:lnTo>
                  <a:close/>
                  <a:moveTo>
                    <a:pt x="918007" y="4614"/>
                  </a:moveTo>
                  <a:lnTo>
                    <a:pt x="896743" y="21322"/>
                  </a:lnTo>
                  <a:lnTo>
                    <a:pt x="911440" y="1510"/>
                  </a:lnTo>
                  <a:close/>
                  <a:moveTo>
                    <a:pt x="896743" y="21322"/>
                  </a:moveTo>
                  <a:lnTo>
                    <a:pt x="893688" y="18693"/>
                  </a:lnTo>
                  <a:lnTo>
                    <a:pt x="911440" y="1510"/>
                  </a:lnTo>
                  <a:close/>
                  <a:moveTo>
                    <a:pt x="918007" y="4614"/>
                  </a:moveTo>
                  <a:lnTo>
                    <a:pt x="930833" y="24203"/>
                  </a:lnTo>
                  <a:lnTo>
                    <a:pt x="896743" y="21322"/>
                  </a:lnTo>
                  <a:close/>
                  <a:moveTo>
                    <a:pt x="911440" y="1510"/>
                  </a:moveTo>
                  <a:lnTo>
                    <a:pt x="893688" y="18693"/>
                  </a:lnTo>
                  <a:lnTo>
                    <a:pt x="916773" y="0"/>
                  </a:lnTo>
                  <a:close/>
                  <a:moveTo>
                    <a:pt x="1052410" y="107073"/>
                  </a:moveTo>
                  <a:lnTo>
                    <a:pt x="1058571" y="60223"/>
                  </a:lnTo>
                  <a:lnTo>
                    <a:pt x="1032360" y="86801"/>
                  </a:lnTo>
                  <a:close/>
                  <a:moveTo>
                    <a:pt x="1059055" y="56924"/>
                  </a:moveTo>
                  <a:lnTo>
                    <a:pt x="1058571" y="60223"/>
                  </a:lnTo>
                  <a:lnTo>
                    <a:pt x="1060240" y="57836"/>
                  </a:lnTo>
                  <a:close/>
                  <a:moveTo>
                    <a:pt x="1059055" y="56924"/>
                  </a:moveTo>
                  <a:lnTo>
                    <a:pt x="1060240" y="57836"/>
                  </a:lnTo>
                  <a:lnTo>
                    <a:pt x="1083755" y="19185"/>
                  </a:lnTo>
                  <a:close/>
                  <a:moveTo>
                    <a:pt x="1064010" y="8149"/>
                  </a:moveTo>
                  <a:lnTo>
                    <a:pt x="1059055" y="56924"/>
                  </a:lnTo>
                  <a:lnTo>
                    <a:pt x="1083755" y="1918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75" name="Input_density__175">
              <a:extLst>
                <a:ext uri="{FF2B5EF4-FFF2-40B4-BE49-F238E27FC236}">
                  <a16:creationId xmlns:a16="http://schemas.microsoft.com/office/drawing/2014/main" id="{6430F886-F5E5-B1BD-FAF6-F536F73BF845}"/>
                </a:ext>
              </a:extLst>
            </p:cNvPr>
            <p:cNvSpPr>
              <a:spLocks noGrp="1"/>
            </p:cNvSpPr>
            <p:nvPr/>
          </p:nvSpPr>
          <p:spPr>
            <a:xfrm>
              <a:off x="549221" y="1662046"/>
              <a:ext cx="1089409" cy="709679"/>
            </a:xfrm>
            <a:custGeom>
              <a:avLst/>
              <a:gdLst/>
              <a:ahLst/>
              <a:cxnLst/>
              <a:rect l="0" t="0" r="0" b="0"/>
              <a:pathLst>
                <a:path w="1089409" h="709679">
                  <a:moveTo>
                    <a:pt x="92331" y="652345"/>
                  </a:moveTo>
                  <a:lnTo>
                    <a:pt x="80055" y="645231"/>
                  </a:lnTo>
                  <a:lnTo>
                    <a:pt x="94440" y="663117"/>
                  </a:lnTo>
                  <a:close/>
                  <a:moveTo>
                    <a:pt x="0" y="498863"/>
                  </a:moveTo>
                  <a:lnTo>
                    <a:pt x="4596" y="505325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0" y="498863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2822" y="504436"/>
                  </a:lnTo>
                  <a:lnTo>
                    <a:pt x="31815" y="521605"/>
                  </a:lnTo>
                  <a:close/>
                  <a:moveTo>
                    <a:pt x="346599" y="674305"/>
                  </a:moveTo>
                  <a:lnTo>
                    <a:pt x="341087" y="709679"/>
                  </a:lnTo>
                  <a:lnTo>
                    <a:pt x="359703" y="683074"/>
                  </a:lnTo>
                  <a:close/>
                  <a:moveTo>
                    <a:pt x="319393" y="691488"/>
                  </a:moveTo>
                  <a:lnTo>
                    <a:pt x="346599" y="674305"/>
                  </a:lnTo>
                  <a:lnTo>
                    <a:pt x="298056" y="673370"/>
                  </a:lnTo>
                  <a:close/>
                  <a:moveTo>
                    <a:pt x="346599" y="674305"/>
                  </a:moveTo>
                  <a:lnTo>
                    <a:pt x="320935" y="662704"/>
                  </a:lnTo>
                  <a:lnTo>
                    <a:pt x="298056" y="673370"/>
                  </a:lnTo>
                  <a:close/>
                  <a:moveTo>
                    <a:pt x="359703" y="683074"/>
                  </a:moveTo>
                  <a:lnTo>
                    <a:pt x="341087" y="709679"/>
                  </a:lnTo>
                  <a:lnTo>
                    <a:pt x="395072" y="690736"/>
                  </a:lnTo>
                  <a:close/>
                  <a:moveTo>
                    <a:pt x="123984" y="460110"/>
                  </a:moveTo>
                  <a:lnTo>
                    <a:pt x="102444" y="432875"/>
                  </a:lnTo>
                  <a:lnTo>
                    <a:pt x="101414" y="453775"/>
                  </a:lnTo>
                  <a:close/>
                  <a:moveTo>
                    <a:pt x="346599" y="674305"/>
                  </a:moveTo>
                  <a:lnTo>
                    <a:pt x="359703" y="683074"/>
                  </a:lnTo>
                  <a:lnTo>
                    <a:pt x="364342" y="668626"/>
                  </a:lnTo>
                  <a:close/>
                  <a:moveTo>
                    <a:pt x="320935" y="662704"/>
                  </a:moveTo>
                  <a:lnTo>
                    <a:pt x="346599" y="674305"/>
                  </a:lnTo>
                  <a:lnTo>
                    <a:pt x="364700" y="620367"/>
                  </a:lnTo>
                  <a:close/>
                  <a:moveTo>
                    <a:pt x="404048" y="663434"/>
                  </a:moveTo>
                  <a:lnTo>
                    <a:pt x="359703" y="683074"/>
                  </a:lnTo>
                  <a:lnTo>
                    <a:pt x="395072" y="690736"/>
                  </a:lnTo>
                  <a:close/>
                  <a:moveTo>
                    <a:pt x="404048" y="663434"/>
                  </a:moveTo>
                  <a:lnTo>
                    <a:pt x="364342" y="668626"/>
                  </a:lnTo>
                  <a:lnTo>
                    <a:pt x="359703" y="683074"/>
                  </a:lnTo>
                  <a:close/>
                  <a:moveTo>
                    <a:pt x="364342" y="668626"/>
                  </a:moveTo>
                  <a:lnTo>
                    <a:pt x="404048" y="663434"/>
                  </a:lnTo>
                  <a:lnTo>
                    <a:pt x="369011" y="621666"/>
                  </a:lnTo>
                  <a:close/>
                  <a:moveTo>
                    <a:pt x="404048" y="663434"/>
                  </a:moveTo>
                  <a:lnTo>
                    <a:pt x="405473" y="633415"/>
                  </a:lnTo>
                  <a:lnTo>
                    <a:pt x="369011" y="621666"/>
                  </a:lnTo>
                  <a:close/>
                  <a:moveTo>
                    <a:pt x="369284" y="619862"/>
                  </a:moveTo>
                  <a:lnTo>
                    <a:pt x="407804" y="615634"/>
                  </a:lnTo>
                  <a:lnTo>
                    <a:pt x="396589" y="580005"/>
                  </a:lnTo>
                  <a:close/>
                  <a:moveTo>
                    <a:pt x="407804" y="615634"/>
                  </a:moveTo>
                  <a:lnTo>
                    <a:pt x="405473" y="633415"/>
                  </a:lnTo>
                  <a:lnTo>
                    <a:pt x="422911" y="620367"/>
                  </a:lnTo>
                  <a:close/>
                  <a:moveTo>
                    <a:pt x="406098" y="539544"/>
                  </a:moveTo>
                  <a:lnTo>
                    <a:pt x="433325" y="532480"/>
                  </a:lnTo>
                  <a:lnTo>
                    <a:pt x="418349" y="529673"/>
                  </a:lnTo>
                  <a:close/>
                  <a:moveTo>
                    <a:pt x="355047" y="497196"/>
                  </a:moveTo>
                  <a:lnTo>
                    <a:pt x="361411" y="497045"/>
                  </a:lnTo>
                  <a:lnTo>
                    <a:pt x="397164" y="506141"/>
                  </a:lnTo>
                  <a:close/>
                  <a:moveTo>
                    <a:pt x="408246" y="525780"/>
                  </a:moveTo>
                  <a:lnTo>
                    <a:pt x="377121" y="555782"/>
                  </a:lnTo>
                  <a:lnTo>
                    <a:pt x="406098" y="539544"/>
                  </a:lnTo>
                  <a:close/>
                  <a:moveTo>
                    <a:pt x="408246" y="525780"/>
                  </a:moveTo>
                  <a:lnTo>
                    <a:pt x="380016" y="521643"/>
                  </a:lnTo>
                  <a:lnTo>
                    <a:pt x="377121" y="555782"/>
                  </a:lnTo>
                  <a:close/>
                  <a:moveTo>
                    <a:pt x="380016" y="521643"/>
                  </a:moveTo>
                  <a:lnTo>
                    <a:pt x="397164" y="506141"/>
                  </a:lnTo>
                  <a:lnTo>
                    <a:pt x="361411" y="497045"/>
                  </a:lnTo>
                  <a:close/>
                  <a:moveTo>
                    <a:pt x="408246" y="525780"/>
                  </a:moveTo>
                  <a:lnTo>
                    <a:pt x="406098" y="539544"/>
                  </a:lnTo>
                  <a:lnTo>
                    <a:pt x="418349" y="529673"/>
                  </a:lnTo>
                  <a:close/>
                  <a:moveTo>
                    <a:pt x="408246" y="525780"/>
                  </a:moveTo>
                  <a:lnTo>
                    <a:pt x="418349" y="529673"/>
                  </a:lnTo>
                  <a:lnTo>
                    <a:pt x="397164" y="506141"/>
                  </a:lnTo>
                  <a:close/>
                  <a:moveTo>
                    <a:pt x="559923" y="696265"/>
                  </a:moveTo>
                  <a:lnTo>
                    <a:pt x="561552" y="661398"/>
                  </a:lnTo>
                  <a:lnTo>
                    <a:pt x="562795" y="705135"/>
                  </a:lnTo>
                  <a:close/>
                  <a:moveTo>
                    <a:pt x="521001" y="586000"/>
                  </a:moveTo>
                  <a:lnTo>
                    <a:pt x="551288" y="612449"/>
                  </a:lnTo>
                  <a:lnTo>
                    <a:pt x="545902" y="605572"/>
                  </a:lnTo>
                  <a:close/>
                  <a:moveTo>
                    <a:pt x="412889" y="372520"/>
                  </a:moveTo>
                  <a:lnTo>
                    <a:pt x="389038" y="362408"/>
                  </a:lnTo>
                  <a:lnTo>
                    <a:pt x="437195" y="385042"/>
                  </a:lnTo>
                  <a:close/>
                  <a:moveTo>
                    <a:pt x="309387" y="328240"/>
                  </a:moveTo>
                  <a:lnTo>
                    <a:pt x="347178" y="365470"/>
                  </a:lnTo>
                  <a:lnTo>
                    <a:pt x="326518" y="328715"/>
                  </a:lnTo>
                  <a:close/>
                  <a:moveTo>
                    <a:pt x="309387" y="328240"/>
                  </a:moveTo>
                  <a:lnTo>
                    <a:pt x="327723" y="358080"/>
                  </a:lnTo>
                  <a:lnTo>
                    <a:pt x="347178" y="365470"/>
                  </a:lnTo>
                  <a:close/>
                  <a:moveTo>
                    <a:pt x="309387" y="328240"/>
                  </a:moveTo>
                  <a:lnTo>
                    <a:pt x="273023" y="285967"/>
                  </a:lnTo>
                  <a:lnTo>
                    <a:pt x="281565" y="323770"/>
                  </a:lnTo>
                  <a:close/>
                  <a:moveTo>
                    <a:pt x="309387" y="328240"/>
                  </a:moveTo>
                  <a:lnTo>
                    <a:pt x="326518" y="328715"/>
                  </a:lnTo>
                  <a:lnTo>
                    <a:pt x="325986" y="296756"/>
                  </a:lnTo>
                  <a:close/>
                  <a:moveTo>
                    <a:pt x="342583" y="328715"/>
                  </a:moveTo>
                  <a:lnTo>
                    <a:pt x="375176" y="311532"/>
                  </a:lnTo>
                  <a:lnTo>
                    <a:pt x="342020" y="328335"/>
                  </a:lnTo>
                  <a:close/>
                  <a:moveTo>
                    <a:pt x="375176" y="311532"/>
                  </a:moveTo>
                  <a:lnTo>
                    <a:pt x="362020" y="306905"/>
                  </a:lnTo>
                  <a:lnTo>
                    <a:pt x="342020" y="328335"/>
                  </a:lnTo>
                  <a:close/>
                  <a:moveTo>
                    <a:pt x="642942" y="642326"/>
                  </a:moveTo>
                  <a:lnTo>
                    <a:pt x="664131" y="632180"/>
                  </a:lnTo>
                  <a:lnTo>
                    <a:pt x="673333" y="627184"/>
                  </a:lnTo>
                  <a:close/>
                  <a:moveTo>
                    <a:pt x="687232" y="650784"/>
                  </a:moveTo>
                  <a:lnTo>
                    <a:pt x="664131" y="632180"/>
                  </a:lnTo>
                  <a:lnTo>
                    <a:pt x="656712" y="642326"/>
                  </a:lnTo>
                  <a:close/>
                  <a:moveTo>
                    <a:pt x="678980" y="602449"/>
                  </a:moveTo>
                  <a:lnTo>
                    <a:pt x="664131" y="632180"/>
                  </a:lnTo>
                  <a:lnTo>
                    <a:pt x="651181" y="597961"/>
                  </a:lnTo>
                  <a:close/>
                  <a:moveTo>
                    <a:pt x="412889" y="372520"/>
                  </a:moveTo>
                  <a:lnTo>
                    <a:pt x="437195" y="385042"/>
                  </a:lnTo>
                  <a:lnTo>
                    <a:pt x="426420" y="376765"/>
                  </a:lnTo>
                  <a:close/>
                  <a:moveTo>
                    <a:pt x="734099" y="517267"/>
                  </a:moveTo>
                  <a:lnTo>
                    <a:pt x="731499" y="527666"/>
                  </a:lnTo>
                  <a:lnTo>
                    <a:pt x="746115" y="530211"/>
                  </a:lnTo>
                  <a:close/>
                  <a:moveTo>
                    <a:pt x="746115" y="530211"/>
                  </a:moveTo>
                  <a:lnTo>
                    <a:pt x="731499" y="527666"/>
                  </a:lnTo>
                  <a:lnTo>
                    <a:pt x="728937" y="561835"/>
                  </a:lnTo>
                  <a:close/>
                  <a:moveTo>
                    <a:pt x="725024" y="503457"/>
                  </a:moveTo>
                  <a:lnTo>
                    <a:pt x="734099" y="517267"/>
                  </a:lnTo>
                  <a:lnTo>
                    <a:pt x="746115" y="530211"/>
                  </a:lnTo>
                  <a:close/>
                  <a:moveTo>
                    <a:pt x="762663" y="427263"/>
                  </a:moveTo>
                  <a:lnTo>
                    <a:pt x="769099" y="404373"/>
                  </a:lnTo>
                  <a:lnTo>
                    <a:pt x="750692" y="392249"/>
                  </a:lnTo>
                  <a:close/>
                  <a:moveTo>
                    <a:pt x="714000" y="394991"/>
                  </a:moveTo>
                  <a:lnTo>
                    <a:pt x="750692" y="392249"/>
                  </a:lnTo>
                  <a:lnTo>
                    <a:pt x="717859" y="380461"/>
                  </a:lnTo>
                  <a:close/>
                  <a:moveTo>
                    <a:pt x="750692" y="392249"/>
                  </a:moveTo>
                  <a:lnTo>
                    <a:pt x="751415" y="381345"/>
                  </a:lnTo>
                  <a:lnTo>
                    <a:pt x="717859" y="380461"/>
                  </a:lnTo>
                  <a:close/>
                  <a:moveTo>
                    <a:pt x="751415" y="381345"/>
                  </a:moveTo>
                  <a:lnTo>
                    <a:pt x="739212" y="364087"/>
                  </a:lnTo>
                  <a:lnTo>
                    <a:pt x="717859" y="380461"/>
                  </a:lnTo>
                  <a:close/>
                  <a:moveTo>
                    <a:pt x="1089409" y="127507"/>
                  </a:moveTo>
                  <a:lnTo>
                    <a:pt x="1062536" y="123659"/>
                  </a:lnTo>
                  <a:lnTo>
                    <a:pt x="1066832" y="163520"/>
                  </a:lnTo>
                  <a:close/>
                  <a:moveTo>
                    <a:pt x="1089409" y="127507"/>
                  </a:moveTo>
                  <a:lnTo>
                    <a:pt x="1066832" y="163520"/>
                  </a:lnTo>
                  <a:lnTo>
                    <a:pt x="1086577" y="174556"/>
                  </a:lnTo>
                  <a:close/>
                  <a:moveTo>
                    <a:pt x="1022367" y="83087"/>
                  </a:moveTo>
                  <a:lnTo>
                    <a:pt x="1060872" y="117439"/>
                  </a:lnTo>
                  <a:lnTo>
                    <a:pt x="1042765" y="85760"/>
                  </a:lnTo>
                  <a:close/>
                  <a:moveTo>
                    <a:pt x="1062433" y="122350"/>
                  </a:moveTo>
                  <a:lnTo>
                    <a:pt x="1060872" y="117439"/>
                  </a:lnTo>
                  <a:lnTo>
                    <a:pt x="1022367" y="83087"/>
                  </a:lnTo>
                  <a:close/>
                  <a:moveTo>
                    <a:pt x="1062433" y="122350"/>
                  </a:moveTo>
                  <a:lnTo>
                    <a:pt x="1062536" y="123659"/>
                  </a:lnTo>
                  <a:lnTo>
                    <a:pt x="1063291" y="122515"/>
                  </a:lnTo>
                  <a:close/>
                  <a:moveTo>
                    <a:pt x="1062433" y="122350"/>
                  </a:moveTo>
                  <a:lnTo>
                    <a:pt x="1063291" y="122515"/>
                  </a:lnTo>
                  <a:lnTo>
                    <a:pt x="1060872" y="117439"/>
                  </a:lnTo>
                  <a:close/>
                  <a:moveTo>
                    <a:pt x="1047859" y="44704"/>
                  </a:moveTo>
                  <a:lnTo>
                    <a:pt x="1042765" y="85760"/>
                  </a:lnTo>
                  <a:lnTo>
                    <a:pt x="1050267" y="77788"/>
                  </a:lnTo>
                  <a:close/>
                  <a:moveTo>
                    <a:pt x="1022367" y="83087"/>
                  </a:moveTo>
                  <a:lnTo>
                    <a:pt x="1042765" y="85760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22367" y="83087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47859" y="44704"/>
                  </a:lnTo>
                  <a:lnTo>
                    <a:pt x="1047806" y="0"/>
                  </a:lnTo>
                  <a:close/>
                  <a:moveTo>
                    <a:pt x="1047859" y="44704"/>
                  </a:moveTo>
                  <a:lnTo>
                    <a:pt x="1050267" y="77788"/>
                  </a:lnTo>
                  <a:lnTo>
                    <a:pt x="1064192" y="49005"/>
                  </a:lnTo>
                  <a:close/>
                  <a:moveTo>
                    <a:pt x="1047806" y="0"/>
                  </a:moveTo>
                  <a:lnTo>
                    <a:pt x="1047859" y="44704"/>
                  </a:lnTo>
                  <a:lnTo>
                    <a:pt x="1075179" y="483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76" name="Input_density__176">
              <a:extLst>
                <a:ext uri="{FF2B5EF4-FFF2-40B4-BE49-F238E27FC236}">
                  <a16:creationId xmlns:a16="http://schemas.microsoft.com/office/drawing/2014/main" id="{DCBB9BA4-EE65-485D-5BDB-A239068821B0}"/>
                </a:ext>
              </a:extLst>
            </p:cNvPr>
            <p:cNvSpPr>
              <a:spLocks noGrp="1"/>
            </p:cNvSpPr>
            <p:nvPr/>
          </p:nvSpPr>
          <p:spPr>
            <a:xfrm>
              <a:off x="532888" y="1623935"/>
              <a:ext cx="1055322" cy="727211"/>
            </a:xfrm>
            <a:custGeom>
              <a:avLst/>
              <a:gdLst/>
              <a:ahLst/>
              <a:cxnLst/>
              <a:rect l="0" t="0" r="0" b="0"/>
              <a:pathLst>
                <a:path w="1055322" h="727211">
                  <a:moveTo>
                    <a:pt x="140755" y="676853"/>
                  </a:moveTo>
                  <a:lnTo>
                    <a:pt x="132847" y="723445"/>
                  </a:lnTo>
                  <a:lnTo>
                    <a:pt x="153704" y="673272"/>
                  </a:lnTo>
                  <a:close/>
                  <a:moveTo>
                    <a:pt x="153704" y="673272"/>
                  </a:moveTo>
                  <a:lnTo>
                    <a:pt x="135816" y="727211"/>
                  </a:lnTo>
                  <a:lnTo>
                    <a:pt x="175834" y="710028"/>
                  </a:lnTo>
                  <a:close/>
                  <a:moveTo>
                    <a:pt x="108664" y="690456"/>
                  </a:moveTo>
                  <a:lnTo>
                    <a:pt x="140755" y="676853"/>
                  </a:lnTo>
                  <a:lnTo>
                    <a:pt x="106703" y="636518"/>
                  </a:lnTo>
                  <a:close/>
                  <a:moveTo>
                    <a:pt x="91929" y="653701"/>
                  </a:moveTo>
                  <a:lnTo>
                    <a:pt x="108664" y="690456"/>
                  </a:lnTo>
                  <a:lnTo>
                    <a:pt x="106703" y="636518"/>
                  </a:lnTo>
                  <a:close/>
                  <a:moveTo>
                    <a:pt x="129288" y="613933"/>
                  </a:moveTo>
                  <a:lnTo>
                    <a:pt x="106341" y="624343"/>
                  </a:lnTo>
                  <a:lnTo>
                    <a:pt x="91929" y="653701"/>
                  </a:lnTo>
                  <a:close/>
                  <a:moveTo>
                    <a:pt x="14023" y="432128"/>
                  </a:moveTo>
                  <a:lnTo>
                    <a:pt x="0" y="468625"/>
                  </a:lnTo>
                  <a:lnTo>
                    <a:pt x="6513" y="452743"/>
                  </a:lnTo>
                  <a:close/>
                  <a:moveTo>
                    <a:pt x="192763" y="661660"/>
                  </a:moveTo>
                  <a:lnTo>
                    <a:pt x="206664" y="656089"/>
                  </a:lnTo>
                  <a:lnTo>
                    <a:pt x="227548" y="635948"/>
                  </a:lnTo>
                  <a:close/>
                  <a:moveTo>
                    <a:pt x="4048" y="489498"/>
                  </a:moveTo>
                  <a:lnTo>
                    <a:pt x="19330" y="435559"/>
                  </a:lnTo>
                  <a:lnTo>
                    <a:pt x="6513" y="452743"/>
                  </a:lnTo>
                  <a:close/>
                  <a:moveTo>
                    <a:pt x="32671" y="405641"/>
                  </a:moveTo>
                  <a:lnTo>
                    <a:pt x="6513" y="452743"/>
                  </a:lnTo>
                  <a:lnTo>
                    <a:pt x="19330" y="435559"/>
                  </a:lnTo>
                  <a:close/>
                  <a:moveTo>
                    <a:pt x="32671" y="405641"/>
                  </a:moveTo>
                  <a:lnTo>
                    <a:pt x="14023" y="432128"/>
                  </a:lnTo>
                  <a:lnTo>
                    <a:pt x="6513" y="452743"/>
                  </a:lnTo>
                  <a:close/>
                  <a:moveTo>
                    <a:pt x="14023" y="432128"/>
                  </a:moveTo>
                  <a:lnTo>
                    <a:pt x="32671" y="405641"/>
                  </a:lnTo>
                  <a:lnTo>
                    <a:pt x="25603" y="415988"/>
                  </a:lnTo>
                  <a:close/>
                  <a:moveTo>
                    <a:pt x="32671" y="405641"/>
                  </a:moveTo>
                  <a:lnTo>
                    <a:pt x="46273" y="398804"/>
                  </a:lnTo>
                  <a:lnTo>
                    <a:pt x="25603" y="415988"/>
                  </a:lnTo>
                  <a:close/>
                  <a:moveTo>
                    <a:pt x="140318" y="498221"/>
                  </a:moveTo>
                  <a:lnTo>
                    <a:pt x="149355" y="472314"/>
                  </a:lnTo>
                  <a:lnTo>
                    <a:pt x="118777" y="470985"/>
                  </a:lnTo>
                  <a:close/>
                  <a:moveTo>
                    <a:pt x="32671" y="405641"/>
                  </a:moveTo>
                  <a:lnTo>
                    <a:pt x="55791" y="395875"/>
                  </a:lnTo>
                  <a:lnTo>
                    <a:pt x="46273" y="398804"/>
                  </a:lnTo>
                  <a:close/>
                  <a:moveTo>
                    <a:pt x="59859" y="381621"/>
                  </a:moveTo>
                  <a:lnTo>
                    <a:pt x="77600" y="352840"/>
                  </a:lnTo>
                  <a:lnTo>
                    <a:pt x="49515" y="362049"/>
                  </a:lnTo>
                  <a:close/>
                  <a:moveTo>
                    <a:pt x="46273" y="398804"/>
                  </a:moveTo>
                  <a:lnTo>
                    <a:pt x="59859" y="381621"/>
                  </a:lnTo>
                  <a:lnTo>
                    <a:pt x="49515" y="362049"/>
                  </a:lnTo>
                  <a:close/>
                  <a:moveTo>
                    <a:pt x="264288" y="457519"/>
                  </a:moveTo>
                  <a:lnTo>
                    <a:pt x="235356" y="430385"/>
                  </a:lnTo>
                  <a:lnTo>
                    <a:pt x="247475" y="437948"/>
                  </a:lnTo>
                  <a:close/>
                  <a:moveTo>
                    <a:pt x="264288" y="457519"/>
                  </a:moveTo>
                  <a:lnTo>
                    <a:pt x="247475" y="437948"/>
                  </a:lnTo>
                  <a:lnTo>
                    <a:pt x="245061" y="474702"/>
                  </a:lnTo>
                  <a:close/>
                  <a:moveTo>
                    <a:pt x="521997" y="587356"/>
                  </a:moveTo>
                  <a:lnTo>
                    <a:pt x="497202" y="604539"/>
                  </a:lnTo>
                  <a:lnTo>
                    <a:pt x="537334" y="624111"/>
                  </a:lnTo>
                  <a:close/>
                  <a:moveTo>
                    <a:pt x="242626" y="293316"/>
                  </a:moveTo>
                  <a:lnTo>
                    <a:pt x="221897" y="307086"/>
                  </a:lnTo>
                  <a:lnTo>
                    <a:pt x="239605" y="296195"/>
                  </a:lnTo>
                  <a:close/>
                  <a:moveTo>
                    <a:pt x="221897" y="307086"/>
                  </a:moveTo>
                  <a:lnTo>
                    <a:pt x="202146" y="296055"/>
                  </a:lnTo>
                  <a:lnTo>
                    <a:pt x="239605" y="296195"/>
                  </a:lnTo>
                  <a:close/>
                  <a:moveTo>
                    <a:pt x="216416" y="305706"/>
                  </a:moveTo>
                  <a:lnTo>
                    <a:pt x="221897" y="307086"/>
                  </a:lnTo>
                  <a:lnTo>
                    <a:pt x="216112" y="273744"/>
                  </a:lnTo>
                  <a:close/>
                  <a:moveTo>
                    <a:pt x="216112" y="273744"/>
                  </a:moveTo>
                  <a:lnTo>
                    <a:pt x="221897" y="307086"/>
                  </a:lnTo>
                  <a:lnTo>
                    <a:pt x="242626" y="293316"/>
                  </a:lnTo>
                  <a:close/>
                  <a:moveTo>
                    <a:pt x="639580" y="670448"/>
                  </a:moveTo>
                  <a:lnTo>
                    <a:pt x="659275" y="680437"/>
                  </a:lnTo>
                  <a:lnTo>
                    <a:pt x="667318" y="680979"/>
                  </a:lnTo>
                  <a:close/>
                  <a:moveTo>
                    <a:pt x="521997" y="587356"/>
                  </a:moveTo>
                  <a:lnTo>
                    <a:pt x="537334" y="624111"/>
                  </a:lnTo>
                  <a:lnTo>
                    <a:pt x="553716" y="606927"/>
                  </a:lnTo>
                  <a:close/>
                  <a:moveTo>
                    <a:pt x="521997" y="587356"/>
                  </a:moveTo>
                  <a:lnTo>
                    <a:pt x="553716" y="606927"/>
                  </a:lnTo>
                  <a:lnTo>
                    <a:pt x="548822" y="570172"/>
                  </a:lnTo>
                  <a:close/>
                  <a:moveTo>
                    <a:pt x="521997" y="587356"/>
                  </a:moveTo>
                  <a:lnTo>
                    <a:pt x="548822" y="570172"/>
                  </a:lnTo>
                  <a:lnTo>
                    <a:pt x="521160" y="550601"/>
                  </a:lnTo>
                  <a:close/>
                  <a:moveTo>
                    <a:pt x="413859" y="386397"/>
                  </a:moveTo>
                  <a:lnTo>
                    <a:pt x="400887" y="400895"/>
                  </a:lnTo>
                  <a:lnTo>
                    <a:pt x="405371" y="400519"/>
                  </a:lnTo>
                  <a:close/>
                  <a:moveTo>
                    <a:pt x="285319" y="282613"/>
                  </a:moveTo>
                  <a:lnTo>
                    <a:pt x="322492" y="260734"/>
                  </a:lnTo>
                  <a:lnTo>
                    <a:pt x="298369" y="254345"/>
                  </a:lnTo>
                  <a:close/>
                  <a:moveTo>
                    <a:pt x="285319" y="282613"/>
                  </a:moveTo>
                  <a:lnTo>
                    <a:pt x="298369" y="254345"/>
                  </a:lnTo>
                  <a:lnTo>
                    <a:pt x="263317" y="255753"/>
                  </a:lnTo>
                  <a:close/>
                  <a:moveTo>
                    <a:pt x="413859" y="386397"/>
                  </a:moveTo>
                  <a:lnTo>
                    <a:pt x="405371" y="400519"/>
                  </a:lnTo>
                  <a:lnTo>
                    <a:pt x="429223" y="410631"/>
                  </a:lnTo>
                  <a:close/>
                  <a:moveTo>
                    <a:pt x="391509" y="349642"/>
                  </a:moveTo>
                  <a:lnTo>
                    <a:pt x="437096" y="343860"/>
                  </a:lnTo>
                  <a:lnTo>
                    <a:pt x="429701" y="335992"/>
                  </a:lnTo>
                  <a:close/>
                  <a:moveTo>
                    <a:pt x="434866" y="369214"/>
                  </a:moveTo>
                  <a:lnTo>
                    <a:pt x="437096" y="343860"/>
                  </a:lnTo>
                  <a:lnTo>
                    <a:pt x="391509" y="349642"/>
                  </a:lnTo>
                  <a:close/>
                  <a:moveTo>
                    <a:pt x="413859" y="386397"/>
                  </a:moveTo>
                  <a:lnTo>
                    <a:pt x="434866" y="369214"/>
                  </a:lnTo>
                  <a:lnTo>
                    <a:pt x="391509" y="349642"/>
                  </a:lnTo>
                  <a:close/>
                  <a:moveTo>
                    <a:pt x="348002" y="303488"/>
                  </a:moveTo>
                  <a:lnTo>
                    <a:pt x="390816" y="295403"/>
                  </a:lnTo>
                  <a:lnTo>
                    <a:pt x="374479" y="264304"/>
                  </a:lnTo>
                  <a:close/>
                  <a:moveTo>
                    <a:pt x="390816" y="295403"/>
                  </a:moveTo>
                  <a:lnTo>
                    <a:pt x="391309" y="295704"/>
                  </a:lnTo>
                  <a:lnTo>
                    <a:pt x="374479" y="264304"/>
                  </a:lnTo>
                  <a:close/>
                  <a:moveTo>
                    <a:pt x="333911" y="270196"/>
                  </a:moveTo>
                  <a:lnTo>
                    <a:pt x="354260" y="254935"/>
                  </a:lnTo>
                  <a:lnTo>
                    <a:pt x="322492" y="260734"/>
                  </a:lnTo>
                  <a:close/>
                  <a:moveTo>
                    <a:pt x="333911" y="270196"/>
                  </a:moveTo>
                  <a:lnTo>
                    <a:pt x="374479" y="264304"/>
                  </a:lnTo>
                  <a:lnTo>
                    <a:pt x="354260" y="254935"/>
                  </a:lnTo>
                  <a:close/>
                  <a:moveTo>
                    <a:pt x="672720" y="587093"/>
                  </a:moveTo>
                  <a:lnTo>
                    <a:pt x="698067" y="572561"/>
                  </a:lnTo>
                  <a:lnTo>
                    <a:pt x="688016" y="562920"/>
                  </a:lnTo>
                  <a:close/>
                  <a:moveTo>
                    <a:pt x="674146" y="572561"/>
                  </a:moveTo>
                  <a:lnTo>
                    <a:pt x="672720" y="587093"/>
                  </a:lnTo>
                  <a:lnTo>
                    <a:pt x="688016" y="562920"/>
                  </a:lnTo>
                  <a:close/>
                  <a:moveTo>
                    <a:pt x="672720" y="587093"/>
                  </a:moveTo>
                  <a:lnTo>
                    <a:pt x="693297" y="582662"/>
                  </a:lnTo>
                  <a:lnTo>
                    <a:pt x="698067" y="572561"/>
                  </a:lnTo>
                  <a:close/>
                  <a:moveTo>
                    <a:pt x="484581" y="300614"/>
                  </a:moveTo>
                  <a:lnTo>
                    <a:pt x="439547" y="332459"/>
                  </a:lnTo>
                  <a:lnTo>
                    <a:pt x="469860" y="315276"/>
                  </a:lnTo>
                  <a:close/>
                  <a:moveTo>
                    <a:pt x="484581" y="300614"/>
                  </a:moveTo>
                  <a:lnTo>
                    <a:pt x="462618" y="314706"/>
                  </a:lnTo>
                  <a:lnTo>
                    <a:pt x="439547" y="332459"/>
                  </a:lnTo>
                  <a:close/>
                  <a:moveTo>
                    <a:pt x="732794" y="520594"/>
                  </a:moveTo>
                  <a:lnTo>
                    <a:pt x="741357" y="541567"/>
                  </a:lnTo>
                  <a:lnTo>
                    <a:pt x="762448" y="568322"/>
                  </a:lnTo>
                  <a:close/>
                  <a:moveTo>
                    <a:pt x="732794" y="520594"/>
                  </a:moveTo>
                  <a:lnTo>
                    <a:pt x="730395" y="500584"/>
                  </a:lnTo>
                  <a:lnTo>
                    <a:pt x="695621" y="495145"/>
                  </a:lnTo>
                  <a:close/>
                  <a:moveTo>
                    <a:pt x="732794" y="520594"/>
                  </a:moveTo>
                  <a:lnTo>
                    <a:pt x="748109" y="518622"/>
                  </a:lnTo>
                  <a:lnTo>
                    <a:pt x="730395" y="500584"/>
                  </a:lnTo>
                  <a:close/>
                  <a:moveTo>
                    <a:pt x="748109" y="518622"/>
                  </a:moveTo>
                  <a:lnTo>
                    <a:pt x="780208" y="466039"/>
                  </a:lnTo>
                  <a:lnTo>
                    <a:pt x="728791" y="479102"/>
                  </a:lnTo>
                  <a:close/>
                  <a:moveTo>
                    <a:pt x="728791" y="479102"/>
                  </a:moveTo>
                  <a:lnTo>
                    <a:pt x="780208" y="466039"/>
                  </a:lnTo>
                  <a:lnTo>
                    <a:pt x="778997" y="465374"/>
                  </a:lnTo>
                  <a:close/>
                  <a:moveTo>
                    <a:pt x="748109" y="518622"/>
                  </a:moveTo>
                  <a:lnTo>
                    <a:pt x="728791" y="479102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695621" y="495145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778997" y="465374"/>
                  </a:lnTo>
                  <a:lnTo>
                    <a:pt x="767025" y="430360"/>
                  </a:lnTo>
                  <a:close/>
                  <a:moveTo>
                    <a:pt x="749821" y="263726"/>
                  </a:moveTo>
                  <a:lnTo>
                    <a:pt x="727425" y="297061"/>
                  </a:lnTo>
                  <a:lnTo>
                    <a:pt x="773341" y="247950"/>
                  </a:lnTo>
                  <a:close/>
                  <a:moveTo>
                    <a:pt x="773341" y="247950"/>
                  </a:moveTo>
                  <a:lnTo>
                    <a:pt x="727425" y="297061"/>
                  </a:lnTo>
                  <a:lnTo>
                    <a:pt x="760052" y="283297"/>
                  </a:lnTo>
                  <a:close/>
                  <a:moveTo>
                    <a:pt x="811720" y="170660"/>
                  </a:moveTo>
                  <a:lnTo>
                    <a:pt x="837159" y="169562"/>
                  </a:lnTo>
                  <a:lnTo>
                    <a:pt x="839140" y="155849"/>
                  </a:lnTo>
                  <a:close/>
                  <a:moveTo>
                    <a:pt x="837159" y="169562"/>
                  </a:moveTo>
                  <a:lnTo>
                    <a:pt x="840324" y="138665"/>
                  </a:lnTo>
                  <a:lnTo>
                    <a:pt x="839140" y="155849"/>
                  </a:lnTo>
                  <a:close/>
                  <a:moveTo>
                    <a:pt x="947169" y="14725"/>
                  </a:moveTo>
                  <a:lnTo>
                    <a:pt x="916192" y="23482"/>
                  </a:lnTo>
                  <a:lnTo>
                    <a:pt x="968963" y="0"/>
                  </a:lnTo>
                  <a:close/>
                  <a:moveTo>
                    <a:pt x="997277" y="38292"/>
                  </a:moveTo>
                  <a:lnTo>
                    <a:pt x="1034248" y="35324"/>
                  </a:lnTo>
                  <a:lnTo>
                    <a:pt x="1019379" y="2665"/>
                  </a:lnTo>
                  <a:close/>
                  <a:moveTo>
                    <a:pt x="1034248" y="35324"/>
                  </a:moveTo>
                  <a:lnTo>
                    <a:pt x="1055322" y="532"/>
                  </a:lnTo>
                  <a:lnTo>
                    <a:pt x="1019379" y="26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77" name="Input_density__177">
              <a:extLst>
                <a:ext uri="{FF2B5EF4-FFF2-40B4-BE49-F238E27FC236}">
                  <a16:creationId xmlns:a16="http://schemas.microsoft.com/office/drawing/2014/main" id="{E0739AAA-0041-875A-A098-D9A81DBB531E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17418"/>
              <a:ext cx="1054762" cy="579172"/>
            </a:xfrm>
            <a:custGeom>
              <a:avLst/>
              <a:gdLst/>
              <a:ahLst/>
              <a:cxnLst/>
              <a:rect l="0" t="0" r="0" b="0"/>
              <a:pathLst>
                <a:path w="1054762" h="579172">
                  <a:moveTo>
                    <a:pt x="163921" y="569064"/>
                  </a:moveTo>
                  <a:lnTo>
                    <a:pt x="162372" y="553300"/>
                  </a:lnTo>
                  <a:lnTo>
                    <a:pt x="161936" y="569588"/>
                  </a:lnTo>
                  <a:close/>
                  <a:moveTo>
                    <a:pt x="33378" y="366452"/>
                  </a:moveTo>
                  <a:lnTo>
                    <a:pt x="0" y="366233"/>
                  </a:lnTo>
                  <a:lnTo>
                    <a:pt x="8968" y="371395"/>
                  </a:lnTo>
                  <a:close/>
                  <a:moveTo>
                    <a:pt x="219566" y="564274"/>
                  </a:moveTo>
                  <a:lnTo>
                    <a:pt x="185694" y="562208"/>
                  </a:lnTo>
                  <a:lnTo>
                    <a:pt x="163921" y="569064"/>
                  </a:lnTo>
                  <a:close/>
                  <a:moveTo>
                    <a:pt x="227796" y="544223"/>
                  </a:moveTo>
                  <a:lnTo>
                    <a:pt x="185694" y="562208"/>
                  </a:lnTo>
                  <a:lnTo>
                    <a:pt x="219566" y="564274"/>
                  </a:lnTo>
                  <a:close/>
                  <a:moveTo>
                    <a:pt x="227796" y="544223"/>
                  </a:moveTo>
                  <a:lnTo>
                    <a:pt x="219566" y="564274"/>
                  </a:lnTo>
                  <a:lnTo>
                    <a:pt x="239432" y="553300"/>
                  </a:lnTo>
                  <a:close/>
                  <a:moveTo>
                    <a:pt x="227796" y="544223"/>
                  </a:moveTo>
                  <a:lnTo>
                    <a:pt x="239432" y="553300"/>
                  </a:lnTo>
                  <a:lnTo>
                    <a:pt x="235027" y="525870"/>
                  </a:lnTo>
                  <a:close/>
                  <a:moveTo>
                    <a:pt x="235027" y="525870"/>
                  </a:moveTo>
                  <a:lnTo>
                    <a:pt x="247667" y="544759"/>
                  </a:lnTo>
                  <a:lnTo>
                    <a:pt x="266241" y="517999"/>
                  </a:lnTo>
                  <a:close/>
                  <a:moveTo>
                    <a:pt x="343049" y="415207"/>
                  </a:moveTo>
                  <a:lnTo>
                    <a:pt x="364774" y="424633"/>
                  </a:lnTo>
                  <a:lnTo>
                    <a:pt x="345307" y="400410"/>
                  </a:lnTo>
                  <a:close/>
                  <a:moveTo>
                    <a:pt x="327158" y="332557"/>
                  </a:moveTo>
                  <a:lnTo>
                    <a:pt x="323232" y="341824"/>
                  </a:lnTo>
                  <a:lnTo>
                    <a:pt x="338337" y="300792"/>
                  </a:lnTo>
                  <a:close/>
                  <a:moveTo>
                    <a:pt x="530980" y="549764"/>
                  </a:moveTo>
                  <a:lnTo>
                    <a:pt x="583167" y="579172"/>
                  </a:lnTo>
                  <a:lnTo>
                    <a:pt x="577508" y="577648"/>
                  </a:lnTo>
                  <a:close/>
                  <a:moveTo>
                    <a:pt x="325636" y="337547"/>
                  </a:moveTo>
                  <a:lnTo>
                    <a:pt x="327909" y="293274"/>
                  </a:lnTo>
                  <a:lnTo>
                    <a:pt x="317943" y="283608"/>
                  </a:lnTo>
                  <a:close/>
                  <a:moveTo>
                    <a:pt x="327909" y="293274"/>
                  </a:moveTo>
                  <a:lnTo>
                    <a:pt x="327158" y="332557"/>
                  </a:lnTo>
                  <a:lnTo>
                    <a:pt x="338337" y="300792"/>
                  </a:lnTo>
                  <a:close/>
                  <a:moveTo>
                    <a:pt x="293448" y="249456"/>
                  </a:moveTo>
                  <a:lnTo>
                    <a:pt x="317943" y="283608"/>
                  </a:lnTo>
                  <a:lnTo>
                    <a:pt x="327909" y="293274"/>
                  </a:lnTo>
                  <a:close/>
                  <a:moveTo>
                    <a:pt x="293448" y="249456"/>
                  </a:moveTo>
                  <a:lnTo>
                    <a:pt x="327909" y="293274"/>
                  </a:lnTo>
                  <a:lnTo>
                    <a:pt x="308848" y="264023"/>
                  </a:lnTo>
                  <a:close/>
                  <a:moveTo>
                    <a:pt x="315767" y="213651"/>
                  </a:moveTo>
                  <a:lnTo>
                    <a:pt x="293448" y="249456"/>
                  </a:lnTo>
                  <a:lnTo>
                    <a:pt x="308848" y="264023"/>
                  </a:lnTo>
                  <a:close/>
                  <a:moveTo>
                    <a:pt x="489186" y="430628"/>
                  </a:moveTo>
                  <a:lnTo>
                    <a:pt x="496568" y="443499"/>
                  </a:lnTo>
                  <a:lnTo>
                    <a:pt x="519473" y="457077"/>
                  </a:lnTo>
                  <a:close/>
                  <a:moveTo>
                    <a:pt x="603124" y="549050"/>
                  </a:moveTo>
                  <a:lnTo>
                    <a:pt x="616684" y="534265"/>
                  </a:lnTo>
                  <a:lnTo>
                    <a:pt x="611163" y="523710"/>
                  </a:lnTo>
                  <a:close/>
                  <a:moveTo>
                    <a:pt x="405381" y="229670"/>
                  </a:moveTo>
                  <a:lnTo>
                    <a:pt x="398411" y="253598"/>
                  </a:lnTo>
                  <a:lnTo>
                    <a:pt x="418933" y="234120"/>
                  </a:lnTo>
                  <a:close/>
                  <a:moveTo>
                    <a:pt x="681080" y="495153"/>
                  </a:moveTo>
                  <a:lnTo>
                    <a:pt x="641518" y="471813"/>
                  </a:lnTo>
                  <a:lnTo>
                    <a:pt x="655417" y="495412"/>
                  </a:lnTo>
                  <a:close/>
                  <a:moveTo>
                    <a:pt x="716746" y="462345"/>
                  </a:moveTo>
                  <a:lnTo>
                    <a:pt x="709768" y="452588"/>
                  </a:lnTo>
                  <a:lnTo>
                    <a:pt x="709222" y="475794"/>
                  </a:lnTo>
                  <a:close/>
                  <a:moveTo>
                    <a:pt x="709768" y="452588"/>
                  </a:moveTo>
                  <a:lnTo>
                    <a:pt x="716746" y="462345"/>
                  </a:lnTo>
                  <a:lnTo>
                    <a:pt x="722103" y="427744"/>
                  </a:lnTo>
                  <a:close/>
                  <a:moveTo>
                    <a:pt x="714300" y="374840"/>
                  </a:moveTo>
                  <a:lnTo>
                    <a:pt x="697122" y="406463"/>
                  </a:lnTo>
                  <a:lnTo>
                    <a:pt x="731894" y="405283"/>
                  </a:lnTo>
                  <a:close/>
                  <a:moveTo>
                    <a:pt x="739627" y="354249"/>
                  </a:moveTo>
                  <a:lnTo>
                    <a:pt x="699961" y="325140"/>
                  </a:lnTo>
                  <a:lnTo>
                    <a:pt x="723701" y="337511"/>
                  </a:lnTo>
                  <a:close/>
                  <a:moveTo>
                    <a:pt x="719600" y="225973"/>
                  </a:moveTo>
                  <a:lnTo>
                    <a:pt x="718877" y="236878"/>
                  </a:lnTo>
                  <a:lnTo>
                    <a:pt x="736861" y="197691"/>
                  </a:lnTo>
                  <a:close/>
                  <a:moveTo>
                    <a:pt x="732960" y="225428"/>
                  </a:moveTo>
                  <a:lnTo>
                    <a:pt x="721127" y="217263"/>
                  </a:lnTo>
                  <a:lnTo>
                    <a:pt x="719600" y="225973"/>
                  </a:lnTo>
                  <a:close/>
                  <a:moveTo>
                    <a:pt x="875533" y="146624"/>
                  </a:moveTo>
                  <a:lnTo>
                    <a:pt x="842439" y="147470"/>
                  </a:lnTo>
                  <a:lnTo>
                    <a:pt x="838512" y="149046"/>
                  </a:lnTo>
                  <a:close/>
                  <a:moveTo>
                    <a:pt x="864696" y="18693"/>
                  </a:moveTo>
                  <a:lnTo>
                    <a:pt x="865511" y="19943"/>
                  </a:lnTo>
                  <a:lnTo>
                    <a:pt x="866572" y="16913"/>
                  </a:lnTo>
                  <a:close/>
                  <a:moveTo>
                    <a:pt x="867751" y="21322"/>
                  </a:moveTo>
                  <a:lnTo>
                    <a:pt x="865511" y="19943"/>
                  </a:lnTo>
                  <a:lnTo>
                    <a:pt x="864696" y="18693"/>
                  </a:lnTo>
                  <a:close/>
                  <a:moveTo>
                    <a:pt x="893072" y="1510"/>
                  </a:moveTo>
                  <a:lnTo>
                    <a:pt x="907484" y="12908"/>
                  </a:lnTo>
                  <a:lnTo>
                    <a:pt x="889015" y="4614"/>
                  </a:lnTo>
                  <a:close/>
                  <a:moveTo>
                    <a:pt x="864696" y="18693"/>
                  </a:moveTo>
                  <a:lnTo>
                    <a:pt x="866572" y="16913"/>
                  </a:lnTo>
                  <a:lnTo>
                    <a:pt x="887780" y="0"/>
                  </a:lnTo>
                  <a:close/>
                  <a:moveTo>
                    <a:pt x="893072" y="1510"/>
                  </a:moveTo>
                  <a:lnTo>
                    <a:pt x="887780" y="0"/>
                  </a:lnTo>
                  <a:lnTo>
                    <a:pt x="907484" y="12908"/>
                  </a:lnTo>
                  <a:close/>
                  <a:moveTo>
                    <a:pt x="1026883" y="111775"/>
                  </a:moveTo>
                  <a:lnTo>
                    <a:pt x="1029579" y="60223"/>
                  </a:lnTo>
                  <a:lnTo>
                    <a:pt x="1023418" y="107073"/>
                  </a:lnTo>
                  <a:close/>
                  <a:moveTo>
                    <a:pt x="1031248" y="57836"/>
                  </a:moveTo>
                  <a:lnTo>
                    <a:pt x="1029579" y="60223"/>
                  </a:lnTo>
                  <a:lnTo>
                    <a:pt x="1026883" y="111775"/>
                  </a:lnTo>
                  <a:close/>
                  <a:moveTo>
                    <a:pt x="1040100" y="75020"/>
                  </a:moveTo>
                  <a:lnTo>
                    <a:pt x="1031248" y="57836"/>
                  </a:lnTo>
                  <a:lnTo>
                    <a:pt x="1026883" y="111775"/>
                  </a:lnTo>
                  <a:close/>
                  <a:moveTo>
                    <a:pt x="1031248" y="57836"/>
                  </a:moveTo>
                  <a:lnTo>
                    <a:pt x="1040100" y="75020"/>
                  </a:lnTo>
                  <a:lnTo>
                    <a:pt x="1053486" y="25034"/>
                  </a:lnTo>
                  <a:close/>
                  <a:moveTo>
                    <a:pt x="1054762" y="19185"/>
                  </a:moveTo>
                  <a:lnTo>
                    <a:pt x="1031248" y="57836"/>
                  </a:lnTo>
                  <a:lnTo>
                    <a:pt x="1053486" y="250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78" name="Input_density__178">
              <a:extLst>
                <a:ext uri="{FF2B5EF4-FFF2-40B4-BE49-F238E27FC236}">
                  <a16:creationId xmlns:a16="http://schemas.microsoft.com/office/drawing/2014/main" id="{793A7EF4-D43B-C193-52A7-D2742E37F321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924491"/>
              <a:ext cx="1017915" cy="473540"/>
            </a:xfrm>
            <a:custGeom>
              <a:avLst/>
              <a:gdLst/>
              <a:ahLst/>
              <a:cxnLst/>
              <a:rect l="0" t="0" r="0" b="0"/>
              <a:pathLst>
                <a:path w="1017915" h="473540">
                  <a:moveTo>
                    <a:pt x="24410" y="259379"/>
                  </a:moveTo>
                  <a:lnTo>
                    <a:pt x="0" y="264322"/>
                  </a:lnTo>
                  <a:lnTo>
                    <a:pt x="56707" y="255556"/>
                  </a:lnTo>
                  <a:close/>
                  <a:moveTo>
                    <a:pt x="24410" y="259379"/>
                  </a:moveTo>
                  <a:lnTo>
                    <a:pt x="56707" y="255556"/>
                  </a:lnTo>
                  <a:lnTo>
                    <a:pt x="33026" y="256116"/>
                  </a:lnTo>
                  <a:close/>
                  <a:moveTo>
                    <a:pt x="580107" y="470575"/>
                  </a:moveTo>
                  <a:lnTo>
                    <a:pt x="574199" y="472099"/>
                  </a:lnTo>
                  <a:lnTo>
                    <a:pt x="602848" y="446105"/>
                  </a:lnTo>
                  <a:close/>
                  <a:moveTo>
                    <a:pt x="568540" y="470575"/>
                  </a:moveTo>
                  <a:lnTo>
                    <a:pt x="574199" y="472099"/>
                  </a:lnTo>
                  <a:lnTo>
                    <a:pt x="576866" y="473540"/>
                  </a:lnTo>
                  <a:close/>
                  <a:moveTo>
                    <a:pt x="580107" y="470575"/>
                  </a:moveTo>
                  <a:lnTo>
                    <a:pt x="576866" y="473540"/>
                  </a:lnTo>
                  <a:lnTo>
                    <a:pt x="574199" y="472099"/>
                  </a:lnTo>
                  <a:close/>
                  <a:moveTo>
                    <a:pt x="568540" y="470575"/>
                  </a:moveTo>
                  <a:lnTo>
                    <a:pt x="576866" y="473540"/>
                  </a:lnTo>
                  <a:lnTo>
                    <a:pt x="582905" y="465021"/>
                  </a:lnTo>
                  <a:close/>
                  <a:moveTo>
                    <a:pt x="582905" y="465021"/>
                  </a:moveTo>
                  <a:lnTo>
                    <a:pt x="576866" y="473540"/>
                  </a:lnTo>
                  <a:lnTo>
                    <a:pt x="580107" y="470575"/>
                  </a:lnTo>
                  <a:close/>
                  <a:moveTo>
                    <a:pt x="594156" y="441976"/>
                  </a:moveTo>
                  <a:lnTo>
                    <a:pt x="602848" y="446105"/>
                  </a:lnTo>
                  <a:lnTo>
                    <a:pt x="607716" y="427192"/>
                  </a:lnTo>
                  <a:close/>
                  <a:moveTo>
                    <a:pt x="582905" y="465021"/>
                  </a:moveTo>
                  <a:lnTo>
                    <a:pt x="602848" y="446105"/>
                  </a:lnTo>
                  <a:lnTo>
                    <a:pt x="594156" y="441976"/>
                  </a:lnTo>
                  <a:close/>
                  <a:moveTo>
                    <a:pt x="580107" y="470575"/>
                  </a:moveTo>
                  <a:lnTo>
                    <a:pt x="602848" y="446105"/>
                  </a:lnTo>
                  <a:lnTo>
                    <a:pt x="582905" y="465021"/>
                  </a:lnTo>
                  <a:close/>
                  <a:moveTo>
                    <a:pt x="607716" y="427192"/>
                  </a:moveTo>
                  <a:lnTo>
                    <a:pt x="602848" y="446105"/>
                  </a:lnTo>
                  <a:lnTo>
                    <a:pt x="609852" y="433820"/>
                  </a:lnTo>
                  <a:close/>
                  <a:moveTo>
                    <a:pt x="672112" y="388080"/>
                  </a:moveTo>
                  <a:lnTo>
                    <a:pt x="646449" y="388339"/>
                  </a:lnTo>
                  <a:lnTo>
                    <a:pt x="700254" y="368721"/>
                  </a:lnTo>
                  <a:close/>
                  <a:moveTo>
                    <a:pt x="700800" y="345515"/>
                  </a:moveTo>
                  <a:lnTo>
                    <a:pt x="692815" y="385096"/>
                  </a:lnTo>
                  <a:lnTo>
                    <a:pt x="700254" y="368721"/>
                  </a:lnTo>
                  <a:close/>
                  <a:moveTo>
                    <a:pt x="707778" y="355272"/>
                  </a:moveTo>
                  <a:lnTo>
                    <a:pt x="700254" y="368721"/>
                  </a:lnTo>
                  <a:lnTo>
                    <a:pt x="705123" y="362698"/>
                  </a:lnTo>
                  <a:close/>
                  <a:moveTo>
                    <a:pt x="705123" y="362698"/>
                  </a:moveTo>
                  <a:lnTo>
                    <a:pt x="713134" y="320671"/>
                  </a:lnTo>
                  <a:lnTo>
                    <a:pt x="707778" y="355272"/>
                  </a:lnTo>
                  <a:close/>
                  <a:moveTo>
                    <a:pt x="743055" y="218067"/>
                  </a:moveTo>
                  <a:lnTo>
                    <a:pt x="714733" y="230438"/>
                  </a:lnTo>
                  <a:lnTo>
                    <a:pt x="711165" y="272005"/>
                  </a:lnTo>
                  <a:close/>
                  <a:moveTo>
                    <a:pt x="727893" y="90618"/>
                  </a:moveTo>
                  <a:lnTo>
                    <a:pt x="723991" y="118355"/>
                  </a:lnTo>
                  <a:lnTo>
                    <a:pt x="710632" y="118900"/>
                  </a:lnTo>
                  <a:close/>
                  <a:moveTo>
                    <a:pt x="829543" y="41973"/>
                  </a:moveTo>
                  <a:lnTo>
                    <a:pt x="827317" y="39068"/>
                  </a:lnTo>
                  <a:lnTo>
                    <a:pt x="811220" y="53413"/>
                  </a:lnTo>
                  <a:close/>
                  <a:moveTo>
                    <a:pt x="795402" y="42641"/>
                  </a:moveTo>
                  <a:lnTo>
                    <a:pt x="804856" y="56252"/>
                  </a:lnTo>
                  <a:lnTo>
                    <a:pt x="811220" y="53413"/>
                  </a:lnTo>
                  <a:close/>
                  <a:moveTo>
                    <a:pt x="811220" y="53413"/>
                  </a:moveTo>
                  <a:lnTo>
                    <a:pt x="843840" y="50797"/>
                  </a:lnTo>
                  <a:lnTo>
                    <a:pt x="829543" y="41973"/>
                  </a:lnTo>
                  <a:close/>
                  <a:moveTo>
                    <a:pt x="843840" y="50797"/>
                  </a:moveTo>
                  <a:lnTo>
                    <a:pt x="865458" y="39863"/>
                  </a:lnTo>
                  <a:lnTo>
                    <a:pt x="829543" y="41973"/>
                  </a:lnTo>
                  <a:close/>
                  <a:moveTo>
                    <a:pt x="869384" y="39068"/>
                  </a:moveTo>
                  <a:lnTo>
                    <a:pt x="865458" y="39863"/>
                  </a:lnTo>
                  <a:lnTo>
                    <a:pt x="898975" y="36154"/>
                  </a:lnTo>
                  <a:close/>
                  <a:moveTo>
                    <a:pt x="866564" y="39551"/>
                  </a:moveTo>
                  <a:lnTo>
                    <a:pt x="829543" y="41973"/>
                  </a:lnTo>
                  <a:lnTo>
                    <a:pt x="865458" y="39863"/>
                  </a:lnTo>
                  <a:close/>
                  <a:moveTo>
                    <a:pt x="869384" y="39068"/>
                  </a:moveTo>
                  <a:lnTo>
                    <a:pt x="866564" y="39551"/>
                  </a:lnTo>
                  <a:lnTo>
                    <a:pt x="865458" y="39863"/>
                  </a:lnTo>
                  <a:close/>
                  <a:moveTo>
                    <a:pt x="927215" y="45529"/>
                  </a:moveTo>
                  <a:lnTo>
                    <a:pt x="869384" y="39068"/>
                  </a:lnTo>
                  <a:lnTo>
                    <a:pt x="901659" y="37520"/>
                  </a:lnTo>
                  <a:close/>
                  <a:moveTo>
                    <a:pt x="866564" y="39551"/>
                  </a:moveTo>
                  <a:lnTo>
                    <a:pt x="869384" y="39068"/>
                  </a:lnTo>
                  <a:lnTo>
                    <a:pt x="927215" y="45529"/>
                  </a:lnTo>
                  <a:close/>
                  <a:moveTo>
                    <a:pt x="927215" y="45529"/>
                  </a:moveTo>
                  <a:lnTo>
                    <a:pt x="958075" y="36332"/>
                  </a:lnTo>
                  <a:lnTo>
                    <a:pt x="982729" y="32304"/>
                  </a:lnTo>
                  <a:close/>
                  <a:moveTo>
                    <a:pt x="982729" y="32304"/>
                  </a:moveTo>
                  <a:lnTo>
                    <a:pt x="958075" y="36332"/>
                  </a:lnTo>
                  <a:lnTo>
                    <a:pt x="1010900" y="13053"/>
                  </a:lnTo>
                  <a:close/>
                  <a:moveTo>
                    <a:pt x="988075" y="21885"/>
                  </a:moveTo>
                  <a:lnTo>
                    <a:pt x="1017915" y="4702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982729" y="32304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1010900" y="13053"/>
                  </a:lnTo>
                  <a:lnTo>
                    <a:pt x="1017915" y="470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79" name="Input_density__179">
              <a:extLst>
                <a:ext uri="{FF2B5EF4-FFF2-40B4-BE49-F238E27FC236}">
                  <a16:creationId xmlns:a16="http://schemas.microsoft.com/office/drawing/2014/main" id="{39F00C92-2CAF-B76D-7CAE-34F3601E1A5D}"/>
                </a:ext>
              </a:extLst>
            </p:cNvPr>
            <p:cNvSpPr>
              <a:spLocks noGrp="1"/>
            </p:cNvSpPr>
            <p:nvPr/>
          </p:nvSpPr>
          <p:spPr>
            <a:xfrm>
              <a:off x="582403" y="1617435"/>
              <a:ext cx="969864" cy="509612"/>
            </a:xfrm>
            <a:custGeom>
              <a:avLst/>
              <a:gdLst/>
              <a:ahLst/>
              <a:cxnLst/>
              <a:rect l="0" t="0" r="0" b="0"/>
              <a:pathLst>
                <a:path w="969864" h="509612">
                  <a:moveTo>
                    <a:pt x="129671" y="490001"/>
                  </a:moveTo>
                  <a:lnTo>
                    <a:pt x="99840" y="478814"/>
                  </a:lnTo>
                  <a:lnTo>
                    <a:pt x="90802" y="504721"/>
                  </a:lnTo>
                  <a:close/>
                  <a:moveTo>
                    <a:pt x="90802" y="504721"/>
                  </a:moveTo>
                  <a:lnTo>
                    <a:pt x="123525" y="498386"/>
                  </a:lnTo>
                  <a:lnTo>
                    <a:pt x="129671" y="490001"/>
                  </a:lnTo>
                  <a:close/>
                  <a:moveTo>
                    <a:pt x="157330" y="468837"/>
                  </a:moveTo>
                  <a:lnTo>
                    <a:pt x="100957" y="478853"/>
                  </a:lnTo>
                  <a:lnTo>
                    <a:pt x="129671" y="490001"/>
                  </a:lnTo>
                  <a:close/>
                  <a:moveTo>
                    <a:pt x="0" y="368549"/>
                  </a:moveTo>
                  <a:lnTo>
                    <a:pt x="28085" y="359340"/>
                  </a:lnTo>
                  <a:lnTo>
                    <a:pt x="12887" y="361988"/>
                  </a:lnTo>
                  <a:close/>
                  <a:moveTo>
                    <a:pt x="129671" y="490001"/>
                  </a:moveTo>
                  <a:lnTo>
                    <a:pt x="123525" y="498386"/>
                  </a:lnTo>
                  <a:lnTo>
                    <a:pt x="134781" y="496055"/>
                  </a:lnTo>
                  <a:close/>
                  <a:moveTo>
                    <a:pt x="134781" y="496055"/>
                  </a:moveTo>
                  <a:lnTo>
                    <a:pt x="157330" y="468837"/>
                  </a:lnTo>
                  <a:lnTo>
                    <a:pt x="129671" y="490001"/>
                  </a:lnTo>
                  <a:close/>
                  <a:moveTo>
                    <a:pt x="134781" y="496055"/>
                  </a:moveTo>
                  <a:lnTo>
                    <a:pt x="181681" y="485014"/>
                  </a:lnTo>
                  <a:lnTo>
                    <a:pt x="157330" y="468837"/>
                  </a:lnTo>
                  <a:close/>
                  <a:moveTo>
                    <a:pt x="157330" y="468837"/>
                  </a:moveTo>
                  <a:lnTo>
                    <a:pt x="181681" y="485014"/>
                  </a:lnTo>
                  <a:lnTo>
                    <a:pt x="162259" y="461631"/>
                  </a:lnTo>
                  <a:close/>
                  <a:moveTo>
                    <a:pt x="162259" y="461631"/>
                  </a:moveTo>
                  <a:lnTo>
                    <a:pt x="181681" y="485014"/>
                  </a:lnTo>
                  <a:lnTo>
                    <a:pt x="195546" y="481202"/>
                  </a:lnTo>
                  <a:close/>
                  <a:moveTo>
                    <a:pt x="162259" y="461631"/>
                  </a:moveTo>
                  <a:lnTo>
                    <a:pt x="195546" y="481202"/>
                  </a:lnTo>
                  <a:lnTo>
                    <a:pt x="197960" y="444448"/>
                  </a:lnTo>
                  <a:close/>
                  <a:moveTo>
                    <a:pt x="181681" y="485014"/>
                  </a:moveTo>
                  <a:lnTo>
                    <a:pt x="193968" y="509612"/>
                  </a:lnTo>
                  <a:lnTo>
                    <a:pt x="195546" y="481202"/>
                  </a:lnTo>
                  <a:close/>
                  <a:moveTo>
                    <a:pt x="166597" y="280244"/>
                  </a:moveTo>
                  <a:lnTo>
                    <a:pt x="193111" y="299816"/>
                  </a:lnTo>
                  <a:lnTo>
                    <a:pt x="210545" y="263061"/>
                  </a:lnTo>
                  <a:close/>
                  <a:moveTo>
                    <a:pt x="258926" y="282632"/>
                  </a:moveTo>
                  <a:lnTo>
                    <a:pt x="235804" y="289113"/>
                  </a:lnTo>
                  <a:lnTo>
                    <a:pt x="239841" y="330578"/>
                  </a:lnTo>
                  <a:close/>
                  <a:moveTo>
                    <a:pt x="210545" y="263061"/>
                  </a:moveTo>
                  <a:lnTo>
                    <a:pt x="235804" y="289113"/>
                  </a:lnTo>
                  <a:lnTo>
                    <a:pt x="213802" y="262253"/>
                  </a:lnTo>
                  <a:close/>
                  <a:moveTo>
                    <a:pt x="210545" y="263061"/>
                  </a:moveTo>
                  <a:lnTo>
                    <a:pt x="193111" y="299816"/>
                  </a:lnTo>
                  <a:lnTo>
                    <a:pt x="235804" y="289113"/>
                  </a:lnTo>
                  <a:close/>
                  <a:moveTo>
                    <a:pt x="258926" y="282632"/>
                  </a:moveTo>
                  <a:lnTo>
                    <a:pt x="272976" y="267234"/>
                  </a:lnTo>
                  <a:lnTo>
                    <a:pt x="235804" y="289113"/>
                  </a:lnTo>
                  <a:close/>
                  <a:moveTo>
                    <a:pt x="212379" y="261455"/>
                  </a:moveTo>
                  <a:lnTo>
                    <a:pt x="210545" y="263061"/>
                  </a:lnTo>
                  <a:lnTo>
                    <a:pt x="213802" y="262253"/>
                  </a:lnTo>
                  <a:close/>
                  <a:moveTo>
                    <a:pt x="390032" y="338959"/>
                  </a:moveTo>
                  <a:lnTo>
                    <a:pt x="413103" y="321206"/>
                  </a:lnTo>
                  <a:lnTo>
                    <a:pt x="380186" y="342492"/>
                  </a:lnTo>
                  <a:close/>
                  <a:moveTo>
                    <a:pt x="380186" y="342492"/>
                  </a:moveTo>
                  <a:lnTo>
                    <a:pt x="387581" y="350360"/>
                  </a:lnTo>
                  <a:lnTo>
                    <a:pt x="390032" y="338959"/>
                  </a:lnTo>
                  <a:close/>
                  <a:moveTo>
                    <a:pt x="258926" y="282632"/>
                  </a:moveTo>
                  <a:lnTo>
                    <a:pt x="298487" y="309988"/>
                  </a:lnTo>
                  <a:lnTo>
                    <a:pt x="284396" y="276696"/>
                  </a:lnTo>
                  <a:close/>
                  <a:moveTo>
                    <a:pt x="298487" y="309988"/>
                  </a:moveTo>
                  <a:lnTo>
                    <a:pt x="324964" y="270804"/>
                  </a:lnTo>
                  <a:lnTo>
                    <a:pt x="284396" y="276696"/>
                  </a:lnTo>
                  <a:close/>
                  <a:moveTo>
                    <a:pt x="272976" y="267234"/>
                  </a:moveTo>
                  <a:lnTo>
                    <a:pt x="258926" y="282632"/>
                  </a:lnTo>
                  <a:lnTo>
                    <a:pt x="284396" y="276696"/>
                  </a:lnTo>
                  <a:close/>
                  <a:moveTo>
                    <a:pt x="717118" y="258190"/>
                  </a:moveTo>
                  <a:lnTo>
                    <a:pt x="700306" y="270226"/>
                  </a:lnTo>
                  <a:lnTo>
                    <a:pt x="723826" y="254450"/>
                  </a:lnTo>
                  <a:close/>
                  <a:moveTo>
                    <a:pt x="697609" y="233471"/>
                  </a:moveTo>
                  <a:lnTo>
                    <a:pt x="717118" y="258190"/>
                  </a:lnTo>
                  <a:lnTo>
                    <a:pt x="723671" y="253042"/>
                  </a:lnTo>
                  <a:close/>
                  <a:moveTo>
                    <a:pt x="717118" y="258190"/>
                  </a:moveTo>
                  <a:lnTo>
                    <a:pt x="723826" y="254450"/>
                  </a:lnTo>
                  <a:lnTo>
                    <a:pt x="723671" y="253042"/>
                  </a:lnTo>
                  <a:close/>
                  <a:moveTo>
                    <a:pt x="723826" y="254450"/>
                  </a:moveTo>
                  <a:lnTo>
                    <a:pt x="750237" y="276012"/>
                  </a:lnTo>
                  <a:lnTo>
                    <a:pt x="723671" y="253042"/>
                  </a:lnTo>
                  <a:close/>
                  <a:moveTo>
                    <a:pt x="723438" y="216287"/>
                  </a:moveTo>
                  <a:lnTo>
                    <a:pt x="723671" y="253042"/>
                  </a:lnTo>
                  <a:lnTo>
                    <a:pt x="750376" y="235859"/>
                  </a:lnTo>
                  <a:close/>
                  <a:moveTo>
                    <a:pt x="723438" y="216287"/>
                  </a:moveTo>
                  <a:lnTo>
                    <a:pt x="750376" y="235859"/>
                  </a:lnTo>
                  <a:lnTo>
                    <a:pt x="751933" y="199104"/>
                  </a:lnTo>
                  <a:close/>
                  <a:moveTo>
                    <a:pt x="751933" y="199104"/>
                  </a:moveTo>
                  <a:lnTo>
                    <a:pt x="762205" y="177160"/>
                  </a:lnTo>
                  <a:lnTo>
                    <a:pt x="736217" y="179532"/>
                  </a:lnTo>
                  <a:close/>
                  <a:moveTo>
                    <a:pt x="787644" y="176062"/>
                  </a:moveTo>
                  <a:lnTo>
                    <a:pt x="751933" y="199104"/>
                  </a:lnTo>
                  <a:lnTo>
                    <a:pt x="786842" y="181921"/>
                  </a:lnTo>
                  <a:close/>
                  <a:moveTo>
                    <a:pt x="787644" y="176062"/>
                  </a:moveTo>
                  <a:lnTo>
                    <a:pt x="762205" y="177160"/>
                  </a:lnTo>
                  <a:lnTo>
                    <a:pt x="751933" y="199104"/>
                  </a:lnTo>
                  <a:close/>
                  <a:moveTo>
                    <a:pt x="760374" y="125594"/>
                  </a:moveTo>
                  <a:lnTo>
                    <a:pt x="790809" y="145165"/>
                  </a:lnTo>
                  <a:lnTo>
                    <a:pt x="792034" y="108411"/>
                  </a:lnTo>
                  <a:close/>
                  <a:moveTo>
                    <a:pt x="787644" y="176062"/>
                  </a:moveTo>
                  <a:lnTo>
                    <a:pt x="792393" y="179334"/>
                  </a:lnTo>
                  <a:lnTo>
                    <a:pt x="790809" y="145165"/>
                  </a:lnTo>
                  <a:close/>
                  <a:moveTo>
                    <a:pt x="792034" y="108411"/>
                  </a:moveTo>
                  <a:lnTo>
                    <a:pt x="829225" y="110741"/>
                  </a:lnTo>
                  <a:lnTo>
                    <a:pt x="812154" y="100862"/>
                  </a:lnTo>
                  <a:close/>
                  <a:moveTo>
                    <a:pt x="821820" y="127982"/>
                  </a:moveTo>
                  <a:lnTo>
                    <a:pt x="829225" y="110741"/>
                  </a:lnTo>
                  <a:lnTo>
                    <a:pt x="792034" y="108411"/>
                  </a:lnTo>
                  <a:close/>
                  <a:moveTo>
                    <a:pt x="790809" y="145165"/>
                  </a:moveTo>
                  <a:lnTo>
                    <a:pt x="821820" y="127982"/>
                  </a:lnTo>
                  <a:lnTo>
                    <a:pt x="792034" y="108411"/>
                  </a:lnTo>
                  <a:close/>
                  <a:moveTo>
                    <a:pt x="838031" y="91227"/>
                  </a:moveTo>
                  <a:lnTo>
                    <a:pt x="823536" y="54472"/>
                  </a:lnTo>
                  <a:lnTo>
                    <a:pt x="812154" y="100862"/>
                  </a:lnTo>
                  <a:close/>
                  <a:moveTo>
                    <a:pt x="823536" y="54472"/>
                  </a:moveTo>
                  <a:lnTo>
                    <a:pt x="808256" y="59284"/>
                  </a:lnTo>
                  <a:lnTo>
                    <a:pt x="812154" y="100862"/>
                  </a:lnTo>
                  <a:close/>
                  <a:moveTo>
                    <a:pt x="812154" y="100862"/>
                  </a:moveTo>
                  <a:lnTo>
                    <a:pt x="829225" y="110741"/>
                  </a:lnTo>
                  <a:lnTo>
                    <a:pt x="838031" y="91227"/>
                  </a:lnTo>
                  <a:close/>
                  <a:moveTo>
                    <a:pt x="829225" y="110741"/>
                  </a:moveTo>
                  <a:lnTo>
                    <a:pt x="846990" y="117288"/>
                  </a:lnTo>
                  <a:lnTo>
                    <a:pt x="838031" y="91227"/>
                  </a:lnTo>
                  <a:close/>
                  <a:moveTo>
                    <a:pt x="838031" y="91227"/>
                  </a:moveTo>
                  <a:lnTo>
                    <a:pt x="860170" y="110799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38031" y="91227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63476" y="74044"/>
                  </a:lnTo>
                  <a:lnTo>
                    <a:pt x="862587" y="37289"/>
                  </a:lnTo>
                  <a:close/>
                  <a:moveTo>
                    <a:pt x="866677" y="29982"/>
                  </a:moveTo>
                  <a:lnTo>
                    <a:pt x="823536" y="54472"/>
                  </a:lnTo>
                  <a:lnTo>
                    <a:pt x="862587" y="37289"/>
                  </a:lnTo>
                  <a:close/>
                  <a:moveTo>
                    <a:pt x="862587" y="37289"/>
                  </a:moveTo>
                  <a:lnTo>
                    <a:pt x="898392" y="52353"/>
                  </a:lnTo>
                  <a:lnTo>
                    <a:pt x="874646" y="32398"/>
                  </a:lnTo>
                  <a:close/>
                  <a:moveTo>
                    <a:pt x="866677" y="29982"/>
                  </a:moveTo>
                  <a:lnTo>
                    <a:pt x="862587" y="37289"/>
                  </a:lnTo>
                  <a:lnTo>
                    <a:pt x="874646" y="32398"/>
                  </a:lnTo>
                  <a:close/>
                  <a:moveTo>
                    <a:pt x="919447" y="6500"/>
                  </a:moveTo>
                  <a:lnTo>
                    <a:pt x="874646" y="32398"/>
                  </a:lnTo>
                  <a:lnTo>
                    <a:pt x="906455" y="20106"/>
                  </a:lnTo>
                  <a:close/>
                  <a:moveTo>
                    <a:pt x="866677" y="29982"/>
                  </a:moveTo>
                  <a:lnTo>
                    <a:pt x="874646" y="32398"/>
                  </a:lnTo>
                  <a:lnTo>
                    <a:pt x="919447" y="6500"/>
                  </a:lnTo>
                  <a:close/>
                  <a:moveTo>
                    <a:pt x="874646" y="32398"/>
                  </a:moveTo>
                  <a:lnTo>
                    <a:pt x="898392" y="52353"/>
                  </a:lnTo>
                  <a:lnTo>
                    <a:pt x="906455" y="20106"/>
                  </a:lnTo>
                  <a:close/>
                  <a:moveTo>
                    <a:pt x="947762" y="44792"/>
                  </a:moveTo>
                  <a:lnTo>
                    <a:pt x="969864" y="9165"/>
                  </a:lnTo>
                  <a:lnTo>
                    <a:pt x="931182" y="13524"/>
                  </a:lnTo>
                  <a:close/>
                  <a:moveTo>
                    <a:pt x="919447" y="6500"/>
                  </a:moveTo>
                  <a:lnTo>
                    <a:pt x="906455" y="20106"/>
                  </a:lnTo>
                  <a:lnTo>
                    <a:pt x="931182" y="13524"/>
                  </a:lnTo>
                  <a:close/>
                  <a:moveTo>
                    <a:pt x="931182" y="13524"/>
                  </a:moveTo>
                  <a:lnTo>
                    <a:pt x="951028" y="0"/>
                  </a:lnTo>
                  <a:lnTo>
                    <a:pt x="919447" y="6500"/>
                  </a:lnTo>
                  <a:close/>
                  <a:moveTo>
                    <a:pt x="931182" y="13524"/>
                  </a:moveTo>
                  <a:lnTo>
                    <a:pt x="969864" y="9165"/>
                  </a:lnTo>
                  <a:lnTo>
                    <a:pt x="951028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80" name="Input_density__180">
              <a:extLst>
                <a:ext uri="{FF2B5EF4-FFF2-40B4-BE49-F238E27FC236}">
                  <a16:creationId xmlns:a16="http://schemas.microsoft.com/office/drawing/2014/main" id="{C8E1A366-1830-B0A8-AE72-4A9CF172A4C5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47327" cy="698679"/>
            </a:xfrm>
            <a:custGeom>
              <a:avLst/>
              <a:gdLst/>
              <a:ahLst/>
              <a:cxnLst/>
              <a:rect l="0" t="0" r="0" b="0"/>
              <a:pathLst>
                <a:path w="1047327" h="698679">
                  <a:moveTo>
                    <a:pt x="102654" y="601194"/>
                  </a:moveTo>
                  <a:lnTo>
                    <a:pt x="136707" y="641529"/>
                  </a:lnTo>
                  <a:lnTo>
                    <a:pt x="139028" y="630161"/>
                  </a:lnTo>
                  <a:close/>
                  <a:moveTo>
                    <a:pt x="136707" y="641529"/>
                  </a:moveTo>
                  <a:lnTo>
                    <a:pt x="149655" y="637949"/>
                  </a:lnTo>
                  <a:lnTo>
                    <a:pt x="139028" y="630161"/>
                  </a:lnTo>
                  <a:close/>
                  <a:moveTo>
                    <a:pt x="205300" y="657521"/>
                  </a:moveTo>
                  <a:lnTo>
                    <a:pt x="190674" y="698679"/>
                  </a:lnTo>
                  <a:lnTo>
                    <a:pt x="205515" y="657962"/>
                  </a:lnTo>
                  <a:close/>
                  <a:moveTo>
                    <a:pt x="205300" y="657521"/>
                  </a:moveTo>
                  <a:lnTo>
                    <a:pt x="171786" y="674704"/>
                  </a:lnTo>
                  <a:lnTo>
                    <a:pt x="190674" y="698679"/>
                  </a:lnTo>
                  <a:close/>
                  <a:moveTo>
                    <a:pt x="188715" y="626336"/>
                  </a:moveTo>
                  <a:lnTo>
                    <a:pt x="139028" y="630161"/>
                  </a:lnTo>
                  <a:lnTo>
                    <a:pt x="149655" y="637949"/>
                  </a:lnTo>
                  <a:close/>
                  <a:moveTo>
                    <a:pt x="15872" y="447222"/>
                  </a:moveTo>
                  <a:lnTo>
                    <a:pt x="9138" y="440240"/>
                  </a:lnTo>
                  <a:lnTo>
                    <a:pt x="29208" y="473746"/>
                  </a:lnTo>
                  <a:close/>
                  <a:moveTo>
                    <a:pt x="29208" y="473746"/>
                  </a:moveTo>
                  <a:lnTo>
                    <a:pt x="9138" y="440240"/>
                  </a:lnTo>
                  <a:lnTo>
                    <a:pt x="0" y="454174"/>
                  </a:lnTo>
                  <a:close/>
                  <a:moveTo>
                    <a:pt x="9138" y="440240"/>
                  </a:moveTo>
                  <a:lnTo>
                    <a:pt x="11740" y="431775"/>
                  </a:lnTo>
                  <a:lnTo>
                    <a:pt x="0" y="454174"/>
                  </a:lnTo>
                  <a:close/>
                  <a:moveTo>
                    <a:pt x="0" y="454174"/>
                  </a:moveTo>
                  <a:lnTo>
                    <a:pt x="11740" y="431775"/>
                  </a:lnTo>
                  <a:lnTo>
                    <a:pt x="15282" y="400236"/>
                  </a:lnTo>
                  <a:close/>
                  <a:moveTo>
                    <a:pt x="205515" y="657962"/>
                  </a:moveTo>
                  <a:lnTo>
                    <a:pt x="238370" y="640337"/>
                  </a:lnTo>
                  <a:lnTo>
                    <a:pt x="205738" y="657244"/>
                  </a:lnTo>
                  <a:close/>
                  <a:moveTo>
                    <a:pt x="238370" y="640337"/>
                  </a:moveTo>
                  <a:lnTo>
                    <a:pt x="203640" y="614202"/>
                  </a:lnTo>
                  <a:lnTo>
                    <a:pt x="202616" y="620766"/>
                  </a:lnTo>
                  <a:close/>
                  <a:moveTo>
                    <a:pt x="205260" y="657008"/>
                  </a:moveTo>
                  <a:lnTo>
                    <a:pt x="205738" y="657244"/>
                  </a:lnTo>
                  <a:lnTo>
                    <a:pt x="238370" y="640337"/>
                  </a:lnTo>
                  <a:close/>
                  <a:moveTo>
                    <a:pt x="202616" y="620766"/>
                  </a:moveTo>
                  <a:lnTo>
                    <a:pt x="205260" y="657008"/>
                  </a:lnTo>
                  <a:lnTo>
                    <a:pt x="238370" y="640337"/>
                  </a:lnTo>
                  <a:close/>
                  <a:moveTo>
                    <a:pt x="136269" y="462897"/>
                  </a:moveTo>
                  <a:lnTo>
                    <a:pt x="147226" y="468396"/>
                  </a:lnTo>
                  <a:lnTo>
                    <a:pt x="168991" y="456562"/>
                  </a:lnTo>
                  <a:close/>
                  <a:moveTo>
                    <a:pt x="51742" y="360552"/>
                  </a:moveTo>
                  <a:lnTo>
                    <a:pt x="55811" y="346297"/>
                  </a:lnTo>
                  <a:lnTo>
                    <a:pt x="42224" y="363481"/>
                  </a:lnTo>
                  <a:close/>
                  <a:moveTo>
                    <a:pt x="212745" y="476134"/>
                  </a:moveTo>
                  <a:lnTo>
                    <a:pt x="239435" y="467789"/>
                  </a:lnTo>
                  <a:lnTo>
                    <a:pt x="208129" y="476311"/>
                  </a:lnTo>
                  <a:close/>
                  <a:moveTo>
                    <a:pt x="208129" y="476311"/>
                  </a:moveTo>
                  <a:lnTo>
                    <a:pt x="208529" y="476812"/>
                  </a:lnTo>
                  <a:lnTo>
                    <a:pt x="212745" y="476134"/>
                  </a:lnTo>
                  <a:close/>
                  <a:moveTo>
                    <a:pt x="208529" y="476812"/>
                  </a:moveTo>
                  <a:lnTo>
                    <a:pt x="208129" y="476311"/>
                  </a:lnTo>
                  <a:lnTo>
                    <a:pt x="207063" y="476134"/>
                  </a:lnTo>
                  <a:close/>
                  <a:moveTo>
                    <a:pt x="73552" y="317517"/>
                  </a:moveTo>
                  <a:lnTo>
                    <a:pt x="55811" y="346297"/>
                  </a:lnTo>
                  <a:lnTo>
                    <a:pt x="69031" y="328985"/>
                  </a:lnTo>
                  <a:close/>
                  <a:moveTo>
                    <a:pt x="94147" y="298310"/>
                  </a:moveTo>
                  <a:lnTo>
                    <a:pt x="73552" y="317517"/>
                  </a:lnTo>
                  <a:lnTo>
                    <a:pt x="69031" y="328985"/>
                  </a:lnTo>
                  <a:close/>
                  <a:moveTo>
                    <a:pt x="358856" y="569279"/>
                  </a:moveTo>
                  <a:lnTo>
                    <a:pt x="326601" y="532461"/>
                  </a:lnTo>
                  <a:lnTo>
                    <a:pt x="311884" y="535631"/>
                  </a:lnTo>
                  <a:close/>
                  <a:moveTo>
                    <a:pt x="311884" y="535631"/>
                  </a:moveTo>
                  <a:lnTo>
                    <a:pt x="284119" y="495706"/>
                  </a:lnTo>
                  <a:lnTo>
                    <a:pt x="255304" y="509794"/>
                  </a:lnTo>
                  <a:close/>
                  <a:moveTo>
                    <a:pt x="311884" y="535631"/>
                  </a:moveTo>
                  <a:lnTo>
                    <a:pt x="255304" y="509794"/>
                  </a:lnTo>
                  <a:lnTo>
                    <a:pt x="272842" y="540283"/>
                  </a:lnTo>
                  <a:close/>
                  <a:moveTo>
                    <a:pt x="311884" y="535631"/>
                  </a:moveTo>
                  <a:lnTo>
                    <a:pt x="326601" y="532461"/>
                  </a:lnTo>
                  <a:lnTo>
                    <a:pt x="311267" y="515574"/>
                  </a:lnTo>
                  <a:close/>
                  <a:moveTo>
                    <a:pt x="212745" y="476134"/>
                  </a:moveTo>
                  <a:lnTo>
                    <a:pt x="267791" y="477600"/>
                  </a:lnTo>
                  <a:lnTo>
                    <a:pt x="258945" y="458951"/>
                  </a:lnTo>
                  <a:close/>
                  <a:moveTo>
                    <a:pt x="255304" y="509794"/>
                  </a:moveTo>
                  <a:lnTo>
                    <a:pt x="284119" y="495706"/>
                  </a:lnTo>
                  <a:lnTo>
                    <a:pt x="267791" y="477600"/>
                  </a:lnTo>
                  <a:close/>
                  <a:moveTo>
                    <a:pt x="259323" y="445942"/>
                  </a:moveTo>
                  <a:lnTo>
                    <a:pt x="212745" y="476134"/>
                  </a:lnTo>
                  <a:lnTo>
                    <a:pt x="258945" y="458951"/>
                  </a:lnTo>
                  <a:close/>
                  <a:moveTo>
                    <a:pt x="259323" y="445942"/>
                  </a:moveTo>
                  <a:lnTo>
                    <a:pt x="260239" y="422196"/>
                  </a:lnTo>
                  <a:lnTo>
                    <a:pt x="241012" y="439379"/>
                  </a:lnTo>
                  <a:close/>
                  <a:moveTo>
                    <a:pt x="124788" y="275176"/>
                  </a:moveTo>
                  <a:lnTo>
                    <a:pt x="127404" y="291115"/>
                  </a:lnTo>
                  <a:lnTo>
                    <a:pt x="115777" y="282973"/>
                  </a:lnTo>
                  <a:close/>
                  <a:moveTo>
                    <a:pt x="143649" y="262607"/>
                  </a:moveTo>
                  <a:lnTo>
                    <a:pt x="124788" y="275176"/>
                  </a:lnTo>
                  <a:lnTo>
                    <a:pt x="159901" y="264696"/>
                  </a:lnTo>
                  <a:close/>
                  <a:moveTo>
                    <a:pt x="198097" y="260732"/>
                  </a:moveTo>
                  <a:lnTo>
                    <a:pt x="159901" y="264696"/>
                  </a:lnTo>
                  <a:lnTo>
                    <a:pt x="201914" y="259665"/>
                  </a:lnTo>
                  <a:close/>
                  <a:moveTo>
                    <a:pt x="159901" y="264696"/>
                  </a:moveTo>
                  <a:lnTo>
                    <a:pt x="171220" y="269480"/>
                  </a:lnTo>
                  <a:lnTo>
                    <a:pt x="201914" y="259665"/>
                  </a:lnTo>
                  <a:close/>
                  <a:moveTo>
                    <a:pt x="198097" y="260732"/>
                  </a:moveTo>
                  <a:lnTo>
                    <a:pt x="201914" y="259665"/>
                  </a:lnTo>
                  <a:lnTo>
                    <a:pt x="235556" y="260872"/>
                  </a:lnTo>
                  <a:close/>
                  <a:moveTo>
                    <a:pt x="564428" y="645114"/>
                  </a:moveTo>
                  <a:lnTo>
                    <a:pt x="558187" y="608359"/>
                  </a:lnTo>
                  <a:lnTo>
                    <a:pt x="568864" y="662297"/>
                  </a:lnTo>
                  <a:close/>
                  <a:moveTo>
                    <a:pt x="549668" y="571604"/>
                  </a:moveTo>
                  <a:lnTo>
                    <a:pt x="533286" y="588787"/>
                  </a:lnTo>
                  <a:lnTo>
                    <a:pt x="558187" y="608359"/>
                  </a:lnTo>
                  <a:close/>
                  <a:moveTo>
                    <a:pt x="229589" y="279877"/>
                  </a:moveTo>
                  <a:lnTo>
                    <a:pt x="235556" y="260872"/>
                  </a:lnTo>
                  <a:lnTo>
                    <a:pt x="201914" y="259665"/>
                  </a:lnTo>
                  <a:close/>
                  <a:moveTo>
                    <a:pt x="229589" y="279877"/>
                  </a:moveTo>
                  <a:lnTo>
                    <a:pt x="259787" y="282414"/>
                  </a:lnTo>
                  <a:lnTo>
                    <a:pt x="235556" y="260872"/>
                  </a:lnTo>
                  <a:close/>
                  <a:moveTo>
                    <a:pt x="259787" y="282414"/>
                  </a:moveTo>
                  <a:lnTo>
                    <a:pt x="238577" y="257992"/>
                  </a:lnTo>
                  <a:lnTo>
                    <a:pt x="235556" y="260872"/>
                  </a:lnTo>
                  <a:close/>
                  <a:moveTo>
                    <a:pt x="281270" y="247289"/>
                  </a:moveTo>
                  <a:lnTo>
                    <a:pt x="238577" y="257992"/>
                  </a:lnTo>
                  <a:lnTo>
                    <a:pt x="259787" y="282414"/>
                  </a:lnTo>
                  <a:close/>
                  <a:moveTo>
                    <a:pt x="285308" y="288755"/>
                  </a:moveTo>
                  <a:lnTo>
                    <a:pt x="281270" y="247289"/>
                  </a:lnTo>
                  <a:lnTo>
                    <a:pt x="259787" y="282414"/>
                  </a:lnTo>
                  <a:close/>
                  <a:moveTo>
                    <a:pt x="312686" y="277564"/>
                  </a:moveTo>
                  <a:lnTo>
                    <a:pt x="304393" y="240809"/>
                  </a:lnTo>
                  <a:lnTo>
                    <a:pt x="285308" y="288755"/>
                  </a:lnTo>
                  <a:close/>
                  <a:moveTo>
                    <a:pt x="549668" y="571604"/>
                  </a:moveTo>
                  <a:lnTo>
                    <a:pt x="608598" y="591175"/>
                  </a:lnTo>
                  <a:lnTo>
                    <a:pt x="598580" y="554576"/>
                  </a:lnTo>
                  <a:close/>
                  <a:moveTo>
                    <a:pt x="599521" y="554420"/>
                  </a:moveTo>
                  <a:lnTo>
                    <a:pt x="598580" y="554576"/>
                  </a:lnTo>
                  <a:lnTo>
                    <a:pt x="608559" y="591016"/>
                  </a:lnTo>
                  <a:close/>
                  <a:moveTo>
                    <a:pt x="430817" y="333891"/>
                  </a:moveTo>
                  <a:lnTo>
                    <a:pt x="409810" y="351074"/>
                  </a:lnTo>
                  <a:lnTo>
                    <a:pt x="438959" y="370645"/>
                  </a:lnTo>
                  <a:close/>
                  <a:moveTo>
                    <a:pt x="312686" y="277564"/>
                  </a:moveTo>
                  <a:lnTo>
                    <a:pt x="338271" y="299543"/>
                  </a:lnTo>
                  <a:lnTo>
                    <a:pt x="343954" y="268165"/>
                  </a:lnTo>
                  <a:close/>
                  <a:moveTo>
                    <a:pt x="338271" y="299543"/>
                  </a:moveTo>
                  <a:lnTo>
                    <a:pt x="386573" y="260381"/>
                  </a:lnTo>
                  <a:lnTo>
                    <a:pt x="343954" y="268165"/>
                  </a:lnTo>
                  <a:close/>
                  <a:moveTo>
                    <a:pt x="386922" y="260659"/>
                  </a:moveTo>
                  <a:lnTo>
                    <a:pt x="386573" y="260381"/>
                  </a:lnTo>
                  <a:lnTo>
                    <a:pt x="338271" y="299543"/>
                  </a:lnTo>
                  <a:close/>
                  <a:moveTo>
                    <a:pt x="386573" y="260381"/>
                  </a:moveTo>
                  <a:lnTo>
                    <a:pt x="386767" y="260080"/>
                  </a:lnTo>
                  <a:lnTo>
                    <a:pt x="343954" y="268165"/>
                  </a:lnTo>
                  <a:close/>
                  <a:moveTo>
                    <a:pt x="599521" y="554420"/>
                  </a:moveTo>
                  <a:lnTo>
                    <a:pt x="608607" y="591171"/>
                  </a:lnTo>
                  <a:lnTo>
                    <a:pt x="634419" y="573992"/>
                  </a:lnTo>
                  <a:close/>
                  <a:moveTo>
                    <a:pt x="689248" y="547339"/>
                  </a:moveTo>
                  <a:lnTo>
                    <a:pt x="668671" y="551769"/>
                  </a:lnTo>
                  <a:lnTo>
                    <a:pt x="670098" y="537237"/>
                  </a:lnTo>
                  <a:close/>
                  <a:moveTo>
                    <a:pt x="430817" y="333891"/>
                  </a:moveTo>
                  <a:lnTo>
                    <a:pt x="438959" y="370645"/>
                  </a:lnTo>
                  <a:lnTo>
                    <a:pt x="450083" y="353462"/>
                  </a:lnTo>
                  <a:close/>
                  <a:moveTo>
                    <a:pt x="386573" y="260381"/>
                  </a:moveTo>
                  <a:lnTo>
                    <a:pt x="386922" y="260659"/>
                  </a:lnTo>
                  <a:lnTo>
                    <a:pt x="386914" y="260327"/>
                  </a:lnTo>
                  <a:close/>
                  <a:moveTo>
                    <a:pt x="386767" y="260080"/>
                  </a:moveTo>
                  <a:lnTo>
                    <a:pt x="386573" y="260381"/>
                  </a:lnTo>
                  <a:lnTo>
                    <a:pt x="386914" y="260327"/>
                  </a:lnTo>
                  <a:close/>
                  <a:moveTo>
                    <a:pt x="386914" y="260327"/>
                  </a:moveTo>
                  <a:lnTo>
                    <a:pt x="386922" y="260659"/>
                  </a:lnTo>
                  <a:lnTo>
                    <a:pt x="387260" y="260381"/>
                  </a:lnTo>
                  <a:close/>
                  <a:moveTo>
                    <a:pt x="386914" y="260327"/>
                  </a:moveTo>
                  <a:lnTo>
                    <a:pt x="387260" y="260381"/>
                  </a:lnTo>
                  <a:lnTo>
                    <a:pt x="386767" y="260080"/>
                  </a:lnTo>
                  <a:close/>
                  <a:moveTo>
                    <a:pt x="670098" y="537237"/>
                  </a:moveTo>
                  <a:lnTo>
                    <a:pt x="706620" y="565665"/>
                  </a:lnTo>
                  <a:lnTo>
                    <a:pt x="689248" y="547339"/>
                  </a:lnTo>
                  <a:close/>
                  <a:moveTo>
                    <a:pt x="694018" y="537237"/>
                  </a:moveTo>
                  <a:lnTo>
                    <a:pt x="743784" y="530453"/>
                  </a:lnTo>
                  <a:lnTo>
                    <a:pt x="736373" y="520054"/>
                  </a:lnTo>
                  <a:close/>
                  <a:moveTo>
                    <a:pt x="694018" y="537237"/>
                  </a:moveTo>
                  <a:lnTo>
                    <a:pt x="689248" y="547339"/>
                  </a:lnTo>
                  <a:lnTo>
                    <a:pt x="706620" y="565665"/>
                  </a:lnTo>
                  <a:close/>
                  <a:moveTo>
                    <a:pt x="688137" y="491197"/>
                  </a:moveTo>
                  <a:lnTo>
                    <a:pt x="670098" y="537237"/>
                  </a:lnTo>
                  <a:lnTo>
                    <a:pt x="683968" y="527596"/>
                  </a:lnTo>
                  <a:close/>
                  <a:moveTo>
                    <a:pt x="736373" y="520054"/>
                  </a:moveTo>
                  <a:lnTo>
                    <a:pt x="737309" y="506244"/>
                  </a:lnTo>
                  <a:lnTo>
                    <a:pt x="694018" y="537237"/>
                  </a:lnTo>
                  <a:close/>
                  <a:moveTo>
                    <a:pt x="694018" y="537237"/>
                  </a:moveTo>
                  <a:lnTo>
                    <a:pt x="737309" y="5062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37309" y="506244"/>
                  </a:lnTo>
                  <a:lnTo>
                    <a:pt x="728746" y="485271"/>
                  </a:lnTo>
                  <a:close/>
                  <a:moveTo>
                    <a:pt x="694018" y="537237"/>
                  </a:moveTo>
                  <a:lnTo>
                    <a:pt x="688137" y="491197"/>
                  </a:lnTo>
                  <a:lnTo>
                    <a:pt x="683968" y="527596"/>
                  </a:lnTo>
                  <a:close/>
                  <a:moveTo>
                    <a:pt x="691573" y="459821"/>
                  </a:moveTo>
                  <a:lnTo>
                    <a:pt x="679243" y="4465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28746" y="485271"/>
                  </a:lnTo>
                  <a:lnTo>
                    <a:pt x="691573" y="459821"/>
                  </a:lnTo>
                  <a:close/>
                  <a:moveTo>
                    <a:pt x="501962" y="249204"/>
                  </a:moveTo>
                  <a:lnTo>
                    <a:pt x="480533" y="265291"/>
                  </a:lnTo>
                  <a:lnTo>
                    <a:pt x="465812" y="279952"/>
                  </a:lnTo>
                  <a:close/>
                  <a:moveTo>
                    <a:pt x="752494" y="466811"/>
                  </a:moveTo>
                  <a:lnTo>
                    <a:pt x="736373" y="520054"/>
                  </a:lnTo>
                  <a:lnTo>
                    <a:pt x="750701" y="502870"/>
                  </a:lnTo>
                  <a:close/>
                  <a:moveTo>
                    <a:pt x="752494" y="466811"/>
                  </a:moveTo>
                  <a:lnTo>
                    <a:pt x="737309" y="506244"/>
                  </a:lnTo>
                  <a:lnTo>
                    <a:pt x="736373" y="520054"/>
                  </a:lnTo>
                  <a:close/>
                  <a:moveTo>
                    <a:pt x="752534" y="466115"/>
                  </a:moveTo>
                  <a:lnTo>
                    <a:pt x="776159" y="430715"/>
                  </a:lnTo>
                  <a:lnTo>
                    <a:pt x="744060" y="483299"/>
                  </a:lnTo>
                  <a:close/>
                  <a:moveTo>
                    <a:pt x="679243" y="446544"/>
                  </a:moveTo>
                  <a:lnTo>
                    <a:pt x="691573" y="459821"/>
                  </a:lnTo>
                  <a:lnTo>
                    <a:pt x="691733" y="443527"/>
                  </a:lnTo>
                  <a:close/>
                  <a:moveTo>
                    <a:pt x="724743" y="443778"/>
                  </a:moveTo>
                  <a:lnTo>
                    <a:pt x="691733" y="443527"/>
                  </a:lnTo>
                  <a:lnTo>
                    <a:pt x="691573" y="459821"/>
                  </a:lnTo>
                  <a:close/>
                  <a:moveTo>
                    <a:pt x="554396" y="224462"/>
                  </a:moveTo>
                  <a:lnTo>
                    <a:pt x="531696" y="235797"/>
                  </a:lnTo>
                  <a:lnTo>
                    <a:pt x="501962" y="249204"/>
                  </a:lnTo>
                  <a:close/>
                  <a:moveTo>
                    <a:pt x="585013" y="214357"/>
                  </a:moveTo>
                  <a:lnTo>
                    <a:pt x="531696" y="235797"/>
                  </a:lnTo>
                  <a:lnTo>
                    <a:pt x="554396" y="224462"/>
                  </a:lnTo>
                  <a:close/>
                  <a:moveTo>
                    <a:pt x="750701" y="502870"/>
                  </a:moveTo>
                  <a:lnTo>
                    <a:pt x="753799" y="464903"/>
                  </a:lnTo>
                  <a:lnTo>
                    <a:pt x="752494" y="466811"/>
                  </a:lnTo>
                  <a:close/>
                  <a:moveTo>
                    <a:pt x="752534" y="466115"/>
                  </a:moveTo>
                  <a:lnTo>
                    <a:pt x="752494" y="466811"/>
                  </a:lnTo>
                  <a:lnTo>
                    <a:pt x="753799" y="464903"/>
                  </a:lnTo>
                  <a:close/>
                  <a:moveTo>
                    <a:pt x="585013" y="214357"/>
                  </a:moveTo>
                  <a:lnTo>
                    <a:pt x="554396" y="224462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44139" y="214637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62192" y="216719"/>
                  </a:lnTo>
                  <a:lnTo>
                    <a:pt x="644139" y="214637"/>
                  </a:lnTo>
                  <a:close/>
                  <a:moveTo>
                    <a:pt x="802965" y="242312"/>
                  </a:moveTo>
                  <a:lnTo>
                    <a:pt x="756003" y="247974"/>
                  </a:lnTo>
                  <a:lnTo>
                    <a:pt x="746472" y="251879"/>
                  </a:lnTo>
                  <a:close/>
                  <a:moveTo>
                    <a:pt x="802965" y="242312"/>
                  </a:moveTo>
                  <a:lnTo>
                    <a:pt x="746472" y="251879"/>
                  </a:lnTo>
                  <a:lnTo>
                    <a:pt x="771142" y="247908"/>
                  </a:lnTo>
                  <a:close/>
                  <a:moveTo>
                    <a:pt x="995592" y="180035"/>
                  </a:moveTo>
                  <a:lnTo>
                    <a:pt x="996379" y="178525"/>
                  </a:lnTo>
                  <a:lnTo>
                    <a:pt x="955979" y="185152"/>
                  </a:lnTo>
                  <a:close/>
                  <a:moveTo>
                    <a:pt x="995592" y="180035"/>
                  </a:moveTo>
                  <a:lnTo>
                    <a:pt x="955979" y="185152"/>
                  </a:lnTo>
                  <a:lnTo>
                    <a:pt x="996973" y="180748"/>
                  </a:lnTo>
                  <a:close/>
                  <a:moveTo>
                    <a:pt x="955979" y="185152"/>
                  </a:moveTo>
                  <a:lnTo>
                    <a:pt x="970266" y="205469"/>
                  </a:lnTo>
                  <a:lnTo>
                    <a:pt x="996973" y="180748"/>
                  </a:lnTo>
                  <a:close/>
                  <a:moveTo>
                    <a:pt x="995592" y="180035"/>
                  </a:moveTo>
                  <a:lnTo>
                    <a:pt x="997931" y="179240"/>
                  </a:lnTo>
                  <a:lnTo>
                    <a:pt x="996379" y="178525"/>
                  </a:lnTo>
                  <a:close/>
                  <a:moveTo>
                    <a:pt x="995592" y="180035"/>
                  </a:moveTo>
                  <a:lnTo>
                    <a:pt x="996973" y="180748"/>
                  </a:lnTo>
                  <a:lnTo>
                    <a:pt x="997931" y="179240"/>
                  </a:lnTo>
                  <a:close/>
                  <a:moveTo>
                    <a:pt x="1015027" y="208982"/>
                  </a:moveTo>
                  <a:lnTo>
                    <a:pt x="997931" y="179240"/>
                  </a:lnTo>
                  <a:lnTo>
                    <a:pt x="996973" y="180748"/>
                  </a:lnTo>
                  <a:close/>
                  <a:moveTo>
                    <a:pt x="1046354" y="165855"/>
                  </a:moveTo>
                  <a:lnTo>
                    <a:pt x="997931" y="179240"/>
                  </a:lnTo>
                  <a:lnTo>
                    <a:pt x="1015027" y="208982"/>
                  </a:lnTo>
                  <a:close/>
                  <a:moveTo>
                    <a:pt x="997931" y="179240"/>
                  </a:moveTo>
                  <a:lnTo>
                    <a:pt x="1046354" y="165855"/>
                  </a:lnTo>
                  <a:lnTo>
                    <a:pt x="996379" y="178525"/>
                  </a:lnTo>
                  <a:close/>
                  <a:moveTo>
                    <a:pt x="996379" y="178525"/>
                  </a:moveTo>
                  <a:lnTo>
                    <a:pt x="1047327" y="148228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96379" y="178525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55067" y="142485"/>
                  </a:lnTo>
                  <a:lnTo>
                    <a:pt x="996379" y="178525"/>
                  </a:lnTo>
                  <a:close/>
                  <a:moveTo>
                    <a:pt x="967030" y="88547"/>
                  </a:moveTo>
                  <a:lnTo>
                    <a:pt x="955067" y="142485"/>
                  </a:lnTo>
                  <a:lnTo>
                    <a:pt x="1004108" y="125302"/>
                  </a:lnTo>
                  <a:close/>
                  <a:moveTo>
                    <a:pt x="1045623" y="121702"/>
                  </a:moveTo>
                  <a:lnTo>
                    <a:pt x="1009464" y="124010"/>
                  </a:lnTo>
                  <a:lnTo>
                    <a:pt x="1009414" y="131053"/>
                  </a:lnTo>
                  <a:close/>
                  <a:moveTo>
                    <a:pt x="1000211" y="42038"/>
                  </a:moveTo>
                  <a:lnTo>
                    <a:pt x="963881" y="44486"/>
                  </a:lnTo>
                  <a:lnTo>
                    <a:pt x="1005992" y="82086"/>
                  </a:lnTo>
                  <a:close/>
                  <a:moveTo>
                    <a:pt x="963881" y="44486"/>
                  </a:moveTo>
                  <a:lnTo>
                    <a:pt x="1000211" y="42038"/>
                  </a:lnTo>
                  <a:lnTo>
                    <a:pt x="993229" y="2968"/>
                  </a:lnTo>
                  <a:close/>
                  <a:moveTo>
                    <a:pt x="1000211" y="42038"/>
                  </a:moveTo>
                  <a:lnTo>
                    <a:pt x="1030199" y="0"/>
                  </a:lnTo>
                  <a:lnTo>
                    <a:pt x="993229" y="2968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81" name="Input_density__181">
              <a:extLst>
                <a:ext uri="{FF2B5EF4-FFF2-40B4-BE49-F238E27FC236}">
                  <a16:creationId xmlns:a16="http://schemas.microsoft.com/office/drawing/2014/main" id="{C98D6CF0-0D8E-5003-5101-82F2D2CE31A1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01744"/>
              <a:ext cx="1030063" cy="579431"/>
            </a:xfrm>
            <a:custGeom>
              <a:avLst/>
              <a:gdLst/>
              <a:ahLst/>
              <a:cxnLst/>
              <a:rect l="0" t="0" r="0" b="0"/>
              <a:pathLst>
                <a:path w="1030063" h="579431">
                  <a:moveTo>
                    <a:pt x="162372" y="568974"/>
                  </a:moveTo>
                  <a:lnTo>
                    <a:pt x="185694" y="577881"/>
                  </a:lnTo>
                  <a:lnTo>
                    <a:pt x="202892" y="553055"/>
                  </a:lnTo>
                  <a:close/>
                  <a:moveTo>
                    <a:pt x="202892" y="553055"/>
                  </a:moveTo>
                  <a:lnTo>
                    <a:pt x="227796" y="559897"/>
                  </a:lnTo>
                  <a:lnTo>
                    <a:pt x="204292" y="551206"/>
                  </a:lnTo>
                  <a:close/>
                  <a:moveTo>
                    <a:pt x="133510" y="448132"/>
                  </a:moveTo>
                  <a:lnTo>
                    <a:pt x="103327" y="445582"/>
                  </a:lnTo>
                  <a:lnTo>
                    <a:pt x="144615" y="483851"/>
                  </a:lnTo>
                  <a:close/>
                  <a:moveTo>
                    <a:pt x="7506" y="368015"/>
                  </a:moveTo>
                  <a:lnTo>
                    <a:pt x="0" y="381907"/>
                  </a:lnTo>
                  <a:lnTo>
                    <a:pt x="4452" y="382295"/>
                  </a:lnTo>
                  <a:close/>
                  <a:moveTo>
                    <a:pt x="7506" y="368015"/>
                  </a:moveTo>
                  <a:lnTo>
                    <a:pt x="4452" y="382295"/>
                  </a:lnTo>
                  <a:lnTo>
                    <a:pt x="30609" y="400140"/>
                  </a:lnTo>
                  <a:close/>
                  <a:moveTo>
                    <a:pt x="204292" y="551206"/>
                  </a:moveTo>
                  <a:lnTo>
                    <a:pt x="235027" y="541544"/>
                  </a:lnTo>
                  <a:lnTo>
                    <a:pt x="252504" y="510680"/>
                  </a:lnTo>
                  <a:close/>
                  <a:moveTo>
                    <a:pt x="70629" y="293177"/>
                  </a:moveTo>
                  <a:lnTo>
                    <a:pt x="64773" y="277322"/>
                  </a:lnTo>
                  <a:lnTo>
                    <a:pt x="69600" y="314077"/>
                  </a:lnTo>
                  <a:close/>
                  <a:moveTo>
                    <a:pt x="159541" y="471717"/>
                  </a:moveTo>
                  <a:lnTo>
                    <a:pt x="151125" y="461097"/>
                  </a:lnTo>
                  <a:lnTo>
                    <a:pt x="111673" y="438797"/>
                  </a:lnTo>
                  <a:close/>
                  <a:moveTo>
                    <a:pt x="343049" y="430880"/>
                  </a:moveTo>
                  <a:lnTo>
                    <a:pt x="345307" y="416084"/>
                  </a:lnTo>
                  <a:lnTo>
                    <a:pt x="314716" y="426288"/>
                  </a:lnTo>
                  <a:close/>
                  <a:moveTo>
                    <a:pt x="187208" y="252576"/>
                  </a:moveTo>
                  <a:lnTo>
                    <a:pt x="179037" y="242956"/>
                  </a:lnTo>
                  <a:lnTo>
                    <a:pt x="142000" y="217495"/>
                  </a:lnTo>
                  <a:close/>
                  <a:moveTo>
                    <a:pt x="316846" y="380348"/>
                  </a:moveTo>
                  <a:lnTo>
                    <a:pt x="329597" y="357347"/>
                  </a:lnTo>
                  <a:lnTo>
                    <a:pt x="318387" y="336037"/>
                  </a:lnTo>
                  <a:close/>
                  <a:moveTo>
                    <a:pt x="290732" y="262527"/>
                  </a:moveTo>
                  <a:lnTo>
                    <a:pt x="293448" y="265129"/>
                  </a:lnTo>
                  <a:lnTo>
                    <a:pt x="294919" y="256059"/>
                  </a:lnTo>
                  <a:close/>
                  <a:moveTo>
                    <a:pt x="299422" y="272895"/>
                  </a:moveTo>
                  <a:lnTo>
                    <a:pt x="293448" y="265129"/>
                  </a:lnTo>
                  <a:lnTo>
                    <a:pt x="290732" y="262527"/>
                  </a:lnTo>
                  <a:close/>
                  <a:moveTo>
                    <a:pt x="179037" y="242956"/>
                  </a:moveTo>
                  <a:lnTo>
                    <a:pt x="206408" y="270495"/>
                  </a:lnTo>
                  <a:lnTo>
                    <a:pt x="191286" y="225772"/>
                  </a:lnTo>
                  <a:close/>
                  <a:moveTo>
                    <a:pt x="548006" y="579431"/>
                  </a:moveTo>
                  <a:lnTo>
                    <a:pt x="603124" y="564723"/>
                  </a:lnTo>
                  <a:lnTo>
                    <a:pt x="571362" y="570546"/>
                  </a:lnTo>
                  <a:close/>
                  <a:moveTo>
                    <a:pt x="290732" y="262527"/>
                  </a:moveTo>
                  <a:lnTo>
                    <a:pt x="278685" y="250042"/>
                  </a:lnTo>
                  <a:lnTo>
                    <a:pt x="299422" y="272895"/>
                  </a:lnTo>
                  <a:close/>
                  <a:moveTo>
                    <a:pt x="295908" y="218382"/>
                  </a:moveTo>
                  <a:lnTo>
                    <a:pt x="290732" y="262527"/>
                  </a:lnTo>
                  <a:lnTo>
                    <a:pt x="294919" y="256059"/>
                  </a:lnTo>
                  <a:close/>
                  <a:moveTo>
                    <a:pt x="278685" y="250042"/>
                  </a:moveTo>
                  <a:lnTo>
                    <a:pt x="290732" y="262527"/>
                  </a:lnTo>
                  <a:lnTo>
                    <a:pt x="295908" y="218382"/>
                  </a:lnTo>
                  <a:close/>
                  <a:moveTo>
                    <a:pt x="611127" y="502628"/>
                  </a:moveTo>
                  <a:lnTo>
                    <a:pt x="611031" y="527445"/>
                  </a:lnTo>
                  <a:lnTo>
                    <a:pt x="611163" y="539383"/>
                  </a:lnTo>
                  <a:close/>
                  <a:moveTo>
                    <a:pt x="641518" y="487486"/>
                  </a:moveTo>
                  <a:lnTo>
                    <a:pt x="611031" y="527445"/>
                  </a:lnTo>
                  <a:lnTo>
                    <a:pt x="611127" y="502628"/>
                  </a:lnTo>
                  <a:close/>
                  <a:moveTo>
                    <a:pt x="554577" y="411583"/>
                  </a:moveTo>
                  <a:lnTo>
                    <a:pt x="546611" y="411935"/>
                  </a:lnTo>
                  <a:lnTo>
                    <a:pt x="518607" y="414167"/>
                  </a:lnTo>
                  <a:close/>
                  <a:moveTo>
                    <a:pt x="518607" y="414167"/>
                  </a:moveTo>
                  <a:lnTo>
                    <a:pt x="494235" y="389234"/>
                  </a:lnTo>
                  <a:lnTo>
                    <a:pt x="554577" y="411583"/>
                  </a:lnTo>
                  <a:close/>
                  <a:moveTo>
                    <a:pt x="632598" y="482504"/>
                  </a:moveTo>
                  <a:lnTo>
                    <a:pt x="647912" y="479803"/>
                  </a:lnTo>
                  <a:lnTo>
                    <a:pt x="656323" y="468262"/>
                  </a:lnTo>
                  <a:close/>
                  <a:moveTo>
                    <a:pt x="671532" y="468262"/>
                  </a:moveTo>
                  <a:lnTo>
                    <a:pt x="647912" y="479803"/>
                  </a:lnTo>
                  <a:lnTo>
                    <a:pt x="641518" y="487486"/>
                  </a:lnTo>
                  <a:close/>
                  <a:moveTo>
                    <a:pt x="647912" y="479803"/>
                  </a:moveTo>
                  <a:lnTo>
                    <a:pt x="671532" y="468262"/>
                  </a:lnTo>
                  <a:lnTo>
                    <a:pt x="660806" y="463394"/>
                  </a:lnTo>
                  <a:close/>
                  <a:moveTo>
                    <a:pt x="656323" y="468262"/>
                  </a:moveTo>
                  <a:lnTo>
                    <a:pt x="647912" y="479803"/>
                  </a:lnTo>
                  <a:lnTo>
                    <a:pt x="660806" y="463394"/>
                  </a:lnTo>
                  <a:close/>
                  <a:moveTo>
                    <a:pt x="671532" y="468262"/>
                  </a:moveTo>
                  <a:lnTo>
                    <a:pt x="714877" y="497197"/>
                  </a:lnTo>
                  <a:lnTo>
                    <a:pt x="701292" y="463494"/>
                  </a:lnTo>
                  <a:close/>
                  <a:moveTo>
                    <a:pt x="701292" y="463494"/>
                  </a:moveTo>
                  <a:lnTo>
                    <a:pt x="708481" y="505017"/>
                  </a:lnTo>
                  <a:lnTo>
                    <a:pt x="709768" y="468262"/>
                  </a:lnTo>
                  <a:close/>
                  <a:moveTo>
                    <a:pt x="701292" y="463494"/>
                  </a:moveTo>
                  <a:lnTo>
                    <a:pt x="709768" y="468262"/>
                  </a:lnTo>
                  <a:lnTo>
                    <a:pt x="731894" y="420957"/>
                  </a:lnTo>
                  <a:close/>
                  <a:moveTo>
                    <a:pt x="697122" y="422137"/>
                  </a:moveTo>
                  <a:lnTo>
                    <a:pt x="701292" y="463494"/>
                  </a:lnTo>
                  <a:lnTo>
                    <a:pt x="731894" y="420957"/>
                  </a:lnTo>
                  <a:close/>
                  <a:moveTo>
                    <a:pt x="558546" y="274544"/>
                  </a:moveTo>
                  <a:lnTo>
                    <a:pt x="579311" y="304059"/>
                  </a:lnTo>
                  <a:lnTo>
                    <a:pt x="602002" y="311051"/>
                  </a:lnTo>
                  <a:close/>
                  <a:moveTo>
                    <a:pt x="558546" y="274544"/>
                  </a:moveTo>
                  <a:lnTo>
                    <a:pt x="556652" y="231337"/>
                  </a:lnTo>
                  <a:lnTo>
                    <a:pt x="554023" y="267304"/>
                  </a:lnTo>
                  <a:close/>
                  <a:moveTo>
                    <a:pt x="739627" y="369923"/>
                  </a:moveTo>
                  <a:lnTo>
                    <a:pt x="702285" y="377569"/>
                  </a:lnTo>
                  <a:lnTo>
                    <a:pt x="693209" y="363758"/>
                  </a:lnTo>
                  <a:close/>
                  <a:moveTo>
                    <a:pt x="719600" y="241647"/>
                  </a:moveTo>
                  <a:lnTo>
                    <a:pt x="721127" y="232937"/>
                  </a:lnTo>
                  <a:lnTo>
                    <a:pt x="707397" y="224389"/>
                  </a:lnTo>
                  <a:close/>
                  <a:moveTo>
                    <a:pt x="856720" y="144632"/>
                  </a:moveTo>
                  <a:lnTo>
                    <a:pt x="842439" y="163143"/>
                  </a:lnTo>
                  <a:lnTo>
                    <a:pt x="864394" y="149023"/>
                  </a:lnTo>
                  <a:close/>
                  <a:moveTo>
                    <a:pt x="836285" y="161815"/>
                  </a:moveTo>
                  <a:lnTo>
                    <a:pt x="856720" y="144632"/>
                  </a:lnTo>
                  <a:lnTo>
                    <a:pt x="807199" y="155961"/>
                  </a:lnTo>
                  <a:close/>
                  <a:moveTo>
                    <a:pt x="864394" y="149023"/>
                  </a:moveTo>
                  <a:lnTo>
                    <a:pt x="842439" y="163143"/>
                  </a:lnTo>
                  <a:lnTo>
                    <a:pt x="899643" y="156234"/>
                  </a:lnTo>
                  <a:close/>
                  <a:moveTo>
                    <a:pt x="899643" y="156234"/>
                  </a:moveTo>
                  <a:lnTo>
                    <a:pt x="921068" y="140128"/>
                  </a:lnTo>
                  <a:lnTo>
                    <a:pt x="864394" y="149023"/>
                  </a:lnTo>
                  <a:close/>
                  <a:moveTo>
                    <a:pt x="899643" y="156234"/>
                  </a:moveTo>
                  <a:lnTo>
                    <a:pt x="936183" y="168276"/>
                  </a:lnTo>
                  <a:lnTo>
                    <a:pt x="958003" y="153648"/>
                  </a:lnTo>
                  <a:close/>
                  <a:moveTo>
                    <a:pt x="921068" y="140128"/>
                  </a:moveTo>
                  <a:lnTo>
                    <a:pt x="899643" y="156234"/>
                  </a:lnTo>
                  <a:lnTo>
                    <a:pt x="958003" y="153648"/>
                  </a:lnTo>
                  <a:close/>
                  <a:moveTo>
                    <a:pt x="1004201" y="111281"/>
                  </a:moveTo>
                  <a:lnTo>
                    <a:pt x="958003" y="153648"/>
                  </a:lnTo>
                  <a:lnTo>
                    <a:pt x="991698" y="155050"/>
                  </a:lnTo>
                  <a:close/>
                  <a:moveTo>
                    <a:pt x="1004201" y="111281"/>
                  </a:moveTo>
                  <a:lnTo>
                    <a:pt x="1023418" y="122747"/>
                  </a:lnTo>
                  <a:lnTo>
                    <a:pt x="1003368" y="102475"/>
                  </a:lnTo>
                  <a:close/>
                  <a:moveTo>
                    <a:pt x="893072" y="17183"/>
                  </a:moveTo>
                  <a:lnTo>
                    <a:pt x="910968" y="0"/>
                  </a:lnTo>
                  <a:lnTo>
                    <a:pt x="887780" y="15674"/>
                  </a:lnTo>
                  <a:close/>
                  <a:moveTo>
                    <a:pt x="1030063" y="72597"/>
                  </a:moveTo>
                  <a:lnTo>
                    <a:pt x="1003368" y="102475"/>
                  </a:lnTo>
                  <a:lnTo>
                    <a:pt x="1029579" y="758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82" name="Input_density__182">
              <a:extLst>
                <a:ext uri="{FF2B5EF4-FFF2-40B4-BE49-F238E27FC236}">
                  <a16:creationId xmlns:a16="http://schemas.microsoft.com/office/drawing/2014/main" id="{BFD121CE-0515-2EDB-FA1C-01B1629107C0}"/>
                </a:ext>
              </a:extLst>
            </p:cNvPr>
            <p:cNvSpPr>
              <a:spLocks noGrp="1"/>
            </p:cNvSpPr>
            <p:nvPr/>
          </p:nvSpPr>
          <p:spPr>
            <a:xfrm>
              <a:off x="551961" y="1702777"/>
              <a:ext cx="1064093" cy="678399"/>
            </a:xfrm>
            <a:custGeom>
              <a:avLst/>
              <a:gdLst/>
              <a:ahLst/>
              <a:cxnLst/>
              <a:rect l="0" t="0" r="0" b="0"/>
              <a:pathLst>
                <a:path w="1064093" h="678399">
                  <a:moveTo>
                    <a:pt x="191447" y="667941"/>
                  </a:moveTo>
                  <a:lnTo>
                    <a:pt x="231967" y="652023"/>
                  </a:lnTo>
                  <a:lnTo>
                    <a:pt x="175649" y="655161"/>
                  </a:lnTo>
                  <a:close/>
                  <a:moveTo>
                    <a:pt x="175649" y="655161"/>
                  </a:moveTo>
                  <a:lnTo>
                    <a:pt x="231967" y="652023"/>
                  </a:lnTo>
                  <a:lnTo>
                    <a:pt x="233367" y="650174"/>
                  </a:lnTo>
                  <a:close/>
                  <a:moveTo>
                    <a:pt x="124004" y="586643"/>
                  </a:moveTo>
                  <a:lnTo>
                    <a:pt x="132402" y="544550"/>
                  </a:lnTo>
                  <a:lnTo>
                    <a:pt x="87630" y="557676"/>
                  </a:lnTo>
                  <a:close/>
                  <a:moveTo>
                    <a:pt x="87630" y="557676"/>
                  </a:moveTo>
                  <a:lnTo>
                    <a:pt x="132402" y="544550"/>
                  </a:lnTo>
                  <a:lnTo>
                    <a:pt x="110216" y="535092"/>
                  </a:lnTo>
                  <a:close/>
                  <a:moveTo>
                    <a:pt x="0" y="447411"/>
                  </a:moveTo>
                  <a:lnTo>
                    <a:pt x="29075" y="480874"/>
                  </a:lnTo>
                  <a:lnTo>
                    <a:pt x="36581" y="466983"/>
                  </a:lnTo>
                  <a:close/>
                  <a:moveTo>
                    <a:pt x="247770" y="607816"/>
                  </a:moveTo>
                  <a:lnTo>
                    <a:pt x="233367" y="650174"/>
                  </a:lnTo>
                  <a:lnTo>
                    <a:pt x="281580" y="609648"/>
                  </a:lnTo>
                  <a:close/>
                  <a:moveTo>
                    <a:pt x="281580" y="609648"/>
                  </a:moveTo>
                  <a:lnTo>
                    <a:pt x="264102" y="640511"/>
                  </a:lnTo>
                  <a:lnTo>
                    <a:pt x="318196" y="621974"/>
                  </a:lnTo>
                  <a:close/>
                  <a:moveTo>
                    <a:pt x="214638" y="531870"/>
                  </a:moveTo>
                  <a:lnTo>
                    <a:pt x="187592" y="577248"/>
                  </a:lnTo>
                  <a:lnTo>
                    <a:pt x="188616" y="570684"/>
                  </a:lnTo>
                  <a:close/>
                  <a:moveTo>
                    <a:pt x="330325" y="581489"/>
                  </a:moveTo>
                  <a:lnTo>
                    <a:pt x="318196" y="621974"/>
                  </a:lnTo>
                  <a:lnTo>
                    <a:pt x="361960" y="579636"/>
                  </a:lnTo>
                  <a:close/>
                  <a:moveTo>
                    <a:pt x="291413" y="586035"/>
                  </a:moveTo>
                  <a:lnTo>
                    <a:pt x="247770" y="607816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253874" y="589466"/>
                  </a:lnTo>
                  <a:lnTo>
                    <a:pt x="247770" y="607816"/>
                  </a:lnTo>
                  <a:close/>
                  <a:moveTo>
                    <a:pt x="296503" y="569238"/>
                  </a:moveTo>
                  <a:lnTo>
                    <a:pt x="260662" y="542881"/>
                  </a:lnTo>
                  <a:lnTo>
                    <a:pt x="291413" y="586035"/>
                  </a:lnTo>
                  <a:close/>
                  <a:moveTo>
                    <a:pt x="330325" y="581489"/>
                  </a:moveTo>
                  <a:lnTo>
                    <a:pt x="281580" y="609648"/>
                  </a:lnTo>
                  <a:lnTo>
                    <a:pt x="318196" y="621974"/>
                  </a:lnTo>
                  <a:close/>
                  <a:moveTo>
                    <a:pt x="330325" y="581489"/>
                  </a:moveTo>
                  <a:lnTo>
                    <a:pt x="291413" y="586035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330325" y="581489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31769" y="576514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61960" y="579636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31769" y="576514"/>
                  </a:lnTo>
                  <a:lnTo>
                    <a:pt x="366545" y="579131"/>
                  </a:lnTo>
                  <a:close/>
                  <a:moveTo>
                    <a:pt x="372125" y="529848"/>
                  </a:moveTo>
                  <a:lnTo>
                    <a:pt x="343831" y="525761"/>
                  </a:lnTo>
                  <a:lnTo>
                    <a:pt x="366545" y="579131"/>
                  </a:lnTo>
                  <a:close/>
                  <a:moveTo>
                    <a:pt x="343831" y="525761"/>
                  </a:moveTo>
                  <a:lnTo>
                    <a:pt x="296503" y="569238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72125" y="529848"/>
                  </a:lnTo>
                  <a:lnTo>
                    <a:pt x="343791" y="525255"/>
                  </a:lnTo>
                  <a:close/>
                  <a:moveTo>
                    <a:pt x="208113" y="341923"/>
                  </a:moveTo>
                  <a:lnTo>
                    <a:pt x="216283" y="351544"/>
                  </a:lnTo>
                  <a:lnTo>
                    <a:pt x="235483" y="369462"/>
                  </a:lnTo>
                  <a:close/>
                  <a:moveTo>
                    <a:pt x="311577" y="488943"/>
                  </a:moveTo>
                  <a:lnTo>
                    <a:pt x="345922" y="479315"/>
                  </a:lnTo>
                  <a:lnTo>
                    <a:pt x="346424" y="438888"/>
                  </a:lnTo>
                  <a:close/>
                  <a:moveTo>
                    <a:pt x="296243" y="472056"/>
                  </a:moveTo>
                  <a:lnTo>
                    <a:pt x="311577" y="488943"/>
                  </a:lnTo>
                  <a:lnTo>
                    <a:pt x="346424" y="438888"/>
                  </a:lnTo>
                  <a:close/>
                  <a:moveTo>
                    <a:pt x="377276" y="480912"/>
                  </a:moveTo>
                  <a:lnTo>
                    <a:pt x="343791" y="525255"/>
                  </a:lnTo>
                  <a:lnTo>
                    <a:pt x="374382" y="515051"/>
                  </a:lnTo>
                  <a:close/>
                  <a:moveTo>
                    <a:pt x="377276" y="480912"/>
                  </a:moveTo>
                  <a:lnTo>
                    <a:pt x="345922" y="479315"/>
                  </a:lnTo>
                  <a:lnTo>
                    <a:pt x="343791" y="525255"/>
                  </a:lnTo>
                  <a:close/>
                  <a:moveTo>
                    <a:pt x="377276" y="480912"/>
                  </a:moveTo>
                  <a:lnTo>
                    <a:pt x="358672" y="456314"/>
                  </a:lnTo>
                  <a:lnTo>
                    <a:pt x="345922" y="479315"/>
                  </a:lnTo>
                  <a:close/>
                  <a:moveTo>
                    <a:pt x="235483" y="369462"/>
                  </a:moveTo>
                  <a:lnTo>
                    <a:pt x="245215" y="378678"/>
                  </a:lnTo>
                  <a:lnTo>
                    <a:pt x="255487" y="364419"/>
                  </a:lnTo>
                  <a:close/>
                  <a:moveTo>
                    <a:pt x="557184" y="655534"/>
                  </a:moveTo>
                  <a:lnTo>
                    <a:pt x="560056" y="664405"/>
                  </a:lnTo>
                  <a:lnTo>
                    <a:pt x="577082" y="678399"/>
                  </a:lnTo>
                  <a:close/>
                  <a:moveTo>
                    <a:pt x="572885" y="638351"/>
                  </a:moveTo>
                  <a:lnTo>
                    <a:pt x="577082" y="678399"/>
                  </a:lnTo>
                  <a:lnTo>
                    <a:pt x="600437" y="669514"/>
                  </a:lnTo>
                  <a:close/>
                  <a:moveTo>
                    <a:pt x="295620" y="314132"/>
                  </a:moveTo>
                  <a:lnTo>
                    <a:pt x="307760" y="349010"/>
                  </a:lnTo>
                  <a:lnTo>
                    <a:pt x="324983" y="317349"/>
                  </a:lnTo>
                  <a:close/>
                  <a:moveTo>
                    <a:pt x="523310" y="488201"/>
                  </a:moveTo>
                  <a:lnTo>
                    <a:pt x="529749" y="491331"/>
                  </a:lnTo>
                  <a:lnTo>
                    <a:pt x="583652" y="510550"/>
                  </a:lnTo>
                  <a:close/>
                  <a:moveTo>
                    <a:pt x="583652" y="510550"/>
                  </a:moveTo>
                  <a:lnTo>
                    <a:pt x="591885" y="459540"/>
                  </a:lnTo>
                  <a:lnTo>
                    <a:pt x="575686" y="510903"/>
                  </a:lnTo>
                  <a:close/>
                  <a:moveTo>
                    <a:pt x="575686" y="510903"/>
                  </a:moveTo>
                  <a:lnTo>
                    <a:pt x="591885" y="459540"/>
                  </a:lnTo>
                  <a:lnTo>
                    <a:pt x="586796" y="456964"/>
                  </a:lnTo>
                  <a:close/>
                  <a:moveTo>
                    <a:pt x="591885" y="459540"/>
                  </a:moveTo>
                  <a:lnTo>
                    <a:pt x="583652" y="510550"/>
                  </a:lnTo>
                  <a:lnTo>
                    <a:pt x="600325" y="456964"/>
                  </a:lnTo>
                  <a:close/>
                  <a:moveTo>
                    <a:pt x="591885" y="459540"/>
                  </a:moveTo>
                  <a:lnTo>
                    <a:pt x="600325" y="456964"/>
                  </a:lnTo>
                  <a:lnTo>
                    <a:pt x="593771" y="452176"/>
                  </a:lnTo>
                  <a:close/>
                  <a:moveTo>
                    <a:pt x="586796" y="456964"/>
                  </a:moveTo>
                  <a:lnTo>
                    <a:pt x="591885" y="459540"/>
                  </a:lnTo>
                  <a:lnTo>
                    <a:pt x="593771" y="452176"/>
                  </a:lnTo>
                  <a:close/>
                  <a:moveTo>
                    <a:pt x="730367" y="562462"/>
                  </a:moveTo>
                  <a:lnTo>
                    <a:pt x="689881" y="562362"/>
                  </a:lnTo>
                  <a:lnTo>
                    <a:pt x="700607" y="567229"/>
                  </a:lnTo>
                  <a:close/>
                  <a:moveTo>
                    <a:pt x="691596" y="522147"/>
                  </a:moveTo>
                  <a:lnTo>
                    <a:pt x="689881" y="562362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691596" y="522147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728759" y="486935"/>
                  </a:lnTo>
                  <a:lnTo>
                    <a:pt x="691596" y="522147"/>
                  </a:lnTo>
                  <a:close/>
                  <a:moveTo>
                    <a:pt x="600325" y="456964"/>
                  </a:moveTo>
                  <a:lnTo>
                    <a:pt x="618903" y="493719"/>
                  </a:lnTo>
                  <a:lnTo>
                    <a:pt x="647040" y="486534"/>
                  </a:lnTo>
                  <a:close/>
                  <a:moveTo>
                    <a:pt x="631077" y="410018"/>
                  </a:moveTo>
                  <a:lnTo>
                    <a:pt x="608386" y="403026"/>
                  </a:lnTo>
                  <a:lnTo>
                    <a:pt x="593771" y="452176"/>
                  </a:lnTo>
                  <a:close/>
                  <a:moveTo>
                    <a:pt x="627718" y="368002"/>
                  </a:moveTo>
                  <a:lnTo>
                    <a:pt x="585727" y="330304"/>
                  </a:lnTo>
                  <a:lnTo>
                    <a:pt x="587621" y="373512"/>
                  </a:lnTo>
                  <a:close/>
                  <a:moveTo>
                    <a:pt x="585727" y="330304"/>
                  </a:moveTo>
                  <a:lnTo>
                    <a:pt x="580300" y="329516"/>
                  </a:lnTo>
                  <a:lnTo>
                    <a:pt x="583098" y="366271"/>
                  </a:lnTo>
                  <a:close/>
                  <a:moveTo>
                    <a:pt x="717048" y="501455"/>
                  </a:moveTo>
                  <a:lnTo>
                    <a:pt x="728759" y="486935"/>
                  </a:lnTo>
                  <a:lnTo>
                    <a:pt x="741140" y="508957"/>
                  </a:lnTo>
                  <a:close/>
                  <a:moveTo>
                    <a:pt x="728759" y="486935"/>
                  </a:moveTo>
                  <a:lnTo>
                    <a:pt x="731360" y="476536"/>
                  </a:lnTo>
                  <a:lnTo>
                    <a:pt x="741140" y="508957"/>
                  </a:lnTo>
                  <a:close/>
                  <a:moveTo>
                    <a:pt x="737510" y="422597"/>
                  </a:moveTo>
                  <a:lnTo>
                    <a:pt x="729036" y="439781"/>
                  </a:lnTo>
                  <a:lnTo>
                    <a:pt x="768702" y="468890"/>
                  </a:lnTo>
                  <a:close/>
                  <a:moveTo>
                    <a:pt x="722284" y="462726"/>
                  </a:moveTo>
                  <a:lnTo>
                    <a:pt x="737470" y="423293"/>
                  </a:lnTo>
                  <a:lnTo>
                    <a:pt x="768702" y="468890"/>
                  </a:lnTo>
                  <a:close/>
                  <a:moveTo>
                    <a:pt x="673380" y="357968"/>
                  </a:moveTo>
                  <a:lnTo>
                    <a:pt x="711260" y="354260"/>
                  </a:lnTo>
                  <a:lnTo>
                    <a:pt x="679309" y="330416"/>
                  </a:lnTo>
                  <a:close/>
                  <a:moveTo>
                    <a:pt x="711260" y="354260"/>
                  </a:moveTo>
                  <a:lnTo>
                    <a:pt x="715120" y="339730"/>
                  </a:lnTo>
                  <a:lnTo>
                    <a:pt x="679309" y="330416"/>
                  </a:lnTo>
                  <a:close/>
                  <a:moveTo>
                    <a:pt x="642049" y="315685"/>
                  </a:moveTo>
                  <a:lnTo>
                    <a:pt x="694671" y="295149"/>
                  </a:lnTo>
                  <a:lnTo>
                    <a:pt x="642913" y="310901"/>
                  </a:lnTo>
                  <a:close/>
                  <a:moveTo>
                    <a:pt x="695846" y="296036"/>
                  </a:moveTo>
                  <a:lnTo>
                    <a:pt x="694671" y="295149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695846" y="296036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715120" y="339730"/>
                  </a:lnTo>
                  <a:lnTo>
                    <a:pt x="736472" y="323357"/>
                  </a:lnTo>
                  <a:close/>
                  <a:moveTo>
                    <a:pt x="695846" y="296036"/>
                  </a:moveTo>
                  <a:lnTo>
                    <a:pt x="679309" y="330416"/>
                  </a:lnTo>
                  <a:lnTo>
                    <a:pt x="736472" y="323357"/>
                  </a:lnTo>
                  <a:close/>
                  <a:moveTo>
                    <a:pt x="736472" y="323357"/>
                  </a:moveTo>
                  <a:lnTo>
                    <a:pt x="750202" y="331904"/>
                  </a:lnTo>
                  <a:lnTo>
                    <a:pt x="743993" y="327649"/>
                  </a:lnTo>
                  <a:close/>
                  <a:moveTo>
                    <a:pt x="824273" y="260782"/>
                  </a:moveTo>
                  <a:lnTo>
                    <a:pt x="833445" y="264355"/>
                  </a:lnTo>
                  <a:lnTo>
                    <a:pt x="836274" y="254929"/>
                  </a:lnTo>
                  <a:close/>
                  <a:moveTo>
                    <a:pt x="885795" y="243599"/>
                  </a:moveTo>
                  <a:lnTo>
                    <a:pt x="852901" y="220885"/>
                  </a:lnTo>
                  <a:lnTo>
                    <a:pt x="836274" y="254929"/>
                  </a:lnTo>
                  <a:close/>
                  <a:moveTo>
                    <a:pt x="1033277" y="210248"/>
                  </a:moveTo>
                  <a:lnTo>
                    <a:pt x="1000682" y="209659"/>
                  </a:lnTo>
                  <a:lnTo>
                    <a:pt x="987078" y="252615"/>
                  </a:lnTo>
                  <a:close/>
                  <a:moveTo>
                    <a:pt x="1033277" y="210248"/>
                  </a:moveTo>
                  <a:lnTo>
                    <a:pt x="1032443" y="201442"/>
                  </a:lnTo>
                  <a:lnTo>
                    <a:pt x="1000694" y="207316"/>
                  </a:lnTo>
                  <a:close/>
                  <a:moveTo>
                    <a:pt x="894387" y="107657"/>
                  </a:moveTo>
                  <a:lnTo>
                    <a:pt x="918090" y="119255"/>
                  </a:lnTo>
                  <a:lnTo>
                    <a:pt x="911523" y="116151"/>
                  </a:lnTo>
                  <a:close/>
                  <a:moveTo>
                    <a:pt x="922148" y="116151"/>
                  </a:moveTo>
                  <a:lnTo>
                    <a:pt x="981354" y="135007"/>
                  </a:lnTo>
                  <a:lnTo>
                    <a:pt x="940043" y="98967"/>
                  </a:lnTo>
                  <a:close/>
                  <a:moveTo>
                    <a:pt x="922148" y="116151"/>
                  </a:moveTo>
                  <a:lnTo>
                    <a:pt x="918090" y="119255"/>
                  </a:lnTo>
                  <a:lnTo>
                    <a:pt x="940955" y="141634"/>
                  </a:lnTo>
                  <a:close/>
                  <a:moveTo>
                    <a:pt x="899867" y="79490"/>
                  </a:moveTo>
                  <a:lnTo>
                    <a:pt x="911523" y="116151"/>
                  </a:lnTo>
                  <a:lnTo>
                    <a:pt x="916856" y="114641"/>
                  </a:lnTo>
                  <a:close/>
                  <a:moveTo>
                    <a:pt x="940043" y="98967"/>
                  </a:moveTo>
                  <a:lnTo>
                    <a:pt x="937855" y="96947"/>
                  </a:lnTo>
                  <a:lnTo>
                    <a:pt x="916856" y="114641"/>
                  </a:lnTo>
                  <a:close/>
                  <a:moveTo>
                    <a:pt x="1030285" y="167933"/>
                  </a:moveTo>
                  <a:lnTo>
                    <a:pt x="1000694" y="207316"/>
                  </a:lnTo>
                  <a:lnTo>
                    <a:pt x="1032443" y="201442"/>
                  </a:lnTo>
                  <a:close/>
                  <a:moveTo>
                    <a:pt x="1059138" y="171565"/>
                  </a:moveTo>
                  <a:lnTo>
                    <a:pt x="1030285" y="167933"/>
                  </a:lnTo>
                  <a:lnTo>
                    <a:pt x="1032443" y="201442"/>
                  </a:lnTo>
                  <a:close/>
                  <a:moveTo>
                    <a:pt x="1030285" y="167933"/>
                  </a:moveTo>
                  <a:lnTo>
                    <a:pt x="1059138" y="171565"/>
                  </a:lnTo>
                  <a:lnTo>
                    <a:pt x="1064093" y="122790"/>
                  </a:lnTo>
                  <a:close/>
                  <a:moveTo>
                    <a:pt x="1030285" y="167933"/>
                  </a:moveTo>
                  <a:lnTo>
                    <a:pt x="1064093" y="122790"/>
                  </a:lnTo>
                  <a:lnTo>
                    <a:pt x="1031330" y="122337"/>
                  </a:lnTo>
                  <a:close/>
                  <a:moveTo>
                    <a:pt x="1064093" y="122790"/>
                  </a:moveTo>
                  <a:lnTo>
                    <a:pt x="1059796" y="82928"/>
                  </a:lnTo>
                  <a:lnTo>
                    <a:pt x="1032303" y="104710"/>
                  </a:lnTo>
                  <a:close/>
                  <a:moveTo>
                    <a:pt x="990968" y="38568"/>
                  </a:moveTo>
                  <a:lnTo>
                    <a:pt x="1019628" y="42356"/>
                  </a:lnTo>
                  <a:lnTo>
                    <a:pt x="101668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83" name="Input_density__183">
              <a:extLst>
                <a:ext uri="{FF2B5EF4-FFF2-40B4-BE49-F238E27FC236}">
                  <a16:creationId xmlns:a16="http://schemas.microsoft.com/office/drawing/2014/main" id="{5DEACFCF-D98D-7531-FE2E-A587E4EE7C03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79117" cy="721916"/>
            </a:xfrm>
            <a:custGeom>
              <a:avLst/>
              <a:gdLst/>
              <a:ahLst/>
              <a:cxnLst/>
              <a:rect l="0" t="0" r="0" b="0"/>
              <a:pathLst>
                <a:path w="1079117" h="721916">
                  <a:moveTo>
                    <a:pt x="190674" y="698679"/>
                  </a:moveTo>
                  <a:lnTo>
                    <a:pt x="248391" y="693691"/>
                  </a:lnTo>
                  <a:lnTo>
                    <a:pt x="205515" y="657962"/>
                  </a:lnTo>
                  <a:close/>
                  <a:moveTo>
                    <a:pt x="147426" y="588067"/>
                  </a:moveTo>
                  <a:lnTo>
                    <a:pt x="139028" y="630161"/>
                  </a:lnTo>
                  <a:lnTo>
                    <a:pt x="188715" y="626336"/>
                  </a:lnTo>
                  <a:close/>
                  <a:moveTo>
                    <a:pt x="29208" y="473746"/>
                  </a:moveTo>
                  <a:lnTo>
                    <a:pt x="15024" y="490929"/>
                  </a:lnTo>
                  <a:lnTo>
                    <a:pt x="51605" y="510501"/>
                  </a:lnTo>
                  <a:close/>
                  <a:moveTo>
                    <a:pt x="29208" y="473746"/>
                  </a:moveTo>
                  <a:lnTo>
                    <a:pt x="0" y="454174"/>
                  </a:lnTo>
                  <a:lnTo>
                    <a:pt x="15024" y="490929"/>
                  </a:lnTo>
                  <a:close/>
                  <a:moveTo>
                    <a:pt x="262794" y="651334"/>
                  </a:moveTo>
                  <a:lnTo>
                    <a:pt x="238370" y="640337"/>
                  </a:lnTo>
                  <a:lnTo>
                    <a:pt x="205515" y="657962"/>
                  </a:lnTo>
                  <a:close/>
                  <a:moveTo>
                    <a:pt x="248391" y="693691"/>
                  </a:moveTo>
                  <a:lnTo>
                    <a:pt x="262794" y="651334"/>
                  </a:lnTo>
                  <a:lnTo>
                    <a:pt x="205515" y="657962"/>
                  </a:lnTo>
                  <a:close/>
                  <a:moveTo>
                    <a:pt x="147226" y="468396"/>
                  </a:moveTo>
                  <a:lnTo>
                    <a:pt x="136269" y="462897"/>
                  </a:lnTo>
                  <a:lnTo>
                    <a:pt x="113699" y="456562"/>
                  </a:lnTo>
                  <a:close/>
                  <a:moveTo>
                    <a:pt x="208129" y="476311"/>
                  </a:moveTo>
                  <a:lnTo>
                    <a:pt x="168991" y="456562"/>
                  </a:lnTo>
                  <a:lnTo>
                    <a:pt x="171545" y="463112"/>
                  </a:lnTo>
                  <a:close/>
                  <a:moveTo>
                    <a:pt x="171545" y="463112"/>
                  </a:moveTo>
                  <a:lnTo>
                    <a:pt x="168991" y="456562"/>
                  </a:lnTo>
                  <a:lnTo>
                    <a:pt x="147226" y="468396"/>
                  </a:lnTo>
                  <a:close/>
                  <a:moveTo>
                    <a:pt x="208129" y="476311"/>
                  </a:moveTo>
                  <a:lnTo>
                    <a:pt x="171545" y="463112"/>
                  </a:lnTo>
                  <a:lnTo>
                    <a:pt x="207063" y="476134"/>
                  </a:lnTo>
                  <a:close/>
                  <a:moveTo>
                    <a:pt x="381569" y="622649"/>
                  </a:moveTo>
                  <a:lnTo>
                    <a:pt x="346793" y="620031"/>
                  </a:lnTo>
                  <a:lnTo>
                    <a:pt x="376984" y="623154"/>
                  </a:lnTo>
                  <a:close/>
                  <a:moveTo>
                    <a:pt x="358816" y="568773"/>
                  </a:moveTo>
                  <a:lnTo>
                    <a:pt x="326601" y="532461"/>
                  </a:lnTo>
                  <a:lnTo>
                    <a:pt x="358856" y="569279"/>
                  </a:lnTo>
                  <a:close/>
                  <a:moveTo>
                    <a:pt x="311267" y="515574"/>
                  </a:moveTo>
                  <a:lnTo>
                    <a:pt x="284119" y="495706"/>
                  </a:lnTo>
                  <a:lnTo>
                    <a:pt x="311884" y="535631"/>
                  </a:lnTo>
                  <a:close/>
                  <a:moveTo>
                    <a:pt x="250508" y="412980"/>
                  </a:moveTo>
                  <a:lnTo>
                    <a:pt x="231307" y="395062"/>
                  </a:lnTo>
                  <a:lnTo>
                    <a:pt x="260239" y="422196"/>
                  </a:lnTo>
                  <a:close/>
                  <a:moveTo>
                    <a:pt x="360946" y="522833"/>
                  </a:moveTo>
                  <a:lnTo>
                    <a:pt x="326601" y="532461"/>
                  </a:lnTo>
                  <a:lnTo>
                    <a:pt x="358816" y="568773"/>
                  </a:lnTo>
                  <a:close/>
                  <a:moveTo>
                    <a:pt x="260239" y="422196"/>
                  </a:moveTo>
                  <a:lnTo>
                    <a:pt x="259323" y="445942"/>
                  </a:lnTo>
                  <a:lnTo>
                    <a:pt x="270511" y="407937"/>
                  </a:lnTo>
                  <a:close/>
                  <a:moveTo>
                    <a:pt x="587909" y="681869"/>
                  </a:moveTo>
                  <a:lnTo>
                    <a:pt x="572208" y="699052"/>
                  </a:lnTo>
                  <a:lnTo>
                    <a:pt x="592106" y="721916"/>
                  </a:lnTo>
                  <a:close/>
                  <a:moveTo>
                    <a:pt x="568864" y="662297"/>
                  </a:moveTo>
                  <a:lnTo>
                    <a:pt x="572208" y="699052"/>
                  </a:lnTo>
                  <a:lnTo>
                    <a:pt x="587909" y="681869"/>
                  </a:lnTo>
                  <a:close/>
                  <a:moveTo>
                    <a:pt x="568864" y="662297"/>
                  </a:moveTo>
                  <a:lnTo>
                    <a:pt x="587909" y="681869"/>
                  </a:lnTo>
                  <a:lnTo>
                    <a:pt x="564428" y="645114"/>
                  </a:lnTo>
                  <a:close/>
                  <a:moveTo>
                    <a:pt x="267987" y="365242"/>
                  </a:moveTo>
                  <a:lnTo>
                    <a:pt x="310645" y="357650"/>
                  </a:lnTo>
                  <a:lnTo>
                    <a:pt x="293850" y="326557"/>
                  </a:lnTo>
                  <a:close/>
                  <a:moveTo>
                    <a:pt x="267987" y="365242"/>
                  </a:moveTo>
                  <a:lnTo>
                    <a:pt x="293850" y="326557"/>
                  </a:lnTo>
                  <a:lnTo>
                    <a:pt x="266764" y="321489"/>
                  </a:lnTo>
                  <a:close/>
                  <a:moveTo>
                    <a:pt x="310645" y="357650"/>
                  </a:moveTo>
                  <a:lnTo>
                    <a:pt x="340008" y="360867"/>
                  </a:lnTo>
                  <a:lnTo>
                    <a:pt x="321671" y="331027"/>
                  </a:lnTo>
                  <a:close/>
                  <a:moveTo>
                    <a:pt x="310645" y="357650"/>
                  </a:moveTo>
                  <a:lnTo>
                    <a:pt x="321671" y="331027"/>
                  </a:lnTo>
                  <a:lnTo>
                    <a:pt x="293850" y="326557"/>
                  </a:lnTo>
                  <a:close/>
                  <a:moveTo>
                    <a:pt x="266764" y="321489"/>
                  </a:moveTo>
                  <a:lnTo>
                    <a:pt x="293850" y="326557"/>
                  </a:lnTo>
                  <a:lnTo>
                    <a:pt x="285308" y="288755"/>
                  </a:lnTo>
                  <a:close/>
                  <a:moveTo>
                    <a:pt x="266764" y="321489"/>
                  </a:moveTo>
                  <a:lnTo>
                    <a:pt x="285308" y="288755"/>
                  </a:lnTo>
                  <a:lnTo>
                    <a:pt x="259787" y="282414"/>
                  </a:lnTo>
                  <a:close/>
                  <a:moveTo>
                    <a:pt x="544774" y="534849"/>
                  </a:moveTo>
                  <a:lnTo>
                    <a:pt x="549668" y="571604"/>
                  </a:lnTo>
                  <a:lnTo>
                    <a:pt x="598677" y="554068"/>
                  </a:lnTo>
                  <a:close/>
                  <a:moveTo>
                    <a:pt x="598677" y="554068"/>
                  </a:moveTo>
                  <a:lnTo>
                    <a:pt x="549668" y="571604"/>
                  </a:lnTo>
                  <a:lnTo>
                    <a:pt x="598580" y="554576"/>
                  </a:lnTo>
                  <a:close/>
                  <a:moveTo>
                    <a:pt x="598677" y="554068"/>
                  </a:moveTo>
                  <a:lnTo>
                    <a:pt x="598580" y="554576"/>
                  </a:lnTo>
                  <a:lnTo>
                    <a:pt x="599521" y="554420"/>
                  </a:lnTo>
                  <a:close/>
                  <a:moveTo>
                    <a:pt x="438959" y="370645"/>
                  </a:moveTo>
                  <a:lnTo>
                    <a:pt x="425174" y="375307"/>
                  </a:lnTo>
                  <a:lnTo>
                    <a:pt x="438705" y="379552"/>
                  </a:lnTo>
                  <a:close/>
                  <a:moveTo>
                    <a:pt x="615349" y="500482"/>
                  </a:moveTo>
                  <a:lnTo>
                    <a:pt x="598677" y="554068"/>
                  </a:lnTo>
                  <a:lnTo>
                    <a:pt x="599521" y="554420"/>
                  </a:lnTo>
                  <a:close/>
                  <a:moveTo>
                    <a:pt x="615349" y="500482"/>
                  </a:moveTo>
                  <a:lnTo>
                    <a:pt x="599521" y="554420"/>
                  </a:lnTo>
                  <a:lnTo>
                    <a:pt x="633927" y="537237"/>
                  </a:lnTo>
                  <a:close/>
                  <a:moveTo>
                    <a:pt x="662065" y="530052"/>
                  </a:moveTo>
                  <a:lnTo>
                    <a:pt x="706620" y="565665"/>
                  </a:lnTo>
                  <a:lnTo>
                    <a:pt x="670098" y="537237"/>
                  </a:lnTo>
                  <a:close/>
                  <a:moveTo>
                    <a:pt x="706620" y="565665"/>
                  </a:moveTo>
                  <a:lnTo>
                    <a:pt x="743784" y="530453"/>
                  </a:lnTo>
                  <a:lnTo>
                    <a:pt x="694018" y="537237"/>
                  </a:lnTo>
                  <a:close/>
                  <a:moveTo>
                    <a:pt x="654335" y="491588"/>
                  </a:moveTo>
                  <a:lnTo>
                    <a:pt x="615349" y="500482"/>
                  </a:lnTo>
                  <a:lnTo>
                    <a:pt x="662065" y="530052"/>
                  </a:lnTo>
                  <a:close/>
                  <a:moveTo>
                    <a:pt x="662065" y="530052"/>
                  </a:moveTo>
                  <a:lnTo>
                    <a:pt x="670098" y="537237"/>
                  </a:lnTo>
                  <a:lnTo>
                    <a:pt x="688137" y="491197"/>
                  </a:lnTo>
                  <a:close/>
                  <a:moveTo>
                    <a:pt x="654335" y="491588"/>
                  </a:moveTo>
                  <a:lnTo>
                    <a:pt x="662065" y="530052"/>
                  </a:lnTo>
                  <a:lnTo>
                    <a:pt x="688137" y="491197"/>
                  </a:lnTo>
                  <a:close/>
                  <a:moveTo>
                    <a:pt x="608796" y="495693"/>
                  </a:moveTo>
                  <a:lnTo>
                    <a:pt x="615349" y="500482"/>
                  </a:lnTo>
                  <a:lnTo>
                    <a:pt x="654335" y="491588"/>
                  </a:lnTo>
                  <a:close/>
                  <a:moveTo>
                    <a:pt x="654335" y="491588"/>
                  </a:moveTo>
                  <a:lnTo>
                    <a:pt x="646101" y="453536"/>
                  </a:lnTo>
                  <a:lnTo>
                    <a:pt x="608796" y="495693"/>
                  </a:lnTo>
                  <a:close/>
                  <a:moveTo>
                    <a:pt x="688137" y="491197"/>
                  </a:moveTo>
                  <a:lnTo>
                    <a:pt x="679243" y="446544"/>
                  </a:lnTo>
                  <a:lnTo>
                    <a:pt x="646101" y="453536"/>
                  </a:lnTo>
                  <a:close/>
                  <a:moveTo>
                    <a:pt x="688137" y="491197"/>
                  </a:moveTo>
                  <a:lnTo>
                    <a:pt x="646101" y="453536"/>
                  </a:lnTo>
                  <a:lnTo>
                    <a:pt x="654335" y="491588"/>
                  </a:lnTo>
                  <a:close/>
                  <a:moveTo>
                    <a:pt x="679243" y="446544"/>
                  </a:moveTo>
                  <a:lnTo>
                    <a:pt x="649982" y="409789"/>
                  </a:lnTo>
                  <a:lnTo>
                    <a:pt x="646101" y="453536"/>
                  </a:lnTo>
                  <a:close/>
                  <a:moveTo>
                    <a:pt x="649982" y="409789"/>
                  </a:moveTo>
                  <a:lnTo>
                    <a:pt x="642742" y="411520"/>
                  </a:lnTo>
                  <a:lnTo>
                    <a:pt x="646101" y="453536"/>
                  </a:lnTo>
                  <a:close/>
                  <a:moveTo>
                    <a:pt x="602645" y="417030"/>
                  </a:moveTo>
                  <a:lnTo>
                    <a:pt x="646101" y="453536"/>
                  </a:lnTo>
                  <a:lnTo>
                    <a:pt x="642742" y="411520"/>
                  </a:lnTo>
                  <a:close/>
                  <a:moveTo>
                    <a:pt x="644054" y="406732"/>
                  </a:moveTo>
                  <a:lnTo>
                    <a:pt x="602835" y="373034"/>
                  </a:lnTo>
                  <a:lnTo>
                    <a:pt x="642742" y="411520"/>
                  </a:lnTo>
                  <a:close/>
                  <a:moveTo>
                    <a:pt x="642742" y="411520"/>
                  </a:moveTo>
                  <a:lnTo>
                    <a:pt x="602835" y="373034"/>
                  </a:lnTo>
                  <a:lnTo>
                    <a:pt x="600751" y="373822"/>
                  </a:lnTo>
                  <a:close/>
                  <a:moveTo>
                    <a:pt x="644054" y="406732"/>
                  </a:moveTo>
                  <a:lnTo>
                    <a:pt x="642742" y="411520"/>
                  </a:lnTo>
                  <a:lnTo>
                    <a:pt x="649982" y="409789"/>
                  </a:lnTo>
                  <a:close/>
                  <a:moveTo>
                    <a:pt x="601412" y="371880"/>
                  </a:moveTo>
                  <a:lnTo>
                    <a:pt x="600751" y="373822"/>
                  </a:lnTo>
                  <a:lnTo>
                    <a:pt x="602835" y="373034"/>
                  </a:lnTo>
                  <a:close/>
                  <a:moveTo>
                    <a:pt x="595324" y="373034"/>
                  </a:moveTo>
                  <a:lnTo>
                    <a:pt x="600751" y="373822"/>
                  </a:lnTo>
                  <a:lnTo>
                    <a:pt x="601412" y="371880"/>
                  </a:lnTo>
                  <a:close/>
                  <a:moveTo>
                    <a:pt x="736373" y="520054"/>
                  </a:moveTo>
                  <a:lnTo>
                    <a:pt x="743784" y="530453"/>
                  </a:lnTo>
                  <a:lnTo>
                    <a:pt x="750701" y="502870"/>
                  </a:lnTo>
                  <a:close/>
                  <a:moveTo>
                    <a:pt x="649982" y="409789"/>
                  </a:moveTo>
                  <a:lnTo>
                    <a:pt x="691733" y="443527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79243" y="446544"/>
                  </a:lnTo>
                  <a:lnTo>
                    <a:pt x="691733" y="443527"/>
                  </a:lnTo>
                  <a:close/>
                  <a:moveTo>
                    <a:pt x="691733" y="443527"/>
                  </a:moveTo>
                  <a:lnTo>
                    <a:pt x="726284" y="397778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88405" y="401485"/>
                  </a:lnTo>
                  <a:lnTo>
                    <a:pt x="644054" y="406732"/>
                  </a:lnTo>
                  <a:close/>
                  <a:moveTo>
                    <a:pt x="644054" y="406732"/>
                  </a:moveTo>
                  <a:lnTo>
                    <a:pt x="688405" y="401485"/>
                  </a:lnTo>
                  <a:lnTo>
                    <a:pt x="694333" y="373934"/>
                  </a:lnTo>
                  <a:close/>
                  <a:moveTo>
                    <a:pt x="644054" y="406732"/>
                  </a:moveTo>
                  <a:lnTo>
                    <a:pt x="694333" y="373934"/>
                  </a:lnTo>
                  <a:lnTo>
                    <a:pt x="657073" y="359203"/>
                  </a:lnTo>
                  <a:close/>
                  <a:moveTo>
                    <a:pt x="595324" y="373034"/>
                  </a:moveTo>
                  <a:lnTo>
                    <a:pt x="601412" y="371880"/>
                  </a:lnTo>
                  <a:lnTo>
                    <a:pt x="617403" y="335458"/>
                  </a:lnTo>
                  <a:close/>
                  <a:moveTo>
                    <a:pt x="650406" y="355850"/>
                  </a:moveTo>
                  <a:lnTo>
                    <a:pt x="644054" y="406732"/>
                  </a:lnTo>
                  <a:lnTo>
                    <a:pt x="657073" y="359203"/>
                  </a:lnTo>
                  <a:close/>
                  <a:moveTo>
                    <a:pt x="650406" y="355850"/>
                  </a:moveTo>
                  <a:lnTo>
                    <a:pt x="602835" y="373034"/>
                  </a:lnTo>
                  <a:lnTo>
                    <a:pt x="644054" y="406732"/>
                  </a:lnTo>
                  <a:close/>
                  <a:moveTo>
                    <a:pt x="602835" y="373034"/>
                  </a:moveTo>
                  <a:lnTo>
                    <a:pt x="650406" y="355850"/>
                  </a:lnTo>
                  <a:lnTo>
                    <a:pt x="601412" y="371880"/>
                  </a:lnTo>
                  <a:close/>
                  <a:moveTo>
                    <a:pt x="650406" y="355850"/>
                  </a:moveTo>
                  <a:lnTo>
                    <a:pt x="617403" y="335458"/>
                  </a:lnTo>
                  <a:lnTo>
                    <a:pt x="601412" y="371880"/>
                  </a:lnTo>
                  <a:close/>
                  <a:moveTo>
                    <a:pt x="776159" y="430715"/>
                  </a:moveTo>
                  <a:lnTo>
                    <a:pt x="752534" y="466115"/>
                  </a:lnTo>
                  <a:lnTo>
                    <a:pt x="797949" y="415977"/>
                  </a:lnTo>
                  <a:close/>
                  <a:moveTo>
                    <a:pt x="657937" y="354419"/>
                  </a:moveTo>
                  <a:lnTo>
                    <a:pt x="650406" y="355850"/>
                  </a:lnTo>
                  <a:lnTo>
                    <a:pt x="657073" y="359203"/>
                  </a:lnTo>
                  <a:close/>
                  <a:moveTo>
                    <a:pt x="644139" y="214637"/>
                  </a:moveTo>
                  <a:lnTo>
                    <a:pt x="585013" y="214357"/>
                  </a:lnTo>
                  <a:lnTo>
                    <a:pt x="610872" y="214831"/>
                  </a:lnTo>
                  <a:close/>
                  <a:moveTo>
                    <a:pt x="867925" y="264403"/>
                  </a:moveTo>
                  <a:lnTo>
                    <a:pt x="839298" y="304300"/>
                  </a:lnTo>
                  <a:lnTo>
                    <a:pt x="851298" y="298446"/>
                  </a:lnTo>
                  <a:close/>
                  <a:moveTo>
                    <a:pt x="955979" y="185152"/>
                  </a:moveTo>
                  <a:lnTo>
                    <a:pt x="933114" y="162773"/>
                  </a:lnTo>
                  <a:lnTo>
                    <a:pt x="909411" y="151175"/>
                  </a:lnTo>
                  <a:close/>
                  <a:moveTo>
                    <a:pt x="955979" y="185152"/>
                  </a:moveTo>
                  <a:lnTo>
                    <a:pt x="996379" y="178525"/>
                  </a:lnTo>
                  <a:lnTo>
                    <a:pt x="937172" y="159669"/>
                  </a:lnTo>
                  <a:close/>
                  <a:moveTo>
                    <a:pt x="909411" y="151175"/>
                  </a:moveTo>
                  <a:lnTo>
                    <a:pt x="926548" y="159669"/>
                  </a:lnTo>
                  <a:lnTo>
                    <a:pt x="914891" y="123008"/>
                  </a:lnTo>
                  <a:close/>
                  <a:moveTo>
                    <a:pt x="914891" y="123008"/>
                  </a:moveTo>
                  <a:lnTo>
                    <a:pt x="931880" y="158159"/>
                  </a:lnTo>
                  <a:lnTo>
                    <a:pt x="952879" y="140465"/>
                  </a:lnTo>
                  <a:close/>
                  <a:moveTo>
                    <a:pt x="1045310" y="211451"/>
                  </a:moveTo>
                  <a:lnTo>
                    <a:pt x="1015027" y="208982"/>
                  </a:lnTo>
                  <a:lnTo>
                    <a:pt x="1015718" y="250833"/>
                  </a:lnTo>
                  <a:close/>
                  <a:moveTo>
                    <a:pt x="1045310" y="211451"/>
                  </a:moveTo>
                  <a:lnTo>
                    <a:pt x="1046354" y="165855"/>
                  </a:lnTo>
                  <a:lnTo>
                    <a:pt x="1015027" y="208982"/>
                  </a:lnTo>
                  <a:close/>
                  <a:moveTo>
                    <a:pt x="996379" y="178525"/>
                  </a:moveTo>
                  <a:lnTo>
                    <a:pt x="1046354" y="165855"/>
                  </a:lnTo>
                  <a:lnTo>
                    <a:pt x="1047327" y="148228"/>
                  </a:lnTo>
                  <a:close/>
                  <a:moveTo>
                    <a:pt x="1046354" y="165855"/>
                  </a:moveTo>
                  <a:lnTo>
                    <a:pt x="1079117" y="166307"/>
                  </a:lnTo>
                  <a:lnTo>
                    <a:pt x="1047327" y="148228"/>
                  </a:lnTo>
                  <a:close/>
                  <a:moveTo>
                    <a:pt x="967030" y="88547"/>
                  </a:moveTo>
                  <a:lnTo>
                    <a:pt x="952879" y="140465"/>
                  </a:lnTo>
                  <a:lnTo>
                    <a:pt x="955067" y="142485"/>
                  </a:lnTo>
                  <a:close/>
                  <a:moveTo>
                    <a:pt x="1045623" y="121702"/>
                  </a:moveTo>
                  <a:lnTo>
                    <a:pt x="1009414" y="131053"/>
                  </a:lnTo>
                  <a:lnTo>
                    <a:pt x="1047327" y="148228"/>
                  </a:lnTo>
                  <a:close/>
                  <a:moveTo>
                    <a:pt x="1009464" y="124010"/>
                  </a:moveTo>
                  <a:lnTo>
                    <a:pt x="1045623" y="121702"/>
                  </a:lnTo>
                  <a:lnTo>
                    <a:pt x="1034652" y="85874"/>
                  </a:lnTo>
                  <a:close/>
                  <a:moveTo>
                    <a:pt x="1009464" y="124010"/>
                  </a:moveTo>
                  <a:lnTo>
                    <a:pt x="1034652" y="85874"/>
                  </a:lnTo>
                  <a:lnTo>
                    <a:pt x="1005992" y="82086"/>
                  </a:lnTo>
                  <a:close/>
                  <a:moveTo>
                    <a:pt x="1074717" y="125137"/>
                  </a:moveTo>
                  <a:lnTo>
                    <a:pt x="1047327" y="148228"/>
                  </a:lnTo>
                  <a:lnTo>
                    <a:pt x="1074820" y="126446"/>
                  </a:lnTo>
                  <a:close/>
                  <a:moveTo>
                    <a:pt x="1074717" y="125137"/>
                  </a:moveTo>
                  <a:lnTo>
                    <a:pt x="1045623" y="121702"/>
                  </a:lnTo>
                  <a:lnTo>
                    <a:pt x="1047327" y="148228"/>
                  </a:lnTo>
                  <a:close/>
                  <a:moveTo>
                    <a:pt x="1045623" y="121702"/>
                  </a:moveTo>
                  <a:lnTo>
                    <a:pt x="1074717" y="125137"/>
                  </a:lnTo>
                  <a:lnTo>
                    <a:pt x="1034652" y="85874"/>
                  </a:lnTo>
                  <a:close/>
                  <a:moveTo>
                    <a:pt x="1005992" y="82086"/>
                  </a:moveTo>
                  <a:lnTo>
                    <a:pt x="1031711" y="43518"/>
                  </a:lnTo>
                  <a:lnTo>
                    <a:pt x="1000211" y="42038"/>
                  </a:lnTo>
                  <a:close/>
                  <a:moveTo>
                    <a:pt x="1000211" y="42038"/>
                  </a:moveTo>
                  <a:lnTo>
                    <a:pt x="1031711" y="43518"/>
                  </a:lnTo>
                  <a:lnTo>
                    <a:pt x="1030199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84" name="Input_density__184">
              <a:extLst>
                <a:ext uri="{FF2B5EF4-FFF2-40B4-BE49-F238E27FC236}">
                  <a16:creationId xmlns:a16="http://schemas.microsoft.com/office/drawing/2014/main" id="{6B1F8C28-906B-F58B-CAEB-266BE660754C}"/>
                </a:ext>
              </a:extLst>
            </p:cNvPr>
            <p:cNvSpPr>
              <a:spLocks noGrp="1"/>
            </p:cNvSpPr>
            <p:nvPr/>
          </p:nvSpPr>
          <p:spPr>
            <a:xfrm>
              <a:off x="546075" y="1630959"/>
              <a:ext cx="984090" cy="703004"/>
            </a:xfrm>
            <a:custGeom>
              <a:avLst/>
              <a:gdLst/>
              <a:ahLst/>
              <a:cxnLst/>
              <a:rect l="0" t="0" r="0" b="0"/>
              <a:pathLst>
                <a:path w="984090" h="703004">
                  <a:moveTo>
                    <a:pt x="140517" y="666248"/>
                  </a:moveTo>
                  <a:lnTo>
                    <a:pt x="196122" y="685307"/>
                  </a:lnTo>
                  <a:lnTo>
                    <a:pt x="179576" y="654636"/>
                  </a:lnTo>
                  <a:close/>
                  <a:moveTo>
                    <a:pt x="196162" y="685820"/>
                  </a:moveTo>
                  <a:lnTo>
                    <a:pt x="196122" y="685307"/>
                  </a:lnTo>
                  <a:lnTo>
                    <a:pt x="140517" y="666248"/>
                  </a:lnTo>
                  <a:close/>
                  <a:moveTo>
                    <a:pt x="162647" y="703004"/>
                  </a:moveTo>
                  <a:lnTo>
                    <a:pt x="196162" y="685820"/>
                  </a:lnTo>
                  <a:lnTo>
                    <a:pt x="140517" y="666248"/>
                  </a:lnTo>
                  <a:close/>
                  <a:moveTo>
                    <a:pt x="179576" y="654636"/>
                  </a:moveTo>
                  <a:lnTo>
                    <a:pt x="196122" y="685307"/>
                  </a:lnTo>
                  <a:lnTo>
                    <a:pt x="193478" y="649065"/>
                  </a:lnTo>
                  <a:close/>
                  <a:moveTo>
                    <a:pt x="1983" y="465290"/>
                  </a:moveTo>
                  <a:lnTo>
                    <a:pt x="0" y="468540"/>
                  </a:lnTo>
                  <a:lnTo>
                    <a:pt x="6734" y="475522"/>
                  </a:lnTo>
                  <a:close/>
                  <a:moveTo>
                    <a:pt x="2602" y="460075"/>
                  </a:moveTo>
                  <a:lnTo>
                    <a:pt x="0" y="468540"/>
                  </a:lnTo>
                  <a:lnTo>
                    <a:pt x="1983" y="465290"/>
                  </a:lnTo>
                  <a:close/>
                  <a:moveTo>
                    <a:pt x="196162" y="685820"/>
                  </a:moveTo>
                  <a:lnTo>
                    <a:pt x="196377" y="686261"/>
                  </a:lnTo>
                  <a:lnTo>
                    <a:pt x="196600" y="685543"/>
                  </a:lnTo>
                  <a:close/>
                  <a:moveTo>
                    <a:pt x="196162" y="685820"/>
                  </a:moveTo>
                  <a:lnTo>
                    <a:pt x="196600" y="685543"/>
                  </a:lnTo>
                  <a:lnTo>
                    <a:pt x="196122" y="685307"/>
                  </a:lnTo>
                  <a:close/>
                  <a:moveTo>
                    <a:pt x="1983" y="465290"/>
                  </a:moveTo>
                  <a:lnTo>
                    <a:pt x="6734" y="475522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1983" y="465290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7456" y="462478"/>
                  </a:lnTo>
                  <a:lnTo>
                    <a:pt x="6144" y="428535"/>
                  </a:lnTo>
                  <a:close/>
                  <a:moveTo>
                    <a:pt x="6144" y="428535"/>
                  </a:moveTo>
                  <a:lnTo>
                    <a:pt x="7456" y="462478"/>
                  </a:lnTo>
                  <a:lnTo>
                    <a:pt x="39525" y="448107"/>
                  </a:lnTo>
                  <a:close/>
                  <a:moveTo>
                    <a:pt x="6144" y="428535"/>
                  </a:moveTo>
                  <a:lnTo>
                    <a:pt x="39525" y="448107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6144" y="428535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19484" y="398617"/>
                  </a:lnTo>
                  <a:lnTo>
                    <a:pt x="6144" y="428535"/>
                  </a:lnTo>
                  <a:close/>
                  <a:moveTo>
                    <a:pt x="171109" y="482531"/>
                  </a:moveTo>
                  <a:lnTo>
                    <a:pt x="159853" y="484862"/>
                  </a:lnTo>
                  <a:lnTo>
                    <a:pt x="198991" y="504611"/>
                  </a:lnTo>
                  <a:close/>
                  <a:moveTo>
                    <a:pt x="198991" y="504611"/>
                  </a:moveTo>
                  <a:lnTo>
                    <a:pt x="230297" y="496088"/>
                  </a:lnTo>
                  <a:lnTo>
                    <a:pt x="218010" y="471490"/>
                  </a:lnTo>
                  <a:close/>
                  <a:moveTo>
                    <a:pt x="198991" y="504611"/>
                  </a:moveTo>
                  <a:lnTo>
                    <a:pt x="218010" y="471490"/>
                  </a:lnTo>
                  <a:lnTo>
                    <a:pt x="171109" y="482531"/>
                  </a:lnTo>
                  <a:close/>
                  <a:moveTo>
                    <a:pt x="37871" y="411352"/>
                  </a:moveTo>
                  <a:lnTo>
                    <a:pt x="59682" y="357613"/>
                  </a:lnTo>
                  <a:lnTo>
                    <a:pt x="42604" y="388851"/>
                  </a:lnTo>
                  <a:close/>
                  <a:moveTo>
                    <a:pt x="46673" y="374597"/>
                  </a:moveTo>
                  <a:lnTo>
                    <a:pt x="42604" y="388851"/>
                  </a:lnTo>
                  <a:lnTo>
                    <a:pt x="59682" y="357613"/>
                  </a:lnTo>
                  <a:close/>
                  <a:moveTo>
                    <a:pt x="59893" y="357284"/>
                  </a:moveTo>
                  <a:lnTo>
                    <a:pt x="46673" y="374597"/>
                  </a:lnTo>
                  <a:lnTo>
                    <a:pt x="59682" y="357613"/>
                  </a:lnTo>
                  <a:close/>
                  <a:moveTo>
                    <a:pt x="250185" y="474241"/>
                  </a:moveTo>
                  <a:lnTo>
                    <a:pt x="230297" y="496088"/>
                  </a:lnTo>
                  <a:lnTo>
                    <a:pt x="203607" y="504433"/>
                  </a:lnTo>
                  <a:close/>
                  <a:moveTo>
                    <a:pt x="230297" y="496088"/>
                  </a:moveTo>
                  <a:lnTo>
                    <a:pt x="250185" y="474241"/>
                  </a:lnTo>
                  <a:lnTo>
                    <a:pt x="231874" y="467678"/>
                  </a:lnTo>
                  <a:close/>
                  <a:moveTo>
                    <a:pt x="85008" y="326609"/>
                  </a:moveTo>
                  <a:lnTo>
                    <a:pt x="59893" y="357284"/>
                  </a:lnTo>
                  <a:lnTo>
                    <a:pt x="106638" y="311272"/>
                  </a:lnTo>
                  <a:close/>
                  <a:moveTo>
                    <a:pt x="150763" y="292996"/>
                  </a:moveTo>
                  <a:lnTo>
                    <a:pt x="115649" y="303475"/>
                  </a:lnTo>
                  <a:lnTo>
                    <a:pt x="162082" y="297780"/>
                  </a:lnTo>
                  <a:close/>
                  <a:moveTo>
                    <a:pt x="115649" y="303475"/>
                  </a:moveTo>
                  <a:lnTo>
                    <a:pt x="106638" y="311272"/>
                  </a:lnTo>
                  <a:lnTo>
                    <a:pt x="162082" y="297780"/>
                  </a:lnTo>
                  <a:close/>
                  <a:moveTo>
                    <a:pt x="599460" y="619475"/>
                  </a:moveTo>
                  <a:lnTo>
                    <a:pt x="599421" y="619316"/>
                  </a:lnTo>
                  <a:lnTo>
                    <a:pt x="589442" y="582875"/>
                  </a:lnTo>
                  <a:close/>
                  <a:moveTo>
                    <a:pt x="549049" y="636658"/>
                  </a:moveTo>
                  <a:lnTo>
                    <a:pt x="599460" y="619475"/>
                  </a:lnTo>
                  <a:lnTo>
                    <a:pt x="540529" y="599903"/>
                  </a:lnTo>
                  <a:close/>
                  <a:moveTo>
                    <a:pt x="295254" y="269108"/>
                  </a:moveTo>
                  <a:lnTo>
                    <a:pt x="303548" y="305864"/>
                  </a:lnTo>
                  <a:lnTo>
                    <a:pt x="334815" y="296464"/>
                  </a:lnTo>
                  <a:close/>
                  <a:moveTo>
                    <a:pt x="599468" y="619471"/>
                  </a:moveTo>
                  <a:lnTo>
                    <a:pt x="599421" y="619316"/>
                  </a:lnTo>
                  <a:lnTo>
                    <a:pt x="599460" y="619475"/>
                  </a:lnTo>
                  <a:close/>
                  <a:moveTo>
                    <a:pt x="599421" y="619316"/>
                  </a:moveTo>
                  <a:lnTo>
                    <a:pt x="599468" y="619471"/>
                  </a:lnTo>
                  <a:lnTo>
                    <a:pt x="590382" y="582720"/>
                  </a:lnTo>
                  <a:close/>
                  <a:moveTo>
                    <a:pt x="421679" y="362190"/>
                  </a:moveTo>
                  <a:lnTo>
                    <a:pt x="440944" y="381762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1679" y="362190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3909" y="336836"/>
                  </a:lnTo>
                  <a:lnTo>
                    <a:pt x="421679" y="362190"/>
                  </a:lnTo>
                  <a:close/>
                  <a:moveTo>
                    <a:pt x="423909" y="336836"/>
                  </a:moveTo>
                  <a:lnTo>
                    <a:pt x="449662" y="336914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56674" y="308252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69818" y="316064"/>
                  </a:lnTo>
                  <a:lnTo>
                    <a:pt x="456674" y="308252"/>
                  </a:lnTo>
                  <a:close/>
                  <a:moveTo>
                    <a:pt x="469818" y="316064"/>
                  </a:moveTo>
                  <a:lnTo>
                    <a:pt x="479117" y="291068"/>
                  </a:lnTo>
                  <a:lnTo>
                    <a:pt x="456674" y="308252"/>
                  </a:lnTo>
                  <a:close/>
                  <a:moveTo>
                    <a:pt x="492824" y="277503"/>
                  </a:moveTo>
                  <a:lnTo>
                    <a:pt x="456674" y="308252"/>
                  </a:lnTo>
                  <a:lnTo>
                    <a:pt x="479117" y="291068"/>
                  </a:lnTo>
                  <a:close/>
                  <a:moveTo>
                    <a:pt x="545258" y="252762"/>
                  </a:moveTo>
                  <a:lnTo>
                    <a:pt x="492824" y="277503"/>
                  </a:lnTo>
                  <a:lnTo>
                    <a:pt x="516215" y="268750"/>
                  </a:lnTo>
                  <a:close/>
                  <a:moveTo>
                    <a:pt x="786565" y="262488"/>
                  </a:moveTo>
                  <a:lnTo>
                    <a:pt x="746865" y="276273"/>
                  </a:lnTo>
                  <a:lnTo>
                    <a:pt x="793827" y="270612"/>
                  </a:lnTo>
                  <a:close/>
                  <a:moveTo>
                    <a:pt x="760154" y="240926"/>
                  </a:moveTo>
                  <a:lnTo>
                    <a:pt x="746865" y="276273"/>
                  </a:lnTo>
                  <a:lnTo>
                    <a:pt x="786565" y="262488"/>
                  </a:lnTo>
                  <a:close/>
                  <a:moveTo>
                    <a:pt x="759999" y="239518"/>
                  </a:moveTo>
                  <a:lnTo>
                    <a:pt x="786565" y="262488"/>
                  </a:lnTo>
                  <a:lnTo>
                    <a:pt x="793118" y="259090"/>
                  </a:lnTo>
                  <a:close/>
                  <a:moveTo>
                    <a:pt x="759999" y="239518"/>
                  </a:moveTo>
                  <a:lnTo>
                    <a:pt x="793118" y="259090"/>
                  </a:lnTo>
                  <a:lnTo>
                    <a:pt x="786704" y="222335"/>
                  </a:lnTo>
                  <a:close/>
                  <a:moveTo>
                    <a:pt x="786565" y="262488"/>
                  </a:moveTo>
                  <a:lnTo>
                    <a:pt x="793827" y="270612"/>
                  </a:lnTo>
                  <a:lnTo>
                    <a:pt x="793118" y="259090"/>
                  </a:lnTo>
                  <a:close/>
                  <a:moveTo>
                    <a:pt x="793827" y="270612"/>
                  </a:moveTo>
                  <a:lnTo>
                    <a:pt x="805783" y="291611"/>
                  </a:lnTo>
                  <a:lnTo>
                    <a:pt x="793118" y="259090"/>
                  </a:lnTo>
                  <a:close/>
                  <a:moveTo>
                    <a:pt x="793118" y="259090"/>
                  </a:moveTo>
                  <a:lnTo>
                    <a:pt x="843315" y="278662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793118" y="259090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828845" y="241907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786704" y="222335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823485" y="205152"/>
                  </a:lnTo>
                  <a:lnTo>
                    <a:pt x="823170" y="168397"/>
                  </a:lnTo>
                  <a:close/>
                  <a:moveTo>
                    <a:pt x="823485" y="205152"/>
                  </a:moveTo>
                  <a:lnTo>
                    <a:pt x="859215" y="230513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44280" y="197907"/>
                  </a:lnTo>
                  <a:lnTo>
                    <a:pt x="859215" y="230513"/>
                  </a:lnTo>
                  <a:close/>
                  <a:moveTo>
                    <a:pt x="823170" y="168397"/>
                  </a:moveTo>
                  <a:lnTo>
                    <a:pt x="844280" y="197907"/>
                  </a:lnTo>
                  <a:lnTo>
                    <a:pt x="828721" y="165810"/>
                  </a:lnTo>
                  <a:close/>
                  <a:moveTo>
                    <a:pt x="823170" y="168397"/>
                  </a:moveTo>
                  <a:lnTo>
                    <a:pt x="823485" y="205152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56202" y="151213"/>
                  </a:lnTo>
                  <a:lnTo>
                    <a:pt x="844280" y="197907"/>
                  </a:lnTo>
                  <a:close/>
                  <a:moveTo>
                    <a:pt x="856202" y="151213"/>
                  </a:moveTo>
                  <a:lnTo>
                    <a:pt x="828721" y="165810"/>
                  </a:lnTo>
                  <a:lnTo>
                    <a:pt x="844280" y="197907"/>
                  </a:lnTo>
                  <a:close/>
                  <a:moveTo>
                    <a:pt x="823972" y="162538"/>
                  </a:moveTo>
                  <a:lnTo>
                    <a:pt x="823170" y="168397"/>
                  </a:lnTo>
                  <a:lnTo>
                    <a:pt x="828721" y="165810"/>
                  </a:lnTo>
                  <a:close/>
                  <a:moveTo>
                    <a:pt x="827137" y="131641"/>
                  </a:moveTo>
                  <a:lnTo>
                    <a:pt x="828721" y="165810"/>
                  </a:lnTo>
                  <a:lnTo>
                    <a:pt x="856202" y="151213"/>
                  </a:lnTo>
                  <a:close/>
                  <a:moveTo>
                    <a:pt x="827137" y="131641"/>
                  </a:moveTo>
                  <a:lnTo>
                    <a:pt x="856202" y="151213"/>
                  </a:lnTo>
                  <a:lnTo>
                    <a:pt x="858148" y="114458"/>
                  </a:lnTo>
                  <a:close/>
                  <a:moveTo>
                    <a:pt x="877650" y="187968"/>
                  </a:moveTo>
                  <a:lnTo>
                    <a:pt x="900273" y="179475"/>
                  </a:lnTo>
                  <a:lnTo>
                    <a:pt x="891229" y="134030"/>
                  </a:lnTo>
                  <a:close/>
                  <a:moveTo>
                    <a:pt x="856202" y="151213"/>
                  </a:moveTo>
                  <a:lnTo>
                    <a:pt x="877650" y="187968"/>
                  </a:lnTo>
                  <a:lnTo>
                    <a:pt x="891229" y="134030"/>
                  </a:lnTo>
                  <a:close/>
                  <a:moveTo>
                    <a:pt x="858148" y="114458"/>
                  </a:moveTo>
                  <a:lnTo>
                    <a:pt x="895217" y="111916"/>
                  </a:lnTo>
                  <a:lnTo>
                    <a:pt x="883319" y="103764"/>
                  </a:lnTo>
                  <a:close/>
                  <a:moveTo>
                    <a:pt x="891229" y="134030"/>
                  </a:moveTo>
                  <a:lnTo>
                    <a:pt x="895217" y="111916"/>
                  </a:lnTo>
                  <a:lnTo>
                    <a:pt x="858148" y="114458"/>
                  </a:lnTo>
                  <a:close/>
                  <a:moveTo>
                    <a:pt x="856202" y="151213"/>
                  </a:moveTo>
                  <a:lnTo>
                    <a:pt x="891229" y="134030"/>
                  </a:lnTo>
                  <a:lnTo>
                    <a:pt x="858148" y="114458"/>
                  </a:lnTo>
                  <a:close/>
                  <a:moveTo>
                    <a:pt x="865553" y="97217"/>
                  </a:moveTo>
                  <a:lnTo>
                    <a:pt x="858148" y="114458"/>
                  </a:lnTo>
                  <a:lnTo>
                    <a:pt x="883319" y="103764"/>
                  </a:lnTo>
                  <a:close/>
                  <a:moveTo>
                    <a:pt x="874359" y="77703"/>
                  </a:moveTo>
                  <a:lnTo>
                    <a:pt x="883319" y="103764"/>
                  </a:lnTo>
                  <a:lnTo>
                    <a:pt x="896499" y="97275"/>
                  </a:lnTo>
                  <a:close/>
                  <a:moveTo>
                    <a:pt x="883319" y="103764"/>
                  </a:moveTo>
                  <a:lnTo>
                    <a:pt x="895217" y="111916"/>
                  </a:lnTo>
                  <a:lnTo>
                    <a:pt x="896499" y="97275"/>
                  </a:lnTo>
                  <a:close/>
                  <a:moveTo>
                    <a:pt x="907695" y="128694"/>
                  </a:moveTo>
                  <a:lnTo>
                    <a:pt x="954920" y="114354"/>
                  </a:lnTo>
                  <a:lnTo>
                    <a:pt x="896499" y="97275"/>
                  </a:lnTo>
                  <a:close/>
                  <a:moveTo>
                    <a:pt x="896499" y="97275"/>
                  </a:moveTo>
                  <a:lnTo>
                    <a:pt x="954920" y="114354"/>
                  </a:lnTo>
                  <a:lnTo>
                    <a:pt x="929325" y="80092"/>
                  </a:lnTo>
                  <a:close/>
                  <a:moveTo>
                    <a:pt x="896499" y="97275"/>
                  </a:moveTo>
                  <a:lnTo>
                    <a:pt x="895217" y="111916"/>
                  </a:lnTo>
                  <a:lnTo>
                    <a:pt x="907695" y="128694"/>
                  </a:lnTo>
                  <a:close/>
                  <a:moveTo>
                    <a:pt x="899804" y="60520"/>
                  </a:moveTo>
                  <a:lnTo>
                    <a:pt x="896499" y="97275"/>
                  </a:lnTo>
                  <a:lnTo>
                    <a:pt x="929325" y="80092"/>
                  </a:lnTo>
                  <a:close/>
                  <a:moveTo>
                    <a:pt x="899804" y="60520"/>
                  </a:moveTo>
                  <a:lnTo>
                    <a:pt x="929325" y="80092"/>
                  </a:lnTo>
                  <a:lnTo>
                    <a:pt x="933833" y="43336"/>
                  </a:lnTo>
                  <a:close/>
                  <a:moveTo>
                    <a:pt x="933833" y="43336"/>
                  </a:moveTo>
                  <a:lnTo>
                    <a:pt x="934720" y="38829"/>
                  </a:lnTo>
                  <a:lnTo>
                    <a:pt x="898916" y="23765"/>
                  </a:lnTo>
                  <a:close/>
                  <a:moveTo>
                    <a:pt x="899804" y="60520"/>
                  </a:moveTo>
                  <a:lnTo>
                    <a:pt x="933833" y="43336"/>
                  </a:lnTo>
                  <a:lnTo>
                    <a:pt x="898916" y="23765"/>
                  </a:lnTo>
                  <a:close/>
                  <a:moveTo>
                    <a:pt x="933833" y="43336"/>
                  </a:moveTo>
                  <a:lnTo>
                    <a:pt x="954743" y="72785"/>
                  </a:lnTo>
                  <a:lnTo>
                    <a:pt x="937344" y="42184"/>
                  </a:lnTo>
                  <a:close/>
                  <a:moveTo>
                    <a:pt x="933833" y="43336"/>
                  </a:moveTo>
                  <a:lnTo>
                    <a:pt x="929325" y="80092"/>
                  </a:lnTo>
                  <a:lnTo>
                    <a:pt x="954743" y="72785"/>
                  </a:lnTo>
                  <a:close/>
                  <a:moveTo>
                    <a:pt x="954743" y="72785"/>
                  </a:moveTo>
                  <a:lnTo>
                    <a:pt x="984090" y="31268"/>
                  </a:lnTo>
                  <a:lnTo>
                    <a:pt x="937344" y="42184"/>
                  </a:lnTo>
                  <a:close/>
                  <a:moveTo>
                    <a:pt x="934720" y="38829"/>
                  </a:moveTo>
                  <a:lnTo>
                    <a:pt x="933833" y="43336"/>
                  </a:lnTo>
                  <a:lnTo>
                    <a:pt x="937344" y="42184"/>
                  </a:lnTo>
                  <a:close/>
                  <a:moveTo>
                    <a:pt x="937344" y="42184"/>
                  </a:moveTo>
                  <a:lnTo>
                    <a:pt x="942783" y="6582"/>
                  </a:lnTo>
                  <a:lnTo>
                    <a:pt x="934720" y="38829"/>
                  </a:lnTo>
                  <a:close/>
                  <a:moveTo>
                    <a:pt x="967510" y="0"/>
                  </a:moveTo>
                  <a:lnTo>
                    <a:pt x="942783" y="6582"/>
                  </a:lnTo>
                  <a:lnTo>
                    <a:pt x="937344" y="42184"/>
                  </a:lnTo>
                  <a:close/>
                  <a:moveTo>
                    <a:pt x="984090" y="31268"/>
                  </a:moveTo>
                  <a:lnTo>
                    <a:pt x="967510" y="0"/>
                  </a:lnTo>
                  <a:lnTo>
                    <a:pt x="937344" y="4218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85" name="Input_density__185">
              <a:extLst>
                <a:ext uri="{FF2B5EF4-FFF2-40B4-BE49-F238E27FC236}">
                  <a16:creationId xmlns:a16="http://schemas.microsoft.com/office/drawing/2014/main" id="{1CBAF94A-1651-0817-9CB4-2D343F4F6ECB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913025"/>
              <a:ext cx="1023418" cy="482041"/>
            </a:xfrm>
            <a:custGeom>
              <a:avLst/>
              <a:gdLst/>
              <a:ahLst/>
              <a:cxnLst/>
              <a:rect l="0" t="0" r="0" b="0"/>
              <a:pathLst>
                <a:path w="1023418" h="482041">
                  <a:moveTo>
                    <a:pt x="60968" y="341650"/>
                  </a:moveTo>
                  <a:lnTo>
                    <a:pt x="92043" y="330244"/>
                  </a:lnTo>
                  <a:lnTo>
                    <a:pt x="76803" y="336993"/>
                  </a:lnTo>
                  <a:close/>
                  <a:moveTo>
                    <a:pt x="0" y="270626"/>
                  </a:moveTo>
                  <a:lnTo>
                    <a:pt x="33378" y="270845"/>
                  </a:lnTo>
                  <a:lnTo>
                    <a:pt x="4452" y="271014"/>
                  </a:lnTo>
                  <a:close/>
                  <a:moveTo>
                    <a:pt x="318387" y="224756"/>
                  </a:moveTo>
                  <a:lnTo>
                    <a:pt x="329597" y="246066"/>
                  </a:lnTo>
                  <a:lnTo>
                    <a:pt x="325636" y="241939"/>
                  </a:lnTo>
                  <a:close/>
                  <a:moveTo>
                    <a:pt x="317348" y="228640"/>
                  </a:moveTo>
                  <a:lnTo>
                    <a:pt x="316846" y="269067"/>
                  </a:lnTo>
                  <a:lnTo>
                    <a:pt x="318387" y="224756"/>
                  </a:lnTo>
                  <a:close/>
                  <a:moveTo>
                    <a:pt x="299422" y="161614"/>
                  </a:moveTo>
                  <a:lnTo>
                    <a:pt x="317943" y="188001"/>
                  </a:lnTo>
                  <a:lnTo>
                    <a:pt x="293448" y="153848"/>
                  </a:lnTo>
                  <a:close/>
                  <a:moveTo>
                    <a:pt x="577508" y="482041"/>
                  </a:moveTo>
                  <a:lnTo>
                    <a:pt x="591874" y="476486"/>
                  </a:lnTo>
                  <a:lnTo>
                    <a:pt x="548006" y="468150"/>
                  </a:lnTo>
                  <a:close/>
                  <a:moveTo>
                    <a:pt x="548006" y="468150"/>
                  </a:moveTo>
                  <a:lnTo>
                    <a:pt x="591874" y="476486"/>
                  </a:lnTo>
                  <a:lnTo>
                    <a:pt x="603124" y="453442"/>
                  </a:lnTo>
                  <a:close/>
                  <a:moveTo>
                    <a:pt x="611031" y="416164"/>
                  </a:moveTo>
                  <a:lnTo>
                    <a:pt x="603124" y="453442"/>
                  </a:lnTo>
                  <a:lnTo>
                    <a:pt x="611163" y="428102"/>
                  </a:lnTo>
                  <a:close/>
                  <a:moveTo>
                    <a:pt x="615939" y="405145"/>
                  </a:moveTo>
                  <a:lnTo>
                    <a:pt x="611031" y="416164"/>
                  </a:lnTo>
                  <a:lnTo>
                    <a:pt x="641518" y="376205"/>
                  </a:lnTo>
                  <a:close/>
                  <a:moveTo>
                    <a:pt x="606656" y="410919"/>
                  </a:moveTo>
                  <a:lnTo>
                    <a:pt x="611031" y="416164"/>
                  </a:lnTo>
                  <a:lnTo>
                    <a:pt x="615939" y="405145"/>
                  </a:lnTo>
                  <a:close/>
                  <a:moveTo>
                    <a:pt x="546611" y="300654"/>
                  </a:moveTo>
                  <a:lnTo>
                    <a:pt x="522096" y="303437"/>
                  </a:lnTo>
                  <a:lnTo>
                    <a:pt x="518607" y="302886"/>
                  </a:lnTo>
                  <a:close/>
                  <a:moveTo>
                    <a:pt x="641518" y="376205"/>
                  </a:moveTo>
                  <a:lnTo>
                    <a:pt x="647912" y="368522"/>
                  </a:lnTo>
                  <a:lnTo>
                    <a:pt x="632598" y="371223"/>
                  </a:lnTo>
                  <a:close/>
                  <a:moveTo>
                    <a:pt x="615939" y="405145"/>
                  </a:moveTo>
                  <a:lnTo>
                    <a:pt x="641518" y="376205"/>
                  </a:lnTo>
                  <a:lnTo>
                    <a:pt x="632598" y="371223"/>
                  </a:lnTo>
                  <a:close/>
                  <a:moveTo>
                    <a:pt x="671532" y="356981"/>
                  </a:moveTo>
                  <a:lnTo>
                    <a:pt x="701783" y="396561"/>
                  </a:lnTo>
                  <a:lnTo>
                    <a:pt x="696824" y="393736"/>
                  </a:lnTo>
                  <a:close/>
                  <a:moveTo>
                    <a:pt x="641518" y="376205"/>
                  </a:moveTo>
                  <a:lnTo>
                    <a:pt x="701783" y="396561"/>
                  </a:lnTo>
                  <a:lnTo>
                    <a:pt x="671532" y="356981"/>
                  </a:lnTo>
                  <a:close/>
                  <a:moveTo>
                    <a:pt x="701292" y="352213"/>
                  </a:moveTo>
                  <a:lnTo>
                    <a:pt x="714877" y="385916"/>
                  </a:lnTo>
                  <a:lnTo>
                    <a:pt x="708481" y="393736"/>
                  </a:lnTo>
                  <a:close/>
                  <a:moveTo>
                    <a:pt x="804370" y="54106"/>
                  </a:moveTo>
                  <a:lnTo>
                    <a:pt x="784978" y="87531"/>
                  </a:lnTo>
                  <a:lnTo>
                    <a:pt x="802462" y="100405"/>
                  </a:lnTo>
                  <a:close/>
                  <a:moveTo>
                    <a:pt x="836285" y="50534"/>
                  </a:moveTo>
                  <a:lnTo>
                    <a:pt x="838512" y="53438"/>
                  </a:lnTo>
                  <a:lnTo>
                    <a:pt x="842439" y="51862"/>
                  </a:lnTo>
                  <a:close/>
                  <a:moveTo>
                    <a:pt x="820188" y="64878"/>
                  </a:moveTo>
                  <a:lnTo>
                    <a:pt x="836285" y="50534"/>
                  </a:lnTo>
                  <a:lnTo>
                    <a:pt x="807199" y="44680"/>
                  </a:lnTo>
                  <a:close/>
                  <a:moveTo>
                    <a:pt x="807199" y="44680"/>
                  </a:moveTo>
                  <a:lnTo>
                    <a:pt x="804370" y="54106"/>
                  </a:lnTo>
                  <a:lnTo>
                    <a:pt x="820188" y="64878"/>
                  </a:lnTo>
                  <a:close/>
                  <a:moveTo>
                    <a:pt x="856720" y="33351"/>
                  </a:moveTo>
                  <a:lnTo>
                    <a:pt x="836285" y="50534"/>
                  </a:lnTo>
                  <a:lnTo>
                    <a:pt x="842439" y="51862"/>
                  </a:lnTo>
                  <a:close/>
                  <a:moveTo>
                    <a:pt x="842439" y="51862"/>
                  </a:moveTo>
                  <a:lnTo>
                    <a:pt x="875533" y="51017"/>
                  </a:lnTo>
                  <a:lnTo>
                    <a:pt x="899643" y="44953"/>
                  </a:lnTo>
                  <a:close/>
                  <a:moveTo>
                    <a:pt x="899643" y="44953"/>
                  </a:moveTo>
                  <a:lnTo>
                    <a:pt x="875533" y="51017"/>
                  </a:lnTo>
                  <a:lnTo>
                    <a:pt x="936183" y="56994"/>
                  </a:lnTo>
                  <a:close/>
                  <a:moveTo>
                    <a:pt x="958003" y="42367"/>
                  </a:moveTo>
                  <a:lnTo>
                    <a:pt x="936183" y="56994"/>
                  </a:lnTo>
                  <a:lnTo>
                    <a:pt x="991698" y="43769"/>
                  </a:lnTo>
                  <a:close/>
                  <a:moveTo>
                    <a:pt x="1023418" y="11466"/>
                  </a:moveTo>
                  <a:lnTo>
                    <a:pt x="1004201" y="0"/>
                  </a:lnTo>
                  <a:lnTo>
                    <a:pt x="991698" y="4376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86" name="Input_density__186">
              <a:extLst>
                <a:ext uri="{FF2B5EF4-FFF2-40B4-BE49-F238E27FC236}">
                  <a16:creationId xmlns:a16="http://schemas.microsoft.com/office/drawing/2014/main" id="{C59D79B2-D72F-E988-49DB-4B62B7CD4C54}"/>
                </a:ext>
              </a:extLst>
            </p:cNvPr>
            <p:cNvSpPr>
              <a:spLocks noGrp="1"/>
            </p:cNvSpPr>
            <p:nvPr/>
          </p:nvSpPr>
          <p:spPr>
            <a:xfrm>
              <a:off x="585488" y="1967132"/>
              <a:ext cx="809372" cy="345439"/>
            </a:xfrm>
            <a:custGeom>
              <a:avLst/>
              <a:gdLst/>
              <a:ahLst/>
              <a:cxnLst/>
              <a:rect l="0" t="0" r="0" b="0"/>
              <a:pathLst>
                <a:path w="809372" h="345439">
                  <a:moveTo>
                    <a:pt x="28926" y="216738"/>
                  </a:moveTo>
                  <a:lnTo>
                    <a:pt x="37541" y="213475"/>
                  </a:lnTo>
                  <a:lnTo>
                    <a:pt x="0" y="216907"/>
                  </a:lnTo>
                  <a:close/>
                  <a:moveTo>
                    <a:pt x="60938" y="104960"/>
                  </a:moveTo>
                  <a:lnTo>
                    <a:pt x="60321" y="111935"/>
                  </a:lnTo>
                  <a:lnTo>
                    <a:pt x="71560" y="87516"/>
                  </a:lnTo>
                  <a:close/>
                  <a:moveTo>
                    <a:pt x="676628" y="345439"/>
                  </a:moveTo>
                  <a:lnTo>
                    <a:pt x="697331" y="342455"/>
                  </a:lnTo>
                  <a:lnTo>
                    <a:pt x="637066" y="322099"/>
                  </a:lnTo>
                  <a:close/>
                  <a:moveTo>
                    <a:pt x="704029" y="339629"/>
                  </a:moveTo>
                  <a:lnTo>
                    <a:pt x="697331" y="342455"/>
                  </a:lnTo>
                  <a:lnTo>
                    <a:pt x="705316" y="302874"/>
                  </a:lnTo>
                  <a:close/>
                  <a:moveTo>
                    <a:pt x="667079" y="302874"/>
                  </a:moveTo>
                  <a:lnTo>
                    <a:pt x="692371" y="339629"/>
                  </a:lnTo>
                  <a:lnTo>
                    <a:pt x="710424" y="331810"/>
                  </a:lnTo>
                  <a:close/>
                  <a:moveTo>
                    <a:pt x="800067" y="50366"/>
                  </a:moveTo>
                  <a:lnTo>
                    <a:pt x="799918" y="0"/>
                  </a:lnTo>
                  <a:lnTo>
                    <a:pt x="798010" y="46298"/>
                  </a:lnTo>
                  <a:close/>
                  <a:moveTo>
                    <a:pt x="809372" y="13611"/>
                  </a:moveTo>
                  <a:lnTo>
                    <a:pt x="799918" y="0"/>
                  </a:lnTo>
                  <a:lnTo>
                    <a:pt x="800067" y="5036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87" name="Input_density__187">
              <a:extLst>
                <a:ext uri="{FF2B5EF4-FFF2-40B4-BE49-F238E27FC236}">
                  <a16:creationId xmlns:a16="http://schemas.microsoft.com/office/drawing/2014/main" id="{1B41653B-7434-3568-DB08-D71DC619E54B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40897"/>
              <a:ext cx="841465" cy="431394"/>
            </a:xfrm>
            <a:custGeom>
              <a:avLst/>
              <a:gdLst/>
              <a:ahLst/>
              <a:cxnLst/>
              <a:rect l="0" t="0" r="0" b="0"/>
              <a:pathLst>
                <a:path w="841465" h="431394">
                  <a:moveTo>
                    <a:pt x="38804" y="302373"/>
                  </a:moveTo>
                  <a:lnTo>
                    <a:pt x="32473" y="313779"/>
                  </a:lnTo>
                  <a:lnTo>
                    <a:pt x="48308" y="309122"/>
                  </a:lnTo>
                  <a:close/>
                  <a:moveTo>
                    <a:pt x="36923" y="294922"/>
                  </a:moveTo>
                  <a:lnTo>
                    <a:pt x="27685" y="290584"/>
                  </a:lnTo>
                  <a:lnTo>
                    <a:pt x="48308" y="309122"/>
                  </a:lnTo>
                  <a:close/>
                  <a:moveTo>
                    <a:pt x="38804" y="302373"/>
                  </a:moveTo>
                  <a:lnTo>
                    <a:pt x="27685" y="290584"/>
                  </a:lnTo>
                  <a:lnTo>
                    <a:pt x="4058" y="265045"/>
                  </a:lnTo>
                  <a:close/>
                  <a:moveTo>
                    <a:pt x="0" y="248435"/>
                  </a:moveTo>
                  <a:lnTo>
                    <a:pt x="2114" y="260988"/>
                  </a:lnTo>
                  <a:lnTo>
                    <a:pt x="4058" y="265045"/>
                  </a:lnTo>
                  <a:close/>
                  <a:moveTo>
                    <a:pt x="122630" y="321944"/>
                  </a:moveTo>
                  <a:lnTo>
                    <a:pt x="150519" y="345911"/>
                  </a:lnTo>
                  <a:lnTo>
                    <a:pt x="113519" y="319725"/>
                  </a:lnTo>
                  <a:close/>
                  <a:moveTo>
                    <a:pt x="196627" y="297516"/>
                  </a:moveTo>
                  <a:lnTo>
                    <a:pt x="200248" y="258646"/>
                  </a:lnTo>
                  <a:lnTo>
                    <a:pt x="193951" y="304761"/>
                  </a:lnTo>
                  <a:close/>
                  <a:moveTo>
                    <a:pt x="184616" y="250823"/>
                  </a:moveTo>
                  <a:lnTo>
                    <a:pt x="217876" y="280756"/>
                  </a:lnTo>
                  <a:lnTo>
                    <a:pt x="193951" y="304761"/>
                  </a:lnTo>
                  <a:close/>
                  <a:moveTo>
                    <a:pt x="254759" y="241417"/>
                  </a:moveTo>
                  <a:lnTo>
                    <a:pt x="250980" y="287578"/>
                  </a:lnTo>
                  <a:lnTo>
                    <a:pt x="231124" y="234080"/>
                  </a:lnTo>
                  <a:close/>
                  <a:moveTo>
                    <a:pt x="253270" y="287375"/>
                  </a:moveTo>
                  <a:lnTo>
                    <a:pt x="250980" y="287578"/>
                  </a:lnTo>
                  <a:lnTo>
                    <a:pt x="254759" y="241417"/>
                  </a:lnTo>
                  <a:close/>
                  <a:moveTo>
                    <a:pt x="288854" y="200768"/>
                  </a:moveTo>
                  <a:lnTo>
                    <a:pt x="254759" y="241417"/>
                  </a:lnTo>
                  <a:lnTo>
                    <a:pt x="238673" y="233937"/>
                  </a:lnTo>
                  <a:close/>
                  <a:moveTo>
                    <a:pt x="542868" y="431394"/>
                  </a:moveTo>
                  <a:lnTo>
                    <a:pt x="574630" y="425571"/>
                  </a:lnTo>
                  <a:lnTo>
                    <a:pt x="561358" y="404321"/>
                  </a:lnTo>
                  <a:close/>
                  <a:moveTo>
                    <a:pt x="569501" y="371802"/>
                  </a:moveTo>
                  <a:lnTo>
                    <a:pt x="561358" y="404321"/>
                  </a:lnTo>
                  <a:lnTo>
                    <a:pt x="578161" y="383048"/>
                  </a:lnTo>
                  <a:close/>
                  <a:moveTo>
                    <a:pt x="569331" y="337920"/>
                  </a:moveTo>
                  <a:lnTo>
                    <a:pt x="578161" y="383048"/>
                  </a:lnTo>
                  <a:lnTo>
                    <a:pt x="587444" y="377274"/>
                  </a:lnTo>
                  <a:close/>
                  <a:moveTo>
                    <a:pt x="610675" y="320670"/>
                  </a:moveTo>
                  <a:lnTo>
                    <a:pt x="604103" y="343351"/>
                  </a:lnTo>
                  <a:lnTo>
                    <a:pt x="627828" y="329109"/>
                  </a:lnTo>
                  <a:close/>
                  <a:moveTo>
                    <a:pt x="610675" y="320670"/>
                  </a:moveTo>
                  <a:lnTo>
                    <a:pt x="632312" y="324242"/>
                  </a:lnTo>
                  <a:lnTo>
                    <a:pt x="614202" y="284902"/>
                  </a:lnTo>
                  <a:close/>
                  <a:moveTo>
                    <a:pt x="540002" y="74213"/>
                  </a:moveTo>
                  <a:lnTo>
                    <a:pt x="522730" y="91396"/>
                  </a:lnTo>
                  <a:lnTo>
                    <a:pt x="544809" y="53820"/>
                  </a:lnTo>
                  <a:close/>
                  <a:moveTo>
                    <a:pt x="599861" y="38865"/>
                  </a:moveTo>
                  <a:lnTo>
                    <a:pt x="567934" y="59847"/>
                  </a:lnTo>
                  <a:lnTo>
                    <a:pt x="544809" y="53820"/>
                  </a:lnTo>
                  <a:close/>
                  <a:moveTo>
                    <a:pt x="656837" y="39846"/>
                  </a:moveTo>
                  <a:lnTo>
                    <a:pt x="638276" y="57917"/>
                  </a:lnTo>
                  <a:lnTo>
                    <a:pt x="660064" y="43169"/>
                  </a:lnTo>
                  <a:close/>
                  <a:moveTo>
                    <a:pt x="656837" y="39846"/>
                  </a:moveTo>
                  <a:lnTo>
                    <a:pt x="637101" y="57029"/>
                  </a:lnTo>
                  <a:lnTo>
                    <a:pt x="638276" y="57917"/>
                  </a:lnTo>
                  <a:close/>
                  <a:moveTo>
                    <a:pt x="637101" y="57029"/>
                  </a:moveTo>
                  <a:lnTo>
                    <a:pt x="656837" y="39846"/>
                  </a:lnTo>
                  <a:lnTo>
                    <a:pt x="599861" y="38865"/>
                  </a:lnTo>
                  <a:close/>
                  <a:moveTo>
                    <a:pt x="656837" y="39846"/>
                  </a:moveTo>
                  <a:lnTo>
                    <a:pt x="624040" y="33058"/>
                  </a:lnTo>
                  <a:lnTo>
                    <a:pt x="599861" y="38865"/>
                  </a:lnTo>
                  <a:close/>
                  <a:moveTo>
                    <a:pt x="763613" y="98610"/>
                  </a:moveTo>
                  <a:lnTo>
                    <a:pt x="756483" y="59660"/>
                  </a:lnTo>
                  <a:lnTo>
                    <a:pt x="764440" y="96173"/>
                  </a:lnTo>
                  <a:close/>
                  <a:moveTo>
                    <a:pt x="828226" y="5479"/>
                  </a:moveTo>
                  <a:lnTo>
                    <a:pt x="835900" y="9871"/>
                  </a:lnTo>
                  <a:lnTo>
                    <a:pt x="841465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88" name="Input_density__188">
              <a:extLst>
                <a:ext uri="{FF2B5EF4-FFF2-40B4-BE49-F238E27FC236}">
                  <a16:creationId xmlns:a16="http://schemas.microsoft.com/office/drawing/2014/main" id="{D4415D97-52C8-55D1-F410-CD260658CDE8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2436"/>
              <a:ext cx="964101" cy="459854"/>
            </a:xfrm>
            <a:custGeom>
              <a:avLst/>
              <a:gdLst/>
              <a:ahLst/>
              <a:cxnLst/>
              <a:rect l="0" t="0" r="0" b="0"/>
              <a:pathLst>
                <a:path w="964101" h="459854">
                  <a:moveTo>
                    <a:pt x="152035" y="361025"/>
                  </a:moveTo>
                  <a:lnTo>
                    <a:pt x="171508" y="374372"/>
                  </a:lnTo>
                  <a:lnTo>
                    <a:pt x="143619" y="350405"/>
                  </a:lnTo>
                  <a:close/>
                  <a:moveTo>
                    <a:pt x="0" y="257324"/>
                  </a:moveTo>
                  <a:lnTo>
                    <a:pt x="23103" y="289449"/>
                  </a:lnTo>
                  <a:lnTo>
                    <a:pt x="20989" y="276895"/>
                  </a:lnTo>
                  <a:close/>
                  <a:moveTo>
                    <a:pt x="211189" y="398157"/>
                  </a:moveTo>
                  <a:lnTo>
                    <a:pt x="217293" y="379807"/>
                  </a:lnTo>
                  <a:lnTo>
                    <a:pt x="186765" y="387160"/>
                  </a:lnTo>
                  <a:close/>
                  <a:moveTo>
                    <a:pt x="217383" y="334986"/>
                  </a:moveTo>
                  <a:lnTo>
                    <a:pt x="214939" y="333222"/>
                  </a:lnTo>
                  <a:lnTo>
                    <a:pt x="171508" y="374372"/>
                  </a:lnTo>
                  <a:close/>
                  <a:moveTo>
                    <a:pt x="171508" y="374372"/>
                  </a:moveTo>
                  <a:lnTo>
                    <a:pt x="186765" y="387160"/>
                  </a:lnTo>
                  <a:lnTo>
                    <a:pt x="217293" y="379807"/>
                  </a:lnTo>
                  <a:close/>
                  <a:moveTo>
                    <a:pt x="217293" y="379807"/>
                  </a:moveTo>
                  <a:lnTo>
                    <a:pt x="217383" y="334986"/>
                  </a:lnTo>
                  <a:lnTo>
                    <a:pt x="171508" y="374372"/>
                  </a:lnTo>
                  <a:close/>
                  <a:moveTo>
                    <a:pt x="254832" y="376376"/>
                  </a:moveTo>
                  <a:lnTo>
                    <a:pt x="224081" y="333222"/>
                  </a:lnTo>
                  <a:lnTo>
                    <a:pt x="217383" y="334986"/>
                  </a:lnTo>
                  <a:close/>
                  <a:moveTo>
                    <a:pt x="254832" y="376376"/>
                  </a:moveTo>
                  <a:lnTo>
                    <a:pt x="217383" y="334986"/>
                  </a:lnTo>
                  <a:lnTo>
                    <a:pt x="217293" y="379807"/>
                  </a:lnTo>
                  <a:close/>
                  <a:moveTo>
                    <a:pt x="217383" y="334986"/>
                  </a:moveTo>
                  <a:lnTo>
                    <a:pt x="224081" y="333222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17383" y="334986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21236" y="287107"/>
                  </a:lnTo>
                  <a:lnTo>
                    <a:pt x="205605" y="279284"/>
                  </a:lnTo>
                  <a:close/>
                  <a:moveTo>
                    <a:pt x="273842" y="316174"/>
                  </a:moveTo>
                  <a:lnTo>
                    <a:pt x="224081" y="333222"/>
                  </a:lnTo>
                  <a:lnTo>
                    <a:pt x="259922" y="359579"/>
                  </a:lnTo>
                  <a:close/>
                  <a:moveTo>
                    <a:pt x="224081" y="333222"/>
                  </a:moveTo>
                  <a:lnTo>
                    <a:pt x="273842" y="316174"/>
                  </a:lnTo>
                  <a:lnTo>
                    <a:pt x="221236" y="287107"/>
                  </a:lnTo>
                  <a:close/>
                  <a:moveTo>
                    <a:pt x="224081" y="333222"/>
                  </a:moveTo>
                  <a:lnTo>
                    <a:pt x="221236" y="287107"/>
                  </a:lnTo>
                  <a:lnTo>
                    <a:pt x="217616" y="325977"/>
                  </a:lnTo>
                  <a:close/>
                  <a:moveTo>
                    <a:pt x="307250" y="316102"/>
                  </a:moveTo>
                  <a:lnTo>
                    <a:pt x="273842" y="316174"/>
                  </a:lnTo>
                  <a:lnTo>
                    <a:pt x="259922" y="359579"/>
                  </a:lnTo>
                  <a:close/>
                  <a:moveTo>
                    <a:pt x="178017" y="250408"/>
                  </a:moveTo>
                  <a:lnTo>
                    <a:pt x="205605" y="279284"/>
                  </a:lnTo>
                  <a:lnTo>
                    <a:pt x="221236" y="287107"/>
                  </a:lnTo>
                  <a:close/>
                  <a:moveTo>
                    <a:pt x="147657" y="205774"/>
                  </a:moveTo>
                  <a:lnTo>
                    <a:pt x="156923" y="223635"/>
                  </a:lnTo>
                  <a:lnTo>
                    <a:pt x="155458" y="222957"/>
                  </a:lnTo>
                  <a:close/>
                  <a:moveTo>
                    <a:pt x="225343" y="239021"/>
                  </a:moveTo>
                  <a:lnTo>
                    <a:pt x="275748" y="269878"/>
                  </a:lnTo>
                  <a:lnTo>
                    <a:pt x="253262" y="262100"/>
                  </a:lnTo>
                  <a:close/>
                  <a:moveTo>
                    <a:pt x="232514" y="242529"/>
                  </a:moveTo>
                  <a:lnTo>
                    <a:pt x="275748" y="269878"/>
                  </a:lnTo>
                  <a:lnTo>
                    <a:pt x="225343" y="239021"/>
                  </a:lnTo>
                  <a:close/>
                  <a:moveTo>
                    <a:pt x="259662" y="262397"/>
                  </a:moveTo>
                  <a:lnTo>
                    <a:pt x="275748" y="269878"/>
                  </a:lnTo>
                  <a:lnTo>
                    <a:pt x="232514" y="242529"/>
                  </a:lnTo>
                  <a:close/>
                  <a:moveTo>
                    <a:pt x="209903" y="188590"/>
                  </a:moveTo>
                  <a:lnTo>
                    <a:pt x="207340" y="205774"/>
                  </a:lnTo>
                  <a:lnTo>
                    <a:pt x="229821" y="225345"/>
                  </a:lnTo>
                  <a:close/>
                  <a:moveTo>
                    <a:pt x="209903" y="188590"/>
                  </a:moveTo>
                  <a:lnTo>
                    <a:pt x="207718" y="192765"/>
                  </a:lnTo>
                  <a:lnTo>
                    <a:pt x="207340" y="205774"/>
                  </a:lnTo>
                  <a:close/>
                  <a:moveTo>
                    <a:pt x="216382" y="112065"/>
                  </a:moveTo>
                  <a:lnTo>
                    <a:pt x="268931" y="134652"/>
                  </a:lnTo>
                  <a:lnTo>
                    <a:pt x="271179" y="139351"/>
                  </a:lnTo>
                  <a:close/>
                  <a:moveTo>
                    <a:pt x="182356" y="67892"/>
                  </a:moveTo>
                  <a:lnTo>
                    <a:pt x="141749" y="73816"/>
                  </a:lnTo>
                  <a:lnTo>
                    <a:pt x="177888" y="115080"/>
                  </a:lnTo>
                  <a:close/>
                  <a:moveTo>
                    <a:pt x="183780" y="115080"/>
                  </a:moveTo>
                  <a:lnTo>
                    <a:pt x="216382" y="112065"/>
                  </a:lnTo>
                  <a:lnTo>
                    <a:pt x="182356" y="67892"/>
                  </a:lnTo>
                  <a:close/>
                  <a:moveTo>
                    <a:pt x="561531" y="411508"/>
                  </a:moveTo>
                  <a:lnTo>
                    <a:pt x="563856" y="459854"/>
                  </a:lnTo>
                  <a:lnTo>
                    <a:pt x="582347" y="432781"/>
                  </a:lnTo>
                  <a:close/>
                  <a:moveTo>
                    <a:pt x="561531" y="411508"/>
                  </a:moveTo>
                  <a:lnTo>
                    <a:pt x="582347" y="432781"/>
                  </a:lnTo>
                  <a:lnTo>
                    <a:pt x="590490" y="400263"/>
                  </a:lnTo>
                  <a:close/>
                  <a:moveTo>
                    <a:pt x="590490" y="400263"/>
                  </a:moveTo>
                  <a:lnTo>
                    <a:pt x="599150" y="411508"/>
                  </a:lnTo>
                  <a:lnTo>
                    <a:pt x="590319" y="366380"/>
                  </a:lnTo>
                  <a:close/>
                  <a:moveTo>
                    <a:pt x="590319" y="366380"/>
                  </a:moveTo>
                  <a:lnTo>
                    <a:pt x="608433" y="405735"/>
                  </a:lnTo>
                  <a:lnTo>
                    <a:pt x="625092" y="371812"/>
                  </a:lnTo>
                  <a:close/>
                  <a:moveTo>
                    <a:pt x="631663" y="349131"/>
                  </a:moveTo>
                  <a:lnTo>
                    <a:pt x="590319" y="366380"/>
                  </a:lnTo>
                  <a:lnTo>
                    <a:pt x="625092" y="371812"/>
                  </a:lnTo>
                  <a:close/>
                  <a:moveTo>
                    <a:pt x="635191" y="313362"/>
                  </a:moveTo>
                  <a:lnTo>
                    <a:pt x="600282" y="307419"/>
                  </a:lnTo>
                  <a:lnTo>
                    <a:pt x="582814" y="320815"/>
                  </a:lnTo>
                  <a:close/>
                  <a:moveTo>
                    <a:pt x="635191" y="313362"/>
                  </a:moveTo>
                  <a:lnTo>
                    <a:pt x="655014" y="312488"/>
                  </a:lnTo>
                  <a:lnTo>
                    <a:pt x="639355" y="303632"/>
                  </a:lnTo>
                  <a:close/>
                  <a:moveTo>
                    <a:pt x="635191" y="313362"/>
                  </a:moveTo>
                  <a:lnTo>
                    <a:pt x="653300" y="352703"/>
                  </a:lnTo>
                  <a:lnTo>
                    <a:pt x="655014" y="312488"/>
                  </a:lnTo>
                  <a:close/>
                  <a:moveTo>
                    <a:pt x="648817" y="357570"/>
                  </a:moveTo>
                  <a:lnTo>
                    <a:pt x="653300" y="352703"/>
                  </a:lnTo>
                  <a:lnTo>
                    <a:pt x="631663" y="349131"/>
                  </a:lnTo>
                  <a:close/>
                  <a:moveTo>
                    <a:pt x="582814" y="320815"/>
                  </a:moveTo>
                  <a:lnTo>
                    <a:pt x="597748" y="304868"/>
                  </a:lnTo>
                  <a:lnTo>
                    <a:pt x="629307" y="291363"/>
                  </a:lnTo>
                  <a:close/>
                  <a:moveTo>
                    <a:pt x="629307" y="291363"/>
                  </a:moveTo>
                  <a:lnTo>
                    <a:pt x="610459" y="276875"/>
                  </a:lnTo>
                  <a:lnTo>
                    <a:pt x="582322" y="284060"/>
                  </a:lnTo>
                  <a:close/>
                  <a:moveTo>
                    <a:pt x="629307" y="291363"/>
                  </a:moveTo>
                  <a:lnTo>
                    <a:pt x="639355" y="303632"/>
                  </a:lnTo>
                  <a:lnTo>
                    <a:pt x="610459" y="276875"/>
                  </a:lnTo>
                  <a:close/>
                  <a:moveTo>
                    <a:pt x="639355" y="303632"/>
                  </a:moveTo>
                  <a:lnTo>
                    <a:pt x="655014" y="312488"/>
                  </a:lnTo>
                  <a:lnTo>
                    <a:pt x="610459" y="276875"/>
                  </a:lnTo>
                  <a:close/>
                  <a:moveTo>
                    <a:pt x="635191" y="313362"/>
                  </a:moveTo>
                  <a:lnTo>
                    <a:pt x="639355" y="303632"/>
                  </a:lnTo>
                  <a:lnTo>
                    <a:pt x="638254" y="299026"/>
                  </a:lnTo>
                  <a:close/>
                  <a:moveTo>
                    <a:pt x="638254" y="299026"/>
                  </a:moveTo>
                  <a:lnTo>
                    <a:pt x="639355" y="303632"/>
                  </a:lnTo>
                  <a:lnTo>
                    <a:pt x="629307" y="291363"/>
                  </a:lnTo>
                  <a:close/>
                  <a:moveTo>
                    <a:pt x="598800" y="102673"/>
                  </a:moveTo>
                  <a:lnTo>
                    <a:pt x="606332" y="101242"/>
                  </a:lnTo>
                  <a:lnTo>
                    <a:pt x="620849" y="67326"/>
                  </a:lnTo>
                  <a:close/>
                  <a:moveTo>
                    <a:pt x="565798" y="82281"/>
                  </a:moveTo>
                  <a:lnTo>
                    <a:pt x="598800" y="102673"/>
                  </a:lnTo>
                  <a:lnTo>
                    <a:pt x="620849" y="67326"/>
                  </a:lnTo>
                  <a:close/>
                  <a:moveTo>
                    <a:pt x="606332" y="101242"/>
                  </a:moveTo>
                  <a:lnTo>
                    <a:pt x="658090" y="85490"/>
                  </a:lnTo>
                  <a:lnTo>
                    <a:pt x="620849" y="67326"/>
                  </a:lnTo>
                  <a:close/>
                  <a:moveTo>
                    <a:pt x="699891" y="113698"/>
                  </a:moveTo>
                  <a:lnTo>
                    <a:pt x="701188" y="105062"/>
                  </a:lnTo>
                  <a:lnTo>
                    <a:pt x="681052" y="71629"/>
                  </a:lnTo>
                  <a:close/>
                  <a:moveTo>
                    <a:pt x="699891" y="113698"/>
                  </a:moveTo>
                  <a:lnTo>
                    <a:pt x="681052" y="71629"/>
                  </a:lnTo>
                  <a:lnTo>
                    <a:pt x="659264" y="86377"/>
                  </a:lnTo>
                  <a:close/>
                  <a:moveTo>
                    <a:pt x="777472" y="88120"/>
                  </a:moveTo>
                  <a:lnTo>
                    <a:pt x="774606" y="87878"/>
                  </a:lnTo>
                  <a:lnTo>
                    <a:pt x="785429" y="124633"/>
                  </a:lnTo>
                  <a:close/>
                  <a:moveTo>
                    <a:pt x="787692" y="51123"/>
                  </a:moveTo>
                  <a:lnTo>
                    <a:pt x="776789" y="84211"/>
                  </a:lnTo>
                  <a:lnTo>
                    <a:pt x="796864" y="54696"/>
                  </a:lnTo>
                  <a:close/>
                  <a:moveTo>
                    <a:pt x="796864" y="54696"/>
                  </a:moveTo>
                  <a:lnTo>
                    <a:pt x="776789" y="84211"/>
                  </a:lnTo>
                  <a:lnTo>
                    <a:pt x="777472" y="88120"/>
                  </a:lnTo>
                  <a:close/>
                  <a:moveTo>
                    <a:pt x="874787" y="9040"/>
                  </a:moveTo>
                  <a:lnTo>
                    <a:pt x="849214" y="33940"/>
                  </a:lnTo>
                  <a:lnTo>
                    <a:pt x="862454" y="28461"/>
                  </a:lnTo>
                  <a:close/>
                  <a:moveTo>
                    <a:pt x="856888" y="38331"/>
                  </a:moveTo>
                  <a:lnTo>
                    <a:pt x="888464" y="16757"/>
                  </a:lnTo>
                  <a:lnTo>
                    <a:pt x="862454" y="28461"/>
                  </a:lnTo>
                  <a:close/>
                  <a:moveTo>
                    <a:pt x="913562" y="29437"/>
                  </a:moveTo>
                  <a:lnTo>
                    <a:pt x="888464" y="16757"/>
                  </a:lnTo>
                  <a:lnTo>
                    <a:pt x="856888" y="38331"/>
                  </a:lnTo>
                  <a:close/>
                  <a:moveTo>
                    <a:pt x="964101" y="0"/>
                  </a:moveTo>
                  <a:lnTo>
                    <a:pt x="913562" y="29437"/>
                  </a:lnTo>
                  <a:lnTo>
                    <a:pt x="950497" y="4295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89" name="Input_density__189">
              <a:extLst>
                <a:ext uri="{FF2B5EF4-FFF2-40B4-BE49-F238E27FC236}">
                  <a16:creationId xmlns:a16="http://schemas.microsoft.com/office/drawing/2014/main" id="{39ACC18F-3C4E-1600-B8FF-E400B375D036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875254"/>
              <a:ext cx="1019093" cy="497036"/>
            </a:xfrm>
            <a:custGeom>
              <a:avLst/>
              <a:gdLst/>
              <a:ahLst/>
              <a:cxnLst/>
              <a:rect l="0" t="0" r="0" b="0"/>
              <a:pathLst>
                <a:path w="1019093" h="497036">
                  <a:moveTo>
                    <a:pt x="193905" y="411554"/>
                  </a:moveTo>
                  <a:lnTo>
                    <a:pt x="174432" y="398207"/>
                  </a:lnTo>
                  <a:lnTo>
                    <a:pt x="209162" y="424342"/>
                  </a:lnTo>
                  <a:close/>
                  <a:moveTo>
                    <a:pt x="0" y="257750"/>
                  </a:moveTo>
                  <a:lnTo>
                    <a:pt x="22397" y="294505"/>
                  </a:lnTo>
                  <a:lnTo>
                    <a:pt x="31110" y="277322"/>
                  </a:lnTo>
                  <a:close/>
                  <a:moveTo>
                    <a:pt x="243634" y="324288"/>
                  </a:moveTo>
                  <a:lnTo>
                    <a:pt x="296239" y="353356"/>
                  </a:lnTo>
                  <a:lnTo>
                    <a:pt x="282676" y="319635"/>
                  </a:lnTo>
                  <a:close/>
                  <a:moveTo>
                    <a:pt x="329648" y="353284"/>
                  </a:moveTo>
                  <a:lnTo>
                    <a:pt x="282676" y="319635"/>
                  </a:lnTo>
                  <a:lnTo>
                    <a:pt x="296239" y="353356"/>
                  </a:lnTo>
                  <a:close/>
                  <a:moveTo>
                    <a:pt x="218174" y="309876"/>
                  </a:moveTo>
                  <a:lnTo>
                    <a:pt x="228002" y="316465"/>
                  </a:lnTo>
                  <a:lnTo>
                    <a:pt x="200414" y="287590"/>
                  </a:lnTo>
                  <a:close/>
                  <a:moveTo>
                    <a:pt x="200414" y="287590"/>
                  </a:moveTo>
                  <a:lnTo>
                    <a:pt x="243634" y="324288"/>
                  </a:lnTo>
                  <a:lnTo>
                    <a:pt x="226096" y="293799"/>
                  </a:lnTo>
                  <a:close/>
                  <a:moveTo>
                    <a:pt x="200414" y="287590"/>
                  </a:moveTo>
                  <a:lnTo>
                    <a:pt x="179321" y="260817"/>
                  </a:lnTo>
                  <a:lnTo>
                    <a:pt x="176687" y="279791"/>
                  </a:lnTo>
                  <a:close/>
                  <a:moveTo>
                    <a:pt x="200414" y="287590"/>
                  </a:moveTo>
                  <a:lnTo>
                    <a:pt x="238583" y="261604"/>
                  </a:lnTo>
                  <a:lnTo>
                    <a:pt x="183537" y="260139"/>
                  </a:lnTo>
                  <a:close/>
                  <a:moveTo>
                    <a:pt x="183537" y="260139"/>
                  </a:moveTo>
                  <a:lnTo>
                    <a:pt x="179321" y="260817"/>
                  </a:lnTo>
                  <a:lnTo>
                    <a:pt x="200414" y="287590"/>
                  </a:lnTo>
                  <a:close/>
                  <a:moveTo>
                    <a:pt x="238583" y="261604"/>
                  </a:moveTo>
                  <a:lnTo>
                    <a:pt x="254911" y="279710"/>
                  </a:lnTo>
                  <a:lnTo>
                    <a:pt x="247740" y="276203"/>
                  </a:lnTo>
                  <a:close/>
                  <a:moveTo>
                    <a:pt x="252219" y="262527"/>
                  </a:moveTo>
                  <a:lnTo>
                    <a:pt x="238583" y="261604"/>
                  </a:lnTo>
                  <a:lnTo>
                    <a:pt x="247740" y="276203"/>
                  </a:lnTo>
                  <a:close/>
                  <a:moveTo>
                    <a:pt x="238779" y="149247"/>
                  </a:moveTo>
                  <a:lnTo>
                    <a:pt x="293577" y="176532"/>
                  </a:lnTo>
                  <a:lnTo>
                    <a:pt x="281437" y="141655"/>
                  </a:lnTo>
                  <a:close/>
                  <a:moveTo>
                    <a:pt x="204754" y="105073"/>
                  </a:moveTo>
                  <a:lnTo>
                    <a:pt x="237556" y="105494"/>
                  </a:lnTo>
                  <a:lnTo>
                    <a:pt x="230579" y="66419"/>
                  </a:lnTo>
                  <a:close/>
                  <a:moveTo>
                    <a:pt x="583928" y="448690"/>
                  </a:moveTo>
                  <a:lnTo>
                    <a:pt x="558701" y="465873"/>
                  </a:lnTo>
                  <a:lnTo>
                    <a:pt x="586253" y="497036"/>
                  </a:lnTo>
                  <a:close/>
                  <a:moveTo>
                    <a:pt x="583928" y="448690"/>
                  </a:moveTo>
                  <a:lnTo>
                    <a:pt x="612887" y="437445"/>
                  </a:lnTo>
                  <a:lnTo>
                    <a:pt x="602690" y="394752"/>
                  </a:lnTo>
                  <a:close/>
                  <a:moveTo>
                    <a:pt x="654061" y="386312"/>
                  </a:moveTo>
                  <a:lnTo>
                    <a:pt x="657588" y="350544"/>
                  </a:lnTo>
                  <a:lnTo>
                    <a:pt x="605211" y="357997"/>
                  </a:lnTo>
                  <a:close/>
                  <a:moveTo>
                    <a:pt x="620035" y="386887"/>
                  </a:moveTo>
                  <a:lnTo>
                    <a:pt x="654061" y="386312"/>
                  </a:lnTo>
                  <a:lnTo>
                    <a:pt x="605211" y="357997"/>
                  </a:lnTo>
                  <a:close/>
                  <a:moveTo>
                    <a:pt x="604719" y="321242"/>
                  </a:moveTo>
                  <a:lnTo>
                    <a:pt x="605211" y="357997"/>
                  </a:lnTo>
                  <a:lnTo>
                    <a:pt x="651704" y="328545"/>
                  </a:lnTo>
                  <a:close/>
                  <a:moveTo>
                    <a:pt x="721493" y="286875"/>
                  </a:moveTo>
                  <a:lnTo>
                    <a:pt x="714575" y="314457"/>
                  </a:lnTo>
                  <a:lnTo>
                    <a:pt x="702864" y="328977"/>
                  </a:lnTo>
                  <a:close/>
                  <a:moveTo>
                    <a:pt x="729809" y="155171"/>
                  </a:moveTo>
                  <a:lnTo>
                    <a:pt x="723585" y="142243"/>
                  </a:lnTo>
                  <a:lnTo>
                    <a:pt x="722289" y="150879"/>
                  </a:lnTo>
                  <a:close/>
                  <a:moveTo>
                    <a:pt x="748463" y="88305"/>
                  </a:moveTo>
                  <a:lnTo>
                    <a:pt x="759805" y="98732"/>
                  </a:lnTo>
                  <a:lnTo>
                    <a:pt x="751040" y="93164"/>
                  </a:lnTo>
                  <a:close/>
                  <a:moveTo>
                    <a:pt x="799186" y="121393"/>
                  </a:moveTo>
                  <a:lnTo>
                    <a:pt x="766844" y="88305"/>
                  </a:lnTo>
                  <a:lnTo>
                    <a:pt x="799869" y="125302"/>
                  </a:lnTo>
                  <a:close/>
                  <a:moveTo>
                    <a:pt x="799869" y="125302"/>
                  </a:moveTo>
                  <a:lnTo>
                    <a:pt x="766844" y="88305"/>
                  </a:lnTo>
                  <a:lnTo>
                    <a:pt x="751040" y="93164"/>
                  </a:lnTo>
                  <a:close/>
                  <a:moveTo>
                    <a:pt x="759805" y="98732"/>
                  </a:moveTo>
                  <a:lnTo>
                    <a:pt x="797003" y="125060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59805" y="98732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66844" y="88305"/>
                  </a:lnTo>
                  <a:lnTo>
                    <a:pt x="755259" y="81732"/>
                  </a:lnTo>
                  <a:close/>
                  <a:moveTo>
                    <a:pt x="748463" y="88305"/>
                  </a:moveTo>
                  <a:lnTo>
                    <a:pt x="751040" y="93164"/>
                  </a:lnTo>
                  <a:lnTo>
                    <a:pt x="755259" y="81732"/>
                  </a:lnTo>
                  <a:close/>
                  <a:moveTo>
                    <a:pt x="717264" y="35884"/>
                  </a:moveTo>
                  <a:lnTo>
                    <a:pt x="701039" y="17231"/>
                  </a:lnTo>
                  <a:lnTo>
                    <a:pt x="705135" y="18906"/>
                  </a:lnTo>
                  <a:close/>
                  <a:moveTo>
                    <a:pt x="717264" y="35884"/>
                  </a:moveTo>
                  <a:lnTo>
                    <a:pt x="705135" y="18906"/>
                  </a:lnTo>
                  <a:lnTo>
                    <a:pt x="741934" y="31913"/>
                  </a:lnTo>
                  <a:close/>
                  <a:moveTo>
                    <a:pt x="766844" y="88305"/>
                  </a:moveTo>
                  <a:lnTo>
                    <a:pt x="799186" y="121393"/>
                  </a:lnTo>
                  <a:lnTo>
                    <a:pt x="795043" y="84479"/>
                  </a:lnTo>
                  <a:close/>
                  <a:moveTo>
                    <a:pt x="754832" y="45334"/>
                  </a:moveTo>
                  <a:lnTo>
                    <a:pt x="748463" y="88305"/>
                  </a:lnTo>
                  <a:lnTo>
                    <a:pt x="755259" y="81732"/>
                  </a:lnTo>
                  <a:close/>
                  <a:moveTo>
                    <a:pt x="795043" y="84479"/>
                  </a:moveTo>
                  <a:lnTo>
                    <a:pt x="755259" y="81732"/>
                  </a:lnTo>
                  <a:lnTo>
                    <a:pt x="766844" y="88305"/>
                  </a:lnTo>
                  <a:close/>
                  <a:moveTo>
                    <a:pt x="754832" y="45334"/>
                  </a:moveTo>
                  <a:lnTo>
                    <a:pt x="755259" y="81732"/>
                  </a:lnTo>
                  <a:lnTo>
                    <a:pt x="795043" y="84479"/>
                  </a:lnTo>
                  <a:close/>
                  <a:moveTo>
                    <a:pt x="795043" y="84479"/>
                  </a:moveTo>
                  <a:lnTo>
                    <a:pt x="799186" y="121393"/>
                  </a:lnTo>
                  <a:lnTo>
                    <a:pt x="810090" y="88305"/>
                  </a:lnTo>
                  <a:close/>
                  <a:moveTo>
                    <a:pt x="795043" y="84479"/>
                  </a:moveTo>
                  <a:lnTo>
                    <a:pt x="810090" y="88305"/>
                  </a:lnTo>
                  <a:lnTo>
                    <a:pt x="785714" y="47316"/>
                  </a:lnTo>
                  <a:close/>
                  <a:moveTo>
                    <a:pt x="726994" y="40877"/>
                  </a:moveTo>
                  <a:lnTo>
                    <a:pt x="754832" y="45334"/>
                  </a:lnTo>
                  <a:lnTo>
                    <a:pt x="741934" y="31913"/>
                  </a:lnTo>
                  <a:close/>
                  <a:moveTo>
                    <a:pt x="838717" y="48407"/>
                  </a:moveTo>
                  <a:lnTo>
                    <a:pt x="871611" y="71122"/>
                  </a:lnTo>
                  <a:lnTo>
                    <a:pt x="865038" y="17183"/>
                  </a:lnTo>
                  <a:close/>
                  <a:moveTo>
                    <a:pt x="865038" y="17183"/>
                  </a:moveTo>
                  <a:lnTo>
                    <a:pt x="871611" y="71122"/>
                  </a:lnTo>
                  <a:lnTo>
                    <a:pt x="897184" y="46222"/>
                  </a:lnTo>
                  <a:close/>
                  <a:moveTo>
                    <a:pt x="884851" y="65642"/>
                  </a:moveTo>
                  <a:lnTo>
                    <a:pt x="910861" y="53938"/>
                  </a:lnTo>
                  <a:lnTo>
                    <a:pt x="897184" y="46222"/>
                  </a:lnTo>
                  <a:close/>
                  <a:moveTo>
                    <a:pt x="910861" y="53938"/>
                  </a:moveTo>
                  <a:lnTo>
                    <a:pt x="935959" y="66618"/>
                  </a:lnTo>
                  <a:lnTo>
                    <a:pt x="942328" y="46003"/>
                  </a:lnTo>
                  <a:close/>
                  <a:moveTo>
                    <a:pt x="897184" y="46222"/>
                  </a:moveTo>
                  <a:lnTo>
                    <a:pt x="910861" y="53938"/>
                  </a:lnTo>
                  <a:lnTo>
                    <a:pt x="936794" y="0"/>
                  </a:lnTo>
                  <a:close/>
                  <a:moveTo>
                    <a:pt x="945900" y="7577"/>
                  </a:moveTo>
                  <a:lnTo>
                    <a:pt x="910861" y="53938"/>
                  </a:lnTo>
                  <a:lnTo>
                    <a:pt x="942328" y="46003"/>
                  </a:lnTo>
                  <a:close/>
                  <a:moveTo>
                    <a:pt x="986498" y="37182"/>
                  </a:moveTo>
                  <a:lnTo>
                    <a:pt x="942328" y="46003"/>
                  </a:lnTo>
                  <a:lnTo>
                    <a:pt x="935959" y="66618"/>
                  </a:lnTo>
                  <a:close/>
                  <a:moveTo>
                    <a:pt x="942328" y="46003"/>
                  </a:moveTo>
                  <a:lnTo>
                    <a:pt x="986498" y="37182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986510" y="34838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1019093" y="37771"/>
                  </a:lnTo>
                  <a:lnTo>
                    <a:pt x="986510" y="348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90" name="Input_density__190">
              <a:extLst>
                <a:ext uri="{FF2B5EF4-FFF2-40B4-BE49-F238E27FC236}">
                  <a16:creationId xmlns:a16="http://schemas.microsoft.com/office/drawing/2014/main" id="{A773DA96-4CE1-92E9-D9A3-4BB557509884}"/>
                </a:ext>
              </a:extLst>
            </p:cNvPr>
            <p:cNvSpPr>
              <a:spLocks noGrp="1"/>
            </p:cNvSpPr>
            <p:nvPr/>
          </p:nvSpPr>
          <p:spPr>
            <a:xfrm>
              <a:off x="637215" y="1973954"/>
              <a:ext cx="746283" cy="392513"/>
            </a:xfrm>
            <a:custGeom>
              <a:avLst/>
              <a:gdLst/>
              <a:ahLst/>
              <a:cxnLst/>
              <a:rect l="0" t="0" r="0" b="0"/>
              <a:pathLst>
                <a:path w="746283" h="392513">
                  <a:moveTo>
                    <a:pt x="20623" y="276064"/>
                  </a:moveTo>
                  <a:lnTo>
                    <a:pt x="0" y="257526"/>
                  </a:lnTo>
                  <a:lnTo>
                    <a:pt x="11120" y="269315"/>
                  </a:lnTo>
                  <a:close/>
                  <a:moveTo>
                    <a:pt x="47157" y="279061"/>
                  </a:moveTo>
                  <a:lnTo>
                    <a:pt x="9238" y="261865"/>
                  </a:lnTo>
                  <a:lnTo>
                    <a:pt x="20623" y="276064"/>
                  </a:lnTo>
                  <a:close/>
                  <a:moveTo>
                    <a:pt x="166266" y="271703"/>
                  </a:moveTo>
                  <a:lnTo>
                    <a:pt x="152359" y="308459"/>
                  </a:lnTo>
                  <a:lnTo>
                    <a:pt x="122835" y="312854"/>
                  </a:lnTo>
                  <a:close/>
                  <a:moveTo>
                    <a:pt x="122835" y="312854"/>
                  </a:moveTo>
                  <a:lnTo>
                    <a:pt x="152359" y="308459"/>
                  </a:lnTo>
                  <a:lnTo>
                    <a:pt x="141086" y="313584"/>
                  </a:lnTo>
                  <a:close/>
                  <a:moveTo>
                    <a:pt x="85835" y="286668"/>
                  </a:moveTo>
                  <a:lnTo>
                    <a:pt x="122835" y="312854"/>
                  </a:lnTo>
                  <a:lnTo>
                    <a:pt x="141086" y="313584"/>
                  </a:lnTo>
                  <a:close/>
                  <a:moveTo>
                    <a:pt x="225586" y="254317"/>
                  </a:moveTo>
                  <a:lnTo>
                    <a:pt x="254954" y="275189"/>
                  </a:lnTo>
                  <a:lnTo>
                    <a:pt x="223295" y="254520"/>
                  </a:lnTo>
                  <a:close/>
                  <a:moveTo>
                    <a:pt x="227074" y="208359"/>
                  </a:moveTo>
                  <a:lnTo>
                    <a:pt x="247844" y="200582"/>
                  </a:lnTo>
                  <a:lnTo>
                    <a:pt x="225586" y="254317"/>
                  </a:lnTo>
                  <a:close/>
                  <a:moveTo>
                    <a:pt x="533674" y="371263"/>
                  </a:moveTo>
                  <a:lnTo>
                    <a:pt x="554852" y="355235"/>
                  </a:lnTo>
                  <a:lnTo>
                    <a:pt x="550477" y="349990"/>
                  </a:lnTo>
                  <a:close/>
                  <a:moveTo>
                    <a:pt x="546945" y="392513"/>
                  </a:moveTo>
                  <a:lnTo>
                    <a:pt x="554852" y="355235"/>
                  </a:lnTo>
                  <a:lnTo>
                    <a:pt x="533674" y="371263"/>
                  </a:lnTo>
                  <a:close/>
                  <a:moveTo>
                    <a:pt x="465917" y="242508"/>
                  </a:moveTo>
                  <a:lnTo>
                    <a:pt x="490432" y="239725"/>
                  </a:lnTo>
                  <a:lnTo>
                    <a:pt x="506952" y="259297"/>
                  </a:lnTo>
                  <a:close/>
                  <a:moveTo>
                    <a:pt x="506952" y="259297"/>
                  </a:moveTo>
                  <a:lnTo>
                    <a:pt x="490432" y="239725"/>
                  </a:lnTo>
                  <a:lnTo>
                    <a:pt x="506531" y="222542"/>
                  </a:lnTo>
                  <a:close/>
                  <a:moveTo>
                    <a:pt x="465917" y="242508"/>
                  </a:moveTo>
                  <a:lnTo>
                    <a:pt x="462568" y="258356"/>
                  </a:lnTo>
                  <a:lnTo>
                    <a:pt x="435674" y="254011"/>
                  </a:lnTo>
                  <a:close/>
                  <a:moveTo>
                    <a:pt x="490432" y="239725"/>
                  </a:moveTo>
                  <a:lnTo>
                    <a:pt x="501541" y="185787"/>
                  </a:lnTo>
                  <a:lnTo>
                    <a:pt x="506531" y="222542"/>
                  </a:lnTo>
                  <a:close/>
                  <a:moveTo>
                    <a:pt x="519620" y="177802"/>
                  </a:moveTo>
                  <a:lnTo>
                    <a:pt x="501541" y="185787"/>
                  </a:lnTo>
                  <a:lnTo>
                    <a:pt x="508517" y="180998"/>
                  </a:lnTo>
                  <a:close/>
                  <a:moveTo>
                    <a:pt x="722760" y="121006"/>
                  </a:moveTo>
                  <a:lnTo>
                    <a:pt x="735472" y="155418"/>
                  </a:lnTo>
                  <a:lnTo>
                    <a:pt x="737375" y="170992"/>
                  </a:lnTo>
                  <a:close/>
                  <a:moveTo>
                    <a:pt x="735472" y="155418"/>
                  </a:moveTo>
                  <a:lnTo>
                    <a:pt x="722760" y="121006"/>
                  </a:lnTo>
                  <a:lnTo>
                    <a:pt x="734814" y="153808"/>
                  </a:lnTo>
                  <a:close/>
                  <a:moveTo>
                    <a:pt x="722760" y="121006"/>
                  </a:moveTo>
                  <a:lnTo>
                    <a:pt x="718085" y="117053"/>
                  </a:lnTo>
                  <a:lnTo>
                    <a:pt x="734814" y="153808"/>
                  </a:lnTo>
                  <a:close/>
                  <a:moveTo>
                    <a:pt x="596355" y="0"/>
                  </a:moveTo>
                  <a:lnTo>
                    <a:pt x="546327" y="23972"/>
                  </a:lnTo>
                  <a:lnTo>
                    <a:pt x="572176" y="5808"/>
                  </a:lnTo>
                  <a:close/>
                  <a:moveTo>
                    <a:pt x="718085" y="117053"/>
                  </a:moveTo>
                  <a:lnTo>
                    <a:pt x="735929" y="65552"/>
                  </a:lnTo>
                  <a:lnTo>
                    <a:pt x="736755" y="63115"/>
                  </a:lnTo>
                  <a:close/>
                  <a:moveTo>
                    <a:pt x="728799" y="26602"/>
                  </a:moveTo>
                  <a:lnTo>
                    <a:pt x="735929" y="65552"/>
                  </a:lnTo>
                  <a:lnTo>
                    <a:pt x="746283" y="3947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91" name="Input_density__191">
              <a:extLst>
                <a:ext uri="{FF2B5EF4-FFF2-40B4-BE49-F238E27FC236}">
                  <a16:creationId xmlns:a16="http://schemas.microsoft.com/office/drawing/2014/main" id="{9BDF8C4F-BDCC-9097-DB8B-DF06595FA239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703745"/>
              <a:ext cx="986510" cy="637383"/>
            </a:xfrm>
            <a:custGeom>
              <a:avLst/>
              <a:gdLst/>
              <a:ahLst/>
              <a:cxnLst/>
              <a:rect l="0" t="0" r="0" b="0"/>
              <a:pathLst>
                <a:path w="986510" h="637383">
                  <a:moveTo>
                    <a:pt x="0" y="429260"/>
                  </a:moveTo>
                  <a:lnTo>
                    <a:pt x="31110" y="448831"/>
                  </a:lnTo>
                  <a:lnTo>
                    <a:pt x="25993" y="412077"/>
                  </a:lnTo>
                  <a:close/>
                  <a:moveTo>
                    <a:pt x="19455" y="375321"/>
                  </a:moveTo>
                  <a:lnTo>
                    <a:pt x="0" y="429260"/>
                  </a:lnTo>
                  <a:lnTo>
                    <a:pt x="25993" y="412077"/>
                  </a:lnTo>
                  <a:close/>
                  <a:moveTo>
                    <a:pt x="226096" y="465308"/>
                  </a:moveTo>
                  <a:lnTo>
                    <a:pt x="238583" y="433114"/>
                  </a:lnTo>
                  <a:lnTo>
                    <a:pt x="200414" y="459099"/>
                  </a:lnTo>
                  <a:close/>
                  <a:moveTo>
                    <a:pt x="229737" y="414465"/>
                  </a:moveTo>
                  <a:lnTo>
                    <a:pt x="238583" y="433114"/>
                  </a:lnTo>
                  <a:lnTo>
                    <a:pt x="252219" y="434036"/>
                  </a:lnTo>
                  <a:close/>
                  <a:moveTo>
                    <a:pt x="204754" y="276583"/>
                  </a:moveTo>
                  <a:lnTo>
                    <a:pt x="238779" y="320756"/>
                  </a:lnTo>
                  <a:lnTo>
                    <a:pt x="237556" y="277003"/>
                  </a:lnTo>
                  <a:close/>
                  <a:moveTo>
                    <a:pt x="164146" y="282507"/>
                  </a:moveTo>
                  <a:lnTo>
                    <a:pt x="204754" y="276583"/>
                  </a:lnTo>
                  <a:lnTo>
                    <a:pt x="200380" y="235391"/>
                  </a:lnTo>
                  <a:close/>
                  <a:moveTo>
                    <a:pt x="204754" y="276583"/>
                  </a:moveTo>
                  <a:lnTo>
                    <a:pt x="230579" y="237928"/>
                  </a:lnTo>
                  <a:lnTo>
                    <a:pt x="200380" y="235391"/>
                  </a:lnTo>
                  <a:close/>
                  <a:moveTo>
                    <a:pt x="160437" y="240776"/>
                  </a:moveTo>
                  <a:lnTo>
                    <a:pt x="200380" y="235391"/>
                  </a:lnTo>
                  <a:lnTo>
                    <a:pt x="172706" y="215179"/>
                  </a:lnTo>
                  <a:close/>
                  <a:moveTo>
                    <a:pt x="535220" y="600628"/>
                  </a:moveTo>
                  <a:lnTo>
                    <a:pt x="558701" y="637383"/>
                  </a:lnTo>
                  <a:lnTo>
                    <a:pt x="583928" y="620200"/>
                  </a:lnTo>
                  <a:close/>
                  <a:moveTo>
                    <a:pt x="535220" y="600628"/>
                  </a:moveTo>
                  <a:lnTo>
                    <a:pt x="583928" y="620200"/>
                  </a:lnTo>
                  <a:lnTo>
                    <a:pt x="562830" y="583444"/>
                  </a:lnTo>
                  <a:close/>
                  <a:moveTo>
                    <a:pt x="528979" y="563873"/>
                  </a:moveTo>
                  <a:lnTo>
                    <a:pt x="535220" y="600628"/>
                  </a:lnTo>
                  <a:lnTo>
                    <a:pt x="562830" y="583444"/>
                  </a:lnTo>
                  <a:close/>
                  <a:moveTo>
                    <a:pt x="562830" y="583444"/>
                  </a:moveTo>
                  <a:lnTo>
                    <a:pt x="583928" y="620200"/>
                  </a:lnTo>
                  <a:lnTo>
                    <a:pt x="602690" y="566261"/>
                  </a:lnTo>
                  <a:close/>
                  <a:moveTo>
                    <a:pt x="570313" y="509935"/>
                  </a:moveTo>
                  <a:lnTo>
                    <a:pt x="605211" y="529506"/>
                  </a:lnTo>
                  <a:lnTo>
                    <a:pt x="604719" y="492751"/>
                  </a:lnTo>
                  <a:close/>
                  <a:moveTo>
                    <a:pt x="410425" y="317040"/>
                  </a:moveTo>
                  <a:lnTo>
                    <a:pt x="420875" y="308976"/>
                  </a:lnTo>
                  <a:lnTo>
                    <a:pt x="409751" y="326160"/>
                  </a:lnTo>
                  <a:close/>
                  <a:moveTo>
                    <a:pt x="741262" y="404446"/>
                  </a:moveTo>
                  <a:lnTo>
                    <a:pt x="724591" y="420417"/>
                  </a:lnTo>
                  <a:lnTo>
                    <a:pt x="721493" y="458385"/>
                  </a:lnTo>
                  <a:close/>
                  <a:moveTo>
                    <a:pt x="614630" y="204813"/>
                  </a:moveTo>
                  <a:lnTo>
                    <a:pt x="641521" y="173359"/>
                  </a:lnTo>
                  <a:lnTo>
                    <a:pt x="632984" y="172233"/>
                  </a:lnTo>
                  <a:close/>
                  <a:moveTo>
                    <a:pt x="614630" y="204813"/>
                  </a:moveTo>
                  <a:lnTo>
                    <a:pt x="632984" y="172233"/>
                  </a:lnTo>
                  <a:lnTo>
                    <a:pt x="594677" y="176288"/>
                  </a:lnTo>
                  <a:close/>
                  <a:moveTo>
                    <a:pt x="666393" y="189819"/>
                  </a:moveTo>
                  <a:lnTo>
                    <a:pt x="677160" y="182027"/>
                  </a:lnTo>
                  <a:lnTo>
                    <a:pt x="641521" y="173359"/>
                  </a:lnTo>
                  <a:close/>
                  <a:moveTo>
                    <a:pt x="666393" y="189819"/>
                  </a:moveTo>
                  <a:lnTo>
                    <a:pt x="701039" y="188741"/>
                  </a:lnTo>
                  <a:lnTo>
                    <a:pt x="677160" y="182027"/>
                  </a:lnTo>
                  <a:close/>
                  <a:moveTo>
                    <a:pt x="701039" y="188741"/>
                  </a:moveTo>
                  <a:lnTo>
                    <a:pt x="666393" y="189819"/>
                  </a:lnTo>
                  <a:lnTo>
                    <a:pt x="705135" y="190415"/>
                  </a:lnTo>
                  <a:close/>
                  <a:moveTo>
                    <a:pt x="785714" y="218826"/>
                  </a:moveTo>
                  <a:lnTo>
                    <a:pt x="754832" y="216843"/>
                  </a:lnTo>
                  <a:lnTo>
                    <a:pt x="795043" y="255988"/>
                  </a:lnTo>
                  <a:close/>
                  <a:moveTo>
                    <a:pt x="785714" y="218826"/>
                  </a:moveTo>
                  <a:lnTo>
                    <a:pt x="810090" y="259814"/>
                  </a:lnTo>
                  <a:lnTo>
                    <a:pt x="838717" y="219917"/>
                  </a:lnTo>
                  <a:close/>
                  <a:moveTo>
                    <a:pt x="785714" y="218826"/>
                  </a:moveTo>
                  <a:lnTo>
                    <a:pt x="838717" y="219917"/>
                  </a:lnTo>
                  <a:lnTo>
                    <a:pt x="823246" y="205876"/>
                  </a:lnTo>
                  <a:close/>
                  <a:moveTo>
                    <a:pt x="726994" y="212387"/>
                  </a:moveTo>
                  <a:lnTo>
                    <a:pt x="741934" y="203422"/>
                  </a:lnTo>
                  <a:lnTo>
                    <a:pt x="705135" y="190415"/>
                  </a:lnTo>
                  <a:close/>
                  <a:moveTo>
                    <a:pt x="754832" y="216843"/>
                  </a:moveTo>
                  <a:lnTo>
                    <a:pt x="773757" y="197826"/>
                  </a:lnTo>
                  <a:lnTo>
                    <a:pt x="741934" y="203422"/>
                  </a:lnTo>
                  <a:close/>
                  <a:moveTo>
                    <a:pt x="754832" y="216843"/>
                  </a:moveTo>
                  <a:lnTo>
                    <a:pt x="785714" y="218826"/>
                  </a:lnTo>
                  <a:lnTo>
                    <a:pt x="773757" y="197826"/>
                  </a:lnTo>
                  <a:close/>
                  <a:moveTo>
                    <a:pt x="844766" y="197905"/>
                  </a:moveTo>
                  <a:lnTo>
                    <a:pt x="838717" y="219917"/>
                  </a:lnTo>
                  <a:lnTo>
                    <a:pt x="865038" y="188693"/>
                  </a:lnTo>
                  <a:close/>
                  <a:moveTo>
                    <a:pt x="823246" y="205876"/>
                  </a:moveTo>
                  <a:lnTo>
                    <a:pt x="838717" y="219917"/>
                  </a:lnTo>
                  <a:lnTo>
                    <a:pt x="844766" y="197905"/>
                  </a:lnTo>
                  <a:close/>
                  <a:moveTo>
                    <a:pt x="902990" y="177658"/>
                  </a:moveTo>
                  <a:lnTo>
                    <a:pt x="897184" y="217732"/>
                  </a:lnTo>
                  <a:lnTo>
                    <a:pt x="936794" y="171509"/>
                  </a:lnTo>
                  <a:close/>
                  <a:moveTo>
                    <a:pt x="936794" y="171509"/>
                  </a:moveTo>
                  <a:lnTo>
                    <a:pt x="910861" y="225448"/>
                  </a:lnTo>
                  <a:lnTo>
                    <a:pt x="945900" y="179086"/>
                  </a:lnTo>
                  <a:close/>
                  <a:moveTo>
                    <a:pt x="865038" y="188693"/>
                  </a:moveTo>
                  <a:lnTo>
                    <a:pt x="897184" y="217732"/>
                  </a:lnTo>
                  <a:lnTo>
                    <a:pt x="902990" y="177658"/>
                  </a:lnTo>
                  <a:close/>
                  <a:moveTo>
                    <a:pt x="902990" y="177658"/>
                  </a:moveTo>
                  <a:lnTo>
                    <a:pt x="941058" y="160984"/>
                  </a:lnTo>
                  <a:lnTo>
                    <a:pt x="926771" y="140666"/>
                  </a:lnTo>
                  <a:close/>
                  <a:moveTo>
                    <a:pt x="902990" y="177658"/>
                  </a:moveTo>
                  <a:lnTo>
                    <a:pt x="926771" y="140666"/>
                  </a:lnTo>
                  <a:lnTo>
                    <a:pt x="892753" y="141234"/>
                  </a:lnTo>
                  <a:close/>
                  <a:moveTo>
                    <a:pt x="892753" y="141234"/>
                  </a:moveTo>
                  <a:lnTo>
                    <a:pt x="926771" y="140666"/>
                  </a:lnTo>
                  <a:lnTo>
                    <a:pt x="880203" y="106689"/>
                  </a:lnTo>
                  <a:close/>
                  <a:moveTo>
                    <a:pt x="936794" y="171509"/>
                  </a:moveTo>
                  <a:lnTo>
                    <a:pt x="945900" y="179086"/>
                  </a:lnTo>
                  <a:lnTo>
                    <a:pt x="946124" y="169680"/>
                  </a:lnTo>
                  <a:close/>
                  <a:moveTo>
                    <a:pt x="941058" y="160984"/>
                  </a:moveTo>
                  <a:lnTo>
                    <a:pt x="936794" y="171509"/>
                  </a:lnTo>
                  <a:lnTo>
                    <a:pt x="946124" y="169680"/>
                  </a:lnTo>
                  <a:close/>
                  <a:moveTo>
                    <a:pt x="985819" y="164496"/>
                  </a:moveTo>
                  <a:lnTo>
                    <a:pt x="945900" y="179086"/>
                  </a:lnTo>
                  <a:lnTo>
                    <a:pt x="986510" y="206348"/>
                  </a:lnTo>
                  <a:close/>
                  <a:moveTo>
                    <a:pt x="985819" y="164496"/>
                  </a:moveTo>
                  <a:lnTo>
                    <a:pt x="946124" y="169680"/>
                  </a:lnTo>
                  <a:lnTo>
                    <a:pt x="945900" y="179086"/>
                  </a:lnTo>
                  <a:close/>
                  <a:moveTo>
                    <a:pt x="946124" y="169680"/>
                  </a:moveTo>
                  <a:lnTo>
                    <a:pt x="967765" y="136262"/>
                  </a:lnTo>
                  <a:lnTo>
                    <a:pt x="941058" y="160984"/>
                  </a:lnTo>
                  <a:close/>
                  <a:moveTo>
                    <a:pt x="946124" y="169680"/>
                  </a:moveTo>
                  <a:lnTo>
                    <a:pt x="985819" y="164496"/>
                  </a:lnTo>
                  <a:lnTo>
                    <a:pt x="967765" y="136262"/>
                  </a:lnTo>
                  <a:close/>
                  <a:moveTo>
                    <a:pt x="934820" y="44628"/>
                  </a:moveTo>
                  <a:lnTo>
                    <a:pt x="923671" y="95979"/>
                  </a:lnTo>
                  <a:lnTo>
                    <a:pt x="937822" y="44061"/>
                  </a:lnTo>
                  <a:close/>
                  <a:moveTo>
                    <a:pt x="934820" y="44628"/>
                  </a:moveTo>
                  <a:lnTo>
                    <a:pt x="885683" y="78522"/>
                  </a:lnTo>
                  <a:lnTo>
                    <a:pt x="923671" y="95979"/>
                  </a:lnTo>
                  <a:close/>
                  <a:moveTo>
                    <a:pt x="934820" y="44628"/>
                  </a:moveTo>
                  <a:lnTo>
                    <a:pt x="934851" y="41568"/>
                  </a:lnTo>
                  <a:lnTo>
                    <a:pt x="887625" y="55908"/>
                  </a:lnTo>
                  <a:close/>
                  <a:moveTo>
                    <a:pt x="934820" y="44628"/>
                  </a:moveTo>
                  <a:lnTo>
                    <a:pt x="937822" y="44061"/>
                  </a:lnTo>
                  <a:lnTo>
                    <a:pt x="934851" y="41568"/>
                  </a:lnTo>
                  <a:close/>
                  <a:moveTo>
                    <a:pt x="974900" y="80816"/>
                  </a:moveTo>
                  <a:lnTo>
                    <a:pt x="980206" y="86568"/>
                  </a:lnTo>
                  <a:lnTo>
                    <a:pt x="980256" y="79524"/>
                  </a:lnTo>
                  <a:close/>
                  <a:moveTo>
                    <a:pt x="937822" y="44061"/>
                  </a:moveTo>
                  <a:lnTo>
                    <a:pt x="980256" y="79524"/>
                  </a:lnTo>
                  <a:lnTo>
                    <a:pt x="976784" y="37600"/>
                  </a:lnTo>
                  <a:close/>
                  <a:moveTo>
                    <a:pt x="937822" y="44061"/>
                  </a:moveTo>
                  <a:lnTo>
                    <a:pt x="974900" y="80816"/>
                  </a:lnTo>
                  <a:lnTo>
                    <a:pt x="980256" y="79524"/>
                  </a:lnTo>
                  <a:close/>
                  <a:moveTo>
                    <a:pt x="976784" y="37600"/>
                  </a:moveTo>
                  <a:lnTo>
                    <a:pt x="934851" y="41568"/>
                  </a:lnTo>
                  <a:lnTo>
                    <a:pt x="937822" y="44061"/>
                  </a:lnTo>
                  <a:close/>
                  <a:moveTo>
                    <a:pt x="934673" y="0"/>
                  </a:moveTo>
                  <a:lnTo>
                    <a:pt x="934851" y="41568"/>
                  </a:lnTo>
                  <a:lnTo>
                    <a:pt x="976784" y="3760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92" name="Input_density__192">
              <a:extLst>
                <a:ext uri="{FF2B5EF4-FFF2-40B4-BE49-F238E27FC236}">
                  <a16:creationId xmlns:a16="http://schemas.microsoft.com/office/drawing/2014/main" id="{327FCC0B-FA05-6252-6FD9-6F1281D5A642}"/>
                </a:ext>
              </a:extLst>
            </p:cNvPr>
            <p:cNvSpPr>
              <a:spLocks noGrp="1"/>
            </p:cNvSpPr>
            <p:nvPr/>
          </p:nvSpPr>
          <p:spPr>
            <a:xfrm>
              <a:off x="552808" y="1703745"/>
              <a:ext cx="954394" cy="583444"/>
            </a:xfrm>
            <a:custGeom>
              <a:avLst/>
              <a:gdLst/>
              <a:ahLst/>
              <a:cxnLst/>
              <a:rect l="0" t="0" r="0" b="0"/>
              <a:pathLst>
                <a:path w="954394" h="583444">
                  <a:moveTo>
                    <a:pt x="722" y="389693"/>
                  </a:moveTo>
                  <a:lnTo>
                    <a:pt x="0" y="402736"/>
                  </a:lnTo>
                  <a:lnTo>
                    <a:pt x="32791" y="375321"/>
                  </a:lnTo>
                  <a:close/>
                  <a:moveTo>
                    <a:pt x="32791" y="375321"/>
                  </a:moveTo>
                  <a:lnTo>
                    <a:pt x="0" y="402736"/>
                  </a:lnTo>
                  <a:lnTo>
                    <a:pt x="13336" y="429260"/>
                  </a:lnTo>
                  <a:close/>
                  <a:moveTo>
                    <a:pt x="39329" y="412077"/>
                  </a:moveTo>
                  <a:lnTo>
                    <a:pt x="53975" y="358138"/>
                  </a:lnTo>
                  <a:lnTo>
                    <a:pt x="32791" y="375321"/>
                  </a:lnTo>
                  <a:close/>
                  <a:moveTo>
                    <a:pt x="31137" y="338566"/>
                  </a:moveTo>
                  <a:lnTo>
                    <a:pt x="32791" y="375321"/>
                  </a:lnTo>
                  <a:lnTo>
                    <a:pt x="53975" y="358138"/>
                  </a:lnTo>
                  <a:close/>
                  <a:moveTo>
                    <a:pt x="31137" y="338566"/>
                  </a:moveTo>
                  <a:lnTo>
                    <a:pt x="53975" y="358138"/>
                  </a:lnTo>
                  <a:lnTo>
                    <a:pt x="55792" y="321383"/>
                  </a:lnTo>
                  <a:close/>
                  <a:moveTo>
                    <a:pt x="53112" y="284628"/>
                  </a:moveTo>
                  <a:lnTo>
                    <a:pt x="52949" y="284828"/>
                  </a:lnTo>
                  <a:lnTo>
                    <a:pt x="31137" y="338566"/>
                  </a:lnTo>
                  <a:close/>
                  <a:moveTo>
                    <a:pt x="55792" y="321383"/>
                  </a:moveTo>
                  <a:lnTo>
                    <a:pt x="53112" y="284628"/>
                  </a:lnTo>
                  <a:lnTo>
                    <a:pt x="31137" y="338566"/>
                  </a:lnTo>
                  <a:close/>
                  <a:moveTo>
                    <a:pt x="53160" y="284499"/>
                  </a:moveTo>
                  <a:lnTo>
                    <a:pt x="52949" y="284828"/>
                  </a:lnTo>
                  <a:lnTo>
                    <a:pt x="53112" y="284628"/>
                  </a:lnTo>
                  <a:close/>
                  <a:moveTo>
                    <a:pt x="55792" y="321383"/>
                  </a:moveTo>
                  <a:lnTo>
                    <a:pt x="85307" y="308484"/>
                  </a:lnTo>
                  <a:lnTo>
                    <a:pt x="78343" y="308930"/>
                  </a:lnTo>
                  <a:close/>
                  <a:moveTo>
                    <a:pt x="53112" y="284628"/>
                  </a:moveTo>
                  <a:lnTo>
                    <a:pt x="78343" y="308930"/>
                  </a:lnTo>
                  <a:lnTo>
                    <a:pt x="53377" y="284479"/>
                  </a:lnTo>
                  <a:close/>
                  <a:moveTo>
                    <a:pt x="53112" y="284628"/>
                  </a:moveTo>
                  <a:lnTo>
                    <a:pt x="55792" y="321383"/>
                  </a:lnTo>
                  <a:lnTo>
                    <a:pt x="78343" y="308930"/>
                  </a:lnTo>
                  <a:close/>
                  <a:moveTo>
                    <a:pt x="88063" y="304200"/>
                  </a:moveTo>
                  <a:lnTo>
                    <a:pt x="82535" y="267445"/>
                  </a:lnTo>
                  <a:lnTo>
                    <a:pt x="78343" y="308930"/>
                  </a:lnTo>
                  <a:close/>
                  <a:moveTo>
                    <a:pt x="82535" y="267445"/>
                  </a:moveTo>
                  <a:lnTo>
                    <a:pt x="53377" y="284479"/>
                  </a:lnTo>
                  <a:lnTo>
                    <a:pt x="78343" y="308930"/>
                  </a:lnTo>
                  <a:close/>
                  <a:moveTo>
                    <a:pt x="53160" y="284499"/>
                  </a:moveTo>
                  <a:lnTo>
                    <a:pt x="53112" y="284628"/>
                  </a:lnTo>
                  <a:lnTo>
                    <a:pt x="53377" y="284479"/>
                  </a:lnTo>
                  <a:close/>
                  <a:moveTo>
                    <a:pt x="99905" y="238487"/>
                  </a:moveTo>
                  <a:lnTo>
                    <a:pt x="53377" y="284479"/>
                  </a:lnTo>
                  <a:lnTo>
                    <a:pt x="82535" y="267445"/>
                  </a:lnTo>
                  <a:close/>
                  <a:moveTo>
                    <a:pt x="53160" y="284499"/>
                  </a:moveTo>
                  <a:lnTo>
                    <a:pt x="53377" y="284479"/>
                  </a:lnTo>
                  <a:lnTo>
                    <a:pt x="99905" y="238487"/>
                  </a:lnTo>
                  <a:close/>
                  <a:moveTo>
                    <a:pt x="82535" y="267445"/>
                  </a:moveTo>
                  <a:lnTo>
                    <a:pt x="131947" y="292439"/>
                  </a:lnTo>
                  <a:lnTo>
                    <a:pt x="124157" y="254025"/>
                  </a:lnTo>
                  <a:close/>
                  <a:moveTo>
                    <a:pt x="82535" y="267445"/>
                  </a:moveTo>
                  <a:lnTo>
                    <a:pt x="88063" y="304200"/>
                  </a:lnTo>
                  <a:lnTo>
                    <a:pt x="131947" y="292439"/>
                  </a:lnTo>
                  <a:close/>
                  <a:moveTo>
                    <a:pt x="137779" y="250261"/>
                  </a:moveTo>
                  <a:lnTo>
                    <a:pt x="124157" y="254025"/>
                  </a:lnTo>
                  <a:lnTo>
                    <a:pt x="131947" y="292439"/>
                  </a:lnTo>
                  <a:close/>
                  <a:moveTo>
                    <a:pt x="99905" y="238487"/>
                  </a:moveTo>
                  <a:lnTo>
                    <a:pt x="82535" y="267445"/>
                  </a:lnTo>
                  <a:lnTo>
                    <a:pt x="124157" y="254025"/>
                  </a:lnTo>
                  <a:close/>
                  <a:moveTo>
                    <a:pt x="155348" y="224995"/>
                  </a:moveTo>
                  <a:lnTo>
                    <a:pt x="99905" y="238487"/>
                  </a:lnTo>
                  <a:lnTo>
                    <a:pt x="137779" y="250261"/>
                  </a:lnTo>
                  <a:close/>
                  <a:moveTo>
                    <a:pt x="137779" y="250261"/>
                  </a:moveTo>
                  <a:lnTo>
                    <a:pt x="99905" y="238487"/>
                  </a:lnTo>
                  <a:lnTo>
                    <a:pt x="124157" y="254025"/>
                  </a:lnTo>
                  <a:close/>
                  <a:moveTo>
                    <a:pt x="137779" y="250261"/>
                  </a:moveTo>
                  <a:lnTo>
                    <a:pt x="177483" y="282507"/>
                  </a:lnTo>
                  <a:lnTo>
                    <a:pt x="173773" y="240776"/>
                  </a:lnTo>
                  <a:close/>
                  <a:moveTo>
                    <a:pt x="137779" y="250261"/>
                  </a:moveTo>
                  <a:lnTo>
                    <a:pt x="160074" y="287016"/>
                  </a:lnTo>
                  <a:lnTo>
                    <a:pt x="177483" y="282507"/>
                  </a:lnTo>
                  <a:close/>
                  <a:moveTo>
                    <a:pt x="177483" y="282507"/>
                  </a:moveTo>
                  <a:lnTo>
                    <a:pt x="213717" y="235391"/>
                  </a:lnTo>
                  <a:lnTo>
                    <a:pt x="173773" y="240776"/>
                  </a:lnTo>
                  <a:close/>
                  <a:moveTo>
                    <a:pt x="155348" y="224995"/>
                  </a:moveTo>
                  <a:lnTo>
                    <a:pt x="137779" y="250261"/>
                  </a:lnTo>
                  <a:lnTo>
                    <a:pt x="173773" y="240776"/>
                  </a:lnTo>
                  <a:close/>
                  <a:moveTo>
                    <a:pt x="173773" y="240776"/>
                  </a:moveTo>
                  <a:lnTo>
                    <a:pt x="186042" y="215179"/>
                  </a:lnTo>
                  <a:lnTo>
                    <a:pt x="155348" y="224995"/>
                  </a:lnTo>
                  <a:close/>
                  <a:moveTo>
                    <a:pt x="542315" y="563873"/>
                  </a:moveTo>
                  <a:lnTo>
                    <a:pt x="576166" y="583444"/>
                  </a:lnTo>
                  <a:lnTo>
                    <a:pt x="592726" y="546690"/>
                  </a:lnTo>
                  <a:close/>
                  <a:moveTo>
                    <a:pt x="616027" y="566261"/>
                  </a:moveTo>
                  <a:lnTo>
                    <a:pt x="620129" y="552922"/>
                  </a:lnTo>
                  <a:lnTo>
                    <a:pt x="592735" y="546685"/>
                  </a:lnTo>
                  <a:close/>
                  <a:moveTo>
                    <a:pt x="592726" y="546690"/>
                  </a:moveTo>
                  <a:lnTo>
                    <a:pt x="616027" y="566261"/>
                  </a:lnTo>
                  <a:lnTo>
                    <a:pt x="592735" y="546685"/>
                  </a:lnTo>
                  <a:close/>
                  <a:moveTo>
                    <a:pt x="576166" y="583444"/>
                  </a:moveTo>
                  <a:lnTo>
                    <a:pt x="616027" y="566261"/>
                  </a:lnTo>
                  <a:lnTo>
                    <a:pt x="592726" y="546690"/>
                  </a:lnTo>
                  <a:close/>
                  <a:moveTo>
                    <a:pt x="592735" y="546685"/>
                  </a:moveTo>
                  <a:lnTo>
                    <a:pt x="620129" y="552922"/>
                  </a:lnTo>
                  <a:lnTo>
                    <a:pt x="618547" y="529506"/>
                  </a:lnTo>
                  <a:close/>
                  <a:moveTo>
                    <a:pt x="618547" y="529506"/>
                  </a:moveTo>
                  <a:lnTo>
                    <a:pt x="620129" y="552922"/>
                  </a:lnTo>
                  <a:lnTo>
                    <a:pt x="633371" y="558396"/>
                  </a:lnTo>
                  <a:close/>
                  <a:moveTo>
                    <a:pt x="440730" y="272222"/>
                  </a:moveTo>
                  <a:lnTo>
                    <a:pt x="434211" y="308976"/>
                  </a:lnTo>
                  <a:lnTo>
                    <a:pt x="464214" y="291793"/>
                  </a:lnTo>
                  <a:close/>
                  <a:moveTo>
                    <a:pt x="440730" y="272222"/>
                  </a:moveTo>
                  <a:lnTo>
                    <a:pt x="464214" y="291793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0730" y="272222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2929" y="264128"/>
                  </a:lnTo>
                  <a:lnTo>
                    <a:pt x="440730" y="272222"/>
                  </a:lnTo>
                  <a:close/>
                  <a:moveTo>
                    <a:pt x="463084" y="243279"/>
                  </a:moveTo>
                  <a:lnTo>
                    <a:pt x="459454" y="255038"/>
                  </a:lnTo>
                  <a:lnTo>
                    <a:pt x="484955" y="239814"/>
                  </a:lnTo>
                  <a:close/>
                  <a:moveTo>
                    <a:pt x="463084" y="243279"/>
                  </a:moveTo>
                  <a:lnTo>
                    <a:pt x="484955" y="239814"/>
                  </a:lnTo>
                  <a:lnTo>
                    <a:pt x="472384" y="218283"/>
                  </a:lnTo>
                  <a:close/>
                  <a:moveTo>
                    <a:pt x="472384" y="218283"/>
                  </a:moveTo>
                  <a:lnTo>
                    <a:pt x="484955" y="239814"/>
                  </a:lnTo>
                  <a:lnTo>
                    <a:pt x="488066" y="237855"/>
                  </a:lnTo>
                  <a:close/>
                  <a:moveTo>
                    <a:pt x="472384" y="218283"/>
                  </a:moveTo>
                  <a:lnTo>
                    <a:pt x="488066" y="237855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72384" y="218283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86090" y="204718"/>
                  </a:lnTo>
                  <a:lnTo>
                    <a:pt x="472384" y="218283"/>
                  </a:lnTo>
                  <a:close/>
                  <a:moveTo>
                    <a:pt x="505477" y="201100"/>
                  </a:moveTo>
                  <a:lnTo>
                    <a:pt x="541102" y="217983"/>
                  </a:lnTo>
                  <a:lnTo>
                    <a:pt x="514796" y="197895"/>
                  </a:lnTo>
                  <a:close/>
                  <a:moveTo>
                    <a:pt x="509481" y="195965"/>
                  </a:moveTo>
                  <a:lnTo>
                    <a:pt x="505477" y="201100"/>
                  </a:lnTo>
                  <a:lnTo>
                    <a:pt x="514796" y="197895"/>
                  </a:lnTo>
                  <a:close/>
                  <a:moveTo>
                    <a:pt x="514796" y="197895"/>
                  </a:moveTo>
                  <a:lnTo>
                    <a:pt x="538524" y="179976"/>
                  </a:lnTo>
                  <a:lnTo>
                    <a:pt x="509481" y="195965"/>
                  </a:lnTo>
                  <a:close/>
                  <a:moveTo>
                    <a:pt x="514796" y="197895"/>
                  </a:moveTo>
                  <a:lnTo>
                    <a:pt x="556626" y="190976"/>
                  </a:lnTo>
                  <a:lnTo>
                    <a:pt x="538524" y="179976"/>
                  </a:lnTo>
                  <a:close/>
                  <a:moveTo>
                    <a:pt x="556626" y="190976"/>
                  </a:moveTo>
                  <a:lnTo>
                    <a:pt x="514796" y="197895"/>
                  </a:lnTo>
                  <a:lnTo>
                    <a:pt x="575043" y="220305"/>
                  </a:lnTo>
                  <a:close/>
                  <a:moveTo>
                    <a:pt x="595000" y="170345"/>
                  </a:moveTo>
                  <a:lnTo>
                    <a:pt x="556626" y="190976"/>
                  </a:lnTo>
                  <a:lnTo>
                    <a:pt x="580403" y="183916"/>
                  </a:lnTo>
                  <a:close/>
                  <a:moveTo>
                    <a:pt x="538524" y="179976"/>
                  </a:moveTo>
                  <a:lnTo>
                    <a:pt x="556626" y="190976"/>
                  </a:lnTo>
                  <a:lnTo>
                    <a:pt x="595000" y="170345"/>
                  </a:lnTo>
                  <a:close/>
                  <a:moveTo>
                    <a:pt x="556626" y="190976"/>
                  </a:moveTo>
                  <a:lnTo>
                    <a:pt x="575043" y="220305"/>
                  </a:lnTo>
                  <a:lnTo>
                    <a:pt x="580403" y="183916"/>
                  </a:lnTo>
                  <a:close/>
                  <a:moveTo>
                    <a:pt x="575273" y="220564"/>
                  </a:moveTo>
                  <a:lnTo>
                    <a:pt x="580403" y="183916"/>
                  </a:lnTo>
                  <a:lnTo>
                    <a:pt x="575043" y="220305"/>
                  </a:lnTo>
                  <a:close/>
                  <a:moveTo>
                    <a:pt x="608013" y="176288"/>
                  </a:moveTo>
                  <a:lnTo>
                    <a:pt x="580403" y="183916"/>
                  </a:lnTo>
                  <a:lnTo>
                    <a:pt x="575273" y="220564"/>
                  </a:lnTo>
                  <a:close/>
                  <a:moveTo>
                    <a:pt x="627966" y="204813"/>
                  </a:moveTo>
                  <a:lnTo>
                    <a:pt x="608013" y="176288"/>
                  </a:lnTo>
                  <a:lnTo>
                    <a:pt x="575273" y="220564"/>
                  </a:lnTo>
                  <a:close/>
                  <a:moveTo>
                    <a:pt x="632535" y="203488"/>
                  </a:moveTo>
                  <a:lnTo>
                    <a:pt x="654858" y="173359"/>
                  </a:lnTo>
                  <a:lnTo>
                    <a:pt x="627966" y="204813"/>
                  </a:lnTo>
                  <a:close/>
                  <a:moveTo>
                    <a:pt x="595000" y="170345"/>
                  </a:moveTo>
                  <a:lnTo>
                    <a:pt x="580403" y="183916"/>
                  </a:lnTo>
                  <a:lnTo>
                    <a:pt x="608013" y="176288"/>
                  </a:lnTo>
                  <a:close/>
                  <a:moveTo>
                    <a:pt x="654858" y="173359"/>
                  </a:moveTo>
                  <a:lnTo>
                    <a:pt x="632535" y="203488"/>
                  </a:lnTo>
                  <a:lnTo>
                    <a:pt x="679729" y="189819"/>
                  </a:lnTo>
                  <a:close/>
                  <a:moveTo>
                    <a:pt x="786384" y="186304"/>
                  </a:moveTo>
                  <a:lnTo>
                    <a:pt x="799050" y="218826"/>
                  </a:lnTo>
                  <a:lnTo>
                    <a:pt x="836582" y="205876"/>
                  </a:lnTo>
                  <a:close/>
                  <a:moveTo>
                    <a:pt x="822111" y="169121"/>
                  </a:moveTo>
                  <a:lnTo>
                    <a:pt x="858102" y="197905"/>
                  </a:lnTo>
                  <a:lnTo>
                    <a:pt x="852482" y="157728"/>
                  </a:lnTo>
                  <a:close/>
                  <a:moveTo>
                    <a:pt x="822111" y="169121"/>
                  </a:moveTo>
                  <a:lnTo>
                    <a:pt x="836582" y="205876"/>
                  </a:lnTo>
                  <a:lnTo>
                    <a:pt x="858102" y="197905"/>
                  </a:lnTo>
                  <a:close/>
                  <a:moveTo>
                    <a:pt x="878374" y="188693"/>
                  </a:moveTo>
                  <a:lnTo>
                    <a:pt x="867841" y="151938"/>
                  </a:lnTo>
                  <a:lnTo>
                    <a:pt x="858102" y="197905"/>
                  </a:lnTo>
                  <a:close/>
                  <a:moveTo>
                    <a:pt x="867841" y="151938"/>
                  </a:moveTo>
                  <a:lnTo>
                    <a:pt x="852482" y="157728"/>
                  </a:lnTo>
                  <a:lnTo>
                    <a:pt x="858102" y="197905"/>
                  </a:lnTo>
                  <a:close/>
                  <a:moveTo>
                    <a:pt x="816752" y="132366"/>
                  </a:moveTo>
                  <a:lnTo>
                    <a:pt x="822111" y="169121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870916" y="115183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916327" y="177658"/>
                  </a:lnTo>
                  <a:lnTo>
                    <a:pt x="906089" y="141234"/>
                  </a:lnTo>
                  <a:close/>
                  <a:moveTo>
                    <a:pt x="867841" y="151938"/>
                  </a:moveTo>
                  <a:lnTo>
                    <a:pt x="878374" y="188693"/>
                  </a:lnTo>
                  <a:lnTo>
                    <a:pt x="916327" y="177658"/>
                  </a:lnTo>
                  <a:close/>
                  <a:moveTo>
                    <a:pt x="950130" y="171509"/>
                  </a:moveTo>
                  <a:lnTo>
                    <a:pt x="954394" y="160984"/>
                  </a:lnTo>
                  <a:lnTo>
                    <a:pt x="916327" y="177658"/>
                  </a:lnTo>
                  <a:close/>
                  <a:moveTo>
                    <a:pt x="870916" y="115183"/>
                  </a:moveTo>
                  <a:lnTo>
                    <a:pt x="906089" y="141234"/>
                  </a:lnTo>
                  <a:lnTo>
                    <a:pt x="893540" y="106689"/>
                  </a:lnTo>
                  <a:close/>
                  <a:moveTo>
                    <a:pt x="870916" y="115183"/>
                  </a:moveTo>
                  <a:lnTo>
                    <a:pt x="867841" y="151938"/>
                  </a:lnTo>
                  <a:lnTo>
                    <a:pt x="906089" y="141234"/>
                  </a:lnTo>
                  <a:close/>
                  <a:moveTo>
                    <a:pt x="884496" y="61245"/>
                  </a:moveTo>
                  <a:lnTo>
                    <a:pt x="893540" y="106689"/>
                  </a:lnTo>
                  <a:lnTo>
                    <a:pt x="899019" y="78522"/>
                  </a:lnTo>
                  <a:close/>
                  <a:moveTo>
                    <a:pt x="884496" y="61245"/>
                  </a:moveTo>
                  <a:lnTo>
                    <a:pt x="899019" y="78522"/>
                  </a:lnTo>
                  <a:lnTo>
                    <a:pt x="900962" y="55908"/>
                  </a:lnTo>
                  <a:close/>
                  <a:moveTo>
                    <a:pt x="888483" y="39131"/>
                  </a:moveTo>
                  <a:lnTo>
                    <a:pt x="884496" y="61245"/>
                  </a:lnTo>
                  <a:lnTo>
                    <a:pt x="900962" y="55908"/>
                  </a:lnTo>
                  <a:close/>
                  <a:moveTo>
                    <a:pt x="948156" y="44628"/>
                  </a:moveTo>
                  <a:lnTo>
                    <a:pt x="900962" y="55908"/>
                  </a:lnTo>
                  <a:lnTo>
                    <a:pt x="899019" y="78522"/>
                  </a:lnTo>
                  <a:close/>
                  <a:moveTo>
                    <a:pt x="922592" y="7306"/>
                  </a:moveTo>
                  <a:lnTo>
                    <a:pt x="948187" y="41568"/>
                  </a:lnTo>
                  <a:lnTo>
                    <a:pt x="94801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493" name="Input_density__193">
              <a:extLst>
                <a:ext uri="{FF2B5EF4-FFF2-40B4-BE49-F238E27FC236}">
                  <a16:creationId xmlns:a16="http://schemas.microsoft.com/office/drawing/2014/main" id="{BF6B7BF3-2262-455E-4BB2-7E607F87860D}"/>
                </a:ext>
              </a:extLst>
            </p:cNvPr>
            <p:cNvSpPr>
              <a:spLocks noGrp="1"/>
            </p:cNvSpPr>
            <p:nvPr/>
          </p:nvSpPr>
          <p:spPr>
            <a:xfrm>
              <a:off x="1103132" y="2039506"/>
              <a:ext cx="270012" cy="196937"/>
            </a:xfrm>
            <a:custGeom>
              <a:avLst/>
              <a:gdLst/>
              <a:ahLst/>
              <a:cxnLst/>
              <a:rect l="0" t="0" r="0" b="0"/>
              <a:pathLst>
                <a:path w="270012" h="196937">
                  <a:moveTo>
                    <a:pt x="0" y="176956"/>
                  </a:moveTo>
                  <a:lnTo>
                    <a:pt x="41035" y="193744"/>
                  </a:lnTo>
                  <a:lnTo>
                    <a:pt x="26295" y="196937"/>
                  </a:lnTo>
                  <a:close/>
                  <a:moveTo>
                    <a:pt x="26295" y="196937"/>
                  </a:moveTo>
                  <a:lnTo>
                    <a:pt x="2872" y="193744"/>
                  </a:lnTo>
                  <a:lnTo>
                    <a:pt x="0" y="176956"/>
                  </a:lnTo>
                  <a:close/>
                  <a:moveTo>
                    <a:pt x="257641" y="36309"/>
                  </a:moveTo>
                  <a:lnTo>
                    <a:pt x="270012" y="0"/>
                  </a:lnTo>
                  <a:lnTo>
                    <a:pt x="252168" y="51501"/>
                  </a:lnTo>
                  <a:close/>
                  <a:moveTo>
                    <a:pt x="270012" y="0"/>
                  </a:moveTo>
                  <a:lnTo>
                    <a:pt x="257641" y="36309"/>
                  </a:lnTo>
                  <a:lnTo>
                    <a:pt x="269592" y="14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494" name="Input_density__194">
              <a:extLst>
                <a:ext uri="{FF2B5EF4-FFF2-40B4-BE49-F238E27FC236}">
                  <a16:creationId xmlns:a16="http://schemas.microsoft.com/office/drawing/2014/main" id="{0E29DEAC-75F7-FA07-C709-C7D45D5CB4DE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6131"/>
              <a:ext cx="774606" cy="362685"/>
            </a:xfrm>
            <a:custGeom>
              <a:avLst/>
              <a:gdLst/>
              <a:ahLst/>
              <a:cxnLst/>
              <a:rect l="0" t="0" r="0" b="0"/>
              <a:pathLst>
                <a:path w="774606" h="362685">
                  <a:moveTo>
                    <a:pt x="8712" y="236445"/>
                  </a:moveTo>
                  <a:lnTo>
                    <a:pt x="0" y="253628"/>
                  </a:lnTo>
                  <a:lnTo>
                    <a:pt x="20989" y="273200"/>
                  </a:lnTo>
                  <a:close/>
                  <a:moveTo>
                    <a:pt x="20989" y="273200"/>
                  </a:moveTo>
                  <a:lnTo>
                    <a:pt x="46510" y="309955"/>
                  </a:lnTo>
                  <a:lnTo>
                    <a:pt x="57152" y="292771"/>
                  </a:lnTo>
                  <a:close/>
                  <a:moveTo>
                    <a:pt x="200917" y="272842"/>
                  </a:moveTo>
                  <a:lnTo>
                    <a:pt x="181986" y="261144"/>
                  </a:lnTo>
                  <a:lnTo>
                    <a:pt x="223564" y="276681"/>
                  </a:lnTo>
                  <a:close/>
                  <a:moveTo>
                    <a:pt x="200917" y="272842"/>
                  </a:moveTo>
                  <a:lnTo>
                    <a:pt x="205605" y="275588"/>
                  </a:lnTo>
                  <a:lnTo>
                    <a:pt x="195777" y="268999"/>
                  </a:lnTo>
                  <a:close/>
                  <a:moveTo>
                    <a:pt x="225343" y="235326"/>
                  </a:moveTo>
                  <a:lnTo>
                    <a:pt x="251864" y="257914"/>
                  </a:lnTo>
                  <a:lnTo>
                    <a:pt x="229821" y="221650"/>
                  </a:lnTo>
                  <a:close/>
                  <a:moveTo>
                    <a:pt x="229821" y="221650"/>
                  </a:moveTo>
                  <a:lnTo>
                    <a:pt x="251864" y="257914"/>
                  </a:lnTo>
                  <a:lnTo>
                    <a:pt x="252520" y="241221"/>
                  </a:lnTo>
                  <a:close/>
                  <a:moveTo>
                    <a:pt x="242536" y="204466"/>
                  </a:moveTo>
                  <a:lnTo>
                    <a:pt x="229821" y="221650"/>
                  </a:lnTo>
                  <a:lnTo>
                    <a:pt x="252520" y="241221"/>
                  </a:lnTo>
                  <a:close/>
                  <a:moveTo>
                    <a:pt x="206043" y="89686"/>
                  </a:moveTo>
                  <a:lnTo>
                    <a:pt x="174084" y="88580"/>
                  </a:lnTo>
                  <a:lnTo>
                    <a:pt x="223480" y="83951"/>
                  </a:lnTo>
                  <a:close/>
                  <a:moveTo>
                    <a:pt x="464253" y="280365"/>
                  </a:moveTo>
                  <a:lnTo>
                    <a:pt x="449991" y="307957"/>
                  </a:lnTo>
                  <a:lnTo>
                    <a:pt x="469864" y="286050"/>
                  </a:lnTo>
                  <a:close/>
                  <a:moveTo>
                    <a:pt x="464253" y="280365"/>
                  </a:moveTo>
                  <a:lnTo>
                    <a:pt x="425516" y="244816"/>
                  </a:lnTo>
                  <a:lnTo>
                    <a:pt x="409070" y="279536"/>
                  </a:lnTo>
                  <a:close/>
                  <a:moveTo>
                    <a:pt x="337192" y="135375"/>
                  </a:moveTo>
                  <a:lnTo>
                    <a:pt x="328571" y="131508"/>
                  </a:lnTo>
                  <a:lnTo>
                    <a:pt x="359901" y="124072"/>
                  </a:lnTo>
                  <a:close/>
                  <a:moveTo>
                    <a:pt x="388027" y="104654"/>
                  </a:moveTo>
                  <a:lnTo>
                    <a:pt x="337192" y="135375"/>
                  </a:lnTo>
                  <a:lnTo>
                    <a:pt x="359901" y="124072"/>
                  </a:lnTo>
                  <a:close/>
                  <a:moveTo>
                    <a:pt x="631663" y="345435"/>
                  </a:moveTo>
                  <a:lnTo>
                    <a:pt x="597637" y="346009"/>
                  </a:lnTo>
                  <a:lnTo>
                    <a:pt x="590319" y="362685"/>
                  </a:lnTo>
                  <a:close/>
                  <a:moveTo>
                    <a:pt x="588489" y="40218"/>
                  </a:moveTo>
                  <a:lnTo>
                    <a:pt x="645028" y="57823"/>
                  </a:lnTo>
                  <a:lnTo>
                    <a:pt x="610825" y="27856"/>
                  </a:lnTo>
                  <a:close/>
                  <a:moveTo>
                    <a:pt x="687464" y="84183"/>
                  </a:moveTo>
                  <a:lnTo>
                    <a:pt x="681052" y="67934"/>
                  </a:lnTo>
                  <a:lnTo>
                    <a:pt x="700960" y="92451"/>
                  </a:lnTo>
                  <a:close/>
                  <a:moveTo>
                    <a:pt x="679572" y="47428"/>
                  </a:moveTo>
                  <a:lnTo>
                    <a:pt x="677826" y="64611"/>
                  </a:lnTo>
                  <a:lnTo>
                    <a:pt x="687464" y="84183"/>
                  </a:lnTo>
                  <a:close/>
                  <a:moveTo>
                    <a:pt x="679572" y="47428"/>
                  </a:moveTo>
                  <a:lnTo>
                    <a:pt x="665243" y="37193"/>
                  </a:lnTo>
                  <a:lnTo>
                    <a:pt x="645028" y="57823"/>
                  </a:lnTo>
                  <a:close/>
                  <a:moveTo>
                    <a:pt x="709089" y="41095"/>
                  </a:moveTo>
                  <a:lnTo>
                    <a:pt x="737408" y="57855"/>
                  </a:lnTo>
                  <a:lnTo>
                    <a:pt x="726066" y="47428"/>
                  </a:lnTo>
                  <a:close/>
                  <a:moveTo>
                    <a:pt x="750330" y="79402"/>
                  </a:moveTo>
                  <a:lnTo>
                    <a:pt x="737408" y="57855"/>
                  </a:lnTo>
                  <a:lnTo>
                    <a:pt x="709089" y="41095"/>
                  </a:lnTo>
                  <a:close/>
                  <a:moveTo>
                    <a:pt x="750330" y="79402"/>
                  </a:moveTo>
                  <a:lnTo>
                    <a:pt x="774606" y="84183"/>
                  </a:lnTo>
                  <a:lnTo>
                    <a:pt x="737408" y="57855"/>
                  </a:lnTo>
                  <a:close/>
                  <a:moveTo>
                    <a:pt x="709089" y="41095"/>
                  </a:moveTo>
                  <a:lnTo>
                    <a:pt x="726066" y="47428"/>
                  </a:lnTo>
                  <a:lnTo>
                    <a:pt x="732435" y="4456"/>
                  </a:lnTo>
                  <a:close/>
                  <a:moveTo>
                    <a:pt x="704597" y="0"/>
                  </a:moveTo>
                  <a:lnTo>
                    <a:pt x="709089" y="41095"/>
                  </a:lnTo>
                  <a:lnTo>
                    <a:pt x="732435" y="445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495" name="Input_density__195">
              <a:extLst>
                <a:ext uri="{FF2B5EF4-FFF2-40B4-BE49-F238E27FC236}">
                  <a16:creationId xmlns:a16="http://schemas.microsoft.com/office/drawing/2014/main" id="{FB8B5826-9B71-2ED8-B86A-9B1402824C28}"/>
                </a:ext>
              </a:extLst>
            </p:cNvPr>
            <p:cNvSpPr>
              <a:spLocks noGrp="1"/>
            </p:cNvSpPr>
            <p:nvPr/>
          </p:nvSpPr>
          <p:spPr>
            <a:xfrm>
              <a:off x="613589" y="1956349"/>
              <a:ext cx="764241" cy="406739"/>
            </a:xfrm>
            <a:custGeom>
              <a:avLst/>
              <a:gdLst/>
              <a:ahLst/>
              <a:cxnLst/>
              <a:rect l="0" t="0" r="0" b="0"/>
              <a:pathLst>
                <a:path w="764241" h="406739">
                  <a:moveTo>
                    <a:pt x="21464" y="269737"/>
                  </a:moveTo>
                  <a:lnTo>
                    <a:pt x="23626" y="275131"/>
                  </a:lnTo>
                  <a:lnTo>
                    <a:pt x="32865" y="279470"/>
                  </a:lnTo>
                  <a:close/>
                  <a:moveTo>
                    <a:pt x="21464" y="269737"/>
                  </a:moveTo>
                  <a:lnTo>
                    <a:pt x="0" y="249592"/>
                  </a:lnTo>
                  <a:lnTo>
                    <a:pt x="23626" y="275131"/>
                  </a:lnTo>
                  <a:close/>
                  <a:moveTo>
                    <a:pt x="82798" y="298861"/>
                  </a:moveTo>
                  <a:lnTo>
                    <a:pt x="72951" y="289309"/>
                  </a:lnTo>
                  <a:lnTo>
                    <a:pt x="70784" y="296666"/>
                  </a:lnTo>
                  <a:close/>
                  <a:moveTo>
                    <a:pt x="70784" y="296666"/>
                  </a:moveTo>
                  <a:lnTo>
                    <a:pt x="72951" y="289309"/>
                  </a:lnTo>
                  <a:lnTo>
                    <a:pt x="58602" y="279489"/>
                  </a:lnTo>
                  <a:close/>
                  <a:moveTo>
                    <a:pt x="70784" y="296666"/>
                  </a:moveTo>
                  <a:lnTo>
                    <a:pt x="58602" y="279489"/>
                  </a:lnTo>
                  <a:lnTo>
                    <a:pt x="32865" y="279470"/>
                  </a:lnTo>
                  <a:close/>
                  <a:moveTo>
                    <a:pt x="82798" y="298861"/>
                  </a:moveTo>
                  <a:lnTo>
                    <a:pt x="130801" y="326064"/>
                  </a:lnTo>
                  <a:lnTo>
                    <a:pt x="98833" y="305331"/>
                  </a:lnTo>
                  <a:close/>
                  <a:moveTo>
                    <a:pt x="72951" y="289309"/>
                  </a:moveTo>
                  <a:lnTo>
                    <a:pt x="82798" y="298861"/>
                  </a:lnTo>
                  <a:lnTo>
                    <a:pt x="98833" y="305331"/>
                  </a:lnTo>
                  <a:close/>
                  <a:moveTo>
                    <a:pt x="217490" y="164249"/>
                  </a:moveTo>
                  <a:lnTo>
                    <a:pt x="184856" y="144677"/>
                  </a:lnTo>
                  <a:lnTo>
                    <a:pt x="204774" y="181432"/>
                  </a:lnTo>
                  <a:close/>
                  <a:moveTo>
                    <a:pt x="349678" y="235483"/>
                  </a:moveTo>
                  <a:lnTo>
                    <a:pt x="330798" y="261104"/>
                  </a:lnTo>
                  <a:lnTo>
                    <a:pt x="384023" y="239318"/>
                  </a:lnTo>
                  <a:close/>
                  <a:moveTo>
                    <a:pt x="409916" y="257330"/>
                  </a:moveTo>
                  <a:lnTo>
                    <a:pt x="384023" y="239318"/>
                  </a:lnTo>
                  <a:lnTo>
                    <a:pt x="414795" y="263318"/>
                  </a:lnTo>
                  <a:close/>
                  <a:moveTo>
                    <a:pt x="409916" y="257330"/>
                  </a:moveTo>
                  <a:lnTo>
                    <a:pt x="414795" y="263318"/>
                  </a:lnTo>
                  <a:lnTo>
                    <a:pt x="424944" y="267739"/>
                  </a:lnTo>
                  <a:close/>
                  <a:moveTo>
                    <a:pt x="557767" y="276902"/>
                  </a:moveTo>
                  <a:lnTo>
                    <a:pt x="575235" y="263506"/>
                  </a:lnTo>
                  <a:lnTo>
                    <a:pt x="572701" y="260955"/>
                  </a:lnTo>
                  <a:close/>
                  <a:moveTo>
                    <a:pt x="530324" y="259719"/>
                  </a:moveTo>
                  <a:lnTo>
                    <a:pt x="521746" y="284304"/>
                  </a:lnTo>
                  <a:lnTo>
                    <a:pt x="543213" y="268357"/>
                  </a:lnTo>
                  <a:close/>
                  <a:moveTo>
                    <a:pt x="492415" y="276902"/>
                  </a:moveTo>
                  <a:lnTo>
                    <a:pt x="530324" y="259719"/>
                  </a:lnTo>
                  <a:lnTo>
                    <a:pt x="486195" y="275961"/>
                  </a:lnTo>
                  <a:close/>
                  <a:moveTo>
                    <a:pt x="662730" y="406739"/>
                  </a:moveTo>
                  <a:lnTo>
                    <a:pt x="688838" y="399703"/>
                  </a:lnTo>
                  <a:lnTo>
                    <a:pt x="640849" y="369984"/>
                  </a:lnTo>
                  <a:close/>
                  <a:moveTo>
                    <a:pt x="610144" y="269449"/>
                  </a:moveTo>
                  <a:lnTo>
                    <a:pt x="613207" y="255113"/>
                  </a:lnTo>
                  <a:lnTo>
                    <a:pt x="605121" y="279036"/>
                  </a:lnTo>
                  <a:close/>
                  <a:moveTo>
                    <a:pt x="563442" y="0"/>
                  </a:moveTo>
                  <a:lnTo>
                    <a:pt x="569953" y="41577"/>
                  </a:lnTo>
                  <a:lnTo>
                    <a:pt x="619982" y="17605"/>
                  </a:lnTo>
                  <a:close/>
                  <a:moveTo>
                    <a:pt x="757409" y="192055"/>
                  </a:moveTo>
                  <a:lnTo>
                    <a:pt x="761458" y="244923"/>
                  </a:lnTo>
                  <a:lnTo>
                    <a:pt x="764241" y="208168"/>
                  </a:lnTo>
                  <a:close/>
                  <a:moveTo>
                    <a:pt x="748034" y="110183"/>
                  </a:moveTo>
                  <a:lnTo>
                    <a:pt x="761264" y="154230"/>
                  </a:lnTo>
                  <a:lnTo>
                    <a:pt x="757788" y="117475"/>
                  </a:lnTo>
                  <a:close/>
                  <a:moveTo>
                    <a:pt x="743452" y="69161"/>
                  </a:moveTo>
                  <a:lnTo>
                    <a:pt x="757788" y="117475"/>
                  </a:lnTo>
                  <a:lnTo>
                    <a:pt x="760382" y="80720"/>
                  </a:lnTo>
                  <a:close/>
                  <a:moveTo>
                    <a:pt x="743452" y="69161"/>
                  </a:moveTo>
                  <a:lnTo>
                    <a:pt x="748034" y="110183"/>
                  </a:lnTo>
                  <a:lnTo>
                    <a:pt x="757788" y="11747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496" name="Input_density__196">
              <a:extLst>
                <a:ext uri="{FF2B5EF4-FFF2-40B4-BE49-F238E27FC236}">
                  <a16:creationId xmlns:a16="http://schemas.microsoft.com/office/drawing/2014/main" id="{F7A73802-A693-C0D2-8CBE-3942ECDD1B91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56349"/>
              <a:ext cx="764440" cy="279470"/>
            </a:xfrm>
            <a:custGeom>
              <a:avLst/>
              <a:gdLst/>
              <a:ahLst/>
              <a:cxnLst/>
              <a:rect l="0" t="0" r="0" b="0"/>
              <a:pathLst>
                <a:path w="764440" h="279470">
                  <a:moveTo>
                    <a:pt x="25522" y="269737"/>
                  </a:moveTo>
                  <a:lnTo>
                    <a:pt x="0" y="232982"/>
                  </a:lnTo>
                  <a:lnTo>
                    <a:pt x="4058" y="249592"/>
                  </a:lnTo>
                  <a:close/>
                  <a:moveTo>
                    <a:pt x="36163" y="252554"/>
                  </a:moveTo>
                  <a:lnTo>
                    <a:pt x="25522" y="269737"/>
                  </a:lnTo>
                  <a:lnTo>
                    <a:pt x="36923" y="279470"/>
                  </a:lnTo>
                  <a:close/>
                  <a:moveTo>
                    <a:pt x="133074" y="198616"/>
                  </a:moveTo>
                  <a:lnTo>
                    <a:pt x="133301" y="198696"/>
                  </a:lnTo>
                  <a:lnTo>
                    <a:pt x="132781" y="196301"/>
                  </a:lnTo>
                  <a:close/>
                  <a:moveTo>
                    <a:pt x="157028" y="206495"/>
                  </a:moveTo>
                  <a:lnTo>
                    <a:pt x="133301" y="198696"/>
                  </a:lnTo>
                  <a:lnTo>
                    <a:pt x="174788" y="228781"/>
                  </a:lnTo>
                  <a:close/>
                  <a:moveTo>
                    <a:pt x="133301" y="198696"/>
                  </a:moveTo>
                  <a:lnTo>
                    <a:pt x="133483" y="198923"/>
                  </a:lnTo>
                  <a:lnTo>
                    <a:pt x="174788" y="228781"/>
                  </a:lnTo>
                  <a:close/>
                  <a:moveTo>
                    <a:pt x="133483" y="198923"/>
                  </a:moveTo>
                  <a:lnTo>
                    <a:pt x="133301" y="198696"/>
                  </a:lnTo>
                  <a:lnTo>
                    <a:pt x="133074" y="198616"/>
                  </a:lnTo>
                  <a:close/>
                  <a:moveTo>
                    <a:pt x="146746" y="218187"/>
                  </a:moveTo>
                  <a:lnTo>
                    <a:pt x="133483" y="198923"/>
                  </a:lnTo>
                  <a:lnTo>
                    <a:pt x="133074" y="198616"/>
                  </a:lnTo>
                  <a:close/>
                  <a:moveTo>
                    <a:pt x="160997" y="220927"/>
                  </a:moveTo>
                  <a:lnTo>
                    <a:pt x="174788" y="228781"/>
                  </a:lnTo>
                  <a:lnTo>
                    <a:pt x="133483" y="198923"/>
                  </a:lnTo>
                  <a:close/>
                  <a:moveTo>
                    <a:pt x="160997" y="220927"/>
                  </a:moveTo>
                  <a:lnTo>
                    <a:pt x="179928" y="232624"/>
                  </a:lnTo>
                  <a:lnTo>
                    <a:pt x="174788" y="228781"/>
                  </a:lnTo>
                  <a:close/>
                  <a:moveTo>
                    <a:pt x="204354" y="195108"/>
                  </a:moveTo>
                  <a:lnTo>
                    <a:pt x="232273" y="218187"/>
                  </a:lnTo>
                  <a:lnTo>
                    <a:pt x="230875" y="217696"/>
                  </a:lnTo>
                  <a:close/>
                  <a:moveTo>
                    <a:pt x="120761" y="29903"/>
                  </a:moveTo>
                  <a:lnTo>
                    <a:pt x="143279" y="43134"/>
                  </a:lnTo>
                  <a:lnTo>
                    <a:pt x="156899" y="71167"/>
                  </a:lnTo>
                  <a:close/>
                  <a:moveTo>
                    <a:pt x="443264" y="240147"/>
                  </a:moveTo>
                  <a:lnTo>
                    <a:pt x="413974" y="257330"/>
                  </a:lnTo>
                  <a:lnTo>
                    <a:pt x="429002" y="267739"/>
                  </a:lnTo>
                  <a:close/>
                  <a:moveTo>
                    <a:pt x="413974" y="257330"/>
                  </a:moveTo>
                  <a:lnTo>
                    <a:pt x="443264" y="240147"/>
                  </a:lnTo>
                  <a:lnTo>
                    <a:pt x="388081" y="239318"/>
                  </a:lnTo>
                  <a:close/>
                  <a:moveTo>
                    <a:pt x="448875" y="245832"/>
                  </a:moveTo>
                  <a:lnTo>
                    <a:pt x="429002" y="267739"/>
                  </a:lnTo>
                  <a:lnTo>
                    <a:pt x="490253" y="275961"/>
                  </a:lnTo>
                  <a:close/>
                  <a:moveTo>
                    <a:pt x="557123" y="26095"/>
                  </a:moveTo>
                  <a:lnTo>
                    <a:pt x="595800" y="66487"/>
                  </a:lnTo>
                  <a:lnTo>
                    <a:pt x="576599" y="37350"/>
                  </a:lnTo>
                  <a:close/>
                  <a:moveTo>
                    <a:pt x="557123" y="26095"/>
                  </a:moveTo>
                  <a:lnTo>
                    <a:pt x="576599" y="37350"/>
                  </a:lnTo>
                  <a:lnTo>
                    <a:pt x="567500" y="0"/>
                  </a:lnTo>
                  <a:close/>
                  <a:moveTo>
                    <a:pt x="656837" y="24393"/>
                  </a:moveTo>
                  <a:lnTo>
                    <a:pt x="660064" y="27716"/>
                  </a:lnTo>
                  <a:lnTo>
                    <a:pt x="666475" y="43965"/>
                  </a:lnTo>
                  <a:close/>
                  <a:moveTo>
                    <a:pt x="656837" y="24393"/>
                  </a:moveTo>
                  <a:lnTo>
                    <a:pt x="658584" y="7210"/>
                  </a:lnTo>
                  <a:lnTo>
                    <a:pt x="624040" y="17605"/>
                  </a:lnTo>
                  <a:close/>
                  <a:moveTo>
                    <a:pt x="729341" y="39185"/>
                  </a:moveTo>
                  <a:lnTo>
                    <a:pt x="764440" y="80720"/>
                  </a:lnTo>
                  <a:lnTo>
                    <a:pt x="753617" y="43965"/>
                  </a:lnTo>
                  <a:close/>
                  <a:moveTo>
                    <a:pt x="729341" y="39185"/>
                  </a:moveTo>
                  <a:lnTo>
                    <a:pt x="747510" y="69161"/>
                  </a:lnTo>
                  <a:lnTo>
                    <a:pt x="764440" y="8072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497" name="Input_density__197">
              <a:extLst>
                <a:ext uri="{FF2B5EF4-FFF2-40B4-BE49-F238E27FC236}">
                  <a16:creationId xmlns:a16="http://schemas.microsoft.com/office/drawing/2014/main" id="{1960E1E5-060B-E964-F746-657E7BC0E182}"/>
                </a:ext>
              </a:extLst>
            </p:cNvPr>
            <p:cNvSpPr>
              <a:spLocks noGrp="1"/>
            </p:cNvSpPr>
            <p:nvPr/>
          </p:nvSpPr>
          <p:spPr>
            <a:xfrm>
              <a:off x="684372" y="2037069"/>
              <a:ext cx="695114" cy="251059"/>
            </a:xfrm>
            <a:custGeom>
              <a:avLst/>
              <a:gdLst/>
              <a:ahLst/>
              <a:cxnLst/>
              <a:rect l="0" t="0" r="0" b="0"/>
              <a:pathLst>
                <a:path w="695114" h="251059">
                  <a:moveTo>
                    <a:pt x="0" y="215946"/>
                  </a:moveTo>
                  <a:lnTo>
                    <a:pt x="34284" y="219551"/>
                  </a:lnTo>
                  <a:lnTo>
                    <a:pt x="12015" y="218140"/>
                  </a:lnTo>
                  <a:close/>
                  <a:moveTo>
                    <a:pt x="60018" y="245344"/>
                  </a:moveTo>
                  <a:lnTo>
                    <a:pt x="62942" y="248573"/>
                  </a:lnTo>
                  <a:lnTo>
                    <a:pt x="68443" y="251059"/>
                  </a:lnTo>
                  <a:close/>
                  <a:moveTo>
                    <a:pt x="62942" y="248573"/>
                  </a:moveTo>
                  <a:lnTo>
                    <a:pt x="60018" y="245344"/>
                  </a:lnTo>
                  <a:lnTo>
                    <a:pt x="12015" y="218140"/>
                  </a:lnTo>
                  <a:close/>
                  <a:moveTo>
                    <a:pt x="38677" y="223553"/>
                  </a:moveTo>
                  <a:lnTo>
                    <a:pt x="62942" y="248573"/>
                  </a:lnTo>
                  <a:lnTo>
                    <a:pt x="12015" y="218140"/>
                  </a:lnTo>
                  <a:close/>
                  <a:moveTo>
                    <a:pt x="66926" y="100712"/>
                  </a:moveTo>
                  <a:lnTo>
                    <a:pt x="58232" y="117895"/>
                  </a:lnTo>
                  <a:lnTo>
                    <a:pt x="77911" y="94042"/>
                  </a:lnTo>
                  <a:close/>
                  <a:moveTo>
                    <a:pt x="58232" y="117895"/>
                  </a:moveTo>
                  <a:lnTo>
                    <a:pt x="57940" y="115581"/>
                  </a:lnTo>
                  <a:lnTo>
                    <a:pt x="77911" y="94042"/>
                  </a:lnTo>
                  <a:close/>
                  <a:moveTo>
                    <a:pt x="228730" y="187993"/>
                  </a:moveTo>
                  <a:lnTo>
                    <a:pt x="260015" y="180384"/>
                  </a:lnTo>
                  <a:lnTo>
                    <a:pt x="278894" y="154763"/>
                  </a:lnTo>
                  <a:close/>
                  <a:moveTo>
                    <a:pt x="260015" y="180384"/>
                  </a:moveTo>
                  <a:lnTo>
                    <a:pt x="291185" y="172349"/>
                  </a:lnTo>
                  <a:lnTo>
                    <a:pt x="313239" y="158598"/>
                  </a:lnTo>
                  <a:close/>
                  <a:moveTo>
                    <a:pt x="388517" y="190896"/>
                  </a:moveTo>
                  <a:lnTo>
                    <a:pt x="354161" y="187019"/>
                  </a:lnTo>
                  <a:lnTo>
                    <a:pt x="344012" y="182598"/>
                  </a:lnTo>
                  <a:close/>
                  <a:moveTo>
                    <a:pt x="354161" y="187019"/>
                  </a:moveTo>
                  <a:lnTo>
                    <a:pt x="388517" y="190896"/>
                  </a:lnTo>
                  <a:lnTo>
                    <a:pt x="415411" y="195241"/>
                  </a:lnTo>
                  <a:close/>
                  <a:moveTo>
                    <a:pt x="418760" y="179393"/>
                  </a:moveTo>
                  <a:lnTo>
                    <a:pt x="421631" y="196182"/>
                  </a:lnTo>
                  <a:lnTo>
                    <a:pt x="415411" y="195241"/>
                  </a:lnTo>
                  <a:close/>
                  <a:moveTo>
                    <a:pt x="421631" y="196182"/>
                  </a:moveTo>
                  <a:lnTo>
                    <a:pt x="445055" y="199374"/>
                  </a:lnTo>
                  <a:lnTo>
                    <a:pt x="450962" y="203583"/>
                  </a:lnTo>
                  <a:close/>
                  <a:moveTo>
                    <a:pt x="450962" y="203583"/>
                  </a:moveTo>
                  <a:lnTo>
                    <a:pt x="504451" y="182786"/>
                  </a:lnTo>
                  <a:lnTo>
                    <a:pt x="472429" y="187636"/>
                  </a:lnTo>
                  <a:close/>
                  <a:moveTo>
                    <a:pt x="459540" y="178998"/>
                  </a:moveTo>
                  <a:lnTo>
                    <a:pt x="421631" y="196182"/>
                  </a:lnTo>
                  <a:lnTo>
                    <a:pt x="450962" y="203583"/>
                  </a:lnTo>
                  <a:close/>
                  <a:moveTo>
                    <a:pt x="472429" y="187636"/>
                  </a:moveTo>
                  <a:lnTo>
                    <a:pt x="504451" y="182786"/>
                  </a:lnTo>
                  <a:lnTo>
                    <a:pt x="534337" y="198315"/>
                  </a:lnTo>
                  <a:close/>
                  <a:moveTo>
                    <a:pt x="534337" y="198315"/>
                  </a:moveTo>
                  <a:lnTo>
                    <a:pt x="542423" y="174392"/>
                  </a:lnTo>
                  <a:lnTo>
                    <a:pt x="540713" y="161815"/>
                  </a:lnTo>
                  <a:close/>
                  <a:moveTo>
                    <a:pt x="504451" y="182786"/>
                  </a:moveTo>
                  <a:lnTo>
                    <a:pt x="539361" y="188729"/>
                  </a:lnTo>
                  <a:lnTo>
                    <a:pt x="534337" y="198315"/>
                  </a:lnTo>
                  <a:close/>
                  <a:moveTo>
                    <a:pt x="542423" y="174392"/>
                  </a:moveTo>
                  <a:lnTo>
                    <a:pt x="533476" y="166730"/>
                  </a:lnTo>
                  <a:lnTo>
                    <a:pt x="540713" y="161815"/>
                  </a:lnTo>
                  <a:close/>
                  <a:moveTo>
                    <a:pt x="695114" y="131522"/>
                  </a:moveTo>
                  <a:lnTo>
                    <a:pt x="688315" y="92303"/>
                  </a:lnTo>
                  <a:lnTo>
                    <a:pt x="693457" y="127448"/>
                  </a:lnTo>
                  <a:close/>
                  <a:moveTo>
                    <a:pt x="688315" y="92303"/>
                  </a:moveTo>
                  <a:lnTo>
                    <a:pt x="687657" y="90693"/>
                  </a:lnTo>
                  <a:lnTo>
                    <a:pt x="693457" y="127448"/>
                  </a:lnTo>
                  <a:close/>
                  <a:moveTo>
                    <a:pt x="687657" y="90693"/>
                  </a:moveTo>
                  <a:lnTo>
                    <a:pt x="690481" y="73510"/>
                  </a:lnTo>
                  <a:lnTo>
                    <a:pt x="693457" y="127448"/>
                  </a:lnTo>
                  <a:close/>
                  <a:moveTo>
                    <a:pt x="690481" y="73510"/>
                  </a:moveTo>
                  <a:lnTo>
                    <a:pt x="687657" y="90693"/>
                  </a:lnTo>
                  <a:lnTo>
                    <a:pt x="670928" y="53938"/>
                  </a:lnTo>
                  <a:close/>
                  <a:moveTo>
                    <a:pt x="687004" y="36755"/>
                  </a:moveTo>
                  <a:lnTo>
                    <a:pt x="690481" y="73510"/>
                  </a:lnTo>
                  <a:lnTo>
                    <a:pt x="670928" y="53938"/>
                  </a:lnTo>
                  <a:close/>
                  <a:moveTo>
                    <a:pt x="670928" y="53938"/>
                  </a:moveTo>
                  <a:lnTo>
                    <a:pt x="689598" y="0"/>
                  </a:lnTo>
                  <a:lnTo>
                    <a:pt x="687004" y="36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498" name="Input_density__198">
              <a:extLst>
                <a:ext uri="{FF2B5EF4-FFF2-40B4-BE49-F238E27FC236}">
                  <a16:creationId xmlns:a16="http://schemas.microsoft.com/office/drawing/2014/main" id="{02F8C0C9-E666-A8E2-E96B-055011ABDA5D}"/>
                </a:ext>
              </a:extLst>
            </p:cNvPr>
            <p:cNvSpPr>
              <a:spLocks noGrp="1"/>
            </p:cNvSpPr>
            <p:nvPr/>
          </p:nvSpPr>
          <p:spPr>
            <a:xfrm>
              <a:off x="592137" y="1894160"/>
              <a:ext cx="746735" cy="418539"/>
            </a:xfrm>
            <a:custGeom>
              <a:avLst/>
              <a:gdLst/>
              <a:ahLst/>
              <a:cxnLst/>
              <a:rect l="0" t="0" r="0" b="0"/>
              <a:pathLst>
                <a:path w="746735" h="418539">
                  <a:moveTo>
                    <a:pt x="35157" y="277988"/>
                  </a:moveTo>
                  <a:lnTo>
                    <a:pt x="13832" y="246140"/>
                  </a:lnTo>
                  <a:lnTo>
                    <a:pt x="5117" y="258416"/>
                  </a:lnTo>
                  <a:close/>
                  <a:moveTo>
                    <a:pt x="35157" y="277988"/>
                  </a:moveTo>
                  <a:lnTo>
                    <a:pt x="5117" y="258416"/>
                  </a:lnTo>
                  <a:lnTo>
                    <a:pt x="17393" y="295171"/>
                  </a:lnTo>
                  <a:close/>
                  <a:moveTo>
                    <a:pt x="0" y="221661"/>
                  </a:moveTo>
                  <a:lnTo>
                    <a:pt x="5117" y="258416"/>
                  </a:lnTo>
                  <a:lnTo>
                    <a:pt x="7659" y="206411"/>
                  </a:lnTo>
                  <a:close/>
                  <a:moveTo>
                    <a:pt x="5117" y="258416"/>
                  </a:moveTo>
                  <a:lnTo>
                    <a:pt x="13832" y="246140"/>
                  </a:lnTo>
                  <a:lnTo>
                    <a:pt x="7659" y="206411"/>
                  </a:lnTo>
                  <a:close/>
                  <a:moveTo>
                    <a:pt x="7659" y="206411"/>
                  </a:moveTo>
                  <a:lnTo>
                    <a:pt x="9415" y="202151"/>
                  </a:lnTo>
                  <a:lnTo>
                    <a:pt x="0" y="221661"/>
                  </a:lnTo>
                  <a:close/>
                  <a:moveTo>
                    <a:pt x="0" y="221661"/>
                  </a:moveTo>
                  <a:lnTo>
                    <a:pt x="9415" y="202151"/>
                  </a:lnTo>
                  <a:lnTo>
                    <a:pt x="14646" y="167723"/>
                  </a:lnTo>
                  <a:close/>
                  <a:moveTo>
                    <a:pt x="17585" y="241233"/>
                  </a:moveTo>
                  <a:lnTo>
                    <a:pt x="7659" y="206411"/>
                  </a:lnTo>
                  <a:lnTo>
                    <a:pt x="13832" y="246140"/>
                  </a:lnTo>
                  <a:close/>
                  <a:moveTo>
                    <a:pt x="17585" y="241233"/>
                  </a:moveTo>
                  <a:lnTo>
                    <a:pt x="9185" y="204478"/>
                  </a:lnTo>
                  <a:lnTo>
                    <a:pt x="7659" y="206411"/>
                  </a:lnTo>
                  <a:close/>
                  <a:moveTo>
                    <a:pt x="9415" y="202151"/>
                  </a:moveTo>
                  <a:lnTo>
                    <a:pt x="7659" y="206411"/>
                  </a:lnTo>
                  <a:lnTo>
                    <a:pt x="9185" y="204478"/>
                  </a:lnTo>
                  <a:close/>
                  <a:moveTo>
                    <a:pt x="160672" y="105323"/>
                  </a:moveTo>
                  <a:lnTo>
                    <a:pt x="103141" y="111007"/>
                  </a:lnTo>
                  <a:lnTo>
                    <a:pt x="150826" y="116173"/>
                  </a:lnTo>
                  <a:close/>
                  <a:moveTo>
                    <a:pt x="170488" y="110552"/>
                  </a:moveTo>
                  <a:lnTo>
                    <a:pt x="195321" y="110293"/>
                  </a:lnTo>
                  <a:lnTo>
                    <a:pt x="160672" y="105323"/>
                  </a:lnTo>
                  <a:close/>
                  <a:moveTo>
                    <a:pt x="576698" y="375846"/>
                  </a:moveTo>
                  <a:lnTo>
                    <a:pt x="586895" y="418539"/>
                  </a:lnTo>
                  <a:lnTo>
                    <a:pt x="586724" y="384656"/>
                  </a:lnTo>
                  <a:close/>
                  <a:moveTo>
                    <a:pt x="576698" y="375846"/>
                  </a:moveTo>
                  <a:lnTo>
                    <a:pt x="586724" y="384656"/>
                  </a:lnTo>
                  <a:lnTo>
                    <a:pt x="594042" y="367981"/>
                  </a:lnTo>
                  <a:close/>
                  <a:moveTo>
                    <a:pt x="574516" y="88284"/>
                  </a:moveTo>
                  <a:lnTo>
                    <a:pt x="584893" y="62189"/>
                  </a:lnTo>
                  <a:lnTo>
                    <a:pt x="554286" y="59984"/>
                  </a:lnTo>
                  <a:close/>
                  <a:moveTo>
                    <a:pt x="554286" y="59984"/>
                  </a:moveTo>
                  <a:lnTo>
                    <a:pt x="584893" y="62189"/>
                  </a:lnTo>
                  <a:lnTo>
                    <a:pt x="588637" y="14398"/>
                  </a:lnTo>
                  <a:close/>
                  <a:moveTo>
                    <a:pt x="607230" y="49827"/>
                  </a:moveTo>
                  <a:lnTo>
                    <a:pt x="593206" y="13072"/>
                  </a:lnTo>
                  <a:lnTo>
                    <a:pt x="584893" y="62189"/>
                  </a:lnTo>
                  <a:close/>
                  <a:moveTo>
                    <a:pt x="645348" y="32644"/>
                  </a:moveTo>
                  <a:lnTo>
                    <a:pt x="641433" y="79794"/>
                  </a:lnTo>
                  <a:lnTo>
                    <a:pt x="661647" y="59164"/>
                  </a:lnTo>
                  <a:close/>
                  <a:moveTo>
                    <a:pt x="645348" y="32644"/>
                  </a:moveTo>
                  <a:lnTo>
                    <a:pt x="607230" y="49827"/>
                  </a:lnTo>
                  <a:lnTo>
                    <a:pt x="641433" y="79794"/>
                  </a:lnTo>
                  <a:close/>
                  <a:moveTo>
                    <a:pt x="675977" y="69399"/>
                  </a:moveTo>
                  <a:lnTo>
                    <a:pt x="712988" y="101721"/>
                  </a:lnTo>
                  <a:lnTo>
                    <a:pt x="705493" y="63067"/>
                  </a:lnTo>
                  <a:close/>
                  <a:moveTo>
                    <a:pt x="712988" y="101721"/>
                  </a:moveTo>
                  <a:lnTo>
                    <a:pt x="746735" y="101373"/>
                  </a:lnTo>
                  <a:lnTo>
                    <a:pt x="705493" y="63067"/>
                  </a:lnTo>
                  <a:close/>
                  <a:moveTo>
                    <a:pt x="705493" y="63067"/>
                  </a:moveTo>
                  <a:lnTo>
                    <a:pt x="661647" y="59164"/>
                  </a:lnTo>
                  <a:lnTo>
                    <a:pt x="675977" y="69399"/>
                  </a:lnTo>
                  <a:close/>
                  <a:moveTo>
                    <a:pt x="659914" y="28287"/>
                  </a:moveTo>
                  <a:lnTo>
                    <a:pt x="661647" y="59164"/>
                  </a:lnTo>
                  <a:lnTo>
                    <a:pt x="705493" y="63067"/>
                  </a:lnTo>
                  <a:close/>
                  <a:moveTo>
                    <a:pt x="701002" y="21971"/>
                  </a:moveTo>
                  <a:lnTo>
                    <a:pt x="659914" y="28287"/>
                  </a:lnTo>
                  <a:lnTo>
                    <a:pt x="705493" y="63067"/>
                  </a:lnTo>
                  <a:close/>
                  <a:moveTo>
                    <a:pt x="659914" y="28287"/>
                  </a:moveTo>
                  <a:lnTo>
                    <a:pt x="701002" y="21971"/>
                  </a:lnTo>
                  <a:lnTo>
                    <a:pt x="679143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499" name="Input_density__199">
              <a:extLst>
                <a:ext uri="{FF2B5EF4-FFF2-40B4-BE49-F238E27FC236}">
                  <a16:creationId xmlns:a16="http://schemas.microsoft.com/office/drawing/2014/main" id="{75F3EAF2-3701-0056-6B12-F6A79A552EB1}"/>
                </a:ext>
              </a:extLst>
            </p:cNvPr>
            <p:cNvSpPr>
              <a:spLocks noGrp="1"/>
            </p:cNvSpPr>
            <p:nvPr/>
          </p:nvSpPr>
          <p:spPr>
            <a:xfrm>
              <a:off x="747314" y="2164517"/>
              <a:ext cx="632172" cy="203798"/>
            </a:xfrm>
            <a:custGeom>
              <a:avLst/>
              <a:gdLst/>
              <a:ahLst/>
              <a:cxnLst/>
              <a:rect l="0" t="0" r="0" b="0"/>
              <a:pathLst>
                <a:path w="632172" h="203798">
                  <a:moveTo>
                    <a:pt x="38048" y="120721"/>
                  </a:moveTo>
                  <a:lnTo>
                    <a:pt x="5501" y="123611"/>
                  </a:lnTo>
                  <a:lnTo>
                    <a:pt x="0" y="121125"/>
                  </a:lnTo>
                  <a:close/>
                  <a:moveTo>
                    <a:pt x="5501" y="123611"/>
                  </a:moveTo>
                  <a:lnTo>
                    <a:pt x="38048" y="120721"/>
                  </a:lnTo>
                  <a:lnTo>
                    <a:pt x="64418" y="123107"/>
                  </a:lnTo>
                  <a:close/>
                  <a:moveTo>
                    <a:pt x="165788" y="60545"/>
                  </a:moveTo>
                  <a:lnTo>
                    <a:pt x="148730" y="81474"/>
                  </a:lnTo>
                  <a:lnTo>
                    <a:pt x="197073" y="52936"/>
                  </a:lnTo>
                  <a:close/>
                  <a:moveTo>
                    <a:pt x="529004" y="198570"/>
                  </a:moveTo>
                  <a:lnTo>
                    <a:pt x="542035" y="202166"/>
                  </a:lnTo>
                  <a:lnTo>
                    <a:pt x="547856" y="203798"/>
                  </a:lnTo>
                  <a:close/>
                  <a:moveTo>
                    <a:pt x="553875" y="198570"/>
                  </a:moveTo>
                  <a:lnTo>
                    <a:pt x="547856" y="203798"/>
                  </a:lnTo>
                  <a:lnTo>
                    <a:pt x="542035" y="202166"/>
                  </a:lnTo>
                  <a:close/>
                  <a:moveTo>
                    <a:pt x="529004" y="198570"/>
                  </a:moveTo>
                  <a:lnTo>
                    <a:pt x="547856" y="203798"/>
                  </a:lnTo>
                  <a:lnTo>
                    <a:pt x="555112" y="191535"/>
                  </a:lnTo>
                  <a:close/>
                  <a:moveTo>
                    <a:pt x="555112" y="191535"/>
                  </a:moveTo>
                  <a:lnTo>
                    <a:pt x="547856" y="203798"/>
                  </a:lnTo>
                  <a:lnTo>
                    <a:pt x="553875" y="198570"/>
                  </a:lnTo>
                  <a:close/>
                  <a:moveTo>
                    <a:pt x="562989" y="164171"/>
                  </a:moveTo>
                  <a:lnTo>
                    <a:pt x="575364" y="157411"/>
                  </a:lnTo>
                  <a:lnTo>
                    <a:pt x="575715" y="144632"/>
                  </a:lnTo>
                  <a:close/>
                  <a:moveTo>
                    <a:pt x="555112" y="191535"/>
                  </a:moveTo>
                  <a:lnTo>
                    <a:pt x="571141" y="166281"/>
                  </a:lnTo>
                  <a:lnTo>
                    <a:pt x="562989" y="164171"/>
                  </a:lnTo>
                  <a:close/>
                  <a:moveTo>
                    <a:pt x="621717" y="53938"/>
                  </a:moveTo>
                  <a:lnTo>
                    <a:pt x="619387" y="58040"/>
                  </a:lnTo>
                  <a:lnTo>
                    <a:pt x="601554" y="87573"/>
                  </a:lnTo>
                  <a:close/>
                  <a:moveTo>
                    <a:pt x="621717" y="53938"/>
                  </a:moveTo>
                  <a:lnTo>
                    <a:pt x="627733" y="36755"/>
                  </a:lnTo>
                  <a:lnTo>
                    <a:pt x="619387" y="58040"/>
                  </a:lnTo>
                  <a:close/>
                  <a:moveTo>
                    <a:pt x="621717" y="53938"/>
                  </a:moveTo>
                  <a:lnTo>
                    <a:pt x="632172" y="4074"/>
                  </a:lnTo>
                  <a:lnTo>
                    <a:pt x="630515" y="0"/>
                  </a:lnTo>
                  <a:close/>
                  <a:moveTo>
                    <a:pt x="621717" y="53938"/>
                  </a:moveTo>
                  <a:lnTo>
                    <a:pt x="630515" y="0"/>
                  </a:lnTo>
                  <a:lnTo>
                    <a:pt x="627733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00" name="Input_density__200">
              <a:extLst>
                <a:ext uri="{FF2B5EF4-FFF2-40B4-BE49-F238E27FC236}">
                  <a16:creationId xmlns:a16="http://schemas.microsoft.com/office/drawing/2014/main" id="{F0F1BC7A-130B-2DA4-0724-F893684AE809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893564"/>
              <a:ext cx="669957" cy="376442"/>
            </a:xfrm>
            <a:custGeom>
              <a:avLst/>
              <a:gdLst/>
              <a:ahLst/>
              <a:cxnLst/>
              <a:rect l="0" t="0" r="0" b="0"/>
              <a:pathLst>
                <a:path w="669957" h="376442">
                  <a:moveTo>
                    <a:pt x="20466" y="182200"/>
                  </a:moveTo>
                  <a:lnTo>
                    <a:pt x="230" y="202748"/>
                  </a:lnTo>
                  <a:lnTo>
                    <a:pt x="0" y="205074"/>
                  </a:lnTo>
                  <a:close/>
                  <a:moveTo>
                    <a:pt x="230" y="202748"/>
                  </a:moveTo>
                  <a:lnTo>
                    <a:pt x="20466" y="182200"/>
                  </a:lnTo>
                  <a:lnTo>
                    <a:pt x="5461" y="168319"/>
                  </a:lnTo>
                  <a:close/>
                  <a:moveTo>
                    <a:pt x="20466" y="182200"/>
                  </a:moveTo>
                  <a:lnTo>
                    <a:pt x="24991" y="151136"/>
                  </a:lnTo>
                  <a:lnTo>
                    <a:pt x="5461" y="168319"/>
                  </a:lnTo>
                  <a:close/>
                  <a:moveTo>
                    <a:pt x="24991" y="151136"/>
                  </a:moveTo>
                  <a:lnTo>
                    <a:pt x="36793" y="118665"/>
                  </a:lnTo>
                  <a:lnTo>
                    <a:pt x="7278" y="131564"/>
                  </a:lnTo>
                  <a:close/>
                  <a:moveTo>
                    <a:pt x="5461" y="168319"/>
                  </a:moveTo>
                  <a:lnTo>
                    <a:pt x="24991" y="151136"/>
                  </a:lnTo>
                  <a:lnTo>
                    <a:pt x="7278" y="131564"/>
                  </a:lnTo>
                  <a:close/>
                  <a:moveTo>
                    <a:pt x="39549" y="114381"/>
                  </a:moveTo>
                  <a:lnTo>
                    <a:pt x="29829" y="119110"/>
                  </a:lnTo>
                  <a:lnTo>
                    <a:pt x="36793" y="118665"/>
                  </a:lnTo>
                  <a:close/>
                  <a:moveTo>
                    <a:pt x="36793" y="118665"/>
                  </a:moveTo>
                  <a:lnTo>
                    <a:pt x="24991" y="151136"/>
                  </a:lnTo>
                  <a:lnTo>
                    <a:pt x="63491" y="136491"/>
                  </a:lnTo>
                  <a:close/>
                  <a:moveTo>
                    <a:pt x="83433" y="102620"/>
                  </a:moveTo>
                  <a:lnTo>
                    <a:pt x="39549" y="114381"/>
                  </a:lnTo>
                  <a:lnTo>
                    <a:pt x="93956" y="111604"/>
                  </a:lnTo>
                  <a:close/>
                  <a:moveTo>
                    <a:pt x="39549" y="114381"/>
                  </a:moveTo>
                  <a:lnTo>
                    <a:pt x="36793" y="118665"/>
                  </a:lnTo>
                  <a:lnTo>
                    <a:pt x="93956" y="111604"/>
                  </a:lnTo>
                  <a:close/>
                  <a:moveTo>
                    <a:pt x="93956" y="111604"/>
                  </a:moveTo>
                  <a:lnTo>
                    <a:pt x="36793" y="118665"/>
                  </a:lnTo>
                  <a:lnTo>
                    <a:pt x="73141" y="133952"/>
                  </a:lnTo>
                  <a:close/>
                  <a:moveTo>
                    <a:pt x="73141" y="133952"/>
                  </a:moveTo>
                  <a:lnTo>
                    <a:pt x="36793" y="118665"/>
                  </a:lnTo>
                  <a:lnTo>
                    <a:pt x="63491" y="136491"/>
                  </a:lnTo>
                  <a:close/>
                  <a:moveTo>
                    <a:pt x="111560" y="97197"/>
                  </a:moveTo>
                  <a:lnTo>
                    <a:pt x="83433" y="102620"/>
                  </a:lnTo>
                  <a:lnTo>
                    <a:pt x="93956" y="111604"/>
                  </a:lnTo>
                  <a:close/>
                  <a:moveTo>
                    <a:pt x="111560" y="97197"/>
                  </a:moveTo>
                  <a:lnTo>
                    <a:pt x="89265" y="60442"/>
                  </a:lnTo>
                  <a:lnTo>
                    <a:pt x="83433" y="102620"/>
                  </a:lnTo>
                  <a:close/>
                  <a:moveTo>
                    <a:pt x="93956" y="111604"/>
                  </a:moveTo>
                  <a:lnTo>
                    <a:pt x="73141" y="133952"/>
                  </a:lnTo>
                  <a:lnTo>
                    <a:pt x="112537" y="123706"/>
                  </a:lnTo>
                  <a:close/>
                  <a:moveTo>
                    <a:pt x="128969" y="92688"/>
                  </a:moveTo>
                  <a:lnTo>
                    <a:pt x="111560" y="97197"/>
                  </a:lnTo>
                  <a:lnTo>
                    <a:pt x="151487" y="105919"/>
                  </a:lnTo>
                  <a:close/>
                  <a:moveTo>
                    <a:pt x="111560" y="97197"/>
                  </a:moveTo>
                  <a:lnTo>
                    <a:pt x="93956" y="111604"/>
                  </a:lnTo>
                  <a:lnTo>
                    <a:pt x="151487" y="105919"/>
                  </a:lnTo>
                  <a:close/>
                  <a:moveTo>
                    <a:pt x="141641" y="116769"/>
                  </a:moveTo>
                  <a:lnTo>
                    <a:pt x="93956" y="111604"/>
                  </a:lnTo>
                  <a:lnTo>
                    <a:pt x="112537" y="123706"/>
                  </a:lnTo>
                  <a:close/>
                  <a:moveTo>
                    <a:pt x="567513" y="376442"/>
                  </a:moveTo>
                  <a:lnTo>
                    <a:pt x="584857" y="368577"/>
                  </a:lnTo>
                  <a:lnTo>
                    <a:pt x="571615" y="363103"/>
                  </a:lnTo>
                  <a:close/>
                  <a:moveTo>
                    <a:pt x="316691" y="155579"/>
                  </a:moveTo>
                  <a:lnTo>
                    <a:pt x="353880" y="152434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375247" y="127221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402472" y="140017"/>
                  </a:lnTo>
                  <a:lnTo>
                    <a:pt x="375247" y="127221"/>
                  </a:lnTo>
                  <a:close/>
                  <a:moveTo>
                    <a:pt x="375247" y="127221"/>
                  </a:moveTo>
                  <a:lnTo>
                    <a:pt x="402472" y="140017"/>
                  </a:lnTo>
                  <a:lnTo>
                    <a:pt x="385697" y="119157"/>
                  </a:lnTo>
                  <a:close/>
                  <a:moveTo>
                    <a:pt x="385697" y="119157"/>
                  </a:moveTo>
                  <a:lnTo>
                    <a:pt x="402472" y="140017"/>
                  </a:lnTo>
                  <a:lnTo>
                    <a:pt x="406280" y="138729"/>
                  </a:lnTo>
                  <a:close/>
                  <a:moveTo>
                    <a:pt x="385697" y="119157"/>
                  </a:moveTo>
                  <a:lnTo>
                    <a:pt x="406280" y="138729"/>
                  </a:lnTo>
                  <a:lnTo>
                    <a:pt x="415700" y="101974"/>
                  </a:lnTo>
                  <a:close/>
                  <a:moveTo>
                    <a:pt x="402472" y="140017"/>
                  </a:moveTo>
                  <a:lnTo>
                    <a:pt x="405306" y="143398"/>
                  </a:lnTo>
                  <a:lnTo>
                    <a:pt x="406280" y="138729"/>
                  </a:lnTo>
                  <a:close/>
                  <a:moveTo>
                    <a:pt x="415700" y="101974"/>
                  </a:moveTo>
                  <a:lnTo>
                    <a:pt x="406280" y="138729"/>
                  </a:lnTo>
                  <a:lnTo>
                    <a:pt x="457236" y="121545"/>
                  </a:lnTo>
                  <a:close/>
                  <a:moveTo>
                    <a:pt x="415700" y="101974"/>
                  </a:moveTo>
                  <a:lnTo>
                    <a:pt x="457236" y="121545"/>
                  </a:lnTo>
                  <a:lnTo>
                    <a:pt x="446486" y="84791"/>
                  </a:lnTo>
                  <a:close/>
                  <a:moveTo>
                    <a:pt x="410940" y="65219"/>
                  </a:moveTo>
                  <a:lnTo>
                    <a:pt x="442201" y="60557"/>
                  </a:lnTo>
                  <a:lnTo>
                    <a:pt x="436441" y="49995"/>
                  </a:lnTo>
                  <a:close/>
                  <a:moveTo>
                    <a:pt x="446486" y="84791"/>
                  </a:moveTo>
                  <a:lnTo>
                    <a:pt x="442201" y="60557"/>
                  </a:lnTo>
                  <a:lnTo>
                    <a:pt x="410940" y="65219"/>
                  </a:lnTo>
                  <a:close/>
                  <a:moveTo>
                    <a:pt x="415700" y="101974"/>
                  </a:moveTo>
                  <a:lnTo>
                    <a:pt x="446486" y="84791"/>
                  </a:lnTo>
                  <a:lnTo>
                    <a:pt x="410940" y="65219"/>
                  </a:lnTo>
                  <a:close/>
                  <a:moveTo>
                    <a:pt x="436441" y="49995"/>
                  </a:moveTo>
                  <a:lnTo>
                    <a:pt x="442201" y="60557"/>
                  </a:lnTo>
                  <a:lnTo>
                    <a:pt x="439552" y="48035"/>
                  </a:lnTo>
                  <a:close/>
                  <a:moveTo>
                    <a:pt x="446486" y="84791"/>
                  </a:moveTo>
                  <a:lnTo>
                    <a:pt x="459477" y="12076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46486" y="8479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50535" y="83284"/>
                  </a:lnTo>
                  <a:lnTo>
                    <a:pt x="439552" y="48035"/>
                  </a:lnTo>
                  <a:close/>
                  <a:moveTo>
                    <a:pt x="439552" y="48035"/>
                  </a:moveTo>
                  <a:lnTo>
                    <a:pt x="450535" y="83284"/>
                  </a:lnTo>
                  <a:lnTo>
                    <a:pt x="491588" y="67607"/>
                  </a:lnTo>
                  <a:close/>
                  <a:moveTo>
                    <a:pt x="439552" y="48035"/>
                  </a:moveTo>
                  <a:lnTo>
                    <a:pt x="491588" y="67607"/>
                  </a:lnTo>
                  <a:lnTo>
                    <a:pt x="491355" y="30852"/>
                  </a:lnTo>
                  <a:close/>
                  <a:moveTo>
                    <a:pt x="491355" y="30852"/>
                  </a:moveTo>
                  <a:lnTo>
                    <a:pt x="492588" y="28164"/>
                  </a:lnTo>
                  <a:lnTo>
                    <a:pt x="456963" y="11280"/>
                  </a:lnTo>
                  <a:close/>
                  <a:moveTo>
                    <a:pt x="439552" y="48035"/>
                  </a:moveTo>
                  <a:lnTo>
                    <a:pt x="491355" y="30852"/>
                  </a:lnTo>
                  <a:lnTo>
                    <a:pt x="456963" y="11280"/>
                  </a:lnTo>
                  <a:close/>
                  <a:moveTo>
                    <a:pt x="466282" y="8076"/>
                  </a:moveTo>
                  <a:lnTo>
                    <a:pt x="492588" y="28164"/>
                  </a:lnTo>
                  <a:lnTo>
                    <a:pt x="526529" y="30486"/>
                  </a:lnTo>
                  <a:close/>
                  <a:moveTo>
                    <a:pt x="491355" y="30852"/>
                  </a:moveTo>
                  <a:lnTo>
                    <a:pt x="509001" y="62841"/>
                  </a:lnTo>
                  <a:lnTo>
                    <a:pt x="494353" y="30002"/>
                  </a:lnTo>
                  <a:close/>
                  <a:moveTo>
                    <a:pt x="491355" y="30852"/>
                  </a:moveTo>
                  <a:lnTo>
                    <a:pt x="491588" y="67607"/>
                  </a:lnTo>
                  <a:lnTo>
                    <a:pt x="509001" y="62841"/>
                  </a:lnTo>
                  <a:close/>
                  <a:moveTo>
                    <a:pt x="509001" y="62841"/>
                  </a:moveTo>
                  <a:lnTo>
                    <a:pt x="545100" y="60580"/>
                  </a:lnTo>
                  <a:lnTo>
                    <a:pt x="526759" y="30745"/>
                  </a:lnTo>
                  <a:close/>
                  <a:moveTo>
                    <a:pt x="509001" y="62841"/>
                  </a:moveTo>
                  <a:lnTo>
                    <a:pt x="526759" y="30745"/>
                  </a:lnTo>
                  <a:lnTo>
                    <a:pt x="494353" y="30002"/>
                  </a:lnTo>
                  <a:close/>
                  <a:moveTo>
                    <a:pt x="545100" y="60580"/>
                  </a:moveTo>
                  <a:lnTo>
                    <a:pt x="579452" y="14994"/>
                  </a:lnTo>
                  <a:lnTo>
                    <a:pt x="526759" y="30745"/>
                  </a:lnTo>
                  <a:close/>
                  <a:moveTo>
                    <a:pt x="584021" y="13669"/>
                  </a:moveTo>
                  <a:lnTo>
                    <a:pt x="579452" y="14994"/>
                  </a:lnTo>
                  <a:lnTo>
                    <a:pt x="575708" y="62785"/>
                  </a:lnTo>
                  <a:close/>
                  <a:moveTo>
                    <a:pt x="492588" y="28164"/>
                  </a:moveTo>
                  <a:lnTo>
                    <a:pt x="491355" y="30852"/>
                  </a:lnTo>
                  <a:lnTo>
                    <a:pt x="494353" y="30002"/>
                  </a:lnTo>
                  <a:close/>
                  <a:moveTo>
                    <a:pt x="494353" y="30002"/>
                  </a:moveTo>
                  <a:lnTo>
                    <a:pt x="526529" y="30486"/>
                  </a:lnTo>
                  <a:lnTo>
                    <a:pt x="492588" y="28164"/>
                  </a:lnTo>
                  <a:close/>
                  <a:moveTo>
                    <a:pt x="494353" y="30002"/>
                  </a:moveTo>
                  <a:lnTo>
                    <a:pt x="526759" y="30745"/>
                  </a:lnTo>
                  <a:lnTo>
                    <a:pt x="526529" y="30486"/>
                  </a:lnTo>
                  <a:close/>
                  <a:moveTo>
                    <a:pt x="584021" y="13669"/>
                  </a:moveTo>
                  <a:lnTo>
                    <a:pt x="640360" y="14514"/>
                  </a:lnTo>
                  <a:lnTo>
                    <a:pt x="631215" y="0"/>
                  </a:lnTo>
                  <a:close/>
                  <a:moveTo>
                    <a:pt x="636163" y="33240"/>
                  </a:moveTo>
                  <a:lnTo>
                    <a:pt x="640360" y="14514"/>
                  </a:lnTo>
                  <a:lnTo>
                    <a:pt x="584021" y="13669"/>
                  </a:lnTo>
                  <a:close/>
                  <a:moveTo>
                    <a:pt x="598045" y="50424"/>
                  </a:moveTo>
                  <a:lnTo>
                    <a:pt x="636163" y="33240"/>
                  </a:lnTo>
                  <a:lnTo>
                    <a:pt x="584021" y="13669"/>
                  </a:lnTo>
                  <a:close/>
                  <a:moveTo>
                    <a:pt x="631215" y="0"/>
                  </a:moveTo>
                  <a:lnTo>
                    <a:pt x="640360" y="14514"/>
                  </a:lnTo>
                  <a:lnTo>
                    <a:pt x="669957" y="596"/>
                  </a:lnTo>
                  <a:close/>
                  <a:moveTo>
                    <a:pt x="636163" y="33240"/>
                  </a:moveTo>
                  <a:lnTo>
                    <a:pt x="652462" y="59760"/>
                  </a:lnTo>
                  <a:lnTo>
                    <a:pt x="650729" y="28883"/>
                  </a:lnTo>
                  <a:close/>
                  <a:moveTo>
                    <a:pt x="640360" y="14514"/>
                  </a:moveTo>
                  <a:lnTo>
                    <a:pt x="636163" y="33240"/>
                  </a:lnTo>
                  <a:lnTo>
                    <a:pt x="650729" y="28883"/>
                  </a:lnTo>
                  <a:close/>
                  <a:moveTo>
                    <a:pt x="650729" y="28883"/>
                  </a:moveTo>
                  <a:lnTo>
                    <a:pt x="669957" y="596"/>
                  </a:lnTo>
                  <a:lnTo>
                    <a:pt x="640360" y="1451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01" name="Input_density__201">
              <a:extLst>
                <a:ext uri="{FF2B5EF4-FFF2-40B4-BE49-F238E27FC236}">
                  <a16:creationId xmlns:a16="http://schemas.microsoft.com/office/drawing/2014/main" id="{FC2D5F04-7A71-9D80-8356-7DDB5740BC64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2025510"/>
              <a:ext cx="725304" cy="305293"/>
            </a:xfrm>
            <a:custGeom>
              <a:avLst/>
              <a:gdLst/>
              <a:ahLst/>
              <a:cxnLst/>
              <a:rect l="0" t="0" r="0" b="0"/>
              <a:pathLst>
                <a:path w="725304" h="305293">
                  <a:moveTo>
                    <a:pt x="0" y="183393"/>
                  </a:moveTo>
                  <a:lnTo>
                    <a:pt x="759" y="210309"/>
                  </a:lnTo>
                  <a:lnTo>
                    <a:pt x="26497" y="210328"/>
                  </a:lnTo>
                  <a:close/>
                  <a:moveTo>
                    <a:pt x="101043" y="239720"/>
                  </a:moveTo>
                  <a:lnTo>
                    <a:pt x="91916" y="234137"/>
                  </a:lnTo>
                  <a:lnTo>
                    <a:pt x="66728" y="236170"/>
                  </a:lnTo>
                  <a:close/>
                  <a:moveTo>
                    <a:pt x="56503" y="202964"/>
                  </a:moveTo>
                  <a:lnTo>
                    <a:pt x="66728" y="236170"/>
                  </a:lnTo>
                  <a:lnTo>
                    <a:pt x="91916" y="234137"/>
                  </a:lnTo>
                  <a:close/>
                  <a:moveTo>
                    <a:pt x="56503" y="202964"/>
                  </a:moveTo>
                  <a:lnTo>
                    <a:pt x="40846" y="220148"/>
                  </a:lnTo>
                  <a:lnTo>
                    <a:pt x="66728" y="236170"/>
                  </a:lnTo>
                  <a:close/>
                  <a:moveTo>
                    <a:pt x="40846" y="220148"/>
                  </a:moveTo>
                  <a:lnTo>
                    <a:pt x="56503" y="202964"/>
                  </a:lnTo>
                  <a:lnTo>
                    <a:pt x="26497" y="210328"/>
                  </a:lnTo>
                  <a:close/>
                  <a:moveTo>
                    <a:pt x="139105" y="222536"/>
                  </a:moveTo>
                  <a:lnTo>
                    <a:pt x="101043" y="239720"/>
                  </a:lnTo>
                  <a:lnTo>
                    <a:pt x="130954" y="255517"/>
                  </a:lnTo>
                  <a:close/>
                  <a:moveTo>
                    <a:pt x="124834" y="151766"/>
                  </a:moveTo>
                  <a:lnTo>
                    <a:pt x="97319" y="129762"/>
                  </a:lnTo>
                  <a:lnTo>
                    <a:pt x="110582" y="149026"/>
                  </a:lnTo>
                  <a:close/>
                  <a:moveTo>
                    <a:pt x="131899" y="162841"/>
                  </a:moveTo>
                  <a:lnTo>
                    <a:pt x="110582" y="149026"/>
                  </a:lnTo>
                  <a:lnTo>
                    <a:pt x="151622" y="140375"/>
                  </a:lnTo>
                  <a:close/>
                  <a:moveTo>
                    <a:pt x="185385" y="95088"/>
                  </a:moveTo>
                  <a:lnTo>
                    <a:pt x="195368" y="131843"/>
                  </a:lnTo>
                  <a:lnTo>
                    <a:pt x="187294" y="83328"/>
                  </a:lnTo>
                  <a:close/>
                  <a:moveTo>
                    <a:pt x="169847" y="83938"/>
                  </a:moveTo>
                  <a:lnTo>
                    <a:pt x="187294" y="83328"/>
                  </a:lnTo>
                  <a:lnTo>
                    <a:pt x="158243" y="79858"/>
                  </a:lnTo>
                  <a:close/>
                  <a:moveTo>
                    <a:pt x="285139" y="147452"/>
                  </a:moveTo>
                  <a:lnTo>
                    <a:pt x="250621" y="165154"/>
                  </a:lnTo>
                  <a:lnTo>
                    <a:pt x="282297" y="159008"/>
                  </a:lnTo>
                  <a:close/>
                  <a:moveTo>
                    <a:pt x="324856" y="142252"/>
                  </a:moveTo>
                  <a:lnTo>
                    <a:pt x="282297" y="159008"/>
                  </a:lnTo>
                  <a:lnTo>
                    <a:pt x="317573" y="166322"/>
                  </a:lnTo>
                  <a:close/>
                  <a:moveTo>
                    <a:pt x="324856" y="142252"/>
                  </a:moveTo>
                  <a:lnTo>
                    <a:pt x="285139" y="147452"/>
                  </a:lnTo>
                  <a:lnTo>
                    <a:pt x="282297" y="159008"/>
                  </a:lnTo>
                  <a:close/>
                  <a:moveTo>
                    <a:pt x="351918" y="170157"/>
                  </a:moveTo>
                  <a:lnTo>
                    <a:pt x="368364" y="135437"/>
                  </a:lnTo>
                  <a:lnTo>
                    <a:pt x="317573" y="166322"/>
                  </a:lnTo>
                  <a:close/>
                  <a:moveTo>
                    <a:pt x="498218" y="190558"/>
                  </a:moveTo>
                  <a:lnTo>
                    <a:pt x="472465" y="179295"/>
                  </a:lnTo>
                  <a:lnTo>
                    <a:pt x="454090" y="206800"/>
                  </a:lnTo>
                  <a:close/>
                  <a:moveTo>
                    <a:pt x="454090" y="206800"/>
                  </a:moveTo>
                  <a:lnTo>
                    <a:pt x="472465" y="179295"/>
                  </a:lnTo>
                  <a:lnTo>
                    <a:pt x="412712" y="176671"/>
                  </a:lnTo>
                  <a:close/>
                  <a:moveTo>
                    <a:pt x="613317" y="294003"/>
                  </a:moveTo>
                  <a:lnTo>
                    <a:pt x="608744" y="300823"/>
                  </a:lnTo>
                  <a:lnTo>
                    <a:pt x="631856" y="305293"/>
                  </a:lnTo>
                  <a:close/>
                  <a:moveTo>
                    <a:pt x="521330" y="173374"/>
                  </a:moveTo>
                  <a:lnTo>
                    <a:pt x="511108" y="199196"/>
                  </a:lnTo>
                  <a:lnTo>
                    <a:pt x="532841" y="184247"/>
                  </a:lnTo>
                  <a:close/>
                  <a:moveTo>
                    <a:pt x="521330" y="173374"/>
                  </a:moveTo>
                  <a:lnTo>
                    <a:pt x="498218" y="190558"/>
                  </a:lnTo>
                  <a:lnTo>
                    <a:pt x="511108" y="199196"/>
                  </a:lnTo>
                  <a:close/>
                  <a:moveTo>
                    <a:pt x="498218" y="190558"/>
                  </a:moveTo>
                  <a:lnTo>
                    <a:pt x="521330" y="173374"/>
                  </a:lnTo>
                  <a:lnTo>
                    <a:pt x="472465" y="179295"/>
                  </a:lnTo>
                  <a:close/>
                  <a:moveTo>
                    <a:pt x="532841" y="184247"/>
                  </a:moveTo>
                  <a:lnTo>
                    <a:pt x="574017" y="209370"/>
                  </a:lnTo>
                  <a:lnTo>
                    <a:pt x="564436" y="156191"/>
                  </a:lnTo>
                  <a:close/>
                  <a:moveTo>
                    <a:pt x="712229" y="121824"/>
                  </a:moveTo>
                  <a:lnTo>
                    <a:pt x="696535" y="133916"/>
                  </a:lnTo>
                  <a:lnTo>
                    <a:pt x="725304" y="122894"/>
                  </a:lnTo>
                  <a:close/>
                  <a:moveTo>
                    <a:pt x="725304" y="122894"/>
                  </a:moveTo>
                  <a:lnTo>
                    <a:pt x="700549" y="160678"/>
                  </a:lnTo>
                  <a:lnTo>
                    <a:pt x="724551" y="168254"/>
                  </a:lnTo>
                  <a:close/>
                  <a:moveTo>
                    <a:pt x="712229" y="121824"/>
                  </a:moveTo>
                  <a:lnTo>
                    <a:pt x="725304" y="122894"/>
                  </a:lnTo>
                  <a:lnTo>
                    <a:pt x="724999" y="115762"/>
                  </a:lnTo>
                  <a:close/>
                  <a:moveTo>
                    <a:pt x="722736" y="80235"/>
                  </a:moveTo>
                  <a:lnTo>
                    <a:pt x="712229" y="121824"/>
                  </a:lnTo>
                  <a:lnTo>
                    <a:pt x="724999" y="115762"/>
                  </a:lnTo>
                  <a:close/>
                  <a:moveTo>
                    <a:pt x="694971" y="120466"/>
                  </a:moveTo>
                  <a:lnTo>
                    <a:pt x="712229" y="121824"/>
                  </a:lnTo>
                  <a:lnTo>
                    <a:pt x="722736" y="80235"/>
                  </a:lnTo>
                  <a:close/>
                  <a:moveTo>
                    <a:pt x="693584" y="76847"/>
                  </a:moveTo>
                  <a:lnTo>
                    <a:pt x="722736" y="80235"/>
                  </a:lnTo>
                  <a:lnTo>
                    <a:pt x="715929" y="41022"/>
                  </a:lnTo>
                  <a:close/>
                  <a:moveTo>
                    <a:pt x="693584" y="76847"/>
                  </a:moveTo>
                  <a:lnTo>
                    <a:pt x="715929" y="41022"/>
                  </a:lnTo>
                  <a:lnTo>
                    <a:pt x="688792" y="35996"/>
                  </a:lnTo>
                  <a:close/>
                  <a:moveTo>
                    <a:pt x="688792" y="35996"/>
                  </a:moveTo>
                  <a:lnTo>
                    <a:pt x="715929" y="41022"/>
                  </a:lnTo>
                  <a:lnTo>
                    <a:pt x="71134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502" name="Input_density__202">
              <a:extLst>
                <a:ext uri="{FF2B5EF4-FFF2-40B4-BE49-F238E27FC236}">
                  <a16:creationId xmlns:a16="http://schemas.microsoft.com/office/drawing/2014/main" id="{C0EB5B53-F2E5-7CD6-FAF6-DB15FF91B833}"/>
                </a:ext>
              </a:extLst>
            </p:cNvPr>
            <p:cNvSpPr>
              <a:spLocks noGrp="1"/>
            </p:cNvSpPr>
            <p:nvPr/>
          </p:nvSpPr>
          <p:spPr>
            <a:xfrm>
              <a:off x="605969" y="1963559"/>
              <a:ext cx="732903" cy="272279"/>
            </a:xfrm>
            <a:custGeom>
              <a:avLst/>
              <a:gdLst/>
              <a:ahLst/>
              <a:cxnLst/>
              <a:rect l="0" t="0" r="0" b="0"/>
              <a:pathLst>
                <a:path w="732903" h="272279">
                  <a:moveTo>
                    <a:pt x="3562" y="225772"/>
                  </a:moveTo>
                  <a:lnTo>
                    <a:pt x="39725" y="245344"/>
                  </a:lnTo>
                  <a:lnTo>
                    <a:pt x="21325" y="208589"/>
                  </a:lnTo>
                  <a:close/>
                  <a:moveTo>
                    <a:pt x="8136" y="179685"/>
                  </a:moveTo>
                  <a:lnTo>
                    <a:pt x="0" y="176741"/>
                  </a:lnTo>
                  <a:lnTo>
                    <a:pt x="21325" y="208589"/>
                  </a:lnTo>
                  <a:close/>
                  <a:moveTo>
                    <a:pt x="3754" y="171834"/>
                  </a:moveTo>
                  <a:lnTo>
                    <a:pt x="0" y="176741"/>
                  </a:lnTo>
                  <a:lnTo>
                    <a:pt x="8136" y="179685"/>
                  </a:lnTo>
                  <a:close/>
                  <a:moveTo>
                    <a:pt x="71348" y="228160"/>
                  </a:moveTo>
                  <a:lnTo>
                    <a:pt x="66222" y="272279"/>
                  </a:lnTo>
                  <a:lnTo>
                    <a:pt x="85707" y="248926"/>
                  </a:lnTo>
                  <a:close/>
                  <a:moveTo>
                    <a:pt x="21325" y="208589"/>
                  </a:moveTo>
                  <a:lnTo>
                    <a:pt x="39725" y="245344"/>
                  </a:lnTo>
                  <a:lnTo>
                    <a:pt x="71348" y="228160"/>
                  </a:lnTo>
                  <a:close/>
                  <a:moveTo>
                    <a:pt x="10642" y="168089"/>
                  </a:moveTo>
                  <a:lnTo>
                    <a:pt x="8136" y="179685"/>
                  </a:lnTo>
                  <a:lnTo>
                    <a:pt x="33757" y="154650"/>
                  </a:lnTo>
                  <a:close/>
                  <a:moveTo>
                    <a:pt x="33757" y="154650"/>
                  </a:moveTo>
                  <a:lnTo>
                    <a:pt x="8136" y="179685"/>
                  </a:lnTo>
                  <a:lnTo>
                    <a:pt x="21325" y="208589"/>
                  </a:lnTo>
                  <a:close/>
                  <a:moveTo>
                    <a:pt x="33757" y="154650"/>
                  </a:moveTo>
                  <a:lnTo>
                    <a:pt x="21325" y="208589"/>
                  </a:lnTo>
                  <a:lnTo>
                    <a:pt x="56825" y="191406"/>
                  </a:lnTo>
                  <a:close/>
                  <a:moveTo>
                    <a:pt x="3754" y="171834"/>
                  </a:moveTo>
                  <a:lnTo>
                    <a:pt x="8136" y="179685"/>
                  </a:lnTo>
                  <a:lnTo>
                    <a:pt x="10642" y="168089"/>
                  </a:lnTo>
                  <a:close/>
                  <a:moveTo>
                    <a:pt x="33757" y="154650"/>
                  </a:moveTo>
                  <a:lnTo>
                    <a:pt x="56825" y="191406"/>
                  </a:lnTo>
                  <a:lnTo>
                    <a:pt x="87175" y="174222"/>
                  </a:lnTo>
                  <a:close/>
                  <a:moveTo>
                    <a:pt x="156657" y="41153"/>
                  </a:moveTo>
                  <a:lnTo>
                    <a:pt x="136994" y="46774"/>
                  </a:lnTo>
                  <a:lnTo>
                    <a:pt x="174789" y="44209"/>
                  </a:lnTo>
                  <a:close/>
                  <a:moveTo>
                    <a:pt x="146841" y="35924"/>
                  </a:moveTo>
                  <a:lnTo>
                    <a:pt x="136994" y="46774"/>
                  </a:lnTo>
                  <a:lnTo>
                    <a:pt x="156657" y="41153"/>
                  </a:lnTo>
                  <a:close/>
                  <a:moveTo>
                    <a:pt x="156657" y="41153"/>
                  </a:moveTo>
                  <a:lnTo>
                    <a:pt x="174789" y="44209"/>
                  </a:lnTo>
                  <a:lnTo>
                    <a:pt x="206053" y="36523"/>
                  </a:lnTo>
                  <a:close/>
                  <a:moveTo>
                    <a:pt x="365168" y="159427"/>
                  </a:moveTo>
                  <a:lnTo>
                    <a:pt x="364441" y="159569"/>
                  </a:lnTo>
                  <a:lnTo>
                    <a:pt x="364581" y="204203"/>
                  </a:lnTo>
                  <a:close/>
                  <a:moveTo>
                    <a:pt x="324533" y="134139"/>
                  </a:moveTo>
                  <a:lnTo>
                    <a:pt x="304352" y="122672"/>
                  </a:lnTo>
                  <a:lnTo>
                    <a:pt x="326081" y="163667"/>
                  </a:lnTo>
                  <a:close/>
                  <a:moveTo>
                    <a:pt x="326081" y="163667"/>
                  </a:moveTo>
                  <a:lnTo>
                    <a:pt x="364441" y="15956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4442" y="15877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5168" y="159427"/>
                  </a:lnTo>
                  <a:lnTo>
                    <a:pt x="364442" y="158779"/>
                  </a:lnTo>
                  <a:close/>
                  <a:moveTo>
                    <a:pt x="304352" y="122672"/>
                  </a:moveTo>
                  <a:lnTo>
                    <a:pt x="305816" y="85917"/>
                  </a:lnTo>
                  <a:lnTo>
                    <a:pt x="285994" y="124422"/>
                  </a:lnTo>
                  <a:close/>
                  <a:moveTo>
                    <a:pt x="305816" y="85917"/>
                  </a:moveTo>
                  <a:lnTo>
                    <a:pt x="277269" y="86767"/>
                  </a:lnTo>
                  <a:lnTo>
                    <a:pt x="285994" y="124422"/>
                  </a:lnTo>
                  <a:close/>
                  <a:moveTo>
                    <a:pt x="241089" y="89093"/>
                  </a:moveTo>
                  <a:lnTo>
                    <a:pt x="277269" y="86767"/>
                  </a:lnTo>
                  <a:lnTo>
                    <a:pt x="262125" y="54333"/>
                  </a:lnTo>
                  <a:close/>
                  <a:moveTo>
                    <a:pt x="241089" y="89093"/>
                  </a:moveTo>
                  <a:lnTo>
                    <a:pt x="262125" y="54333"/>
                  </a:lnTo>
                  <a:lnTo>
                    <a:pt x="229652" y="53644"/>
                  </a:lnTo>
                  <a:close/>
                  <a:moveTo>
                    <a:pt x="305816" y="85917"/>
                  </a:moveTo>
                  <a:lnTo>
                    <a:pt x="311144" y="84080"/>
                  </a:lnTo>
                  <a:lnTo>
                    <a:pt x="277269" y="86767"/>
                  </a:lnTo>
                  <a:close/>
                  <a:moveTo>
                    <a:pt x="191842" y="57295"/>
                  </a:moveTo>
                  <a:lnTo>
                    <a:pt x="229652" y="53644"/>
                  </a:lnTo>
                  <a:lnTo>
                    <a:pt x="206053" y="36523"/>
                  </a:lnTo>
                  <a:close/>
                  <a:moveTo>
                    <a:pt x="229652" y="53644"/>
                  </a:moveTo>
                  <a:lnTo>
                    <a:pt x="240649" y="41297"/>
                  </a:lnTo>
                  <a:lnTo>
                    <a:pt x="206053" y="36523"/>
                  </a:lnTo>
                  <a:close/>
                  <a:moveTo>
                    <a:pt x="408089" y="197388"/>
                  </a:moveTo>
                  <a:lnTo>
                    <a:pt x="446826" y="232937"/>
                  </a:lnTo>
                  <a:lnTo>
                    <a:pt x="435094" y="178999"/>
                  </a:lnTo>
                  <a:close/>
                  <a:moveTo>
                    <a:pt x="435094" y="178999"/>
                  </a:moveTo>
                  <a:lnTo>
                    <a:pt x="446826" y="232937"/>
                  </a:lnTo>
                  <a:lnTo>
                    <a:pt x="470855" y="211278"/>
                  </a:lnTo>
                  <a:close/>
                  <a:moveTo>
                    <a:pt x="408791" y="142244"/>
                  </a:moveTo>
                  <a:lnTo>
                    <a:pt x="410130" y="194260"/>
                  </a:lnTo>
                  <a:lnTo>
                    <a:pt x="425013" y="164456"/>
                  </a:lnTo>
                  <a:close/>
                  <a:moveTo>
                    <a:pt x="406102" y="196182"/>
                  </a:moveTo>
                  <a:lnTo>
                    <a:pt x="410130" y="194260"/>
                  </a:lnTo>
                  <a:lnTo>
                    <a:pt x="408791" y="142244"/>
                  </a:lnTo>
                  <a:close/>
                  <a:moveTo>
                    <a:pt x="365168" y="159427"/>
                  </a:moveTo>
                  <a:lnTo>
                    <a:pt x="406102" y="196182"/>
                  </a:lnTo>
                  <a:lnTo>
                    <a:pt x="408791" y="142244"/>
                  </a:lnTo>
                  <a:close/>
                  <a:moveTo>
                    <a:pt x="410130" y="194260"/>
                  </a:moveTo>
                  <a:lnTo>
                    <a:pt x="435094" y="178999"/>
                  </a:lnTo>
                  <a:lnTo>
                    <a:pt x="425013" y="164456"/>
                  </a:lnTo>
                  <a:close/>
                  <a:moveTo>
                    <a:pt x="392019" y="105489"/>
                  </a:moveTo>
                  <a:lnTo>
                    <a:pt x="364442" y="158779"/>
                  </a:lnTo>
                  <a:lnTo>
                    <a:pt x="365168" y="159427"/>
                  </a:lnTo>
                  <a:close/>
                  <a:moveTo>
                    <a:pt x="304352" y="122672"/>
                  </a:moveTo>
                  <a:lnTo>
                    <a:pt x="324533" y="134139"/>
                  </a:lnTo>
                  <a:lnTo>
                    <a:pt x="324412" y="120277"/>
                  </a:lnTo>
                  <a:close/>
                  <a:moveTo>
                    <a:pt x="305816" y="85917"/>
                  </a:moveTo>
                  <a:lnTo>
                    <a:pt x="324412" y="120277"/>
                  </a:lnTo>
                  <a:lnTo>
                    <a:pt x="312044" y="85584"/>
                  </a:lnTo>
                  <a:close/>
                  <a:moveTo>
                    <a:pt x="305816" y="85917"/>
                  </a:moveTo>
                  <a:lnTo>
                    <a:pt x="304352" y="122672"/>
                  </a:lnTo>
                  <a:lnTo>
                    <a:pt x="324412" y="120277"/>
                  </a:lnTo>
                  <a:close/>
                  <a:moveTo>
                    <a:pt x="364310" y="114929"/>
                  </a:moveTo>
                  <a:lnTo>
                    <a:pt x="324533" y="134139"/>
                  </a:lnTo>
                  <a:lnTo>
                    <a:pt x="364442" y="158779"/>
                  </a:lnTo>
                  <a:close/>
                  <a:moveTo>
                    <a:pt x="364310" y="114929"/>
                  </a:moveTo>
                  <a:lnTo>
                    <a:pt x="324412" y="120277"/>
                  </a:lnTo>
                  <a:lnTo>
                    <a:pt x="324533" y="134139"/>
                  </a:lnTo>
                  <a:close/>
                  <a:moveTo>
                    <a:pt x="324412" y="120277"/>
                  </a:moveTo>
                  <a:lnTo>
                    <a:pt x="349233" y="82439"/>
                  </a:lnTo>
                  <a:lnTo>
                    <a:pt x="312044" y="85584"/>
                  </a:lnTo>
                  <a:close/>
                  <a:moveTo>
                    <a:pt x="311144" y="84080"/>
                  </a:moveTo>
                  <a:lnTo>
                    <a:pt x="305816" y="85917"/>
                  </a:lnTo>
                  <a:lnTo>
                    <a:pt x="312044" y="85584"/>
                  </a:lnTo>
                  <a:close/>
                  <a:moveTo>
                    <a:pt x="312044" y="85584"/>
                  </a:moveTo>
                  <a:lnTo>
                    <a:pt x="342474" y="76644"/>
                  </a:lnTo>
                  <a:lnTo>
                    <a:pt x="311144" y="84080"/>
                  </a:lnTo>
                  <a:close/>
                  <a:moveTo>
                    <a:pt x="479024" y="165339"/>
                  </a:moveTo>
                  <a:lnTo>
                    <a:pt x="470855" y="211278"/>
                  </a:lnTo>
                  <a:lnTo>
                    <a:pt x="488922" y="161815"/>
                  </a:lnTo>
                  <a:close/>
                  <a:moveTo>
                    <a:pt x="488922" y="161815"/>
                  </a:moveTo>
                  <a:lnTo>
                    <a:pt x="470855" y="211278"/>
                  </a:lnTo>
                  <a:lnTo>
                    <a:pt x="477027" y="215754"/>
                  </a:lnTo>
                  <a:close/>
                  <a:moveTo>
                    <a:pt x="488922" y="161815"/>
                  </a:moveTo>
                  <a:lnTo>
                    <a:pt x="477027" y="215754"/>
                  </a:lnTo>
                  <a:lnTo>
                    <a:pt x="519393" y="198570"/>
                  </a:lnTo>
                  <a:close/>
                  <a:moveTo>
                    <a:pt x="435094" y="178999"/>
                  </a:moveTo>
                  <a:lnTo>
                    <a:pt x="470855" y="211278"/>
                  </a:lnTo>
                  <a:lnTo>
                    <a:pt x="479024" y="165339"/>
                  </a:lnTo>
                  <a:close/>
                  <a:moveTo>
                    <a:pt x="425013" y="164456"/>
                  </a:moveTo>
                  <a:lnTo>
                    <a:pt x="435094" y="178999"/>
                  </a:lnTo>
                  <a:lnTo>
                    <a:pt x="469756" y="125060"/>
                  </a:lnTo>
                  <a:close/>
                  <a:moveTo>
                    <a:pt x="475941" y="134085"/>
                  </a:moveTo>
                  <a:lnTo>
                    <a:pt x="435094" y="178999"/>
                  </a:lnTo>
                  <a:lnTo>
                    <a:pt x="479024" y="165339"/>
                  </a:lnTo>
                  <a:close/>
                  <a:moveTo>
                    <a:pt x="530097" y="61412"/>
                  </a:moveTo>
                  <a:lnTo>
                    <a:pt x="567180" y="33645"/>
                  </a:lnTo>
                  <a:lnTo>
                    <a:pt x="560684" y="18885"/>
                  </a:lnTo>
                  <a:close/>
                  <a:moveTo>
                    <a:pt x="567180" y="33645"/>
                  </a:moveTo>
                  <a:lnTo>
                    <a:pt x="585340" y="53939"/>
                  </a:lnTo>
                  <a:lnTo>
                    <a:pt x="560684" y="18885"/>
                  </a:lnTo>
                  <a:close/>
                  <a:moveTo>
                    <a:pt x="575228" y="51809"/>
                  </a:moveTo>
                  <a:lnTo>
                    <a:pt x="610260" y="70137"/>
                  </a:lnTo>
                  <a:lnTo>
                    <a:pt x="585340" y="53939"/>
                  </a:lnTo>
                  <a:close/>
                  <a:moveTo>
                    <a:pt x="639463" y="54745"/>
                  </a:moveTo>
                  <a:lnTo>
                    <a:pt x="610260" y="70137"/>
                  </a:lnTo>
                  <a:lnTo>
                    <a:pt x="661007" y="39084"/>
                  </a:lnTo>
                  <a:close/>
                  <a:moveTo>
                    <a:pt x="670037" y="36755"/>
                  </a:moveTo>
                  <a:lnTo>
                    <a:pt x="683533" y="45023"/>
                  </a:lnTo>
                  <a:lnTo>
                    <a:pt x="661007" y="39084"/>
                  </a:lnTo>
                  <a:close/>
                  <a:moveTo>
                    <a:pt x="567180" y="33645"/>
                  </a:moveTo>
                  <a:lnTo>
                    <a:pt x="563537" y="53939"/>
                  </a:lnTo>
                  <a:lnTo>
                    <a:pt x="575228" y="51809"/>
                  </a:lnTo>
                  <a:close/>
                  <a:moveTo>
                    <a:pt x="575228" y="51809"/>
                  </a:moveTo>
                  <a:lnTo>
                    <a:pt x="585340" y="53939"/>
                  </a:lnTo>
                  <a:lnTo>
                    <a:pt x="567180" y="33645"/>
                  </a:lnTo>
                  <a:close/>
                  <a:moveTo>
                    <a:pt x="719857" y="60240"/>
                  </a:moveTo>
                  <a:lnTo>
                    <a:pt x="699156" y="32322"/>
                  </a:lnTo>
                  <a:lnTo>
                    <a:pt x="684284" y="62072"/>
                  </a:lnTo>
                  <a:close/>
                  <a:moveTo>
                    <a:pt x="719857" y="60240"/>
                  </a:moveTo>
                  <a:lnTo>
                    <a:pt x="732903" y="31975"/>
                  </a:lnTo>
                  <a:lnTo>
                    <a:pt x="699156" y="32322"/>
                  </a:lnTo>
                  <a:close/>
                  <a:moveTo>
                    <a:pt x="662145" y="0"/>
                  </a:moveTo>
                  <a:lnTo>
                    <a:pt x="670037" y="36755"/>
                  </a:lnTo>
                  <a:lnTo>
                    <a:pt x="699156" y="323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503" name="Input_density__203">
              <a:extLst>
                <a:ext uri="{FF2B5EF4-FFF2-40B4-BE49-F238E27FC236}">
                  <a16:creationId xmlns:a16="http://schemas.microsoft.com/office/drawing/2014/main" id="{7FBC82AD-E029-3ABE-505B-048DE5B944D5}"/>
                </a:ext>
              </a:extLst>
            </p:cNvPr>
            <p:cNvSpPr>
              <a:spLocks noGrp="1"/>
            </p:cNvSpPr>
            <p:nvPr/>
          </p:nvSpPr>
          <p:spPr>
            <a:xfrm>
              <a:off x="712422" y="2066532"/>
              <a:ext cx="665408" cy="289521"/>
            </a:xfrm>
            <a:custGeom>
              <a:avLst/>
              <a:gdLst/>
              <a:ahLst/>
              <a:cxnLst/>
              <a:rect l="0" t="0" r="0" b="0"/>
              <a:pathLst>
                <a:path w="665408" h="289521">
                  <a:moveTo>
                    <a:pt x="34315" y="198698"/>
                  </a:moveTo>
                  <a:lnTo>
                    <a:pt x="40393" y="221596"/>
                  </a:lnTo>
                  <a:lnTo>
                    <a:pt x="64226" y="214496"/>
                  </a:lnTo>
                  <a:close/>
                  <a:moveTo>
                    <a:pt x="34315" y="198698"/>
                  </a:moveTo>
                  <a:lnTo>
                    <a:pt x="31968" y="215881"/>
                  </a:lnTo>
                  <a:lnTo>
                    <a:pt x="40393" y="221596"/>
                  </a:lnTo>
                  <a:close/>
                  <a:moveTo>
                    <a:pt x="31968" y="215881"/>
                  </a:moveTo>
                  <a:lnTo>
                    <a:pt x="34315" y="198698"/>
                  </a:lnTo>
                  <a:lnTo>
                    <a:pt x="0" y="195148"/>
                  </a:lnTo>
                  <a:close/>
                  <a:moveTo>
                    <a:pt x="82904" y="188122"/>
                  </a:moveTo>
                  <a:lnTo>
                    <a:pt x="64226" y="214496"/>
                  </a:lnTo>
                  <a:lnTo>
                    <a:pt x="122396" y="211198"/>
                  </a:lnTo>
                  <a:close/>
                  <a:moveTo>
                    <a:pt x="43854" y="108004"/>
                  </a:moveTo>
                  <a:lnTo>
                    <a:pt x="30182" y="88433"/>
                  </a:lnTo>
                  <a:lnTo>
                    <a:pt x="38876" y="71249"/>
                  </a:lnTo>
                  <a:close/>
                  <a:moveTo>
                    <a:pt x="38876" y="71249"/>
                  </a:moveTo>
                  <a:lnTo>
                    <a:pt x="53086" y="54066"/>
                  </a:lnTo>
                  <a:lnTo>
                    <a:pt x="43854" y="108004"/>
                  </a:lnTo>
                  <a:close/>
                  <a:moveTo>
                    <a:pt x="183893" y="124132"/>
                  </a:moveTo>
                  <a:lnTo>
                    <a:pt x="200681" y="158531"/>
                  </a:lnTo>
                  <a:lnTo>
                    <a:pt x="215569" y="117987"/>
                  </a:lnTo>
                  <a:close/>
                  <a:moveTo>
                    <a:pt x="215569" y="117987"/>
                  </a:moveTo>
                  <a:lnTo>
                    <a:pt x="200681" y="158531"/>
                  </a:lnTo>
                  <a:lnTo>
                    <a:pt x="250845" y="125300"/>
                  </a:lnTo>
                  <a:close/>
                  <a:moveTo>
                    <a:pt x="103119" y="42917"/>
                  </a:moveTo>
                  <a:lnTo>
                    <a:pt x="118656" y="54066"/>
                  </a:lnTo>
                  <a:lnTo>
                    <a:pt x="120566" y="42307"/>
                  </a:lnTo>
                  <a:close/>
                  <a:moveTo>
                    <a:pt x="71241" y="48307"/>
                  </a:moveTo>
                  <a:lnTo>
                    <a:pt x="103119" y="42917"/>
                  </a:lnTo>
                  <a:lnTo>
                    <a:pt x="91515" y="38836"/>
                  </a:lnTo>
                  <a:close/>
                  <a:moveTo>
                    <a:pt x="542016" y="259801"/>
                  </a:moveTo>
                  <a:lnTo>
                    <a:pt x="590005" y="289521"/>
                  </a:lnTo>
                  <a:lnTo>
                    <a:pt x="565128" y="264271"/>
                  </a:lnTo>
                  <a:close/>
                  <a:moveTo>
                    <a:pt x="466113" y="143225"/>
                  </a:moveTo>
                  <a:lnTo>
                    <a:pt x="444380" y="158174"/>
                  </a:lnTo>
                  <a:lnTo>
                    <a:pt x="506287" y="168853"/>
                  </a:lnTo>
                  <a:close/>
                  <a:moveTo>
                    <a:pt x="658576" y="81872"/>
                  </a:moveTo>
                  <a:lnTo>
                    <a:pt x="657823" y="127232"/>
                  </a:lnTo>
                  <a:lnTo>
                    <a:pt x="662625" y="134741"/>
                  </a:lnTo>
                  <a:close/>
                  <a:moveTo>
                    <a:pt x="665408" y="97986"/>
                  </a:moveTo>
                  <a:lnTo>
                    <a:pt x="658271" y="74740"/>
                  </a:lnTo>
                  <a:lnTo>
                    <a:pt x="658576" y="81872"/>
                  </a:lnTo>
                  <a:close/>
                  <a:moveTo>
                    <a:pt x="662431" y="44047"/>
                  </a:moveTo>
                  <a:lnTo>
                    <a:pt x="658271" y="74740"/>
                  </a:lnTo>
                  <a:lnTo>
                    <a:pt x="665408" y="97986"/>
                  </a:lnTo>
                  <a:close/>
                  <a:moveTo>
                    <a:pt x="656008" y="39213"/>
                  </a:moveTo>
                  <a:lnTo>
                    <a:pt x="658271" y="74740"/>
                  </a:lnTo>
                  <a:lnTo>
                    <a:pt x="662431" y="44047"/>
                  </a:lnTo>
                  <a:close/>
                  <a:moveTo>
                    <a:pt x="649201" y="0"/>
                  </a:moveTo>
                  <a:lnTo>
                    <a:pt x="656008" y="39213"/>
                  </a:lnTo>
                  <a:lnTo>
                    <a:pt x="662431" y="4404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504" name="Input_density__204">
              <a:extLst>
                <a:ext uri="{FF2B5EF4-FFF2-40B4-BE49-F238E27FC236}">
                  <a16:creationId xmlns:a16="http://schemas.microsoft.com/office/drawing/2014/main" id="{68250A62-1F8C-7A15-C6BF-18080D84EF13}"/>
                </a:ext>
              </a:extLst>
            </p:cNvPr>
            <p:cNvSpPr>
              <a:spLocks noGrp="1"/>
            </p:cNvSpPr>
            <p:nvPr/>
          </p:nvSpPr>
          <p:spPr>
            <a:xfrm>
              <a:off x="752815" y="2190664"/>
              <a:ext cx="622232" cy="165388"/>
            </a:xfrm>
            <a:custGeom>
              <a:avLst/>
              <a:gdLst/>
              <a:ahLst/>
              <a:cxnLst/>
              <a:rect l="0" t="0" r="0" b="0"/>
              <a:pathLst>
                <a:path w="622232" h="165388">
                  <a:moveTo>
                    <a:pt x="23833" y="90364"/>
                  </a:moveTo>
                  <a:lnTo>
                    <a:pt x="0" y="97464"/>
                  </a:lnTo>
                  <a:lnTo>
                    <a:pt x="58917" y="96961"/>
                  </a:lnTo>
                  <a:close/>
                  <a:moveTo>
                    <a:pt x="23833" y="90364"/>
                  </a:moveTo>
                  <a:lnTo>
                    <a:pt x="58917" y="96961"/>
                  </a:lnTo>
                  <a:lnTo>
                    <a:pt x="82003" y="87065"/>
                  </a:lnTo>
                  <a:close/>
                  <a:moveTo>
                    <a:pt x="82003" y="87065"/>
                  </a:moveTo>
                  <a:lnTo>
                    <a:pt x="114072" y="82390"/>
                  </a:lnTo>
                  <a:lnTo>
                    <a:pt x="133392" y="58418"/>
                  </a:lnTo>
                  <a:close/>
                  <a:moveTo>
                    <a:pt x="141139" y="29939"/>
                  </a:moveTo>
                  <a:lnTo>
                    <a:pt x="133392" y="58418"/>
                  </a:lnTo>
                  <a:lnTo>
                    <a:pt x="155903" y="40199"/>
                  </a:lnTo>
                  <a:close/>
                  <a:moveTo>
                    <a:pt x="141139" y="29939"/>
                  </a:moveTo>
                  <a:lnTo>
                    <a:pt x="155903" y="40199"/>
                  </a:lnTo>
                  <a:lnTo>
                    <a:pt x="143499" y="0"/>
                  </a:lnTo>
                  <a:close/>
                  <a:moveTo>
                    <a:pt x="143499" y="0"/>
                  </a:moveTo>
                  <a:lnTo>
                    <a:pt x="155903" y="40199"/>
                  </a:lnTo>
                  <a:lnTo>
                    <a:pt x="160287" y="34398"/>
                  </a:lnTo>
                  <a:close/>
                  <a:moveTo>
                    <a:pt x="524734" y="140139"/>
                  </a:moveTo>
                  <a:lnTo>
                    <a:pt x="549611" y="165388"/>
                  </a:lnTo>
                  <a:lnTo>
                    <a:pt x="557488" y="138024"/>
                  </a:lnTo>
                  <a:close/>
                  <a:moveTo>
                    <a:pt x="524734" y="140139"/>
                  </a:moveTo>
                  <a:lnTo>
                    <a:pt x="557488" y="138024"/>
                  </a:lnTo>
                  <a:lnTo>
                    <a:pt x="574589" y="105752"/>
                  </a:lnTo>
                  <a:close/>
                  <a:moveTo>
                    <a:pt x="570214" y="118485"/>
                  </a:moveTo>
                  <a:lnTo>
                    <a:pt x="574589" y="105752"/>
                  </a:lnTo>
                  <a:lnTo>
                    <a:pt x="557488" y="138024"/>
                  </a:lnTo>
                  <a:close/>
                  <a:moveTo>
                    <a:pt x="465894" y="44721"/>
                  </a:moveTo>
                  <a:lnTo>
                    <a:pt x="466895" y="44217"/>
                  </a:lnTo>
                  <a:lnTo>
                    <a:pt x="425720" y="19093"/>
                  </a:lnTo>
                  <a:close/>
                  <a:moveTo>
                    <a:pt x="617429" y="3100"/>
                  </a:moveTo>
                  <a:lnTo>
                    <a:pt x="604677" y="47364"/>
                  </a:lnTo>
                  <a:lnTo>
                    <a:pt x="613886" y="31894"/>
                  </a:lnTo>
                  <a:close/>
                  <a:moveTo>
                    <a:pt x="597305" y="37119"/>
                  </a:moveTo>
                  <a:lnTo>
                    <a:pt x="604677" y="47364"/>
                  </a:lnTo>
                  <a:lnTo>
                    <a:pt x="617429" y="3100"/>
                  </a:lnTo>
                  <a:close/>
                  <a:moveTo>
                    <a:pt x="617429" y="3100"/>
                  </a:moveTo>
                  <a:lnTo>
                    <a:pt x="613886" y="31894"/>
                  </a:lnTo>
                  <a:lnTo>
                    <a:pt x="622232" y="1060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505" name="Input_density__205">
              <a:extLst>
                <a:ext uri="{FF2B5EF4-FFF2-40B4-BE49-F238E27FC236}">
                  <a16:creationId xmlns:a16="http://schemas.microsoft.com/office/drawing/2014/main" id="{DD0D7639-1FC8-A235-B7BC-33BE9464E2DF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982444"/>
              <a:ext cx="722736" cy="253394"/>
            </a:xfrm>
            <a:custGeom>
              <a:avLst/>
              <a:gdLst/>
              <a:ahLst/>
              <a:cxnLst/>
              <a:rect l="0" t="0" r="0" b="0"/>
              <a:pathLst>
                <a:path w="722736" h="253394">
                  <a:moveTo>
                    <a:pt x="56503" y="246030"/>
                  </a:moveTo>
                  <a:lnTo>
                    <a:pt x="45982" y="230040"/>
                  </a:lnTo>
                  <a:lnTo>
                    <a:pt x="26497" y="253394"/>
                  </a:lnTo>
                  <a:close/>
                  <a:moveTo>
                    <a:pt x="31623" y="209275"/>
                  </a:moveTo>
                  <a:lnTo>
                    <a:pt x="0" y="226458"/>
                  </a:lnTo>
                  <a:lnTo>
                    <a:pt x="26497" y="253394"/>
                  </a:lnTo>
                  <a:close/>
                  <a:moveTo>
                    <a:pt x="124834" y="194831"/>
                  </a:moveTo>
                  <a:lnTo>
                    <a:pt x="131899" y="205906"/>
                  </a:lnTo>
                  <a:lnTo>
                    <a:pt x="166412" y="210368"/>
                  </a:lnTo>
                  <a:close/>
                  <a:moveTo>
                    <a:pt x="131899" y="205906"/>
                  </a:moveTo>
                  <a:lnTo>
                    <a:pt x="124834" y="194831"/>
                  </a:lnTo>
                  <a:lnTo>
                    <a:pt x="110582" y="192092"/>
                  </a:lnTo>
                  <a:close/>
                  <a:moveTo>
                    <a:pt x="285139" y="190518"/>
                  </a:moveTo>
                  <a:lnTo>
                    <a:pt x="324856" y="185317"/>
                  </a:lnTo>
                  <a:lnTo>
                    <a:pt x="324716" y="140684"/>
                  </a:lnTo>
                  <a:close/>
                  <a:moveTo>
                    <a:pt x="285139" y="190518"/>
                  </a:moveTo>
                  <a:lnTo>
                    <a:pt x="324716" y="140684"/>
                  </a:lnTo>
                  <a:lnTo>
                    <a:pt x="286356" y="144781"/>
                  </a:lnTo>
                  <a:close/>
                  <a:moveTo>
                    <a:pt x="317573" y="209388"/>
                  </a:moveTo>
                  <a:lnTo>
                    <a:pt x="366377" y="177297"/>
                  </a:lnTo>
                  <a:lnTo>
                    <a:pt x="324856" y="185317"/>
                  </a:lnTo>
                  <a:close/>
                  <a:moveTo>
                    <a:pt x="368364" y="178503"/>
                  </a:moveTo>
                  <a:lnTo>
                    <a:pt x="366377" y="177297"/>
                  </a:lnTo>
                  <a:lnTo>
                    <a:pt x="317573" y="209388"/>
                  </a:lnTo>
                  <a:close/>
                  <a:moveTo>
                    <a:pt x="366377" y="177297"/>
                  </a:moveTo>
                  <a:lnTo>
                    <a:pt x="325443" y="140541"/>
                  </a:lnTo>
                  <a:lnTo>
                    <a:pt x="324856" y="185317"/>
                  </a:lnTo>
                  <a:close/>
                  <a:moveTo>
                    <a:pt x="237544" y="67882"/>
                  </a:moveTo>
                  <a:lnTo>
                    <a:pt x="271419" y="65195"/>
                  </a:lnTo>
                  <a:lnTo>
                    <a:pt x="249602" y="40420"/>
                  </a:lnTo>
                  <a:close/>
                  <a:moveTo>
                    <a:pt x="237544" y="67882"/>
                  </a:moveTo>
                  <a:lnTo>
                    <a:pt x="249602" y="40420"/>
                  </a:lnTo>
                  <a:lnTo>
                    <a:pt x="222400" y="35447"/>
                  </a:lnTo>
                  <a:close/>
                  <a:moveTo>
                    <a:pt x="189927" y="34759"/>
                  </a:moveTo>
                  <a:lnTo>
                    <a:pt x="222400" y="35447"/>
                  </a:lnTo>
                  <a:lnTo>
                    <a:pt x="200924" y="22412"/>
                  </a:lnTo>
                  <a:close/>
                  <a:moveTo>
                    <a:pt x="407101" y="214052"/>
                  </a:moveTo>
                  <a:lnTo>
                    <a:pt x="412712" y="219737"/>
                  </a:lnTo>
                  <a:lnTo>
                    <a:pt x="420933" y="206132"/>
                  </a:lnTo>
                  <a:close/>
                  <a:moveTo>
                    <a:pt x="370405" y="175375"/>
                  </a:moveTo>
                  <a:lnTo>
                    <a:pt x="368364" y="178503"/>
                  </a:lnTo>
                  <a:lnTo>
                    <a:pt x="395370" y="160113"/>
                  </a:lnTo>
                  <a:close/>
                  <a:moveTo>
                    <a:pt x="431130" y="192393"/>
                  </a:moveTo>
                  <a:lnTo>
                    <a:pt x="407101" y="214052"/>
                  </a:lnTo>
                  <a:lnTo>
                    <a:pt x="420933" y="206132"/>
                  </a:lnTo>
                  <a:close/>
                  <a:moveTo>
                    <a:pt x="412712" y="219737"/>
                  </a:moveTo>
                  <a:lnTo>
                    <a:pt x="437302" y="196868"/>
                  </a:lnTo>
                  <a:lnTo>
                    <a:pt x="420933" y="206132"/>
                  </a:lnTo>
                  <a:close/>
                  <a:moveTo>
                    <a:pt x="472465" y="222360"/>
                  </a:moveTo>
                  <a:lnTo>
                    <a:pt x="437302" y="196868"/>
                  </a:lnTo>
                  <a:lnTo>
                    <a:pt x="412712" y="219737"/>
                  </a:lnTo>
                  <a:close/>
                  <a:moveTo>
                    <a:pt x="420933" y="206132"/>
                  </a:moveTo>
                  <a:lnTo>
                    <a:pt x="437302" y="196868"/>
                  </a:lnTo>
                  <a:lnTo>
                    <a:pt x="431130" y="192393"/>
                  </a:lnTo>
                  <a:close/>
                  <a:moveTo>
                    <a:pt x="366377" y="177297"/>
                  </a:moveTo>
                  <a:lnTo>
                    <a:pt x="368364" y="178503"/>
                  </a:lnTo>
                  <a:lnTo>
                    <a:pt x="370405" y="175375"/>
                  </a:lnTo>
                  <a:close/>
                  <a:moveTo>
                    <a:pt x="521330" y="216440"/>
                  </a:moveTo>
                  <a:lnTo>
                    <a:pt x="489367" y="189344"/>
                  </a:lnTo>
                  <a:lnTo>
                    <a:pt x="472465" y="222360"/>
                  </a:lnTo>
                  <a:close/>
                  <a:moveTo>
                    <a:pt x="479668" y="179685"/>
                  </a:moveTo>
                  <a:lnTo>
                    <a:pt x="472465" y="222360"/>
                  </a:lnTo>
                  <a:lnTo>
                    <a:pt x="489367" y="189344"/>
                  </a:lnTo>
                  <a:close/>
                  <a:moveTo>
                    <a:pt x="479668" y="179685"/>
                  </a:moveTo>
                  <a:lnTo>
                    <a:pt x="437302" y="196868"/>
                  </a:lnTo>
                  <a:lnTo>
                    <a:pt x="472465" y="222360"/>
                  </a:lnTo>
                  <a:close/>
                  <a:moveTo>
                    <a:pt x="521330" y="216440"/>
                  </a:moveTo>
                  <a:lnTo>
                    <a:pt x="532841" y="227312"/>
                  </a:lnTo>
                  <a:lnTo>
                    <a:pt x="537513" y="210278"/>
                  </a:lnTo>
                  <a:close/>
                  <a:moveTo>
                    <a:pt x="564436" y="199256"/>
                  </a:moveTo>
                  <a:lnTo>
                    <a:pt x="574017" y="252436"/>
                  </a:lnTo>
                  <a:lnTo>
                    <a:pt x="590736" y="236011"/>
                  </a:lnTo>
                  <a:close/>
                  <a:moveTo>
                    <a:pt x="564436" y="199256"/>
                  </a:moveTo>
                  <a:lnTo>
                    <a:pt x="537513" y="210278"/>
                  </a:lnTo>
                  <a:lnTo>
                    <a:pt x="532841" y="227312"/>
                  </a:lnTo>
                  <a:close/>
                  <a:moveTo>
                    <a:pt x="520959" y="0"/>
                  </a:moveTo>
                  <a:lnTo>
                    <a:pt x="545615" y="35053"/>
                  </a:lnTo>
                  <a:lnTo>
                    <a:pt x="559637" y="40391"/>
                  </a:lnTo>
                  <a:close/>
                  <a:moveTo>
                    <a:pt x="570535" y="51251"/>
                  </a:moveTo>
                  <a:lnTo>
                    <a:pt x="559637" y="40391"/>
                  </a:lnTo>
                  <a:lnTo>
                    <a:pt x="545615" y="35053"/>
                  </a:lnTo>
                  <a:close/>
                  <a:moveTo>
                    <a:pt x="693584" y="119912"/>
                  </a:moveTo>
                  <a:lnTo>
                    <a:pt x="694971" y="163532"/>
                  </a:lnTo>
                  <a:lnTo>
                    <a:pt x="722736" y="123300"/>
                  </a:lnTo>
                  <a:close/>
                  <a:moveTo>
                    <a:pt x="688792" y="79061"/>
                  </a:moveTo>
                  <a:lnTo>
                    <a:pt x="711347" y="43066"/>
                  </a:lnTo>
                  <a:lnTo>
                    <a:pt x="680132" y="41355"/>
                  </a:lnTo>
                  <a:close/>
                  <a:moveTo>
                    <a:pt x="680132" y="41355"/>
                  </a:moveTo>
                  <a:lnTo>
                    <a:pt x="711347" y="43066"/>
                  </a:lnTo>
                  <a:lnTo>
                    <a:pt x="693178" y="1308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06" name="Input_density__206">
              <a:extLst>
                <a:ext uri="{FF2B5EF4-FFF2-40B4-BE49-F238E27FC236}">
                  <a16:creationId xmlns:a16="http://schemas.microsoft.com/office/drawing/2014/main" id="{0526DFBA-BDA3-D76C-A2CE-C9F088FDF044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954144"/>
              <a:ext cx="703803" cy="237575"/>
            </a:xfrm>
            <a:custGeom>
              <a:avLst/>
              <a:gdLst/>
              <a:ahLst/>
              <a:cxnLst/>
              <a:rect l="0" t="0" r="0" b="0"/>
              <a:pathLst>
                <a:path w="703803" h="237575">
                  <a:moveTo>
                    <a:pt x="25972" y="218004"/>
                  </a:moveTo>
                  <a:lnTo>
                    <a:pt x="75995" y="237575"/>
                  </a:lnTo>
                  <a:lnTo>
                    <a:pt x="61471" y="200820"/>
                  </a:lnTo>
                  <a:close/>
                  <a:moveTo>
                    <a:pt x="19837" y="127310"/>
                  </a:moveTo>
                  <a:lnTo>
                    <a:pt x="15289" y="177504"/>
                  </a:lnTo>
                  <a:lnTo>
                    <a:pt x="24242" y="135734"/>
                  </a:lnTo>
                  <a:close/>
                  <a:moveTo>
                    <a:pt x="8400" y="181249"/>
                  </a:moveTo>
                  <a:lnTo>
                    <a:pt x="15289" y="177504"/>
                  </a:lnTo>
                  <a:lnTo>
                    <a:pt x="19837" y="127310"/>
                  </a:lnTo>
                  <a:close/>
                  <a:moveTo>
                    <a:pt x="0" y="144494"/>
                  </a:moveTo>
                  <a:lnTo>
                    <a:pt x="8400" y="181249"/>
                  </a:lnTo>
                  <a:lnTo>
                    <a:pt x="19837" y="127310"/>
                  </a:lnTo>
                  <a:close/>
                  <a:moveTo>
                    <a:pt x="15289" y="177504"/>
                  </a:moveTo>
                  <a:lnTo>
                    <a:pt x="38403" y="164065"/>
                  </a:lnTo>
                  <a:lnTo>
                    <a:pt x="24242" y="135734"/>
                  </a:lnTo>
                  <a:close/>
                  <a:moveTo>
                    <a:pt x="20466" y="121620"/>
                  </a:moveTo>
                  <a:lnTo>
                    <a:pt x="0" y="144494"/>
                  </a:lnTo>
                  <a:lnTo>
                    <a:pt x="19837" y="127310"/>
                  </a:lnTo>
                  <a:close/>
                  <a:moveTo>
                    <a:pt x="24481" y="125284"/>
                  </a:moveTo>
                  <a:lnTo>
                    <a:pt x="24242" y="135734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4242" y="135734"/>
                  </a:lnTo>
                  <a:lnTo>
                    <a:pt x="38403" y="164065"/>
                  </a:lnTo>
                  <a:close/>
                  <a:moveTo>
                    <a:pt x="56771" y="110127"/>
                  </a:moveTo>
                  <a:lnTo>
                    <a:pt x="38403" y="164065"/>
                  </a:lnTo>
                  <a:lnTo>
                    <a:pt x="68198" y="146882"/>
                  </a:lnTo>
                  <a:close/>
                  <a:moveTo>
                    <a:pt x="19837" y="127310"/>
                  </a:moveTo>
                  <a:lnTo>
                    <a:pt x="24242" y="135734"/>
                  </a:lnTo>
                  <a:lnTo>
                    <a:pt x="24481" y="125284"/>
                  </a:lnTo>
                  <a:close/>
                  <a:moveTo>
                    <a:pt x="20466" y="121620"/>
                  </a:moveTo>
                  <a:lnTo>
                    <a:pt x="19837" y="12731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24991" y="90555"/>
                  </a:lnTo>
                  <a:lnTo>
                    <a:pt x="67822" y="77888"/>
                  </a:lnTo>
                  <a:close/>
                  <a:moveTo>
                    <a:pt x="24991" y="90555"/>
                  </a:moveTo>
                  <a:lnTo>
                    <a:pt x="20466" y="121620"/>
                  </a:lnTo>
                  <a:lnTo>
                    <a:pt x="67822" y="77888"/>
                  </a:lnTo>
                  <a:close/>
                  <a:moveTo>
                    <a:pt x="67822" y="77888"/>
                  </a:moveTo>
                  <a:lnTo>
                    <a:pt x="20466" y="121620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0466" y="12162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67822" y="77888"/>
                  </a:lnTo>
                  <a:lnTo>
                    <a:pt x="73141" y="73372"/>
                  </a:lnTo>
                  <a:close/>
                  <a:moveTo>
                    <a:pt x="67822" y="77888"/>
                  </a:moveTo>
                  <a:lnTo>
                    <a:pt x="56771" y="110127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73141" y="73372"/>
                  </a:lnTo>
                  <a:lnTo>
                    <a:pt x="123645" y="65818"/>
                  </a:lnTo>
                  <a:close/>
                  <a:moveTo>
                    <a:pt x="73141" y="73372"/>
                  </a:moveTo>
                  <a:lnTo>
                    <a:pt x="67822" y="77888"/>
                  </a:lnTo>
                  <a:lnTo>
                    <a:pt x="123645" y="65818"/>
                  </a:lnTo>
                  <a:close/>
                  <a:moveTo>
                    <a:pt x="123645" y="65818"/>
                  </a:moveTo>
                  <a:lnTo>
                    <a:pt x="67822" y="77888"/>
                  </a:lnTo>
                  <a:lnTo>
                    <a:pt x="107720" y="92944"/>
                  </a:lnTo>
                  <a:close/>
                  <a:moveTo>
                    <a:pt x="107720" y="92944"/>
                  </a:moveTo>
                  <a:lnTo>
                    <a:pt x="67822" y="77888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123645" y="65818"/>
                  </a:lnTo>
                  <a:lnTo>
                    <a:pt x="141641" y="56189"/>
                  </a:lnTo>
                  <a:close/>
                  <a:moveTo>
                    <a:pt x="141641" y="56189"/>
                  </a:moveTo>
                  <a:lnTo>
                    <a:pt x="123645" y="65818"/>
                  </a:lnTo>
                  <a:lnTo>
                    <a:pt x="179435" y="53624"/>
                  </a:lnTo>
                  <a:close/>
                  <a:moveTo>
                    <a:pt x="179435" y="53624"/>
                  </a:moveTo>
                  <a:lnTo>
                    <a:pt x="123645" y="65818"/>
                  </a:lnTo>
                  <a:lnTo>
                    <a:pt x="163121" y="75760"/>
                  </a:lnTo>
                  <a:close/>
                  <a:moveTo>
                    <a:pt x="196489" y="66710"/>
                  </a:moveTo>
                  <a:lnTo>
                    <a:pt x="210699" y="45938"/>
                  </a:lnTo>
                  <a:lnTo>
                    <a:pt x="179435" y="53624"/>
                  </a:lnTo>
                  <a:close/>
                  <a:moveTo>
                    <a:pt x="368957" y="124343"/>
                  </a:moveTo>
                  <a:lnTo>
                    <a:pt x="369089" y="168194"/>
                  </a:lnTo>
                  <a:lnTo>
                    <a:pt x="396665" y="114904"/>
                  </a:lnTo>
                  <a:close/>
                  <a:moveTo>
                    <a:pt x="396665" y="114904"/>
                  </a:moveTo>
                  <a:lnTo>
                    <a:pt x="369814" y="168842"/>
                  </a:lnTo>
                  <a:lnTo>
                    <a:pt x="413438" y="151658"/>
                  </a:lnTo>
                  <a:close/>
                  <a:moveTo>
                    <a:pt x="329059" y="129691"/>
                  </a:moveTo>
                  <a:lnTo>
                    <a:pt x="368957" y="124343"/>
                  </a:lnTo>
                  <a:lnTo>
                    <a:pt x="353880" y="91854"/>
                  </a:lnTo>
                  <a:close/>
                  <a:moveTo>
                    <a:pt x="396665" y="114904"/>
                  </a:moveTo>
                  <a:lnTo>
                    <a:pt x="405306" y="82817"/>
                  </a:lnTo>
                  <a:lnTo>
                    <a:pt x="368957" y="124343"/>
                  </a:lnTo>
                  <a:close/>
                  <a:moveTo>
                    <a:pt x="368957" y="124343"/>
                  </a:moveTo>
                  <a:lnTo>
                    <a:pt x="405306" y="82817"/>
                  </a:lnTo>
                  <a:lnTo>
                    <a:pt x="402472" y="79437"/>
                  </a:lnTo>
                  <a:close/>
                  <a:moveTo>
                    <a:pt x="368957" y="124343"/>
                  </a:moveTo>
                  <a:lnTo>
                    <a:pt x="402472" y="79437"/>
                  </a:lnTo>
                  <a:lnTo>
                    <a:pt x="353880" y="91854"/>
                  </a:lnTo>
                  <a:close/>
                  <a:moveTo>
                    <a:pt x="431040" y="145706"/>
                  </a:moveTo>
                  <a:lnTo>
                    <a:pt x="429659" y="173871"/>
                  </a:lnTo>
                  <a:lnTo>
                    <a:pt x="474403" y="134475"/>
                  </a:lnTo>
                  <a:close/>
                  <a:moveTo>
                    <a:pt x="474403" y="134475"/>
                  </a:moveTo>
                  <a:lnTo>
                    <a:pt x="439741" y="188413"/>
                  </a:lnTo>
                  <a:lnTo>
                    <a:pt x="480588" y="143500"/>
                  </a:lnTo>
                  <a:close/>
                  <a:moveTo>
                    <a:pt x="483671" y="174753"/>
                  </a:moveTo>
                  <a:lnTo>
                    <a:pt x="493569" y="171230"/>
                  </a:lnTo>
                  <a:lnTo>
                    <a:pt x="480588" y="143500"/>
                  </a:lnTo>
                  <a:close/>
                  <a:moveTo>
                    <a:pt x="413438" y="151658"/>
                  </a:moveTo>
                  <a:lnTo>
                    <a:pt x="429659" y="173871"/>
                  </a:lnTo>
                  <a:lnTo>
                    <a:pt x="431040" y="145706"/>
                  </a:lnTo>
                  <a:close/>
                  <a:moveTo>
                    <a:pt x="396665" y="114904"/>
                  </a:moveTo>
                  <a:lnTo>
                    <a:pt x="431040" y="145706"/>
                  </a:lnTo>
                  <a:lnTo>
                    <a:pt x="424016" y="106669"/>
                  </a:lnTo>
                  <a:close/>
                  <a:moveTo>
                    <a:pt x="396665" y="114904"/>
                  </a:moveTo>
                  <a:lnTo>
                    <a:pt x="413438" y="151658"/>
                  </a:lnTo>
                  <a:lnTo>
                    <a:pt x="431040" y="145706"/>
                  </a:lnTo>
                  <a:close/>
                  <a:moveTo>
                    <a:pt x="474403" y="134475"/>
                  </a:moveTo>
                  <a:lnTo>
                    <a:pt x="461368" y="97720"/>
                  </a:lnTo>
                  <a:lnTo>
                    <a:pt x="431040" y="145706"/>
                  </a:lnTo>
                  <a:close/>
                  <a:moveTo>
                    <a:pt x="461368" y="97720"/>
                  </a:moveTo>
                  <a:lnTo>
                    <a:pt x="424016" y="106669"/>
                  </a:lnTo>
                  <a:lnTo>
                    <a:pt x="431040" y="145706"/>
                  </a:lnTo>
                  <a:close/>
                  <a:moveTo>
                    <a:pt x="405306" y="82817"/>
                  </a:moveTo>
                  <a:lnTo>
                    <a:pt x="396665" y="114904"/>
                  </a:lnTo>
                  <a:lnTo>
                    <a:pt x="424016" y="106669"/>
                  </a:lnTo>
                  <a:close/>
                  <a:moveTo>
                    <a:pt x="405306" y="82817"/>
                  </a:moveTo>
                  <a:lnTo>
                    <a:pt x="424016" y="106669"/>
                  </a:lnTo>
                  <a:lnTo>
                    <a:pt x="406280" y="78148"/>
                  </a:lnTo>
                  <a:close/>
                  <a:moveTo>
                    <a:pt x="406280" y="78148"/>
                  </a:moveTo>
                  <a:lnTo>
                    <a:pt x="424016" y="106669"/>
                  </a:lnTo>
                  <a:lnTo>
                    <a:pt x="461368" y="97720"/>
                  </a:lnTo>
                  <a:close/>
                  <a:moveTo>
                    <a:pt x="406280" y="78148"/>
                  </a:moveTo>
                  <a:lnTo>
                    <a:pt x="461368" y="97720"/>
                  </a:lnTo>
                  <a:lnTo>
                    <a:pt x="457236" y="60965"/>
                  </a:lnTo>
                  <a:close/>
                  <a:moveTo>
                    <a:pt x="479380" y="133495"/>
                  </a:moveTo>
                  <a:lnTo>
                    <a:pt x="480588" y="143500"/>
                  </a:lnTo>
                  <a:lnTo>
                    <a:pt x="524609" y="117292"/>
                  </a:lnTo>
                  <a:close/>
                  <a:moveTo>
                    <a:pt x="474403" y="134475"/>
                  </a:moveTo>
                  <a:lnTo>
                    <a:pt x="480588" y="143500"/>
                  </a:lnTo>
                  <a:lnTo>
                    <a:pt x="479380" y="133495"/>
                  </a:lnTo>
                  <a:close/>
                  <a:moveTo>
                    <a:pt x="461368" y="97720"/>
                  </a:moveTo>
                  <a:lnTo>
                    <a:pt x="479380" y="133495"/>
                  </a:lnTo>
                  <a:lnTo>
                    <a:pt x="471745" y="94955"/>
                  </a:lnTo>
                  <a:close/>
                  <a:moveTo>
                    <a:pt x="461368" y="97720"/>
                  </a:moveTo>
                  <a:lnTo>
                    <a:pt x="474403" y="134475"/>
                  </a:lnTo>
                  <a:lnTo>
                    <a:pt x="479380" y="133495"/>
                  </a:lnTo>
                  <a:close/>
                  <a:moveTo>
                    <a:pt x="524609" y="117292"/>
                  </a:moveTo>
                  <a:lnTo>
                    <a:pt x="506759" y="80537"/>
                  </a:lnTo>
                  <a:lnTo>
                    <a:pt x="479380" y="133495"/>
                  </a:lnTo>
                  <a:close/>
                  <a:moveTo>
                    <a:pt x="506759" y="80537"/>
                  </a:moveTo>
                  <a:lnTo>
                    <a:pt x="471745" y="94955"/>
                  </a:lnTo>
                  <a:lnTo>
                    <a:pt x="479380" y="133495"/>
                  </a:lnTo>
                  <a:close/>
                  <a:moveTo>
                    <a:pt x="457236" y="60965"/>
                  </a:moveTo>
                  <a:lnTo>
                    <a:pt x="471745" y="94955"/>
                  </a:lnTo>
                  <a:lnTo>
                    <a:pt x="459477" y="60181"/>
                  </a:lnTo>
                  <a:close/>
                  <a:moveTo>
                    <a:pt x="457236" y="60965"/>
                  </a:moveTo>
                  <a:lnTo>
                    <a:pt x="461368" y="97720"/>
                  </a:lnTo>
                  <a:lnTo>
                    <a:pt x="471745" y="94955"/>
                  </a:lnTo>
                  <a:close/>
                  <a:moveTo>
                    <a:pt x="506759" y="80537"/>
                  </a:moveTo>
                  <a:lnTo>
                    <a:pt x="497515" y="43782"/>
                  </a:lnTo>
                  <a:lnTo>
                    <a:pt x="471745" y="94955"/>
                  </a:lnTo>
                  <a:close/>
                  <a:moveTo>
                    <a:pt x="497515" y="43782"/>
                  </a:moveTo>
                  <a:lnTo>
                    <a:pt x="459477" y="60181"/>
                  </a:lnTo>
                  <a:lnTo>
                    <a:pt x="471745" y="94955"/>
                  </a:lnTo>
                  <a:close/>
                  <a:moveTo>
                    <a:pt x="446486" y="24210"/>
                  </a:moveTo>
                  <a:lnTo>
                    <a:pt x="457236" y="60965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491588" y="7027"/>
                  </a:lnTo>
                  <a:lnTo>
                    <a:pt x="459477" y="60181"/>
                  </a:lnTo>
                  <a:close/>
                  <a:moveTo>
                    <a:pt x="491588" y="7027"/>
                  </a:moveTo>
                  <a:lnTo>
                    <a:pt x="450535" y="22704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534743" y="70826"/>
                  </a:lnTo>
                  <a:lnTo>
                    <a:pt x="522502" y="36031"/>
                  </a:lnTo>
                  <a:close/>
                  <a:moveTo>
                    <a:pt x="497515" y="43782"/>
                  </a:moveTo>
                  <a:lnTo>
                    <a:pt x="506759" y="80537"/>
                  </a:lnTo>
                  <a:lnTo>
                    <a:pt x="534743" y="70826"/>
                  </a:lnTo>
                  <a:close/>
                  <a:moveTo>
                    <a:pt x="568184" y="63353"/>
                  </a:moveTo>
                  <a:lnTo>
                    <a:pt x="571827" y="43060"/>
                  </a:lnTo>
                  <a:lnTo>
                    <a:pt x="534743" y="70826"/>
                  </a:lnTo>
                  <a:close/>
                  <a:moveTo>
                    <a:pt x="534743" y="70826"/>
                  </a:moveTo>
                  <a:lnTo>
                    <a:pt x="565331" y="28300"/>
                  </a:lnTo>
                  <a:lnTo>
                    <a:pt x="522502" y="36031"/>
                  </a:lnTo>
                  <a:close/>
                  <a:moveTo>
                    <a:pt x="491588" y="7027"/>
                  </a:moveTo>
                  <a:lnTo>
                    <a:pt x="522502" y="36031"/>
                  </a:lnTo>
                  <a:lnTo>
                    <a:pt x="509001" y="2260"/>
                  </a:lnTo>
                  <a:close/>
                  <a:moveTo>
                    <a:pt x="491588" y="7027"/>
                  </a:moveTo>
                  <a:lnTo>
                    <a:pt x="497515" y="43782"/>
                  </a:lnTo>
                  <a:lnTo>
                    <a:pt x="522502" y="36031"/>
                  </a:lnTo>
                  <a:close/>
                  <a:moveTo>
                    <a:pt x="522502" y="36031"/>
                  </a:moveTo>
                  <a:lnTo>
                    <a:pt x="565331" y="28300"/>
                  </a:lnTo>
                  <a:lnTo>
                    <a:pt x="545100" y="0"/>
                  </a:lnTo>
                  <a:close/>
                  <a:moveTo>
                    <a:pt x="522502" y="36031"/>
                  </a:moveTo>
                  <a:lnTo>
                    <a:pt x="545100" y="0"/>
                  </a:lnTo>
                  <a:lnTo>
                    <a:pt x="509001" y="2260"/>
                  </a:lnTo>
                  <a:close/>
                  <a:moveTo>
                    <a:pt x="640981" y="83381"/>
                  </a:moveTo>
                  <a:lnTo>
                    <a:pt x="614907" y="79552"/>
                  </a:lnTo>
                  <a:lnTo>
                    <a:pt x="579874" y="61224"/>
                  </a:lnTo>
                  <a:close/>
                  <a:moveTo>
                    <a:pt x="665653" y="48499"/>
                  </a:moveTo>
                  <a:lnTo>
                    <a:pt x="640981" y="83381"/>
                  </a:lnTo>
                  <a:lnTo>
                    <a:pt x="641774" y="82925"/>
                  </a:lnTo>
                  <a:close/>
                  <a:moveTo>
                    <a:pt x="614907" y="79552"/>
                  </a:moveTo>
                  <a:lnTo>
                    <a:pt x="640981" y="83381"/>
                  </a:lnTo>
                  <a:lnTo>
                    <a:pt x="665653" y="48499"/>
                  </a:lnTo>
                  <a:close/>
                  <a:moveTo>
                    <a:pt x="665653" y="48499"/>
                  </a:moveTo>
                  <a:lnTo>
                    <a:pt x="641774" y="82925"/>
                  </a:lnTo>
                  <a:lnTo>
                    <a:pt x="688931" y="71487"/>
                  </a:lnTo>
                  <a:close/>
                  <a:moveTo>
                    <a:pt x="688931" y="71487"/>
                  </a:moveTo>
                  <a:lnTo>
                    <a:pt x="674683" y="46170"/>
                  </a:lnTo>
                  <a:lnTo>
                    <a:pt x="665653" y="48499"/>
                  </a:lnTo>
                  <a:close/>
                  <a:moveTo>
                    <a:pt x="703803" y="41737"/>
                  </a:moveTo>
                  <a:lnTo>
                    <a:pt x="674683" y="46170"/>
                  </a:lnTo>
                  <a:lnTo>
                    <a:pt x="688931" y="7148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07" name="Input_density__207">
              <a:extLst>
                <a:ext uri="{FF2B5EF4-FFF2-40B4-BE49-F238E27FC236}">
                  <a16:creationId xmlns:a16="http://schemas.microsoft.com/office/drawing/2014/main" id="{F392046D-C2B0-90EC-7C5D-D3D522E87B21}"/>
                </a:ext>
              </a:extLst>
            </p:cNvPr>
            <p:cNvSpPr>
              <a:spLocks noGrp="1"/>
            </p:cNvSpPr>
            <p:nvPr/>
          </p:nvSpPr>
          <p:spPr>
            <a:xfrm>
              <a:off x="751298" y="2109448"/>
              <a:ext cx="615404" cy="199701"/>
            </a:xfrm>
            <a:custGeom>
              <a:avLst/>
              <a:gdLst/>
              <a:ahLst/>
              <a:cxnLst/>
              <a:rect l="0" t="0" r="0" b="0"/>
              <a:pathLst>
                <a:path w="615404" h="199701">
                  <a:moveTo>
                    <a:pt x="83520" y="168281"/>
                  </a:moveTo>
                  <a:lnTo>
                    <a:pt x="60434" y="178177"/>
                  </a:lnTo>
                  <a:lnTo>
                    <a:pt x="115589" y="163606"/>
                  </a:lnTo>
                  <a:close/>
                  <a:moveTo>
                    <a:pt x="134910" y="139634"/>
                  </a:moveTo>
                  <a:lnTo>
                    <a:pt x="144747" y="136544"/>
                  </a:lnTo>
                  <a:lnTo>
                    <a:pt x="157420" y="121414"/>
                  </a:lnTo>
                  <a:close/>
                  <a:moveTo>
                    <a:pt x="142448" y="139450"/>
                  </a:moveTo>
                  <a:lnTo>
                    <a:pt x="144747" y="136544"/>
                  </a:lnTo>
                  <a:lnTo>
                    <a:pt x="134910" y="139634"/>
                  </a:lnTo>
                  <a:close/>
                  <a:moveTo>
                    <a:pt x="115589" y="163606"/>
                  </a:moveTo>
                  <a:lnTo>
                    <a:pt x="142448" y="139450"/>
                  </a:lnTo>
                  <a:lnTo>
                    <a:pt x="134910" y="139634"/>
                  </a:lnTo>
                  <a:close/>
                  <a:moveTo>
                    <a:pt x="157420" y="121414"/>
                  </a:moveTo>
                  <a:lnTo>
                    <a:pt x="144747" y="136544"/>
                  </a:lnTo>
                  <a:lnTo>
                    <a:pt x="161805" y="115614"/>
                  </a:lnTo>
                  <a:close/>
                  <a:moveTo>
                    <a:pt x="14210" y="11149"/>
                  </a:moveTo>
                  <a:lnTo>
                    <a:pt x="0" y="28333"/>
                  </a:lnTo>
                  <a:lnTo>
                    <a:pt x="32365" y="5390"/>
                  </a:lnTo>
                  <a:close/>
                  <a:moveTo>
                    <a:pt x="0" y="28333"/>
                  </a:moveTo>
                  <a:lnTo>
                    <a:pt x="10985" y="21663"/>
                  </a:lnTo>
                  <a:lnTo>
                    <a:pt x="32365" y="5390"/>
                  </a:lnTo>
                  <a:close/>
                  <a:moveTo>
                    <a:pt x="32365" y="5390"/>
                  </a:moveTo>
                  <a:lnTo>
                    <a:pt x="10985" y="21663"/>
                  </a:lnTo>
                  <a:lnTo>
                    <a:pt x="64243" y="0"/>
                  </a:lnTo>
                  <a:close/>
                  <a:moveTo>
                    <a:pt x="571731" y="199701"/>
                  </a:moveTo>
                  <a:lnTo>
                    <a:pt x="578600" y="182518"/>
                  </a:lnTo>
                  <a:lnTo>
                    <a:pt x="576106" y="186967"/>
                  </a:lnTo>
                  <a:close/>
                  <a:moveTo>
                    <a:pt x="578600" y="182518"/>
                  </a:moveTo>
                  <a:lnTo>
                    <a:pt x="571731" y="199701"/>
                  </a:lnTo>
                  <a:lnTo>
                    <a:pt x="594772" y="145763"/>
                  </a:lnTo>
                  <a:close/>
                  <a:moveTo>
                    <a:pt x="467411" y="125936"/>
                  </a:moveTo>
                  <a:lnTo>
                    <a:pt x="473787" y="89436"/>
                  </a:lnTo>
                  <a:lnTo>
                    <a:pt x="468413" y="125432"/>
                  </a:lnTo>
                  <a:close/>
                  <a:moveTo>
                    <a:pt x="584709" y="174556"/>
                  </a:moveTo>
                  <a:lnTo>
                    <a:pt x="576106" y="186967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311" y="158822"/>
                  </a:lnTo>
                  <a:lnTo>
                    <a:pt x="578600" y="182518"/>
                  </a:lnTo>
                  <a:close/>
                  <a:moveTo>
                    <a:pt x="594772" y="145763"/>
                  </a:moveTo>
                  <a:lnTo>
                    <a:pt x="606194" y="128579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772" y="145763"/>
                  </a:lnTo>
                  <a:lnTo>
                    <a:pt x="615404" y="113109"/>
                  </a:lnTo>
                  <a:close/>
                  <a:moveTo>
                    <a:pt x="594772" y="145763"/>
                  </a:moveTo>
                  <a:lnTo>
                    <a:pt x="597571" y="142643"/>
                  </a:lnTo>
                  <a:lnTo>
                    <a:pt x="615404" y="11310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08" name="Input_density__208">
              <a:extLst>
                <a:ext uri="{FF2B5EF4-FFF2-40B4-BE49-F238E27FC236}">
                  <a16:creationId xmlns:a16="http://schemas.microsoft.com/office/drawing/2014/main" id="{6C4987B5-EEBA-C9DD-F694-B77967C51073}"/>
                </a:ext>
              </a:extLst>
            </p:cNvPr>
            <p:cNvSpPr>
              <a:spLocks noGrp="1"/>
            </p:cNvSpPr>
            <p:nvPr/>
          </p:nvSpPr>
          <p:spPr>
            <a:xfrm>
              <a:off x="737610" y="2105368"/>
              <a:ext cx="506390" cy="232979"/>
            </a:xfrm>
            <a:custGeom>
              <a:avLst/>
              <a:gdLst/>
              <a:ahLst/>
              <a:cxnLst/>
              <a:rect l="0" t="0" r="0" b="0"/>
              <a:pathLst>
                <a:path w="506390" h="232979">
                  <a:moveTo>
                    <a:pt x="47189" y="142678"/>
                  </a:moveTo>
                  <a:lnTo>
                    <a:pt x="39038" y="175660"/>
                  </a:lnTo>
                  <a:lnTo>
                    <a:pt x="57716" y="149286"/>
                  </a:lnTo>
                  <a:close/>
                  <a:moveTo>
                    <a:pt x="9127" y="159862"/>
                  </a:moveTo>
                  <a:lnTo>
                    <a:pt x="47189" y="142678"/>
                  </a:lnTo>
                  <a:lnTo>
                    <a:pt x="0" y="154280"/>
                  </a:lnTo>
                  <a:close/>
                  <a:moveTo>
                    <a:pt x="82746" y="146660"/>
                  </a:moveTo>
                  <a:lnTo>
                    <a:pt x="57716" y="149286"/>
                  </a:lnTo>
                  <a:lnTo>
                    <a:pt x="117694" y="152750"/>
                  </a:lnTo>
                  <a:close/>
                  <a:moveTo>
                    <a:pt x="18666" y="69168"/>
                  </a:moveTo>
                  <a:lnTo>
                    <a:pt x="23598" y="50091"/>
                  </a:lnTo>
                  <a:lnTo>
                    <a:pt x="22785" y="53057"/>
                  </a:lnTo>
                  <a:close/>
                  <a:moveTo>
                    <a:pt x="27898" y="15230"/>
                  </a:moveTo>
                  <a:lnTo>
                    <a:pt x="23598" y="50091"/>
                  </a:lnTo>
                  <a:lnTo>
                    <a:pt x="18666" y="69168"/>
                  </a:lnTo>
                  <a:close/>
                  <a:moveTo>
                    <a:pt x="63994" y="46644"/>
                  </a:moveTo>
                  <a:lnTo>
                    <a:pt x="39336" y="84349"/>
                  </a:lnTo>
                  <a:lnTo>
                    <a:pt x="24716" y="51488"/>
                  </a:lnTo>
                  <a:close/>
                  <a:moveTo>
                    <a:pt x="24716" y="51488"/>
                  </a:moveTo>
                  <a:lnTo>
                    <a:pt x="27898" y="15230"/>
                  </a:lnTo>
                  <a:lnTo>
                    <a:pt x="66327" y="0"/>
                  </a:lnTo>
                  <a:close/>
                  <a:moveTo>
                    <a:pt x="24716" y="51488"/>
                  </a:moveTo>
                  <a:lnTo>
                    <a:pt x="66327" y="0"/>
                  </a:lnTo>
                  <a:lnTo>
                    <a:pt x="63994" y="46644"/>
                  </a:lnTo>
                  <a:close/>
                  <a:moveTo>
                    <a:pt x="66327" y="0"/>
                  </a:moveTo>
                  <a:lnTo>
                    <a:pt x="95378" y="3471"/>
                  </a:lnTo>
                  <a:lnTo>
                    <a:pt x="63994" y="46644"/>
                  </a:lnTo>
                  <a:close/>
                  <a:moveTo>
                    <a:pt x="164999" y="63452"/>
                  </a:moveTo>
                  <a:lnTo>
                    <a:pt x="193223" y="67595"/>
                  </a:lnTo>
                  <a:lnTo>
                    <a:pt x="194440" y="21858"/>
                  </a:lnTo>
                  <a:close/>
                  <a:moveTo>
                    <a:pt x="164999" y="63452"/>
                  </a:moveTo>
                  <a:lnTo>
                    <a:pt x="194440" y="21858"/>
                  </a:lnTo>
                  <a:lnTo>
                    <a:pt x="162480" y="20753"/>
                  </a:lnTo>
                  <a:close/>
                  <a:moveTo>
                    <a:pt x="164999" y="63452"/>
                  </a:moveTo>
                  <a:lnTo>
                    <a:pt x="162480" y="20753"/>
                  </a:lnTo>
                  <a:lnTo>
                    <a:pt x="146356" y="54373"/>
                  </a:lnTo>
                  <a:close/>
                  <a:moveTo>
                    <a:pt x="162480" y="20753"/>
                  </a:moveTo>
                  <a:lnTo>
                    <a:pt x="151467" y="17618"/>
                  </a:lnTo>
                  <a:lnTo>
                    <a:pt x="146356" y="54373"/>
                  </a:lnTo>
                  <a:close/>
                  <a:moveTo>
                    <a:pt x="482195" y="191842"/>
                  </a:moveTo>
                  <a:lnTo>
                    <a:pt x="506390" y="199260"/>
                  </a:lnTo>
                  <a:lnTo>
                    <a:pt x="486636" y="232979"/>
                  </a:lnTo>
                  <a:close/>
                  <a:moveTo>
                    <a:pt x="495275" y="149843"/>
                  </a:moveTo>
                  <a:lnTo>
                    <a:pt x="482100" y="129513"/>
                  </a:lnTo>
                  <a:lnTo>
                    <a:pt x="500733" y="15911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509" name="Input_density__209">
              <a:extLst>
                <a:ext uri="{FF2B5EF4-FFF2-40B4-BE49-F238E27FC236}">
                  <a16:creationId xmlns:a16="http://schemas.microsoft.com/office/drawing/2014/main" id="{99E99B0A-1E50-9D19-7A80-2B58A1349491}"/>
                </a:ext>
              </a:extLst>
            </p:cNvPr>
            <p:cNvSpPr>
              <a:spLocks noGrp="1"/>
            </p:cNvSpPr>
            <p:nvPr/>
          </p:nvSpPr>
          <p:spPr>
            <a:xfrm>
              <a:off x="699810" y="2061506"/>
              <a:ext cx="671188" cy="198142"/>
            </a:xfrm>
            <a:custGeom>
              <a:avLst/>
              <a:gdLst/>
              <a:ahLst/>
              <a:cxnLst/>
              <a:rect l="0" t="0" r="0" b="0"/>
              <a:pathLst>
                <a:path w="671188" h="198142">
                  <a:moveTo>
                    <a:pt x="84989" y="186540"/>
                  </a:moveTo>
                  <a:lnTo>
                    <a:pt x="52207" y="155797"/>
                  </a:lnTo>
                  <a:lnTo>
                    <a:pt x="37801" y="198142"/>
                  </a:lnTo>
                  <a:close/>
                  <a:moveTo>
                    <a:pt x="46786" y="149785"/>
                  </a:moveTo>
                  <a:lnTo>
                    <a:pt x="2387" y="166969"/>
                  </a:lnTo>
                  <a:lnTo>
                    <a:pt x="37801" y="198142"/>
                  </a:lnTo>
                  <a:close/>
                  <a:moveTo>
                    <a:pt x="96325" y="169357"/>
                  </a:moveTo>
                  <a:lnTo>
                    <a:pt x="95517" y="193148"/>
                  </a:lnTo>
                  <a:lnTo>
                    <a:pt x="120546" y="190522"/>
                  </a:lnTo>
                  <a:close/>
                  <a:moveTo>
                    <a:pt x="96325" y="169357"/>
                  </a:moveTo>
                  <a:lnTo>
                    <a:pt x="84989" y="186540"/>
                  </a:lnTo>
                  <a:lnTo>
                    <a:pt x="95517" y="193148"/>
                  </a:lnTo>
                  <a:close/>
                  <a:moveTo>
                    <a:pt x="73835" y="132602"/>
                  </a:moveTo>
                  <a:lnTo>
                    <a:pt x="84989" y="186540"/>
                  </a:lnTo>
                  <a:lnTo>
                    <a:pt x="96325" y="169357"/>
                  </a:lnTo>
                  <a:close/>
                  <a:moveTo>
                    <a:pt x="97506" y="104379"/>
                  </a:moveTo>
                  <a:lnTo>
                    <a:pt x="56467" y="113030"/>
                  </a:lnTo>
                  <a:lnTo>
                    <a:pt x="63255" y="139497"/>
                  </a:lnTo>
                  <a:close/>
                  <a:moveTo>
                    <a:pt x="63255" y="139497"/>
                  </a:moveTo>
                  <a:lnTo>
                    <a:pt x="56467" y="113030"/>
                  </a:lnTo>
                  <a:lnTo>
                    <a:pt x="60586" y="96919"/>
                  </a:lnTo>
                  <a:close/>
                  <a:moveTo>
                    <a:pt x="63255" y="139497"/>
                  </a:moveTo>
                  <a:lnTo>
                    <a:pt x="73835" y="132602"/>
                  </a:lnTo>
                  <a:lnTo>
                    <a:pt x="97506" y="104379"/>
                  </a:lnTo>
                  <a:close/>
                  <a:moveTo>
                    <a:pt x="3703" y="71329"/>
                  </a:moveTo>
                  <a:lnTo>
                    <a:pt x="0" y="85179"/>
                  </a:lnTo>
                  <a:lnTo>
                    <a:pt x="39985" y="59092"/>
                  </a:lnTo>
                  <a:close/>
                  <a:moveTo>
                    <a:pt x="39985" y="59092"/>
                  </a:moveTo>
                  <a:lnTo>
                    <a:pt x="31814" y="113030"/>
                  </a:lnTo>
                  <a:lnTo>
                    <a:pt x="61398" y="93953"/>
                  </a:lnTo>
                  <a:close/>
                  <a:moveTo>
                    <a:pt x="61398" y="93953"/>
                  </a:moveTo>
                  <a:lnTo>
                    <a:pt x="31814" y="113030"/>
                  </a:lnTo>
                  <a:lnTo>
                    <a:pt x="60586" y="96919"/>
                  </a:lnTo>
                  <a:close/>
                  <a:moveTo>
                    <a:pt x="232241" y="65720"/>
                  </a:moveTo>
                  <a:lnTo>
                    <a:pt x="192153" y="26475"/>
                  </a:lnTo>
                  <a:lnTo>
                    <a:pt x="200281" y="64615"/>
                  </a:lnTo>
                  <a:close/>
                  <a:moveTo>
                    <a:pt x="149401" y="34144"/>
                  </a:moveTo>
                  <a:lnTo>
                    <a:pt x="189267" y="61480"/>
                  </a:lnTo>
                  <a:lnTo>
                    <a:pt x="200281" y="64615"/>
                  </a:lnTo>
                  <a:close/>
                  <a:moveTo>
                    <a:pt x="435251" y="110283"/>
                  </a:moveTo>
                  <a:lnTo>
                    <a:pt x="467214" y="137379"/>
                  </a:lnTo>
                  <a:lnTo>
                    <a:pt x="475059" y="83440"/>
                  </a:lnTo>
                  <a:close/>
                  <a:moveTo>
                    <a:pt x="475059" y="83440"/>
                  </a:moveTo>
                  <a:lnTo>
                    <a:pt x="467214" y="137379"/>
                  </a:lnTo>
                  <a:lnTo>
                    <a:pt x="491692" y="100521"/>
                  </a:lnTo>
                  <a:close/>
                  <a:moveTo>
                    <a:pt x="491692" y="100521"/>
                  </a:moveTo>
                  <a:lnTo>
                    <a:pt x="467214" y="137379"/>
                  </a:lnTo>
                  <a:lnTo>
                    <a:pt x="483397" y="131217"/>
                  </a:lnTo>
                  <a:close/>
                  <a:moveTo>
                    <a:pt x="533075" y="193705"/>
                  </a:moveTo>
                  <a:lnTo>
                    <a:pt x="536621" y="156950"/>
                  </a:lnTo>
                  <a:lnTo>
                    <a:pt x="519901" y="173375"/>
                  </a:lnTo>
                  <a:close/>
                  <a:moveTo>
                    <a:pt x="622005" y="162202"/>
                  </a:moveTo>
                  <a:lnTo>
                    <a:pt x="650311" y="166277"/>
                  </a:lnTo>
                  <a:lnTo>
                    <a:pt x="646433" y="124682"/>
                  </a:lnTo>
                  <a:close/>
                  <a:moveTo>
                    <a:pt x="642419" y="97920"/>
                  </a:moveTo>
                  <a:lnTo>
                    <a:pt x="633346" y="85829"/>
                  </a:lnTo>
                  <a:lnTo>
                    <a:pt x="646433" y="124682"/>
                  </a:lnTo>
                  <a:close/>
                  <a:moveTo>
                    <a:pt x="671188" y="86898"/>
                  </a:moveTo>
                  <a:lnTo>
                    <a:pt x="642419" y="97920"/>
                  </a:lnTo>
                  <a:lnTo>
                    <a:pt x="646433" y="124682"/>
                  </a:lnTo>
                  <a:close/>
                  <a:moveTo>
                    <a:pt x="552905" y="57049"/>
                  </a:moveTo>
                  <a:lnTo>
                    <a:pt x="548629" y="92616"/>
                  </a:lnTo>
                  <a:lnTo>
                    <a:pt x="589166" y="49073"/>
                  </a:lnTo>
                  <a:close/>
                  <a:moveTo>
                    <a:pt x="552905" y="57049"/>
                  </a:moveTo>
                  <a:lnTo>
                    <a:pt x="589166" y="49073"/>
                  </a:lnTo>
                  <a:lnTo>
                    <a:pt x="559007" y="35209"/>
                  </a:lnTo>
                  <a:close/>
                  <a:moveTo>
                    <a:pt x="633346" y="85829"/>
                  </a:moveTo>
                  <a:lnTo>
                    <a:pt x="642419" y="9792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597369" y="54064"/>
                  </a:lnTo>
                  <a:lnTo>
                    <a:pt x="633346" y="85829"/>
                  </a:lnTo>
                  <a:close/>
                  <a:moveTo>
                    <a:pt x="597626" y="47780"/>
                  </a:moveTo>
                  <a:lnTo>
                    <a:pt x="597369" y="54064"/>
                  </a:lnTo>
                  <a:lnTo>
                    <a:pt x="640855" y="84470"/>
                  </a:lnTo>
                  <a:close/>
                  <a:moveTo>
                    <a:pt x="639468" y="40851"/>
                  </a:moveTo>
                  <a:lnTo>
                    <a:pt x="597626" y="4778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642419" y="97920"/>
                  </a:lnTo>
                  <a:lnTo>
                    <a:pt x="658113" y="85829"/>
                  </a:lnTo>
                  <a:close/>
                  <a:moveTo>
                    <a:pt x="589166" y="49073"/>
                  </a:moveTo>
                  <a:lnTo>
                    <a:pt x="597369" y="54064"/>
                  </a:lnTo>
                  <a:lnTo>
                    <a:pt x="597626" y="47780"/>
                  </a:lnTo>
                  <a:close/>
                  <a:moveTo>
                    <a:pt x="597626" y="47780"/>
                  </a:moveTo>
                  <a:lnTo>
                    <a:pt x="559007" y="35209"/>
                  </a:lnTo>
                  <a:lnTo>
                    <a:pt x="589166" y="49073"/>
                  </a:lnTo>
                  <a:close/>
                  <a:moveTo>
                    <a:pt x="597626" y="47780"/>
                  </a:moveTo>
                  <a:lnTo>
                    <a:pt x="639468" y="40851"/>
                  </a:lnTo>
                  <a:lnTo>
                    <a:pt x="634676" y="0"/>
                  </a:lnTo>
                  <a:close/>
                  <a:moveTo>
                    <a:pt x="597626" y="47780"/>
                  </a:moveTo>
                  <a:lnTo>
                    <a:pt x="634676" y="0"/>
                  </a:lnTo>
                  <a:lnTo>
                    <a:pt x="599561" y="146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10" name="Input_density__210">
              <a:extLst>
                <a:ext uri="{FF2B5EF4-FFF2-40B4-BE49-F238E27FC236}">
                  <a16:creationId xmlns:a16="http://schemas.microsoft.com/office/drawing/2014/main" id="{B695FFB8-90DA-779C-31D6-5983B6AF3AE9}"/>
                </a:ext>
              </a:extLst>
            </p:cNvPr>
            <p:cNvSpPr>
              <a:spLocks noGrp="1"/>
            </p:cNvSpPr>
            <p:nvPr/>
          </p:nvSpPr>
          <p:spPr>
            <a:xfrm>
              <a:off x="639726" y="2015368"/>
              <a:ext cx="706517" cy="281841"/>
            </a:xfrm>
            <a:custGeom>
              <a:avLst/>
              <a:gdLst/>
              <a:ahLst/>
              <a:cxnLst/>
              <a:rect l="0" t="0" r="0" b="0"/>
              <a:pathLst>
                <a:path w="706517" h="281841">
                  <a:moveTo>
                    <a:pt x="106870" y="195923"/>
                  </a:moveTo>
                  <a:lnTo>
                    <a:pt x="97885" y="244279"/>
                  </a:lnTo>
                  <a:lnTo>
                    <a:pt x="112291" y="201935"/>
                  </a:lnTo>
                  <a:close/>
                  <a:moveTo>
                    <a:pt x="55547" y="168912"/>
                  </a:moveTo>
                  <a:lnTo>
                    <a:pt x="51951" y="197117"/>
                  </a:lnTo>
                  <a:lnTo>
                    <a:pt x="91898" y="159168"/>
                  </a:lnTo>
                  <a:close/>
                  <a:moveTo>
                    <a:pt x="91898" y="159168"/>
                  </a:moveTo>
                  <a:lnTo>
                    <a:pt x="51951" y="197117"/>
                  </a:lnTo>
                  <a:lnTo>
                    <a:pt x="62471" y="213106"/>
                  </a:lnTo>
                  <a:close/>
                  <a:moveTo>
                    <a:pt x="91898" y="159168"/>
                  </a:moveTo>
                  <a:lnTo>
                    <a:pt x="62471" y="213106"/>
                  </a:lnTo>
                  <a:lnTo>
                    <a:pt x="106870" y="195923"/>
                  </a:lnTo>
                  <a:close/>
                  <a:moveTo>
                    <a:pt x="53418" y="122413"/>
                  </a:moveTo>
                  <a:lnTo>
                    <a:pt x="55547" y="168912"/>
                  </a:lnTo>
                  <a:lnTo>
                    <a:pt x="60084" y="131317"/>
                  </a:lnTo>
                  <a:close/>
                  <a:moveTo>
                    <a:pt x="37591" y="176351"/>
                  </a:moveTo>
                  <a:lnTo>
                    <a:pt x="55547" y="168912"/>
                  </a:lnTo>
                  <a:lnTo>
                    <a:pt x="53418" y="122413"/>
                  </a:lnTo>
                  <a:close/>
                  <a:moveTo>
                    <a:pt x="23068" y="139596"/>
                  </a:moveTo>
                  <a:lnTo>
                    <a:pt x="37591" y="176351"/>
                  </a:lnTo>
                  <a:lnTo>
                    <a:pt x="53418" y="122413"/>
                  </a:lnTo>
                  <a:close/>
                  <a:moveTo>
                    <a:pt x="55547" y="168912"/>
                  </a:moveTo>
                  <a:lnTo>
                    <a:pt x="91898" y="159168"/>
                  </a:lnTo>
                  <a:lnTo>
                    <a:pt x="60084" y="131317"/>
                  </a:lnTo>
                  <a:close/>
                  <a:moveTo>
                    <a:pt x="0" y="102841"/>
                  </a:moveTo>
                  <a:lnTo>
                    <a:pt x="53418" y="122413"/>
                  </a:lnTo>
                  <a:lnTo>
                    <a:pt x="29795" y="85658"/>
                  </a:lnTo>
                  <a:close/>
                  <a:moveTo>
                    <a:pt x="123339" y="185634"/>
                  </a:moveTo>
                  <a:lnTo>
                    <a:pt x="112291" y="201935"/>
                  </a:lnTo>
                  <a:lnTo>
                    <a:pt x="133919" y="178739"/>
                  </a:lnTo>
                  <a:close/>
                  <a:moveTo>
                    <a:pt x="133919" y="178739"/>
                  </a:moveTo>
                  <a:lnTo>
                    <a:pt x="112291" y="201935"/>
                  </a:lnTo>
                  <a:lnTo>
                    <a:pt x="145073" y="232678"/>
                  </a:lnTo>
                  <a:close/>
                  <a:moveTo>
                    <a:pt x="106870" y="195923"/>
                  </a:moveTo>
                  <a:lnTo>
                    <a:pt x="112291" y="201935"/>
                  </a:lnTo>
                  <a:lnTo>
                    <a:pt x="123339" y="185634"/>
                  </a:lnTo>
                  <a:close/>
                  <a:moveTo>
                    <a:pt x="91898" y="159168"/>
                  </a:moveTo>
                  <a:lnTo>
                    <a:pt x="123339" y="185634"/>
                  </a:lnTo>
                  <a:lnTo>
                    <a:pt x="120670" y="143057"/>
                  </a:lnTo>
                  <a:close/>
                  <a:moveTo>
                    <a:pt x="91898" y="159168"/>
                  </a:moveTo>
                  <a:lnTo>
                    <a:pt x="106870" y="195923"/>
                  </a:lnTo>
                  <a:lnTo>
                    <a:pt x="123339" y="185634"/>
                  </a:lnTo>
                  <a:close/>
                  <a:moveTo>
                    <a:pt x="60084" y="131317"/>
                  </a:moveTo>
                  <a:lnTo>
                    <a:pt x="91898" y="159168"/>
                  </a:lnTo>
                  <a:lnTo>
                    <a:pt x="100069" y="105229"/>
                  </a:lnTo>
                  <a:close/>
                  <a:moveTo>
                    <a:pt x="53418" y="122413"/>
                  </a:moveTo>
                  <a:lnTo>
                    <a:pt x="60084" y="131317"/>
                  </a:lnTo>
                  <a:lnTo>
                    <a:pt x="63787" y="117466"/>
                  </a:lnTo>
                  <a:close/>
                  <a:moveTo>
                    <a:pt x="29795" y="85658"/>
                  </a:moveTo>
                  <a:lnTo>
                    <a:pt x="53418" y="122413"/>
                  </a:lnTo>
                  <a:lnTo>
                    <a:pt x="63787" y="117466"/>
                  </a:lnTo>
                  <a:close/>
                  <a:moveTo>
                    <a:pt x="100069" y="105229"/>
                  </a:moveTo>
                  <a:lnTo>
                    <a:pt x="73462" y="68474"/>
                  </a:lnTo>
                  <a:lnTo>
                    <a:pt x="63787" y="117466"/>
                  </a:lnTo>
                  <a:close/>
                  <a:moveTo>
                    <a:pt x="292325" y="111857"/>
                  </a:moveTo>
                  <a:lnTo>
                    <a:pt x="270595" y="70863"/>
                  </a:lnTo>
                  <a:lnTo>
                    <a:pt x="252237" y="72613"/>
                  </a:lnTo>
                  <a:close/>
                  <a:moveTo>
                    <a:pt x="228005" y="96791"/>
                  </a:moveTo>
                  <a:lnTo>
                    <a:pt x="249351" y="107618"/>
                  </a:lnTo>
                  <a:lnTo>
                    <a:pt x="209485" y="80281"/>
                  </a:lnTo>
                  <a:close/>
                  <a:moveTo>
                    <a:pt x="209485" y="80281"/>
                  </a:moveTo>
                  <a:lnTo>
                    <a:pt x="260365" y="110752"/>
                  </a:lnTo>
                  <a:lnTo>
                    <a:pt x="252237" y="72613"/>
                  </a:lnTo>
                  <a:close/>
                  <a:moveTo>
                    <a:pt x="209485" y="80281"/>
                  </a:moveTo>
                  <a:lnTo>
                    <a:pt x="252237" y="72613"/>
                  </a:lnTo>
                  <a:lnTo>
                    <a:pt x="243513" y="34958"/>
                  </a:lnTo>
                  <a:close/>
                  <a:moveTo>
                    <a:pt x="209485" y="80281"/>
                  </a:moveTo>
                  <a:lnTo>
                    <a:pt x="243513" y="34958"/>
                  </a:lnTo>
                  <a:lnTo>
                    <a:pt x="207332" y="37284"/>
                  </a:lnTo>
                  <a:close/>
                  <a:moveTo>
                    <a:pt x="167781" y="42350"/>
                  </a:moveTo>
                  <a:lnTo>
                    <a:pt x="207332" y="37284"/>
                  </a:lnTo>
                  <a:lnTo>
                    <a:pt x="195895" y="1835"/>
                  </a:lnTo>
                  <a:close/>
                  <a:moveTo>
                    <a:pt x="498508" y="142081"/>
                  </a:moveTo>
                  <a:lnTo>
                    <a:pt x="495335" y="156420"/>
                  </a:lnTo>
                  <a:lnTo>
                    <a:pt x="535143" y="129578"/>
                  </a:lnTo>
                  <a:close/>
                  <a:moveTo>
                    <a:pt x="543481" y="177354"/>
                  </a:moveTo>
                  <a:lnTo>
                    <a:pt x="570404" y="166333"/>
                  </a:lnTo>
                  <a:lnTo>
                    <a:pt x="551776" y="146658"/>
                  </a:lnTo>
                  <a:close/>
                  <a:moveTo>
                    <a:pt x="485636" y="146761"/>
                  </a:moveTo>
                  <a:lnTo>
                    <a:pt x="495335" y="156420"/>
                  </a:lnTo>
                  <a:lnTo>
                    <a:pt x="498508" y="142081"/>
                  </a:lnTo>
                  <a:close/>
                  <a:moveTo>
                    <a:pt x="455166" y="110006"/>
                  </a:moveTo>
                  <a:lnTo>
                    <a:pt x="498508" y="142081"/>
                  </a:lnTo>
                  <a:lnTo>
                    <a:pt x="503978" y="92887"/>
                  </a:lnTo>
                  <a:close/>
                  <a:moveTo>
                    <a:pt x="455166" y="110006"/>
                  </a:moveTo>
                  <a:lnTo>
                    <a:pt x="485636" y="146761"/>
                  </a:lnTo>
                  <a:lnTo>
                    <a:pt x="498508" y="142081"/>
                  </a:lnTo>
                  <a:close/>
                  <a:moveTo>
                    <a:pt x="535143" y="129578"/>
                  </a:moveTo>
                  <a:lnTo>
                    <a:pt x="504137" y="92823"/>
                  </a:lnTo>
                  <a:lnTo>
                    <a:pt x="498508" y="142081"/>
                  </a:lnTo>
                  <a:close/>
                  <a:moveTo>
                    <a:pt x="598618" y="249111"/>
                  </a:moveTo>
                  <a:lnTo>
                    <a:pt x="582810" y="262689"/>
                  </a:lnTo>
                  <a:lnTo>
                    <a:pt x="593159" y="239843"/>
                  </a:lnTo>
                  <a:close/>
                  <a:moveTo>
                    <a:pt x="580080" y="281841"/>
                  </a:moveTo>
                  <a:lnTo>
                    <a:pt x="582810" y="262689"/>
                  </a:lnTo>
                  <a:lnTo>
                    <a:pt x="598618" y="249111"/>
                  </a:lnTo>
                  <a:close/>
                  <a:moveTo>
                    <a:pt x="570404" y="166333"/>
                  </a:moveTo>
                  <a:lnTo>
                    <a:pt x="604143" y="199872"/>
                  </a:lnTo>
                  <a:lnTo>
                    <a:pt x="605500" y="154022"/>
                  </a:lnTo>
                  <a:close/>
                  <a:moveTo>
                    <a:pt x="555800" y="122592"/>
                  </a:moveTo>
                  <a:lnTo>
                    <a:pt x="551776" y="146658"/>
                  </a:lnTo>
                  <a:lnTo>
                    <a:pt x="583613" y="112394"/>
                  </a:lnTo>
                  <a:close/>
                  <a:moveTo>
                    <a:pt x="551776" y="146658"/>
                  </a:moveTo>
                  <a:lnTo>
                    <a:pt x="570404" y="166333"/>
                  </a:lnTo>
                  <a:lnTo>
                    <a:pt x="583613" y="112394"/>
                  </a:lnTo>
                  <a:close/>
                  <a:moveTo>
                    <a:pt x="583613" y="112394"/>
                  </a:moveTo>
                  <a:lnTo>
                    <a:pt x="570404" y="166333"/>
                  </a:lnTo>
                  <a:lnTo>
                    <a:pt x="608713" y="138754"/>
                  </a:lnTo>
                  <a:close/>
                  <a:moveTo>
                    <a:pt x="608713" y="138754"/>
                  </a:moveTo>
                  <a:lnTo>
                    <a:pt x="570404" y="166333"/>
                  </a:lnTo>
                  <a:lnTo>
                    <a:pt x="605500" y="154022"/>
                  </a:lnTo>
                  <a:close/>
                  <a:moveTo>
                    <a:pt x="605500" y="154022"/>
                  </a:moveTo>
                  <a:lnTo>
                    <a:pt x="620204" y="149149"/>
                  </a:lnTo>
                  <a:lnTo>
                    <a:pt x="608713" y="138754"/>
                  </a:lnTo>
                  <a:close/>
                  <a:moveTo>
                    <a:pt x="535143" y="129578"/>
                  </a:moveTo>
                  <a:lnTo>
                    <a:pt x="551776" y="146658"/>
                  </a:lnTo>
                  <a:lnTo>
                    <a:pt x="555800" y="122592"/>
                  </a:lnTo>
                  <a:close/>
                  <a:moveTo>
                    <a:pt x="549173" y="75639"/>
                  </a:moveTo>
                  <a:lnTo>
                    <a:pt x="555800" y="122592"/>
                  </a:lnTo>
                  <a:lnTo>
                    <a:pt x="563084" y="92730"/>
                  </a:lnTo>
                  <a:close/>
                  <a:moveTo>
                    <a:pt x="535143" y="129578"/>
                  </a:moveTo>
                  <a:lnTo>
                    <a:pt x="555800" y="122592"/>
                  </a:lnTo>
                  <a:lnTo>
                    <a:pt x="549173" y="75639"/>
                  </a:lnTo>
                  <a:close/>
                  <a:moveTo>
                    <a:pt x="504137" y="92823"/>
                  </a:moveTo>
                  <a:lnTo>
                    <a:pt x="535143" y="129578"/>
                  </a:lnTo>
                  <a:lnTo>
                    <a:pt x="549173" y="75639"/>
                  </a:lnTo>
                  <a:close/>
                  <a:moveTo>
                    <a:pt x="555800" y="122592"/>
                  </a:moveTo>
                  <a:lnTo>
                    <a:pt x="583613" y="112394"/>
                  </a:lnTo>
                  <a:lnTo>
                    <a:pt x="563084" y="92730"/>
                  </a:lnTo>
                  <a:close/>
                  <a:moveTo>
                    <a:pt x="682089" y="208339"/>
                  </a:moveTo>
                  <a:lnTo>
                    <a:pt x="706517" y="170820"/>
                  </a:lnTo>
                  <a:lnTo>
                    <a:pt x="665517" y="177064"/>
                  </a:lnTo>
                  <a:close/>
                  <a:moveTo>
                    <a:pt x="706517" y="170820"/>
                  </a:moveTo>
                  <a:lnTo>
                    <a:pt x="693430" y="131966"/>
                  </a:lnTo>
                  <a:lnTo>
                    <a:pt x="654063" y="141629"/>
                  </a:lnTo>
                  <a:close/>
                  <a:moveTo>
                    <a:pt x="706517" y="170820"/>
                  </a:moveTo>
                  <a:lnTo>
                    <a:pt x="654063" y="141629"/>
                  </a:lnTo>
                  <a:lnTo>
                    <a:pt x="665517" y="177064"/>
                  </a:lnTo>
                  <a:close/>
                  <a:moveTo>
                    <a:pt x="608713" y="138754"/>
                  </a:moveTo>
                  <a:lnTo>
                    <a:pt x="620204" y="149149"/>
                  </a:lnTo>
                  <a:lnTo>
                    <a:pt x="649250" y="95211"/>
                  </a:lnTo>
                  <a:close/>
                  <a:moveTo>
                    <a:pt x="649250" y="95211"/>
                  </a:moveTo>
                  <a:lnTo>
                    <a:pt x="620204" y="149149"/>
                  </a:lnTo>
                  <a:lnTo>
                    <a:pt x="657453" y="100201"/>
                  </a:lnTo>
                  <a:close/>
                  <a:moveTo>
                    <a:pt x="657453" y="100201"/>
                  </a:moveTo>
                  <a:lnTo>
                    <a:pt x="620204" y="149149"/>
                  </a:lnTo>
                  <a:lnTo>
                    <a:pt x="654063" y="141629"/>
                  </a:lnTo>
                  <a:close/>
                  <a:moveTo>
                    <a:pt x="654063" y="141629"/>
                  </a:moveTo>
                  <a:lnTo>
                    <a:pt x="693430" y="131966"/>
                  </a:lnTo>
                  <a:lnTo>
                    <a:pt x="657453" y="100201"/>
                  </a:lnTo>
                  <a:close/>
                  <a:moveTo>
                    <a:pt x="583613" y="112394"/>
                  </a:moveTo>
                  <a:lnTo>
                    <a:pt x="608713" y="138754"/>
                  </a:lnTo>
                  <a:lnTo>
                    <a:pt x="612989" y="103187"/>
                  </a:lnTo>
                  <a:close/>
                  <a:moveTo>
                    <a:pt x="563084" y="92730"/>
                  </a:moveTo>
                  <a:lnTo>
                    <a:pt x="583613" y="112394"/>
                  </a:lnTo>
                  <a:lnTo>
                    <a:pt x="598246" y="58456"/>
                  </a:lnTo>
                  <a:close/>
                  <a:moveTo>
                    <a:pt x="598246" y="58456"/>
                  </a:moveTo>
                  <a:lnTo>
                    <a:pt x="583613" y="112394"/>
                  </a:lnTo>
                  <a:lnTo>
                    <a:pt x="619091" y="81346"/>
                  </a:lnTo>
                  <a:close/>
                  <a:moveTo>
                    <a:pt x="619091" y="81346"/>
                  </a:moveTo>
                  <a:lnTo>
                    <a:pt x="583613" y="112394"/>
                  </a:lnTo>
                  <a:lnTo>
                    <a:pt x="612989" y="103187"/>
                  </a:lnTo>
                  <a:close/>
                  <a:moveTo>
                    <a:pt x="529780" y="2129"/>
                  </a:moveTo>
                  <a:lnTo>
                    <a:pt x="552155" y="36061"/>
                  </a:lnTo>
                  <a:lnTo>
                    <a:pt x="541471" y="0"/>
                  </a:lnTo>
                  <a:close/>
                  <a:moveTo>
                    <a:pt x="619880" y="52837"/>
                  </a:moveTo>
                  <a:lnTo>
                    <a:pt x="619091" y="81346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19880" y="52837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50528" y="10262"/>
                  </a:lnTo>
                  <a:lnTo>
                    <a:pt x="619880" y="52837"/>
                  </a:lnTo>
                  <a:close/>
                  <a:moveTo>
                    <a:pt x="659645" y="47597"/>
                  </a:moveTo>
                  <a:lnTo>
                    <a:pt x="694760" y="46137"/>
                  </a:lnTo>
                  <a:lnTo>
                    <a:pt x="686100" y="8431"/>
                  </a:lnTo>
                  <a:close/>
                  <a:moveTo>
                    <a:pt x="659645" y="47597"/>
                  </a:moveTo>
                  <a:lnTo>
                    <a:pt x="686100" y="8431"/>
                  </a:lnTo>
                  <a:lnTo>
                    <a:pt x="650528" y="1026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511" name="Input_density__211">
              <a:extLst>
                <a:ext uri="{FF2B5EF4-FFF2-40B4-BE49-F238E27FC236}">
                  <a16:creationId xmlns:a16="http://schemas.microsoft.com/office/drawing/2014/main" id="{12768A10-8864-C039-DA25-A7DA65DA9E0A}"/>
                </a:ext>
              </a:extLst>
            </p:cNvPr>
            <p:cNvSpPr>
              <a:spLocks noGrp="1"/>
            </p:cNvSpPr>
            <p:nvPr/>
          </p:nvSpPr>
          <p:spPr>
            <a:xfrm>
              <a:off x="658093" y="2007768"/>
              <a:ext cx="647150" cy="247443"/>
            </a:xfrm>
            <a:custGeom>
              <a:avLst/>
              <a:gdLst/>
              <a:ahLst/>
              <a:cxnLst/>
              <a:rect l="0" t="0" r="0" b="0"/>
              <a:pathLst>
                <a:path w="647150" h="247443">
                  <a:moveTo>
                    <a:pt x="19224" y="183952"/>
                  </a:moveTo>
                  <a:lnTo>
                    <a:pt x="33583" y="204717"/>
                  </a:lnTo>
                  <a:lnTo>
                    <a:pt x="37179" y="176513"/>
                  </a:lnTo>
                  <a:close/>
                  <a:moveTo>
                    <a:pt x="11428" y="93258"/>
                  </a:moveTo>
                  <a:lnTo>
                    <a:pt x="45420" y="125067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47392" y="78716"/>
                  </a:lnTo>
                  <a:lnTo>
                    <a:pt x="45420" y="125067"/>
                  </a:lnTo>
                  <a:close/>
                  <a:moveTo>
                    <a:pt x="0" y="56503"/>
                  </a:moveTo>
                  <a:lnTo>
                    <a:pt x="47392" y="78716"/>
                  </a:lnTo>
                  <a:lnTo>
                    <a:pt x="33958" y="44890"/>
                  </a:lnTo>
                  <a:close/>
                  <a:moveTo>
                    <a:pt x="0" y="56503"/>
                  </a:moveTo>
                  <a:lnTo>
                    <a:pt x="11428" y="93258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50949" y="39320"/>
                  </a:lnTo>
                  <a:lnTo>
                    <a:pt x="47392" y="78716"/>
                  </a:lnTo>
                  <a:close/>
                  <a:moveTo>
                    <a:pt x="50949" y="39320"/>
                  </a:moveTo>
                  <a:lnTo>
                    <a:pt x="33958" y="44890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81701" y="112830"/>
                  </a:lnTo>
                  <a:lnTo>
                    <a:pt x="113842" y="95646"/>
                  </a:lnTo>
                  <a:close/>
                  <a:moveTo>
                    <a:pt x="55095" y="76075"/>
                  </a:moveTo>
                  <a:lnTo>
                    <a:pt x="113842" y="95646"/>
                  </a:lnTo>
                  <a:lnTo>
                    <a:pt x="101918" y="58891"/>
                  </a:lnTo>
                  <a:close/>
                  <a:moveTo>
                    <a:pt x="50949" y="39320"/>
                  </a:moveTo>
                  <a:lnTo>
                    <a:pt x="103179" y="51724"/>
                  </a:lnTo>
                  <a:lnTo>
                    <a:pt x="89884" y="26512"/>
                  </a:lnTo>
                  <a:close/>
                  <a:moveTo>
                    <a:pt x="101918" y="58891"/>
                  </a:moveTo>
                  <a:lnTo>
                    <a:pt x="103179" y="51724"/>
                  </a:lnTo>
                  <a:lnTo>
                    <a:pt x="50949" y="39320"/>
                  </a:lnTo>
                  <a:close/>
                  <a:moveTo>
                    <a:pt x="55095" y="76075"/>
                  </a:moveTo>
                  <a:lnTo>
                    <a:pt x="101918" y="58891"/>
                  </a:lnTo>
                  <a:lnTo>
                    <a:pt x="50949" y="39320"/>
                  </a:lnTo>
                  <a:close/>
                  <a:moveTo>
                    <a:pt x="66874" y="12194"/>
                  </a:moveTo>
                  <a:lnTo>
                    <a:pt x="50949" y="39320"/>
                  </a:lnTo>
                  <a:lnTo>
                    <a:pt x="89884" y="26512"/>
                  </a:lnTo>
                  <a:close/>
                  <a:moveTo>
                    <a:pt x="106351" y="22136"/>
                  </a:moveTo>
                  <a:lnTo>
                    <a:pt x="66874" y="12194"/>
                  </a:lnTo>
                  <a:lnTo>
                    <a:pt x="89884" y="26512"/>
                  </a:lnTo>
                  <a:close/>
                  <a:moveTo>
                    <a:pt x="89884" y="26512"/>
                  </a:moveTo>
                  <a:lnTo>
                    <a:pt x="103179" y="51724"/>
                  </a:lnTo>
                  <a:lnTo>
                    <a:pt x="106351" y="22136"/>
                  </a:lnTo>
                  <a:close/>
                  <a:moveTo>
                    <a:pt x="115650" y="95059"/>
                  </a:moveTo>
                  <a:lnTo>
                    <a:pt x="149926" y="94281"/>
                  </a:lnTo>
                  <a:lnTo>
                    <a:pt x="149414" y="49951"/>
                  </a:lnTo>
                  <a:close/>
                  <a:moveTo>
                    <a:pt x="115650" y="95059"/>
                  </a:moveTo>
                  <a:lnTo>
                    <a:pt x="149414" y="49951"/>
                  </a:lnTo>
                  <a:lnTo>
                    <a:pt x="107212" y="57171"/>
                  </a:lnTo>
                  <a:close/>
                  <a:moveTo>
                    <a:pt x="149926" y="94281"/>
                  </a:moveTo>
                  <a:lnTo>
                    <a:pt x="191117" y="87882"/>
                  </a:lnTo>
                  <a:lnTo>
                    <a:pt x="188965" y="44884"/>
                  </a:lnTo>
                  <a:close/>
                  <a:moveTo>
                    <a:pt x="149926" y="94281"/>
                  </a:moveTo>
                  <a:lnTo>
                    <a:pt x="188965" y="44884"/>
                  </a:lnTo>
                  <a:lnTo>
                    <a:pt x="149414" y="49951"/>
                  </a:lnTo>
                  <a:close/>
                  <a:moveTo>
                    <a:pt x="191117" y="87882"/>
                  </a:moveTo>
                  <a:lnTo>
                    <a:pt x="149926" y="94281"/>
                  </a:lnTo>
                  <a:lnTo>
                    <a:pt x="209637" y="104391"/>
                  </a:lnTo>
                  <a:close/>
                  <a:moveTo>
                    <a:pt x="103179" y="51724"/>
                  </a:moveTo>
                  <a:lnTo>
                    <a:pt x="101918" y="58891"/>
                  </a:lnTo>
                  <a:lnTo>
                    <a:pt x="107212" y="57171"/>
                  </a:lnTo>
                  <a:close/>
                  <a:moveTo>
                    <a:pt x="107212" y="57171"/>
                  </a:moveTo>
                  <a:lnTo>
                    <a:pt x="106351" y="22136"/>
                  </a:lnTo>
                  <a:lnTo>
                    <a:pt x="103179" y="51724"/>
                  </a:lnTo>
                  <a:close/>
                  <a:moveTo>
                    <a:pt x="139718" y="13086"/>
                  </a:moveTo>
                  <a:lnTo>
                    <a:pt x="106351" y="2213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39718" y="1308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77528" y="9435"/>
                  </a:lnTo>
                  <a:lnTo>
                    <a:pt x="139718" y="13086"/>
                  </a:lnTo>
                  <a:close/>
                  <a:moveTo>
                    <a:pt x="122665" y="0"/>
                  </a:moveTo>
                  <a:lnTo>
                    <a:pt x="106351" y="22136"/>
                  </a:lnTo>
                  <a:lnTo>
                    <a:pt x="139718" y="13086"/>
                  </a:lnTo>
                  <a:close/>
                  <a:moveTo>
                    <a:pt x="485770" y="100423"/>
                  </a:moveTo>
                  <a:lnTo>
                    <a:pt x="485610" y="100487"/>
                  </a:lnTo>
                  <a:lnTo>
                    <a:pt x="480140" y="149681"/>
                  </a:lnTo>
                  <a:close/>
                  <a:moveTo>
                    <a:pt x="423817" y="89876"/>
                  </a:moveTo>
                  <a:lnTo>
                    <a:pt x="436798" y="117606"/>
                  </a:lnTo>
                  <a:lnTo>
                    <a:pt x="467839" y="63668"/>
                  </a:lnTo>
                  <a:close/>
                  <a:moveTo>
                    <a:pt x="467839" y="63668"/>
                  </a:moveTo>
                  <a:lnTo>
                    <a:pt x="436798" y="117606"/>
                  </a:lnTo>
                  <a:lnTo>
                    <a:pt x="485582" y="100022"/>
                  </a:lnTo>
                  <a:close/>
                  <a:moveTo>
                    <a:pt x="485582" y="100022"/>
                  </a:moveTo>
                  <a:lnTo>
                    <a:pt x="436798" y="117606"/>
                  </a:lnTo>
                  <a:lnTo>
                    <a:pt x="485610" y="100487"/>
                  </a:lnTo>
                  <a:close/>
                  <a:moveTo>
                    <a:pt x="485610" y="100487"/>
                  </a:moveTo>
                  <a:lnTo>
                    <a:pt x="485770" y="100423"/>
                  </a:lnTo>
                  <a:lnTo>
                    <a:pt x="485582" y="100022"/>
                  </a:lnTo>
                  <a:close/>
                  <a:moveTo>
                    <a:pt x="578337" y="210688"/>
                  </a:moveTo>
                  <a:lnTo>
                    <a:pt x="607688" y="211192"/>
                  </a:lnTo>
                  <a:lnTo>
                    <a:pt x="585775" y="207472"/>
                  </a:lnTo>
                  <a:close/>
                  <a:moveTo>
                    <a:pt x="601570" y="230260"/>
                  </a:moveTo>
                  <a:lnTo>
                    <a:pt x="607688" y="211192"/>
                  </a:lnTo>
                  <a:lnTo>
                    <a:pt x="578337" y="210688"/>
                  </a:lnTo>
                  <a:close/>
                  <a:moveTo>
                    <a:pt x="574792" y="247443"/>
                  </a:moveTo>
                  <a:lnTo>
                    <a:pt x="601570" y="230260"/>
                  </a:lnTo>
                  <a:lnTo>
                    <a:pt x="578337" y="210688"/>
                  </a:lnTo>
                  <a:close/>
                  <a:moveTo>
                    <a:pt x="552037" y="173933"/>
                  </a:moveTo>
                  <a:lnTo>
                    <a:pt x="578337" y="210688"/>
                  </a:lnTo>
                  <a:lnTo>
                    <a:pt x="585775" y="207472"/>
                  </a:lnTo>
                  <a:close/>
                  <a:moveTo>
                    <a:pt x="613369" y="193504"/>
                  </a:moveTo>
                  <a:lnTo>
                    <a:pt x="601837" y="156749"/>
                  </a:lnTo>
                  <a:lnTo>
                    <a:pt x="585775" y="207472"/>
                  </a:lnTo>
                  <a:close/>
                  <a:moveTo>
                    <a:pt x="601837" y="156749"/>
                  </a:moveTo>
                  <a:lnTo>
                    <a:pt x="587133" y="161622"/>
                  </a:lnTo>
                  <a:lnTo>
                    <a:pt x="585775" y="207472"/>
                  </a:lnTo>
                  <a:close/>
                  <a:moveTo>
                    <a:pt x="585775" y="207472"/>
                  </a:moveTo>
                  <a:lnTo>
                    <a:pt x="607688" y="211192"/>
                  </a:lnTo>
                  <a:lnTo>
                    <a:pt x="613369" y="193504"/>
                  </a:lnTo>
                  <a:close/>
                  <a:moveTo>
                    <a:pt x="482268" y="58457"/>
                  </a:moveTo>
                  <a:lnTo>
                    <a:pt x="485582" y="100022"/>
                  </a:lnTo>
                  <a:lnTo>
                    <a:pt x="523278" y="46485"/>
                  </a:lnTo>
                  <a:close/>
                  <a:moveTo>
                    <a:pt x="523278" y="46485"/>
                  </a:moveTo>
                  <a:lnTo>
                    <a:pt x="485582" y="100022"/>
                  </a:lnTo>
                  <a:lnTo>
                    <a:pt x="485770" y="100423"/>
                  </a:lnTo>
                  <a:close/>
                  <a:moveTo>
                    <a:pt x="523278" y="46485"/>
                  </a:moveTo>
                  <a:lnTo>
                    <a:pt x="485770" y="100423"/>
                  </a:lnTo>
                  <a:lnTo>
                    <a:pt x="530806" y="83239"/>
                  </a:lnTo>
                  <a:close/>
                  <a:moveTo>
                    <a:pt x="467839" y="63668"/>
                  </a:moveTo>
                  <a:lnTo>
                    <a:pt x="485582" y="100022"/>
                  </a:lnTo>
                  <a:lnTo>
                    <a:pt x="482268" y="58457"/>
                  </a:lnTo>
                  <a:close/>
                  <a:moveTo>
                    <a:pt x="449989" y="26913"/>
                  </a:moveTo>
                  <a:lnTo>
                    <a:pt x="482268" y="58457"/>
                  </a:lnTo>
                  <a:lnTo>
                    <a:pt x="477973" y="17203"/>
                  </a:lnTo>
                  <a:close/>
                  <a:moveTo>
                    <a:pt x="449989" y="26913"/>
                  </a:moveTo>
                  <a:lnTo>
                    <a:pt x="467839" y="63668"/>
                  </a:lnTo>
                  <a:lnTo>
                    <a:pt x="482268" y="58457"/>
                  </a:lnTo>
                  <a:close/>
                  <a:moveTo>
                    <a:pt x="523278" y="46485"/>
                  </a:moveTo>
                  <a:lnTo>
                    <a:pt x="511413" y="9730"/>
                  </a:lnTo>
                  <a:lnTo>
                    <a:pt x="482268" y="58457"/>
                  </a:lnTo>
                  <a:close/>
                  <a:moveTo>
                    <a:pt x="511413" y="9730"/>
                  </a:moveTo>
                  <a:lnTo>
                    <a:pt x="477973" y="17203"/>
                  </a:lnTo>
                  <a:lnTo>
                    <a:pt x="482268" y="58457"/>
                  </a:lnTo>
                  <a:close/>
                  <a:moveTo>
                    <a:pt x="601837" y="156749"/>
                  </a:moveTo>
                  <a:lnTo>
                    <a:pt x="647150" y="184664"/>
                  </a:lnTo>
                  <a:lnTo>
                    <a:pt x="635696" y="149229"/>
                  </a:lnTo>
                  <a:close/>
                  <a:moveTo>
                    <a:pt x="601837" y="156749"/>
                  </a:moveTo>
                  <a:lnTo>
                    <a:pt x="613369" y="193504"/>
                  </a:lnTo>
                  <a:lnTo>
                    <a:pt x="647150" y="184664"/>
                  </a:lnTo>
                  <a:close/>
                  <a:moveTo>
                    <a:pt x="546260" y="78269"/>
                  </a:moveTo>
                  <a:lnTo>
                    <a:pt x="544717" y="100330"/>
                  </a:lnTo>
                  <a:lnTo>
                    <a:pt x="579879" y="66056"/>
                  </a:lnTo>
                  <a:close/>
                  <a:moveTo>
                    <a:pt x="530806" y="83239"/>
                  </a:moveTo>
                  <a:lnTo>
                    <a:pt x="544717" y="100330"/>
                  </a:lnTo>
                  <a:lnTo>
                    <a:pt x="546260" y="78269"/>
                  </a:lnTo>
                  <a:close/>
                  <a:moveTo>
                    <a:pt x="523278" y="46485"/>
                  </a:moveTo>
                  <a:lnTo>
                    <a:pt x="546260" y="78269"/>
                  </a:lnTo>
                  <a:lnTo>
                    <a:pt x="533787" y="43661"/>
                  </a:lnTo>
                  <a:close/>
                  <a:moveTo>
                    <a:pt x="523278" y="46485"/>
                  </a:moveTo>
                  <a:lnTo>
                    <a:pt x="530806" y="83239"/>
                  </a:lnTo>
                  <a:lnTo>
                    <a:pt x="546260" y="78269"/>
                  </a:lnTo>
                  <a:close/>
                  <a:moveTo>
                    <a:pt x="579879" y="66056"/>
                  </a:moveTo>
                  <a:lnTo>
                    <a:pt x="584933" y="29909"/>
                  </a:lnTo>
                  <a:lnTo>
                    <a:pt x="546260" y="78269"/>
                  </a:lnTo>
                  <a:close/>
                  <a:moveTo>
                    <a:pt x="546260" y="78269"/>
                  </a:moveTo>
                  <a:lnTo>
                    <a:pt x="584933" y="29909"/>
                  </a:lnTo>
                  <a:lnTo>
                    <a:pt x="584210" y="29757"/>
                  </a:lnTo>
                  <a:close/>
                  <a:moveTo>
                    <a:pt x="546260" y="78269"/>
                  </a:moveTo>
                  <a:lnTo>
                    <a:pt x="584210" y="29757"/>
                  </a:lnTo>
                  <a:lnTo>
                    <a:pt x="533787" y="43661"/>
                  </a:lnTo>
                  <a:close/>
                  <a:moveTo>
                    <a:pt x="511413" y="9730"/>
                  </a:moveTo>
                  <a:lnTo>
                    <a:pt x="523278" y="46485"/>
                  </a:lnTo>
                  <a:lnTo>
                    <a:pt x="533787" y="43661"/>
                  </a:lnTo>
                  <a:close/>
                  <a:moveTo>
                    <a:pt x="533787" y="43661"/>
                  </a:moveTo>
                  <a:lnTo>
                    <a:pt x="584210" y="29757"/>
                  </a:lnTo>
                  <a:lnTo>
                    <a:pt x="523103" y="7600"/>
                  </a:lnTo>
                  <a:close/>
                  <a:moveTo>
                    <a:pt x="584210" y="29757"/>
                  </a:moveTo>
                  <a:lnTo>
                    <a:pt x="584933" y="29909"/>
                  </a:lnTo>
                  <a:lnTo>
                    <a:pt x="585003" y="29301"/>
                  </a:lnTo>
                  <a:close/>
                  <a:moveTo>
                    <a:pt x="579879" y="66056"/>
                  </a:moveTo>
                  <a:lnTo>
                    <a:pt x="600723" y="88946"/>
                  </a:lnTo>
                  <a:lnTo>
                    <a:pt x="601512" y="60438"/>
                  </a:lnTo>
                  <a:close/>
                  <a:moveTo>
                    <a:pt x="584933" y="29909"/>
                  </a:moveTo>
                  <a:lnTo>
                    <a:pt x="579879" y="66056"/>
                  </a:lnTo>
                  <a:lnTo>
                    <a:pt x="601512" y="60438"/>
                  </a:lnTo>
                  <a:close/>
                  <a:moveTo>
                    <a:pt x="601512" y="60438"/>
                  </a:moveTo>
                  <a:lnTo>
                    <a:pt x="585003" y="29301"/>
                  </a:lnTo>
                  <a:lnTo>
                    <a:pt x="584933" y="29909"/>
                  </a:lnTo>
                  <a:close/>
                  <a:moveTo>
                    <a:pt x="632160" y="17863"/>
                  </a:moveTo>
                  <a:lnTo>
                    <a:pt x="585003" y="29301"/>
                  </a:lnTo>
                  <a:lnTo>
                    <a:pt x="601512" y="6043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12" name="Input_density__212">
              <a:extLst>
                <a:ext uri="{FF2B5EF4-FFF2-40B4-BE49-F238E27FC236}">
                  <a16:creationId xmlns:a16="http://schemas.microsoft.com/office/drawing/2014/main" id="{F5EC0135-C9B1-43EE-3CC2-1ADCEF9D5E7D}"/>
                </a:ext>
              </a:extLst>
            </p:cNvPr>
            <p:cNvSpPr>
              <a:spLocks noGrp="1"/>
            </p:cNvSpPr>
            <p:nvPr/>
          </p:nvSpPr>
          <p:spPr>
            <a:xfrm>
              <a:off x="761208" y="2105368"/>
              <a:ext cx="609036" cy="172362"/>
            </a:xfrm>
            <a:custGeom>
              <a:avLst/>
              <a:gdLst/>
              <a:ahLst/>
              <a:cxnLst/>
              <a:rect l="0" t="0" r="0" b="0"/>
              <a:pathLst>
                <a:path w="609036" h="172362">
                  <a:moveTo>
                    <a:pt x="34118" y="149286"/>
                  </a:moveTo>
                  <a:lnTo>
                    <a:pt x="73610" y="172362"/>
                  </a:lnTo>
                  <a:lnTo>
                    <a:pt x="94097" y="152750"/>
                  </a:lnTo>
                  <a:close/>
                  <a:moveTo>
                    <a:pt x="59148" y="146660"/>
                  </a:moveTo>
                  <a:lnTo>
                    <a:pt x="94097" y="152750"/>
                  </a:lnTo>
                  <a:lnTo>
                    <a:pt x="109233" y="113135"/>
                  </a:lnTo>
                  <a:close/>
                  <a:moveTo>
                    <a:pt x="109233" y="113135"/>
                  </a:moveTo>
                  <a:lnTo>
                    <a:pt x="132746" y="115236"/>
                  </a:lnTo>
                  <a:lnTo>
                    <a:pt x="116404" y="108312"/>
                  </a:lnTo>
                  <a:close/>
                  <a:moveTo>
                    <a:pt x="124999" y="143715"/>
                  </a:moveTo>
                  <a:lnTo>
                    <a:pt x="132746" y="115236"/>
                  </a:lnTo>
                  <a:lnTo>
                    <a:pt x="109233" y="113135"/>
                  </a:lnTo>
                  <a:close/>
                  <a:moveTo>
                    <a:pt x="94097" y="152750"/>
                  </a:moveTo>
                  <a:lnTo>
                    <a:pt x="124999" y="143715"/>
                  </a:lnTo>
                  <a:lnTo>
                    <a:pt x="109233" y="113135"/>
                  </a:lnTo>
                  <a:close/>
                  <a:moveTo>
                    <a:pt x="116404" y="108312"/>
                  </a:moveTo>
                  <a:lnTo>
                    <a:pt x="132746" y="115236"/>
                  </a:lnTo>
                  <a:lnTo>
                    <a:pt x="135107" y="85296"/>
                  </a:lnTo>
                  <a:close/>
                  <a:moveTo>
                    <a:pt x="0" y="50091"/>
                  </a:moveTo>
                  <a:lnTo>
                    <a:pt x="4300" y="15230"/>
                  </a:lnTo>
                  <a:lnTo>
                    <a:pt x="1118" y="51488"/>
                  </a:lnTo>
                  <a:close/>
                  <a:moveTo>
                    <a:pt x="42729" y="0"/>
                  </a:moveTo>
                  <a:lnTo>
                    <a:pt x="4300" y="15230"/>
                  </a:lnTo>
                  <a:lnTo>
                    <a:pt x="22455" y="9471"/>
                  </a:lnTo>
                  <a:close/>
                  <a:moveTo>
                    <a:pt x="119654" y="55889"/>
                  </a:moveTo>
                  <a:lnTo>
                    <a:pt x="135107" y="85296"/>
                  </a:lnTo>
                  <a:lnTo>
                    <a:pt x="141401" y="63452"/>
                  </a:lnTo>
                  <a:close/>
                  <a:moveTo>
                    <a:pt x="116404" y="108312"/>
                  </a:moveTo>
                  <a:lnTo>
                    <a:pt x="135107" y="85296"/>
                  </a:lnTo>
                  <a:lnTo>
                    <a:pt x="111256" y="105618"/>
                  </a:lnTo>
                  <a:close/>
                  <a:moveTo>
                    <a:pt x="169625" y="67595"/>
                  </a:moveTo>
                  <a:lnTo>
                    <a:pt x="141401" y="63452"/>
                  </a:lnTo>
                  <a:lnTo>
                    <a:pt x="135107" y="85296"/>
                  </a:lnTo>
                  <a:close/>
                  <a:moveTo>
                    <a:pt x="568335" y="156803"/>
                  </a:moveTo>
                  <a:lnTo>
                    <a:pt x="581924" y="169415"/>
                  </a:lnTo>
                  <a:lnTo>
                    <a:pt x="588913" y="122415"/>
                  </a:lnTo>
                  <a:close/>
                  <a:moveTo>
                    <a:pt x="585035" y="80821"/>
                  </a:moveTo>
                  <a:lnTo>
                    <a:pt x="588913" y="122415"/>
                  </a:lnTo>
                  <a:lnTo>
                    <a:pt x="609036" y="88396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513" name="Input_density__213">
              <a:extLst>
                <a:ext uri="{FF2B5EF4-FFF2-40B4-BE49-F238E27FC236}">
                  <a16:creationId xmlns:a16="http://schemas.microsoft.com/office/drawing/2014/main" id="{633FF1EF-1A96-A8E6-4899-510964E5A772}"/>
                </a:ext>
              </a:extLst>
            </p:cNvPr>
            <p:cNvSpPr>
              <a:spLocks noGrp="1"/>
            </p:cNvSpPr>
            <p:nvPr/>
          </p:nvSpPr>
          <p:spPr>
            <a:xfrm>
              <a:off x="834818" y="2227783"/>
              <a:ext cx="522674" cy="49946"/>
            </a:xfrm>
            <a:custGeom>
              <a:avLst/>
              <a:gdLst/>
              <a:ahLst/>
              <a:cxnLst/>
              <a:rect l="0" t="0" r="0" b="0"/>
              <a:pathLst>
                <a:path w="522674" h="49946">
                  <a:moveTo>
                    <a:pt x="20487" y="30335"/>
                  </a:moveTo>
                  <a:lnTo>
                    <a:pt x="0" y="49946"/>
                  </a:lnTo>
                  <a:lnTo>
                    <a:pt x="51390" y="21299"/>
                  </a:lnTo>
                  <a:close/>
                  <a:moveTo>
                    <a:pt x="515303" y="0"/>
                  </a:moveTo>
                  <a:lnTo>
                    <a:pt x="508314" y="46999"/>
                  </a:lnTo>
                  <a:lnTo>
                    <a:pt x="510791" y="40488"/>
                  </a:lnTo>
                  <a:close/>
                  <a:moveTo>
                    <a:pt x="515303" y="0"/>
                  </a:moveTo>
                  <a:lnTo>
                    <a:pt x="510791" y="40488"/>
                  </a:lnTo>
                  <a:lnTo>
                    <a:pt x="522674" y="1024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514" name="Input_density__214">
              <a:extLst>
                <a:ext uri="{FF2B5EF4-FFF2-40B4-BE49-F238E27FC236}">
                  <a16:creationId xmlns:a16="http://schemas.microsoft.com/office/drawing/2014/main" id="{5B19B620-F4BF-457D-CE09-1C86EB6584D2}"/>
                </a:ext>
              </a:extLst>
            </p:cNvPr>
            <p:cNvSpPr>
              <a:spLocks noGrp="1"/>
            </p:cNvSpPr>
            <p:nvPr/>
          </p:nvSpPr>
          <p:spPr>
            <a:xfrm>
              <a:off x="1277550" y="2268271"/>
              <a:ext cx="68059" cy="62532"/>
            </a:xfrm>
            <a:custGeom>
              <a:avLst/>
              <a:gdLst/>
              <a:ahLst/>
              <a:cxnLst/>
              <a:rect l="0" t="0" r="0" b="0"/>
              <a:pathLst>
                <a:path w="68059" h="62532">
                  <a:moveTo>
                    <a:pt x="23002" y="52326"/>
                  </a:moveTo>
                  <a:lnTo>
                    <a:pt x="0" y="62532"/>
                  </a:lnTo>
                  <a:lnTo>
                    <a:pt x="49854" y="28145"/>
                  </a:lnTo>
                  <a:close/>
                  <a:moveTo>
                    <a:pt x="8168" y="60450"/>
                  </a:moveTo>
                  <a:lnTo>
                    <a:pt x="23002" y="52326"/>
                  </a:lnTo>
                  <a:lnTo>
                    <a:pt x="44379" y="36040"/>
                  </a:lnTo>
                  <a:close/>
                  <a:moveTo>
                    <a:pt x="44379" y="36040"/>
                  </a:moveTo>
                  <a:lnTo>
                    <a:pt x="58457" y="15734"/>
                  </a:lnTo>
                  <a:lnTo>
                    <a:pt x="65582" y="6512"/>
                  </a:lnTo>
                  <a:close/>
                  <a:moveTo>
                    <a:pt x="49854" y="28145"/>
                  </a:moveTo>
                  <a:lnTo>
                    <a:pt x="58457" y="15734"/>
                  </a:lnTo>
                  <a:lnTo>
                    <a:pt x="44379" y="36040"/>
                  </a:lnTo>
                  <a:close/>
                  <a:moveTo>
                    <a:pt x="23002" y="52326"/>
                  </a:moveTo>
                  <a:lnTo>
                    <a:pt x="49854" y="28145"/>
                  </a:lnTo>
                  <a:lnTo>
                    <a:pt x="44379" y="36040"/>
                  </a:lnTo>
                  <a:close/>
                  <a:moveTo>
                    <a:pt x="52348" y="23695"/>
                  </a:moveTo>
                  <a:lnTo>
                    <a:pt x="68059" y="0"/>
                  </a:lnTo>
                  <a:lnTo>
                    <a:pt x="58457" y="15734"/>
                  </a:lnTo>
                  <a:close/>
                  <a:moveTo>
                    <a:pt x="65582" y="6512"/>
                  </a:moveTo>
                  <a:lnTo>
                    <a:pt x="58457" y="15734"/>
                  </a:lnTo>
                  <a:lnTo>
                    <a:pt x="680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15" name="Input_density__215">
              <a:extLst>
                <a:ext uri="{FF2B5EF4-FFF2-40B4-BE49-F238E27FC236}">
                  <a16:creationId xmlns:a16="http://schemas.microsoft.com/office/drawing/2014/main" id="{E9646594-72F8-A1D2-2C20-6D8959AB2541}"/>
                </a:ext>
              </a:extLst>
            </p:cNvPr>
            <p:cNvSpPr>
              <a:spLocks noGrp="1"/>
            </p:cNvSpPr>
            <p:nvPr/>
          </p:nvSpPr>
          <p:spPr>
            <a:xfrm>
              <a:off x="820356" y="2121180"/>
              <a:ext cx="529765" cy="217166"/>
            </a:xfrm>
            <a:custGeom>
              <a:avLst/>
              <a:gdLst/>
              <a:ahLst/>
              <a:cxnLst/>
              <a:rect l="0" t="0" r="0" b="0"/>
              <a:pathLst>
                <a:path w="529765" h="217166">
                  <a:moveTo>
                    <a:pt x="656" y="92499"/>
                  </a:moveTo>
                  <a:lnTo>
                    <a:pt x="0" y="130847"/>
                  </a:lnTo>
                  <a:lnTo>
                    <a:pt x="18508" y="103836"/>
                  </a:lnTo>
                  <a:close/>
                  <a:moveTo>
                    <a:pt x="18508" y="103836"/>
                  </a:moveTo>
                  <a:lnTo>
                    <a:pt x="0" y="130847"/>
                  </a:lnTo>
                  <a:lnTo>
                    <a:pt x="50085" y="97322"/>
                  </a:lnTo>
                  <a:close/>
                  <a:moveTo>
                    <a:pt x="656" y="92499"/>
                  </a:moveTo>
                  <a:lnTo>
                    <a:pt x="18508" y="103836"/>
                  </a:lnTo>
                  <a:lnTo>
                    <a:pt x="23315" y="86125"/>
                  </a:lnTo>
                  <a:close/>
                  <a:moveTo>
                    <a:pt x="52108" y="89805"/>
                  </a:moveTo>
                  <a:lnTo>
                    <a:pt x="23315" y="86125"/>
                  </a:lnTo>
                  <a:lnTo>
                    <a:pt x="18508" y="103836"/>
                  </a:lnTo>
                  <a:close/>
                  <a:moveTo>
                    <a:pt x="23315" y="86125"/>
                  </a:moveTo>
                  <a:lnTo>
                    <a:pt x="52108" y="89805"/>
                  </a:lnTo>
                  <a:lnTo>
                    <a:pt x="29263" y="47839"/>
                  </a:lnTo>
                  <a:close/>
                  <a:moveTo>
                    <a:pt x="52108" y="89805"/>
                  </a:moveTo>
                  <a:lnTo>
                    <a:pt x="60506" y="40076"/>
                  </a:lnTo>
                  <a:lnTo>
                    <a:pt x="29263" y="47839"/>
                  </a:lnTo>
                  <a:close/>
                  <a:moveTo>
                    <a:pt x="60506" y="40076"/>
                  </a:moveTo>
                  <a:lnTo>
                    <a:pt x="82253" y="47639"/>
                  </a:lnTo>
                  <a:lnTo>
                    <a:pt x="63610" y="38561"/>
                  </a:lnTo>
                  <a:close/>
                  <a:moveTo>
                    <a:pt x="60832" y="37966"/>
                  </a:moveTo>
                  <a:lnTo>
                    <a:pt x="29263" y="47839"/>
                  </a:lnTo>
                  <a:lnTo>
                    <a:pt x="60506" y="40076"/>
                  </a:lnTo>
                  <a:close/>
                  <a:moveTo>
                    <a:pt x="60832" y="37966"/>
                  </a:moveTo>
                  <a:lnTo>
                    <a:pt x="60506" y="40076"/>
                  </a:lnTo>
                  <a:lnTo>
                    <a:pt x="63610" y="38561"/>
                  </a:lnTo>
                  <a:close/>
                  <a:moveTo>
                    <a:pt x="52491" y="0"/>
                  </a:moveTo>
                  <a:lnTo>
                    <a:pt x="60832" y="37966"/>
                  </a:lnTo>
                  <a:lnTo>
                    <a:pt x="63610" y="38561"/>
                  </a:lnTo>
                  <a:close/>
                  <a:moveTo>
                    <a:pt x="409424" y="207541"/>
                  </a:moveTo>
                  <a:lnTo>
                    <a:pt x="403890" y="217166"/>
                  </a:lnTo>
                  <a:lnTo>
                    <a:pt x="416929" y="212023"/>
                  </a:lnTo>
                  <a:close/>
                  <a:moveTo>
                    <a:pt x="501458" y="102527"/>
                  </a:moveTo>
                  <a:lnTo>
                    <a:pt x="509187" y="140991"/>
                  </a:lnTo>
                  <a:lnTo>
                    <a:pt x="529765" y="10660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516" name="Input_density__216">
              <a:extLst>
                <a:ext uri="{FF2B5EF4-FFF2-40B4-BE49-F238E27FC236}">
                  <a16:creationId xmlns:a16="http://schemas.microsoft.com/office/drawing/2014/main" id="{71995767-7589-7010-E26B-200819037B38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12159"/>
              <a:ext cx="589749" cy="226187"/>
            </a:xfrm>
            <a:custGeom>
              <a:avLst/>
              <a:gdLst/>
              <a:ahLst/>
              <a:cxnLst/>
              <a:rect l="0" t="0" r="0" b="0"/>
              <a:pathLst>
                <a:path w="589749" h="226187">
                  <a:moveTo>
                    <a:pt x="81217" y="101520"/>
                  </a:moveTo>
                  <a:lnTo>
                    <a:pt x="56340" y="118704"/>
                  </a:lnTo>
                  <a:lnTo>
                    <a:pt x="80562" y="139868"/>
                  </a:lnTo>
                  <a:close/>
                  <a:moveTo>
                    <a:pt x="55608" y="74938"/>
                  </a:moveTo>
                  <a:lnTo>
                    <a:pt x="37152" y="77557"/>
                  </a:lnTo>
                  <a:lnTo>
                    <a:pt x="81217" y="101520"/>
                  </a:lnTo>
                  <a:close/>
                  <a:moveTo>
                    <a:pt x="81217" y="101520"/>
                  </a:moveTo>
                  <a:lnTo>
                    <a:pt x="37152" y="77557"/>
                  </a:lnTo>
                  <a:lnTo>
                    <a:pt x="33850" y="81948"/>
                  </a:lnTo>
                  <a:close/>
                  <a:moveTo>
                    <a:pt x="81217" y="101520"/>
                  </a:moveTo>
                  <a:lnTo>
                    <a:pt x="33850" y="81948"/>
                  </a:lnTo>
                  <a:lnTo>
                    <a:pt x="56340" y="118704"/>
                  </a:lnTo>
                  <a:close/>
                  <a:moveTo>
                    <a:pt x="61809" y="39852"/>
                  </a:moveTo>
                  <a:lnTo>
                    <a:pt x="33850" y="81948"/>
                  </a:lnTo>
                  <a:lnTo>
                    <a:pt x="37152" y="77557"/>
                  </a:lnTo>
                  <a:close/>
                  <a:moveTo>
                    <a:pt x="30005" y="28010"/>
                  </a:moveTo>
                  <a:lnTo>
                    <a:pt x="21414" y="43300"/>
                  </a:lnTo>
                  <a:lnTo>
                    <a:pt x="22532" y="44696"/>
                  </a:lnTo>
                  <a:close/>
                  <a:moveTo>
                    <a:pt x="0" y="8439"/>
                  </a:moveTo>
                  <a:lnTo>
                    <a:pt x="21414" y="43300"/>
                  </a:lnTo>
                  <a:lnTo>
                    <a:pt x="30005" y="28010"/>
                  </a:lnTo>
                  <a:close/>
                  <a:moveTo>
                    <a:pt x="46271" y="64765"/>
                  </a:moveTo>
                  <a:lnTo>
                    <a:pt x="22532" y="44696"/>
                  </a:lnTo>
                  <a:lnTo>
                    <a:pt x="37152" y="77557"/>
                  </a:lnTo>
                  <a:close/>
                  <a:moveTo>
                    <a:pt x="141394" y="46987"/>
                  </a:moveTo>
                  <a:lnTo>
                    <a:pt x="111144" y="44491"/>
                  </a:lnTo>
                  <a:lnTo>
                    <a:pt x="109824" y="56860"/>
                  </a:lnTo>
                  <a:close/>
                  <a:moveTo>
                    <a:pt x="111144" y="44491"/>
                  </a:moveTo>
                  <a:lnTo>
                    <a:pt x="141394" y="46987"/>
                  </a:lnTo>
                  <a:lnTo>
                    <a:pt x="133053" y="9021"/>
                  </a:lnTo>
                  <a:close/>
                  <a:moveTo>
                    <a:pt x="133053" y="9021"/>
                  </a:moveTo>
                  <a:lnTo>
                    <a:pt x="144171" y="47582"/>
                  </a:lnTo>
                  <a:lnTo>
                    <a:pt x="149282" y="10827"/>
                  </a:lnTo>
                  <a:close/>
                  <a:moveTo>
                    <a:pt x="133053" y="9021"/>
                  </a:moveTo>
                  <a:lnTo>
                    <a:pt x="149282" y="10827"/>
                  </a:lnTo>
                  <a:lnTo>
                    <a:pt x="127936" y="0"/>
                  </a:lnTo>
                  <a:close/>
                  <a:moveTo>
                    <a:pt x="489985" y="216562"/>
                  </a:moveTo>
                  <a:lnTo>
                    <a:pt x="480011" y="185050"/>
                  </a:lnTo>
                  <a:lnTo>
                    <a:pt x="484452" y="226187"/>
                  </a:lnTo>
                  <a:close/>
                  <a:moveTo>
                    <a:pt x="556722" y="149774"/>
                  </a:moveTo>
                  <a:lnTo>
                    <a:pt x="589749" y="150012"/>
                  </a:lnTo>
                  <a:lnTo>
                    <a:pt x="582020" y="11154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17" name="Input_density__217">
              <a:extLst>
                <a:ext uri="{FF2B5EF4-FFF2-40B4-BE49-F238E27FC236}">
                  <a16:creationId xmlns:a16="http://schemas.microsoft.com/office/drawing/2014/main" id="{1EC17EF1-6538-C7E8-4136-10DBC943442C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03414"/>
              <a:ext cx="508126" cy="225307"/>
            </a:xfrm>
            <a:custGeom>
              <a:avLst/>
              <a:gdLst/>
              <a:ahLst/>
              <a:cxnLst/>
              <a:rect l="0" t="0" r="0" b="0"/>
              <a:pathLst>
                <a:path w="508126" h="225307">
                  <a:moveTo>
                    <a:pt x="32140" y="0"/>
                  </a:moveTo>
                  <a:lnTo>
                    <a:pt x="0" y="17183"/>
                  </a:lnTo>
                  <a:lnTo>
                    <a:pt x="30005" y="36755"/>
                  </a:lnTo>
                  <a:close/>
                  <a:moveTo>
                    <a:pt x="46271" y="73510"/>
                  </a:moveTo>
                  <a:lnTo>
                    <a:pt x="37152" y="86302"/>
                  </a:lnTo>
                  <a:lnTo>
                    <a:pt x="55608" y="83682"/>
                  </a:lnTo>
                  <a:close/>
                  <a:moveTo>
                    <a:pt x="46271" y="73510"/>
                  </a:moveTo>
                  <a:lnTo>
                    <a:pt x="30005" y="36755"/>
                  </a:lnTo>
                  <a:lnTo>
                    <a:pt x="22532" y="53441"/>
                  </a:lnTo>
                  <a:close/>
                  <a:moveTo>
                    <a:pt x="111144" y="53236"/>
                  </a:moveTo>
                  <a:lnTo>
                    <a:pt x="133053" y="17766"/>
                  </a:lnTo>
                  <a:lnTo>
                    <a:pt x="99282" y="18132"/>
                  </a:lnTo>
                  <a:close/>
                  <a:moveTo>
                    <a:pt x="99282" y="18132"/>
                  </a:moveTo>
                  <a:lnTo>
                    <a:pt x="127936" y="8745"/>
                  </a:lnTo>
                  <a:lnTo>
                    <a:pt x="95693" y="12769"/>
                  </a:lnTo>
                  <a:close/>
                  <a:moveTo>
                    <a:pt x="99282" y="18132"/>
                  </a:moveTo>
                  <a:lnTo>
                    <a:pt x="133053" y="17766"/>
                  </a:lnTo>
                  <a:lnTo>
                    <a:pt x="127936" y="8745"/>
                  </a:lnTo>
                  <a:close/>
                  <a:moveTo>
                    <a:pt x="489985" y="225307"/>
                  </a:moveTo>
                  <a:lnTo>
                    <a:pt x="480121" y="188551"/>
                  </a:lnTo>
                  <a:lnTo>
                    <a:pt x="480011" y="193795"/>
                  </a:lnTo>
                  <a:close/>
                  <a:moveTo>
                    <a:pt x="480121" y="188551"/>
                  </a:moveTo>
                  <a:lnTo>
                    <a:pt x="489985" y="225307"/>
                  </a:lnTo>
                  <a:lnTo>
                    <a:pt x="508126" y="21568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518" name="Input_density__218">
              <a:extLst>
                <a:ext uri="{FF2B5EF4-FFF2-40B4-BE49-F238E27FC236}">
                  <a16:creationId xmlns:a16="http://schemas.microsoft.com/office/drawing/2014/main" id="{F04B9FF9-EC4D-B4E4-408B-209A9783E47C}"/>
                </a:ext>
              </a:extLst>
            </p:cNvPr>
            <p:cNvSpPr>
              <a:spLocks noGrp="1"/>
            </p:cNvSpPr>
            <p:nvPr/>
          </p:nvSpPr>
          <p:spPr>
            <a:xfrm>
              <a:off x="838864" y="2161256"/>
              <a:ext cx="490680" cy="177090"/>
            </a:xfrm>
            <a:custGeom>
              <a:avLst/>
              <a:gdLst/>
              <a:ahLst/>
              <a:cxnLst/>
              <a:rect l="0" t="0" r="0" b="0"/>
              <a:pathLst>
                <a:path w="490680" h="177090">
                  <a:moveTo>
                    <a:pt x="33601" y="49729"/>
                  </a:moveTo>
                  <a:lnTo>
                    <a:pt x="0" y="63760"/>
                  </a:lnTo>
                  <a:lnTo>
                    <a:pt x="31577" y="57246"/>
                  </a:lnTo>
                  <a:close/>
                  <a:moveTo>
                    <a:pt x="33601" y="49729"/>
                  </a:moveTo>
                  <a:lnTo>
                    <a:pt x="31577" y="57246"/>
                  </a:lnTo>
                  <a:lnTo>
                    <a:pt x="38748" y="52423"/>
                  </a:lnTo>
                  <a:close/>
                  <a:moveTo>
                    <a:pt x="33601" y="49729"/>
                  </a:moveTo>
                  <a:lnTo>
                    <a:pt x="57451" y="29408"/>
                  </a:lnTo>
                  <a:lnTo>
                    <a:pt x="41998" y="0"/>
                  </a:lnTo>
                  <a:close/>
                  <a:moveTo>
                    <a:pt x="432804" y="175921"/>
                  </a:moveTo>
                  <a:lnTo>
                    <a:pt x="398421" y="171947"/>
                  </a:lnTo>
                  <a:lnTo>
                    <a:pt x="385383" y="177090"/>
                  </a:lnTo>
                  <a:close/>
                  <a:moveTo>
                    <a:pt x="432804" y="175921"/>
                  </a:moveTo>
                  <a:lnTo>
                    <a:pt x="454015" y="159017"/>
                  </a:lnTo>
                  <a:lnTo>
                    <a:pt x="398421" y="171947"/>
                  </a:lnTo>
                  <a:close/>
                  <a:moveTo>
                    <a:pt x="458956" y="144364"/>
                  </a:moveTo>
                  <a:lnTo>
                    <a:pt x="454015" y="159017"/>
                  </a:lnTo>
                  <a:lnTo>
                    <a:pt x="470557" y="150281"/>
                  </a:lnTo>
                  <a:close/>
                  <a:moveTo>
                    <a:pt x="458956" y="144364"/>
                  </a:moveTo>
                  <a:lnTo>
                    <a:pt x="470557" y="150281"/>
                  </a:lnTo>
                  <a:lnTo>
                    <a:pt x="490680" y="10091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519" name="Input_density__219">
              <a:extLst>
                <a:ext uri="{FF2B5EF4-FFF2-40B4-BE49-F238E27FC236}">
                  <a16:creationId xmlns:a16="http://schemas.microsoft.com/office/drawing/2014/main" id="{B875371A-3D8F-BA50-2B93-C5B0AC1B8F60}"/>
                </a:ext>
              </a:extLst>
            </p:cNvPr>
            <p:cNvSpPr>
              <a:spLocks noGrp="1"/>
            </p:cNvSpPr>
            <p:nvPr/>
          </p:nvSpPr>
          <p:spPr>
            <a:xfrm>
              <a:off x="760011" y="2064939"/>
              <a:ext cx="561803" cy="254160"/>
            </a:xfrm>
            <a:custGeom>
              <a:avLst/>
              <a:gdLst/>
              <a:ahLst/>
              <a:cxnLst/>
              <a:rect l="0" t="0" r="0" b="0"/>
              <a:pathLst>
                <a:path w="561803" h="254160">
                  <a:moveTo>
                    <a:pt x="11923" y="38475"/>
                  </a:moveTo>
                  <a:lnTo>
                    <a:pt x="36252" y="64326"/>
                  </a:lnTo>
                  <a:lnTo>
                    <a:pt x="13731" y="37888"/>
                  </a:lnTo>
                  <a:close/>
                  <a:moveTo>
                    <a:pt x="11923" y="38475"/>
                  </a:moveTo>
                  <a:lnTo>
                    <a:pt x="9788" y="75230"/>
                  </a:lnTo>
                  <a:lnTo>
                    <a:pt x="36252" y="64326"/>
                  </a:lnTo>
                  <a:close/>
                  <a:moveTo>
                    <a:pt x="66724" y="58047"/>
                  </a:moveTo>
                  <a:lnTo>
                    <a:pt x="75476" y="51245"/>
                  </a:lnTo>
                  <a:lnTo>
                    <a:pt x="36252" y="64326"/>
                  </a:lnTo>
                  <a:close/>
                  <a:moveTo>
                    <a:pt x="36252" y="64326"/>
                  </a:moveTo>
                  <a:lnTo>
                    <a:pt x="75476" y="51245"/>
                  </a:lnTo>
                  <a:lnTo>
                    <a:pt x="48008" y="37110"/>
                  </a:lnTo>
                  <a:close/>
                  <a:moveTo>
                    <a:pt x="36252" y="64326"/>
                  </a:moveTo>
                  <a:lnTo>
                    <a:pt x="48008" y="37110"/>
                  </a:lnTo>
                  <a:lnTo>
                    <a:pt x="13731" y="37888"/>
                  </a:lnTo>
                  <a:close/>
                  <a:moveTo>
                    <a:pt x="0" y="1720"/>
                  </a:moveTo>
                  <a:lnTo>
                    <a:pt x="13731" y="37888"/>
                  </a:lnTo>
                  <a:lnTo>
                    <a:pt x="5294" y="0"/>
                  </a:lnTo>
                  <a:close/>
                  <a:moveTo>
                    <a:pt x="0" y="1720"/>
                  </a:moveTo>
                  <a:lnTo>
                    <a:pt x="11923" y="38475"/>
                  </a:lnTo>
                  <a:lnTo>
                    <a:pt x="13731" y="37888"/>
                  </a:lnTo>
                  <a:close/>
                  <a:moveTo>
                    <a:pt x="48008" y="37110"/>
                  </a:moveTo>
                  <a:lnTo>
                    <a:pt x="75476" y="51245"/>
                  </a:lnTo>
                  <a:lnTo>
                    <a:pt x="107719" y="47220"/>
                  </a:lnTo>
                  <a:close/>
                  <a:moveTo>
                    <a:pt x="75476" y="51245"/>
                  </a:moveTo>
                  <a:lnTo>
                    <a:pt x="66724" y="58047"/>
                  </a:lnTo>
                  <a:lnTo>
                    <a:pt x="79065" y="56608"/>
                  </a:lnTo>
                  <a:close/>
                  <a:moveTo>
                    <a:pt x="462524" y="213118"/>
                  </a:moveTo>
                  <a:lnTo>
                    <a:pt x="459794" y="232270"/>
                  </a:lnTo>
                  <a:lnTo>
                    <a:pt x="459904" y="227027"/>
                  </a:lnTo>
                  <a:close/>
                  <a:moveTo>
                    <a:pt x="459904" y="227027"/>
                  </a:moveTo>
                  <a:lnTo>
                    <a:pt x="487909" y="254160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59904" y="227027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72899" y="221616"/>
                  </a:lnTo>
                  <a:lnTo>
                    <a:pt x="472873" y="190272"/>
                  </a:lnTo>
                  <a:close/>
                  <a:moveTo>
                    <a:pt x="472873" y="190272"/>
                  </a:moveTo>
                  <a:lnTo>
                    <a:pt x="472899" y="221616"/>
                  </a:lnTo>
                  <a:lnTo>
                    <a:pt x="495406" y="209843"/>
                  </a:lnTo>
                  <a:close/>
                  <a:moveTo>
                    <a:pt x="472873" y="190272"/>
                  </a:moveTo>
                  <a:lnTo>
                    <a:pt x="495406" y="209843"/>
                  </a:lnTo>
                  <a:lnTo>
                    <a:pt x="499652" y="173088"/>
                  </a:lnTo>
                  <a:close/>
                  <a:moveTo>
                    <a:pt x="499652" y="173088"/>
                  </a:moveTo>
                  <a:lnTo>
                    <a:pt x="536505" y="196994"/>
                  </a:lnTo>
                  <a:lnTo>
                    <a:pt x="518038" y="167260"/>
                  </a:lnTo>
                  <a:close/>
                  <a:moveTo>
                    <a:pt x="499652" y="173088"/>
                  </a:moveTo>
                  <a:lnTo>
                    <a:pt x="495406" y="209843"/>
                  </a:lnTo>
                  <a:lnTo>
                    <a:pt x="536505" y="196994"/>
                  </a:lnTo>
                  <a:close/>
                  <a:moveTo>
                    <a:pt x="536505" y="196994"/>
                  </a:moveTo>
                  <a:lnTo>
                    <a:pt x="561803" y="158768"/>
                  </a:lnTo>
                  <a:lnTo>
                    <a:pt x="518038" y="167260"/>
                  </a:lnTo>
                  <a:close/>
                  <a:moveTo>
                    <a:pt x="505769" y="154021"/>
                  </a:moveTo>
                  <a:lnTo>
                    <a:pt x="499652" y="173088"/>
                  </a:lnTo>
                  <a:lnTo>
                    <a:pt x="518038" y="167260"/>
                  </a:lnTo>
                  <a:close/>
                  <a:moveTo>
                    <a:pt x="518038" y="167260"/>
                  </a:moveTo>
                  <a:lnTo>
                    <a:pt x="511450" y="136333"/>
                  </a:lnTo>
                  <a:lnTo>
                    <a:pt x="505769" y="154021"/>
                  </a:lnTo>
                  <a:close/>
                  <a:moveTo>
                    <a:pt x="545231" y="127493"/>
                  </a:moveTo>
                  <a:lnTo>
                    <a:pt x="511450" y="136333"/>
                  </a:lnTo>
                  <a:lnTo>
                    <a:pt x="518038" y="167260"/>
                  </a:lnTo>
                  <a:close/>
                  <a:moveTo>
                    <a:pt x="561803" y="158768"/>
                  </a:moveTo>
                  <a:lnTo>
                    <a:pt x="545231" y="127493"/>
                  </a:lnTo>
                  <a:lnTo>
                    <a:pt x="518038" y="16726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20" name="Input_density__220">
              <a:extLst>
                <a:ext uri="{FF2B5EF4-FFF2-40B4-BE49-F238E27FC236}">
                  <a16:creationId xmlns:a16="http://schemas.microsoft.com/office/drawing/2014/main" id="{B3A896CE-0618-7B49-F9D7-4B11C62558B8}"/>
                </a:ext>
              </a:extLst>
            </p:cNvPr>
            <p:cNvSpPr>
              <a:spLocks noGrp="1"/>
            </p:cNvSpPr>
            <p:nvPr/>
          </p:nvSpPr>
          <p:spPr>
            <a:xfrm>
              <a:off x="1224246" y="2262171"/>
              <a:ext cx="118886" cy="76175"/>
            </a:xfrm>
            <a:custGeom>
              <a:avLst/>
              <a:gdLst/>
              <a:ahLst/>
              <a:cxnLst/>
              <a:rect l="0" t="0" r="0" b="0"/>
              <a:pathLst>
                <a:path w="118886" h="76175">
                  <a:moveTo>
                    <a:pt x="47421" y="75006"/>
                  </a:moveTo>
                  <a:lnTo>
                    <a:pt x="0" y="76175"/>
                  </a:lnTo>
                  <a:lnTo>
                    <a:pt x="34928" y="74868"/>
                  </a:lnTo>
                  <a:close/>
                  <a:moveTo>
                    <a:pt x="61471" y="66550"/>
                  </a:moveTo>
                  <a:lnTo>
                    <a:pt x="85174" y="49367"/>
                  </a:lnTo>
                  <a:lnTo>
                    <a:pt x="68632" y="58103"/>
                  </a:lnTo>
                  <a:close/>
                  <a:moveTo>
                    <a:pt x="105297" y="0"/>
                  </a:moveTo>
                  <a:lnTo>
                    <a:pt x="85174" y="49367"/>
                  </a:lnTo>
                  <a:lnTo>
                    <a:pt x="97682" y="42140"/>
                  </a:lnTo>
                  <a:close/>
                  <a:moveTo>
                    <a:pt x="105297" y="0"/>
                  </a:moveTo>
                  <a:lnTo>
                    <a:pt x="97682" y="42140"/>
                  </a:lnTo>
                  <a:lnTo>
                    <a:pt x="118886" y="1261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521" name="Input_density__221">
              <a:extLst>
                <a:ext uri="{FF2B5EF4-FFF2-40B4-BE49-F238E27FC236}">
                  <a16:creationId xmlns:a16="http://schemas.microsoft.com/office/drawing/2014/main" id="{352D4479-C4E1-7837-D2F1-78BE886A888D}"/>
                </a:ext>
              </a:extLst>
            </p:cNvPr>
            <p:cNvSpPr>
              <a:spLocks noGrp="1"/>
            </p:cNvSpPr>
            <p:nvPr/>
          </p:nvSpPr>
          <p:spPr>
            <a:xfrm>
              <a:off x="1271667" y="2304310"/>
              <a:ext cx="50261" cy="32866"/>
            </a:xfrm>
            <a:custGeom>
              <a:avLst/>
              <a:gdLst/>
              <a:ahLst/>
              <a:cxnLst/>
              <a:rect l="0" t="0" r="0" b="0"/>
              <a:pathLst>
                <a:path w="50261" h="32866">
                  <a:moveTo>
                    <a:pt x="14050" y="24410"/>
                  </a:moveTo>
                  <a:lnTo>
                    <a:pt x="21211" y="15963"/>
                  </a:lnTo>
                  <a:lnTo>
                    <a:pt x="0" y="32866"/>
                  </a:lnTo>
                  <a:close/>
                  <a:moveTo>
                    <a:pt x="37753" y="7227"/>
                  </a:moveTo>
                  <a:lnTo>
                    <a:pt x="14050" y="24410"/>
                  </a:lnTo>
                  <a:lnTo>
                    <a:pt x="50261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522" name="Input_density__222">
              <a:extLst>
                <a:ext uri="{FF2B5EF4-FFF2-40B4-BE49-F238E27FC236}">
                  <a16:creationId xmlns:a16="http://schemas.microsoft.com/office/drawing/2014/main" id="{D028145C-EB11-4548-1DFC-154753654E69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1546"/>
              <a:ext cx="528020" cy="197552"/>
            </a:xfrm>
            <a:custGeom>
              <a:avLst/>
              <a:gdLst/>
              <a:ahLst/>
              <a:cxnLst/>
              <a:rect l="0" t="0" r="0" b="0"/>
              <a:pathLst>
                <a:path w="528020" h="197552">
                  <a:moveTo>
                    <a:pt x="34133" y="46231"/>
                  </a:moveTo>
                  <a:lnTo>
                    <a:pt x="25602" y="65550"/>
                  </a:lnTo>
                  <a:lnTo>
                    <a:pt x="58110" y="38194"/>
                  </a:lnTo>
                  <a:close/>
                  <a:moveTo>
                    <a:pt x="16266" y="55378"/>
                  </a:moveTo>
                  <a:lnTo>
                    <a:pt x="25602" y="65550"/>
                  </a:lnTo>
                  <a:lnTo>
                    <a:pt x="34133" y="46231"/>
                  </a:lnTo>
                  <a:close/>
                  <a:moveTo>
                    <a:pt x="0" y="18623"/>
                  </a:moveTo>
                  <a:lnTo>
                    <a:pt x="16266" y="55378"/>
                  </a:lnTo>
                  <a:lnTo>
                    <a:pt x="34133" y="46231"/>
                  </a:lnTo>
                  <a:close/>
                  <a:moveTo>
                    <a:pt x="58110" y="38194"/>
                  </a:moveTo>
                  <a:lnTo>
                    <a:pt x="56936" y="1439"/>
                  </a:lnTo>
                  <a:lnTo>
                    <a:pt x="34133" y="46231"/>
                  </a:lnTo>
                  <a:close/>
                  <a:moveTo>
                    <a:pt x="56936" y="1439"/>
                  </a:moveTo>
                  <a:lnTo>
                    <a:pt x="81139" y="35104"/>
                  </a:lnTo>
                  <a:lnTo>
                    <a:pt x="69277" y="0"/>
                  </a:lnTo>
                  <a:close/>
                  <a:moveTo>
                    <a:pt x="56936" y="1439"/>
                  </a:moveTo>
                  <a:lnTo>
                    <a:pt x="58110" y="38194"/>
                  </a:lnTo>
                  <a:lnTo>
                    <a:pt x="81139" y="35104"/>
                  </a:lnTo>
                  <a:close/>
                  <a:moveTo>
                    <a:pt x="494759" y="189991"/>
                  </a:moveTo>
                  <a:lnTo>
                    <a:pt x="485618" y="153236"/>
                  </a:lnTo>
                  <a:lnTo>
                    <a:pt x="478121" y="197552"/>
                  </a:lnTo>
                  <a:close/>
                  <a:moveTo>
                    <a:pt x="485618" y="153236"/>
                  </a:moveTo>
                  <a:lnTo>
                    <a:pt x="528020" y="184074"/>
                  </a:lnTo>
                  <a:lnTo>
                    <a:pt x="526717" y="140386"/>
                  </a:lnTo>
                  <a:close/>
                  <a:moveTo>
                    <a:pt x="485618" y="153236"/>
                  </a:moveTo>
                  <a:lnTo>
                    <a:pt x="494759" y="189991"/>
                  </a:lnTo>
                  <a:lnTo>
                    <a:pt x="528020" y="18407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523" name="Input_density__223">
              <a:extLst>
                <a:ext uri="{FF2B5EF4-FFF2-40B4-BE49-F238E27FC236}">
                  <a16:creationId xmlns:a16="http://schemas.microsoft.com/office/drawing/2014/main" id="{7443F909-9441-8EFA-6C9E-DF5A6934B29D}"/>
                </a:ext>
              </a:extLst>
            </p:cNvPr>
            <p:cNvSpPr>
              <a:spLocks noGrp="1"/>
            </p:cNvSpPr>
            <p:nvPr/>
          </p:nvSpPr>
          <p:spPr>
            <a:xfrm>
              <a:off x="795402" y="2156650"/>
              <a:ext cx="534141" cy="176553"/>
            </a:xfrm>
            <a:custGeom>
              <a:avLst/>
              <a:gdLst/>
              <a:ahLst/>
              <a:cxnLst/>
              <a:rect l="0" t="0" r="0" b="0"/>
              <a:pathLst>
                <a:path w="534141" h="176553">
                  <a:moveTo>
                    <a:pt x="0" y="30447"/>
                  </a:moveTo>
                  <a:lnTo>
                    <a:pt x="25610" y="57029"/>
                  </a:lnTo>
                  <a:lnTo>
                    <a:pt x="32508" y="3091"/>
                  </a:lnTo>
                  <a:close/>
                  <a:moveTo>
                    <a:pt x="32508" y="3091"/>
                  </a:moveTo>
                  <a:lnTo>
                    <a:pt x="25610" y="57029"/>
                  </a:lnTo>
                  <a:lnTo>
                    <a:pt x="54217" y="12369"/>
                  </a:lnTo>
                  <a:close/>
                  <a:moveTo>
                    <a:pt x="54217" y="12369"/>
                  </a:moveTo>
                  <a:lnTo>
                    <a:pt x="25610" y="57029"/>
                  </a:lnTo>
                  <a:lnTo>
                    <a:pt x="48270" y="50655"/>
                  </a:lnTo>
                  <a:close/>
                  <a:moveTo>
                    <a:pt x="32508" y="3091"/>
                  </a:moveTo>
                  <a:lnTo>
                    <a:pt x="54217" y="12369"/>
                  </a:lnTo>
                  <a:lnTo>
                    <a:pt x="55537" y="0"/>
                  </a:lnTo>
                  <a:close/>
                  <a:moveTo>
                    <a:pt x="434378" y="172071"/>
                  </a:moveTo>
                  <a:lnTo>
                    <a:pt x="441883" y="176553"/>
                  </a:lnTo>
                  <a:lnTo>
                    <a:pt x="452519" y="162449"/>
                  </a:lnTo>
                  <a:close/>
                  <a:moveTo>
                    <a:pt x="441883" y="176553"/>
                  </a:moveTo>
                  <a:lnTo>
                    <a:pt x="469156" y="154887"/>
                  </a:lnTo>
                  <a:lnTo>
                    <a:pt x="452519" y="162449"/>
                  </a:lnTo>
                  <a:close/>
                  <a:moveTo>
                    <a:pt x="501115" y="105282"/>
                  </a:moveTo>
                  <a:lnTo>
                    <a:pt x="502418" y="148970"/>
                  </a:lnTo>
                  <a:lnTo>
                    <a:pt x="534141" y="1055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524" name="Input_density__224">
              <a:extLst>
                <a:ext uri="{FF2B5EF4-FFF2-40B4-BE49-F238E27FC236}">
                  <a16:creationId xmlns:a16="http://schemas.microsoft.com/office/drawing/2014/main" id="{0C5E70DE-ED99-6418-2EEB-D71328C42633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2986"/>
              <a:ext cx="485618" cy="196113"/>
            </a:xfrm>
            <a:custGeom>
              <a:avLst/>
              <a:gdLst/>
              <a:ahLst/>
              <a:cxnLst/>
              <a:rect l="0" t="0" r="0" b="0"/>
              <a:pathLst>
                <a:path w="485618" h="196113">
                  <a:moveTo>
                    <a:pt x="0" y="17183"/>
                  </a:moveTo>
                  <a:lnTo>
                    <a:pt x="34133" y="44791"/>
                  </a:lnTo>
                  <a:lnTo>
                    <a:pt x="26464" y="6279"/>
                  </a:lnTo>
                  <a:close/>
                  <a:moveTo>
                    <a:pt x="56936" y="0"/>
                  </a:moveTo>
                  <a:lnTo>
                    <a:pt x="26464" y="6279"/>
                  </a:lnTo>
                  <a:lnTo>
                    <a:pt x="34133" y="44791"/>
                  </a:lnTo>
                  <a:close/>
                  <a:moveTo>
                    <a:pt x="485618" y="151796"/>
                  </a:moveTo>
                  <a:lnTo>
                    <a:pt x="463111" y="163569"/>
                  </a:lnTo>
                  <a:lnTo>
                    <a:pt x="478121" y="19611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525" name="Input_density__225">
              <a:extLst>
                <a:ext uri="{FF2B5EF4-FFF2-40B4-BE49-F238E27FC236}">
                  <a16:creationId xmlns:a16="http://schemas.microsoft.com/office/drawing/2014/main" id="{77169D39-8900-73E5-A34C-3EFCA712742D}"/>
                </a:ext>
              </a:extLst>
            </p:cNvPr>
            <p:cNvSpPr>
              <a:spLocks noGrp="1"/>
            </p:cNvSpPr>
            <p:nvPr/>
          </p:nvSpPr>
          <p:spPr>
            <a:xfrm>
              <a:off x="1237285" y="2305620"/>
              <a:ext cx="60535" cy="27583"/>
            </a:xfrm>
            <a:custGeom>
              <a:avLst/>
              <a:gdLst/>
              <a:ahLst/>
              <a:cxnLst/>
              <a:rect l="0" t="0" r="0" b="0"/>
              <a:pathLst>
                <a:path w="60535" h="27583">
                  <a:moveTo>
                    <a:pt x="55594" y="14653"/>
                  </a:moveTo>
                  <a:lnTo>
                    <a:pt x="27274" y="5917"/>
                  </a:lnTo>
                  <a:lnTo>
                    <a:pt x="0" y="27583"/>
                  </a:lnTo>
                  <a:close/>
                  <a:moveTo>
                    <a:pt x="27274" y="5917"/>
                  </a:moveTo>
                  <a:lnTo>
                    <a:pt x="55594" y="14653"/>
                  </a:lnTo>
                  <a:lnTo>
                    <a:pt x="6053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</p:grpSp>
      <p:sp>
        <p:nvSpPr>
          <p:cNvPr id="526" name="TextBox 12168">
            <a:extLst>
              <a:ext uri="{FF2B5EF4-FFF2-40B4-BE49-F238E27FC236}">
                <a16:creationId xmlns:a16="http://schemas.microsoft.com/office/drawing/2014/main" id="{6A772CDC-53EC-BB7D-4EF9-2D9055D97D84}"/>
              </a:ext>
            </a:extLst>
          </p:cNvPr>
          <p:cNvSpPr txBox="1"/>
          <p:nvPr/>
        </p:nvSpPr>
        <p:spPr>
          <a:xfrm>
            <a:off x="567015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Pocket</a:t>
            </a:r>
          </a:p>
        </p:txBody>
      </p:sp>
      <p:grpSp>
        <p:nvGrpSpPr>
          <p:cNvPr id="527" name="Match | Pocket atom cloud">
            <a:extLst>
              <a:ext uri="{FF2B5EF4-FFF2-40B4-BE49-F238E27FC236}">
                <a16:creationId xmlns:a16="http://schemas.microsoft.com/office/drawing/2014/main" id="{B9466F6D-CB1C-5698-B806-CFD8927928E4}"/>
              </a:ext>
            </a:extLst>
          </p:cNvPr>
          <p:cNvGrpSpPr/>
          <p:nvPr/>
        </p:nvGrpSpPr>
        <p:grpSpPr>
          <a:xfrm>
            <a:off x="587266" y="3029482"/>
            <a:ext cx="307808" cy="222756"/>
            <a:chOff x="1295748" y="3525328"/>
            <a:chExt cx="304113" cy="219890"/>
          </a:xfrm>
        </p:grpSpPr>
        <p:sp>
          <p:nvSpPr>
            <p:cNvPr id="528" name="ellipse_2517">
              <a:extLst>
                <a:ext uri="{FF2B5EF4-FFF2-40B4-BE49-F238E27FC236}">
                  <a16:creationId xmlns:a16="http://schemas.microsoft.com/office/drawing/2014/main" id="{863C16DC-7A6E-D897-3A0F-2640393C7053}"/>
                </a:ext>
              </a:extLst>
            </p:cNvPr>
            <p:cNvSpPr/>
            <p:nvPr/>
          </p:nvSpPr>
          <p:spPr>
            <a:xfrm>
              <a:off x="1343499" y="3569364"/>
              <a:ext cx="20494" cy="2049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29" name="ellipse_2518">
              <a:extLst>
                <a:ext uri="{FF2B5EF4-FFF2-40B4-BE49-F238E27FC236}">
                  <a16:creationId xmlns:a16="http://schemas.microsoft.com/office/drawing/2014/main" id="{89927457-458B-C133-DE27-241F93FC460F}"/>
                </a:ext>
              </a:extLst>
            </p:cNvPr>
            <p:cNvSpPr/>
            <p:nvPr/>
          </p:nvSpPr>
          <p:spPr>
            <a:xfrm>
              <a:off x="1296724" y="3594466"/>
              <a:ext cx="19197" cy="1919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0" name="ellipse_2519">
              <a:extLst>
                <a:ext uri="{FF2B5EF4-FFF2-40B4-BE49-F238E27FC236}">
                  <a16:creationId xmlns:a16="http://schemas.microsoft.com/office/drawing/2014/main" id="{8C056574-0F91-DA1A-6E5A-29570769265F}"/>
                </a:ext>
              </a:extLst>
            </p:cNvPr>
            <p:cNvSpPr/>
            <p:nvPr/>
          </p:nvSpPr>
          <p:spPr>
            <a:xfrm>
              <a:off x="1438834" y="3720705"/>
              <a:ext cx="24513" cy="2451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1" name="ellipse_2520">
              <a:extLst>
                <a:ext uri="{FF2B5EF4-FFF2-40B4-BE49-F238E27FC236}">
                  <a16:creationId xmlns:a16="http://schemas.microsoft.com/office/drawing/2014/main" id="{93373BC4-4DC6-EF1C-ACF9-E5360158CF85}"/>
                </a:ext>
              </a:extLst>
            </p:cNvPr>
            <p:cNvSpPr/>
            <p:nvPr/>
          </p:nvSpPr>
          <p:spPr>
            <a:xfrm>
              <a:off x="1501618" y="3664422"/>
              <a:ext cx="25439" cy="2543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2" name="ellipse_2521">
              <a:extLst>
                <a:ext uri="{FF2B5EF4-FFF2-40B4-BE49-F238E27FC236}">
                  <a16:creationId xmlns:a16="http://schemas.microsoft.com/office/drawing/2014/main" id="{6218CC55-CF05-684C-0E3A-69F37DDF8508}"/>
                </a:ext>
              </a:extLst>
            </p:cNvPr>
            <p:cNvSpPr/>
            <p:nvPr/>
          </p:nvSpPr>
          <p:spPr>
            <a:xfrm>
              <a:off x="1321281" y="3628338"/>
              <a:ext cx="23115" cy="23115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3" name="ellipse_2522">
              <a:extLst>
                <a:ext uri="{FF2B5EF4-FFF2-40B4-BE49-F238E27FC236}">
                  <a16:creationId xmlns:a16="http://schemas.microsoft.com/office/drawing/2014/main" id="{67FA466A-27A4-EA8C-5E93-3F618096390C}"/>
                </a:ext>
              </a:extLst>
            </p:cNvPr>
            <p:cNvSpPr/>
            <p:nvPr/>
          </p:nvSpPr>
          <p:spPr>
            <a:xfrm>
              <a:off x="1295748" y="3626085"/>
              <a:ext cx="19345" cy="19345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4" name="ellipse_2523">
              <a:extLst>
                <a:ext uri="{FF2B5EF4-FFF2-40B4-BE49-F238E27FC236}">
                  <a16:creationId xmlns:a16="http://schemas.microsoft.com/office/drawing/2014/main" id="{DB5229BF-45D0-83AC-805B-A9A56E3046C1}"/>
                </a:ext>
              </a:extLst>
            </p:cNvPr>
            <p:cNvSpPr/>
            <p:nvPr/>
          </p:nvSpPr>
          <p:spPr>
            <a:xfrm>
              <a:off x="1338176" y="3604570"/>
              <a:ext cx="23202" cy="2320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5" name="ellipse_2524">
              <a:extLst>
                <a:ext uri="{FF2B5EF4-FFF2-40B4-BE49-F238E27FC236}">
                  <a16:creationId xmlns:a16="http://schemas.microsoft.com/office/drawing/2014/main" id="{BC9A3BCD-BED5-3EC9-BBE6-1207DFA63900}"/>
                </a:ext>
              </a:extLst>
            </p:cNvPr>
            <p:cNvSpPr/>
            <p:nvPr/>
          </p:nvSpPr>
          <p:spPr>
            <a:xfrm>
              <a:off x="1349937" y="3578135"/>
              <a:ext cx="25593" cy="25593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6" name="ellipse_2525">
              <a:extLst>
                <a:ext uri="{FF2B5EF4-FFF2-40B4-BE49-F238E27FC236}">
                  <a16:creationId xmlns:a16="http://schemas.microsoft.com/office/drawing/2014/main" id="{A0E3445F-8A85-DFA1-F577-46BBAE3DA31D}"/>
                </a:ext>
              </a:extLst>
            </p:cNvPr>
            <p:cNvSpPr/>
            <p:nvPr/>
          </p:nvSpPr>
          <p:spPr>
            <a:xfrm>
              <a:off x="1391990" y="3698653"/>
              <a:ext cx="18941" cy="18941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7" name="ellipse_2526">
              <a:extLst>
                <a:ext uri="{FF2B5EF4-FFF2-40B4-BE49-F238E27FC236}">
                  <a16:creationId xmlns:a16="http://schemas.microsoft.com/office/drawing/2014/main" id="{1960E34E-F92F-54D1-8B7E-B9B28BF806A8}"/>
                </a:ext>
              </a:extLst>
            </p:cNvPr>
            <p:cNvSpPr/>
            <p:nvPr/>
          </p:nvSpPr>
          <p:spPr>
            <a:xfrm>
              <a:off x="1335383" y="3592607"/>
              <a:ext cx="16783" cy="16783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8" name="ellipse_2527">
              <a:extLst>
                <a:ext uri="{FF2B5EF4-FFF2-40B4-BE49-F238E27FC236}">
                  <a16:creationId xmlns:a16="http://schemas.microsoft.com/office/drawing/2014/main" id="{523E00F0-1692-5964-0230-FB929BE8D578}"/>
                </a:ext>
              </a:extLst>
            </p:cNvPr>
            <p:cNvSpPr/>
            <p:nvPr/>
          </p:nvSpPr>
          <p:spPr>
            <a:xfrm>
              <a:off x="1421016" y="3723168"/>
              <a:ext cx="20110" cy="20110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6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9" name="ellipse_2528">
              <a:extLst>
                <a:ext uri="{FF2B5EF4-FFF2-40B4-BE49-F238E27FC236}">
                  <a16:creationId xmlns:a16="http://schemas.microsoft.com/office/drawing/2014/main" id="{50062667-76C2-0853-F145-E8CA2B624791}"/>
                </a:ext>
              </a:extLst>
            </p:cNvPr>
            <p:cNvSpPr/>
            <p:nvPr/>
          </p:nvSpPr>
          <p:spPr>
            <a:xfrm>
              <a:off x="1366273" y="3564666"/>
              <a:ext cx="21791" cy="21791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0" name="ellipse_2529">
              <a:extLst>
                <a:ext uri="{FF2B5EF4-FFF2-40B4-BE49-F238E27FC236}">
                  <a16:creationId xmlns:a16="http://schemas.microsoft.com/office/drawing/2014/main" id="{BAFE3625-F568-D496-1B3F-95B0513E62EC}"/>
                </a:ext>
              </a:extLst>
            </p:cNvPr>
            <p:cNvSpPr/>
            <p:nvPr/>
          </p:nvSpPr>
          <p:spPr>
            <a:xfrm>
              <a:off x="1327790" y="3609446"/>
              <a:ext cx="20508" cy="20508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1" name="ellipse_2530">
              <a:extLst>
                <a:ext uri="{FF2B5EF4-FFF2-40B4-BE49-F238E27FC236}">
                  <a16:creationId xmlns:a16="http://schemas.microsoft.com/office/drawing/2014/main" id="{6CD87B5C-2FFA-4886-024E-4CFD23CAE47A}"/>
                </a:ext>
              </a:extLst>
            </p:cNvPr>
            <p:cNvSpPr/>
            <p:nvPr/>
          </p:nvSpPr>
          <p:spPr>
            <a:xfrm>
              <a:off x="1408118" y="3688755"/>
              <a:ext cx="22554" cy="22554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2" name="ellipse_2531">
              <a:extLst>
                <a:ext uri="{FF2B5EF4-FFF2-40B4-BE49-F238E27FC236}">
                  <a16:creationId xmlns:a16="http://schemas.microsoft.com/office/drawing/2014/main" id="{9A7B7763-B53E-C724-0B28-F5FA07B1AA1F}"/>
                </a:ext>
              </a:extLst>
            </p:cNvPr>
            <p:cNvSpPr/>
            <p:nvPr/>
          </p:nvSpPr>
          <p:spPr>
            <a:xfrm>
              <a:off x="1428373" y="3713303"/>
              <a:ext cx="24738" cy="2473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3" name="ellipse_2532">
              <a:extLst>
                <a:ext uri="{FF2B5EF4-FFF2-40B4-BE49-F238E27FC236}">
                  <a16:creationId xmlns:a16="http://schemas.microsoft.com/office/drawing/2014/main" id="{138B6C81-A018-A661-ADBB-FB225C54B319}"/>
                </a:ext>
              </a:extLst>
            </p:cNvPr>
            <p:cNvSpPr/>
            <p:nvPr/>
          </p:nvSpPr>
          <p:spPr>
            <a:xfrm>
              <a:off x="1547670" y="3653309"/>
              <a:ext cx="21842" cy="2184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4" name="ellipse_2533">
              <a:extLst>
                <a:ext uri="{FF2B5EF4-FFF2-40B4-BE49-F238E27FC236}">
                  <a16:creationId xmlns:a16="http://schemas.microsoft.com/office/drawing/2014/main" id="{A9C7389A-92AD-D454-B811-DB01F3E322FD}"/>
                </a:ext>
              </a:extLst>
            </p:cNvPr>
            <p:cNvSpPr/>
            <p:nvPr/>
          </p:nvSpPr>
          <p:spPr>
            <a:xfrm>
              <a:off x="1517557" y="3700982"/>
              <a:ext cx="20964" cy="20964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5" name="ellipse_2534">
              <a:extLst>
                <a:ext uri="{FF2B5EF4-FFF2-40B4-BE49-F238E27FC236}">
                  <a16:creationId xmlns:a16="http://schemas.microsoft.com/office/drawing/2014/main" id="{086F1296-3B32-583B-4CC8-E2FE3500EB88}"/>
                </a:ext>
              </a:extLst>
            </p:cNvPr>
            <p:cNvSpPr/>
            <p:nvPr/>
          </p:nvSpPr>
          <p:spPr>
            <a:xfrm>
              <a:off x="1535521" y="3630252"/>
              <a:ext cx="17917" cy="17917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9E0E5"/>
                </a:gs>
                <a:gs pos="100000">
                  <a:srgbClr val="B1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6" name="ellipse_2535">
              <a:extLst>
                <a:ext uri="{FF2B5EF4-FFF2-40B4-BE49-F238E27FC236}">
                  <a16:creationId xmlns:a16="http://schemas.microsoft.com/office/drawing/2014/main" id="{E9B30B5B-56A6-F0D1-853B-64CBBA90968E}"/>
                </a:ext>
              </a:extLst>
            </p:cNvPr>
            <p:cNvSpPr/>
            <p:nvPr/>
          </p:nvSpPr>
          <p:spPr>
            <a:xfrm>
              <a:off x="1344039" y="3678107"/>
              <a:ext cx="21719" cy="21719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7" name="ellipse_2536">
              <a:extLst>
                <a:ext uri="{FF2B5EF4-FFF2-40B4-BE49-F238E27FC236}">
                  <a16:creationId xmlns:a16="http://schemas.microsoft.com/office/drawing/2014/main" id="{40EF2BFB-0190-E3D0-87A1-44A40A51EC64}"/>
                </a:ext>
              </a:extLst>
            </p:cNvPr>
            <p:cNvSpPr/>
            <p:nvPr/>
          </p:nvSpPr>
          <p:spPr>
            <a:xfrm>
              <a:off x="1486134" y="3678415"/>
              <a:ext cx="22120" cy="2212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8" name="ellipse_2537">
              <a:extLst>
                <a:ext uri="{FF2B5EF4-FFF2-40B4-BE49-F238E27FC236}">
                  <a16:creationId xmlns:a16="http://schemas.microsoft.com/office/drawing/2014/main" id="{26AE9013-2244-8666-C7A7-3D5BE6C45EF3}"/>
                </a:ext>
              </a:extLst>
            </p:cNvPr>
            <p:cNvSpPr/>
            <p:nvPr/>
          </p:nvSpPr>
          <p:spPr>
            <a:xfrm>
              <a:off x="1538537" y="3597777"/>
              <a:ext cx="22828" cy="2282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9" name="ellipse_2538">
              <a:extLst>
                <a:ext uri="{FF2B5EF4-FFF2-40B4-BE49-F238E27FC236}">
                  <a16:creationId xmlns:a16="http://schemas.microsoft.com/office/drawing/2014/main" id="{78D460AD-14C3-5800-2B35-1AD2AA74F954}"/>
                </a:ext>
              </a:extLst>
            </p:cNvPr>
            <p:cNvSpPr/>
            <p:nvPr/>
          </p:nvSpPr>
          <p:spPr>
            <a:xfrm>
              <a:off x="1401131" y="3720374"/>
              <a:ext cx="16876" cy="16876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9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0" name="ellipse_2539">
              <a:extLst>
                <a:ext uri="{FF2B5EF4-FFF2-40B4-BE49-F238E27FC236}">
                  <a16:creationId xmlns:a16="http://schemas.microsoft.com/office/drawing/2014/main" id="{ABBFA259-B5D1-8594-9C24-A4691E6B28E3}"/>
                </a:ext>
              </a:extLst>
            </p:cNvPr>
            <p:cNvSpPr/>
            <p:nvPr/>
          </p:nvSpPr>
          <p:spPr>
            <a:xfrm>
              <a:off x="1525941" y="3593109"/>
              <a:ext cx="21620" cy="2162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1" name="ellipse_2540">
              <a:extLst>
                <a:ext uri="{FF2B5EF4-FFF2-40B4-BE49-F238E27FC236}">
                  <a16:creationId xmlns:a16="http://schemas.microsoft.com/office/drawing/2014/main" id="{87BE933E-61C5-9BF4-AE3A-13A735DCA701}"/>
                </a:ext>
              </a:extLst>
            </p:cNvPr>
            <p:cNvSpPr/>
            <p:nvPr/>
          </p:nvSpPr>
          <p:spPr>
            <a:xfrm>
              <a:off x="1462052" y="3689103"/>
              <a:ext cx="24723" cy="24723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C"/>
                </a:gs>
                <a:gs pos="100000">
                  <a:srgbClr val="A4B1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2" name="ellipse_2541">
              <a:extLst>
                <a:ext uri="{FF2B5EF4-FFF2-40B4-BE49-F238E27FC236}">
                  <a16:creationId xmlns:a16="http://schemas.microsoft.com/office/drawing/2014/main" id="{A3CB5B56-8C06-7429-FA08-E6AD24A67709}"/>
                </a:ext>
              </a:extLst>
            </p:cNvPr>
            <p:cNvSpPr/>
            <p:nvPr/>
          </p:nvSpPr>
          <p:spPr>
            <a:xfrm>
              <a:off x="1338003" y="3621442"/>
              <a:ext cx="17209" cy="1720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3" name="ellipse_2542">
              <a:extLst>
                <a:ext uri="{FF2B5EF4-FFF2-40B4-BE49-F238E27FC236}">
                  <a16:creationId xmlns:a16="http://schemas.microsoft.com/office/drawing/2014/main" id="{90BB9F68-8CDF-A02F-BD9D-964B82671983}"/>
                </a:ext>
              </a:extLst>
            </p:cNvPr>
            <p:cNvSpPr/>
            <p:nvPr/>
          </p:nvSpPr>
          <p:spPr>
            <a:xfrm>
              <a:off x="1436611" y="3687896"/>
              <a:ext cx="16365" cy="1636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4" name="ellipse_2543">
              <a:extLst>
                <a:ext uri="{FF2B5EF4-FFF2-40B4-BE49-F238E27FC236}">
                  <a16:creationId xmlns:a16="http://schemas.microsoft.com/office/drawing/2014/main" id="{AE78EB00-80C9-09A2-57C9-79E2DF4E33E0}"/>
                </a:ext>
              </a:extLst>
            </p:cNvPr>
            <p:cNvSpPr/>
            <p:nvPr/>
          </p:nvSpPr>
          <p:spPr>
            <a:xfrm>
              <a:off x="1387354" y="3566640"/>
              <a:ext cx="17190" cy="17190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5" name="ellipse_2544">
              <a:extLst>
                <a:ext uri="{FF2B5EF4-FFF2-40B4-BE49-F238E27FC236}">
                  <a16:creationId xmlns:a16="http://schemas.microsoft.com/office/drawing/2014/main" id="{57D27209-2AB6-9399-BFD5-E6D244CDCAC9}"/>
                </a:ext>
              </a:extLst>
            </p:cNvPr>
            <p:cNvSpPr/>
            <p:nvPr/>
          </p:nvSpPr>
          <p:spPr>
            <a:xfrm>
              <a:off x="1453977" y="3540995"/>
              <a:ext cx="18775" cy="1877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6" name="ellipse_2545">
              <a:extLst>
                <a:ext uri="{FF2B5EF4-FFF2-40B4-BE49-F238E27FC236}">
                  <a16:creationId xmlns:a16="http://schemas.microsoft.com/office/drawing/2014/main" id="{970253F4-33EB-340D-55FE-3C982073D19C}"/>
                </a:ext>
              </a:extLst>
            </p:cNvPr>
            <p:cNvSpPr/>
            <p:nvPr/>
          </p:nvSpPr>
          <p:spPr>
            <a:xfrm>
              <a:off x="1487168" y="3548389"/>
              <a:ext cx="16148" cy="1614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7" name="ellipse_2546">
              <a:extLst>
                <a:ext uri="{FF2B5EF4-FFF2-40B4-BE49-F238E27FC236}">
                  <a16:creationId xmlns:a16="http://schemas.microsoft.com/office/drawing/2014/main" id="{CF0E54B0-BA2E-AC1B-F2D2-EE1611EFE61A}"/>
                </a:ext>
              </a:extLst>
            </p:cNvPr>
            <p:cNvSpPr/>
            <p:nvPr/>
          </p:nvSpPr>
          <p:spPr>
            <a:xfrm>
              <a:off x="1536436" y="3643342"/>
              <a:ext cx="21862" cy="218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8" name="ellipse_2547">
              <a:extLst>
                <a:ext uri="{FF2B5EF4-FFF2-40B4-BE49-F238E27FC236}">
                  <a16:creationId xmlns:a16="http://schemas.microsoft.com/office/drawing/2014/main" id="{C36F64BB-2D70-2FE1-5FE1-1CEA15352C12}"/>
                </a:ext>
              </a:extLst>
            </p:cNvPr>
            <p:cNvSpPr/>
            <p:nvPr/>
          </p:nvSpPr>
          <p:spPr>
            <a:xfrm>
              <a:off x="1542031" y="3603619"/>
              <a:ext cx="25264" cy="2526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9" name="ellipse_2548">
              <a:extLst>
                <a:ext uri="{FF2B5EF4-FFF2-40B4-BE49-F238E27FC236}">
                  <a16:creationId xmlns:a16="http://schemas.microsoft.com/office/drawing/2014/main" id="{D438E535-7A63-86D7-E0FC-1E1B41F50612}"/>
                </a:ext>
              </a:extLst>
            </p:cNvPr>
            <p:cNvSpPr/>
            <p:nvPr/>
          </p:nvSpPr>
          <p:spPr>
            <a:xfrm>
              <a:off x="1434762" y="3711046"/>
              <a:ext cx="16788" cy="1678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0" name="ellipse_2549">
              <a:extLst>
                <a:ext uri="{FF2B5EF4-FFF2-40B4-BE49-F238E27FC236}">
                  <a16:creationId xmlns:a16="http://schemas.microsoft.com/office/drawing/2014/main" id="{F1369F7F-399B-289E-CE4E-A65A811C8A67}"/>
                </a:ext>
              </a:extLst>
            </p:cNvPr>
            <p:cNvSpPr/>
            <p:nvPr/>
          </p:nvSpPr>
          <p:spPr>
            <a:xfrm>
              <a:off x="1543438" y="3672057"/>
              <a:ext cx="23717" cy="2371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1" name="ellipse_2550">
              <a:extLst>
                <a:ext uri="{FF2B5EF4-FFF2-40B4-BE49-F238E27FC236}">
                  <a16:creationId xmlns:a16="http://schemas.microsoft.com/office/drawing/2014/main" id="{3223E730-DB37-257B-05EE-BD85154259F3}"/>
                </a:ext>
              </a:extLst>
            </p:cNvPr>
            <p:cNvSpPr/>
            <p:nvPr/>
          </p:nvSpPr>
          <p:spPr>
            <a:xfrm>
              <a:off x="1529817" y="3654293"/>
              <a:ext cx="15593" cy="1559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2" name="ellipse_2551">
              <a:extLst>
                <a:ext uri="{FF2B5EF4-FFF2-40B4-BE49-F238E27FC236}">
                  <a16:creationId xmlns:a16="http://schemas.microsoft.com/office/drawing/2014/main" id="{DA8D6D3D-E367-BCAB-B82A-12B17B15A6EA}"/>
                </a:ext>
              </a:extLst>
            </p:cNvPr>
            <p:cNvSpPr/>
            <p:nvPr/>
          </p:nvSpPr>
          <p:spPr>
            <a:xfrm>
              <a:off x="1550063" y="3626271"/>
              <a:ext cx="18725" cy="1872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" name="ellipse_2552">
              <a:extLst>
                <a:ext uri="{FF2B5EF4-FFF2-40B4-BE49-F238E27FC236}">
                  <a16:creationId xmlns:a16="http://schemas.microsoft.com/office/drawing/2014/main" id="{E0BB27CD-F490-387A-3E34-2D29AF300E78}"/>
                </a:ext>
              </a:extLst>
            </p:cNvPr>
            <p:cNvSpPr/>
            <p:nvPr/>
          </p:nvSpPr>
          <p:spPr>
            <a:xfrm>
              <a:off x="1395088" y="3533435"/>
              <a:ext cx="15948" cy="1594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" name="ellipse_2553">
              <a:extLst>
                <a:ext uri="{FF2B5EF4-FFF2-40B4-BE49-F238E27FC236}">
                  <a16:creationId xmlns:a16="http://schemas.microsoft.com/office/drawing/2014/main" id="{4A9D99EB-904F-7996-CD12-422699C28081}"/>
                </a:ext>
              </a:extLst>
            </p:cNvPr>
            <p:cNvSpPr/>
            <p:nvPr/>
          </p:nvSpPr>
          <p:spPr>
            <a:xfrm>
              <a:off x="1313742" y="3573420"/>
              <a:ext cx="15496" cy="1549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3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5" name="ellipse_2554">
              <a:extLst>
                <a:ext uri="{FF2B5EF4-FFF2-40B4-BE49-F238E27FC236}">
                  <a16:creationId xmlns:a16="http://schemas.microsoft.com/office/drawing/2014/main" id="{0AABFCAC-812C-4008-1A71-82A551FCA55B}"/>
                </a:ext>
              </a:extLst>
            </p:cNvPr>
            <p:cNvSpPr/>
            <p:nvPr/>
          </p:nvSpPr>
          <p:spPr>
            <a:xfrm>
              <a:off x="1329291" y="3672157"/>
              <a:ext cx="23375" cy="2337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6" name="ellipse_2555">
              <a:extLst>
                <a:ext uri="{FF2B5EF4-FFF2-40B4-BE49-F238E27FC236}">
                  <a16:creationId xmlns:a16="http://schemas.microsoft.com/office/drawing/2014/main" id="{360A732A-D4CF-30E8-058E-D14D7A631C6D}"/>
                </a:ext>
              </a:extLst>
            </p:cNvPr>
            <p:cNvSpPr/>
            <p:nvPr/>
          </p:nvSpPr>
          <p:spPr>
            <a:xfrm>
              <a:off x="1307786" y="3621846"/>
              <a:ext cx="22071" cy="22071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7" name="ellipse_2556">
              <a:extLst>
                <a:ext uri="{FF2B5EF4-FFF2-40B4-BE49-F238E27FC236}">
                  <a16:creationId xmlns:a16="http://schemas.microsoft.com/office/drawing/2014/main" id="{44953A07-3A2C-19DF-BF5D-8F6DBC295023}"/>
                </a:ext>
              </a:extLst>
            </p:cNvPr>
            <p:cNvSpPr/>
            <p:nvPr/>
          </p:nvSpPr>
          <p:spPr>
            <a:xfrm>
              <a:off x="1584475" y="3627694"/>
              <a:ext cx="15386" cy="15386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8" name="ellipse_2557">
              <a:extLst>
                <a:ext uri="{FF2B5EF4-FFF2-40B4-BE49-F238E27FC236}">
                  <a16:creationId xmlns:a16="http://schemas.microsoft.com/office/drawing/2014/main" id="{C313A0A7-8A75-2EE0-440D-8B6A029DD5D9}"/>
                </a:ext>
              </a:extLst>
            </p:cNvPr>
            <p:cNvSpPr/>
            <p:nvPr/>
          </p:nvSpPr>
          <p:spPr>
            <a:xfrm>
              <a:off x="1453895" y="3558216"/>
              <a:ext cx="24625" cy="2462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9" name="ellipse_2558">
              <a:extLst>
                <a:ext uri="{FF2B5EF4-FFF2-40B4-BE49-F238E27FC236}">
                  <a16:creationId xmlns:a16="http://schemas.microsoft.com/office/drawing/2014/main" id="{CFC4F3B1-D42F-6279-F7A0-DD579E168573}"/>
                </a:ext>
              </a:extLst>
            </p:cNvPr>
            <p:cNvSpPr/>
            <p:nvPr/>
          </p:nvSpPr>
          <p:spPr>
            <a:xfrm>
              <a:off x="1514397" y="3669171"/>
              <a:ext cx="15296" cy="15296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0" name="ellipse_2559">
              <a:extLst>
                <a:ext uri="{FF2B5EF4-FFF2-40B4-BE49-F238E27FC236}">
                  <a16:creationId xmlns:a16="http://schemas.microsoft.com/office/drawing/2014/main" id="{776DD59C-3897-297B-213D-962A38E5F228}"/>
                </a:ext>
              </a:extLst>
            </p:cNvPr>
            <p:cNvSpPr/>
            <p:nvPr/>
          </p:nvSpPr>
          <p:spPr>
            <a:xfrm>
              <a:off x="1502877" y="3686988"/>
              <a:ext cx="19310" cy="1931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1" name="ellipse_2560">
              <a:extLst>
                <a:ext uri="{FF2B5EF4-FFF2-40B4-BE49-F238E27FC236}">
                  <a16:creationId xmlns:a16="http://schemas.microsoft.com/office/drawing/2014/main" id="{2DC838D3-3711-5C87-43BC-BCF5BEF73800}"/>
                </a:ext>
              </a:extLst>
            </p:cNvPr>
            <p:cNvSpPr/>
            <p:nvPr/>
          </p:nvSpPr>
          <p:spPr>
            <a:xfrm>
              <a:off x="1507745" y="3695631"/>
              <a:ext cx="15466" cy="1546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2" name="ellipse_2561">
              <a:extLst>
                <a:ext uri="{FF2B5EF4-FFF2-40B4-BE49-F238E27FC236}">
                  <a16:creationId xmlns:a16="http://schemas.microsoft.com/office/drawing/2014/main" id="{F6327B4C-B8B6-FE9B-87B9-FC5F3573358F}"/>
                </a:ext>
              </a:extLst>
            </p:cNvPr>
            <p:cNvSpPr/>
            <p:nvPr/>
          </p:nvSpPr>
          <p:spPr>
            <a:xfrm>
              <a:off x="1432818" y="3538051"/>
              <a:ext cx="19094" cy="1909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3" name="ellipse_2562">
              <a:extLst>
                <a:ext uri="{FF2B5EF4-FFF2-40B4-BE49-F238E27FC236}">
                  <a16:creationId xmlns:a16="http://schemas.microsoft.com/office/drawing/2014/main" id="{2360179E-E80C-FB2D-79C6-FCBEE5321556}"/>
                </a:ext>
              </a:extLst>
            </p:cNvPr>
            <p:cNvSpPr/>
            <p:nvPr/>
          </p:nvSpPr>
          <p:spPr>
            <a:xfrm>
              <a:off x="1511410" y="3670510"/>
              <a:ext cx="18124" cy="18124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4" name="ellipse_2563">
              <a:extLst>
                <a:ext uri="{FF2B5EF4-FFF2-40B4-BE49-F238E27FC236}">
                  <a16:creationId xmlns:a16="http://schemas.microsoft.com/office/drawing/2014/main" id="{4E104425-F016-767A-F033-FE3CB2DBBC84}"/>
                </a:ext>
              </a:extLst>
            </p:cNvPr>
            <p:cNvSpPr/>
            <p:nvPr/>
          </p:nvSpPr>
          <p:spPr>
            <a:xfrm>
              <a:off x="1465959" y="3697582"/>
              <a:ext cx="20714" cy="20714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5" name="ellipse_2564">
              <a:extLst>
                <a:ext uri="{FF2B5EF4-FFF2-40B4-BE49-F238E27FC236}">
                  <a16:creationId xmlns:a16="http://schemas.microsoft.com/office/drawing/2014/main" id="{D54ED9A0-7D27-E1D8-54B3-290B195CEB77}"/>
                </a:ext>
              </a:extLst>
            </p:cNvPr>
            <p:cNvSpPr/>
            <p:nvPr/>
          </p:nvSpPr>
          <p:spPr>
            <a:xfrm>
              <a:off x="1421039" y="3688264"/>
              <a:ext cx="20580" cy="2058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6" name="ellipse_2565">
              <a:extLst>
                <a:ext uri="{FF2B5EF4-FFF2-40B4-BE49-F238E27FC236}">
                  <a16:creationId xmlns:a16="http://schemas.microsoft.com/office/drawing/2014/main" id="{BAD005D3-0ED9-9BE4-F79B-03CDB3C1A778}"/>
                </a:ext>
              </a:extLst>
            </p:cNvPr>
            <p:cNvSpPr/>
            <p:nvPr/>
          </p:nvSpPr>
          <p:spPr>
            <a:xfrm>
              <a:off x="1317547" y="3643031"/>
              <a:ext cx="24656" cy="24656"/>
            </a:xfrm>
            <a:prstGeom prst="ellipse">
              <a:avLst/>
            </a:prstGeom>
            <a:gradFill flip="none" rotWithShape="1">
              <a:gsLst>
                <a:gs pos="0">
                  <a:srgbClr val="F6F7F8"/>
                </a:gs>
                <a:gs pos="43000">
                  <a:srgbClr val="D2DADF"/>
                </a:gs>
                <a:gs pos="100000">
                  <a:srgbClr val="A9B5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7" name="ellipse_2566">
              <a:extLst>
                <a:ext uri="{FF2B5EF4-FFF2-40B4-BE49-F238E27FC236}">
                  <a16:creationId xmlns:a16="http://schemas.microsoft.com/office/drawing/2014/main" id="{9E8AB157-6135-6990-3C99-200F94E6EA2F}"/>
                </a:ext>
              </a:extLst>
            </p:cNvPr>
            <p:cNvSpPr/>
            <p:nvPr/>
          </p:nvSpPr>
          <p:spPr>
            <a:xfrm>
              <a:off x="1490146" y="3564893"/>
              <a:ext cx="23114" cy="2311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8" name="ellipse_2567">
              <a:extLst>
                <a:ext uri="{FF2B5EF4-FFF2-40B4-BE49-F238E27FC236}">
                  <a16:creationId xmlns:a16="http://schemas.microsoft.com/office/drawing/2014/main" id="{5598513B-E7A3-E30D-4451-2137F828BB7F}"/>
                </a:ext>
              </a:extLst>
            </p:cNvPr>
            <p:cNvSpPr/>
            <p:nvPr/>
          </p:nvSpPr>
          <p:spPr>
            <a:xfrm>
              <a:off x="1318021" y="3588334"/>
              <a:ext cx="19866" cy="19866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9" name="ellipse_2568">
              <a:extLst>
                <a:ext uri="{FF2B5EF4-FFF2-40B4-BE49-F238E27FC236}">
                  <a16:creationId xmlns:a16="http://schemas.microsoft.com/office/drawing/2014/main" id="{CFBB02F0-DF39-4B1F-06CC-773D2E311218}"/>
                </a:ext>
              </a:extLst>
            </p:cNvPr>
            <p:cNvSpPr/>
            <p:nvPr/>
          </p:nvSpPr>
          <p:spPr>
            <a:xfrm>
              <a:off x="1478242" y="3571021"/>
              <a:ext cx="21106" cy="21106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0" name="ellipse_2569">
              <a:extLst>
                <a:ext uri="{FF2B5EF4-FFF2-40B4-BE49-F238E27FC236}">
                  <a16:creationId xmlns:a16="http://schemas.microsoft.com/office/drawing/2014/main" id="{330440B6-6289-2C80-B2F3-261671256E33}"/>
                </a:ext>
              </a:extLst>
            </p:cNvPr>
            <p:cNvSpPr/>
            <p:nvPr/>
          </p:nvSpPr>
          <p:spPr>
            <a:xfrm>
              <a:off x="1317612" y="3652314"/>
              <a:ext cx="17900" cy="1790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1" name="ellipse_2570">
              <a:extLst>
                <a:ext uri="{FF2B5EF4-FFF2-40B4-BE49-F238E27FC236}">
                  <a16:creationId xmlns:a16="http://schemas.microsoft.com/office/drawing/2014/main" id="{22CF3829-0C8B-A502-6B4A-DCB8113069E2}"/>
                </a:ext>
              </a:extLst>
            </p:cNvPr>
            <p:cNvSpPr/>
            <p:nvPr/>
          </p:nvSpPr>
          <p:spPr>
            <a:xfrm>
              <a:off x="1437620" y="3709822"/>
              <a:ext cx="15418" cy="1541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2" name="ellipse_2571">
              <a:extLst>
                <a:ext uri="{FF2B5EF4-FFF2-40B4-BE49-F238E27FC236}">
                  <a16:creationId xmlns:a16="http://schemas.microsoft.com/office/drawing/2014/main" id="{ED4EEF5B-578B-468F-6450-B22BDA4232DF}"/>
                </a:ext>
              </a:extLst>
            </p:cNvPr>
            <p:cNvSpPr/>
            <p:nvPr/>
          </p:nvSpPr>
          <p:spPr>
            <a:xfrm>
              <a:off x="1482151" y="3682518"/>
              <a:ext cx="16703" cy="16703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3" name="ellipse_2572">
              <a:extLst>
                <a:ext uri="{FF2B5EF4-FFF2-40B4-BE49-F238E27FC236}">
                  <a16:creationId xmlns:a16="http://schemas.microsoft.com/office/drawing/2014/main" id="{89E611D6-0A90-2623-5421-6BBBE050D8D6}"/>
                </a:ext>
              </a:extLst>
            </p:cNvPr>
            <p:cNvSpPr/>
            <p:nvPr/>
          </p:nvSpPr>
          <p:spPr>
            <a:xfrm>
              <a:off x="1411116" y="3562784"/>
              <a:ext cx="21423" cy="21423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" name="ellipse_2573">
              <a:extLst>
                <a:ext uri="{FF2B5EF4-FFF2-40B4-BE49-F238E27FC236}">
                  <a16:creationId xmlns:a16="http://schemas.microsoft.com/office/drawing/2014/main" id="{8DBD83AF-E3AD-F978-8DC7-B1CB00C1F3D6}"/>
                </a:ext>
              </a:extLst>
            </p:cNvPr>
            <p:cNvSpPr/>
            <p:nvPr/>
          </p:nvSpPr>
          <p:spPr>
            <a:xfrm>
              <a:off x="1454564" y="3537748"/>
              <a:ext cx="19763" cy="1976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5" name="ellipse_2574">
              <a:extLst>
                <a:ext uri="{FF2B5EF4-FFF2-40B4-BE49-F238E27FC236}">
                  <a16:creationId xmlns:a16="http://schemas.microsoft.com/office/drawing/2014/main" id="{719BCFD9-111D-00C5-2F76-24DB6127D2DA}"/>
                </a:ext>
              </a:extLst>
            </p:cNvPr>
            <p:cNvSpPr/>
            <p:nvPr/>
          </p:nvSpPr>
          <p:spPr>
            <a:xfrm>
              <a:off x="1516785" y="3654731"/>
              <a:ext cx="21578" cy="2157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" name="ellipse_2575">
              <a:extLst>
                <a:ext uri="{FF2B5EF4-FFF2-40B4-BE49-F238E27FC236}">
                  <a16:creationId xmlns:a16="http://schemas.microsoft.com/office/drawing/2014/main" id="{6FA1D03E-1CB2-D9CD-F5D6-5025B18063A2}"/>
                </a:ext>
              </a:extLst>
            </p:cNvPr>
            <p:cNvSpPr/>
            <p:nvPr/>
          </p:nvSpPr>
          <p:spPr>
            <a:xfrm>
              <a:off x="1410634" y="3697683"/>
              <a:ext cx="24162" cy="2416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" name="ellipse_2576">
              <a:extLst>
                <a:ext uri="{FF2B5EF4-FFF2-40B4-BE49-F238E27FC236}">
                  <a16:creationId xmlns:a16="http://schemas.microsoft.com/office/drawing/2014/main" id="{EFFFCF1A-D3CD-CC1B-4454-A11D444AD0AB}"/>
                </a:ext>
              </a:extLst>
            </p:cNvPr>
            <p:cNvSpPr/>
            <p:nvPr/>
          </p:nvSpPr>
          <p:spPr>
            <a:xfrm>
              <a:off x="1425946" y="3562304"/>
              <a:ext cx="17525" cy="17525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" name="ellipse_2577">
              <a:extLst>
                <a:ext uri="{FF2B5EF4-FFF2-40B4-BE49-F238E27FC236}">
                  <a16:creationId xmlns:a16="http://schemas.microsoft.com/office/drawing/2014/main" id="{4F87D893-F5D6-761B-BD98-BF9EC80395FD}"/>
                </a:ext>
              </a:extLst>
            </p:cNvPr>
            <p:cNvSpPr/>
            <p:nvPr/>
          </p:nvSpPr>
          <p:spPr>
            <a:xfrm>
              <a:off x="1355269" y="3594031"/>
              <a:ext cx="21133" cy="2113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9" name="ellipse_2578">
              <a:extLst>
                <a:ext uri="{FF2B5EF4-FFF2-40B4-BE49-F238E27FC236}">
                  <a16:creationId xmlns:a16="http://schemas.microsoft.com/office/drawing/2014/main" id="{90B99378-99CE-C9E4-74FD-9A5FE00FA7D1}"/>
                </a:ext>
              </a:extLst>
            </p:cNvPr>
            <p:cNvSpPr/>
            <p:nvPr/>
          </p:nvSpPr>
          <p:spPr>
            <a:xfrm>
              <a:off x="1506719" y="3690770"/>
              <a:ext cx="17358" cy="1735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0" name="ellipse_2579">
              <a:extLst>
                <a:ext uri="{FF2B5EF4-FFF2-40B4-BE49-F238E27FC236}">
                  <a16:creationId xmlns:a16="http://schemas.microsoft.com/office/drawing/2014/main" id="{D500F4BD-344F-A9CF-0D3F-B05E50F0B397}"/>
                </a:ext>
              </a:extLst>
            </p:cNvPr>
            <p:cNvSpPr/>
            <p:nvPr/>
          </p:nvSpPr>
          <p:spPr>
            <a:xfrm>
              <a:off x="1349195" y="3647004"/>
              <a:ext cx="22300" cy="22300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1" name="ellipse_2580">
              <a:extLst>
                <a:ext uri="{FF2B5EF4-FFF2-40B4-BE49-F238E27FC236}">
                  <a16:creationId xmlns:a16="http://schemas.microsoft.com/office/drawing/2014/main" id="{CF90C6DC-60BE-5790-D554-52F7270F865B}"/>
                </a:ext>
              </a:extLst>
            </p:cNvPr>
            <p:cNvSpPr/>
            <p:nvPr/>
          </p:nvSpPr>
          <p:spPr>
            <a:xfrm>
              <a:off x="1577404" y="3601425"/>
              <a:ext cx="20206" cy="2020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2" name="ellipse_2581">
              <a:extLst>
                <a:ext uri="{FF2B5EF4-FFF2-40B4-BE49-F238E27FC236}">
                  <a16:creationId xmlns:a16="http://schemas.microsoft.com/office/drawing/2014/main" id="{189F34EF-8BB6-5AC4-5A02-5C38BC9D2512}"/>
                </a:ext>
              </a:extLst>
            </p:cNvPr>
            <p:cNvSpPr/>
            <p:nvPr/>
          </p:nvSpPr>
          <p:spPr>
            <a:xfrm>
              <a:off x="1509076" y="3554975"/>
              <a:ext cx="15762" cy="157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3" name="ellipse_2582">
              <a:extLst>
                <a:ext uri="{FF2B5EF4-FFF2-40B4-BE49-F238E27FC236}">
                  <a16:creationId xmlns:a16="http://schemas.microsoft.com/office/drawing/2014/main" id="{34437054-68F6-89F6-F9E1-25312B89AF5E}"/>
                </a:ext>
              </a:extLst>
            </p:cNvPr>
            <p:cNvSpPr/>
            <p:nvPr/>
          </p:nvSpPr>
          <p:spPr>
            <a:xfrm>
              <a:off x="1462460" y="3706007"/>
              <a:ext cx="22750" cy="22750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4" name="ellipse_2583">
              <a:extLst>
                <a:ext uri="{FF2B5EF4-FFF2-40B4-BE49-F238E27FC236}">
                  <a16:creationId xmlns:a16="http://schemas.microsoft.com/office/drawing/2014/main" id="{B680D3C9-4B24-4739-F8E2-9B54DAA8153A}"/>
                </a:ext>
              </a:extLst>
            </p:cNvPr>
            <p:cNvSpPr/>
            <p:nvPr/>
          </p:nvSpPr>
          <p:spPr>
            <a:xfrm>
              <a:off x="1439477" y="3526920"/>
              <a:ext cx="21290" cy="21290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5" name="ellipse_2584">
              <a:extLst>
                <a:ext uri="{FF2B5EF4-FFF2-40B4-BE49-F238E27FC236}">
                  <a16:creationId xmlns:a16="http://schemas.microsoft.com/office/drawing/2014/main" id="{2A4925C4-4215-1F51-C54B-45E22DDA6F8F}"/>
                </a:ext>
              </a:extLst>
            </p:cNvPr>
            <p:cNvSpPr/>
            <p:nvPr/>
          </p:nvSpPr>
          <p:spPr>
            <a:xfrm>
              <a:off x="1310268" y="3672453"/>
              <a:ext cx="21000" cy="2100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6" name="ellipse_2585">
              <a:extLst>
                <a:ext uri="{FF2B5EF4-FFF2-40B4-BE49-F238E27FC236}">
                  <a16:creationId xmlns:a16="http://schemas.microsoft.com/office/drawing/2014/main" id="{187C0097-F52C-175C-7DA3-1C9EEF6BBA50}"/>
                </a:ext>
              </a:extLst>
            </p:cNvPr>
            <p:cNvSpPr/>
            <p:nvPr/>
          </p:nvSpPr>
          <p:spPr>
            <a:xfrm>
              <a:off x="1552938" y="3621802"/>
              <a:ext cx="15605" cy="15605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7" name="ellipse_2586">
              <a:extLst>
                <a:ext uri="{FF2B5EF4-FFF2-40B4-BE49-F238E27FC236}">
                  <a16:creationId xmlns:a16="http://schemas.microsoft.com/office/drawing/2014/main" id="{9FB3AB6E-5D9E-82DB-3C27-961F0550577B}"/>
                </a:ext>
              </a:extLst>
            </p:cNvPr>
            <p:cNvSpPr/>
            <p:nvPr/>
          </p:nvSpPr>
          <p:spPr>
            <a:xfrm>
              <a:off x="1558418" y="3676011"/>
              <a:ext cx="22184" cy="2218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8" name="ellipse_2587">
              <a:extLst>
                <a:ext uri="{FF2B5EF4-FFF2-40B4-BE49-F238E27FC236}">
                  <a16:creationId xmlns:a16="http://schemas.microsoft.com/office/drawing/2014/main" id="{4AB66F24-4349-7167-2A50-36DBDE190AA4}"/>
                </a:ext>
              </a:extLst>
            </p:cNvPr>
            <p:cNvSpPr/>
            <p:nvPr/>
          </p:nvSpPr>
          <p:spPr>
            <a:xfrm>
              <a:off x="1456866" y="3525328"/>
              <a:ext cx="23606" cy="23606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9" name="ellipse_2588">
              <a:extLst>
                <a:ext uri="{FF2B5EF4-FFF2-40B4-BE49-F238E27FC236}">
                  <a16:creationId xmlns:a16="http://schemas.microsoft.com/office/drawing/2014/main" id="{4E4C2798-ED73-D996-B180-3D2E54792783}"/>
                </a:ext>
              </a:extLst>
            </p:cNvPr>
            <p:cNvSpPr/>
            <p:nvPr/>
          </p:nvSpPr>
          <p:spPr>
            <a:xfrm>
              <a:off x="1364561" y="3569140"/>
              <a:ext cx="22851" cy="22851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0" name="ellipse_2589">
              <a:extLst>
                <a:ext uri="{FF2B5EF4-FFF2-40B4-BE49-F238E27FC236}">
                  <a16:creationId xmlns:a16="http://schemas.microsoft.com/office/drawing/2014/main" id="{6E0CA98D-1246-B4EB-B835-2C0AD94D9444}"/>
                </a:ext>
              </a:extLst>
            </p:cNvPr>
            <p:cNvSpPr/>
            <p:nvPr/>
          </p:nvSpPr>
          <p:spPr>
            <a:xfrm>
              <a:off x="1539847" y="3619786"/>
              <a:ext cx="18619" cy="1861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1" name="ellipse_2590">
              <a:extLst>
                <a:ext uri="{FF2B5EF4-FFF2-40B4-BE49-F238E27FC236}">
                  <a16:creationId xmlns:a16="http://schemas.microsoft.com/office/drawing/2014/main" id="{9912F7BF-6234-D2A7-F05E-3022FFB0197E}"/>
                </a:ext>
              </a:extLst>
            </p:cNvPr>
            <p:cNvSpPr/>
            <p:nvPr/>
          </p:nvSpPr>
          <p:spPr>
            <a:xfrm>
              <a:off x="1298635" y="3654692"/>
              <a:ext cx="18927" cy="1892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1"/>
                </a:gs>
                <a:gs pos="100000">
                  <a:srgbClr val="AC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2" name="ellipse_2591">
              <a:extLst>
                <a:ext uri="{FF2B5EF4-FFF2-40B4-BE49-F238E27FC236}">
                  <a16:creationId xmlns:a16="http://schemas.microsoft.com/office/drawing/2014/main" id="{6A285198-FB14-991D-0FB9-8B053F9A0EB5}"/>
                </a:ext>
              </a:extLst>
            </p:cNvPr>
            <p:cNvSpPr/>
            <p:nvPr/>
          </p:nvSpPr>
          <p:spPr>
            <a:xfrm>
              <a:off x="1319712" y="3686409"/>
              <a:ext cx="23715" cy="2371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3" name="ellipse_2592">
              <a:extLst>
                <a:ext uri="{FF2B5EF4-FFF2-40B4-BE49-F238E27FC236}">
                  <a16:creationId xmlns:a16="http://schemas.microsoft.com/office/drawing/2014/main" id="{C5E2BB52-B5D1-FB89-91C4-8A6A48481DA6}"/>
                </a:ext>
              </a:extLst>
            </p:cNvPr>
            <p:cNvSpPr/>
            <p:nvPr/>
          </p:nvSpPr>
          <p:spPr>
            <a:xfrm>
              <a:off x="1501588" y="3562901"/>
              <a:ext cx="22327" cy="2232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4" name="ellipse_2593">
              <a:extLst>
                <a:ext uri="{FF2B5EF4-FFF2-40B4-BE49-F238E27FC236}">
                  <a16:creationId xmlns:a16="http://schemas.microsoft.com/office/drawing/2014/main" id="{4794A2A0-1A9F-8540-C4A2-4272AE2F748E}"/>
                </a:ext>
              </a:extLst>
            </p:cNvPr>
            <p:cNvSpPr/>
            <p:nvPr/>
          </p:nvSpPr>
          <p:spPr>
            <a:xfrm>
              <a:off x="1466525" y="3529327"/>
              <a:ext cx="15101" cy="15101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5" name="ellipse_2594">
              <a:extLst>
                <a:ext uri="{FF2B5EF4-FFF2-40B4-BE49-F238E27FC236}">
                  <a16:creationId xmlns:a16="http://schemas.microsoft.com/office/drawing/2014/main" id="{F5501452-1BDD-1FE0-C8F1-3B352CFF0BF2}"/>
                </a:ext>
              </a:extLst>
            </p:cNvPr>
            <p:cNvSpPr/>
            <p:nvPr/>
          </p:nvSpPr>
          <p:spPr>
            <a:xfrm>
              <a:off x="1333290" y="3551629"/>
              <a:ext cx="21303" cy="21303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6" name="ellipse_2595">
              <a:extLst>
                <a:ext uri="{FF2B5EF4-FFF2-40B4-BE49-F238E27FC236}">
                  <a16:creationId xmlns:a16="http://schemas.microsoft.com/office/drawing/2014/main" id="{B689CAC9-B49E-D056-865F-DBCDC6407BB0}"/>
                </a:ext>
              </a:extLst>
            </p:cNvPr>
            <p:cNvSpPr/>
            <p:nvPr/>
          </p:nvSpPr>
          <p:spPr>
            <a:xfrm>
              <a:off x="1339812" y="3618696"/>
              <a:ext cx="23994" cy="2399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7" name="ellipse_2596">
              <a:extLst>
                <a:ext uri="{FF2B5EF4-FFF2-40B4-BE49-F238E27FC236}">
                  <a16:creationId xmlns:a16="http://schemas.microsoft.com/office/drawing/2014/main" id="{623EE383-7368-4F4F-77B7-9BB81C56CCA9}"/>
                </a:ext>
              </a:extLst>
            </p:cNvPr>
            <p:cNvSpPr/>
            <p:nvPr/>
          </p:nvSpPr>
          <p:spPr>
            <a:xfrm>
              <a:off x="1322053" y="3616233"/>
              <a:ext cx="19417" cy="19417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D"/>
                </a:gs>
                <a:gs pos="100000">
                  <a:srgbClr val="A4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8" name="ellipse_2597">
              <a:extLst>
                <a:ext uri="{FF2B5EF4-FFF2-40B4-BE49-F238E27FC236}">
                  <a16:creationId xmlns:a16="http://schemas.microsoft.com/office/drawing/2014/main" id="{E447EE8F-1F62-ACD6-DAE9-1C2F00D4AEC6}"/>
                </a:ext>
              </a:extLst>
            </p:cNvPr>
            <p:cNvSpPr/>
            <p:nvPr/>
          </p:nvSpPr>
          <p:spPr>
            <a:xfrm>
              <a:off x="1442627" y="3702519"/>
              <a:ext cx="16815" cy="16815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9" name="ellipse_2598">
              <a:extLst>
                <a:ext uri="{FF2B5EF4-FFF2-40B4-BE49-F238E27FC236}">
                  <a16:creationId xmlns:a16="http://schemas.microsoft.com/office/drawing/2014/main" id="{F6A6FE15-FE67-E5C2-B08C-4DFD347B2AB5}"/>
                </a:ext>
              </a:extLst>
            </p:cNvPr>
            <p:cNvSpPr/>
            <p:nvPr/>
          </p:nvSpPr>
          <p:spPr>
            <a:xfrm>
              <a:off x="1359926" y="3695336"/>
              <a:ext cx="19088" cy="1908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0" name="ellipse_2599">
              <a:extLst>
                <a:ext uri="{FF2B5EF4-FFF2-40B4-BE49-F238E27FC236}">
                  <a16:creationId xmlns:a16="http://schemas.microsoft.com/office/drawing/2014/main" id="{4212EB5E-1B6C-E719-73F0-C69AA398B11E}"/>
                </a:ext>
              </a:extLst>
            </p:cNvPr>
            <p:cNvSpPr/>
            <p:nvPr/>
          </p:nvSpPr>
          <p:spPr>
            <a:xfrm>
              <a:off x="1316114" y="3579850"/>
              <a:ext cx="19778" cy="1977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1" name="ellipse_2600">
              <a:extLst>
                <a:ext uri="{FF2B5EF4-FFF2-40B4-BE49-F238E27FC236}">
                  <a16:creationId xmlns:a16="http://schemas.microsoft.com/office/drawing/2014/main" id="{C6811FE4-62DC-0B7C-E364-E91DE31B2BF4}"/>
                </a:ext>
              </a:extLst>
            </p:cNvPr>
            <p:cNvSpPr/>
            <p:nvPr/>
          </p:nvSpPr>
          <p:spPr>
            <a:xfrm>
              <a:off x="1434798" y="3553542"/>
              <a:ext cx="17285" cy="1728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2" name="ellipse_2601">
              <a:extLst>
                <a:ext uri="{FF2B5EF4-FFF2-40B4-BE49-F238E27FC236}">
                  <a16:creationId xmlns:a16="http://schemas.microsoft.com/office/drawing/2014/main" id="{003C594D-862F-FDE8-8E22-E14188BB708C}"/>
                </a:ext>
              </a:extLst>
            </p:cNvPr>
            <p:cNvSpPr/>
            <p:nvPr/>
          </p:nvSpPr>
          <p:spPr>
            <a:xfrm>
              <a:off x="1494855" y="3573622"/>
              <a:ext cx="23632" cy="2363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3" name="TextBox 12177">
            <a:extLst>
              <a:ext uri="{FF2B5EF4-FFF2-40B4-BE49-F238E27FC236}">
                <a16:creationId xmlns:a16="http://schemas.microsoft.com/office/drawing/2014/main" id="{897AA8C8-0D59-EE70-2737-E2CE205B755C}"/>
              </a:ext>
            </a:extLst>
          </p:cNvPr>
          <p:cNvSpPr txBox="1"/>
          <p:nvPr/>
        </p:nvSpPr>
        <p:spPr>
          <a:xfrm>
            <a:off x="1016577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Blob</a:t>
            </a:r>
          </a:p>
        </p:txBody>
      </p:sp>
      <p:grpSp>
        <p:nvGrpSpPr>
          <p:cNvPr id="614" name="Match | Blob contour">
            <a:extLst>
              <a:ext uri="{FF2B5EF4-FFF2-40B4-BE49-F238E27FC236}">
                <a16:creationId xmlns:a16="http://schemas.microsoft.com/office/drawing/2014/main" id="{3563FFB4-36A0-6ED1-99C7-D78EE5250B77}"/>
              </a:ext>
            </a:extLst>
          </p:cNvPr>
          <p:cNvGrpSpPr/>
          <p:nvPr/>
        </p:nvGrpSpPr>
        <p:grpSpPr>
          <a:xfrm>
            <a:off x="1044928" y="3041632"/>
            <a:ext cx="291608" cy="199265"/>
            <a:chOff x="1928706" y="3559489"/>
            <a:chExt cx="227897" cy="155682"/>
          </a:xfrm>
        </p:grpSpPr>
        <p:sp>
          <p:nvSpPr>
            <p:cNvPr id="615" name="Candidate blob | editable contour">
              <a:extLst>
                <a:ext uri="{FF2B5EF4-FFF2-40B4-BE49-F238E27FC236}">
                  <a16:creationId xmlns:a16="http://schemas.microsoft.com/office/drawing/2014/main" id="{03CF2D6D-5AE5-F7D5-CE7B-6B958D90A79F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6" name="ellipse_2612">
              <a:extLst>
                <a:ext uri="{FF2B5EF4-FFF2-40B4-BE49-F238E27FC236}">
                  <a16:creationId xmlns:a16="http://schemas.microsoft.com/office/drawing/2014/main" id="{C72E6C15-D1AD-00C3-B8F9-DA9B6FA30CE6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7" name="Oval 12178">
            <a:extLst>
              <a:ext uri="{FF2B5EF4-FFF2-40B4-BE49-F238E27FC236}">
                <a16:creationId xmlns:a16="http://schemas.microsoft.com/office/drawing/2014/main" id="{C6B518F7-C05F-188A-03B5-B4A7B1424ABD}"/>
              </a:ext>
            </a:extLst>
          </p:cNvPr>
          <p:cNvSpPr/>
          <p:nvPr/>
        </p:nvSpPr>
        <p:spPr>
          <a:xfrm>
            <a:off x="1173722" y="3125064"/>
            <a:ext cx="34426" cy="34426"/>
          </a:xfrm>
          <a:prstGeom prst="ellipse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18" name="TextBox 12186">
            <a:extLst>
              <a:ext uri="{FF2B5EF4-FFF2-40B4-BE49-F238E27FC236}">
                <a16:creationId xmlns:a16="http://schemas.microsoft.com/office/drawing/2014/main" id="{D5264AF5-FFC9-F85D-12B1-7A2362D95611}"/>
              </a:ext>
            </a:extLst>
          </p:cNvPr>
          <p:cNvSpPr txBox="1"/>
          <p:nvPr/>
        </p:nvSpPr>
        <p:spPr>
          <a:xfrm>
            <a:off x="1558387" y="2259965"/>
            <a:ext cx="286938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>
                <a:solidFill>
                  <a:srgbClr val="27364B"/>
                </a:solidFill>
                <a:latin typeface="Arial"/>
              </a:rPr>
              <a:t>48³ crop</a:t>
            </a:r>
          </a:p>
        </p:txBody>
      </p:sp>
      <p:grpSp>
        <p:nvGrpSpPr>
          <p:cNvPr id="619" name="48^3 crop 3D cube">
            <a:extLst>
              <a:ext uri="{FF2B5EF4-FFF2-40B4-BE49-F238E27FC236}">
                <a16:creationId xmlns:a16="http://schemas.microsoft.com/office/drawing/2014/main" id="{A6354316-5445-B2BD-AF74-93E5AFAF7E87}"/>
              </a:ext>
            </a:extLst>
          </p:cNvPr>
          <p:cNvGrpSpPr/>
          <p:nvPr/>
        </p:nvGrpSpPr>
        <p:grpSpPr>
          <a:xfrm>
            <a:off x="1575493" y="2353114"/>
            <a:ext cx="251107" cy="197645"/>
            <a:chOff x="4043880" y="489960"/>
            <a:chExt cx="571680" cy="450000"/>
          </a:xfrm>
        </p:grpSpPr>
        <p:sp>
          <p:nvSpPr>
            <p:cNvPr id="620" name="asset_2027_0">
              <a:extLst>
                <a:ext uri="{FF2B5EF4-FFF2-40B4-BE49-F238E27FC236}">
                  <a16:creationId xmlns:a16="http://schemas.microsoft.com/office/drawing/2014/main" id="{DFF45789-F9D1-8BAB-C815-D8CA53A3F724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489960"/>
              <a:ext cx="571680" cy="76500"/>
            </a:xfrm>
            <a:custGeom>
              <a:avLst/>
              <a:gdLst/>
              <a:ahLst/>
              <a:cxnLst/>
              <a:rect l="0" t="0" r="0" b="0"/>
              <a:pathLst>
                <a:path w="571680" h="76500">
                  <a:moveTo>
                    <a:pt x="0" y="76500"/>
                  </a:moveTo>
                  <a:lnTo>
                    <a:pt x="108619" y="0"/>
                  </a:lnTo>
                  <a:lnTo>
                    <a:pt x="571680" y="0"/>
                  </a:lnTo>
                  <a:lnTo>
                    <a:pt x="463061" y="76500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621" name="asset_2027_1">
              <a:extLst>
                <a:ext uri="{FF2B5EF4-FFF2-40B4-BE49-F238E27FC236}">
                  <a16:creationId xmlns:a16="http://schemas.microsoft.com/office/drawing/2014/main" id="{D9D2D56F-66D6-BA20-214D-BEC81DDB9DC1}"/>
                </a:ext>
              </a:extLst>
            </p:cNvPr>
            <p:cNvSpPr>
              <a:spLocks noGrp="1"/>
            </p:cNvSpPr>
            <p:nvPr/>
          </p:nvSpPr>
          <p:spPr>
            <a:xfrm>
              <a:off x="4506941" y="489960"/>
              <a:ext cx="108619" cy="450000"/>
            </a:xfrm>
            <a:custGeom>
              <a:avLst/>
              <a:gdLst/>
              <a:ahLst/>
              <a:cxnLst/>
              <a:rect l="0" t="0" r="0" b="0"/>
              <a:pathLst>
                <a:path w="108619" h="450000">
                  <a:moveTo>
                    <a:pt x="0" y="76500"/>
                  </a:moveTo>
                  <a:lnTo>
                    <a:pt x="108619" y="0"/>
                  </a:lnTo>
                  <a:lnTo>
                    <a:pt x="108619" y="373500"/>
                  </a:lnTo>
                  <a:lnTo>
                    <a:pt x="0" y="4500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622" name="asset_2027_2">
              <a:extLst>
                <a:ext uri="{FF2B5EF4-FFF2-40B4-BE49-F238E27FC236}">
                  <a16:creationId xmlns:a16="http://schemas.microsoft.com/office/drawing/2014/main" id="{AA95F881-9E7A-117C-57DA-804F464457D1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623" name="asset_2027_3">
              <a:extLst>
                <a:ext uri="{FF2B5EF4-FFF2-40B4-BE49-F238E27FC236}">
                  <a16:creationId xmlns:a16="http://schemas.microsoft.com/office/drawing/2014/main" id="{E530F259-A57A-8837-339E-5B7088A3F0EB}"/>
                </a:ext>
              </a:extLst>
            </p:cNvPr>
            <p:cNvSpPr>
              <a:spLocks noGrp="1"/>
            </p:cNvSpPr>
            <p:nvPr/>
          </p:nvSpPr>
          <p:spPr>
            <a:xfrm>
              <a:off x="4159645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4" name="asset_2027_4">
              <a:extLst>
                <a:ext uri="{FF2B5EF4-FFF2-40B4-BE49-F238E27FC236}">
                  <a16:creationId xmlns:a16="http://schemas.microsoft.com/office/drawing/2014/main" id="{FAF6079D-9700-B760-47EF-4FCBDDFDB883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65983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5" name="asset_2027_5">
              <a:extLst>
                <a:ext uri="{FF2B5EF4-FFF2-40B4-BE49-F238E27FC236}">
                  <a16:creationId xmlns:a16="http://schemas.microsoft.com/office/drawing/2014/main" id="{92EF58D1-B230-41DF-8AAD-AA1F94FFC7B6}"/>
                </a:ext>
              </a:extLst>
            </p:cNvPr>
            <p:cNvSpPr>
              <a:spLocks noGrp="1"/>
            </p:cNvSpPr>
            <p:nvPr/>
          </p:nvSpPr>
          <p:spPr>
            <a:xfrm>
              <a:off x="4275410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6" name="asset_2027_6">
              <a:extLst>
                <a:ext uri="{FF2B5EF4-FFF2-40B4-BE49-F238E27FC236}">
                  <a16:creationId xmlns:a16="http://schemas.microsoft.com/office/drawing/2014/main" id="{2597DCCA-0994-9301-F8E4-AF56B89B6A00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753210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7" name="asset_2027_7">
              <a:extLst>
                <a:ext uri="{FF2B5EF4-FFF2-40B4-BE49-F238E27FC236}">
                  <a16:creationId xmlns:a16="http://schemas.microsoft.com/office/drawing/2014/main" id="{3A57F0B1-A1ED-9F5E-1B53-357802CFF16D}"/>
                </a:ext>
              </a:extLst>
            </p:cNvPr>
            <p:cNvSpPr>
              <a:spLocks noGrp="1"/>
            </p:cNvSpPr>
            <p:nvPr/>
          </p:nvSpPr>
          <p:spPr>
            <a:xfrm>
              <a:off x="4391176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8" name="asset_2027_8">
              <a:extLst>
                <a:ext uri="{FF2B5EF4-FFF2-40B4-BE49-F238E27FC236}">
                  <a16:creationId xmlns:a16="http://schemas.microsoft.com/office/drawing/2014/main" id="{EACFF15D-B3A6-D1B6-D8BD-EB8E1B8D3CF0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84658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9" name="asset_2027_53">
              <a:extLst>
                <a:ext uri="{FF2B5EF4-FFF2-40B4-BE49-F238E27FC236}">
                  <a16:creationId xmlns:a16="http://schemas.microsoft.com/office/drawing/2014/main" id="{D0AA82A8-E781-9762-AB9F-220597720BFA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custGeom>
              <a:avLst/>
              <a:gdLst/>
              <a:ahLst/>
              <a:cxnLst/>
              <a:rect l="0" t="0" r="0" b="0"/>
              <a:pathLst>
                <a:path w="463061" h="373500">
                  <a:moveTo>
                    <a:pt x="0" y="0"/>
                  </a:moveTo>
                  <a:lnTo>
                    <a:pt x="463061" y="0"/>
                  </a:lnTo>
                  <a:lnTo>
                    <a:pt x="463061" y="373500"/>
                  </a:lnTo>
                  <a:lnTo>
                    <a:pt x="0" y="373500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630" name="48^3 crop centered blob">
            <a:extLst>
              <a:ext uri="{FF2B5EF4-FFF2-40B4-BE49-F238E27FC236}">
                <a16:creationId xmlns:a16="http://schemas.microsoft.com/office/drawing/2014/main" id="{31B1BBA1-065C-CBA5-D723-7862D7DB73F3}"/>
              </a:ext>
            </a:extLst>
          </p:cNvPr>
          <p:cNvGrpSpPr/>
          <p:nvPr/>
        </p:nvGrpSpPr>
        <p:grpSpPr>
          <a:xfrm>
            <a:off x="1638269" y="2424395"/>
            <a:ext cx="110568" cy="75332"/>
            <a:chOff x="1928706" y="3559489"/>
            <a:chExt cx="227897" cy="155682"/>
          </a:xfrm>
        </p:grpSpPr>
        <p:sp>
          <p:nvSpPr>
            <p:cNvPr id="631" name="Candidate blob | editable contour">
              <a:extLst>
                <a:ext uri="{FF2B5EF4-FFF2-40B4-BE49-F238E27FC236}">
                  <a16:creationId xmlns:a16="http://schemas.microsoft.com/office/drawing/2014/main" id="{47F5E719-E805-E5A7-5FFE-71994BB96810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32" name="ellipse_2612">
              <a:extLst>
                <a:ext uri="{FF2B5EF4-FFF2-40B4-BE49-F238E27FC236}">
                  <a16:creationId xmlns:a16="http://schemas.microsoft.com/office/drawing/2014/main" id="{6DDD648B-67AA-1666-7E9E-AC4A7E0732A3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33" name="Blob centroid marker">
            <a:extLst>
              <a:ext uri="{FF2B5EF4-FFF2-40B4-BE49-F238E27FC236}">
                <a16:creationId xmlns:a16="http://schemas.microsoft.com/office/drawing/2014/main" id="{AE301255-BA98-E90E-EF2A-09B66DABC99B}"/>
              </a:ext>
            </a:extLst>
          </p:cNvPr>
          <p:cNvSpPr/>
          <p:nvPr/>
        </p:nvSpPr>
        <p:spPr>
          <a:xfrm>
            <a:off x="1681200" y="2450316"/>
            <a:ext cx="24301" cy="24301"/>
          </a:xfrm>
          <a:prstGeom prst="ellipse">
            <a:avLst/>
          </a:prstGeom>
          <a:solidFill>
            <a:srgbClr val="1D4ED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4" name="TextBox 12188">
            <a:extLst>
              <a:ext uri="{FF2B5EF4-FFF2-40B4-BE49-F238E27FC236}">
                <a16:creationId xmlns:a16="http://schemas.microsoft.com/office/drawing/2014/main" id="{F5D5A5CB-6460-A691-E948-43A9CED768CE}"/>
              </a:ext>
            </a:extLst>
          </p:cNvPr>
          <p:cNvSpPr txBox="1"/>
          <p:nvPr/>
        </p:nvSpPr>
        <p:spPr>
          <a:xfrm>
            <a:off x="1517029" y="2614551"/>
            <a:ext cx="328616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 dirty="0">
                <a:solidFill>
                  <a:srgbClr val="2B6CB0"/>
                </a:solidFill>
                <a:latin typeface="Arial"/>
              </a:rPr>
              <a:t>3D U-Net</a:t>
            </a:r>
          </a:p>
        </p:txBody>
      </p:sp>
      <p:sp>
        <p:nvSpPr>
          <p:cNvPr id="635" name="TextBox 12189">
            <a:extLst>
              <a:ext uri="{FF2B5EF4-FFF2-40B4-BE49-F238E27FC236}">
                <a16:creationId xmlns:a16="http://schemas.microsoft.com/office/drawing/2014/main" id="{5A15DC09-0D95-3AB8-8279-977992A1427E}"/>
              </a:ext>
            </a:extLst>
          </p:cNvPr>
          <p:cNvSpPr txBox="1"/>
          <p:nvPr/>
        </p:nvSpPr>
        <p:spPr>
          <a:xfrm>
            <a:off x="1934248" y="2623546"/>
            <a:ext cx="514564" cy="9021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00" dirty="0">
                <a:solidFill>
                  <a:srgbClr val="1E293B"/>
                </a:solidFill>
                <a:latin typeface="Arial"/>
              </a:rPr>
              <a:t>B</a:t>
            </a:r>
            <a:r>
              <a:rPr lang="en-US" altLang="zh-CN" sz="600" dirty="0">
                <a:solidFill>
                  <a:srgbClr val="1E293B"/>
                </a:solidFill>
                <a:latin typeface="Arial"/>
              </a:rPr>
              <a:t>ase s</a:t>
            </a:r>
            <a:r>
              <a:rPr sz="600" dirty="0">
                <a:solidFill>
                  <a:srgbClr val="1E293B"/>
                </a:solidFill>
                <a:latin typeface="Arial"/>
              </a:rPr>
              <a:t>ummary</a:t>
            </a:r>
          </a:p>
        </p:txBody>
      </p:sp>
      <p:sp>
        <p:nvSpPr>
          <p:cNvPr id="636" name="Math | h_j^vox">
            <a:extLst>
              <a:ext uri="{FF2B5EF4-FFF2-40B4-BE49-F238E27FC236}">
                <a16:creationId xmlns:a16="http://schemas.microsoft.com/office/drawing/2014/main" id="{80247DB3-3340-AEE4-398D-91BF622AEFCA}"/>
              </a:ext>
            </a:extLst>
          </p:cNvPr>
          <p:cNvSpPr txBox="1"/>
          <p:nvPr/>
        </p:nvSpPr>
        <p:spPr>
          <a:xfrm>
            <a:off x="2110006" y="2371206"/>
            <a:ext cx="169918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>
                <a:solidFill>
                  <a:srgbClr val="1E293B"/>
                </a:solidFill>
                <a:latin typeface="Arial"/>
              </a:rPr>
              <a:t>vox</a:t>
            </a:r>
          </a:p>
        </p:txBody>
      </p:sp>
      <p:sp>
        <p:nvSpPr>
          <p:cNvPr id="637" name="Base summary bar_1">
            <a:extLst>
              <a:ext uri="{FF2B5EF4-FFF2-40B4-BE49-F238E27FC236}">
                <a16:creationId xmlns:a16="http://schemas.microsoft.com/office/drawing/2014/main" id="{7BD76FF5-B4B6-6C07-6BEB-FD5EDA8B0801}"/>
              </a:ext>
            </a:extLst>
          </p:cNvPr>
          <p:cNvSpPr/>
          <p:nvPr/>
        </p:nvSpPr>
        <p:spPr>
          <a:xfrm>
            <a:off x="2013536" y="2549118"/>
            <a:ext cx="44072" cy="59328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8" name="Base summary bar_2">
            <a:extLst>
              <a:ext uri="{FF2B5EF4-FFF2-40B4-BE49-F238E27FC236}">
                <a16:creationId xmlns:a16="http://schemas.microsoft.com/office/drawing/2014/main" id="{07A9D74A-3116-2846-B2A4-5D5D3C5B4D4A}"/>
              </a:ext>
            </a:extLst>
          </p:cNvPr>
          <p:cNvSpPr/>
          <p:nvPr/>
        </p:nvSpPr>
        <p:spPr>
          <a:xfrm>
            <a:off x="2061563" y="2549118"/>
            <a:ext cx="44072" cy="59328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9" name="Base summary bar_3">
            <a:extLst>
              <a:ext uri="{FF2B5EF4-FFF2-40B4-BE49-F238E27FC236}">
                <a16:creationId xmlns:a16="http://schemas.microsoft.com/office/drawing/2014/main" id="{74D75380-3179-7288-17FB-68620C82203A}"/>
              </a:ext>
            </a:extLst>
          </p:cNvPr>
          <p:cNvSpPr/>
          <p:nvPr/>
        </p:nvSpPr>
        <p:spPr>
          <a:xfrm>
            <a:off x="2109590" y="2549118"/>
            <a:ext cx="44072" cy="59328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0" name="Base summary bar_4">
            <a:extLst>
              <a:ext uri="{FF2B5EF4-FFF2-40B4-BE49-F238E27FC236}">
                <a16:creationId xmlns:a16="http://schemas.microsoft.com/office/drawing/2014/main" id="{204CB858-4043-9706-F716-8A4A7AB7C38B}"/>
              </a:ext>
            </a:extLst>
          </p:cNvPr>
          <p:cNvSpPr/>
          <p:nvPr/>
        </p:nvSpPr>
        <p:spPr>
          <a:xfrm>
            <a:off x="2157618" y="2549118"/>
            <a:ext cx="44072" cy="59328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1" name="Base summary bar_5">
            <a:extLst>
              <a:ext uri="{FF2B5EF4-FFF2-40B4-BE49-F238E27FC236}">
                <a16:creationId xmlns:a16="http://schemas.microsoft.com/office/drawing/2014/main" id="{6500B1A7-394B-B65A-7C05-CF594A7D7F52}"/>
              </a:ext>
            </a:extLst>
          </p:cNvPr>
          <p:cNvSpPr/>
          <p:nvPr/>
        </p:nvSpPr>
        <p:spPr>
          <a:xfrm>
            <a:off x="2205646" y="2549118"/>
            <a:ext cx="44072" cy="59328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2" name="Base summary bar_6">
            <a:extLst>
              <a:ext uri="{FF2B5EF4-FFF2-40B4-BE49-F238E27FC236}">
                <a16:creationId xmlns:a16="http://schemas.microsoft.com/office/drawing/2014/main" id="{78A0F63A-9FAB-AA13-6CBD-0E16241FB916}"/>
              </a:ext>
            </a:extLst>
          </p:cNvPr>
          <p:cNvSpPr/>
          <p:nvPr/>
        </p:nvSpPr>
        <p:spPr>
          <a:xfrm>
            <a:off x="2253673" y="2549118"/>
            <a:ext cx="44072" cy="59328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3" name="Base summary bar_7">
            <a:extLst>
              <a:ext uri="{FF2B5EF4-FFF2-40B4-BE49-F238E27FC236}">
                <a16:creationId xmlns:a16="http://schemas.microsoft.com/office/drawing/2014/main" id="{438DF4C0-4E7B-EC6D-6333-4299C4977E55}"/>
              </a:ext>
            </a:extLst>
          </p:cNvPr>
          <p:cNvSpPr/>
          <p:nvPr/>
        </p:nvSpPr>
        <p:spPr>
          <a:xfrm>
            <a:off x="2301700" y="2549118"/>
            <a:ext cx="44072" cy="59328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4" name="Op | Mean/max pool">
            <a:extLst>
              <a:ext uri="{FF2B5EF4-FFF2-40B4-BE49-F238E27FC236}">
                <a16:creationId xmlns:a16="http://schemas.microsoft.com/office/drawing/2014/main" id="{C5D0A441-AE36-357F-FAE1-A256A398B9A3}"/>
              </a:ext>
            </a:extLst>
          </p:cNvPr>
          <p:cNvSpPr/>
          <p:nvPr/>
        </p:nvSpPr>
        <p:spPr>
          <a:xfrm>
            <a:off x="526966" y="3452879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Mean/max pool</a:t>
            </a:r>
          </a:p>
        </p:txBody>
      </p:sp>
      <p:sp>
        <p:nvSpPr>
          <p:cNvPr id="645" name="Op | Cross-attention">
            <a:extLst>
              <a:ext uri="{FF2B5EF4-FFF2-40B4-BE49-F238E27FC236}">
                <a16:creationId xmlns:a16="http://schemas.microsoft.com/office/drawing/2014/main" id="{C96496CA-3BD3-EAC3-BF83-6C5419C97FA8}"/>
              </a:ext>
            </a:extLst>
          </p:cNvPr>
          <p:cNvSpPr/>
          <p:nvPr/>
        </p:nvSpPr>
        <p:spPr>
          <a:xfrm>
            <a:off x="1223079" y="3452879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Cross-attention</a:t>
            </a:r>
          </a:p>
        </p:txBody>
      </p:sp>
      <p:sp>
        <p:nvSpPr>
          <p:cNvPr id="646" name="TextBox 12200">
            <a:extLst>
              <a:ext uri="{FF2B5EF4-FFF2-40B4-BE49-F238E27FC236}">
                <a16:creationId xmlns:a16="http://schemas.microsoft.com/office/drawing/2014/main" id="{2C69831C-75CE-9EE8-B64C-3F093C1B6A0A}"/>
              </a:ext>
            </a:extLst>
          </p:cNvPr>
          <p:cNvSpPr txBox="1"/>
          <p:nvPr/>
        </p:nvSpPr>
        <p:spPr>
          <a:xfrm>
            <a:off x="1592376" y="3370950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47" name="Op | FiLM">
            <a:extLst>
              <a:ext uri="{FF2B5EF4-FFF2-40B4-BE49-F238E27FC236}">
                <a16:creationId xmlns:a16="http://schemas.microsoft.com/office/drawing/2014/main" id="{8D5B16DB-DE74-5E6B-A440-35376AE1FBA3}"/>
              </a:ext>
            </a:extLst>
          </p:cNvPr>
          <p:cNvSpPr/>
          <p:nvPr/>
        </p:nvSpPr>
        <p:spPr>
          <a:xfrm>
            <a:off x="2014119" y="3738251"/>
            <a:ext cx="300518" cy="150259"/>
          </a:xfrm>
          <a:prstGeom prst="roundRect">
            <a:avLst>
              <a:gd name="adj" fmla="val 25000"/>
            </a:avLst>
          </a:prstGeom>
          <a:solidFill>
            <a:srgbClr val="EDE7F5"/>
          </a:solidFill>
          <a:ln w="7290">
            <a:solidFill>
              <a:srgbClr val="B8A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23">
                <a:solidFill>
                  <a:srgbClr val="4E3D73"/>
                </a:solidFill>
                <a:latin typeface="Arial"/>
              </a:rPr>
              <a:t>FiLM</a:t>
            </a:r>
          </a:p>
        </p:txBody>
      </p:sp>
      <p:sp>
        <p:nvSpPr>
          <p:cNvPr id="648" name="TextBox 12202">
            <a:extLst>
              <a:ext uri="{FF2B5EF4-FFF2-40B4-BE49-F238E27FC236}">
                <a16:creationId xmlns:a16="http://schemas.microsoft.com/office/drawing/2014/main" id="{6950C2F8-FC1F-4D77-2AF8-CBDB107AC964}"/>
              </a:ext>
            </a:extLst>
          </p:cNvPr>
          <p:cNvSpPr txBox="1"/>
          <p:nvPr/>
        </p:nvSpPr>
        <p:spPr>
          <a:xfrm>
            <a:off x="1954789" y="3430400"/>
            <a:ext cx="126566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>
                <a:solidFill>
                  <a:srgbClr val="3B7DB5"/>
                </a:solidFill>
                <a:latin typeface="Arial"/>
              </a:rPr>
              <a:t>Q</a:t>
            </a:r>
          </a:p>
        </p:txBody>
      </p:sp>
      <p:sp>
        <p:nvSpPr>
          <p:cNvPr id="649" name="Op | MLP">
            <a:extLst>
              <a:ext uri="{FF2B5EF4-FFF2-40B4-BE49-F238E27FC236}">
                <a16:creationId xmlns:a16="http://schemas.microsoft.com/office/drawing/2014/main" id="{44FFFC2F-2275-0B76-BA35-57C5A0E00F4F}"/>
              </a:ext>
            </a:extLst>
          </p:cNvPr>
          <p:cNvSpPr/>
          <p:nvPr/>
        </p:nvSpPr>
        <p:spPr>
          <a:xfrm>
            <a:off x="1017387" y="3738251"/>
            <a:ext cx="347904" cy="150259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MLP</a:t>
            </a:r>
          </a:p>
        </p:txBody>
      </p:sp>
      <p:sp>
        <p:nvSpPr>
          <p:cNvPr id="650" name="h_j bar_1">
            <a:extLst>
              <a:ext uri="{FF2B5EF4-FFF2-40B4-BE49-F238E27FC236}">
                <a16:creationId xmlns:a16="http://schemas.microsoft.com/office/drawing/2014/main" id="{120A595E-2AF7-1E24-1D50-134595EE0D4A}"/>
              </a:ext>
            </a:extLst>
          </p:cNvPr>
          <p:cNvSpPr/>
          <p:nvPr/>
        </p:nvSpPr>
        <p:spPr>
          <a:xfrm>
            <a:off x="1998296" y="3989994"/>
            <a:ext cx="44072" cy="56955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1" name="h_j bar_2">
            <a:extLst>
              <a:ext uri="{FF2B5EF4-FFF2-40B4-BE49-F238E27FC236}">
                <a16:creationId xmlns:a16="http://schemas.microsoft.com/office/drawing/2014/main" id="{A3FCD619-8102-993B-B030-B00F5E66274D}"/>
              </a:ext>
            </a:extLst>
          </p:cNvPr>
          <p:cNvSpPr/>
          <p:nvPr/>
        </p:nvSpPr>
        <p:spPr>
          <a:xfrm>
            <a:off x="2046323" y="3989994"/>
            <a:ext cx="44072" cy="56955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2" name="h_j bar_3">
            <a:extLst>
              <a:ext uri="{FF2B5EF4-FFF2-40B4-BE49-F238E27FC236}">
                <a16:creationId xmlns:a16="http://schemas.microsoft.com/office/drawing/2014/main" id="{40CD2C7E-2731-5490-8772-6000D1EA939F}"/>
              </a:ext>
            </a:extLst>
          </p:cNvPr>
          <p:cNvSpPr/>
          <p:nvPr/>
        </p:nvSpPr>
        <p:spPr>
          <a:xfrm>
            <a:off x="2094350" y="3989994"/>
            <a:ext cx="44072" cy="56955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3" name="h_j bar_4">
            <a:extLst>
              <a:ext uri="{FF2B5EF4-FFF2-40B4-BE49-F238E27FC236}">
                <a16:creationId xmlns:a16="http://schemas.microsoft.com/office/drawing/2014/main" id="{072548D1-48D8-32B9-13AD-0A2692B168FB}"/>
              </a:ext>
            </a:extLst>
          </p:cNvPr>
          <p:cNvSpPr/>
          <p:nvPr/>
        </p:nvSpPr>
        <p:spPr>
          <a:xfrm>
            <a:off x="2142378" y="3989994"/>
            <a:ext cx="44072" cy="56955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4" name="h_j bar_5">
            <a:extLst>
              <a:ext uri="{FF2B5EF4-FFF2-40B4-BE49-F238E27FC236}">
                <a16:creationId xmlns:a16="http://schemas.microsoft.com/office/drawing/2014/main" id="{8F4279A5-519C-416D-04A4-F3AB2C0D7969}"/>
              </a:ext>
            </a:extLst>
          </p:cNvPr>
          <p:cNvSpPr/>
          <p:nvPr/>
        </p:nvSpPr>
        <p:spPr>
          <a:xfrm>
            <a:off x="2190406" y="3989994"/>
            <a:ext cx="44072" cy="56955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5" name="h_j bar_6">
            <a:extLst>
              <a:ext uri="{FF2B5EF4-FFF2-40B4-BE49-F238E27FC236}">
                <a16:creationId xmlns:a16="http://schemas.microsoft.com/office/drawing/2014/main" id="{B7E1DEC4-2854-7A98-8B10-13478CDAB3CC}"/>
              </a:ext>
            </a:extLst>
          </p:cNvPr>
          <p:cNvSpPr/>
          <p:nvPr/>
        </p:nvSpPr>
        <p:spPr>
          <a:xfrm>
            <a:off x="2238433" y="3989994"/>
            <a:ext cx="44072" cy="56955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6" name="h_j bar_7">
            <a:extLst>
              <a:ext uri="{FF2B5EF4-FFF2-40B4-BE49-F238E27FC236}">
                <a16:creationId xmlns:a16="http://schemas.microsoft.com/office/drawing/2014/main" id="{74B41AFB-7880-5D4F-D71A-31258627F4CC}"/>
              </a:ext>
            </a:extLst>
          </p:cNvPr>
          <p:cNvSpPr/>
          <p:nvPr/>
        </p:nvSpPr>
        <p:spPr>
          <a:xfrm>
            <a:off x="2286460" y="3989994"/>
            <a:ext cx="44072" cy="56955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7" name="Math | h_j^">
            <a:extLst>
              <a:ext uri="{FF2B5EF4-FFF2-40B4-BE49-F238E27FC236}">
                <a16:creationId xmlns:a16="http://schemas.microsoft.com/office/drawing/2014/main" id="{E8944D3C-00F9-CFF7-9C13-AD94DAB89683}"/>
              </a:ext>
            </a:extLst>
          </p:cNvPr>
          <p:cNvSpPr txBox="1"/>
          <p:nvPr/>
        </p:nvSpPr>
        <p:spPr>
          <a:xfrm>
            <a:off x="1883926" y="3947306"/>
            <a:ext cx="70532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</a:p>
        </p:txBody>
      </p:sp>
      <p:sp>
        <p:nvSpPr>
          <p:cNvPr id="658" name="Op | Foreground head">
            <a:extLst>
              <a:ext uri="{FF2B5EF4-FFF2-40B4-BE49-F238E27FC236}">
                <a16:creationId xmlns:a16="http://schemas.microsoft.com/office/drawing/2014/main" id="{AEFE1935-5C48-5707-62A7-62D15A93323B}"/>
              </a:ext>
            </a:extLst>
          </p:cNvPr>
          <p:cNvSpPr/>
          <p:nvPr/>
        </p:nvSpPr>
        <p:spPr>
          <a:xfrm>
            <a:off x="613980" y="4181937"/>
            <a:ext cx="696113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Foreground head</a:t>
            </a:r>
          </a:p>
        </p:txBody>
      </p:sp>
      <p:sp>
        <p:nvSpPr>
          <p:cNvPr id="659" name="Math | p_j^fg">
            <a:extLst>
              <a:ext uri="{FF2B5EF4-FFF2-40B4-BE49-F238E27FC236}">
                <a16:creationId xmlns:a16="http://schemas.microsoft.com/office/drawing/2014/main" id="{9025CB42-0C9D-28DB-2488-48D724814E0B}"/>
              </a:ext>
            </a:extLst>
          </p:cNvPr>
          <p:cNvSpPr txBox="1"/>
          <p:nvPr/>
        </p:nvSpPr>
        <p:spPr>
          <a:xfrm>
            <a:off x="1615425" y="4176444"/>
            <a:ext cx="121828" cy="1223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95" i="1" dirty="0" err="1">
                <a:solidFill>
                  <a:srgbClr val="1E293B"/>
                </a:solidFill>
                <a:latin typeface="Times New Roman"/>
              </a:rPr>
              <a:t>p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 dirty="0" err="1">
                <a:solidFill>
                  <a:srgbClr val="1E293B"/>
                </a:solidFill>
                <a:latin typeface="Arial"/>
              </a:rPr>
              <a:t>fg</a:t>
            </a:r>
            <a:endParaRPr sz="750" baseline="3200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660" name="TextBox 12215">
            <a:extLst>
              <a:ext uri="{FF2B5EF4-FFF2-40B4-BE49-F238E27FC236}">
                <a16:creationId xmlns:a16="http://schemas.microsoft.com/office/drawing/2014/main" id="{0D6E32A5-44E5-E8DB-E6E4-BDEEB495C443}"/>
              </a:ext>
            </a:extLst>
          </p:cNvPr>
          <p:cNvSpPr txBox="1"/>
          <p:nvPr/>
        </p:nvSpPr>
        <p:spPr>
          <a:xfrm>
            <a:off x="1346687" y="4310121"/>
            <a:ext cx="666849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Foreground probability</a:t>
            </a:r>
          </a:p>
        </p:txBody>
      </p:sp>
      <p:sp>
        <p:nvSpPr>
          <p:cNvPr id="661" name="TextBox 12216">
            <a:extLst>
              <a:ext uri="{FF2B5EF4-FFF2-40B4-BE49-F238E27FC236}">
                <a16:creationId xmlns:a16="http://schemas.microsoft.com/office/drawing/2014/main" id="{97820B90-CB58-2BA0-BC1D-A98F971AD263}"/>
              </a:ext>
            </a:extLst>
          </p:cNvPr>
          <p:cNvSpPr txBox="1"/>
          <p:nvPr/>
        </p:nvSpPr>
        <p:spPr>
          <a:xfrm>
            <a:off x="2883480" y="2206291"/>
            <a:ext cx="1195840" cy="88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5A6B7C"/>
                </a:solidFill>
                <a:latin typeface="Arial"/>
              </a:rPr>
              <a:t>User-provided SMILES · same PDB</a:t>
            </a:r>
          </a:p>
        </p:txBody>
      </p:sp>
      <p:sp>
        <p:nvSpPr>
          <p:cNvPr id="662" name="Identity | SMILES list card">
            <a:extLst>
              <a:ext uri="{FF2B5EF4-FFF2-40B4-BE49-F238E27FC236}">
                <a16:creationId xmlns:a16="http://schemas.microsoft.com/office/drawing/2014/main" id="{D54D581F-796A-D260-77C0-7E4C66F6EA28}"/>
              </a:ext>
            </a:extLst>
          </p:cNvPr>
          <p:cNvSpPr/>
          <p:nvPr/>
        </p:nvSpPr>
        <p:spPr>
          <a:xfrm>
            <a:off x="3062150" y="2309830"/>
            <a:ext cx="838500" cy="512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3" name="TextBox 12218">
            <a:extLst>
              <a:ext uri="{FF2B5EF4-FFF2-40B4-BE49-F238E27FC236}">
                <a16:creationId xmlns:a16="http://schemas.microsoft.com/office/drawing/2014/main" id="{41630534-4F4B-F94E-7E8A-6505E3D7789E}"/>
              </a:ext>
            </a:extLst>
          </p:cNvPr>
          <p:cNvSpPr txBox="1"/>
          <p:nvPr/>
        </p:nvSpPr>
        <p:spPr>
          <a:xfrm>
            <a:off x="3117523" y="2338063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4E739E"/>
                </a:solidFill>
                <a:latin typeface="Arial"/>
              </a:rPr>
              <a:t>1   CCO</a:t>
            </a:r>
          </a:p>
        </p:txBody>
      </p:sp>
      <p:sp>
        <p:nvSpPr>
          <p:cNvPr id="664" name="TextBox 12219">
            <a:extLst>
              <a:ext uri="{FF2B5EF4-FFF2-40B4-BE49-F238E27FC236}">
                <a16:creationId xmlns:a16="http://schemas.microsoft.com/office/drawing/2014/main" id="{80DF77A2-3CE8-636F-56F7-6AE643BD3337}"/>
              </a:ext>
            </a:extLst>
          </p:cNvPr>
          <p:cNvSpPr txBox="1"/>
          <p:nvPr/>
        </p:nvSpPr>
        <p:spPr>
          <a:xfrm>
            <a:off x="3117523" y="2440897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8E6B3E"/>
                </a:solidFill>
                <a:latin typeface="Arial"/>
              </a:rPr>
              <a:t>2   CC(=O)O</a:t>
            </a:r>
          </a:p>
        </p:txBody>
      </p:sp>
      <p:sp>
        <p:nvSpPr>
          <p:cNvPr id="665" name="Identity | Selected k pill">
            <a:extLst>
              <a:ext uri="{FF2B5EF4-FFF2-40B4-BE49-F238E27FC236}">
                <a16:creationId xmlns:a16="http://schemas.microsoft.com/office/drawing/2014/main" id="{1F59E993-B078-FFE9-E622-1005AE984CF7}"/>
              </a:ext>
            </a:extLst>
          </p:cNvPr>
          <p:cNvSpPr/>
          <p:nvPr/>
        </p:nvSpPr>
        <p:spPr>
          <a:xfrm>
            <a:off x="3093792" y="2562853"/>
            <a:ext cx="775217" cy="118656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 w="8890">
            <a:solidFill>
              <a:srgbClr val="3E9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6" name="TextBox 12222">
            <a:extLst>
              <a:ext uri="{FF2B5EF4-FFF2-40B4-BE49-F238E27FC236}">
                <a16:creationId xmlns:a16="http://schemas.microsoft.com/office/drawing/2014/main" id="{551ECAEC-CAE5-5D1A-203A-1F571ECCEA13}"/>
              </a:ext>
            </a:extLst>
          </p:cNvPr>
          <p:cNvSpPr txBox="1"/>
          <p:nvPr/>
        </p:nvSpPr>
        <p:spPr>
          <a:xfrm>
            <a:off x="3125433" y="2585570"/>
            <a:ext cx="71193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14532D"/>
                </a:solidFill>
                <a:latin typeface="Arial"/>
              </a:rPr>
              <a:t>k   Cc1ccccc1</a:t>
            </a:r>
          </a:p>
        </p:txBody>
      </p:sp>
      <p:sp>
        <p:nvSpPr>
          <p:cNvPr id="667" name="TextBox 12224">
            <a:extLst>
              <a:ext uri="{FF2B5EF4-FFF2-40B4-BE49-F238E27FC236}">
                <a16:creationId xmlns:a16="http://schemas.microsoft.com/office/drawing/2014/main" id="{BC8DB2E9-CD5C-B73B-E73C-B0DB69A431AA}"/>
              </a:ext>
            </a:extLst>
          </p:cNvPr>
          <p:cNvSpPr txBox="1"/>
          <p:nvPr/>
        </p:nvSpPr>
        <p:spPr>
          <a:xfrm>
            <a:off x="3117523" y="2714369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6D5B97"/>
                </a:solidFill>
                <a:latin typeface="Arial"/>
              </a:rPr>
              <a:t>K   CC(N)=O</a:t>
            </a:r>
          </a:p>
        </p:txBody>
      </p:sp>
      <p:sp>
        <p:nvSpPr>
          <p:cNvPr id="668" name="TextBox 12225">
            <a:extLst>
              <a:ext uri="{FF2B5EF4-FFF2-40B4-BE49-F238E27FC236}">
                <a16:creationId xmlns:a16="http://schemas.microsoft.com/office/drawing/2014/main" id="{B4ADB74D-19D3-BC5B-4B6C-2A91B266154C}"/>
              </a:ext>
            </a:extLst>
          </p:cNvPr>
          <p:cNvSpPr txBox="1"/>
          <p:nvPr/>
        </p:nvSpPr>
        <p:spPr>
          <a:xfrm>
            <a:off x="2598297" y="2643822"/>
            <a:ext cx="181140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 err="1">
                <a:solidFill>
                  <a:srgbClr val="5A6B7C"/>
                </a:solidFill>
                <a:latin typeface="Arial"/>
              </a:rPr>
              <a:t>RDKit</a:t>
            </a:r>
            <a:endParaRPr sz="536" dirty="0">
              <a:solidFill>
                <a:srgbClr val="5A6B7C"/>
              </a:solidFill>
              <a:latin typeface="Arial"/>
            </a:endParaRPr>
          </a:p>
        </p:txBody>
      </p:sp>
      <p:grpSp>
        <p:nvGrpSpPr>
          <p:cNvPr id="669" name="Identity | Own molecular graph">
            <a:extLst>
              <a:ext uri="{FF2B5EF4-FFF2-40B4-BE49-F238E27FC236}">
                <a16:creationId xmlns:a16="http://schemas.microsoft.com/office/drawing/2014/main" id="{0AC365E4-3F9A-01C5-A975-F7CEB187CAFC}"/>
              </a:ext>
            </a:extLst>
          </p:cNvPr>
          <p:cNvGrpSpPr/>
          <p:nvPr/>
        </p:nvGrpSpPr>
        <p:grpSpPr>
          <a:xfrm>
            <a:off x="2674542" y="2888431"/>
            <a:ext cx="284773" cy="171742"/>
            <a:chOff x="3366271" y="3721905"/>
            <a:chExt cx="311024" cy="187573"/>
          </a:xfrm>
        </p:grpSpPr>
        <p:cxnSp>
          <p:nvCxnSpPr>
            <p:cNvPr id="670" name="path_2698">
              <a:extLst>
                <a:ext uri="{FF2B5EF4-FFF2-40B4-BE49-F238E27FC236}">
                  <a16:creationId xmlns:a16="http://schemas.microsoft.com/office/drawing/2014/main" id="{2E2CF4CE-3618-A4DE-86B4-EE833188FBCC}"/>
                </a:ext>
              </a:extLst>
            </p:cNvPr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1" name="path_2699">
              <a:extLst>
                <a:ext uri="{FF2B5EF4-FFF2-40B4-BE49-F238E27FC236}">
                  <a16:creationId xmlns:a16="http://schemas.microsoft.com/office/drawing/2014/main" id="{9DAB375C-AF63-DA4A-C929-CF3466D59835}"/>
                </a:ext>
              </a:extLst>
            </p:cNvPr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2" name="path_2700">
              <a:extLst>
                <a:ext uri="{FF2B5EF4-FFF2-40B4-BE49-F238E27FC236}">
                  <a16:creationId xmlns:a16="http://schemas.microsoft.com/office/drawing/2014/main" id="{4D4D5F7B-5D1A-5F6C-229F-6AD2F70032F9}"/>
                </a:ext>
              </a:extLst>
            </p:cNvPr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3" name="path_2701">
              <a:extLst>
                <a:ext uri="{FF2B5EF4-FFF2-40B4-BE49-F238E27FC236}">
                  <a16:creationId xmlns:a16="http://schemas.microsoft.com/office/drawing/2014/main" id="{C214CEDC-612D-DA68-1DD8-3BC613C71B0B}"/>
                </a:ext>
              </a:extLst>
            </p:cNvPr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4" name="path_2702">
              <a:extLst>
                <a:ext uri="{FF2B5EF4-FFF2-40B4-BE49-F238E27FC236}">
                  <a16:creationId xmlns:a16="http://schemas.microsoft.com/office/drawing/2014/main" id="{DCF55E81-6A51-405F-ABCA-C965B0315976}"/>
                </a:ext>
              </a:extLst>
            </p:cNvPr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5" name="path_2703">
              <a:extLst>
                <a:ext uri="{FF2B5EF4-FFF2-40B4-BE49-F238E27FC236}">
                  <a16:creationId xmlns:a16="http://schemas.microsoft.com/office/drawing/2014/main" id="{B9588688-0476-EC3F-D991-13E94530CDA5}"/>
                </a:ext>
              </a:extLst>
            </p:cNvPr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6" name="path_2704">
              <a:extLst>
                <a:ext uri="{FF2B5EF4-FFF2-40B4-BE49-F238E27FC236}">
                  <a16:creationId xmlns:a16="http://schemas.microsoft.com/office/drawing/2014/main" id="{9407B93E-3B48-8192-681C-D8A843B1BB4B}"/>
                </a:ext>
              </a:extLst>
            </p:cNvPr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7" name="ellipse_2705">
              <a:extLst>
                <a:ext uri="{FF2B5EF4-FFF2-40B4-BE49-F238E27FC236}">
                  <a16:creationId xmlns:a16="http://schemas.microsoft.com/office/drawing/2014/main" id="{E373A46C-9DD8-5A4A-025E-1424703D955E}"/>
                </a:ext>
              </a:extLst>
            </p:cNvPr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8" name="ellipse_2706">
              <a:extLst>
                <a:ext uri="{FF2B5EF4-FFF2-40B4-BE49-F238E27FC236}">
                  <a16:creationId xmlns:a16="http://schemas.microsoft.com/office/drawing/2014/main" id="{E6477749-4FD6-145A-212C-604891B9ACA4}"/>
                </a:ext>
              </a:extLst>
            </p:cNvPr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9" name="ellipse_2707">
              <a:extLst>
                <a:ext uri="{FF2B5EF4-FFF2-40B4-BE49-F238E27FC236}">
                  <a16:creationId xmlns:a16="http://schemas.microsoft.com/office/drawing/2014/main" id="{076C0B08-6A0F-F83B-F71E-52EAE0DFA85C}"/>
                </a:ext>
              </a:extLst>
            </p:cNvPr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0" name="ellipse_2708">
              <a:extLst>
                <a:ext uri="{FF2B5EF4-FFF2-40B4-BE49-F238E27FC236}">
                  <a16:creationId xmlns:a16="http://schemas.microsoft.com/office/drawing/2014/main" id="{410F0112-E3B9-7917-D12B-73F594CE5F93}"/>
                </a:ext>
              </a:extLst>
            </p:cNvPr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1" name="ellipse_2709">
              <a:extLst>
                <a:ext uri="{FF2B5EF4-FFF2-40B4-BE49-F238E27FC236}">
                  <a16:creationId xmlns:a16="http://schemas.microsoft.com/office/drawing/2014/main" id="{A8CBD6FA-AE08-C1A3-ED1E-11EF0E22D465}"/>
                </a:ext>
              </a:extLst>
            </p:cNvPr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2" name="ellipse_2710">
              <a:extLst>
                <a:ext uri="{FF2B5EF4-FFF2-40B4-BE49-F238E27FC236}">
                  <a16:creationId xmlns:a16="http://schemas.microsoft.com/office/drawing/2014/main" id="{4EAA5D9A-63EC-F3F0-ADB4-77F36B1FF29D}"/>
                </a:ext>
              </a:extLst>
            </p:cNvPr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3" name="ellipse_2711">
              <a:extLst>
                <a:ext uri="{FF2B5EF4-FFF2-40B4-BE49-F238E27FC236}">
                  <a16:creationId xmlns:a16="http://schemas.microsoft.com/office/drawing/2014/main" id="{DFD977AE-7A55-72E9-3D96-0828028261AA}"/>
                </a:ext>
              </a:extLst>
            </p:cNvPr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84" name="TextBox 12226">
            <a:extLst>
              <a:ext uri="{FF2B5EF4-FFF2-40B4-BE49-F238E27FC236}">
                <a16:creationId xmlns:a16="http://schemas.microsoft.com/office/drawing/2014/main" id="{769DD36E-EFAE-EF9B-6A3E-8B10304E398F}"/>
              </a:ext>
            </a:extLst>
          </p:cNvPr>
          <p:cNvSpPr txBox="1"/>
          <p:nvPr/>
        </p:nvSpPr>
        <p:spPr>
          <a:xfrm>
            <a:off x="2648613" y="3080344"/>
            <a:ext cx="336631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Own graph</a:t>
            </a:r>
          </a:p>
        </p:txBody>
      </p:sp>
      <p:sp>
        <p:nvSpPr>
          <p:cNvPr id="685" name="Op | GNN">
            <a:extLst>
              <a:ext uri="{FF2B5EF4-FFF2-40B4-BE49-F238E27FC236}">
                <a16:creationId xmlns:a16="http://schemas.microsoft.com/office/drawing/2014/main" id="{FBD15FB7-44C7-C106-6AB1-AD362074C1FF}"/>
              </a:ext>
            </a:extLst>
          </p:cNvPr>
          <p:cNvSpPr/>
          <p:nvPr/>
        </p:nvSpPr>
        <p:spPr>
          <a:xfrm>
            <a:off x="2634990" y="3239299"/>
            <a:ext cx="363877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GNN</a:t>
            </a:r>
          </a:p>
        </p:txBody>
      </p:sp>
      <p:sp>
        <p:nvSpPr>
          <p:cNvPr id="686" name="TextBox 12228">
            <a:extLst>
              <a:ext uri="{FF2B5EF4-FFF2-40B4-BE49-F238E27FC236}">
                <a16:creationId xmlns:a16="http://schemas.microsoft.com/office/drawing/2014/main" id="{7206132F-0BA2-09F1-98BD-A15E6878FDAC}"/>
              </a:ext>
            </a:extLst>
          </p:cNvPr>
          <p:cNvSpPr txBox="1"/>
          <p:nvPr/>
        </p:nvSpPr>
        <p:spPr>
          <a:xfrm>
            <a:off x="2848570" y="3388848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87" name="Op | Graph attention">
            <a:extLst>
              <a:ext uri="{FF2B5EF4-FFF2-40B4-BE49-F238E27FC236}">
                <a16:creationId xmlns:a16="http://schemas.microsoft.com/office/drawing/2014/main" id="{9936433E-79FD-7225-C0AB-995074262355}"/>
              </a:ext>
            </a:extLst>
          </p:cNvPr>
          <p:cNvSpPr/>
          <p:nvPr/>
        </p:nvSpPr>
        <p:spPr>
          <a:xfrm>
            <a:off x="2508424" y="3500341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Graph</a:t>
            </a:r>
            <a:r>
              <a:rPr sz="580" dirty="0">
                <a:solidFill>
                  <a:srgbClr val="1D6D5E"/>
                </a:solidFill>
                <a:latin typeface="Arial"/>
              </a:rPr>
              <a:t> </a:t>
            </a:r>
            <a:r>
              <a:rPr sz="588" dirty="0">
                <a:solidFill>
                  <a:srgbClr val="1D6D5E"/>
                </a:solidFill>
                <a:latin typeface="Arial"/>
              </a:rPr>
              <a:t>attention</a:t>
            </a:r>
          </a:p>
        </p:txBody>
      </p:sp>
      <p:sp>
        <p:nvSpPr>
          <p:cNvPr id="688" name="Op | SMI-TED">
            <a:extLst>
              <a:ext uri="{FF2B5EF4-FFF2-40B4-BE49-F238E27FC236}">
                <a16:creationId xmlns:a16="http://schemas.microsoft.com/office/drawing/2014/main" id="{CDDF5217-9EF2-37CA-0BD7-BE12B5479D0A}"/>
              </a:ext>
            </a:extLst>
          </p:cNvPr>
          <p:cNvSpPr/>
          <p:nvPr/>
        </p:nvSpPr>
        <p:spPr>
          <a:xfrm>
            <a:off x="3270973" y="2971538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689" name="Language vector v_k_1">
            <a:extLst>
              <a:ext uri="{FF2B5EF4-FFF2-40B4-BE49-F238E27FC236}">
                <a16:creationId xmlns:a16="http://schemas.microsoft.com/office/drawing/2014/main" id="{99D41605-092F-BDCE-D1C0-6E3AA2A8F593}"/>
              </a:ext>
            </a:extLst>
          </p:cNvPr>
          <p:cNvSpPr/>
          <p:nvPr/>
        </p:nvSpPr>
        <p:spPr>
          <a:xfrm>
            <a:off x="3339014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0" name="Language vector v_k_2">
            <a:extLst>
              <a:ext uri="{FF2B5EF4-FFF2-40B4-BE49-F238E27FC236}">
                <a16:creationId xmlns:a16="http://schemas.microsoft.com/office/drawing/2014/main" id="{D5BCB644-3F2D-2063-9BDF-1B8C921DD836}"/>
              </a:ext>
            </a:extLst>
          </p:cNvPr>
          <p:cNvSpPr/>
          <p:nvPr/>
        </p:nvSpPr>
        <p:spPr>
          <a:xfrm>
            <a:off x="3380261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1" name="Language vector v_k_3">
            <a:extLst>
              <a:ext uri="{FF2B5EF4-FFF2-40B4-BE49-F238E27FC236}">
                <a16:creationId xmlns:a16="http://schemas.microsoft.com/office/drawing/2014/main" id="{54908D9B-E228-2042-040F-6AA295A3EE0C}"/>
              </a:ext>
            </a:extLst>
          </p:cNvPr>
          <p:cNvSpPr/>
          <p:nvPr/>
        </p:nvSpPr>
        <p:spPr>
          <a:xfrm>
            <a:off x="3421508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2" name="Language vector v_k_4">
            <a:extLst>
              <a:ext uri="{FF2B5EF4-FFF2-40B4-BE49-F238E27FC236}">
                <a16:creationId xmlns:a16="http://schemas.microsoft.com/office/drawing/2014/main" id="{D3C6D67A-D60B-67A3-5699-530DBED8DF5D}"/>
              </a:ext>
            </a:extLst>
          </p:cNvPr>
          <p:cNvSpPr/>
          <p:nvPr/>
        </p:nvSpPr>
        <p:spPr>
          <a:xfrm>
            <a:off x="3462755" y="3547013"/>
            <a:ext cx="37291" cy="56955"/>
          </a:xfrm>
          <a:prstGeom prst="rect">
            <a:avLst/>
          </a:prstGeom>
          <a:solidFill>
            <a:srgbClr val="C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3" name="Language vector v_k_5">
            <a:extLst>
              <a:ext uri="{FF2B5EF4-FFF2-40B4-BE49-F238E27FC236}">
                <a16:creationId xmlns:a16="http://schemas.microsoft.com/office/drawing/2014/main" id="{AA9804D0-0A93-42C6-C8C1-ABF334D6A87B}"/>
              </a:ext>
            </a:extLst>
          </p:cNvPr>
          <p:cNvSpPr/>
          <p:nvPr/>
        </p:nvSpPr>
        <p:spPr>
          <a:xfrm>
            <a:off x="3504002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4" name="Language vector v_k_6">
            <a:extLst>
              <a:ext uri="{FF2B5EF4-FFF2-40B4-BE49-F238E27FC236}">
                <a16:creationId xmlns:a16="http://schemas.microsoft.com/office/drawing/2014/main" id="{BCE7A904-91E6-678D-56F0-904D6475EFC7}"/>
              </a:ext>
            </a:extLst>
          </p:cNvPr>
          <p:cNvSpPr/>
          <p:nvPr/>
        </p:nvSpPr>
        <p:spPr>
          <a:xfrm>
            <a:off x="3545249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5" name="Language vector v_k_7">
            <a:extLst>
              <a:ext uri="{FF2B5EF4-FFF2-40B4-BE49-F238E27FC236}">
                <a16:creationId xmlns:a16="http://schemas.microsoft.com/office/drawing/2014/main" id="{09DD1EAA-0479-454F-73DF-30B089F76F09}"/>
              </a:ext>
            </a:extLst>
          </p:cNvPr>
          <p:cNvSpPr/>
          <p:nvPr/>
        </p:nvSpPr>
        <p:spPr>
          <a:xfrm>
            <a:off x="3586496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6" name="TextBox 12239">
            <a:extLst>
              <a:ext uri="{FF2B5EF4-FFF2-40B4-BE49-F238E27FC236}">
                <a16:creationId xmlns:a16="http://schemas.microsoft.com/office/drawing/2014/main" id="{7DBE1DF3-D5A5-95E3-DEDC-30DD8B00107F}"/>
              </a:ext>
            </a:extLst>
          </p:cNvPr>
          <p:cNvSpPr txBox="1"/>
          <p:nvPr/>
        </p:nvSpPr>
        <p:spPr>
          <a:xfrm>
            <a:off x="3164985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 dirty="0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7" name="TextBox 12240">
            <a:extLst>
              <a:ext uri="{FF2B5EF4-FFF2-40B4-BE49-F238E27FC236}">
                <a16:creationId xmlns:a16="http://schemas.microsoft.com/office/drawing/2014/main" id="{9396C919-45C5-359A-CF47-8979914610D7}"/>
              </a:ext>
            </a:extLst>
          </p:cNvPr>
          <p:cNvSpPr txBox="1"/>
          <p:nvPr/>
        </p:nvSpPr>
        <p:spPr>
          <a:xfrm>
            <a:off x="3671249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8" name="TextBox 12241">
            <a:extLst>
              <a:ext uri="{FF2B5EF4-FFF2-40B4-BE49-F238E27FC236}">
                <a16:creationId xmlns:a16="http://schemas.microsoft.com/office/drawing/2014/main" id="{16A20628-B7A0-A052-BB9D-D73F1EF13B39}"/>
              </a:ext>
            </a:extLst>
          </p:cNvPr>
          <p:cNvSpPr txBox="1"/>
          <p:nvPr/>
        </p:nvSpPr>
        <p:spPr>
          <a:xfrm>
            <a:off x="4185423" y="2542416"/>
            <a:ext cx="379698" cy="1518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519" dirty="0">
                <a:solidFill>
                  <a:srgbClr val="5A6B7C"/>
                </a:solidFill>
                <a:latin typeface="Arial"/>
              </a:rPr>
              <a:t>  </a:t>
            </a:r>
            <a:r>
              <a:rPr sz="519" dirty="0">
                <a:solidFill>
                  <a:srgbClr val="5A6B7C"/>
                </a:solidFill>
                <a:latin typeface="Arial"/>
              </a:rPr>
              <a:t>Other</a:t>
            </a:r>
          </a:p>
          <a:p>
            <a:pPr algn="l">
              <a:lnSpc>
                <a:spcPct val="95000"/>
              </a:lnSpc>
            </a:pPr>
            <a:r>
              <a:rPr sz="519" dirty="0">
                <a:solidFill>
                  <a:srgbClr val="5A6B7C"/>
                </a:solidFill>
                <a:latin typeface="Arial"/>
              </a:rPr>
              <a:t>identities</a:t>
            </a:r>
          </a:p>
        </p:txBody>
      </p:sp>
      <p:sp>
        <p:nvSpPr>
          <p:cNvPr id="699" name="Op | SMI-TED">
            <a:extLst>
              <a:ext uri="{FF2B5EF4-FFF2-40B4-BE49-F238E27FC236}">
                <a16:creationId xmlns:a16="http://schemas.microsoft.com/office/drawing/2014/main" id="{61CFA69F-EF1E-D184-4D01-B082470140D0}"/>
              </a:ext>
            </a:extLst>
          </p:cNvPr>
          <p:cNvSpPr/>
          <p:nvPr/>
        </p:nvSpPr>
        <p:spPr>
          <a:xfrm>
            <a:off x="3952538" y="2967199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700" name="TextBox 12244">
            <a:extLst>
              <a:ext uri="{FF2B5EF4-FFF2-40B4-BE49-F238E27FC236}">
                <a16:creationId xmlns:a16="http://schemas.microsoft.com/office/drawing/2014/main" id="{903B6893-1BC1-9108-FC47-A5A971E69A37}"/>
              </a:ext>
            </a:extLst>
          </p:cNvPr>
          <p:cNvSpPr txBox="1"/>
          <p:nvPr/>
        </p:nvSpPr>
        <p:spPr>
          <a:xfrm>
            <a:off x="3940202" y="3207444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4E739E"/>
                </a:solidFill>
                <a:latin typeface="Arial"/>
              </a:rPr>
              <a:t>1</a:t>
            </a:r>
          </a:p>
        </p:txBody>
      </p:sp>
      <p:sp>
        <p:nvSpPr>
          <p:cNvPr id="701" name="Context bar 1_1">
            <a:extLst>
              <a:ext uri="{FF2B5EF4-FFF2-40B4-BE49-F238E27FC236}">
                <a16:creationId xmlns:a16="http://schemas.microsoft.com/office/drawing/2014/main" id="{ECDDEA77-A689-BB9E-79D7-0028DC7C9445}"/>
              </a:ext>
            </a:extLst>
          </p:cNvPr>
          <p:cNvSpPr/>
          <p:nvPr/>
        </p:nvSpPr>
        <p:spPr>
          <a:xfrm>
            <a:off x="4035126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2" name="Context bar 1_2">
            <a:extLst>
              <a:ext uri="{FF2B5EF4-FFF2-40B4-BE49-F238E27FC236}">
                <a16:creationId xmlns:a16="http://schemas.microsoft.com/office/drawing/2014/main" id="{97508B75-426B-FFF2-7546-6079DD7A59C5}"/>
              </a:ext>
            </a:extLst>
          </p:cNvPr>
          <p:cNvSpPr/>
          <p:nvPr/>
        </p:nvSpPr>
        <p:spPr>
          <a:xfrm>
            <a:off x="4083248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3" name="Context bar 1_3">
            <a:extLst>
              <a:ext uri="{FF2B5EF4-FFF2-40B4-BE49-F238E27FC236}">
                <a16:creationId xmlns:a16="http://schemas.microsoft.com/office/drawing/2014/main" id="{777B0EC9-763F-2362-747D-6B248CA7886E}"/>
              </a:ext>
            </a:extLst>
          </p:cNvPr>
          <p:cNvSpPr/>
          <p:nvPr/>
        </p:nvSpPr>
        <p:spPr>
          <a:xfrm>
            <a:off x="4131369" y="3223887"/>
            <a:ext cx="44166" cy="34806"/>
          </a:xfrm>
          <a:prstGeom prst="rect">
            <a:avLst/>
          </a:prstGeom>
          <a:solidFill>
            <a:srgbClr val="BFD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4" name="Context bar 1_4">
            <a:extLst>
              <a:ext uri="{FF2B5EF4-FFF2-40B4-BE49-F238E27FC236}">
                <a16:creationId xmlns:a16="http://schemas.microsoft.com/office/drawing/2014/main" id="{5E2F7404-AA96-5E8B-4DD6-A46B2D7872D0}"/>
              </a:ext>
            </a:extLst>
          </p:cNvPr>
          <p:cNvSpPr/>
          <p:nvPr/>
        </p:nvSpPr>
        <p:spPr>
          <a:xfrm>
            <a:off x="4179491" y="3223887"/>
            <a:ext cx="44166" cy="34806"/>
          </a:xfrm>
          <a:prstGeom prst="rect">
            <a:avLst/>
          </a:prstGeom>
          <a:solidFill>
            <a:srgbClr val="739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5" name="Context bar 1_5">
            <a:extLst>
              <a:ext uri="{FF2B5EF4-FFF2-40B4-BE49-F238E27FC236}">
                <a16:creationId xmlns:a16="http://schemas.microsoft.com/office/drawing/2014/main" id="{0BECBE41-487E-F49B-263A-D2115981105F}"/>
              </a:ext>
            </a:extLst>
          </p:cNvPr>
          <p:cNvSpPr/>
          <p:nvPr/>
        </p:nvSpPr>
        <p:spPr>
          <a:xfrm>
            <a:off x="4227612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6" name="Context bar 1_6">
            <a:extLst>
              <a:ext uri="{FF2B5EF4-FFF2-40B4-BE49-F238E27FC236}">
                <a16:creationId xmlns:a16="http://schemas.microsoft.com/office/drawing/2014/main" id="{D2002AC5-4F07-53A9-7179-F1E5329F1C0C}"/>
              </a:ext>
            </a:extLst>
          </p:cNvPr>
          <p:cNvSpPr/>
          <p:nvPr/>
        </p:nvSpPr>
        <p:spPr>
          <a:xfrm>
            <a:off x="4275734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7" name="TextBox 12251">
            <a:extLst>
              <a:ext uri="{FF2B5EF4-FFF2-40B4-BE49-F238E27FC236}">
                <a16:creationId xmlns:a16="http://schemas.microsoft.com/office/drawing/2014/main" id="{70585052-DC6F-237D-9745-DB1759A6E471}"/>
              </a:ext>
            </a:extLst>
          </p:cNvPr>
          <p:cNvSpPr txBox="1"/>
          <p:nvPr/>
        </p:nvSpPr>
        <p:spPr>
          <a:xfrm>
            <a:off x="3940202" y="3270220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8E6B3E"/>
                </a:solidFill>
                <a:latin typeface="Arial"/>
              </a:rPr>
              <a:t>2</a:t>
            </a:r>
          </a:p>
        </p:txBody>
      </p:sp>
      <p:sp>
        <p:nvSpPr>
          <p:cNvPr id="708" name="Context bar 2_1">
            <a:extLst>
              <a:ext uri="{FF2B5EF4-FFF2-40B4-BE49-F238E27FC236}">
                <a16:creationId xmlns:a16="http://schemas.microsoft.com/office/drawing/2014/main" id="{68F713DC-BD6C-F6CF-6497-BB5C789A4973}"/>
              </a:ext>
            </a:extLst>
          </p:cNvPr>
          <p:cNvSpPr/>
          <p:nvPr/>
        </p:nvSpPr>
        <p:spPr>
          <a:xfrm>
            <a:off x="4035126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9" name="Context bar 2_2">
            <a:extLst>
              <a:ext uri="{FF2B5EF4-FFF2-40B4-BE49-F238E27FC236}">
                <a16:creationId xmlns:a16="http://schemas.microsoft.com/office/drawing/2014/main" id="{E57EC43E-18BA-D8B0-4229-F37EF75ACD8B}"/>
              </a:ext>
            </a:extLst>
          </p:cNvPr>
          <p:cNvSpPr/>
          <p:nvPr/>
        </p:nvSpPr>
        <p:spPr>
          <a:xfrm>
            <a:off x="4083248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0" name="Context bar 2_3">
            <a:extLst>
              <a:ext uri="{FF2B5EF4-FFF2-40B4-BE49-F238E27FC236}">
                <a16:creationId xmlns:a16="http://schemas.microsoft.com/office/drawing/2014/main" id="{DC16DCBB-FA0C-FF6E-9D55-ED57A0E3A888}"/>
              </a:ext>
            </a:extLst>
          </p:cNvPr>
          <p:cNvSpPr/>
          <p:nvPr/>
        </p:nvSpPr>
        <p:spPr>
          <a:xfrm>
            <a:off x="4131369" y="3286664"/>
            <a:ext cx="44166" cy="34806"/>
          </a:xfrm>
          <a:prstGeom prst="rect">
            <a:avLst/>
          </a:prstGeom>
          <a:solidFill>
            <a:srgbClr val="E0C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1" name="Context bar 2_4">
            <a:extLst>
              <a:ext uri="{FF2B5EF4-FFF2-40B4-BE49-F238E27FC236}">
                <a16:creationId xmlns:a16="http://schemas.microsoft.com/office/drawing/2014/main" id="{FEDD01B5-67CB-003D-9E5D-6858EB0ACA74}"/>
              </a:ext>
            </a:extLst>
          </p:cNvPr>
          <p:cNvSpPr/>
          <p:nvPr/>
        </p:nvSpPr>
        <p:spPr>
          <a:xfrm>
            <a:off x="4179491" y="3286664"/>
            <a:ext cx="44166" cy="34806"/>
          </a:xfrm>
          <a:prstGeom prst="rect">
            <a:avLst/>
          </a:prstGeom>
          <a:solidFill>
            <a:srgbClr val="B5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2" name="Context bar 2_5">
            <a:extLst>
              <a:ext uri="{FF2B5EF4-FFF2-40B4-BE49-F238E27FC236}">
                <a16:creationId xmlns:a16="http://schemas.microsoft.com/office/drawing/2014/main" id="{50525390-B870-442A-FB6E-0F6509CD6403}"/>
              </a:ext>
            </a:extLst>
          </p:cNvPr>
          <p:cNvSpPr/>
          <p:nvPr/>
        </p:nvSpPr>
        <p:spPr>
          <a:xfrm>
            <a:off x="4227612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3" name="Context bar 2_6">
            <a:extLst>
              <a:ext uri="{FF2B5EF4-FFF2-40B4-BE49-F238E27FC236}">
                <a16:creationId xmlns:a16="http://schemas.microsoft.com/office/drawing/2014/main" id="{03F0FE18-2211-B73B-238D-BC3A3B13C093}"/>
              </a:ext>
            </a:extLst>
          </p:cNvPr>
          <p:cNvSpPr/>
          <p:nvPr/>
        </p:nvSpPr>
        <p:spPr>
          <a:xfrm>
            <a:off x="4275734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4" name="TextBox 12258">
            <a:extLst>
              <a:ext uri="{FF2B5EF4-FFF2-40B4-BE49-F238E27FC236}">
                <a16:creationId xmlns:a16="http://schemas.microsoft.com/office/drawing/2014/main" id="{E0AF7042-EF94-DA28-BA93-5DB9D637BBA8}"/>
              </a:ext>
            </a:extLst>
          </p:cNvPr>
          <p:cNvSpPr txBox="1"/>
          <p:nvPr/>
        </p:nvSpPr>
        <p:spPr>
          <a:xfrm>
            <a:off x="3940202" y="3332997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6D5B97"/>
                </a:solidFill>
                <a:latin typeface="Arial"/>
              </a:rPr>
              <a:t>K</a:t>
            </a:r>
          </a:p>
        </p:txBody>
      </p:sp>
      <p:sp>
        <p:nvSpPr>
          <p:cNvPr id="715" name="Context bar K_1">
            <a:extLst>
              <a:ext uri="{FF2B5EF4-FFF2-40B4-BE49-F238E27FC236}">
                <a16:creationId xmlns:a16="http://schemas.microsoft.com/office/drawing/2014/main" id="{640CE3A1-07DC-C089-03B9-B56E06650FD3}"/>
              </a:ext>
            </a:extLst>
          </p:cNvPr>
          <p:cNvSpPr/>
          <p:nvPr/>
        </p:nvSpPr>
        <p:spPr>
          <a:xfrm>
            <a:off x="4035126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6" name="Context bar K_2">
            <a:extLst>
              <a:ext uri="{FF2B5EF4-FFF2-40B4-BE49-F238E27FC236}">
                <a16:creationId xmlns:a16="http://schemas.microsoft.com/office/drawing/2014/main" id="{57E88834-31FA-55F1-B6E8-A5B73E093120}"/>
              </a:ext>
            </a:extLst>
          </p:cNvPr>
          <p:cNvSpPr/>
          <p:nvPr/>
        </p:nvSpPr>
        <p:spPr>
          <a:xfrm>
            <a:off x="4083248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7" name="Context bar K_3">
            <a:extLst>
              <a:ext uri="{FF2B5EF4-FFF2-40B4-BE49-F238E27FC236}">
                <a16:creationId xmlns:a16="http://schemas.microsoft.com/office/drawing/2014/main" id="{D4F02CF1-95A4-6BAE-7B5A-2B9734A0906F}"/>
              </a:ext>
            </a:extLst>
          </p:cNvPr>
          <p:cNvSpPr/>
          <p:nvPr/>
        </p:nvSpPr>
        <p:spPr>
          <a:xfrm>
            <a:off x="4131369" y="3349440"/>
            <a:ext cx="44166" cy="34806"/>
          </a:xfrm>
          <a:prstGeom prst="rect">
            <a:avLst/>
          </a:prstGeom>
          <a:solidFill>
            <a:srgbClr val="CB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8" name="Context bar K_4">
            <a:extLst>
              <a:ext uri="{FF2B5EF4-FFF2-40B4-BE49-F238E27FC236}">
                <a16:creationId xmlns:a16="http://schemas.microsoft.com/office/drawing/2014/main" id="{388D76A5-B8DF-2183-5760-A0C7B612FA89}"/>
              </a:ext>
            </a:extLst>
          </p:cNvPr>
          <p:cNvSpPr/>
          <p:nvPr/>
        </p:nvSpPr>
        <p:spPr>
          <a:xfrm>
            <a:off x="4179491" y="3349440"/>
            <a:ext cx="44166" cy="34806"/>
          </a:xfrm>
          <a:prstGeom prst="rect">
            <a:avLst/>
          </a:prstGeom>
          <a:solidFill>
            <a:srgbClr val="8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9" name="Context bar K_5">
            <a:extLst>
              <a:ext uri="{FF2B5EF4-FFF2-40B4-BE49-F238E27FC236}">
                <a16:creationId xmlns:a16="http://schemas.microsoft.com/office/drawing/2014/main" id="{731AD165-4154-5747-755F-90DDBFE91C0C}"/>
              </a:ext>
            </a:extLst>
          </p:cNvPr>
          <p:cNvSpPr/>
          <p:nvPr/>
        </p:nvSpPr>
        <p:spPr>
          <a:xfrm>
            <a:off x="4227612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0" name="Context bar K_6">
            <a:extLst>
              <a:ext uri="{FF2B5EF4-FFF2-40B4-BE49-F238E27FC236}">
                <a16:creationId xmlns:a16="http://schemas.microsoft.com/office/drawing/2014/main" id="{C882025D-0E6B-474D-059A-12A8AF7A5265}"/>
              </a:ext>
            </a:extLst>
          </p:cNvPr>
          <p:cNvSpPr/>
          <p:nvPr/>
        </p:nvSpPr>
        <p:spPr>
          <a:xfrm>
            <a:off x="4275734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1" name="TextBox 12265">
            <a:extLst>
              <a:ext uri="{FF2B5EF4-FFF2-40B4-BE49-F238E27FC236}">
                <a16:creationId xmlns:a16="http://schemas.microsoft.com/office/drawing/2014/main" id="{5BD39FD9-1204-CF96-BCEC-5641BC4D6B56}"/>
              </a:ext>
            </a:extLst>
          </p:cNvPr>
          <p:cNvSpPr txBox="1"/>
          <p:nvPr/>
        </p:nvSpPr>
        <p:spPr>
          <a:xfrm>
            <a:off x="4193334" y="3400472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722" name="Op | Context attention">
            <a:extLst>
              <a:ext uri="{FF2B5EF4-FFF2-40B4-BE49-F238E27FC236}">
                <a16:creationId xmlns:a16="http://schemas.microsoft.com/office/drawing/2014/main" id="{DF3BFD4F-4351-201D-048F-0EC6FEA54BB9}"/>
              </a:ext>
            </a:extLst>
          </p:cNvPr>
          <p:cNvSpPr/>
          <p:nvPr/>
        </p:nvSpPr>
        <p:spPr>
          <a:xfrm>
            <a:off x="3837367" y="3500341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Context</a:t>
            </a:r>
            <a:r>
              <a:rPr sz="580" dirty="0">
                <a:solidFill>
                  <a:srgbClr val="1D6D5E"/>
                </a:solidFill>
                <a:latin typeface="Arial"/>
              </a:rPr>
              <a:t> attention</a:t>
            </a:r>
          </a:p>
        </p:txBody>
      </p:sp>
      <p:sp>
        <p:nvSpPr>
          <p:cNvPr id="723" name="Op | Fusion">
            <a:extLst>
              <a:ext uri="{FF2B5EF4-FFF2-40B4-BE49-F238E27FC236}">
                <a16:creationId xmlns:a16="http://schemas.microsoft.com/office/drawing/2014/main" id="{2DE9F8ED-89EF-161D-EAE2-3B92E38A4109}"/>
              </a:ext>
            </a:extLst>
          </p:cNvPr>
          <p:cNvSpPr/>
          <p:nvPr/>
        </p:nvSpPr>
        <p:spPr>
          <a:xfrm>
            <a:off x="3291551" y="3733697"/>
            <a:ext cx="379698" cy="14238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Fusion</a:t>
            </a:r>
          </a:p>
        </p:txBody>
      </p:sp>
      <p:sp>
        <p:nvSpPr>
          <p:cNvPr id="724" name="g_k bar_1">
            <a:extLst>
              <a:ext uri="{FF2B5EF4-FFF2-40B4-BE49-F238E27FC236}">
                <a16:creationId xmlns:a16="http://schemas.microsoft.com/office/drawing/2014/main" id="{043C61B1-8CC4-370F-EB1F-7A6EA4CF9F31}"/>
              </a:ext>
            </a:extLst>
          </p:cNvPr>
          <p:cNvSpPr/>
          <p:nvPr/>
        </p:nvSpPr>
        <p:spPr>
          <a:xfrm>
            <a:off x="3315283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5" name="g_k bar_2">
            <a:extLst>
              <a:ext uri="{FF2B5EF4-FFF2-40B4-BE49-F238E27FC236}">
                <a16:creationId xmlns:a16="http://schemas.microsoft.com/office/drawing/2014/main" id="{3F28B1A8-FB61-F2AA-9469-3935A03CE6F3}"/>
              </a:ext>
            </a:extLst>
          </p:cNvPr>
          <p:cNvSpPr/>
          <p:nvPr/>
        </p:nvSpPr>
        <p:spPr>
          <a:xfrm>
            <a:off x="3363310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6" name="g_k bar_3">
            <a:extLst>
              <a:ext uri="{FF2B5EF4-FFF2-40B4-BE49-F238E27FC236}">
                <a16:creationId xmlns:a16="http://schemas.microsoft.com/office/drawing/2014/main" id="{4368CED2-2B3F-8606-F96C-3BC02E6D6FC3}"/>
              </a:ext>
            </a:extLst>
          </p:cNvPr>
          <p:cNvSpPr/>
          <p:nvPr/>
        </p:nvSpPr>
        <p:spPr>
          <a:xfrm>
            <a:off x="3411337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7" name="g_k bar_4">
            <a:extLst>
              <a:ext uri="{FF2B5EF4-FFF2-40B4-BE49-F238E27FC236}">
                <a16:creationId xmlns:a16="http://schemas.microsoft.com/office/drawing/2014/main" id="{FFC809E8-EE16-69D6-6364-B1181B07A0A7}"/>
              </a:ext>
            </a:extLst>
          </p:cNvPr>
          <p:cNvSpPr/>
          <p:nvPr/>
        </p:nvSpPr>
        <p:spPr>
          <a:xfrm>
            <a:off x="3459364" y="3989994"/>
            <a:ext cx="44072" cy="56955"/>
          </a:xfrm>
          <a:prstGeom prst="rect">
            <a:avLst/>
          </a:prstGeom>
          <a:solidFill>
            <a:srgbClr val="68A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8" name="g_k bar_5">
            <a:extLst>
              <a:ext uri="{FF2B5EF4-FFF2-40B4-BE49-F238E27FC236}">
                <a16:creationId xmlns:a16="http://schemas.microsoft.com/office/drawing/2014/main" id="{76BE7007-48ED-CF99-1CED-D18CB154E36B}"/>
              </a:ext>
            </a:extLst>
          </p:cNvPr>
          <p:cNvSpPr/>
          <p:nvPr/>
        </p:nvSpPr>
        <p:spPr>
          <a:xfrm>
            <a:off x="3507392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9" name="g_k bar_6">
            <a:extLst>
              <a:ext uri="{FF2B5EF4-FFF2-40B4-BE49-F238E27FC236}">
                <a16:creationId xmlns:a16="http://schemas.microsoft.com/office/drawing/2014/main" id="{03C868C4-084F-A201-E128-693EAB89D6BE}"/>
              </a:ext>
            </a:extLst>
          </p:cNvPr>
          <p:cNvSpPr/>
          <p:nvPr/>
        </p:nvSpPr>
        <p:spPr>
          <a:xfrm>
            <a:off x="3555419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0" name="g_k bar_7">
            <a:extLst>
              <a:ext uri="{FF2B5EF4-FFF2-40B4-BE49-F238E27FC236}">
                <a16:creationId xmlns:a16="http://schemas.microsoft.com/office/drawing/2014/main" id="{26A21743-2570-B041-F2F9-8032278BC956}"/>
              </a:ext>
            </a:extLst>
          </p:cNvPr>
          <p:cNvSpPr/>
          <p:nvPr/>
        </p:nvSpPr>
        <p:spPr>
          <a:xfrm>
            <a:off x="3603446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1" name="Math | g_k^">
            <a:extLst>
              <a:ext uri="{FF2B5EF4-FFF2-40B4-BE49-F238E27FC236}">
                <a16:creationId xmlns:a16="http://schemas.microsoft.com/office/drawing/2014/main" id="{482EBDD3-E894-8540-2DED-48E8CFA7A82E}"/>
              </a:ext>
            </a:extLst>
          </p:cNvPr>
          <p:cNvSpPr txBox="1"/>
          <p:nvPr/>
        </p:nvSpPr>
        <p:spPr>
          <a:xfrm>
            <a:off x="3684143" y="3947306"/>
            <a:ext cx="84960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g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k</a:t>
            </a:r>
          </a:p>
        </p:txBody>
      </p:sp>
      <p:sp>
        <p:nvSpPr>
          <p:cNvPr id="732" name="Op | Cosine score">
            <a:extLst>
              <a:ext uri="{FF2B5EF4-FFF2-40B4-BE49-F238E27FC236}">
                <a16:creationId xmlns:a16="http://schemas.microsoft.com/office/drawing/2014/main" id="{73114D94-8C48-F0AE-591A-C9E0739E94DB}"/>
              </a:ext>
            </a:extLst>
          </p:cNvPr>
          <p:cNvSpPr/>
          <p:nvPr/>
        </p:nvSpPr>
        <p:spPr>
          <a:xfrm>
            <a:off x="3085881" y="4164813"/>
            <a:ext cx="569547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>
                <a:solidFill>
                  <a:srgbClr val="1D6D5E"/>
                </a:solidFill>
                <a:latin typeface="Arial"/>
              </a:rPr>
              <a:t>Cosine score</a:t>
            </a:r>
          </a:p>
        </p:txBody>
      </p:sp>
      <p:sp>
        <p:nvSpPr>
          <p:cNvPr id="733" name="TextBox 12277">
            <a:extLst>
              <a:ext uri="{FF2B5EF4-FFF2-40B4-BE49-F238E27FC236}">
                <a16:creationId xmlns:a16="http://schemas.microsoft.com/office/drawing/2014/main" id="{E492BAAB-7B8C-5100-0CDF-19C6B54BAEFD}"/>
              </a:ext>
            </a:extLst>
          </p:cNvPr>
          <p:cNvSpPr txBox="1"/>
          <p:nvPr/>
        </p:nvSpPr>
        <p:spPr>
          <a:xfrm>
            <a:off x="3087003" y="4326634"/>
            <a:ext cx="585097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Learned projections</a:t>
            </a:r>
          </a:p>
        </p:txBody>
      </p:sp>
      <p:sp>
        <p:nvSpPr>
          <p:cNvPr id="734" name="Math | s_j,k^">
            <a:extLst>
              <a:ext uri="{FF2B5EF4-FFF2-40B4-BE49-F238E27FC236}">
                <a16:creationId xmlns:a16="http://schemas.microsoft.com/office/drawing/2014/main" id="{2BB37D4B-C195-841E-992D-CE4FE0A08F62}"/>
              </a:ext>
            </a:extLst>
          </p:cNvPr>
          <p:cNvSpPr txBox="1"/>
          <p:nvPr/>
        </p:nvSpPr>
        <p:spPr>
          <a:xfrm>
            <a:off x="3741774" y="4086560"/>
            <a:ext cx="104196" cy="1170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1" i="1" dirty="0" err="1">
                <a:solidFill>
                  <a:srgbClr val="1E293B"/>
                </a:solidFill>
                <a:latin typeface="Times New Roman"/>
              </a:rPr>
              <a:t>s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j,k</a:t>
            </a:r>
            <a:endParaRPr sz="750" i="1" baseline="-2800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735" name="TextBox 12279">
            <a:extLst>
              <a:ext uri="{FF2B5EF4-FFF2-40B4-BE49-F238E27FC236}">
                <a16:creationId xmlns:a16="http://schemas.microsoft.com/office/drawing/2014/main" id="{D80F16D4-7691-FE99-9268-904B0A8687DF}"/>
              </a:ext>
            </a:extLst>
          </p:cNvPr>
          <p:cNvSpPr txBox="1"/>
          <p:nvPr/>
        </p:nvSpPr>
        <p:spPr>
          <a:xfrm>
            <a:off x="4001148" y="3931330"/>
            <a:ext cx="479297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>
                <a:solidFill>
                  <a:srgbClr val="1E293B"/>
                </a:solidFill>
                <a:latin typeface="Arial"/>
              </a:rPr>
              <a:t>Identity scores</a:t>
            </a:r>
          </a:p>
        </p:txBody>
      </p:sp>
      <p:sp>
        <p:nvSpPr>
          <p:cNvPr id="736" name="TextBox 12280">
            <a:extLst>
              <a:ext uri="{FF2B5EF4-FFF2-40B4-BE49-F238E27FC236}">
                <a16:creationId xmlns:a16="http://schemas.microsoft.com/office/drawing/2014/main" id="{B47BF685-8C4E-6DB4-4E4D-CD010A6E149A}"/>
              </a:ext>
            </a:extLst>
          </p:cNvPr>
          <p:cNvSpPr txBox="1"/>
          <p:nvPr/>
        </p:nvSpPr>
        <p:spPr>
          <a:xfrm>
            <a:off x="4137961" y="4019017"/>
            <a:ext cx="102835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>
                <a:solidFill>
                  <a:srgbClr val="1D6D5E"/>
                </a:solidFill>
                <a:latin typeface="Arial"/>
              </a:rPr>
              <a:t>k</a:t>
            </a:r>
          </a:p>
        </p:txBody>
      </p:sp>
      <p:sp>
        <p:nvSpPr>
          <p:cNvPr id="737" name="TextBox 12281">
            <a:extLst>
              <a:ext uri="{FF2B5EF4-FFF2-40B4-BE49-F238E27FC236}">
                <a16:creationId xmlns:a16="http://schemas.microsoft.com/office/drawing/2014/main" id="{E70F1FEA-1E9D-431F-55E4-80DDBEBE448D}"/>
              </a:ext>
            </a:extLst>
          </p:cNvPr>
          <p:cNvSpPr txBox="1"/>
          <p:nvPr/>
        </p:nvSpPr>
        <p:spPr>
          <a:xfrm>
            <a:off x="3940202" y="4169314"/>
            <a:ext cx="8701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>
                <a:solidFill>
                  <a:srgbClr val="1D6D5E"/>
                </a:solidFill>
                <a:latin typeface="Arial"/>
              </a:rPr>
              <a:t>j</a:t>
            </a:r>
          </a:p>
        </p:txBody>
      </p:sp>
      <p:sp>
        <p:nvSpPr>
          <p:cNvPr id="738" name="Matrix cell (0,0)">
            <a:extLst>
              <a:ext uri="{FF2B5EF4-FFF2-40B4-BE49-F238E27FC236}">
                <a16:creationId xmlns:a16="http://schemas.microsoft.com/office/drawing/2014/main" id="{B0402E85-60C5-8E7C-4837-1366586504A6}"/>
              </a:ext>
            </a:extLst>
          </p:cNvPr>
          <p:cNvSpPr/>
          <p:nvPr/>
        </p:nvSpPr>
        <p:spPr>
          <a:xfrm>
            <a:off x="403512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9" name="Matrix cell (0,1)">
            <a:extLst>
              <a:ext uri="{FF2B5EF4-FFF2-40B4-BE49-F238E27FC236}">
                <a16:creationId xmlns:a16="http://schemas.microsoft.com/office/drawing/2014/main" id="{33FECB55-13BE-9800-D740-39BC697199D6}"/>
              </a:ext>
            </a:extLst>
          </p:cNvPr>
          <p:cNvSpPr/>
          <p:nvPr/>
        </p:nvSpPr>
        <p:spPr>
          <a:xfrm>
            <a:off x="413796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0" name="Matrix cell (0,2)">
            <a:extLst>
              <a:ext uri="{FF2B5EF4-FFF2-40B4-BE49-F238E27FC236}">
                <a16:creationId xmlns:a16="http://schemas.microsoft.com/office/drawing/2014/main" id="{8C88B46F-6FBA-66AD-7C52-585C598A816C}"/>
              </a:ext>
            </a:extLst>
          </p:cNvPr>
          <p:cNvSpPr/>
          <p:nvPr/>
        </p:nvSpPr>
        <p:spPr>
          <a:xfrm>
            <a:off x="424079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1" name="Matrix cell (0,3)">
            <a:extLst>
              <a:ext uri="{FF2B5EF4-FFF2-40B4-BE49-F238E27FC236}">
                <a16:creationId xmlns:a16="http://schemas.microsoft.com/office/drawing/2014/main" id="{AB3D6CDB-5CA2-A77B-0C4F-B0A831BE56B4}"/>
              </a:ext>
            </a:extLst>
          </p:cNvPr>
          <p:cNvSpPr/>
          <p:nvPr/>
        </p:nvSpPr>
        <p:spPr>
          <a:xfrm>
            <a:off x="434363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2" name="Matrix cell (1,0)">
            <a:extLst>
              <a:ext uri="{FF2B5EF4-FFF2-40B4-BE49-F238E27FC236}">
                <a16:creationId xmlns:a16="http://schemas.microsoft.com/office/drawing/2014/main" id="{FFBFEBFA-8191-4FDA-2FBA-CBC851E23C6B}"/>
              </a:ext>
            </a:extLst>
          </p:cNvPr>
          <p:cNvSpPr/>
          <p:nvPr/>
        </p:nvSpPr>
        <p:spPr>
          <a:xfrm>
            <a:off x="4035126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3" name="Matrix cell (1,1)">
            <a:extLst>
              <a:ext uri="{FF2B5EF4-FFF2-40B4-BE49-F238E27FC236}">
                <a16:creationId xmlns:a16="http://schemas.microsoft.com/office/drawing/2014/main" id="{7928BF20-3CDC-9623-9C62-B67F1B11E39D}"/>
              </a:ext>
            </a:extLst>
          </p:cNvPr>
          <p:cNvSpPr/>
          <p:nvPr/>
        </p:nvSpPr>
        <p:spPr>
          <a:xfrm>
            <a:off x="4137961" y="4176678"/>
            <a:ext cx="102835" cy="71193"/>
          </a:xfrm>
          <a:prstGeom prst="rect">
            <a:avLst/>
          </a:prstGeom>
          <a:solidFill>
            <a:srgbClr val="3C9486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4" name="Matrix cell (1,2)">
            <a:extLst>
              <a:ext uri="{FF2B5EF4-FFF2-40B4-BE49-F238E27FC236}">
                <a16:creationId xmlns:a16="http://schemas.microsoft.com/office/drawing/2014/main" id="{C696EA86-074A-E37D-F9CF-650AFA51B817}"/>
              </a:ext>
            </a:extLst>
          </p:cNvPr>
          <p:cNvSpPr/>
          <p:nvPr/>
        </p:nvSpPr>
        <p:spPr>
          <a:xfrm>
            <a:off x="4240796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5" name="Matrix cell (1,3)">
            <a:extLst>
              <a:ext uri="{FF2B5EF4-FFF2-40B4-BE49-F238E27FC236}">
                <a16:creationId xmlns:a16="http://schemas.microsoft.com/office/drawing/2014/main" id="{38856FC0-20F8-BD78-2A86-5CB77DEA68A3}"/>
              </a:ext>
            </a:extLst>
          </p:cNvPr>
          <p:cNvSpPr/>
          <p:nvPr/>
        </p:nvSpPr>
        <p:spPr>
          <a:xfrm>
            <a:off x="434363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6" name="Matrix cell (2,0)">
            <a:extLst>
              <a:ext uri="{FF2B5EF4-FFF2-40B4-BE49-F238E27FC236}">
                <a16:creationId xmlns:a16="http://schemas.microsoft.com/office/drawing/2014/main" id="{1919833E-13B6-3995-C373-262B61167D53}"/>
              </a:ext>
            </a:extLst>
          </p:cNvPr>
          <p:cNvSpPr/>
          <p:nvPr/>
        </p:nvSpPr>
        <p:spPr>
          <a:xfrm>
            <a:off x="403512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7" name="Matrix cell (2,1)">
            <a:extLst>
              <a:ext uri="{FF2B5EF4-FFF2-40B4-BE49-F238E27FC236}">
                <a16:creationId xmlns:a16="http://schemas.microsoft.com/office/drawing/2014/main" id="{8AEC1127-07C3-FBD4-0354-D492A9D35315}"/>
              </a:ext>
            </a:extLst>
          </p:cNvPr>
          <p:cNvSpPr/>
          <p:nvPr/>
        </p:nvSpPr>
        <p:spPr>
          <a:xfrm>
            <a:off x="413796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8" name="Matrix cell (2,2)">
            <a:extLst>
              <a:ext uri="{FF2B5EF4-FFF2-40B4-BE49-F238E27FC236}">
                <a16:creationId xmlns:a16="http://schemas.microsoft.com/office/drawing/2014/main" id="{84F5C606-A878-BB91-1BFC-2061FE435658}"/>
              </a:ext>
            </a:extLst>
          </p:cNvPr>
          <p:cNvSpPr/>
          <p:nvPr/>
        </p:nvSpPr>
        <p:spPr>
          <a:xfrm>
            <a:off x="424079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9" name="Matrix cell (2,3)">
            <a:extLst>
              <a:ext uri="{FF2B5EF4-FFF2-40B4-BE49-F238E27FC236}">
                <a16:creationId xmlns:a16="http://schemas.microsoft.com/office/drawing/2014/main" id="{FCBD67DE-6A4E-C77B-8FB4-3F3087529A4A}"/>
              </a:ext>
            </a:extLst>
          </p:cNvPr>
          <p:cNvSpPr/>
          <p:nvPr/>
        </p:nvSpPr>
        <p:spPr>
          <a:xfrm>
            <a:off x="434363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50" name="TextBox 12294">
            <a:extLst>
              <a:ext uri="{FF2B5EF4-FFF2-40B4-BE49-F238E27FC236}">
                <a16:creationId xmlns:a16="http://schemas.microsoft.com/office/drawing/2014/main" id="{1ECC0ED4-C642-049D-E796-F62F42FB7062}"/>
              </a:ext>
            </a:extLst>
          </p:cNvPr>
          <p:cNvSpPr txBox="1"/>
          <p:nvPr/>
        </p:nvSpPr>
        <p:spPr>
          <a:xfrm>
            <a:off x="4035127" y="4312989"/>
            <a:ext cx="411339" cy="8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J × K</a:t>
            </a:r>
          </a:p>
        </p:txBody>
      </p:sp>
      <p:grpSp>
        <p:nvGrpSpPr>
          <p:cNvPr id="751" name="组合 13795">
            <a:extLst>
              <a:ext uri="{FF2B5EF4-FFF2-40B4-BE49-F238E27FC236}">
                <a16:creationId xmlns:a16="http://schemas.microsoft.com/office/drawing/2014/main" id="{2F918563-A526-A61D-F989-031698F25608}"/>
              </a:ext>
            </a:extLst>
          </p:cNvPr>
          <p:cNvGrpSpPr/>
          <p:nvPr/>
        </p:nvGrpSpPr>
        <p:grpSpPr>
          <a:xfrm>
            <a:off x="1848794" y="554865"/>
            <a:ext cx="1978883" cy="340209"/>
            <a:chOff x="6312668" y="2448732"/>
            <a:chExt cx="1215499" cy="343631"/>
          </a:xfrm>
        </p:grpSpPr>
        <p:pic>
          <p:nvPicPr>
            <p:cNvPr id="752" name="图片 12">
              <a:extLst>
                <a:ext uri="{FF2B5EF4-FFF2-40B4-BE49-F238E27FC236}">
                  <a16:creationId xmlns:a16="http://schemas.microsoft.com/office/drawing/2014/main" id="{411083DB-12E9-D6C0-677E-D529CD0A6352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l="70243" t="-18171" b="-1"/>
            <a:stretch>
              <a:fillRect/>
            </a:stretch>
          </p:blipFill>
          <p:spPr>
            <a:xfrm>
              <a:off x="7112075" y="2448732"/>
              <a:ext cx="416092" cy="323855"/>
            </a:xfrm>
            <a:prstGeom prst="rect">
              <a:avLst/>
            </a:prstGeom>
          </p:spPr>
        </p:pic>
        <p:pic>
          <p:nvPicPr>
            <p:cNvPr id="753" name="图片 12">
              <a:extLst>
                <a:ext uri="{FF2B5EF4-FFF2-40B4-BE49-F238E27FC236}">
                  <a16:creationId xmlns:a16="http://schemas.microsoft.com/office/drawing/2014/main" id="{341C6245-1F42-96F7-1F57-16D24A4F693A}"/>
                </a:ext>
              </a:extLst>
            </p:cNvPr>
            <p:cNvPicPr>
              <a:picLocks/>
            </p:cNvPicPr>
            <p:nvPr/>
          </p:nvPicPr>
          <p:blipFill>
            <a:blip r:embed="rId4"/>
            <a:srcRect r="70534" b="-8235"/>
            <a:stretch>
              <a:fillRect/>
            </a:stretch>
          </p:blipFill>
          <p:spPr>
            <a:xfrm>
              <a:off x="6312668" y="2495741"/>
              <a:ext cx="412024" cy="296622"/>
            </a:xfrm>
            <a:prstGeom prst="rect">
              <a:avLst/>
            </a:prstGeom>
          </p:spPr>
        </p:pic>
        <p:pic>
          <p:nvPicPr>
            <p:cNvPr id="754" name="Picture 10000" descr="unet_block_18.png">
              <a:extLst>
                <a:ext uri="{FF2B5EF4-FFF2-40B4-BE49-F238E27FC236}">
                  <a16:creationId xmlns:a16="http://schemas.microsoft.com/office/drawing/2014/main" id="{BA2A8857-BA87-F9B6-F1E5-9CE0D6D0B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76851" y="2645026"/>
              <a:ext cx="276863" cy="126566"/>
            </a:xfrm>
            <a:prstGeom prst="rect">
              <a:avLst/>
            </a:prstGeom>
          </p:spPr>
        </p:pic>
      </p:grpSp>
      <p:grpSp>
        <p:nvGrpSpPr>
          <p:cNvPr id="755" name="Find candidate blob 1">
            <a:extLst>
              <a:ext uri="{FF2B5EF4-FFF2-40B4-BE49-F238E27FC236}">
                <a16:creationId xmlns:a16="http://schemas.microsoft.com/office/drawing/2014/main" id="{2ACAA6E1-386C-428E-BB24-32BF38CED366}"/>
              </a:ext>
            </a:extLst>
          </p:cNvPr>
          <p:cNvGrpSpPr/>
          <p:nvPr/>
        </p:nvGrpSpPr>
        <p:grpSpPr>
          <a:xfrm>
            <a:off x="4121891" y="457662"/>
            <a:ext cx="287558" cy="196430"/>
            <a:chOff x="1928706" y="3559489"/>
            <a:chExt cx="227897" cy="155682"/>
          </a:xfrm>
        </p:grpSpPr>
        <p:sp>
          <p:nvSpPr>
            <p:cNvPr id="756" name="Candidate blob | editable contour">
              <a:extLst>
                <a:ext uri="{FF2B5EF4-FFF2-40B4-BE49-F238E27FC236}">
                  <a16:creationId xmlns:a16="http://schemas.microsoft.com/office/drawing/2014/main" id="{0C4BC507-44B1-B5BA-EC64-BF09409081B8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57" name="ellipse_2612">
              <a:extLst>
                <a:ext uri="{FF2B5EF4-FFF2-40B4-BE49-F238E27FC236}">
                  <a16:creationId xmlns:a16="http://schemas.microsoft.com/office/drawing/2014/main" id="{1D4D7FD6-E7A7-3B63-DA06-63E05D565398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8" name="Find candidate blob 2">
            <a:extLst>
              <a:ext uri="{FF2B5EF4-FFF2-40B4-BE49-F238E27FC236}">
                <a16:creationId xmlns:a16="http://schemas.microsoft.com/office/drawing/2014/main" id="{6FACCC34-F35B-07F8-4258-3D5C287D5C6B}"/>
              </a:ext>
            </a:extLst>
          </p:cNvPr>
          <p:cNvGrpSpPr/>
          <p:nvPr/>
        </p:nvGrpSpPr>
        <p:grpSpPr>
          <a:xfrm>
            <a:off x="4109184" y="735960"/>
            <a:ext cx="307808" cy="174155"/>
            <a:chOff x="1928706" y="3559489"/>
            <a:chExt cx="227897" cy="155682"/>
          </a:xfrm>
        </p:grpSpPr>
        <p:sp>
          <p:nvSpPr>
            <p:cNvPr id="759" name="Candidate blob | editable contour">
              <a:extLst>
                <a:ext uri="{FF2B5EF4-FFF2-40B4-BE49-F238E27FC236}">
                  <a16:creationId xmlns:a16="http://schemas.microsoft.com/office/drawing/2014/main" id="{C032E89A-A4B3-4931-8504-E9B47EF6E3F5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0" name="ellipse_2612">
              <a:extLst>
                <a:ext uri="{FF2B5EF4-FFF2-40B4-BE49-F238E27FC236}">
                  <a16:creationId xmlns:a16="http://schemas.microsoft.com/office/drawing/2014/main" id="{26DEDEBE-484F-216A-336A-287C8E160FD1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1" name="Find candidate blob 3">
            <a:extLst>
              <a:ext uri="{FF2B5EF4-FFF2-40B4-BE49-F238E27FC236}">
                <a16:creationId xmlns:a16="http://schemas.microsoft.com/office/drawing/2014/main" id="{5B7FC8C2-8402-A16A-996C-05698ACC75EE}"/>
              </a:ext>
            </a:extLst>
          </p:cNvPr>
          <p:cNvGrpSpPr/>
          <p:nvPr/>
        </p:nvGrpSpPr>
        <p:grpSpPr>
          <a:xfrm>
            <a:off x="4109970" y="1046710"/>
            <a:ext cx="311858" cy="170105"/>
            <a:chOff x="1928706" y="3559489"/>
            <a:chExt cx="227897" cy="155682"/>
          </a:xfrm>
        </p:grpSpPr>
        <p:sp>
          <p:nvSpPr>
            <p:cNvPr id="762" name="Candidate blob | editable contour">
              <a:extLst>
                <a:ext uri="{FF2B5EF4-FFF2-40B4-BE49-F238E27FC236}">
                  <a16:creationId xmlns:a16="http://schemas.microsoft.com/office/drawing/2014/main" id="{4BD43286-68AE-5B16-10E9-B249074D656C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4633" y="103508"/>
                  </a:moveTo>
                  <a:cubicBezTo>
                    <a:pt x="0" y="80701"/>
                    <a:pt x="17781" y="72087"/>
                    <a:pt x="35225" y="64107"/>
                  </a:cubicBezTo>
                  <a:cubicBezTo>
                    <a:pt x="54476" y="49917"/>
                    <a:pt x="72264" y="52549"/>
                    <a:pt x="92778" y="35736"/>
                  </a:cubicBezTo>
                  <a:cubicBezTo>
                    <a:pt x="110195" y="21040"/>
                    <a:pt x="104326" y="5059"/>
                    <a:pt x="115221" y="1753"/>
                  </a:cubicBezTo>
                  <a:cubicBezTo>
                    <a:pt x="125241" y="0"/>
                    <a:pt x="159037" y="3786"/>
                    <a:pt x="180838" y="12966"/>
                  </a:cubicBezTo>
                  <a:cubicBezTo>
                    <a:pt x="198427" y="23372"/>
                    <a:pt x="209170" y="39484"/>
                    <a:pt x="212983" y="52913"/>
                  </a:cubicBezTo>
                  <a:cubicBezTo>
                    <a:pt x="216818" y="61184"/>
                    <a:pt x="227897" y="67151"/>
                    <a:pt x="223406" y="85389"/>
                  </a:cubicBezTo>
                  <a:cubicBezTo>
                    <a:pt x="220211" y="103077"/>
                    <a:pt x="208185" y="131257"/>
                    <a:pt x="201464" y="141174"/>
                  </a:cubicBezTo>
                  <a:cubicBezTo>
                    <a:pt x="189414" y="144450"/>
                    <a:pt x="161966" y="148455"/>
                    <a:pt x="136762" y="150513"/>
                  </a:cubicBezTo>
                  <a:cubicBezTo>
                    <a:pt x="110048" y="155682"/>
                    <a:pt x="82946" y="155682"/>
                    <a:pt x="72733" y="149421"/>
                  </a:cubicBezTo>
                  <a:cubicBezTo>
                    <a:pt x="54091" y="147525"/>
                    <a:pt x="13199" y="123788"/>
                    <a:pt x="4633" y="10350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3" name="ellipse_2612">
              <a:extLst>
                <a:ext uri="{FF2B5EF4-FFF2-40B4-BE49-F238E27FC236}">
                  <a16:creationId xmlns:a16="http://schemas.microsoft.com/office/drawing/2014/main" id="{430C296B-A998-DFCA-1624-9DC45624F8B6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4" name="Visual revision native elements">
            <a:extLst>
              <a:ext uri="{FF2B5EF4-FFF2-40B4-BE49-F238E27FC236}">
                <a16:creationId xmlns:a16="http://schemas.microsoft.com/office/drawing/2014/main" id="{9344E0B5-F3D6-97AE-3868-80EE0C246679}"/>
              </a:ext>
            </a:extLst>
          </p:cNvPr>
          <p:cNvGrpSpPr/>
          <p:nvPr/>
        </p:nvGrpSpPr>
        <p:grpSpPr>
          <a:xfrm>
            <a:off x="1060070" y="415407"/>
            <a:ext cx="4865197" cy="3926646"/>
            <a:chOff x="2485594" y="976950"/>
            <a:chExt cx="11441916" cy="9234640"/>
          </a:xfrm>
        </p:grpSpPr>
        <p:sp>
          <p:nvSpPr>
            <p:cNvPr id="765" name="Find auxiliary label">
              <a:extLst>
                <a:ext uri="{FF2B5EF4-FFF2-40B4-BE49-F238E27FC236}">
                  <a16:creationId xmlns:a16="http://schemas.microsoft.com/office/drawing/2014/main" id="{B514ED94-77A5-45AF-014D-9A0233F12ED0}"/>
                </a:ext>
              </a:extLst>
            </p:cNvPr>
            <p:cNvSpPr>
              <a:spLocks noGrp="1"/>
            </p:cNvSpPr>
            <p:nvPr/>
          </p:nvSpPr>
          <p:spPr>
            <a:xfrm>
              <a:off x="9540969" y="3570727"/>
              <a:ext cx="1019176" cy="37147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Auxiliary</a:t>
              </a:r>
            </a:p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features</a:t>
              </a:r>
            </a:p>
          </p:txBody>
        </p:sp>
        <p:sp>
          <p:nvSpPr>
            <p:cNvPr id="766" name="Match auxiliary label">
              <a:extLst>
                <a:ext uri="{FF2B5EF4-FFF2-40B4-BE49-F238E27FC236}">
                  <a16:creationId xmlns:a16="http://schemas.microsoft.com/office/drawing/2014/main" id="{1B853730-8497-D7E6-56CC-8DD849A6EFF8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6686550"/>
              <a:ext cx="952500" cy="40957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90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Auxiliary</a:t>
              </a:r>
            </a:p>
            <a:p>
              <a: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90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features</a:t>
              </a:r>
            </a:p>
          </p:txBody>
        </p:sp>
        <p:sp>
          <p:nvSpPr>
            <p:cNvPr id="767" name="Concat label">
              <a:extLst>
                <a:ext uri="{FF2B5EF4-FFF2-40B4-BE49-F238E27FC236}">
                  <a16:creationId xmlns:a16="http://schemas.microsoft.com/office/drawing/2014/main" id="{6FD2CEF0-F623-AD8C-EEC6-B3BF30A97FB9}"/>
                </a:ext>
              </a:extLst>
            </p:cNvPr>
            <p:cNvSpPr>
              <a:spLocks noGrp="1"/>
            </p:cNvSpPr>
            <p:nvPr/>
          </p:nvSpPr>
          <p:spPr>
            <a:xfrm>
              <a:off x="2485594" y="8487205"/>
              <a:ext cx="609600" cy="190500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68" dirty="0" err="1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Concat</a:t>
              </a:r>
              <a:endParaRPr sz="568" dirty="0">
                <a:solidFill>
                  <a:srgbClr val="71808C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68" name="Build four inputs">
              <a:extLst>
                <a:ext uri="{FF2B5EF4-FFF2-40B4-BE49-F238E27FC236}">
                  <a16:creationId xmlns:a16="http://schemas.microsoft.com/office/drawing/2014/main" id="{541ADBE4-7260-8437-2EA3-3B53B88B9E31}"/>
                </a:ext>
              </a:extLst>
            </p:cNvPr>
            <p:cNvSpPr>
              <a:spLocks noGrp="1"/>
            </p:cNvSpPr>
            <p:nvPr/>
          </p:nvSpPr>
          <p:spPr>
            <a:xfrm>
              <a:off x="11001313" y="976950"/>
              <a:ext cx="2725234" cy="2927983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7290">
              <a:solidFill>
                <a:srgbClr val="DFD6C3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9" name="Site label">
              <a:extLst>
                <a:ext uri="{FF2B5EF4-FFF2-40B4-BE49-F238E27FC236}">
                  <a16:creationId xmlns:a16="http://schemas.microsoft.com/office/drawing/2014/main" id="{BC478A55-A873-446F-125E-E23C652AD9C9}"/>
                </a:ext>
              </a:extLst>
            </p:cNvPr>
            <p:cNvSpPr>
              <a:spLocks noGrp="1"/>
            </p:cNvSpPr>
            <p:nvPr/>
          </p:nvSpPr>
          <p:spPr>
            <a:xfrm>
              <a:off x="11159211" y="1963677"/>
              <a:ext cx="1209675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Site</a:t>
              </a:r>
            </a:p>
          </p:txBody>
        </p:sp>
        <p:sp>
          <p:nvSpPr>
            <p:cNvPr id="770" name="Site provenance">
              <a:extLst>
                <a:ext uri="{FF2B5EF4-FFF2-40B4-BE49-F238E27FC236}">
                  <a16:creationId xmlns:a16="http://schemas.microsoft.com/office/drawing/2014/main" id="{018A41F1-F862-12C7-0890-90F9A1726B0D}"/>
                </a:ext>
              </a:extLst>
            </p:cNvPr>
            <p:cNvSpPr>
              <a:spLocks noGrp="1"/>
            </p:cNvSpPr>
            <p:nvPr/>
          </p:nvSpPr>
          <p:spPr>
            <a:xfrm>
              <a:off x="11189079" y="2199832"/>
              <a:ext cx="1209675" cy="20002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from Find</a:t>
              </a:r>
            </a:p>
          </p:txBody>
        </p:sp>
        <p:sp>
          <p:nvSpPr>
            <p:cNvPr id="771" name="Pocket label">
              <a:extLst>
                <a:ext uri="{FF2B5EF4-FFF2-40B4-BE49-F238E27FC236}">
                  <a16:creationId xmlns:a16="http://schemas.microsoft.com/office/drawing/2014/main" id="{F8A105BF-D2E0-52A7-A8D8-A0BE52B6A252}"/>
                </a:ext>
              </a:extLst>
            </p:cNvPr>
            <p:cNvSpPr>
              <a:spLocks noGrp="1"/>
            </p:cNvSpPr>
            <p:nvPr/>
          </p:nvSpPr>
          <p:spPr>
            <a:xfrm>
              <a:off x="12476322" y="2009387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Pocket</a:t>
              </a:r>
            </a:p>
          </p:txBody>
        </p:sp>
        <p:sp>
          <p:nvSpPr>
            <p:cNvPr id="773" name="SMILES label">
              <a:extLst>
                <a:ext uri="{FF2B5EF4-FFF2-40B4-BE49-F238E27FC236}">
                  <a16:creationId xmlns:a16="http://schemas.microsoft.com/office/drawing/2014/main" id="{B59D4EA2-DA4F-1940-4422-FAA8379FF452}"/>
                </a:ext>
              </a:extLst>
            </p:cNvPr>
            <p:cNvSpPr>
              <a:spLocks noGrp="1"/>
            </p:cNvSpPr>
            <p:nvPr/>
          </p:nvSpPr>
          <p:spPr>
            <a:xfrm>
              <a:off x="11123464" y="3385841"/>
              <a:ext cx="1209675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SMILES</a:t>
              </a:r>
            </a:p>
          </p:txBody>
        </p:sp>
        <p:sp>
          <p:nvSpPr>
            <p:cNvPr id="774" name="SMILES provenance">
              <a:extLst>
                <a:ext uri="{FF2B5EF4-FFF2-40B4-BE49-F238E27FC236}">
                  <a16:creationId xmlns:a16="http://schemas.microsoft.com/office/drawing/2014/main" id="{611D246E-3109-E020-FC7E-DD32865D3DC9}"/>
                </a:ext>
              </a:extLst>
            </p:cNvPr>
            <p:cNvSpPr>
              <a:spLocks noGrp="1"/>
            </p:cNvSpPr>
            <p:nvPr/>
          </p:nvSpPr>
          <p:spPr>
            <a:xfrm>
              <a:off x="11123464" y="3599932"/>
              <a:ext cx="1209675" cy="20002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from Match</a:t>
              </a:r>
            </a:p>
          </p:txBody>
        </p:sp>
        <p:sp>
          <p:nvSpPr>
            <p:cNvPr id="775" name="Density input label">
              <a:extLst>
                <a:ext uri="{FF2B5EF4-FFF2-40B4-BE49-F238E27FC236}">
                  <a16:creationId xmlns:a16="http://schemas.microsoft.com/office/drawing/2014/main" id="{DA19550D-F458-C41B-23EE-A1D43AB8D8C8}"/>
                </a:ext>
              </a:extLst>
            </p:cNvPr>
            <p:cNvSpPr>
              <a:spLocks noGrp="1"/>
            </p:cNvSpPr>
            <p:nvPr/>
          </p:nvSpPr>
          <p:spPr>
            <a:xfrm>
              <a:off x="12513676" y="3413346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</p:txBody>
        </p:sp>
        <p:sp>
          <p:nvSpPr>
            <p:cNvPr id="776" name="Docking tools title">
              <a:extLst>
                <a:ext uri="{FF2B5EF4-FFF2-40B4-BE49-F238E27FC236}">
                  <a16:creationId xmlns:a16="http://schemas.microsoft.com/office/drawing/2014/main" id="{0668831D-3708-ACEA-C42A-E3B8811B2830}"/>
                </a:ext>
              </a:extLst>
            </p:cNvPr>
            <p:cNvSpPr>
              <a:spLocks noGrp="1"/>
            </p:cNvSpPr>
            <p:nvPr/>
          </p:nvSpPr>
          <p:spPr>
            <a:xfrm>
              <a:off x="11191775" y="4392600"/>
              <a:ext cx="2590801" cy="27622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702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Downstream </a:t>
              </a:r>
              <a:r>
                <a:rPr lang="en-US" b="0" dirty="0"/>
                <a:t>d</a:t>
              </a:r>
              <a:r>
                <a:rPr sz="702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ocking tools</a:t>
              </a:r>
            </a:p>
          </p:txBody>
        </p:sp>
        <p:sp>
          <p:nvSpPr>
            <p:cNvPr id="777" name="Build pose output">
              <a:extLst>
                <a:ext uri="{FF2B5EF4-FFF2-40B4-BE49-F238E27FC236}">
                  <a16:creationId xmlns:a16="http://schemas.microsoft.com/office/drawing/2014/main" id="{48D5CA91-D757-D2DF-1FE9-31F7F95AC134}"/>
                </a:ext>
              </a:extLst>
            </p:cNvPr>
            <p:cNvSpPr>
              <a:spLocks noGrp="1"/>
            </p:cNvSpPr>
            <p:nvPr/>
          </p:nvSpPr>
          <p:spPr>
            <a:xfrm>
              <a:off x="11062547" y="7997501"/>
              <a:ext cx="2602229" cy="2214089"/>
            </a:xfrm>
            <a:prstGeom prst="roundRect">
              <a:avLst>
                <a:gd name="adj" fmla="val 5395"/>
              </a:avLst>
            </a:prstGeom>
            <a:solidFill>
              <a:srgbClr val="FFFFFF"/>
            </a:solidFill>
            <a:ln w="7290">
              <a:solidFill>
                <a:srgbClr val="DFD6C3"/>
              </a:solidFill>
              <a:prstDash val="solid"/>
            </a:ln>
          </p:spPr>
        </p:sp>
        <p:sp>
          <p:nvSpPr>
            <p:cNvPr id="778" name="All atom pose label">
              <a:extLst>
                <a:ext uri="{FF2B5EF4-FFF2-40B4-BE49-F238E27FC236}">
                  <a16:creationId xmlns:a16="http://schemas.microsoft.com/office/drawing/2014/main" id="{4120E866-BA22-E675-1BB6-F29457CF09F7}"/>
                </a:ext>
              </a:extLst>
            </p:cNvPr>
            <p:cNvSpPr>
              <a:spLocks noGrp="1"/>
            </p:cNvSpPr>
            <p:nvPr/>
          </p:nvSpPr>
          <p:spPr>
            <a:xfrm>
              <a:off x="11031910" y="9822113"/>
              <a:ext cx="2895600" cy="27622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All-atom ligand pose</a:t>
              </a:r>
            </a:p>
          </p:txBody>
        </p:sp>
      </p:grpSp>
      <p:grpSp>
        <p:nvGrpSpPr>
          <p:cNvPr id="779" name="Build | Site p">
            <a:extLst>
              <a:ext uri="{FF2B5EF4-FFF2-40B4-BE49-F238E27FC236}">
                <a16:creationId xmlns:a16="http://schemas.microsoft.com/office/drawing/2014/main" id="{113133F4-E8A6-2551-0B22-E20EC55FD709}"/>
              </a:ext>
            </a:extLst>
          </p:cNvPr>
          <p:cNvGrpSpPr/>
          <p:nvPr/>
        </p:nvGrpSpPr>
        <p:grpSpPr>
          <a:xfrm>
            <a:off x="4777278" y="482609"/>
            <a:ext cx="413921" cy="347904"/>
            <a:chOff x="156538" y="5645738"/>
            <a:chExt cx="422329" cy="355206"/>
          </a:xfrm>
        </p:grpSpPr>
        <p:grpSp>
          <p:nvGrpSpPr>
            <p:cNvPr id="780" name="d | Site p: local receptor environment">
              <a:extLst>
                <a:ext uri="{FF2B5EF4-FFF2-40B4-BE49-F238E27FC236}">
                  <a16:creationId xmlns:a16="http://schemas.microsoft.com/office/drawing/2014/main" id="{2BE90120-DBFB-9D44-7567-48D57E5702E0}"/>
                </a:ext>
              </a:extLst>
            </p:cNvPr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781" name="ellipse_2785">
                <a:extLst>
                  <a:ext uri="{FF2B5EF4-FFF2-40B4-BE49-F238E27FC236}">
                    <a16:creationId xmlns:a16="http://schemas.microsoft.com/office/drawing/2014/main" id="{97F0FF0D-C42B-A2E2-D450-C0C72FBD561A}"/>
                  </a:ext>
                </a:extLst>
              </p:cNvPr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2" name="ellipse_2786">
                <a:extLst>
                  <a:ext uri="{FF2B5EF4-FFF2-40B4-BE49-F238E27FC236}">
                    <a16:creationId xmlns:a16="http://schemas.microsoft.com/office/drawing/2014/main" id="{8ED92337-D73E-D66C-45D3-42D0B993269A}"/>
                  </a:ext>
                </a:extLst>
              </p:cNvPr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3" name="ellipse_2787">
                <a:extLst>
                  <a:ext uri="{FF2B5EF4-FFF2-40B4-BE49-F238E27FC236}">
                    <a16:creationId xmlns:a16="http://schemas.microsoft.com/office/drawing/2014/main" id="{E6C18DF6-4701-14A4-EE9B-CF65E7E6BFDC}"/>
                  </a:ext>
                </a:extLst>
              </p:cNvPr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4" name="ellipse_2788">
                <a:extLst>
                  <a:ext uri="{FF2B5EF4-FFF2-40B4-BE49-F238E27FC236}">
                    <a16:creationId xmlns:a16="http://schemas.microsoft.com/office/drawing/2014/main" id="{5667D049-C602-D436-1BEA-B35159BDDB50}"/>
                  </a:ext>
                </a:extLst>
              </p:cNvPr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5" name="ellipse_2789">
                <a:extLst>
                  <a:ext uri="{FF2B5EF4-FFF2-40B4-BE49-F238E27FC236}">
                    <a16:creationId xmlns:a16="http://schemas.microsoft.com/office/drawing/2014/main" id="{B6E6C05B-E0D7-964B-852D-387F2D2DBE16}"/>
                  </a:ext>
                </a:extLst>
              </p:cNvPr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6" name="ellipse_2790">
                <a:extLst>
                  <a:ext uri="{FF2B5EF4-FFF2-40B4-BE49-F238E27FC236}">
                    <a16:creationId xmlns:a16="http://schemas.microsoft.com/office/drawing/2014/main" id="{96CEE992-E2AD-8883-B845-62AEC0A1C0BC}"/>
                  </a:ext>
                </a:extLst>
              </p:cNvPr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7" name="ellipse_2791">
                <a:extLst>
                  <a:ext uri="{FF2B5EF4-FFF2-40B4-BE49-F238E27FC236}">
                    <a16:creationId xmlns:a16="http://schemas.microsoft.com/office/drawing/2014/main" id="{12245C10-D8F3-E509-2AA9-1D3B4720CD4C}"/>
                  </a:ext>
                </a:extLst>
              </p:cNvPr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8" name="ellipse_2792">
                <a:extLst>
                  <a:ext uri="{FF2B5EF4-FFF2-40B4-BE49-F238E27FC236}">
                    <a16:creationId xmlns:a16="http://schemas.microsoft.com/office/drawing/2014/main" id="{B7516E93-4006-108D-EF30-DAF2637B524E}"/>
                  </a:ext>
                </a:extLst>
              </p:cNvPr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9" name="ellipse_2793">
                <a:extLst>
                  <a:ext uri="{FF2B5EF4-FFF2-40B4-BE49-F238E27FC236}">
                    <a16:creationId xmlns:a16="http://schemas.microsoft.com/office/drawing/2014/main" id="{3A275E49-132A-CFD1-1AFA-986C5A335570}"/>
                  </a:ext>
                </a:extLst>
              </p:cNvPr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0" name="ellipse_2794">
                <a:extLst>
                  <a:ext uri="{FF2B5EF4-FFF2-40B4-BE49-F238E27FC236}">
                    <a16:creationId xmlns:a16="http://schemas.microsoft.com/office/drawing/2014/main" id="{5C4A7C2B-73C4-1578-A559-F664133EB79A}"/>
                  </a:ext>
                </a:extLst>
              </p:cNvPr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D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1" name="ellipse_2795">
                <a:extLst>
                  <a:ext uri="{FF2B5EF4-FFF2-40B4-BE49-F238E27FC236}">
                    <a16:creationId xmlns:a16="http://schemas.microsoft.com/office/drawing/2014/main" id="{1DF5052A-1368-2DA4-1358-A578DCCEAAE0}"/>
                  </a:ext>
                </a:extLst>
              </p:cNvPr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2" name="ellipse_2796">
                <a:extLst>
                  <a:ext uri="{FF2B5EF4-FFF2-40B4-BE49-F238E27FC236}">
                    <a16:creationId xmlns:a16="http://schemas.microsoft.com/office/drawing/2014/main" id="{DCD0993D-B88C-1E84-15B1-838A87B5AB48}"/>
                  </a:ext>
                </a:extLst>
              </p:cNvPr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4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3" name="ellipse_2797">
                <a:extLst>
                  <a:ext uri="{FF2B5EF4-FFF2-40B4-BE49-F238E27FC236}">
                    <a16:creationId xmlns:a16="http://schemas.microsoft.com/office/drawing/2014/main" id="{12BD2224-A557-61B5-5333-84EADF35B7D9}"/>
                  </a:ext>
                </a:extLst>
              </p:cNvPr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4" name="ellipse_2798">
                <a:extLst>
                  <a:ext uri="{FF2B5EF4-FFF2-40B4-BE49-F238E27FC236}">
                    <a16:creationId xmlns:a16="http://schemas.microsoft.com/office/drawing/2014/main" id="{D12625E6-D2F6-A524-6A0D-2326185322E9}"/>
                  </a:ext>
                </a:extLst>
              </p:cNvPr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5" name="ellipse_2799">
                <a:extLst>
                  <a:ext uri="{FF2B5EF4-FFF2-40B4-BE49-F238E27FC236}">
                    <a16:creationId xmlns:a16="http://schemas.microsoft.com/office/drawing/2014/main" id="{A4799BEF-75DF-7ECD-F755-8172DD98FB35}"/>
                  </a:ext>
                </a:extLst>
              </p:cNvPr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6" name="ellipse_2800">
                <a:extLst>
                  <a:ext uri="{FF2B5EF4-FFF2-40B4-BE49-F238E27FC236}">
                    <a16:creationId xmlns:a16="http://schemas.microsoft.com/office/drawing/2014/main" id="{F0D6797C-6105-3AED-270E-00A754F0B570}"/>
                  </a:ext>
                </a:extLst>
              </p:cNvPr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7" name="ellipse_2801">
                <a:extLst>
                  <a:ext uri="{FF2B5EF4-FFF2-40B4-BE49-F238E27FC236}">
                    <a16:creationId xmlns:a16="http://schemas.microsoft.com/office/drawing/2014/main" id="{F7BA14C1-C2C9-E79C-05C0-CBB5E74C2839}"/>
                  </a:ext>
                </a:extLst>
              </p:cNvPr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8" name="ellipse_2802">
                <a:extLst>
                  <a:ext uri="{FF2B5EF4-FFF2-40B4-BE49-F238E27FC236}">
                    <a16:creationId xmlns:a16="http://schemas.microsoft.com/office/drawing/2014/main" id="{E0064F13-0D2A-0C2B-0100-9451199CC51A}"/>
                  </a:ext>
                </a:extLst>
              </p:cNvPr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9" name="ellipse_2803">
                <a:extLst>
                  <a:ext uri="{FF2B5EF4-FFF2-40B4-BE49-F238E27FC236}">
                    <a16:creationId xmlns:a16="http://schemas.microsoft.com/office/drawing/2014/main" id="{A0DE82EC-2C32-F832-AA0D-46FE92652043}"/>
                  </a:ext>
                </a:extLst>
              </p:cNvPr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0" name="ellipse_2804">
                <a:extLst>
                  <a:ext uri="{FF2B5EF4-FFF2-40B4-BE49-F238E27FC236}">
                    <a16:creationId xmlns:a16="http://schemas.microsoft.com/office/drawing/2014/main" id="{4EF17C27-11F7-81D4-AA82-77E9B14A39FC}"/>
                  </a:ext>
                </a:extLst>
              </p:cNvPr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1" name="ellipse_2805">
                <a:extLst>
                  <a:ext uri="{FF2B5EF4-FFF2-40B4-BE49-F238E27FC236}">
                    <a16:creationId xmlns:a16="http://schemas.microsoft.com/office/drawing/2014/main" id="{CDE0EEF2-1CD8-CD65-56D6-5BD1C45E1FA0}"/>
                  </a:ext>
                </a:extLst>
              </p:cNvPr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2" name="ellipse_2806">
                <a:extLst>
                  <a:ext uri="{FF2B5EF4-FFF2-40B4-BE49-F238E27FC236}">
                    <a16:creationId xmlns:a16="http://schemas.microsoft.com/office/drawing/2014/main" id="{CDB26C6B-7C6E-5464-E6EE-021EB0A9485D}"/>
                  </a:ext>
                </a:extLst>
              </p:cNvPr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E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3" name="ellipse_2807">
                <a:extLst>
                  <a:ext uri="{FF2B5EF4-FFF2-40B4-BE49-F238E27FC236}">
                    <a16:creationId xmlns:a16="http://schemas.microsoft.com/office/drawing/2014/main" id="{B5AF4585-513B-7103-7EA4-A7453235A14F}"/>
                  </a:ext>
                </a:extLst>
              </p:cNvPr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4" name="ellipse_2808">
                <a:extLst>
                  <a:ext uri="{FF2B5EF4-FFF2-40B4-BE49-F238E27FC236}">
                    <a16:creationId xmlns:a16="http://schemas.microsoft.com/office/drawing/2014/main" id="{F8A5FCD1-A389-C7C9-D8C1-0CC2D3F774FD}"/>
                  </a:ext>
                </a:extLst>
              </p:cNvPr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5" name="ellipse_2809">
                <a:extLst>
                  <a:ext uri="{FF2B5EF4-FFF2-40B4-BE49-F238E27FC236}">
                    <a16:creationId xmlns:a16="http://schemas.microsoft.com/office/drawing/2014/main" id="{C8E340A2-F83D-C87D-AC4D-3BDC5F3241BF}"/>
                  </a:ext>
                </a:extLst>
              </p:cNvPr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6" name="ellipse_2810">
                <a:extLst>
                  <a:ext uri="{FF2B5EF4-FFF2-40B4-BE49-F238E27FC236}">
                    <a16:creationId xmlns:a16="http://schemas.microsoft.com/office/drawing/2014/main" id="{B533D18A-FAF2-A386-CBBF-D02D0E842D02}"/>
                  </a:ext>
                </a:extLst>
              </p:cNvPr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7" name="ellipse_2811">
                <a:extLst>
                  <a:ext uri="{FF2B5EF4-FFF2-40B4-BE49-F238E27FC236}">
                    <a16:creationId xmlns:a16="http://schemas.microsoft.com/office/drawing/2014/main" id="{CACB798B-7EEC-7FBB-1A30-FD8309576C39}"/>
                  </a:ext>
                </a:extLst>
              </p:cNvPr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8" name="ellipse_2812">
                <a:extLst>
                  <a:ext uri="{FF2B5EF4-FFF2-40B4-BE49-F238E27FC236}">
                    <a16:creationId xmlns:a16="http://schemas.microsoft.com/office/drawing/2014/main" id="{374E102F-FE2E-1017-C8A8-E82C4F804AFD}"/>
                  </a:ext>
                </a:extLst>
              </p:cNvPr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9" name="ellipse_2813">
                <a:extLst>
                  <a:ext uri="{FF2B5EF4-FFF2-40B4-BE49-F238E27FC236}">
                    <a16:creationId xmlns:a16="http://schemas.microsoft.com/office/drawing/2014/main" id="{7D4E1D15-7CD8-6775-58DD-DC1C1FE1D9D3}"/>
                  </a:ext>
                </a:extLst>
              </p:cNvPr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0" name="ellipse_2814">
                <a:extLst>
                  <a:ext uri="{FF2B5EF4-FFF2-40B4-BE49-F238E27FC236}">
                    <a16:creationId xmlns:a16="http://schemas.microsoft.com/office/drawing/2014/main" id="{0974D865-23F7-FFB6-9CE3-7EF8872B8B9A}"/>
                  </a:ext>
                </a:extLst>
              </p:cNvPr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1" name="ellipse_2815">
                <a:extLst>
                  <a:ext uri="{FF2B5EF4-FFF2-40B4-BE49-F238E27FC236}">
                    <a16:creationId xmlns:a16="http://schemas.microsoft.com/office/drawing/2014/main" id="{0DADF8C6-FA5B-9183-D512-C2AF4FF093C5}"/>
                  </a:ext>
                </a:extLst>
              </p:cNvPr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2" name="ellipse_2816">
                <a:extLst>
                  <a:ext uri="{FF2B5EF4-FFF2-40B4-BE49-F238E27FC236}">
                    <a16:creationId xmlns:a16="http://schemas.microsoft.com/office/drawing/2014/main" id="{58A3007F-3E77-5A74-B1E3-06990E6128D7}"/>
                  </a:ext>
                </a:extLst>
              </p:cNvPr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3" name="ellipse_2817">
                <a:extLst>
                  <a:ext uri="{FF2B5EF4-FFF2-40B4-BE49-F238E27FC236}">
                    <a16:creationId xmlns:a16="http://schemas.microsoft.com/office/drawing/2014/main" id="{58CA5340-1D03-30E2-1D54-159589D986BA}"/>
                  </a:ext>
                </a:extLst>
              </p:cNvPr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4" name="ellipse_2818">
                <a:extLst>
                  <a:ext uri="{FF2B5EF4-FFF2-40B4-BE49-F238E27FC236}">
                    <a16:creationId xmlns:a16="http://schemas.microsoft.com/office/drawing/2014/main" id="{EE31F728-5EC2-61A4-7636-7A913FD1863D}"/>
                  </a:ext>
                </a:extLst>
              </p:cNvPr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5" name="ellipse_2819">
                <a:extLst>
                  <a:ext uri="{FF2B5EF4-FFF2-40B4-BE49-F238E27FC236}">
                    <a16:creationId xmlns:a16="http://schemas.microsoft.com/office/drawing/2014/main" id="{7680B327-B10E-2EA1-B5AA-CF61118D90F9}"/>
                  </a:ext>
                </a:extLst>
              </p:cNvPr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6" name="ellipse_2820">
                <a:extLst>
                  <a:ext uri="{FF2B5EF4-FFF2-40B4-BE49-F238E27FC236}">
                    <a16:creationId xmlns:a16="http://schemas.microsoft.com/office/drawing/2014/main" id="{A013A354-A464-5584-D1FC-8C62CB6BF714}"/>
                  </a:ext>
                </a:extLst>
              </p:cNvPr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7" name="ellipse_2821">
                <a:extLst>
                  <a:ext uri="{FF2B5EF4-FFF2-40B4-BE49-F238E27FC236}">
                    <a16:creationId xmlns:a16="http://schemas.microsoft.com/office/drawing/2014/main" id="{39813934-E772-7DC1-7FBE-B8ACB853E9BA}"/>
                  </a:ext>
                </a:extLst>
              </p:cNvPr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8" name="ellipse_2822">
                <a:extLst>
                  <a:ext uri="{FF2B5EF4-FFF2-40B4-BE49-F238E27FC236}">
                    <a16:creationId xmlns:a16="http://schemas.microsoft.com/office/drawing/2014/main" id="{C4F9C8FE-96A6-877D-6908-47E42590B411}"/>
                  </a:ext>
                </a:extLst>
              </p:cNvPr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9" name="ellipse_2823">
                <a:extLst>
                  <a:ext uri="{FF2B5EF4-FFF2-40B4-BE49-F238E27FC236}">
                    <a16:creationId xmlns:a16="http://schemas.microsoft.com/office/drawing/2014/main" id="{171DA6DB-FA3E-EC03-FF9F-8D7714F38CD9}"/>
                  </a:ext>
                </a:extLst>
              </p:cNvPr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0" name="ellipse_2824">
                <a:extLst>
                  <a:ext uri="{FF2B5EF4-FFF2-40B4-BE49-F238E27FC236}">
                    <a16:creationId xmlns:a16="http://schemas.microsoft.com/office/drawing/2014/main" id="{4FCCC5BA-6BC1-5946-EE04-5B17FBF443DC}"/>
                  </a:ext>
                </a:extLst>
              </p:cNvPr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1" name="ellipse_2825">
                <a:extLst>
                  <a:ext uri="{FF2B5EF4-FFF2-40B4-BE49-F238E27FC236}">
                    <a16:creationId xmlns:a16="http://schemas.microsoft.com/office/drawing/2014/main" id="{24FDAA71-054F-B9CA-1880-834630BE9431}"/>
                  </a:ext>
                </a:extLst>
              </p:cNvPr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2" name="ellipse_2826">
                <a:extLst>
                  <a:ext uri="{FF2B5EF4-FFF2-40B4-BE49-F238E27FC236}">
                    <a16:creationId xmlns:a16="http://schemas.microsoft.com/office/drawing/2014/main" id="{5D6D0195-7C31-F0F3-ACC7-CC64B6AB6D62}"/>
                  </a:ext>
                </a:extLst>
              </p:cNvPr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3" name="ellipse_2827">
                <a:extLst>
                  <a:ext uri="{FF2B5EF4-FFF2-40B4-BE49-F238E27FC236}">
                    <a16:creationId xmlns:a16="http://schemas.microsoft.com/office/drawing/2014/main" id="{D08B9923-F252-3080-C06F-23F3BCA627F3}"/>
                  </a:ext>
                </a:extLst>
              </p:cNvPr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4" name="ellipse_2828">
                <a:extLst>
                  <a:ext uri="{FF2B5EF4-FFF2-40B4-BE49-F238E27FC236}">
                    <a16:creationId xmlns:a16="http://schemas.microsoft.com/office/drawing/2014/main" id="{A2008A99-17E3-5728-726A-834D8654E342}"/>
                  </a:ext>
                </a:extLst>
              </p:cNvPr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5" name="ellipse_2829">
                <a:extLst>
                  <a:ext uri="{FF2B5EF4-FFF2-40B4-BE49-F238E27FC236}">
                    <a16:creationId xmlns:a16="http://schemas.microsoft.com/office/drawing/2014/main" id="{89A7846A-6A51-8B7D-B2AE-C94F9CE4BAD2}"/>
                  </a:ext>
                </a:extLst>
              </p:cNvPr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6" name="ellipse_2830">
                <a:extLst>
                  <a:ext uri="{FF2B5EF4-FFF2-40B4-BE49-F238E27FC236}">
                    <a16:creationId xmlns:a16="http://schemas.microsoft.com/office/drawing/2014/main" id="{FF88878E-C48E-8F07-0D56-FB88FA16623F}"/>
                  </a:ext>
                </a:extLst>
              </p:cNvPr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7" name="ellipse_2831">
                <a:extLst>
                  <a:ext uri="{FF2B5EF4-FFF2-40B4-BE49-F238E27FC236}">
                    <a16:creationId xmlns:a16="http://schemas.microsoft.com/office/drawing/2014/main" id="{950C6A04-5DE0-0B40-DE7F-320B56EDFE0F}"/>
                  </a:ext>
                </a:extLst>
              </p:cNvPr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8" name="ellipse_2832">
                <a:extLst>
                  <a:ext uri="{FF2B5EF4-FFF2-40B4-BE49-F238E27FC236}">
                    <a16:creationId xmlns:a16="http://schemas.microsoft.com/office/drawing/2014/main" id="{377B4565-E1E8-A74A-DDB8-EF4052F0DDFF}"/>
                  </a:ext>
                </a:extLst>
              </p:cNvPr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9" name="ellipse_2833">
                <a:extLst>
                  <a:ext uri="{FF2B5EF4-FFF2-40B4-BE49-F238E27FC236}">
                    <a16:creationId xmlns:a16="http://schemas.microsoft.com/office/drawing/2014/main" id="{D90E6805-C94D-2FEB-2AAE-99F62DB5B2C3}"/>
                  </a:ext>
                </a:extLst>
              </p:cNvPr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C"/>
                  </a:gs>
                  <a:gs pos="43000">
                    <a:srgbClr val="EEF1F3"/>
                  </a:gs>
                  <a:gs pos="100000">
                    <a:srgbClr val="DEE3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0" name="ellipse_2834">
                <a:extLst>
                  <a:ext uri="{FF2B5EF4-FFF2-40B4-BE49-F238E27FC236}">
                    <a16:creationId xmlns:a16="http://schemas.microsoft.com/office/drawing/2014/main" id="{097B5CF3-D132-F20E-D9E0-4A7EDF060A0F}"/>
                  </a:ext>
                </a:extLst>
              </p:cNvPr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1" name="ellipse_2835">
                <a:extLst>
                  <a:ext uri="{FF2B5EF4-FFF2-40B4-BE49-F238E27FC236}">
                    <a16:creationId xmlns:a16="http://schemas.microsoft.com/office/drawing/2014/main" id="{89804122-7DE5-94CC-31A1-AED1D8DCBD5A}"/>
                  </a:ext>
                </a:extLst>
              </p:cNvPr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2" name="ellipse_2836">
                <a:extLst>
                  <a:ext uri="{FF2B5EF4-FFF2-40B4-BE49-F238E27FC236}">
                    <a16:creationId xmlns:a16="http://schemas.microsoft.com/office/drawing/2014/main" id="{3A958A15-FC4A-A7DE-6338-60ADF74AE72F}"/>
                  </a:ext>
                </a:extLst>
              </p:cNvPr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3" name="ellipse_2837">
                <a:extLst>
                  <a:ext uri="{FF2B5EF4-FFF2-40B4-BE49-F238E27FC236}">
                    <a16:creationId xmlns:a16="http://schemas.microsoft.com/office/drawing/2014/main" id="{3BFA1C6B-694A-56BC-E185-4225E2D16602}"/>
                  </a:ext>
                </a:extLst>
              </p:cNvPr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4" name="ellipse_2838">
                <a:extLst>
                  <a:ext uri="{FF2B5EF4-FFF2-40B4-BE49-F238E27FC236}">
                    <a16:creationId xmlns:a16="http://schemas.microsoft.com/office/drawing/2014/main" id="{F63B0145-DC3C-2B30-1A39-69C93623E5D2}"/>
                  </a:ext>
                </a:extLst>
              </p:cNvPr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5" name="ellipse_2839">
                <a:extLst>
                  <a:ext uri="{FF2B5EF4-FFF2-40B4-BE49-F238E27FC236}">
                    <a16:creationId xmlns:a16="http://schemas.microsoft.com/office/drawing/2014/main" id="{964572FB-0C8C-99E4-A201-63D6EF0EE3C1}"/>
                  </a:ext>
                </a:extLst>
              </p:cNvPr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6" name="ellipse_2840">
                <a:extLst>
                  <a:ext uri="{FF2B5EF4-FFF2-40B4-BE49-F238E27FC236}">
                    <a16:creationId xmlns:a16="http://schemas.microsoft.com/office/drawing/2014/main" id="{DAB857F3-610B-DEBD-9726-0F6AEB9BD623}"/>
                  </a:ext>
                </a:extLst>
              </p:cNvPr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4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7" name="ellipse_2841">
                <a:extLst>
                  <a:ext uri="{FF2B5EF4-FFF2-40B4-BE49-F238E27FC236}">
                    <a16:creationId xmlns:a16="http://schemas.microsoft.com/office/drawing/2014/main" id="{FCEC0D54-8790-61B7-FCD5-55E73C460867}"/>
                  </a:ext>
                </a:extLst>
              </p:cNvPr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8" name="ellipse_2842">
                <a:extLst>
                  <a:ext uri="{FF2B5EF4-FFF2-40B4-BE49-F238E27FC236}">
                    <a16:creationId xmlns:a16="http://schemas.microsoft.com/office/drawing/2014/main" id="{8ADAD562-ED08-2760-7108-079378D64838}"/>
                  </a:ext>
                </a:extLst>
              </p:cNvPr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9" name="ellipse_2843">
                <a:extLst>
                  <a:ext uri="{FF2B5EF4-FFF2-40B4-BE49-F238E27FC236}">
                    <a16:creationId xmlns:a16="http://schemas.microsoft.com/office/drawing/2014/main" id="{4D41D254-51CA-46A9-A3E1-D3A52195C464}"/>
                  </a:ext>
                </a:extLst>
              </p:cNvPr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0" name="ellipse_2844">
                <a:extLst>
                  <a:ext uri="{FF2B5EF4-FFF2-40B4-BE49-F238E27FC236}">
                    <a16:creationId xmlns:a16="http://schemas.microsoft.com/office/drawing/2014/main" id="{BB950519-C04C-DA03-D486-5888024D0510}"/>
                  </a:ext>
                </a:extLst>
              </p:cNvPr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1" name="ellipse_2845">
                <a:extLst>
                  <a:ext uri="{FF2B5EF4-FFF2-40B4-BE49-F238E27FC236}">
                    <a16:creationId xmlns:a16="http://schemas.microsoft.com/office/drawing/2014/main" id="{8BBB4875-A375-3178-D133-46866B33677D}"/>
                  </a:ext>
                </a:extLst>
              </p:cNvPr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2" name="ellipse_2846">
                <a:extLst>
                  <a:ext uri="{FF2B5EF4-FFF2-40B4-BE49-F238E27FC236}">
                    <a16:creationId xmlns:a16="http://schemas.microsoft.com/office/drawing/2014/main" id="{6C82457B-AE32-1FFC-DBD8-A31785AE9D7E}"/>
                  </a:ext>
                </a:extLst>
              </p:cNvPr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3" name="ellipse_2847">
                <a:extLst>
                  <a:ext uri="{FF2B5EF4-FFF2-40B4-BE49-F238E27FC236}">
                    <a16:creationId xmlns:a16="http://schemas.microsoft.com/office/drawing/2014/main" id="{75551877-D351-6827-F7D7-623AE245CC56}"/>
                  </a:ext>
                </a:extLst>
              </p:cNvPr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4" name="ellipse_2848">
                <a:extLst>
                  <a:ext uri="{FF2B5EF4-FFF2-40B4-BE49-F238E27FC236}">
                    <a16:creationId xmlns:a16="http://schemas.microsoft.com/office/drawing/2014/main" id="{1C07042C-FBE3-934E-F2D8-FE98E5356ACF}"/>
                  </a:ext>
                </a:extLst>
              </p:cNvPr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5" name="ellipse_2849">
                <a:extLst>
                  <a:ext uri="{FF2B5EF4-FFF2-40B4-BE49-F238E27FC236}">
                    <a16:creationId xmlns:a16="http://schemas.microsoft.com/office/drawing/2014/main" id="{D2D3E1E8-DD73-80C1-0238-28763BAEE0E8}"/>
                  </a:ext>
                </a:extLst>
              </p:cNvPr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6" name="ellipse_2850">
                <a:extLst>
                  <a:ext uri="{FF2B5EF4-FFF2-40B4-BE49-F238E27FC236}">
                    <a16:creationId xmlns:a16="http://schemas.microsoft.com/office/drawing/2014/main" id="{F10DBC30-2B2D-58E6-144E-E813F78B4D3B}"/>
                  </a:ext>
                </a:extLst>
              </p:cNvPr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7" name="ellipse_2851">
                <a:extLst>
                  <a:ext uri="{FF2B5EF4-FFF2-40B4-BE49-F238E27FC236}">
                    <a16:creationId xmlns:a16="http://schemas.microsoft.com/office/drawing/2014/main" id="{7B405761-38FF-41CF-6AEB-630E339D253A}"/>
                  </a:ext>
                </a:extLst>
              </p:cNvPr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8" name="ellipse_2852">
                <a:extLst>
                  <a:ext uri="{FF2B5EF4-FFF2-40B4-BE49-F238E27FC236}">
                    <a16:creationId xmlns:a16="http://schemas.microsoft.com/office/drawing/2014/main" id="{585900C0-F43D-98A1-8C11-DEB2E0B3CEB2}"/>
                  </a:ext>
                </a:extLst>
              </p:cNvPr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9" name="ellipse_2853">
                <a:extLst>
                  <a:ext uri="{FF2B5EF4-FFF2-40B4-BE49-F238E27FC236}">
                    <a16:creationId xmlns:a16="http://schemas.microsoft.com/office/drawing/2014/main" id="{2A31D257-B59F-2853-A075-C090CC03AB5C}"/>
                  </a:ext>
                </a:extLst>
              </p:cNvPr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0" name="ellipse_2854">
                <a:extLst>
                  <a:ext uri="{FF2B5EF4-FFF2-40B4-BE49-F238E27FC236}">
                    <a16:creationId xmlns:a16="http://schemas.microsoft.com/office/drawing/2014/main" id="{B5ABCAA7-0DA4-C26F-7334-9EA7F69DC398}"/>
                  </a:ext>
                </a:extLst>
              </p:cNvPr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1" name="ellipse_2855">
                <a:extLst>
                  <a:ext uri="{FF2B5EF4-FFF2-40B4-BE49-F238E27FC236}">
                    <a16:creationId xmlns:a16="http://schemas.microsoft.com/office/drawing/2014/main" id="{7AF6AD18-7B3B-44C8-4ECC-8FD1F5BB1213}"/>
                  </a:ext>
                </a:extLst>
              </p:cNvPr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2" name="ellipse_2856">
                <a:extLst>
                  <a:ext uri="{FF2B5EF4-FFF2-40B4-BE49-F238E27FC236}">
                    <a16:creationId xmlns:a16="http://schemas.microsoft.com/office/drawing/2014/main" id="{2AF93667-5BB2-BFE6-99DF-239C016602C5}"/>
                  </a:ext>
                </a:extLst>
              </p:cNvPr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D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3" name="ellipse_2857">
                <a:extLst>
                  <a:ext uri="{FF2B5EF4-FFF2-40B4-BE49-F238E27FC236}">
                    <a16:creationId xmlns:a16="http://schemas.microsoft.com/office/drawing/2014/main" id="{D38F1724-C3F3-1C13-C1AB-DEFA3E6BF2DA}"/>
                  </a:ext>
                </a:extLst>
              </p:cNvPr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4" name="ellipse_2858">
                <a:extLst>
                  <a:ext uri="{FF2B5EF4-FFF2-40B4-BE49-F238E27FC236}">
                    <a16:creationId xmlns:a16="http://schemas.microsoft.com/office/drawing/2014/main" id="{D56DE477-144B-003F-6D8F-D3CDB9293971}"/>
                  </a:ext>
                </a:extLst>
              </p:cNvPr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5" name="ellipse_2859">
                <a:extLst>
                  <a:ext uri="{FF2B5EF4-FFF2-40B4-BE49-F238E27FC236}">
                    <a16:creationId xmlns:a16="http://schemas.microsoft.com/office/drawing/2014/main" id="{792284EC-8AC4-4C95-E6A3-CAF33FA9524E}"/>
                  </a:ext>
                </a:extLst>
              </p:cNvPr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6" name="ellipse_2860">
                <a:extLst>
                  <a:ext uri="{FF2B5EF4-FFF2-40B4-BE49-F238E27FC236}">
                    <a16:creationId xmlns:a16="http://schemas.microsoft.com/office/drawing/2014/main" id="{CDE0F664-7219-E229-D15E-043F7C54C13E}"/>
                  </a:ext>
                </a:extLst>
              </p:cNvPr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7" name="ellipse_2861">
                <a:extLst>
                  <a:ext uri="{FF2B5EF4-FFF2-40B4-BE49-F238E27FC236}">
                    <a16:creationId xmlns:a16="http://schemas.microsoft.com/office/drawing/2014/main" id="{90877A28-1074-1D3A-4541-2A18090B237D}"/>
                  </a:ext>
                </a:extLst>
              </p:cNvPr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8" name="ellipse_2862">
                <a:extLst>
                  <a:ext uri="{FF2B5EF4-FFF2-40B4-BE49-F238E27FC236}">
                    <a16:creationId xmlns:a16="http://schemas.microsoft.com/office/drawing/2014/main" id="{D9077066-0B44-275F-87C7-87925926ACE0}"/>
                  </a:ext>
                </a:extLst>
              </p:cNvPr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9" name="ellipse_2863">
                <a:extLst>
                  <a:ext uri="{FF2B5EF4-FFF2-40B4-BE49-F238E27FC236}">
                    <a16:creationId xmlns:a16="http://schemas.microsoft.com/office/drawing/2014/main" id="{3F05E175-164C-DF13-1F01-62922BBC1718}"/>
                  </a:ext>
                </a:extLst>
              </p:cNvPr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0" name="ellipse_2864">
                <a:extLst>
                  <a:ext uri="{FF2B5EF4-FFF2-40B4-BE49-F238E27FC236}">
                    <a16:creationId xmlns:a16="http://schemas.microsoft.com/office/drawing/2014/main" id="{146DFC99-0CB6-277B-5ED1-CCA932F12977}"/>
                  </a:ext>
                </a:extLst>
              </p:cNvPr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1" name="ellipse_2865">
                <a:extLst>
                  <a:ext uri="{FF2B5EF4-FFF2-40B4-BE49-F238E27FC236}">
                    <a16:creationId xmlns:a16="http://schemas.microsoft.com/office/drawing/2014/main" id="{91F1D475-CD34-54B7-FE8F-CEC6712BCDCC}"/>
                  </a:ext>
                </a:extLst>
              </p:cNvPr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2" name="ellipse_2866">
                <a:extLst>
                  <a:ext uri="{FF2B5EF4-FFF2-40B4-BE49-F238E27FC236}">
                    <a16:creationId xmlns:a16="http://schemas.microsoft.com/office/drawing/2014/main" id="{B7EE3666-1FEE-1E7E-F3AF-917BA5684589}"/>
                  </a:ext>
                </a:extLst>
              </p:cNvPr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3" name="ellipse_2867">
                <a:extLst>
                  <a:ext uri="{FF2B5EF4-FFF2-40B4-BE49-F238E27FC236}">
                    <a16:creationId xmlns:a16="http://schemas.microsoft.com/office/drawing/2014/main" id="{DE73BB7F-5893-A6DE-0D4F-BE145EFD33AC}"/>
                  </a:ext>
                </a:extLst>
              </p:cNvPr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4" name="ellipse_2868">
                <a:extLst>
                  <a:ext uri="{FF2B5EF4-FFF2-40B4-BE49-F238E27FC236}">
                    <a16:creationId xmlns:a16="http://schemas.microsoft.com/office/drawing/2014/main" id="{91E05C4E-3AD7-976D-8645-EE5F35BE0082}"/>
                  </a:ext>
                </a:extLst>
              </p:cNvPr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5" name="ellipse_2869">
                <a:extLst>
                  <a:ext uri="{FF2B5EF4-FFF2-40B4-BE49-F238E27FC236}">
                    <a16:creationId xmlns:a16="http://schemas.microsoft.com/office/drawing/2014/main" id="{EC87B1A4-1346-AAA4-7D83-1CD593BDA2C4}"/>
                  </a:ext>
                </a:extLst>
              </p:cNvPr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866" name="Candidate blob | editable contour">
              <a:extLst>
                <a:ext uri="{FF2B5EF4-FFF2-40B4-BE49-F238E27FC236}">
                  <a16:creationId xmlns:a16="http://schemas.microsoft.com/office/drawing/2014/main" id="{72438361-3FB2-65FD-BA3F-55F4FCC9FFEB}"/>
                </a:ext>
              </a:extLst>
            </p:cNvPr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67" name="ellipse_2871">
              <a:extLst>
                <a:ext uri="{FF2B5EF4-FFF2-40B4-BE49-F238E27FC236}">
                  <a16:creationId xmlns:a16="http://schemas.microsoft.com/office/drawing/2014/main" id="{E7F2C799-AD13-545D-82B4-739AE094CAB4}"/>
                </a:ext>
              </a:extLst>
            </p:cNvPr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868" name="Build | Pocket">
            <a:extLst>
              <a:ext uri="{FF2B5EF4-FFF2-40B4-BE49-F238E27FC236}">
                <a16:creationId xmlns:a16="http://schemas.microsoft.com/office/drawing/2014/main" id="{05C5815D-0E0E-095E-7704-6B07F0BAB3D0}"/>
              </a:ext>
            </a:extLst>
          </p:cNvPr>
          <p:cNvGrpSpPr/>
          <p:nvPr/>
        </p:nvGrpSpPr>
        <p:grpSpPr>
          <a:xfrm>
            <a:off x="5351941" y="482609"/>
            <a:ext cx="430122" cy="347904"/>
            <a:chOff x="1411968" y="5662376"/>
            <a:chExt cx="418007" cy="338292"/>
          </a:xfrm>
        </p:grpSpPr>
        <p:sp>
          <p:nvSpPr>
            <p:cNvPr id="869" name="ellipse_2889">
              <a:extLst>
                <a:ext uri="{FF2B5EF4-FFF2-40B4-BE49-F238E27FC236}">
                  <a16:creationId xmlns:a16="http://schemas.microsoft.com/office/drawing/2014/main" id="{47C2F1EB-F2D9-5235-262C-9AC46EBC299E}"/>
                </a:ext>
              </a:extLst>
            </p:cNvPr>
            <p:cNvSpPr/>
            <p:nvPr/>
          </p:nvSpPr>
          <p:spPr>
            <a:xfrm>
              <a:off x="1477028" y="5730123"/>
              <a:ext cx="31529" cy="3152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0" name="ellipse_2890">
              <a:extLst>
                <a:ext uri="{FF2B5EF4-FFF2-40B4-BE49-F238E27FC236}">
                  <a16:creationId xmlns:a16="http://schemas.microsoft.com/office/drawing/2014/main" id="{D86992B3-3B40-AA49-4908-BEC660FD2BED}"/>
                </a:ext>
              </a:extLst>
            </p:cNvPr>
            <p:cNvSpPr/>
            <p:nvPr/>
          </p:nvSpPr>
          <p:spPr>
            <a:xfrm>
              <a:off x="1413313" y="5768742"/>
              <a:ext cx="29533" cy="29533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1" name="ellipse_2891">
              <a:extLst>
                <a:ext uri="{FF2B5EF4-FFF2-40B4-BE49-F238E27FC236}">
                  <a16:creationId xmlns:a16="http://schemas.microsoft.com/office/drawing/2014/main" id="{337E1408-3202-CA28-B701-0AC7F9A89ED9}"/>
                </a:ext>
              </a:extLst>
            </p:cNvPr>
            <p:cNvSpPr/>
            <p:nvPr/>
          </p:nvSpPr>
          <p:spPr>
            <a:xfrm>
              <a:off x="1606772" y="5962955"/>
              <a:ext cx="37712" cy="3771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2" name="ellipse_2892">
              <a:extLst>
                <a:ext uri="{FF2B5EF4-FFF2-40B4-BE49-F238E27FC236}">
                  <a16:creationId xmlns:a16="http://schemas.microsoft.com/office/drawing/2014/main" id="{88C56103-EEBB-DF50-2E72-FA1BB66323A8}"/>
                </a:ext>
              </a:extLst>
            </p:cNvPr>
            <p:cNvSpPr/>
            <p:nvPr/>
          </p:nvSpPr>
          <p:spPr>
            <a:xfrm>
              <a:off x="1692365" y="5876366"/>
              <a:ext cx="39137" cy="3913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3" name="ellipse_2893">
              <a:extLst>
                <a:ext uri="{FF2B5EF4-FFF2-40B4-BE49-F238E27FC236}">
                  <a16:creationId xmlns:a16="http://schemas.microsoft.com/office/drawing/2014/main" id="{5D6EE35E-915E-0929-46D0-DBB74B2CC4BF}"/>
                </a:ext>
              </a:extLst>
            </p:cNvPr>
            <p:cNvSpPr/>
            <p:nvPr/>
          </p:nvSpPr>
          <p:spPr>
            <a:xfrm>
              <a:off x="1446482" y="5820853"/>
              <a:ext cx="35562" cy="3556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4" name="ellipse_2894">
              <a:extLst>
                <a:ext uri="{FF2B5EF4-FFF2-40B4-BE49-F238E27FC236}">
                  <a16:creationId xmlns:a16="http://schemas.microsoft.com/office/drawing/2014/main" id="{369EB00B-ED2D-7E45-C954-BFDFFAF594E1}"/>
                </a:ext>
              </a:extLst>
            </p:cNvPr>
            <p:cNvSpPr/>
            <p:nvPr/>
          </p:nvSpPr>
          <p:spPr>
            <a:xfrm>
              <a:off x="1411968" y="5817386"/>
              <a:ext cx="29762" cy="2976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5" name="ellipse_2895">
              <a:extLst>
                <a:ext uri="{FF2B5EF4-FFF2-40B4-BE49-F238E27FC236}">
                  <a16:creationId xmlns:a16="http://schemas.microsoft.com/office/drawing/2014/main" id="{A5FFABEA-5C3C-B750-1A73-AB7607D1F806}"/>
                </a:ext>
              </a:extLst>
            </p:cNvPr>
            <p:cNvSpPr/>
            <p:nvPr/>
          </p:nvSpPr>
          <p:spPr>
            <a:xfrm>
              <a:off x="1469529" y="5784286"/>
              <a:ext cx="35695" cy="3569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6" name="ellipse_2896">
              <a:extLst>
                <a:ext uri="{FF2B5EF4-FFF2-40B4-BE49-F238E27FC236}">
                  <a16:creationId xmlns:a16="http://schemas.microsoft.com/office/drawing/2014/main" id="{36EF0B70-B276-7C51-148E-5C0B08FA84E3}"/>
                </a:ext>
              </a:extLst>
            </p:cNvPr>
            <p:cNvSpPr/>
            <p:nvPr/>
          </p:nvSpPr>
          <p:spPr>
            <a:xfrm>
              <a:off x="1485370" y="5743617"/>
              <a:ext cx="39374" cy="3937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7" name="ellipse_2897">
              <a:extLst>
                <a:ext uri="{FF2B5EF4-FFF2-40B4-BE49-F238E27FC236}">
                  <a16:creationId xmlns:a16="http://schemas.microsoft.com/office/drawing/2014/main" id="{8B926611-798B-02E8-6A01-8759E617313B}"/>
                </a:ext>
              </a:extLst>
            </p:cNvPr>
            <p:cNvSpPr/>
            <p:nvPr/>
          </p:nvSpPr>
          <p:spPr>
            <a:xfrm>
              <a:off x="1543334" y="5929029"/>
              <a:ext cx="29140" cy="2914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8" name="ellipse_2898">
              <a:extLst>
                <a:ext uri="{FF2B5EF4-FFF2-40B4-BE49-F238E27FC236}">
                  <a16:creationId xmlns:a16="http://schemas.microsoft.com/office/drawing/2014/main" id="{CC5B9643-0F7C-9E39-03DC-2064F57F358C}"/>
                </a:ext>
              </a:extLst>
            </p:cNvPr>
            <p:cNvSpPr/>
            <p:nvPr/>
          </p:nvSpPr>
          <p:spPr>
            <a:xfrm>
              <a:off x="1466275" y="5765882"/>
              <a:ext cx="25820" cy="25820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9" name="ellipse_2899">
              <a:extLst>
                <a:ext uri="{FF2B5EF4-FFF2-40B4-BE49-F238E27FC236}">
                  <a16:creationId xmlns:a16="http://schemas.microsoft.com/office/drawing/2014/main" id="{7245AB65-ACA9-1645-5E90-5F6A61971618}"/>
                </a:ext>
              </a:extLst>
            </p:cNvPr>
            <p:cNvSpPr/>
            <p:nvPr/>
          </p:nvSpPr>
          <p:spPr>
            <a:xfrm>
              <a:off x="1582840" y="5966745"/>
              <a:ext cx="30939" cy="3093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6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0" name="ellipse_2900">
              <a:extLst>
                <a:ext uri="{FF2B5EF4-FFF2-40B4-BE49-F238E27FC236}">
                  <a16:creationId xmlns:a16="http://schemas.microsoft.com/office/drawing/2014/main" id="{6C4D5798-B1D0-80B6-42A7-D6AE04FA5FC5}"/>
                </a:ext>
              </a:extLst>
            </p:cNvPr>
            <p:cNvSpPr/>
            <p:nvPr/>
          </p:nvSpPr>
          <p:spPr>
            <a:xfrm>
              <a:off x="1507992" y="5722896"/>
              <a:ext cx="33525" cy="3352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1" name="ellipse_2901">
              <a:extLst>
                <a:ext uri="{FF2B5EF4-FFF2-40B4-BE49-F238E27FC236}">
                  <a16:creationId xmlns:a16="http://schemas.microsoft.com/office/drawing/2014/main" id="{77EFAAE2-EC83-83AE-B0C3-AE5AD8F8E3A3}"/>
                </a:ext>
              </a:extLst>
            </p:cNvPr>
            <p:cNvSpPr/>
            <p:nvPr/>
          </p:nvSpPr>
          <p:spPr>
            <a:xfrm>
              <a:off x="1455591" y="5791788"/>
              <a:ext cx="31551" cy="31551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2" name="ellipse_2902">
              <a:extLst>
                <a:ext uri="{FF2B5EF4-FFF2-40B4-BE49-F238E27FC236}">
                  <a16:creationId xmlns:a16="http://schemas.microsoft.com/office/drawing/2014/main" id="{852554E1-153D-B409-82C9-659B2641CA59}"/>
                </a:ext>
              </a:extLst>
            </p:cNvPr>
            <p:cNvSpPr/>
            <p:nvPr/>
          </p:nvSpPr>
          <p:spPr>
            <a:xfrm>
              <a:off x="1565027" y="5913802"/>
              <a:ext cx="34699" cy="3469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3" name="ellipse_2903">
              <a:extLst>
                <a:ext uri="{FF2B5EF4-FFF2-40B4-BE49-F238E27FC236}">
                  <a16:creationId xmlns:a16="http://schemas.microsoft.com/office/drawing/2014/main" id="{D33783B9-FFCF-6909-B90A-F3D49FFA0CCE}"/>
                </a:ext>
              </a:extLst>
            </p:cNvPr>
            <p:cNvSpPr/>
            <p:nvPr/>
          </p:nvSpPr>
          <p:spPr>
            <a:xfrm>
              <a:off x="1592477" y="5951568"/>
              <a:ext cx="38059" cy="38059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4" name="ellipse_2904">
              <a:extLst>
                <a:ext uri="{FF2B5EF4-FFF2-40B4-BE49-F238E27FC236}">
                  <a16:creationId xmlns:a16="http://schemas.microsoft.com/office/drawing/2014/main" id="{09360C94-AA82-D240-C01B-8751A69FD8FC}"/>
                </a:ext>
              </a:extLst>
            </p:cNvPr>
            <p:cNvSpPr/>
            <p:nvPr/>
          </p:nvSpPr>
          <p:spPr>
            <a:xfrm>
              <a:off x="1755519" y="5859269"/>
              <a:ext cx="33604" cy="3360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5" name="ellipse_2905">
              <a:extLst>
                <a:ext uri="{FF2B5EF4-FFF2-40B4-BE49-F238E27FC236}">
                  <a16:creationId xmlns:a16="http://schemas.microsoft.com/office/drawing/2014/main" id="{23E8BA43-4CF2-B6A3-1208-20E548B31047}"/>
                </a:ext>
              </a:extLst>
            </p:cNvPr>
            <p:cNvSpPr/>
            <p:nvPr/>
          </p:nvSpPr>
          <p:spPr>
            <a:xfrm>
              <a:off x="1714504" y="5932612"/>
              <a:ext cx="32252" cy="3225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6" name="ellipse_2906">
              <a:extLst>
                <a:ext uri="{FF2B5EF4-FFF2-40B4-BE49-F238E27FC236}">
                  <a16:creationId xmlns:a16="http://schemas.microsoft.com/office/drawing/2014/main" id="{95F725BB-0AC0-064E-0FC5-C1F37E597FE2}"/>
                </a:ext>
              </a:extLst>
            </p:cNvPr>
            <p:cNvSpPr/>
            <p:nvPr/>
          </p:nvSpPr>
          <p:spPr>
            <a:xfrm>
              <a:off x="1739282" y="5823798"/>
              <a:ext cx="27565" cy="2756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9E0E5"/>
                </a:gs>
                <a:gs pos="100000">
                  <a:srgbClr val="B1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7" name="ellipse_2907">
              <a:extLst>
                <a:ext uri="{FF2B5EF4-FFF2-40B4-BE49-F238E27FC236}">
                  <a16:creationId xmlns:a16="http://schemas.microsoft.com/office/drawing/2014/main" id="{98BE4426-EBA8-03CA-AF60-8BEB82CE7A4B}"/>
                </a:ext>
              </a:extLst>
            </p:cNvPr>
            <p:cNvSpPr/>
            <p:nvPr/>
          </p:nvSpPr>
          <p:spPr>
            <a:xfrm>
              <a:off x="1477659" y="5897421"/>
              <a:ext cx="33413" cy="3341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8" name="ellipse_2908">
              <a:extLst>
                <a:ext uri="{FF2B5EF4-FFF2-40B4-BE49-F238E27FC236}">
                  <a16:creationId xmlns:a16="http://schemas.microsoft.com/office/drawing/2014/main" id="{3AB098DD-EC85-0AB5-B8B0-14595758C8B6}"/>
                </a:ext>
              </a:extLst>
            </p:cNvPr>
            <p:cNvSpPr/>
            <p:nvPr/>
          </p:nvSpPr>
          <p:spPr>
            <a:xfrm>
              <a:off x="1671524" y="5897894"/>
              <a:ext cx="34031" cy="3403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9" name="ellipse_2909">
              <a:extLst>
                <a:ext uri="{FF2B5EF4-FFF2-40B4-BE49-F238E27FC236}">
                  <a16:creationId xmlns:a16="http://schemas.microsoft.com/office/drawing/2014/main" id="{D1DB028E-742A-A4EB-A190-DFE1FCB55729}"/>
                </a:ext>
              </a:extLst>
            </p:cNvPr>
            <p:cNvSpPr/>
            <p:nvPr/>
          </p:nvSpPr>
          <p:spPr>
            <a:xfrm>
              <a:off x="1742971" y="5773835"/>
              <a:ext cx="35121" cy="3512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0" name="ellipse_2910">
              <a:extLst>
                <a:ext uri="{FF2B5EF4-FFF2-40B4-BE49-F238E27FC236}">
                  <a16:creationId xmlns:a16="http://schemas.microsoft.com/office/drawing/2014/main" id="{3D13E130-374E-1745-6AD8-F420C45ABECC}"/>
                </a:ext>
              </a:extLst>
            </p:cNvPr>
            <p:cNvSpPr/>
            <p:nvPr/>
          </p:nvSpPr>
          <p:spPr>
            <a:xfrm>
              <a:off x="1555987" y="5962446"/>
              <a:ext cx="25963" cy="2596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9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1" name="ellipse_2911">
              <a:extLst>
                <a:ext uri="{FF2B5EF4-FFF2-40B4-BE49-F238E27FC236}">
                  <a16:creationId xmlns:a16="http://schemas.microsoft.com/office/drawing/2014/main" id="{44A817A3-995C-DF67-4CCA-D48D9A592CB3}"/>
                </a:ext>
              </a:extLst>
            </p:cNvPr>
            <p:cNvSpPr/>
            <p:nvPr/>
          </p:nvSpPr>
          <p:spPr>
            <a:xfrm>
              <a:off x="1725888" y="5766654"/>
              <a:ext cx="33262" cy="332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2" name="ellipse_2912">
              <a:extLst>
                <a:ext uri="{FF2B5EF4-FFF2-40B4-BE49-F238E27FC236}">
                  <a16:creationId xmlns:a16="http://schemas.microsoft.com/office/drawing/2014/main" id="{758E401C-1F09-DFBE-B0B2-9C06FDB4A209}"/>
                </a:ext>
              </a:extLst>
            </p:cNvPr>
            <p:cNvSpPr/>
            <p:nvPr/>
          </p:nvSpPr>
          <p:spPr>
            <a:xfrm>
              <a:off x="1638437" y="5914338"/>
              <a:ext cx="38036" cy="38036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C"/>
                </a:gs>
                <a:gs pos="100000">
                  <a:srgbClr val="A4B1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3" name="ellipse_2913">
              <a:extLst>
                <a:ext uri="{FF2B5EF4-FFF2-40B4-BE49-F238E27FC236}">
                  <a16:creationId xmlns:a16="http://schemas.microsoft.com/office/drawing/2014/main" id="{CB8BE022-3DA6-FD79-2936-216C09440304}"/>
                </a:ext>
              </a:extLst>
            </p:cNvPr>
            <p:cNvSpPr/>
            <p:nvPr/>
          </p:nvSpPr>
          <p:spPr>
            <a:xfrm>
              <a:off x="1469814" y="5810243"/>
              <a:ext cx="26475" cy="26475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4" name="ellipse_2914">
              <a:extLst>
                <a:ext uri="{FF2B5EF4-FFF2-40B4-BE49-F238E27FC236}">
                  <a16:creationId xmlns:a16="http://schemas.microsoft.com/office/drawing/2014/main" id="{88023D76-24CB-E795-BD7D-319CBBB26C7B}"/>
                </a:ext>
              </a:extLst>
            </p:cNvPr>
            <p:cNvSpPr/>
            <p:nvPr/>
          </p:nvSpPr>
          <p:spPr>
            <a:xfrm>
              <a:off x="1604446" y="5912480"/>
              <a:ext cx="25177" cy="25177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5" name="ellipse_2915">
              <a:extLst>
                <a:ext uri="{FF2B5EF4-FFF2-40B4-BE49-F238E27FC236}">
                  <a16:creationId xmlns:a16="http://schemas.microsoft.com/office/drawing/2014/main" id="{C3E1B0E4-FA7F-B577-2D62-D158733D721E}"/>
                </a:ext>
              </a:extLst>
            </p:cNvPr>
            <p:cNvSpPr/>
            <p:nvPr/>
          </p:nvSpPr>
          <p:spPr>
            <a:xfrm>
              <a:off x="1537160" y="5725932"/>
              <a:ext cx="26446" cy="2644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6" name="ellipse_2916">
              <a:extLst>
                <a:ext uri="{FF2B5EF4-FFF2-40B4-BE49-F238E27FC236}">
                  <a16:creationId xmlns:a16="http://schemas.microsoft.com/office/drawing/2014/main" id="{55A283EC-C586-EE14-3651-67FC8E43CF18}"/>
                </a:ext>
              </a:extLst>
            </p:cNvPr>
            <p:cNvSpPr/>
            <p:nvPr/>
          </p:nvSpPr>
          <p:spPr>
            <a:xfrm>
              <a:off x="1627934" y="5686479"/>
              <a:ext cx="28884" cy="2888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7" name="ellipse_2917">
              <a:extLst>
                <a:ext uri="{FF2B5EF4-FFF2-40B4-BE49-F238E27FC236}">
                  <a16:creationId xmlns:a16="http://schemas.microsoft.com/office/drawing/2014/main" id="{1DA2CEEF-346E-4A1C-03F8-067F3AA7A03F}"/>
                </a:ext>
              </a:extLst>
            </p:cNvPr>
            <p:cNvSpPr/>
            <p:nvPr/>
          </p:nvSpPr>
          <p:spPr>
            <a:xfrm>
              <a:off x="1673455" y="5697854"/>
              <a:ext cx="24843" cy="24843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8" name="ellipse_2918">
              <a:extLst>
                <a:ext uri="{FF2B5EF4-FFF2-40B4-BE49-F238E27FC236}">
                  <a16:creationId xmlns:a16="http://schemas.microsoft.com/office/drawing/2014/main" id="{61309704-41ED-415C-49FF-21602EE1F853}"/>
                </a:ext>
              </a:extLst>
            </p:cNvPr>
            <p:cNvSpPr/>
            <p:nvPr/>
          </p:nvSpPr>
          <p:spPr>
            <a:xfrm>
              <a:off x="1740188" y="5843935"/>
              <a:ext cx="33634" cy="3363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9" name="ellipse_2919">
              <a:extLst>
                <a:ext uri="{FF2B5EF4-FFF2-40B4-BE49-F238E27FC236}">
                  <a16:creationId xmlns:a16="http://schemas.microsoft.com/office/drawing/2014/main" id="{3FC82DE7-5974-DFC7-87C6-BADF122B4C9E}"/>
                </a:ext>
              </a:extLst>
            </p:cNvPr>
            <p:cNvSpPr/>
            <p:nvPr/>
          </p:nvSpPr>
          <p:spPr>
            <a:xfrm>
              <a:off x="1747527" y="5782823"/>
              <a:ext cx="38868" cy="38868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0" name="ellipse_2920">
              <a:extLst>
                <a:ext uri="{FF2B5EF4-FFF2-40B4-BE49-F238E27FC236}">
                  <a16:creationId xmlns:a16="http://schemas.microsoft.com/office/drawing/2014/main" id="{78FE1CB8-B2A3-9A96-D3E8-7D724A9BC82D}"/>
                </a:ext>
              </a:extLst>
            </p:cNvPr>
            <p:cNvSpPr/>
            <p:nvPr/>
          </p:nvSpPr>
          <p:spPr>
            <a:xfrm>
              <a:off x="1601887" y="5948096"/>
              <a:ext cx="25828" cy="2582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1" name="ellipse_2921">
              <a:extLst>
                <a:ext uri="{FF2B5EF4-FFF2-40B4-BE49-F238E27FC236}">
                  <a16:creationId xmlns:a16="http://schemas.microsoft.com/office/drawing/2014/main" id="{96C93AB6-B265-0FE3-84DA-9000D06AF50A}"/>
                </a:ext>
              </a:extLst>
            </p:cNvPr>
            <p:cNvSpPr/>
            <p:nvPr/>
          </p:nvSpPr>
          <p:spPr>
            <a:xfrm>
              <a:off x="1749582" y="5888113"/>
              <a:ext cx="36487" cy="3648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2" name="ellipse_2922">
              <a:extLst>
                <a:ext uri="{FF2B5EF4-FFF2-40B4-BE49-F238E27FC236}">
                  <a16:creationId xmlns:a16="http://schemas.microsoft.com/office/drawing/2014/main" id="{C7306B79-204B-3045-7BD6-BBFA2F17D267}"/>
                </a:ext>
              </a:extLst>
            </p:cNvPr>
            <p:cNvSpPr/>
            <p:nvPr/>
          </p:nvSpPr>
          <p:spPr>
            <a:xfrm>
              <a:off x="1731701" y="5860783"/>
              <a:ext cx="23989" cy="23989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3" name="ellipse_2923">
              <a:extLst>
                <a:ext uri="{FF2B5EF4-FFF2-40B4-BE49-F238E27FC236}">
                  <a16:creationId xmlns:a16="http://schemas.microsoft.com/office/drawing/2014/main" id="{945B2DF1-6673-888A-9FDE-CAAC3A88521F}"/>
                </a:ext>
              </a:extLst>
            </p:cNvPr>
            <p:cNvSpPr/>
            <p:nvPr/>
          </p:nvSpPr>
          <p:spPr>
            <a:xfrm>
              <a:off x="1759056" y="5817672"/>
              <a:ext cx="28808" cy="2880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4" name="ellipse_2924">
              <a:extLst>
                <a:ext uri="{FF2B5EF4-FFF2-40B4-BE49-F238E27FC236}">
                  <a16:creationId xmlns:a16="http://schemas.microsoft.com/office/drawing/2014/main" id="{61634248-CBB0-953B-9D38-1CD32CBD7055}"/>
                </a:ext>
              </a:extLst>
            </p:cNvPr>
            <p:cNvSpPr/>
            <p:nvPr/>
          </p:nvSpPr>
          <p:spPr>
            <a:xfrm>
              <a:off x="1547821" y="5674848"/>
              <a:ext cx="24536" cy="24536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5" name="ellipse_2925">
              <a:extLst>
                <a:ext uri="{FF2B5EF4-FFF2-40B4-BE49-F238E27FC236}">
                  <a16:creationId xmlns:a16="http://schemas.microsoft.com/office/drawing/2014/main" id="{582E75C8-B379-AC3D-F458-C0120852DF2B}"/>
                </a:ext>
              </a:extLst>
            </p:cNvPr>
            <p:cNvSpPr/>
            <p:nvPr/>
          </p:nvSpPr>
          <p:spPr>
            <a:xfrm>
              <a:off x="1436856" y="5736363"/>
              <a:ext cx="23841" cy="23841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3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6" name="ellipse_2926">
              <a:extLst>
                <a:ext uri="{FF2B5EF4-FFF2-40B4-BE49-F238E27FC236}">
                  <a16:creationId xmlns:a16="http://schemas.microsoft.com/office/drawing/2014/main" id="{69CC50CC-22CF-6779-8C50-67E251F346D0}"/>
                </a:ext>
              </a:extLst>
            </p:cNvPr>
            <p:cNvSpPr/>
            <p:nvPr/>
          </p:nvSpPr>
          <p:spPr>
            <a:xfrm>
              <a:off x="1457390" y="5888267"/>
              <a:ext cx="35961" cy="35961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7" name="ellipse_2927">
              <a:extLst>
                <a:ext uri="{FF2B5EF4-FFF2-40B4-BE49-F238E27FC236}">
                  <a16:creationId xmlns:a16="http://schemas.microsoft.com/office/drawing/2014/main" id="{A7CC95BC-1C4B-866A-4A62-425D6252585C}"/>
                </a:ext>
              </a:extLst>
            </p:cNvPr>
            <p:cNvSpPr/>
            <p:nvPr/>
          </p:nvSpPr>
          <p:spPr>
            <a:xfrm>
              <a:off x="1428158" y="5810865"/>
              <a:ext cx="33956" cy="3395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8" name="ellipse_2928">
              <a:extLst>
                <a:ext uri="{FF2B5EF4-FFF2-40B4-BE49-F238E27FC236}">
                  <a16:creationId xmlns:a16="http://schemas.microsoft.com/office/drawing/2014/main" id="{1A58637D-BB94-991E-80BA-0100596694BB}"/>
                </a:ext>
              </a:extLst>
            </p:cNvPr>
            <p:cNvSpPr/>
            <p:nvPr/>
          </p:nvSpPr>
          <p:spPr>
            <a:xfrm>
              <a:off x="1806304" y="5819862"/>
              <a:ext cx="23670" cy="23670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9" name="ellipse_2929">
              <a:extLst>
                <a:ext uri="{FF2B5EF4-FFF2-40B4-BE49-F238E27FC236}">
                  <a16:creationId xmlns:a16="http://schemas.microsoft.com/office/drawing/2014/main" id="{14D803FA-F10B-071F-3D82-A3EBE49A52F0}"/>
                </a:ext>
              </a:extLst>
            </p:cNvPr>
            <p:cNvSpPr/>
            <p:nvPr/>
          </p:nvSpPr>
          <p:spPr>
            <a:xfrm>
              <a:off x="1627313" y="5712973"/>
              <a:ext cx="37885" cy="3788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0" name="ellipse_2930">
              <a:extLst>
                <a:ext uri="{FF2B5EF4-FFF2-40B4-BE49-F238E27FC236}">
                  <a16:creationId xmlns:a16="http://schemas.microsoft.com/office/drawing/2014/main" id="{95BD9C27-A57E-2FE7-E30E-DFB2DA0650C4}"/>
                </a:ext>
              </a:extLst>
            </p:cNvPr>
            <p:cNvSpPr/>
            <p:nvPr/>
          </p:nvSpPr>
          <p:spPr>
            <a:xfrm>
              <a:off x="1710685" y="5883673"/>
              <a:ext cx="23533" cy="2353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1" name="ellipse_2931">
              <a:extLst>
                <a:ext uri="{FF2B5EF4-FFF2-40B4-BE49-F238E27FC236}">
                  <a16:creationId xmlns:a16="http://schemas.microsoft.com/office/drawing/2014/main" id="{45B16D73-2AC2-46BB-86AE-54750FF81BC1}"/>
                </a:ext>
              </a:extLst>
            </p:cNvPr>
            <p:cNvSpPr/>
            <p:nvPr/>
          </p:nvSpPr>
          <p:spPr>
            <a:xfrm>
              <a:off x="1694615" y="5911084"/>
              <a:ext cx="29708" cy="2970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2" name="ellipse_2932">
              <a:extLst>
                <a:ext uri="{FF2B5EF4-FFF2-40B4-BE49-F238E27FC236}">
                  <a16:creationId xmlns:a16="http://schemas.microsoft.com/office/drawing/2014/main" id="{8D562D7A-A435-138B-6BE7-1155BF046F86}"/>
                </a:ext>
              </a:extLst>
            </p:cNvPr>
            <p:cNvSpPr/>
            <p:nvPr/>
          </p:nvSpPr>
          <p:spPr>
            <a:xfrm>
              <a:off x="1701593" y="5924380"/>
              <a:ext cx="23793" cy="23793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3" name="ellipse_2933">
              <a:extLst>
                <a:ext uri="{FF2B5EF4-FFF2-40B4-BE49-F238E27FC236}">
                  <a16:creationId xmlns:a16="http://schemas.microsoft.com/office/drawing/2014/main" id="{79A2BF54-F77D-C2E3-1A9A-8B7E75DD723C}"/>
                </a:ext>
              </a:extLst>
            </p:cNvPr>
            <p:cNvSpPr/>
            <p:nvPr/>
          </p:nvSpPr>
          <p:spPr>
            <a:xfrm>
              <a:off x="1599033" y="5681949"/>
              <a:ext cx="29376" cy="29376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4" name="ellipse_2934">
              <a:extLst>
                <a:ext uri="{FF2B5EF4-FFF2-40B4-BE49-F238E27FC236}">
                  <a16:creationId xmlns:a16="http://schemas.microsoft.com/office/drawing/2014/main" id="{1C40B382-C02A-2D7D-EB2D-ED9A3303F1B3}"/>
                </a:ext>
              </a:extLst>
            </p:cNvPr>
            <p:cNvSpPr/>
            <p:nvPr/>
          </p:nvSpPr>
          <p:spPr>
            <a:xfrm>
              <a:off x="1706363" y="5885733"/>
              <a:ext cx="27882" cy="27882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5" name="ellipse_2935">
              <a:extLst>
                <a:ext uri="{FF2B5EF4-FFF2-40B4-BE49-F238E27FC236}">
                  <a16:creationId xmlns:a16="http://schemas.microsoft.com/office/drawing/2014/main" id="{2E09FFDB-8AAD-344B-2C7F-C7DA7845FD1D}"/>
                </a:ext>
              </a:extLst>
            </p:cNvPr>
            <p:cNvSpPr/>
            <p:nvPr/>
          </p:nvSpPr>
          <p:spPr>
            <a:xfrm>
              <a:off x="1644117" y="5927383"/>
              <a:ext cx="31868" cy="31868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6" name="ellipse_2936">
              <a:extLst>
                <a:ext uri="{FF2B5EF4-FFF2-40B4-BE49-F238E27FC236}">
                  <a16:creationId xmlns:a16="http://schemas.microsoft.com/office/drawing/2014/main" id="{DB8FB543-1DF5-0BAD-4717-C5DB5AD5133E}"/>
                </a:ext>
              </a:extLst>
            </p:cNvPr>
            <p:cNvSpPr/>
            <p:nvPr/>
          </p:nvSpPr>
          <p:spPr>
            <a:xfrm>
              <a:off x="1582830" y="5913046"/>
              <a:ext cx="31662" cy="31662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7" name="ellipse_2937">
              <a:extLst>
                <a:ext uri="{FF2B5EF4-FFF2-40B4-BE49-F238E27FC236}">
                  <a16:creationId xmlns:a16="http://schemas.microsoft.com/office/drawing/2014/main" id="{EE4F1BDD-F300-02D3-759A-5B0FE699F347}"/>
                </a:ext>
              </a:extLst>
            </p:cNvPr>
            <p:cNvSpPr/>
            <p:nvPr/>
          </p:nvSpPr>
          <p:spPr>
            <a:xfrm>
              <a:off x="1441252" y="5843458"/>
              <a:ext cx="37932" cy="37932"/>
            </a:xfrm>
            <a:prstGeom prst="ellipse">
              <a:avLst/>
            </a:prstGeom>
            <a:gradFill flip="none" rotWithShape="1">
              <a:gsLst>
                <a:gs pos="0">
                  <a:srgbClr val="F6F7F8"/>
                </a:gs>
                <a:gs pos="43000">
                  <a:srgbClr val="D2DADF"/>
                </a:gs>
                <a:gs pos="100000">
                  <a:srgbClr val="A9B5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8" name="ellipse_2938">
              <a:extLst>
                <a:ext uri="{FF2B5EF4-FFF2-40B4-BE49-F238E27FC236}">
                  <a16:creationId xmlns:a16="http://schemas.microsoft.com/office/drawing/2014/main" id="{00920532-4F16-F579-9A9C-D01AB1ED1F41}"/>
                </a:ext>
              </a:extLst>
            </p:cNvPr>
            <p:cNvSpPr/>
            <p:nvPr/>
          </p:nvSpPr>
          <p:spPr>
            <a:xfrm>
              <a:off x="1676913" y="5723244"/>
              <a:ext cx="35560" cy="3556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9" name="ellipse_2939">
              <a:extLst>
                <a:ext uri="{FF2B5EF4-FFF2-40B4-BE49-F238E27FC236}">
                  <a16:creationId xmlns:a16="http://schemas.microsoft.com/office/drawing/2014/main" id="{D1FDB036-5D89-2BE4-BC5D-D0FDB2280B8C}"/>
                </a:ext>
              </a:extLst>
            </p:cNvPr>
            <p:cNvSpPr/>
            <p:nvPr/>
          </p:nvSpPr>
          <p:spPr>
            <a:xfrm>
              <a:off x="1442316" y="5759309"/>
              <a:ext cx="30564" cy="3056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0" name="ellipse_2940">
              <a:extLst>
                <a:ext uri="{FF2B5EF4-FFF2-40B4-BE49-F238E27FC236}">
                  <a16:creationId xmlns:a16="http://schemas.microsoft.com/office/drawing/2014/main" id="{FBBD8F27-0F79-2D7D-04C7-6455A1B2083E}"/>
                </a:ext>
              </a:extLst>
            </p:cNvPr>
            <p:cNvSpPr/>
            <p:nvPr/>
          </p:nvSpPr>
          <p:spPr>
            <a:xfrm>
              <a:off x="1660843" y="5732672"/>
              <a:ext cx="32471" cy="3247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1" name="ellipse_2941">
              <a:extLst>
                <a:ext uri="{FF2B5EF4-FFF2-40B4-BE49-F238E27FC236}">
                  <a16:creationId xmlns:a16="http://schemas.microsoft.com/office/drawing/2014/main" id="{95B0D742-2EE6-6C08-D531-32B1C865E508}"/>
                </a:ext>
              </a:extLst>
            </p:cNvPr>
            <p:cNvSpPr/>
            <p:nvPr/>
          </p:nvSpPr>
          <p:spPr>
            <a:xfrm>
              <a:off x="1441929" y="5857738"/>
              <a:ext cx="27539" cy="27539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2" name="ellipse_2942">
              <a:extLst>
                <a:ext uri="{FF2B5EF4-FFF2-40B4-BE49-F238E27FC236}">
                  <a16:creationId xmlns:a16="http://schemas.microsoft.com/office/drawing/2014/main" id="{C14340AB-13AB-6F55-74BB-7F894934148F}"/>
                </a:ext>
              </a:extLst>
            </p:cNvPr>
            <p:cNvSpPr/>
            <p:nvPr/>
          </p:nvSpPr>
          <p:spPr>
            <a:xfrm>
              <a:off x="1605905" y="5946213"/>
              <a:ext cx="23720" cy="2372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3" name="ellipse_2943">
              <a:extLst>
                <a:ext uri="{FF2B5EF4-FFF2-40B4-BE49-F238E27FC236}">
                  <a16:creationId xmlns:a16="http://schemas.microsoft.com/office/drawing/2014/main" id="{B5FEF992-7CF8-FB12-86CA-7E122AA49C50}"/>
                </a:ext>
              </a:extLst>
            </p:cNvPr>
            <p:cNvSpPr/>
            <p:nvPr/>
          </p:nvSpPr>
          <p:spPr>
            <a:xfrm>
              <a:off x="1666560" y="5904207"/>
              <a:ext cx="25696" cy="25696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4" name="ellipse_2944">
              <a:extLst>
                <a:ext uri="{FF2B5EF4-FFF2-40B4-BE49-F238E27FC236}">
                  <a16:creationId xmlns:a16="http://schemas.microsoft.com/office/drawing/2014/main" id="{AA3DA879-9532-CAD2-813C-B9E410D76491}"/>
                </a:ext>
              </a:extLst>
            </p:cNvPr>
            <p:cNvSpPr/>
            <p:nvPr/>
          </p:nvSpPr>
          <p:spPr>
            <a:xfrm>
              <a:off x="1569217" y="5720001"/>
              <a:ext cx="32959" cy="32959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5" name="ellipse_2945">
              <a:extLst>
                <a:ext uri="{FF2B5EF4-FFF2-40B4-BE49-F238E27FC236}">
                  <a16:creationId xmlns:a16="http://schemas.microsoft.com/office/drawing/2014/main" id="{75FFEFDF-7CF8-01FD-2C95-3E07F917332C}"/>
                </a:ext>
              </a:extLst>
            </p:cNvPr>
            <p:cNvSpPr/>
            <p:nvPr/>
          </p:nvSpPr>
          <p:spPr>
            <a:xfrm>
              <a:off x="1628649" y="5681483"/>
              <a:ext cx="30404" cy="3040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6" name="ellipse_2946">
              <a:extLst>
                <a:ext uri="{FF2B5EF4-FFF2-40B4-BE49-F238E27FC236}">
                  <a16:creationId xmlns:a16="http://schemas.microsoft.com/office/drawing/2014/main" id="{13B0CA31-2285-B265-58BC-303653F12AA0}"/>
                </a:ext>
              </a:extLst>
            </p:cNvPr>
            <p:cNvSpPr/>
            <p:nvPr/>
          </p:nvSpPr>
          <p:spPr>
            <a:xfrm>
              <a:off x="1713397" y="5861457"/>
              <a:ext cx="33198" cy="3319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7" name="ellipse_2947">
              <a:extLst>
                <a:ext uri="{FF2B5EF4-FFF2-40B4-BE49-F238E27FC236}">
                  <a16:creationId xmlns:a16="http://schemas.microsoft.com/office/drawing/2014/main" id="{BDF77A98-8FD4-8878-EC25-87B5E6287875}"/>
                </a:ext>
              </a:extLst>
            </p:cNvPr>
            <p:cNvSpPr/>
            <p:nvPr/>
          </p:nvSpPr>
          <p:spPr>
            <a:xfrm>
              <a:off x="1568321" y="5927538"/>
              <a:ext cx="37172" cy="3717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8" name="ellipse_2948">
              <a:extLst>
                <a:ext uri="{FF2B5EF4-FFF2-40B4-BE49-F238E27FC236}">
                  <a16:creationId xmlns:a16="http://schemas.microsoft.com/office/drawing/2014/main" id="{5A0C0A9C-5278-4FFD-3833-4E3B07215785}"/>
                </a:ext>
              </a:extLst>
            </p:cNvPr>
            <p:cNvSpPr/>
            <p:nvPr/>
          </p:nvSpPr>
          <p:spPr>
            <a:xfrm>
              <a:off x="1589792" y="5719262"/>
              <a:ext cx="26962" cy="2696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9" name="ellipse_2949">
              <a:extLst>
                <a:ext uri="{FF2B5EF4-FFF2-40B4-BE49-F238E27FC236}">
                  <a16:creationId xmlns:a16="http://schemas.microsoft.com/office/drawing/2014/main" id="{95918971-FDF2-6C9F-EAD8-1E803DE2EB03}"/>
                </a:ext>
              </a:extLst>
            </p:cNvPr>
            <p:cNvSpPr/>
            <p:nvPr/>
          </p:nvSpPr>
          <p:spPr>
            <a:xfrm>
              <a:off x="1493034" y="5768073"/>
              <a:ext cx="32512" cy="3251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0" name="ellipse_2950">
              <a:extLst>
                <a:ext uri="{FF2B5EF4-FFF2-40B4-BE49-F238E27FC236}">
                  <a16:creationId xmlns:a16="http://schemas.microsoft.com/office/drawing/2014/main" id="{C74F54EA-4E1B-0122-7B94-5351677C425C}"/>
                </a:ext>
              </a:extLst>
            </p:cNvPr>
            <p:cNvSpPr/>
            <p:nvPr/>
          </p:nvSpPr>
          <p:spPr>
            <a:xfrm>
              <a:off x="1700028" y="5916902"/>
              <a:ext cx="26704" cy="2670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1" name="ellipse_2951">
              <a:extLst>
                <a:ext uri="{FF2B5EF4-FFF2-40B4-BE49-F238E27FC236}">
                  <a16:creationId xmlns:a16="http://schemas.microsoft.com/office/drawing/2014/main" id="{704A114E-E0FC-A98B-5F20-9E48690B1016}"/>
                </a:ext>
              </a:extLst>
            </p:cNvPr>
            <p:cNvSpPr/>
            <p:nvPr/>
          </p:nvSpPr>
          <p:spPr>
            <a:xfrm>
              <a:off x="1484645" y="5849570"/>
              <a:ext cx="34307" cy="34307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2" name="ellipse_2952">
              <a:extLst>
                <a:ext uri="{FF2B5EF4-FFF2-40B4-BE49-F238E27FC236}">
                  <a16:creationId xmlns:a16="http://schemas.microsoft.com/office/drawing/2014/main" id="{CB19CF2B-0811-8E38-D10D-6E8AB7EAAEC2}"/>
                </a:ext>
              </a:extLst>
            </p:cNvPr>
            <p:cNvSpPr/>
            <p:nvPr/>
          </p:nvSpPr>
          <p:spPr>
            <a:xfrm>
              <a:off x="1796236" y="5779448"/>
              <a:ext cx="31087" cy="31087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3" name="ellipse_2953">
              <a:extLst>
                <a:ext uri="{FF2B5EF4-FFF2-40B4-BE49-F238E27FC236}">
                  <a16:creationId xmlns:a16="http://schemas.microsoft.com/office/drawing/2014/main" id="{7FE6C169-45FB-2FEB-C429-99E86A5608E8}"/>
                </a:ext>
              </a:extLst>
            </p:cNvPr>
            <p:cNvSpPr/>
            <p:nvPr/>
          </p:nvSpPr>
          <p:spPr>
            <a:xfrm>
              <a:off x="1703383" y="5707987"/>
              <a:ext cx="24249" cy="24249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4" name="ellipse_2954">
              <a:extLst>
                <a:ext uri="{FF2B5EF4-FFF2-40B4-BE49-F238E27FC236}">
                  <a16:creationId xmlns:a16="http://schemas.microsoft.com/office/drawing/2014/main" id="{9C234A0C-1AD2-2B6D-BB01-BF0571D2E6CE}"/>
                </a:ext>
              </a:extLst>
            </p:cNvPr>
            <p:cNvSpPr/>
            <p:nvPr/>
          </p:nvSpPr>
          <p:spPr>
            <a:xfrm>
              <a:off x="1639165" y="5940343"/>
              <a:ext cx="34999" cy="3499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5" name="ellipse_2955">
              <a:extLst>
                <a:ext uri="{FF2B5EF4-FFF2-40B4-BE49-F238E27FC236}">
                  <a16:creationId xmlns:a16="http://schemas.microsoft.com/office/drawing/2014/main" id="{D8266A6D-B71F-331F-7D23-A46DADC8ECCF}"/>
                </a:ext>
              </a:extLst>
            </p:cNvPr>
            <p:cNvSpPr/>
            <p:nvPr/>
          </p:nvSpPr>
          <p:spPr>
            <a:xfrm>
              <a:off x="1607929" y="5664825"/>
              <a:ext cx="32753" cy="3275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6" name="ellipse_2956">
              <a:extLst>
                <a:ext uri="{FF2B5EF4-FFF2-40B4-BE49-F238E27FC236}">
                  <a16:creationId xmlns:a16="http://schemas.microsoft.com/office/drawing/2014/main" id="{A3DF30FF-6F15-10EF-CA65-35D5F33BA850}"/>
                </a:ext>
              </a:extLst>
            </p:cNvPr>
            <p:cNvSpPr/>
            <p:nvPr/>
          </p:nvSpPr>
          <p:spPr>
            <a:xfrm>
              <a:off x="1431638" y="5888721"/>
              <a:ext cx="32307" cy="32307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7" name="ellipse_2957">
              <a:extLst>
                <a:ext uri="{FF2B5EF4-FFF2-40B4-BE49-F238E27FC236}">
                  <a16:creationId xmlns:a16="http://schemas.microsoft.com/office/drawing/2014/main" id="{0592D5E5-FBE7-2CC5-CDF8-42DB4B7E69C5}"/>
                </a:ext>
              </a:extLst>
            </p:cNvPr>
            <p:cNvSpPr/>
            <p:nvPr/>
          </p:nvSpPr>
          <p:spPr>
            <a:xfrm>
              <a:off x="1763250" y="5810798"/>
              <a:ext cx="24008" cy="2400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8" name="ellipse_2958">
              <a:extLst>
                <a:ext uri="{FF2B5EF4-FFF2-40B4-BE49-F238E27FC236}">
                  <a16:creationId xmlns:a16="http://schemas.microsoft.com/office/drawing/2014/main" id="{D97D6258-FC89-786C-41C3-D0A3E48AD487}"/>
                </a:ext>
              </a:extLst>
            </p:cNvPr>
            <p:cNvSpPr/>
            <p:nvPr/>
          </p:nvSpPr>
          <p:spPr>
            <a:xfrm>
              <a:off x="1770156" y="5894195"/>
              <a:ext cx="34129" cy="34129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9" name="ellipse_2959">
              <a:extLst>
                <a:ext uri="{FF2B5EF4-FFF2-40B4-BE49-F238E27FC236}">
                  <a16:creationId xmlns:a16="http://schemas.microsoft.com/office/drawing/2014/main" id="{D7C15D2D-D1EA-FF24-A22E-1645805EDEB4}"/>
                </a:ext>
              </a:extLst>
            </p:cNvPr>
            <p:cNvSpPr/>
            <p:nvPr/>
          </p:nvSpPr>
          <p:spPr>
            <a:xfrm>
              <a:off x="1631456" y="5662376"/>
              <a:ext cx="36317" cy="36317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0" name="ellipse_2960">
              <a:extLst>
                <a:ext uri="{FF2B5EF4-FFF2-40B4-BE49-F238E27FC236}">
                  <a16:creationId xmlns:a16="http://schemas.microsoft.com/office/drawing/2014/main" id="{3F46FCDD-10C5-2B43-784F-8EABBEE05761}"/>
                </a:ext>
              </a:extLst>
            </p:cNvPr>
            <p:cNvSpPr/>
            <p:nvPr/>
          </p:nvSpPr>
          <p:spPr>
            <a:xfrm>
              <a:off x="1505565" y="5729779"/>
              <a:ext cx="35155" cy="35155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1" name="ellipse_2961">
              <a:extLst>
                <a:ext uri="{FF2B5EF4-FFF2-40B4-BE49-F238E27FC236}">
                  <a16:creationId xmlns:a16="http://schemas.microsoft.com/office/drawing/2014/main" id="{3CF4402C-60AE-E829-1775-1D01FBC26651}"/>
                </a:ext>
              </a:extLst>
            </p:cNvPr>
            <p:cNvSpPr/>
            <p:nvPr/>
          </p:nvSpPr>
          <p:spPr>
            <a:xfrm>
              <a:off x="1745125" y="5807695"/>
              <a:ext cx="28645" cy="28645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2" name="ellipse_2962">
              <a:extLst>
                <a:ext uri="{FF2B5EF4-FFF2-40B4-BE49-F238E27FC236}">
                  <a16:creationId xmlns:a16="http://schemas.microsoft.com/office/drawing/2014/main" id="{92CA9D0E-1FE2-EEAD-3C8A-3EA9CD7105FF}"/>
                </a:ext>
              </a:extLst>
            </p:cNvPr>
            <p:cNvSpPr/>
            <p:nvPr/>
          </p:nvSpPr>
          <p:spPr>
            <a:xfrm>
              <a:off x="1415944" y="5861397"/>
              <a:ext cx="29118" cy="2911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1"/>
                </a:gs>
                <a:gs pos="100000">
                  <a:srgbClr val="AC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3" name="ellipse_2963">
              <a:extLst>
                <a:ext uri="{FF2B5EF4-FFF2-40B4-BE49-F238E27FC236}">
                  <a16:creationId xmlns:a16="http://schemas.microsoft.com/office/drawing/2014/main" id="{88C60C88-D458-0D6C-00E0-518C72F8BE43}"/>
                </a:ext>
              </a:extLst>
            </p:cNvPr>
            <p:cNvSpPr/>
            <p:nvPr/>
          </p:nvSpPr>
          <p:spPr>
            <a:xfrm>
              <a:off x="1444289" y="5910192"/>
              <a:ext cx="36484" cy="3648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4" name="ellipse_2964">
              <a:extLst>
                <a:ext uri="{FF2B5EF4-FFF2-40B4-BE49-F238E27FC236}">
                  <a16:creationId xmlns:a16="http://schemas.microsoft.com/office/drawing/2014/main" id="{A8B4EEED-4476-9FD9-6E24-41C1217A20A6}"/>
                </a:ext>
              </a:extLst>
            </p:cNvPr>
            <p:cNvSpPr/>
            <p:nvPr/>
          </p:nvSpPr>
          <p:spPr>
            <a:xfrm>
              <a:off x="1692595" y="5720180"/>
              <a:ext cx="34350" cy="3435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5" name="ellipse_2965">
              <a:extLst>
                <a:ext uri="{FF2B5EF4-FFF2-40B4-BE49-F238E27FC236}">
                  <a16:creationId xmlns:a16="http://schemas.microsoft.com/office/drawing/2014/main" id="{6D2AC65A-7300-3906-97BA-72CC3B6F22E9}"/>
                </a:ext>
              </a:extLst>
            </p:cNvPr>
            <p:cNvSpPr/>
            <p:nvPr/>
          </p:nvSpPr>
          <p:spPr>
            <a:xfrm>
              <a:off x="1645377" y="5668528"/>
              <a:ext cx="23232" cy="2323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6" name="ellipse_2966">
              <a:extLst>
                <a:ext uri="{FF2B5EF4-FFF2-40B4-BE49-F238E27FC236}">
                  <a16:creationId xmlns:a16="http://schemas.microsoft.com/office/drawing/2014/main" id="{EAD07C98-C540-7C9F-36D6-7AFD3CDADB89}"/>
                </a:ext>
              </a:extLst>
            </p:cNvPr>
            <p:cNvSpPr/>
            <p:nvPr/>
          </p:nvSpPr>
          <p:spPr>
            <a:xfrm>
              <a:off x="1463027" y="5702838"/>
              <a:ext cx="32775" cy="32775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7" name="ellipse_2967">
              <a:extLst>
                <a:ext uri="{FF2B5EF4-FFF2-40B4-BE49-F238E27FC236}">
                  <a16:creationId xmlns:a16="http://schemas.microsoft.com/office/drawing/2014/main" id="{83E921DF-4AEA-D5BA-680E-57396B14217D}"/>
                </a:ext>
              </a:extLst>
            </p:cNvPr>
            <p:cNvSpPr/>
            <p:nvPr/>
          </p:nvSpPr>
          <p:spPr>
            <a:xfrm>
              <a:off x="1471693" y="5806019"/>
              <a:ext cx="36914" cy="3691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8" name="ellipse_2968">
              <a:extLst>
                <a:ext uri="{FF2B5EF4-FFF2-40B4-BE49-F238E27FC236}">
                  <a16:creationId xmlns:a16="http://schemas.microsoft.com/office/drawing/2014/main" id="{8350A069-6F49-33DA-DDC2-B45F8C0D0DB7}"/>
                </a:ext>
              </a:extLst>
            </p:cNvPr>
            <p:cNvSpPr/>
            <p:nvPr/>
          </p:nvSpPr>
          <p:spPr>
            <a:xfrm>
              <a:off x="1447857" y="5802230"/>
              <a:ext cx="29872" cy="29872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D"/>
                </a:gs>
                <a:gs pos="100000">
                  <a:srgbClr val="A4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9" name="ellipse_2969">
              <a:extLst>
                <a:ext uri="{FF2B5EF4-FFF2-40B4-BE49-F238E27FC236}">
                  <a16:creationId xmlns:a16="http://schemas.microsoft.com/office/drawing/2014/main" id="{659BB344-A5BF-6535-253F-3FF90F2FB1B2}"/>
                </a:ext>
              </a:extLst>
            </p:cNvPr>
            <p:cNvSpPr/>
            <p:nvPr/>
          </p:nvSpPr>
          <p:spPr>
            <a:xfrm>
              <a:off x="1612617" y="5934978"/>
              <a:ext cx="25869" cy="25869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0" name="ellipse_2970">
              <a:extLst>
                <a:ext uri="{FF2B5EF4-FFF2-40B4-BE49-F238E27FC236}">
                  <a16:creationId xmlns:a16="http://schemas.microsoft.com/office/drawing/2014/main" id="{15FF0A95-2591-2237-6F13-06446E167056}"/>
                </a:ext>
              </a:extLst>
            </p:cNvPr>
            <p:cNvSpPr/>
            <p:nvPr/>
          </p:nvSpPr>
          <p:spPr>
            <a:xfrm>
              <a:off x="1499567" y="5923927"/>
              <a:ext cx="29366" cy="2936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1" name="ellipse_2971">
              <a:extLst>
                <a:ext uri="{FF2B5EF4-FFF2-40B4-BE49-F238E27FC236}">
                  <a16:creationId xmlns:a16="http://schemas.microsoft.com/office/drawing/2014/main" id="{F36DA659-AF9C-3649-D44D-21E75CDD5F0A}"/>
                </a:ext>
              </a:extLst>
            </p:cNvPr>
            <p:cNvSpPr/>
            <p:nvPr/>
          </p:nvSpPr>
          <p:spPr>
            <a:xfrm>
              <a:off x="1439722" y="5746255"/>
              <a:ext cx="30428" cy="3042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2" name="ellipse_2972">
              <a:extLst>
                <a:ext uri="{FF2B5EF4-FFF2-40B4-BE49-F238E27FC236}">
                  <a16:creationId xmlns:a16="http://schemas.microsoft.com/office/drawing/2014/main" id="{4EF59F37-3D8E-1183-E2DE-7C159E346DB1}"/>
                </a:ext>
              </a:extLst>
            </p:cNvPr>
            <p:cNvSpPr/>
            <p:nvPr/>
          </p:nvSpPr>
          <p:spPr>
            <a:xfrm>
              <a:off x="1601892" y="5705782"/>
              <a:ext cx="26593" cy="26593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3" name="ellipse_2973">
              <a:extLst>
                <a:ext uri="{FF2B5EF4-FFF2-40B4-BE49-F238E27FC236}">
                  <a16:creationId xmlns:a16="http://schemas.microsoft.com/office/drawing/2014/main" id="{3F7693B0-BA2A-A7DA-7255-D3C0400C1BC8}"/>
                </a:ext>
              </a:extLst>
            </p:cNvPr>
            <p:cNvSpPr/>
            <p:nvPr/>
          </p:nvSpPr>
          <p:spPr>
            <a:xfrm>
              <a:off x="1683294" y="5736674"/>
              <a:ext cx="36357" cy="3635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954" name="Build | SMILES ligand graph">
            <a:extLst>
              <a:ext uri="{FF2B5EF4-FFF2-40B4-BE49-F238E27FC236}">
                <a16:creationId xmlns:a16="http://schemas.microsoft.com/office/drawing/2014/main" id="{7F646C8E-D70D-6BBD-7467-1C2018A6B8C3}"/>
              </a:ext>
            </a:extLst>
          </p:cNvPr>
          <p:cNvGrpSpPr/>
          <p:nvPr/>
        </p:nvGrpSpPr>
        <p:grpSpPr>
          <a:xfrm>
            <a:off x="4842290" y="1154249"/>
            <a:ext cx="490063" cy="238146"/>
            <a:chOff x="863060" y="5744348"/>
            <a:chExt cx="420988" cy="204721"/>
          </a:xfrm>
        </p:grpSpPr>
        <p:cxnSp>
          <p:nvCxnSpPr>
            <p:cNvPr id="955" name="path_2875">
              <a:extLst>
                <a:ext uri="{FF2B5EF4-FFF2-40B4-BE49-F238E27FC236}">
                  <a16:creationId xmlns:a16="http://schemas.microsoft.com/office/drawing/2014/main" id="{0E98971E-1079-4E47-6614-2788CE2709C3}"/>
                </a:ext>
              </a:extLst>
            </p:cNvPr>
            <p:cNvCxnSpPr/>
            <p:nvPr/>
          </p:nvCxnSpPr>
          <p:spPr>
            <a:xfrm flipH="1">
              <a:off x="956231" y="5897889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6" name="path_2876">
              <a:extLst>
                <a:ext uri="{FF2B5EF4-FFF2-40B4-BE49-F238E27FC236}">
                  <a16:creationId xmlns:a16="http://schemas.microsoft.com/office/drawing/2014/main" id="{E8D49C8D-04B1-7BA8-22F0-6A2E78026ECA}"/>
                </a:ext>
              </a:extLst>
            </p:cNvPr>
            <p:cNvCxnSpPr/>
            <p:nvPr/>
          </p:nvCxnSpPr>
          <p:spPr>
            <a:xfrm flipH="1" flipV="1">
              <a:off x="863060" y="5897889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7" name="path_2877">
              <a:extLst>
                <a:ext uri="{FF2B5EF4-FFF2-40B4-BE49-F238E27FC236}">
                  <a16:creationId xmlns:a16="http://schemas.microsoft.com/office/drawing/2014/main" id="{D3CF1E25-F4FF-9E24-FC3D-59EF588DD803}"/>
                </a:ext>
              </a:extLst>
            </p:cNvPr>
            <p:cNvCxnSpPr/>
            <p:nvPr/>
          </p:nvCxnSpPr>
          <p:spPr>
            <a:xfrm flipH="1" flipV="1">
              <a:off x="863060" y="5795528"/>
              <a:ext cx="0" cy="102361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8" name="path_2878">
              <a:extLst>
                <a:ext uri="{FF2B5EF4-FFF2-40B4-BE49-F238E27FC236}">
                  <a16:creationId xmlns:a16="http://schemas.microsoft.com/office/drawing/2014/main" id="{E5AB8807-E664-2794-32A8-1937F9ACAA99}"/>
                </a:ext>
              </a:extLst>
            </p:cNvPr>
            <p:cNvCxnSpPr/>
            <p:nvPr/>
          </p:nvCxnSpPr>
          <p:spPr>
            <a:xfrm flipV="1">
              <a:off x="863060" y="5744348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9" name="path_2879">
              <a:extLst>
                <a:ext uri="{FF2B5EF4-FFF2-40B4-BE49-F238E27FC236}">
                  <a16:creationId xmlns:a16="http://schemas.microsoft.com/office/drawing/2014/main" id="{5DBE8BE0-D9B8-0EA2-3507-F2BD905263C4}"/>
                </a:ext>
              </a:extLst>
            </p:cNvPr>
            <p:cNvCxnSpPr/>
            <p:nvPr/>
          </p:nvCxnSpPr>
          <p:spPr>
            <a:xfrm>
              <a:off x="956231" y="5744348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0" name="path_2880">
              <a:extLst>
                <a:ext uri="{FF2B5EF4-FFF2-40B4-BE49-F238E27FC236}">
                  <a16:creationId xmlns:a16="http://schemas.microsoft.com/office/drawing/2014/main" id="{C59A226C-ED5B-FB28-E259-B0C5F81D7536}"/>
                </a:ext>
              </a:extLst>
            </p:cNvPr>
            <p:cNvCxnSpPr/>
            <p:nvPr/>
          </p:nvCxnSpPr>
          <p:spPr>
            <a:xfrm flipH="1">
              <a:off x="1049401" y="5795528"/>
              <a:ext cx="0" cy="102361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1" name="path_2881">
              <a:extLst>
                <a:ext uri="{FF2B5EF4-FFF2-40B4-BE49-F238E27FC236}">
                  <a16:creationId xmlns:a16="http://schemas.microsoft.com/office/drawing/2014/main" id="{FEF107EE-E4C8-2EE0-45A6-6F82CD4D02A4}"/>
                </a:ext>
              </a:extLst>
            </p:cNvPr>
            <p:cNvCxnSpPr/>
            <p:nvPr/>
          </p:nvCxnSpPr>
          <p:spPr>
            <a:xfrm flipV="1">
              <a:off x="1049401" y="5768591"/>
              <a:ext cx="83267" cy="12929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2" name="path_2882">
              <a:extLst>
                <a:ext uri="{FF2B5EF4-FFF2-40B4-BE49-F238E27FC236}">
                  <a16:creationId xmlns:a16="http://schemas.microsoft.com/office/drawing/2014/main" id="{954C2710-4748-79D2-B594-D7E08BFF7897}"/>
                </a:ext>
              </a:extLst>
            </p:cNvPr>
            <p:cNvCxnSpPr/>
            <p:nvPr/>
          </p:nvCxnSpPr>
          <p:spPr>
            <a:xfrm>
              <a:off x="1132668" y="5768591"/>
              <a:ext cx="60247" cy="565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3" name="path_2883">
              <a:extLst>
                <a:ext uri="{FF2B5EF4-FFF2-40B4-BE49-F238E27FC236}">
                  <a16:creationId xmlns:a16="http://schemas.microsoft.com/office/drawing/2014/main" id="{0435CF7D-E149-321A-7E2A-EFD40379AF5A}"/>
                </a:ext>
              </a:extLst>
            </p:cNvPr>
            <p:cNvCxnSpPr/>
            <p:nvPr/>
          </p:nvCxnSpPr>
          <p:spPr>
            <a:xfrm flipH="1">
              <a:off x="956231" y="5888677"/>
              <a:ext cx="76400" cy="419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4" name="path_2884">
              <a:extLst>
                <a:ext uri="{FF2B5EF4-FFF2-40B4-BE49-F238E27FC236}">
                  <a16:creationId xmlns:a16="http://schemas.microsoft.com/office/drawing/2014/main" id="{460B1048-17E9-C984-7ECF-BAA657FF5E38}"/>
                </a:ext>
              </a:extLst>
            </p:cNvPr>
            <p:cNvCxnSpPr/>
            <p:nvPr/>
          </p:nvCxnSpPr>
          <p:spPr>
            <a:xfrm flipH="1" flipV="1">
              <a:off x="879831" y="5804741"/>
              <a:ext cx="0" cy="83936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5" name="path_2885">
              <a:extLst>
                <a:ext uri="{FF2B5EF4-FFF2-40B4-BE49-F238E27FC236}">
                  <a16:creationId xmlns:a16="http://schemas.microsoft.com/office/drawing/2014/main" id="{761CC47C-EACF-2541-AA81-67E4C793356B}"/>
                </a:ext>
              </a:extLst>
            </p:cNvPr>
            <p:cNvCxnSpPr/>
            <p:nvPr/>
          </p:nvCxnSpPr>
          <p:spPr>
            <a:xfrm>
              <a:off x="956231" y="5762773"/>
              <a:ext cx="76400" cy="419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66" name="Text | O">
              <a:extLst>
                <a:ext uri="{FF2B5EF4-FFF2-40B4-BE49-F238E27FC236}">
                  <a16:creationId xmlns:a16="http://schemas.microsoft.com/office/drawing/2014/main" id="{6DE2989F-8DFB-CEE8-F2A3-7E121769C949}"/>
                </a:ext>
              </a:extLst>
            </p:cNvPr>
            <p:cNvSpPr txBox="1"/>
            <p:nvPr/>
          </p:nvSpPr>
          <p:spPr>
            <a:xfrm>
              <a:off x="1206055" y="5782454"/>
              <a:ext cx="77993" cy="932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47" dirty="0">
                  <a:solidFill>
                    <a:srgbClr val="CE4148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447"/>
            </a:p>
          </p:txBody>
        </p:sp>
      </p:grpSp>
      <p:grpSp>
        <p:nvGrpSpPr>
          <p:cNvPr id="967" name="Build experimental density">
            <a:extLst>
              <a:ext uri="{FF2B5EF4-FFF2-40B4-BE49-F238E27FC236}">
                <a16:creationId xmlns:a16="http://schemas.microsoft.com/office/drawing/2014/main" id="{3641DBF3-A690-A0F2-6216-FD15621F088F}"/>
              </a:ext>
            </a:extLst>
          </p:cNvPr>
          <p:cNvGrpSpPr/>
          <p:nvPr/>
        </p:nvGrpSpPr>
        <p:grpSpPr>
          <a:xfrm>
            <a:off x="5404224" y="1091756"/>
            <a:ext cx="312525" cy="371664"/>
            <a:chOff x="496477" y="1485900"/>
            <a:chExt cx="1521646" cy="1809750"/>
          </a:xfrm>
        </p:grpSpPr>
        <p:sp>
          <p:nvSpPr>
            <p:cNvPr id="968" name="Input_density__7">
              <a:extLst>
                <a:ext uri="{FF2B5EF4-FFF2-40B4-BE49-F238E27FC236}">
                  <a16:creationId xmlns:a16="http://schemas.microsoft.com/office/drawing/2014/main" id="{31E1A678-7F84-558F-C5E2-5071AF2B7E4E}"/>
                </a:ext>
              </a:extLst>
            </p:cNvPr>
            <p:cNvSpPr>
              <a:spLocks noGrp="1"/>
            </p:cNvSpPr>
            <p:nvPr/>
          </p:nvSpPr>
          <p:spPr>
            <a:xfrm>
              <a:off x="1220655" y="3062646"/>
              <a:ext cx="46074" cy="24513"/>
            </a:xfrm>
            <a:custGeom>
              <a:avLst/>
              <a:gdLst/>
              <a:ahLst/>
              <a:cxnLst/>
              <a:rect l="0" t="0" r="0" b="0"/>
              <a:pathLst>
                <a:path w="46074" h="24513">
                  <a:moveTo>
                    <a:pt x="0" y="2106"/>
                  </a:moveTo>
                  <a:lnTo>
                    <a:pt x="6305" y="2476"/>
                  </a:lnTo>
                  <a:lnTo>
                    <a:pt x="7043" y="3162"/>
                  </a:lnTo>
                  <a:close/>
                  <a:moveTo>
                    <a:pt x="46074" y="24513"/>
                  </a:moveTo>
                  <a:lnTo>
                    <a:pt x="31930" y="0"/>
                  </a:lnTo>
                  <a:lnTo>
                    <a:pt x="7043" y="316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969" name="Input_density__8">
              <a:extLst>
                <a:ext uri="{FF2B5EF4-FFF2-40B4-BE49-F238E27FC236}">
                  <a16:creationId xmlns:a16="http://schemas.microsoft.com/office/drawing/2014/main" id="{0067ED09-ED22-0DB3-6D2A-CBF89EA09C5B}"/>
                </a:ext>
              </a:extLst>
            </p:cNvPr>
            <p:cNvSpPr>
              <a:spLocks noGrp="1"/>
            </p:cNvSpPr>
            <p:nvPr/>
          </p:nvSpPr>
          <p:spPr>
            <a:xfrm>
              <a:off x="1176575" y="3034249"/>
              <a:ext cx="50386" cy="30873"/>
            </a:xfrm>
            <a:custGeom>
              <a:avLst/>
              <a:gdLst/>
              <a:ahLst/>
              <a:cxnLst/>
              <a:rect l="0" t="0" r="0" b="0"/>
              <a:pathLst>
                <a:path w="50386" h="30873">
                  <a:moveTo>
                    <a:pt x="0" y="0"/>
                  </a:moveTo>
                  <a:lnTo>
                    <a:pt x="44081" y="30502"/>
                  </a:lnTo>
                  <a:lnTo>
                    <a:pt x="16434" y="26437"/>
                  </a:lnTo>
                  <a:close/>
                  <a:moveTo>
                    <a:pt x="50386" y="30873"/>
                  </a:moveTo>
                  <a:lnTo>
                    <a:pt x="44081" y="305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70" name="Input_density__9">
              <a:extLst>
                <a:ext uri="{FF2B5EF4-FFF2-40B4-BE49-F238E27FC236}">
                  <a16:creationId xmlns:a16="http://schemas.microsoft.com/office/drawing/2014/main" id="{24A8CF34-B36B-38D7-3F49-2BAA7062E924}"/>
                </a:ext>
              </a:extLst>
            </p:cNvPr>
            <p:cNvSpPr>
              <a:spLocks noGrp="1"/>
            </p:cNvSpPr>
            <p:nvPr/>
          </p:nvSpPr>
          <p:spPr>
            <a:xfrm>
              <a:off x="1285861" y="2960591"/>
              <a:ext cx="31800" cy="38987"/>
            </a:xfrm>
            <a:custGeom>
              <a:avLst/>
              <a:gdLst/>
              <a:ahLst/>
              <a:cxnLst/>
              <a:rect l="0" t="0" r="0" b="0"/>
              <a:pathLst>
                <a:path w="31800" h="38987">
                  <a:moveTo>
                    <a:pt x="31800" y="0"/>
                  </a:moveTo>
                  <a:lnTo>
                    <a:pt x="0" y="38987"/>
                  </a:lnTo>
                  <a:lnTo>
                    <a:pt x="26860" y="3303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71" name="Input_density__10">
              <a:extLst>
                <a:ext uri="{FF2B5EF4-FFF2-40B4-BE49-F238E27FC236}">
                  <a16:creationId xmlns:a16="http://schemas.microsoft.com/office/drawing/2014/main" id="{AF0DF002-066D-F39F-D18F-2E3FC42B7665}"/>
                </a:ext>
              </a:extLst>
            </p:cNvPr>
            <p:cNvSpPr>
              <a:spLocks noGrp="1"/>
            </p:cNvSpPr>
            <p:nvPr/>
          </p:nvSpPr>
          <p:spPr>
            <a:xfrm>
              <a:off x="1165464" y="2802847"/>
              <a:ext cx="647703" cy="262961"/>
            </a:xfrm>
            <a:custGeom>
              <a:avLst/>
              <a:gdLst/>
              <a:ahLst/>
              <a:cxnLst/>
              <a:rect l="0" t="0" r="0" b="0"/>
              <a:pathLst>
                <a:path w="647703" h="262961">
                  <a:moveTo>
                    <a:pt x="11111" y="231402"/>
                  </a:moveTo>
                  <a:lnTo>
                    <a:pt x="27546" y="257839"/>
                  </a:lnTo>
                  <a:lnTo>
                    <a:pt x="0" y="225150"/>
                  </a:lnTo>
                  <a:close/>
                  <a:moveTo>
                    <a:pt x="75866" y="244721"/>
                  </a:moveTo>
                  <a:lnTo>
                    <a:pt x="55192" y="261905"/>
                  </a:lnTo>
                  <a:lnTo>
                    <a:pt x="62235" y="262961"/>
                  </a:lnTo>
                  <a:close/>
                  <a:moveTo>
                    <a:pt x="55192" y="261905"/>
                  </a:moveTo>
                  <a:lnTo>
                    <a:pt x="75866" y="244721"/>
                  </a:lnTo>
                  <a:lnTo>
                    <a:pt x="27546" y="257839"/>
                  </a:lnTo>
                  <a:close/>
                  <a:moveTo>
                    <a:pt x="647703" y="23298"/>
                  </a:moveTo>
                  <a:lnTo>
                    <a:pt x="608152" y="0"/>
                  </a:lnTo>
                  <a:lnTo>
                    <a:pt x="620178" y="1659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72" name="Input_density__11">
              <a:extLst>
                <a:ext uri="{FF2B5EF4-FFF2-40B4-BE49-F238E27FC236}">
                  <a16:creationId xmlns:a16="http://schemas.microsoft.com/office/drawing/2014/main" id="{5A39A75F-E4F1-1788-FB4F-5684DE7E85CE}"/>
                </a:ext>
              </a:extLst>
            </p:cNvPr>
            <p:cNvSpPr>
              <a:spLocks noGrp="1"/>
            </p:cNvSpPr>
            <p:nvPr/>
          </p:nvSpPr>
          <p:spPr>
            <a:xfrm>
              <a:off x="1158101" y="2765470"/>
              <a:ext cx="627473" cy="318854"/>
            </a:xfrm>
            <a:custGeom>
              <a:avLst/>
              <a:gdLst/>
              <a:ahLst/>
              <a:cxnLst/>
              <a:rect l="0" t="0" r="0" b="0"/>
              <a:pathLst>
                <a:path w="627473" h="318854">
                  <a:moveTo>
                    <a:pt x="12609" y="246459"/>
                  </a:moveTo>
                  <a:lnTo>
                    <a:pt x="25966" y="299282"/>
                  </a:lnTo>
                  <a:lnTo>
                    <a:pt x="0" y="289276"/>
                  </a:lnTo>
                  <a:close/>
                  <a:moveTo>
                    <a:pt x="12609" y="246459"/>
                  </a:moveTo>
                  <a:lnTo>
                    <a:pt x="7363" y="262527"/>
                  </a:lnTo>
                  <a:lnTo>
                    <a:pt x="34908" y="295216"/>
                  </a:lnTo>
                  <a:close/>
                  <a:moveTo>
                    <a:pt x="34908" y="295216"/>
                  </a:moveTo>
                  <a:lnTo>
                    <a:pt x="49674" y="254215"/>
                  </a:lnTo>
                  <a:lnTo>
                    <a:pt x="12609" y="246459"/>
                  </a:lnTo>
                  <a:close/>
                  <a:moveTo>
                    <a:pt x="83229" y="282099"/>
                  </a:moveTo>
                  <a:lnTo>
                    <a:pt x="69598" y="300338"/>
                  </a:lnTo>
                  <a:lnTo>
                    <a:pt x="94484" y="297176"/>
                  </a:lnTo>
                  <a:close/>
                  <a:moveTo>
                    <a:pt x="83229" y="282099"/>
                  </a:moveTo>
                  <a:lnTo>
                    <a:pt x="49674" y="254215"/>
                  </a:lnTo>
                  <a:lnTo>
                    <a:pt x="34908" y="295216"/>
                  </a:lnTo>
                  <a:close/>
                  <a:moveTo>
                    <a:pt x="16407" y="225713"/>
                  </a:moveTo>
                  <a:lnTo>
                    <a:pt x="7363" y="262527"/>
                  </a:lnTo>
                  <a:lnTo>
                    <a:pt x="12609" y="246459"/>
                  </a:lnTo>
                  <a:close/>
                  <a:moveTo>
                    <a:pt x="143154" y="266341"/>
                  </a:moveTo>
                  <a:lnTo>
                    <a:pt x="106559" y="269003"/>
                  </a:lnTo>
                  <a:lnTo>
                    <a:pt x="121640" y="318854"/>
                  </a:lnTo>
                  <a:close/>
                  <a:moveTo>
                    <a:pt x="121640" y="318854"/>
                  </a:moveTo>
                  <a:lnTo>
                    <a:pt x="106559" y="269003"/>
                  </a:lnTo>
                  <a:lnTo>
                    <a:pt x="94484" y="297176"/>
                  </a:lnTo>
                  <a:close/>
                  <a:moveTo>
                    <a:pt x="112506" y="268348"/>
                  </a:moveTo>
                  <a:lnTo>
                    <a:pt x="145623" y="267592"/>
                  </a:lnTo>
                  <a:lnTo>
                    <a:pt x="121640" y="318854"/>
                  </a:lnTo>
                  <a:close/>
                  <a:moveTo>
                    <a:pt x="145623" y="267592"/>
                  </a:moveTo>
                  <a:lnTo>
                    <a:pt x="155775" y="282099"/>
                  </a:lnTo>
                  <a:lnTo>
                    <a:pt x="143154" y="266341"/>
                  </a:lnTo>
                  <a:close/>
                  <a:moveTo>
                    <a:pt x="145623" y="267592"/>
                  </a:moveTo>
                  <a:lnTo>
                    <a:pt x="147811" y="264915"/>
                  </a:lnTo>
                  <a:lnTo>
                    <a:pt x="157969" y="281384"/>
                  </a:lnTo>
                  <a:close/>
                  <a:moveTo>
                    <a:pt x="127760" y="234109"/>
                  </a:moveTo>
                  <a:lnTo>
                    <a:pt x="143154" y="266341"/>
                  </a:lnTo>
                  <a:lnTo>
                    <a:pt x="155469" y="276034"/>
                  </a:lnTo>
                  <a:close/>
                  <a:moveTo>
                    <a:pt x="58256" y="191691"/>
                  </a:moveTo>
                  <a:lnTo>
                    <a:pt x="85582" y="196563"/>
                  </a:lnTo>
                  <a:lnTo>
                    <a:pt x="67528" y="196390"/>
                  </a:lnTo>
                  <a:close/>
                  <a:moveTo>
                    <a:pt x="148099" y="180641"/>
                  </a:moveTo>
                  <a:lnTo>
                    <a:pt x="142839" y="174222"/>
                  </a:lnTo>
                  <a:lnTo>
                    <a:pt x="144021" y="176142"/>
                  </a:lnTo>
                  <a:close/>
                  <a:moveTo>
                    <a:pt x="144021" y="176142"/>
                  </a:moveTo>
                  <a:lnTo>
                    <a:pt x="159560" y="195122"/>
                  </a:lnTo>
                  <a:lnTo>
                    <a:pt x="180739" y="210977"/>
                  </a:lnTo>
                  <a:close/>
                  <a:moveTo>
                    <a:pt x="142839" y="174222"/>
                  </a:moveTo>
                  <a:lnTo>
                    <a:pt x="133210" y="140184"/>
                  </a:lnTo>
                  <a:lnTo>
                    <a:pt x="144021" y="176142"/>
                  </a:lnTo>
                  <a:close/>
                  <a:moveTo>
                    <a:pt x="627473" y="53938"/>
                  </a:moveTo>
                  <a:lnTo>
                    <a:pt x="614434" y="33339"/>
                  </a:lnTo>
                  <a:lnTo>
                    <a:pt x="611394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73" name="Input_density__12">
              <a:extLst>
                <a:ext uri="{FF2B5EF4-FFF2-40B4-BE49-F238E27FC236}">
                  <a16:creationId xmlns:a16="http://schemas.microsoft.com/office/drawing/2014/main" id="{05AB4FDF-2A45-A021-1CC1-C713A1C6D90B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1611"/>
              <a:ext cx="131066" cy="142712"/>
            </a:xfrm>
            <a:custGeom>
              <a:avLst/>
              <a:gdLst/>
              <a:ahLst/>
              <a:cxnLst/>
              <a:rect l="0" t="0" r="0" b="0"/>
              <a:pathLst>
                <a:path w="131066" h="142712">
                  <a:moveTo>
                    <a:pt x="95949" y="91450"/>
                  </a:moveTo>
                  <a:lnTo>
                    <a:pt x="93480" y="90199"/>
                  </a:lnTo>
                  <a:lnTo>
                    <a:pt x="71966" y="142712"/>
                  </a:lnTo>
                  <a:close/>
                  <a:moveTo>
                    <a:pt x="33555" y="105957"/>
                  </a:moveTo>
                  <a:lnTo>
                    <a:pt x="44810" y="121035"/>
                  </a:lnTo>
                  <a:lnTo>
                    <a:pt x="56885" y="92862"/>
                  </a:lnTo>
                  <a:close/>
                  <a:moveTo>
                    <a:pt x="0" y="78073"/>
                  </a:moveTo>
                  <a:lnTo>
                    <a:pt x="33555" y="105957"/>
                  </a:lnTo>
                  <a:lnTo>
                    <a:pt x="42415" y="52019"/>
                  </a:lnTo>
                  <a:close/>
                  <a:moveTo>
                    <a:pt x="60425" y="83205"/>
                  </a:moveTo>
                  <a:lnTo>
                    <a:pt x="33555" y="105957"/>
                  </a:lnTo>
                  <a:lnTo>
                    <a:pt x="56885" y="92862"/>
                  </a:lnTo>
                  <a:close/>
                  <a:moveTo>
                    <a:pt x="78086" y="57967"/>
                  </a:moveTo>
                  <a:lnTo>
                    <a:pt x="60425" y="83205"/>
                  </a:lnTo>
                  <a:lnTo>
                    <a:pt x="56885" y="92862"/>
                  </a:lnTo>
                  <a:close/>
                  <a:moveTo>
                    <a:pt x="2105" y="65562"/>
                  </a:moveTo>
                  <a:lnTo>
                    <a:pt x="45214" y="26337"/>
                  </a:lnTo>
                  <a:lnTo>
                    <a:pt x="35909" y="20421"/>
                  </a:lnTo>
                  <a:close/>
                  <a:moveTo>
                    <a:pt x="2105" y="65562"/>
                  </a:moveTo>
                  <a:lnTo>
                    <a:pt x="35909" y="20421"/>
                  </a:lnTo>
                  <a:lnTo>
                    <a:pt x="8582" y="15549"/>
                  </a:lnTo>
                  <a:close/>
                  <a:moveTo>
                    <a:pt x="45214" y="26337"/>
                  </a:moveTo>
                  <a:lnTo>
                    <a:pt x="65955" y="52019"/>
                  </a:lnTo>
                  <a:lnTo>
                    <a:pt x="35909" y="20421"/>
                  </a:lnTo>
                  <a:close/>
                  <a:moveTo>
                    <a:pt x="65955" y="52019"/>
                  </a:moveTo>
                  <a:lnTo>
                    <a:pt x="78086" y="57967"/>
                  </a:lnTo>
                  <a:lnTo>
                    <a:pt x="35909" y="20421"/>
                  </a:lnTo>
                  <a:close/>
                  <a:moveTo>
                    <a:pt x="104946" y="52019"/>
                  </a:moveTo>
                  <a:lnTo>
                    <a:pt x="123009" y="71590"/>
                  </a:lnTo>
                  <a:lnTo>
                    <a:pt x="131066" y="34835"/>
                  </a:lnTo>
                  <a:close/>
                  <a:moveTo>
                    <a:pt x="131066" y="34835"/>
                  </a:moveTo>
                  <a:lnTo>
                    <a:pt x="109886" y="18980"/>
                  </a:lnTo>
                  <a:lnTo>
                    <a:pt x="104946" y="52019"/>
                  </a:lnTo>
                  <a:close/>
                  <a:moveTo>
                    <a:pt x="131066" y="34835"/>
                  </a:moveTo>
                  <a:lnTo>
                    <a:pt x="98426" y="4500"/>
                  </a:lnTo>
                  <a:lnTo>
                    <a:pt x="94347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74" name="Input_density__13">
              <a:extLst>
                <a:ext uri="{FF2B5EF4-FFF2-40B4-BE49-F238E27FC236}">
                  <a16:creationId xmlns:a16="http://schemas.microsoft.com/office/drawing/2014/main" id="{982FAD2F-7617-BC50-BC21-E85FAA9F073C}"/>
                </a:ext>
              </a:extLst>
            </p:cNvPr>
            <p:cNvSpPr>
              <a:spLocks noGrp="1"/>
            </p:cNvSpPr>
            <p:nvPr/>
          </p:nvSpPr>
          <p:spPr>
            <a:xfrm>
              <a:off x="1207775" y="2946111"/>
              <a:ext cx="157820" cy="101457"/>
            </a:xfrm>
            <a:custGeom>
              <a:avLst/>
              <a:gdLst/>
              <a:ahLst/>
              <a:cxnLst/>
              <a:rect l="0" t="0" r="0" b="0"/>
              <a:pathLst>
                <a:path w="157820" h="101457">
                  <a:moveTo>
                    <a:pt x="2105" y="61062"/>
                  </a:moveTo>
                  <a:lnTo>
                    <a:pt x="0" y="73573"/>
                  </a:lnTo>
                  <a:lnTo>
                    <a:pt x="42415" y="47519"/>
                  </a:lnTo>
                  <a:close/>
                  <a:moveTo>
                    <a:pt x="42415" y="47519"/>
                  </a:moveTo>
                  <a:lnTo>
                    <a:pt x="33555" y="101457"/>
                  </a:lnTo>
                  <a:lnTo>
                    <a:pt x="60425" y="78705"/>
                  </a:lnTo>
                  <a:close/>
                  <a:moveTo>
                    <a:pt x="65955" y="47519"/>
                  </a:moveTo>
                  <a:lnTo>
                    <a:pt x="60425" y="78705"/>
                  </a:lnTo>
                  <a:lnTo>
                    <a:pt x="78086" y="53467"/>
                  </a:lnTo>
                  <a:close/>
                  <a:moveTo>
                    <a:pt x="78086" y="53467"/>
                  </a:moveTo>
                  <a:lnTo>
                    <a:pt x="56885" y="88362"/>
                  </a:lnTo>
                  <a:lnTo>
                    <a:pt x="93480" y="85700"/>
                  </a:lnTo>
                  <a:close/>
                  <a:moveTo>
                    <a:pt x="42415" y="47519"/>
                  </a:moveTo>
                  <a:lnTo>
                    <a:pt x="45214" y="21837"/>
                  </a:lnTo>
                  <a:lnTo>
                    <a:pt x="2105" y="61062"/>
                  </a:lnTo>
                  <a:close/>
                  <a:moveTo>
                    <a:pt x="95949" y="86951"/>
                  </a:moveTo>
                  <a:lnTo>
                    <a:pt x="117014" y="69498"/>
                  </a:lnTo>
                  <a:lnTo>
                    <a:pt x="98137" y="84274"/>
                  </a:lnTo>
                  <a:close/>
                  <a:moveTo>
                    <a:pt x="104946" y="47519"/>
                  </a:moveTo>
                  <a:lnTo>
                    <a:pt x="98137" y="84274"/>
                  </a:lnTo>
                  <a:lnTo>
                    <a:pt x="123009" y="67091"/>
                  </a:lnTo>
                  <a:close/>
                  <a:moveTo>
                    <a:pt x="45214" y="21837"/>
                  </a:moveTo>
                  <a:lnTo>
                    <a:pt x="83737" y="30336"/>
                  </a:lnTo>
                  <a:lnTo>
                    <a:pt x="65955" y="47519"/>
                  </a:lnTo>
                  <a:close/>
                  <a:moveTo>
                    <a:pt x="131066" y="30336"/>
                  </a:moveTo>
                  <a:lnTo>
                    <a:pt x="157820" y="13152"/>
                  </a:lnTo>
                  <a:lnTo>
                    <a:pt x="98426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975" name="Input_density__14">
              <a:extLst>
                <a:ext uri="{FF2B5EF4-FFF2-40B4-BE49-F238E27FC236}">
                  <a16:creationId xmlns:a16="http://schemas.microsoft.com/office/drawing/2014/main" id="{9D517164-6B0F-1672-253A-E21E7F3D3D5B}"/>
                </a:ext>
              </a:extLst>
            </p:cNvPr>
            <p:cNvSpPr>
              <a:spLocks noGrp="1"/>
            </p:cNvSpPr>
            <p:nvPr/>
          </p:nvSpPr>
          <p:spPr>
            <a:xfrm>
              <a:off x="1403259" y="3040359"/>
              <a:ext cx="20521" cy="19483"/>
            </a:xfrm>
            <a:custGeom>
              <a:avLst/>
              <a:gdLst/>
              <a:ahLst/>
              <a:cxnLst/>
              <a:rect l="0" t="0" r="0" b="0"/>
              <a:pathLst>
                <a:path w="20521" h="19483">
                  <a:moveTo>
                    <a:pt x="8296" y="9597"/>
                  </a:moveTo>
                  <a:lnTo>
                    <a:pt x="20521" y="0"/>
                  </a:lnTo>
                  <a:lnTo>
                    <a:pt x="0" y="1948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76" name="Input_density__15">
              <a:extLst>
                <a:ext uri="{FF2B5EF4-FFF2-40B4-BE49-F238E27FC236}">
                  <a16:creationId xmlns:a16="http://schemas.microsoft.com/office/drawing/2014/main" id="{F04F93A0-9F08-F729-CB2F-80D4F13A7AA9}"/>
                </a:ext>
              </a:extLst>
            </p:cNvPr>
            <p:cNvSpPr>
              <a:spLocks noGrp="1"/>
            </p:cNvSpPr>
            <p:nvPr/>
          </p:nvSpPr>
          <p:spPr>
            <a:xfrm>
              <a:off x="1171862" y="2806732"/>
              <a:ext cx="697002" cy="294774"/>
            </a:xfrm>
            <a:custGeom>
              <a:avLst/>
              <a:gdLst/>
              <a:ahLst/>
              <a:cxnLst/>
              <a:rect l="0" t="0" r="0" b="0"/>
              <a:pathLst>
                <a:path w="697002" h="294774">
                  <a:moveTo>
                    <a:pt x="12205" y="258019"/>
                  </a:moveTo>
                  <a:lnTo>
                    <a:pt x="13071" y="240836"/>
                  </a:lnTo>
                  <a:lnTo>
                    <a:pt x="0" y="294774"/>
                  </a:lnTo>
                  <a:close/>
                  <a:moveTo>
                    <a:pt x="220597" y="241101"/>
                  </a:moveTo>
                  <a:lnTo>
                    <a:pt x="202799" y="270766"/>
                  </a:lnTo>
                  <a:lnTo>
                    <a:pt x="251917" y="233627"/>
                  </a:lnTo>
                  <a:close/>
                  <a:moveTo>
                    <a:pt x="239692" y="243224"/>
                  </a:moveTo>
                  <a:lnTo>
                    <a:pt x="256646" y="226041"/>
                  </a:lnTo>
                  <a:lnTo>
                    <a:pt x="251917" y="233627"/>
                  </a:lnTo>
                  <a:close/>
                  <a:moveTo>
                    <a:pt x="280095" y="172102"/>
                  </a:moveTo>
                  <a:lnTo>
                    <a:pt x="264494" y="184443"/>
                  </a:lnTo>
                  <a:lnTo>
                    <a:pt x="256646" y="226041"/>
                  </a:lnTo>
                  <a:close/>
                  <a:moveTo>
                    <a:pt x="264494" y="184443"/>
                  </a:moveTo>
                  <a:lnTo>
                    <a:pt x="280095" y="172102"/>
                  </a:lnTo>
                  <a:lnTo>
                    <a:pt x="319565" y="169557"/>
                  </a:lnTo>
                  <a:close/>
                  <a:moveTo>
                    <a:pt x="333600" y="125823"/>
                  </a:moveTo>
                  <a:lnTo>
                    <a:pt x="328627" y="154919"/>
                  </a:lnTo>
                  <a:lnTo>
                    <a:pt x="341177" y="125786"/>
                  </a:lnTo>
                  <a:close/>
                  <a:moveTo>
                    <a:pt x="671920" y="9302"/>
                  </a:moveTo>
                  <a:lnTo>
                    <a:pt x="697002" y="15064"/>
                  </a:lnTo>
                  <a:lnTo>
                    <a:pt x="66184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77" name="Input_density__16">
              <a:extLst>
                <a:ext uri="{FF2B5EF4-FFF2-40B4-BE49-F238E27FC236}">
                  <a16:creationId xmlns:a16="http://schemas.microsoft.com/office/drawing/2014/main" id="{C1D7A1A7-D7E3-D855-53D2-BF60315C0BF6}"/>
                </a:ext>
              </a:extLst>
            </p:cNvPr>
            <p:cNvSpPr>
              <a:spLocks noGrp="1"/>
            </p:cNvSpPr>
            <p:nvPr/>
          </p:nvSpPr>
          <p:spPr>
            <a:xfrm>
              <a:off x="1117103" y="2657593"/>
              <a:ext cx="716604" cy="397153"/>
            </a:xfrm>
            <a:custGeom>
              <a:avLst/>
              <a:gdLst/>
              <a:ahLst/>
              <a:cxnLst/>
              <a:rect l="0" t="0" r="0" b="0"/>
              <a:pathLst>
                <a:path w="716604" h="397153">
                  <a:moveTo>
                    <a:pt x="50607" y="353220"/>
                  </a:moveTo>
                  <a:lnTo>
                    <a:pt x="53607" y="354336"/>
                  </a:lnTo>
                  <a:lnTo>
                    <a:pt x="24095" y="362325"/>
                  </a:lnTo>
                  <a:close/>
                  <a:moveTo>
                    <a:pt x="53607" y="354336"/>
                  </a:moveTo>
                  <a:lnTo>
                    <a:pt x="40998" y="397153"/>
                  </a:lnTo>
                  <a:lnTo>
                    <a:pt x="24095" y="362325"/>
                  </a:lnTo>
                  <a:close/>
                  <a:moveTo>
                    <a:pt x="7981" y="319594"/>
                  </a:moveTo>
                  <a:lnTo>
                    <a:pt x="50607" y="353220"/>
                  </a:lnTo>
                  <a:lnTo>
                    <a:pt x="17403" y="337305"/>
                  </a:lnTo>
                  <a:close/>
                  <a:moveTo>
                    <a:pt x="53607" y="354336"/>
                  </a:moveTo>
                  <a:lnTo>
                    <a:pt x="50607" y="353220"/>
                  </a:lnTo>
                  <a:lnTo>
                    <a:pt x="7981" y="319594"/>
                  </a:lnTo>
                  <a:close/>
                  <a:moveTo>
                    <a:pt x="50607" y="353220"/>
                  </a:moveTo>
                  <a:lnTo>
                    <a:pt x="55369" y="352903"/>
                  </a:lnTo>
                  <a:lnTo>
                    <a:pt x="17403" y="337305"/>
                  </a:lnTo>
                  <a:close/>
                  <a:moveTo>
                    <a:pt x="17403" y="337305"/>
                  </a:moveTo>
                  <a:lnTo>
                    <a:pt x="55369" y="352903"/>
                  </a:lnTo>
                  <a:lnTo>
                    <a:pt x="68273" y="306713"/>
                  </a:lnTo>
                  <a:close/>
                  <a:moveTo>
                    <a:pt x="17403" y="337305"/>
                  </a:moveTo>
                  <a:lnTo>
                    <a:pt x="68273" y="306713"/>
                  </a:lnTo>
                  <a:lnTo>
                    <a:pt x="34469" y="304901"/>
                  </a:lnTo>
                  <a:close/>
                  <a:moveTo>
                    <a:pt x="97563" y="299282"/>
                  </a:moveTo>
                  <a:lnTo>
                    <a:pt x="68273" y="306713"/>
                  </a:lnTo>
                  <a:lnTo>
                    <a:pt x="99254" y="299567"/>
                  </a:lnTo>
                  <a:close/>
                  <a:moveTo>
                    <a:pt x="99254" y="299567"/>
                  </a:moveTo>
                  <a:lnTo>
                    <a:pt x="68273" y="306713"/>
                  </a:lnTo>
                  <a:lnTo>
                    <a:pt x="55369" y="352903"/>
                  </a:lnTo>
                  <a:close/>
                  <a:moveTo>
                    <a:pt x="99254" y="299567"/>
                  </a:moveTo>
                  <a:lnTo>
                    <a:pt x="55369" y="352903"/>
                  </a:lnTo>
                  <a:lnTo>
                    <a:pt x="92777" y="349580"/>
                  </a:lnTo>
                  <a:close/>
                  <a:moveTo>
                    <a:pt x="28707" y="299282"/>
                  </a:moveTo>
                  <a:lnTo>
                    <a:pt x="0" y="316465"/>
                  </a:lnTo>
                  <a:lnTo>
                    <a:pt x="17403" y="337305"/>
                  </a:lnTo>
                  <a:close/>
                  <a:moveTo>
                    <a:pt x="153949" y="371684"/>
                  </a:moveTo>
                  <a:lnTo>
                    <a:pt x="153504" y="376225"/>
                  </a:lnTo>
                  <a:lnTo>
                    <a:pt x="149112" y="388173"/>
                  </a:lnTo>
                  <a:close/>
                  <a:moveTo>
                    <a:pt x="133087" y="336037"/>
                  </a:moveTo>
                  <a:lnTo>
                    <a:pt x="151096" y="367223"/>
                  </a:lnTo>
                  <a:lnTo>
                    <a:pt x="143304" y="355608"/>
                  </a:lnTo>
                  <a:close/>
                  <a:moveTo>
                    <a:pt x="156430" y="318853"/>
                  </a:moveTo>
                  <a:lnTo>
                    <a:pt x="133087" y="336037"/>
                  </a:lnTo>
                  <a:lnTo>
                    <a:pt x="143304" y="355608"/>
                  </a:lnTo>
                  <a:close/>
                  <a:moveTo>
                    <a:pt x="204672" y="355608"/>
                  </a:moveTo>
                  <a:lnTo>
                    <a:pt x="153949" y="371684"/>
                  </a:lnTo>
                  <a:lnTo>
                    <a:pt x="156627" y="336037"/>
                  </a:lnTo>
                  <a:close/>
                  <a:moveTo>
                    <a:pt x="174409" y="318853"/>
                  </a:moveTo>
                  <a:lnTo>
                    <a:pt x="204672" y="355608"/>
                  </a:lnTo>
                  <a:lnTo>
                    <a:pt x="156627" y="336037"/>
                  </a:lnTo>
                  <a:close/>
                  <a:moveTo>
                    <a:pt x="161867" y="311283"/>
                  </a:moveTo>
                  <a:lnTo>
                    <a:pt x="174409" y="318853"/>
                  </a:lnTo>
                  <a:lnTo>
                    <a:pt x="135886" y="310355"/>
                  </a:lnTo>
                  <a:close/>
                  <a:moveTo>
                    <a:pt x="70473" y="295877"/>
                  </a:moveTo>
                  <a:lnTo>
                    <a:pt x="68273" y="306713"/>
                  </a:lnTo>
                  <a:lnTo>
                    <a:pt x="97563" y="299282"/>
                  </a:lnTo>
                  <a:close/>
                  <a:moveTo>
                    <a:pt x="221738" y="318853"/>
                  </a:moveTo>
                  <a:lnTo>
                    <a:pt x="213681" y="355608"/>
                  </a:lnTo>
                  <a:lnTo>
                    <a:pt x="232139" y="338425"/>
                  </a:lnTo>
                  <a:close/>
                  <a:moveTo>
                    <a:pt x="221738" y="318853"/>
                  </a:moveTo>
                  <a:lnTo>
                    <a:pt x="232139" y="338425"/>
                  </a:lnTo>
                  <a:lnTo>
                    <a:pt x="248492" y="301670"/>
                  </a:lnTo>
                  <a:close/>
                  <a:moveTo>
                    <a:pt x="183837" y="282098"/>
                  </a:moveTo>
                  <a:lnTo>
                    <a:pt x="189097" y="288518"/>
                  </a:lnTo>
                  <a:lnTo>
                    <a:pt x="212078" y="278231"/>
                  </a:lnTo>
                  <a:close/>
                  <a:moveTo>
                    <a:pt x="183837" y="282098"/>
                  </a:moveTo>
                  <a:lnTo>
                    <a:pt x="212078" y="278231"/>
                  </a:lnTo>
                  <a:lnTo>
                    <a:pt x="192169" y="264915"/>
                  </a:lnTo>
                  <a:close/>
                  <a:moveTo>
                    <a:pt x="248492" y="301670"/>
                  </a:moveTo>
                  <a:lnTo>
                    <a:pt x="212078" y="278231"/>
                  </a:lnTo>
                  <a:lnTo>
                    <a:pt x="189097" y="288518"/>
                  </a:lnTo>
                  <a:close/>
                  <a:moveTo>
                    <a:pt x="174147" y="245343"/>
                  </a:moveTo>
                  <a:lnTo>
                    <a:pt x="183837" y="282098"/>
                  </a:lnTo>
                  <a:lnTo>
                    <a:pt x="192169" y="264915"/>
                  </a:lnTo>
                  <a:close/>
                  <a:moveTo>
                    <a:pt x="174147" y="245343"/>
                  </a:moveTo>
                  <a:lnTo>
                    <a:pt x="192169" y="264915"/>
                  </a:lnTo>
                  <a:lnTo>
                    <a:pt x="168455" y="228160"/>
                  </a:lnTo>
                  <a:close/>
                  <a:moveTo>
                    <a:pt x="306912" y="287438"/>
                  </a:moveTo>
                  <a:lnTo>
                    <a:pt x="316961" y="301670"/>
                  </a:lnTo>
                  <a:lnTo>
                    <a:pt x="305717" y="284816"/>
                  </a:lnTo>
                  <a:close/>
                  <a:moveTo>
                    <a:pt x="192169" y="264915"/>
                  </a:moveTo>
                  <a:lnTo>
                    <a:pt x="212078" y="278231"/>
                  </a:lnTo>
                  <a:lnTo>
                    <a:pt x="218332" y="256935"/>
                  </a:lnTo>
                  <a:close/>
                  <a:moveTo>
                    <a:pt x="218332" y="256935"/>
                  </a:moveTo>
                  <a:lnTo>
                    <a:pt x="212078" y="278231"/>
                  </a:lnTo>
                  <a:lnTo>
                    <a:pt x="255107" y="298873"/>
                  </a:lnTo>
                  <a:close/>
                  <a:moveTo>
                    <a:pt x="192169" y="264915"/>
                  </a:moveTo>
                  <a:lnTo>
                    <a:pt x="218332" y="256935"/>
                  </a:lnTo>
                  <a:lnTo>
                    <a:pt x="168455" y="228160"/>
                  </a:lnTo>
                  <a:close/>
                  <a:moveTo>
                    <a:pt x="247531" y="215538"/>
                  </a:moveTo>
                  <a:lnTo>
                    <a:pt x="218332" y="256935"/>
                  </a:lnTo>
                  <a:lnTo>
                    <a:pt x="258762" y="251155"/>
                  </a:lnTo>
                  <a:close/>
                  <a:moveTo>
                    <a:pt x="357804" y="314306"/>
                  </a:moveTo>
                  <a:lnTo>
                    <a:pt x="306912" y="287438"/>
                  </a:lnTo>
                  <a:lnTo>
                    <a:pt x="307436" y="283419"/>
                  </a:lnTo>
                  <a:close/>
                  <a:moveTo>
                    <a:pt x="307436" y="283419"/>
                  </a:moveTo>
                  <a:lnTo>
                    <a:pt x="320044" y="284487"/>
                  </a:lnTo>
                  <a:lnTo>
                    <a:pt x="357804" y="314306"/>
                  </a:lnTo>
                  <a:close/>
                  <a:moveTo>
                    <a:pt x="716604" y="149139"/>
                  </a:moveTo>
                  <a:lnTo>
                    <a:pt x="687746" y="127448"/>
                  </a:lnTo>
                  <a:lnTo>
                    <a:pt x="656513" y="145254"/>
                  </a:lnTo>
                  <a:close/>
                  <a:moveTo>
                    <a:pt x="652267" y="58453"/>
                  </a:moveTo>
                  <a:lnTo>
                    <a:pt x="674110" y="86472"/>
                  </a:lnTo>
                  <a:lnTo>
                    <a:pt x="672189" y="90693"/>
                  </a:lnTo>
                  <a:close/>
                  <a:moveTo>
                    <a:pt x="672189" y="90693"/>
                  </a:moveTo>
                  <a:lnTo>
                    <a:pt x="674110" y="86472"/>
                  </a:lnTo>
                  <a:lnTo>
                    <a:pt x="652392" y="107877"/>
                  </a:lnTo>
                  <a:close/>
                  <a:moveTo>
                    <a:pt x="652451" y="33861"/>
                  </a:moveTo>
                  <a:lnTo>
                    <a:pt x="652267" y="58453"/>
                  </a:lnTo>
                  <a:lnTo>
                    <a:pt x="651579" y="53938"/>
                  </a:lnTo>
                  <a:close/>
                  <a:moveTo>
                    <a:pt x="656520" y="0"/>
                  </a:moveTo>
                  <a:lnTo>
                    <a:pt x="653098" y="13031"/>
                  </a:lnTo>
                  <a:lnTo>
                    <a:pt x="651579" y="539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78" name="Input_density__17">
              <a:extLst>
                <a:ext uri="{FF2B5EF4-FFF2-40B4-BE49-F238E27FC236}">
                  <a16:creationId xmlns:a16="http://schemas.microsoft.com/office/drawing/2014/main" id="{AE739E40-0C88-47D3-A2D1-4EF6E874798C}"/>
                </a:ext>
              </a:extLst>
            </p:cNvPr>
            <p:cNvSpPr>
              <a:spLocks noGrp="1"/>
            </p:cNvSpPr>
            <p:nvPr/>
          </p:nvSpPr>
          <p:spPr>
            <a:xfrm>
              <a:off x="1163090" y="2804613"/>
              <a:ext cx="711047" cy="260139"/>
            </a:xfrm>
            <a:custGeom>
              <a:avLst/>
              <a:gdLst/>
              <a:ahLst/>
              <a:cxnLst/>
              <a:rect l="0" t="0" r="0" b="0"/>
              <a:pathLst>
                <a:path w="711047" h="260139">
                  <a:moveTo>
                    <a:pt x="21843" y="242955"/>
                  </a:moveTo>
                  <a:lnTo>
                    <a:pt x="20977" y="260139"/>
                  </a:lnTo>
                  <a:lnTo>
                    <a:pt x="7620" y="207316"/>
                  </a:lnTo>
                  <a:close/>
                  <a:moveTo>
                    <a:pt x="21085" y="241116"/>
                  </a:moveTo>
                  <a:lnTo>
                    <a:pt x="4620" y="206200"/>
                  </a:lnTo>
                  <a:lnTo>
                    <a:pt x="0" y="200948"/>
                  </a:lnTo>
                  <a:close/>
                  <a:moveTo>
                    <a:pt x="21085" y="241116"/>
                  </a:moveTo>
                  <a:lnTo>
                    <a:pt x="21843" y="242955"/>
                  </a:lnTo>
                  <a:lnTo>
                    <a:pt x="46790" y="202560"/>
                  </a:lnTo>
                  <a:close/>
                  <a:moveTo>
                    <a:pt x="14032" y="112609"/>
                  </a:moveTo>
                  <a:lnTo>
                    <a:pt x="51575" y="152262"/>
                  </a:lnTo>
                  <a:lnTo>
                    <a:pt x="16398" y="115507"/>
                  </a:lnTo>
                  <a:close/>
                  <a:moveTo>
                    <a:pt x="260924" y="140418"/>
                  </a:moveTo>
                  <a:lnTo>
                    <a:pt x="288867" y="174222"/>
                  </a:lnTo>
                  <a:lnTo>
                    <a:pt x="270973" y="154650"/>
                  </a:lnTo>
                  <a:close/>
                  <a:moveTo>
                    <a:pt x="199721" y="63957"/>
                  </a:moveTo>
                  <a:lnTo>
                    <a:pt x="178812" y="82567"/>
                  </a:lnTo>
                  <a:lnTo>
                    <a:pt x="201544" y="68518"/>
                  </a:lnTo>
                  <a:close/>
                  <a:moveTo>
                    <a:pt x="184537" y="10509"/>
                  </a:moveTo>
                  <a:lnTo>
                    <a:pt x="182866" y="56615"/>
                  </a:lnTo>
                  <a:lnTo>
                    <a:pt x="199721" y="63957"/>
                  </a:lnTo>
                  <a:close/>
                  <a:moveTo>
                    <a:pt x="705774" y="17183"/>
                  </a:moveTo>
                  <a:lnTo>
                    <a:pt x="711047" y="0"/>
                  </a:lnTo>
                  <a:lnTo>
                    <a:pt x="670616" y="211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79" name="Input_density__18">
              <a:extLst>
                <a:ext uri="{FF2B5EF4-FFF2-40B4-BE49-F238E27FC236}">
                  <a16:creationId xmlns:a16="http://schemas.microsoft.com/office/drawing/2014/main" id="{1238B76D-2597-F89F-114B-401A76EEA27F}"/>
                </a:ext>
              </a:extLst>
            </p:cNvPr>
            <p:cNvSpPr>
              <a:spLocks noGrp="1"/>
            </p:cNvSpPr>
            <p:nvPr/>
          </p:nvSpPr>
          <p:spPr>
            <a:xfrm>
              <a:off x="1089553" y="2798808"/>
              <a:ext cx="744154" cy="248760"/>
            </a:xfrm>
            <a:custGeom>
              <a:avLst/>
              <a:gdLst/>
              <a:ahLst/>
              <a:cxnLst/>
              <a:rect l="0" t="0" r="0" b="0"/>
              <a:pathLst>
                <a:path w="744154" h="248760">
                  <a:moveTo>
                    <a:pt x="118222" y="220876"/>
                  </a:moveTo>
                  <a:lnTo>
                    <a:pt x="95380" y="248760"/>
                  </a:lnTo>
                  <a:lnTo>
                    <a:pt x="81157" y="213121"/>
                  </a:lnTo>
                  <a:close/>
                  <a:moveTo>
                    <a:pt x="55099" y="189558"/>
                  </a:moveTo>
                  <a:lnTo>
                    <a:pt x="81157" y="213121"/>
                  </a:lnTo>
                  <a:lnTo>
                    <a:pt x="35531" y="178379"/>
                  </a:lnTo>
                  <a:close/>
                  <a:moveTo>
                    <a:pt x="27550" y="175250"/>
                  </a:moveTo>
                  <a:lnTo>
                    <a:pt x="35531" y="178379"/>
                  </a:lnTo>
                  <a:lnTo>
                    <a:pt x="44953" y="196089"/>
                  </a:lnTo>
                  <a:close/>
                  <a:moveTo>
                    <a:pt x="82920" y="211688"/>
                  </a:moveTo>
                  <a:lnTo>
                    <a:pt x="78157" y="212005"/>
                  </a:lnTo>
                  <a:lnTo>
                    <a:pt x="94623" y="246921"/>
                  </a:lnTo>
                  <a:close/>
                  <a:moveTo>
                    <a:pt x="120327" y="208365"/>
                  </a:moveTo>
                  <a:lnTo>
                    <a:pt x="95380" y="248760"/>
                  </a:lnTo>
                  <a:lnTo>
                    <a:pt x="118222" y="220876"/>
                  </a:lnTo>
                  <a:close/>
                  <a:moveTo>
                    <a:pt x="82920" y="211688"/>
                  </a:moveTo>
                  <a:lnTo>
                    <a:pt x="94623" y="246921"/>
                  </a:lnTo>
                  <a:lnTo>
                    <a:pt x="120327" y="208365"/>
                  </a:lnTo>
                  <a:close/>
                  <a:moveTo>
                    <a:pt x="56257" y="158067"/>
                  </a:moveTo>
                  <a:lnTo>
                    <a:pt x="0" y="135429"/>
                  </a:lnTo>
                  <a:lnTo>
                    <a:pt x="5778" y="138495"/>
                  </a:lnTo>
                  <a:close/>
                  <a:moveTo>
                    <a:pt x="56257" y="158067"/>
                  </a:moveTo>
                  <a:lnTo>
                    <a:pt x="5778" y="138495"/>
                  </a:lnTo>
                  <a:lnTo>
                    <a:pt x="27550" y="175250"/>
                  </a:lnTo>
                  <a:close/>
                  <a:moveTo>
                    <a:pt x="125113" y="158067"/>
                  </a:moveTo>
                  <a:lnTo>
                    <a:pt x="126804" y="158352"/>
                  </a:lnTo>
                  <a:lnTo>
                    <a:pt x="89936" y="121311"/>
                  </a:lnTo>
                  <a:close/>
                  <a:moveTo>
                    <a:pt x="61997" y="156863"/>
                  </a:moveTo>
                  <a:lnTo>
                    <a:pt x="98023" y="154662"/>
                  </a:lnTo>
                  <a:lnTo>
                    <a:pt x="87569" y="118414"/>
                  </a:lnTo>
                  <a:close/>
                  <a:moveTo>
                    <a:pt x="87569" y="118414"/>
                  </a:moveTo>
                  <a:lnTo>
                    <a:pt x="98023" y="154662"/>
                  </a:lnTo>
                  <a:lnTo>
                    <a:pt x="125113" y="158067"/>
                  </a:lnTo>
                  <a:close/>
                  <a:moveTo>
                    <a:pt x="275081" y="74323"/>
                  </a:moveTo>
                  <a:lnTo>
                    <a:pt x="252350" y="88372"/>
                  </a:lnTo>
                  <a:lnTo>
                    <a:pt x="245882" y="115720"/>
                  </a:lnTo>
                  <a:close/>
                  <a:moveTo>
                    <a:pt x="286312" y="109939"/>
                  </a:moveTo>
                  <a:lnTo>
                    <a:pt x="320295" y="109400"/>
                  </a:lnTo>
                  <a:lnTo>
                    <a:pt x="275081" y="74323"/>
                  </a:lnTo>
                  <a:close/>
                  <a:moveTo>
                    <a:pt x="196005" y="86945"/>
                  </a:moveTo>
                  <a:lnTo>
                    <a:pt x="196798" y="83789"/>
                  </a:lnTo>
                  <a:lnTo>
                    <a:pt x="192111" y="42852"/>
                  </a:lnTo>
                  <a:close/>
                  <a:moveTo>
                    <a:pt x="252350" y="88372"/>
                  </a:moveTo>
                  <a:lnTo>
                    <a:pt x="273258" y="69761"/>
                  </a:lnTo>
                  <a:lnTo>
                    <a:pt x="256403" y="62419"/>
                  </a:lnTo>
                  <a:close/>
                  <a:moveTo>
                    <a:pt x="684063" y="4039"/>
                  </a:moveTo>
                  <a:lnTo>
                    <a:pt x="683397" y="3822"/>
                  </a:lnTo>
                  <a:lnTo>
                    <a:pt x="696089" y="20632"/>
                  </a:lnTo>
                  <a:close/>
                  <a:moveTo>
                    <a:pt x="683397" y="3822"/>
                  </a:moveTo>
                  <a:lnTo>
                    <a:pt x="682982" y="0"/>
                  </a:lnTo>
                  <a:lnTo>
                    <a:pt x="696021" y="20600"/>
                  </a:lnTo>
                  <a:close/>
                  <a:moveTo>
                    <a:pt x="723614" y="27337"/>
                  </a:moveTo>
                  <a:lnTo>
                    <a:pt x="744154" y="7924"/>
                  </a:lnTo>
                  <a:lnTo>
                    <a:pt x="684063" y="403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80" name="Input_density__19">
              <a:extLst>
                <a:ext uri="{FF2B5EF4-FFF2-40B4-BE49-F238E27FC236}">
                  <a16:creationId xmlns:a16="http://schemas.microsoft.com/office/drawing/2014/main" id="{2A37AE70-01F7-F68A-4327-BE41F2244177}"/>
                </a:ext>
              </a:extLst>
            </p:cNvPr>
            <p:cNvSpPr>
              <a:spLocks noGrp="1"/>
            </p:cNvSpPr>
            <p:nvPr/>
          </p:nvSpPr>
          <p:spPr>
            <a:xfrm>
              <a:off x="1250190" y="2694348"/>
              <a:ext cx="554660" cy="334929"/>
            </a:xfrm>
            <a:custGeom>
              <a:avLst/>
              <a:gdLst/>
              <a:ahLst/>
              <a:cxnLst/>
              <a:rect l="0" t="0" r="0" b="0"/>
              <a:pathLst>
                <a:path w="554660" h="334929">
                  <a:moveTo>
                    <a:pt x="28780" y="274528"/>
                  </a:moveTo>
                  <a:lnTo>
                    <a:pt x="0" y="299282"/>
                  </a:lnTo>
                  <a:lnTo>
                    <a:pt x="23344" y="282098"/>
                  </a:lnTo>
                  <a:close/>
                  <a:moveTo>
                    <a:pt x="28780" y="274528"/>
                  </a:moveTo>
                  <a:lnTo>
                    <a:pt x="2800" y="273600"/>
                  </a:lnTo>
                  <a:lnTo>
                    <a:pt x="0" y="299282"/>
                  </a:lnTo>
                  <a:close/>
                  <a:moveTo>
                    <a:pt x="23540" y="299282"/>
                  </a:moveTo>
                  <a:lnTo>
                    <a:pt x="20862" y="334929"/>
                  </a:lnTo>
                  <a:lnTo>
                    <a:pt x="18010" y="330468"/>
                  </a:lnTo>
                  <a:close/>
                  <a:moveTo>
                    <a:pt x="122020" y="262119"/>
                  </a:moveTo>
                  <a:lnTo>
                    <a:pt x="78991" y="241476"/>
                  </a:lnTo>
                  <a:lnTo>
                    <a:pt x="115405" y="264915"/>
                  </a:lnTo>
                  <a:close/>
                  <a:moveTo>
                    <a:pt x="125675" y="214400"/>
                  </a:moveTo>
                  <a:lnTo>
                    <a:pt x="85246" y="220180"/>
                  </a:lnTo>
                  <a:lnTo>
                    <a:pt x="122020" y="262119"/>
                  </a:lnTo>
                  <a:close/>
                  <a:moveTo>
                    <a:pt x="122020" y="262119"/>
                  </a:moveTo>
                  <a:lnTo>
                    <a:pt x="172631" y="248062"/>
                  </a:lnTo>
                  <a:lnTo>
                    <a:pt x="159658" y="213861"/>
                  </a:lnTo>
                  <a:close/>
                  <a:moveTo>
                    <a:pt x="122020" y="262119"/>
                  </a:moveTo>
                  <a:lnTo>
                    <a:pt x="159658" y="213861"/>
                  </a:lnTo>
                  <a:lnTo>
                    <a:pt x="125675" y="214400"/>
                  </a:lnTo>
                  <a:close/>
                  <a:moveTo>
                    <a:pt x="173825" y="250683"/>
                  </a:moveTo>
                  <a:lnTo>
                    <a:pt x="176990" y="230548"/>
                  </a:lnTo>
                  <a:lnTo>
                    <a:pt x="174350" y="246664"/>
                  </a:lnTo>
                  <a:close/>
                  <a:moveTo>
                    <a:pt x="186958" y="247732"/>
                  </a:moveTo>
                  <a:lnTo>
                    <a:pt x="174350" y="246664"/>
                  </a:lnTo>
                  <a:lnTo>
                    <a:pt x="165195" y="209359"/>
                  </a:lnTo>
                  <a:close/>
                  <a:moveTo>
                    <a:pt x="165195" y="209359"/>
                  </a:moveTo>
                  <a:lnTo>
                    <a:pt x="174350" y="246664"/>
                  </a:lnTo>
                  <a:lnTo>
                    <a:pt x="145283" y="198459"/>
                  </a:lnTo>
                  <a:close/>
                  <a:moveTo>
                    <a:pt x="357638" y="151000"/>
                  </a:moveTo>
                  <a:lnTo>
                    <a:pt x="336381" y="159427"/>
                  </a:lnTo>
                  <a:lnTo>
                    <a:pt x="365350" y="154990"/>
                  </a:lnTo>
                  <a:close/>
                  <a:moveTo>
                    <a:pt x="523426" y="108499"/>
                  </a:moveTo>
                  <a:lnTo>
                    <a:pt x="522218" y="107877"/>
                  </a:lnTo>
                  <a:lnTo>
                    <a:pt x="522760" y="108282"/>
                  </a:lnTo>
                  <a:close/>
                  <a:moveTo>
                    <a:pt x="522346" y="104460"/>
                  </a:moveTo>
                  <a:lnTo>
                    <a:pt x="522760" y="108282"/>
                  </a:lnTo>
                  <a:lnTo>
                    <a:pt x="522218" y="107877"/>
                  </a:lnTo>
                  <a:close/>
                  <a:moveTo>
                    <a:pt x="522218" y="107877"/>
                  </a:moveTo>
                  <a:lnTo>
                    <a:pt x="523426" y="108499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2218" y="107877"/>
                  </a:lnTo>
                  <a:lnTo>
                    <a:pt x="523718" y="107504"/>
                  </a:lnTo>
                  <a:close/>
                  <a:moveTo>
                    <a:pt x="523426" y="108499"/>
                  </a:moveTo>
                  <a:lnTo>
                    <a:pt x="554660" y="90693"/>
                  </a:lnTo>
                  <a:lnTo>
                    <a:pt x="523718" y="107504"/>
                  </a:lnTo>
                  <a:close/>
                  <a:moveTo>
                    <a:pt x="522346" y="104460"/>
                  </a:moveTo>
                  <a:lnTo>
                    <a:pt x="523718" y="107504"/>
                  </a:lnTo>
                  <a:lnTo>
                    <a:pt x="519306" y="71122"/>
                  </a:lnTo>
                  <a:close/>
                  <a:moveTo>
                    <a:pt x="519306" y="71122"/>
                  </a:moveTo>
                  <a:lnTo>
                    <a:pt x="523718" y="107504"/>
                  </a:lnTo>
                  <a:lnTo>
                    <a:pt x="554660" y="90693"/>
                  </a:lnTo>
                  <a:close/>
                  <a:moveTo>
                    <a:pt x="519306" y="71122"/>
                  </a:moveTo>
                  <a:lnTo>
                    <a:pt x="554660" y="90693"/>
                  </a:lnTo>
                  <a:lnTo>
                    <a:pt x="539102" y="53938"/>
                  </a:lnTo>
                  <a:close/>
                  <a:moveTo>
                    <a:pt x="539102" y="53938"/>
                  </a:moveTo>
                  <a:lnTo>
                    <a:pt x="529364" y="34494"/>
                  </a:lnTo>
                  <a:lnTo>
                    <a:pt x="519181" y="21698"/>
                  </a:lnTo>
                  <a:close/>
                  <a:moveTo>
                    <a:pt x="518493" y="17183"/>
                  </a:moveTo>
                  <a:lnTo>
                    <a:pt x="519181" y="21698"/>
                  </a:lnTo>
                  <a:lnTo>
                    <a:pt x="529364" y="34494"/>
                  </a:lnTo>
                  <a:close/>
                  <a:moveTo>
                    <a:pt x="538954" y="0"/>
                  </a:moveTo>
                  <a:lnTo>
                    <a:pt x="518493" y="17183"/>
                  </a:lnTo>
                  <a:lnTo>
                    <a:pt x="529364" y="3449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981" name="Input_density__20">
              <a:extLst>
                <a:ext uri="{FF2B5EF4-FFF2-40B4-BE49-F238E27FC236}">
                  <a16:creationId xmlns:a16="http://schemas.microsoft.com/office/drawing/2014/main" id="{793248F2-F5B6-E587-7A56-04AE84ED1A24}"/>
                </a:ext>
              </a:extLst>
            </p:cNvPr>
            <p:cNvSpPr>
              <a:spLocks noGrp="1"/>
            </p:cNvSpPr>
            <p:nvPr/>
          </p:nvSpPr>
          <p:spPr>
            <a:xfrm>
              <a:off x="1188362" y="2587834"/>
              <a:ext cx="685776" cy="459999"/>
            </a:xfrm>
            <a:custGeom>
              <a:avLst/>
              <a:gdLst/>
              <a:ahLst/>
              <a:cxnLst/>
              <a:rect l="0" t="0" r="0" b="0"/>
              <a:pathLst>
                <a:path w="685776" h="459999">
                  <a:moveTo>
                    <a:pt x="238870" y="440483"/>
                  </a:moveTo>
                  <a:lnTo>
                    <a:pt x="204097" y="459999"/>
                  </a:lnTo>
                  <a:lnTo>
                    <a:pt x="235418" y="452525"/>
                  </a:lnTo>
                  <a:close/>
                  <a:moveTo>
                    <a:pt x="238870" y="440483"/>
                  </a:moveTo>
                  <a:lnTo>
                    <a:pt x="208855" y="437796"/>
                  </a:lnTo>
                  <a:lnTo>
                    <a:pt x="204097" y="459999"/>
                  </a:lnTo>
                  <a:close/>
                  <a:moveTo>
                    <a:pt x="238870" y="440483"/>
                  </a:moveTo>
                  <a:lnTo>
                    <a:pt x="235418" y="452525"/>
                  </a:lnTo>
                  <a:lnTo>
                    <a:pt x="240146" y="444938"/>
                  </a:lnTo>
                  <a:close/>
                  <a:moveTo>
                    <a:pt x="240146" y="444938"/>
                  </a:moveTo>
                  <a:lnTo>
                    <a:pt x="247995" y="403341"/>
                  </a:lnTo>
                  <a:lnTo>
                    <a:pt x="238870" y="440483"/>
                  </a:lnTo>
                  <a:close/>
                  <a:moveTo>
                    <a:pt x="263596" y="391000"/>
                  </a:moveTo>
                  <a:lnTo>
                    <a:pt x="235653" y="357196"/>
                  </a:lnTo>
                  <a:lnTo>
                    <a:pt x="286545" y="384065"/>
                  </a:lnTo>
                  <a:close/>
                  <a:moveTo>
                    <a:pt x="14057" y="96960"/>
                  </a:moveTo>
                  <a:lnTo>
                    <a:pt x="11918" y="86825"/>
                  </a:lnTo>
                  <a:lnTo>
                    <a:pt x="0" y="99010"/>
                  </a:lnTo>
                  <a:close/>
                  <a:moveTo>
                    <a:pt x="655420" y="228200"/>
                  </a:moveTo>
                  <a:lnTo>
                    <a:pt x="645345" y="218898"/>
                  </a:lnTo>
                  <a:lnTo>
                    <a:pt x="624805" y="238310"/>
                  </a:lnTo>
                  <a:close/>
                  <a:moveTo>
                    <a:pt x="685776" y="216778"/>
                  </a:moveTo>
                  <a:lnTo>
                    <a:pt x="680503" y="233962"/>
                  </a:lnTo>
                  <a:lnTo>
                    <a:pt x="683075" y="235388"/>
                  </a:lnTo>
                  <a:close/>
                  <a:moveTo>
                    <a:pt x="665054" y="106513"/>
                  </a:moveTo>
                  <a:lnTo>
                    <a:pt x="670841" y="89330"/>
                  </a:lnTo>
                  <a:lnTo>
                    <a:pt x="675837" y="143268"/>
                  </a:lnTo>
                  <a:close/>
                  <a:moveTo>
                    <a:pt x="661953" y="0"/>
                  </a:moveTo>
                  <a:lnTo>
                    <a:pt x="671281" y="52575"/>
                  </a:lnTo>
                  <a:lnTo>
                    <a:pt x="662424" y="1582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982" name="Input_density__21">
              <a:extLst>
                <a:ext uri="{FF2B5EF4-FFF2-40B4-BE49-F238E27FC236}">
                  <a16:creationId xmlns:a16="http://schemas.microsoft.com/office/drawing/2014/main" id="{7B967986-0C69-901D-366B-8601645167BF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2410"/>
              <a:ext cx="58420" cy="16854"/>
            </a:xfrm>
            <a:custGeom>
              <a:avLst/>
              <a:gdLst/>
              <a:ahLst/>
              <a:cxnLst/>
              <a:rect l="0" t="0" r="0" b="0"/>
              <a:pathLst>
                <a:path w="58420" h="16854">
                  <a:moveTo>
                    <a:pt x="0" y="16854"/>
                  </a:moveTo>
                  <a:lnTo>
                    <a:pt x="28598" y="15700"/>
                  </a:lnTo>
                  <a:lnTo>
                    <a:pt x="6615" y="14057"/>
                  </a:lnTo>
                  <a:close/>
                  <a:moveTo>
                    <a:pt x="57226" y="0"/>
                  </a:moveTo>
                  <a:lnTo>
                    <a:pt x="6615" y="14057"/>
                  </a:lnTo>
                  <a:lnTo>
                    <a:pt x="58420" y="2621"/>
                  </a:lnTo>
                  <a:close/>
                  <a:moveTo>
                    <a:pt x="6615" y="14057"/>
                  </a:moveTo>
                  <a:lnTo>
                    <a:pt x="28598" y="15700"/>
                  </a:lnTo>
                  <a:lnTo>
                    <a:pt x="58420" y="262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983" name="Input_density__22">
              <a:extLst>
                <a:ext uri="{FF2B5EF4-FFF2-40B4-BE49-F238E27FC236}">
                  <a16:creationId xmlns:a16="http://schemas.microsoft.com/office/drawing/2014/main" id="{18303D7F-80E0-0839-DBA2-5542B28BFB59}"/>
                </a:ext>
              </a:extLst>
            </p:cNvPr>
            <p:cNvSpPr>
              <a:spLocks noGrp="1"/>
            </p:cNvSpPr>
            <p:nvPr/>
          </p:nvSpPr>
          <p:spPr>
            <a:xfrm>
              <a:off x="1049471" y="2456998"/>
              <a:ext cx="847717" cy="750326"/>
            </a:xfrm>
            <a:custGeom>
              <a:avLst/>
              <a:gdLst/>
              <a:ahLst/>
              <a:cxnLst/>
              <a:rect l="0" t="0" r="0" b="0"/>
              <a:pathLst>
                <a:path w="847717" h="750326">
                  <a:moveTo>
                    <a:pt x="146956" y="737590"/>
                  </a:moveTo>
                  <a:lnTo>
                    <a:pt x="146164" y="738080"/>
                  </a:lnTo>
                  <a:lnTo>
                    <a:pt x="156099" y="750326"/>
                  </a:lnTo>
                  <a:close/>
                  <a:moveTo>
                    <a:pt x="0" y="437990"/>
                  </a:moveTo>
                  <a:lnTo>
                    <a:pt x="31692" y="463122"/>
                  </a:lnTo>
                  <a:lnTo>
                    <a:pt x="22596" y="457394"/>
                  </a:lnTo>
                  <a:close/>
                  <a:moveTo>
                    <a:pt x="247790" y="720407"/>
                  </a:moveTo>
                  <a:lnTo>
                    <a:pt x="256274" y="678315"/>
                  </a:lnTo>
                  <a:lnTo>
                    <a:pt x="241179" y="666468"/>
                  </a:lnTo>
                  <a:close/>
                  <a:moveTo>
                    <a:pt x="256274" y="678315"/>
                  </a:moveTo>
                  <a:lnTo>
                    <a:pt x="278858" y="683651"/>
                  </a:lnTo>
                  <a:lnTo>
                    <a:pt x="264585" y="643062"/>
                  </a:lnTo>
                  <a:close/>
                  <a:moveTo>
                    <a:pt x="109213" y="448125"/>
                  </a:moveTo>
                  <a:lnTo>
                    <a:pt x="101564" y="445938"/>
                  </a:lnTo>
                  <a:lnTo>
                    <a:pt x="82485" y="460524"/>
                  </a:lnTo>
                  <a:close/>
                  <a:moveTo>
                    <a:pt x="102078" y="498673"/>
                  </a:moveTo>
                  <a:lnTo>
                    <a:pt x="127651" y="460224"/>
                  </a:lnTo>
                  <a:lnTo>
                    <a:pt x="109213" y="448125"/>
                  </a:lnTo>
                  <a:close/>
                  <a:moveTo>
                    <a:pt x="109213" y="448125"/>
                  </a:moveTo>
                  <a:lnTo>
                    <a:pt x="82863" y="433571"/>
                  </a:lnTo>
                  <a:lnTo>
                    <a:pt x="101564" y="445938"/>
                  </a:lnTo>
                  <a:close/>
                  <a:moveTo>
                    <a:pt x="324147" y="629713"/>
                  </a:moveTo>
                  <a:lnTo>
                    <a:pt x="325123" y="612530"/>
                  </a:lnTo>
                  <a:lnTo>
                    <a:pt x="317191" y="618962"/>
                  </a:lnTo>
                  <a:close/>
                  <a:moveTo>
                    <a:pt x="347745" y="568633"/>
                  </a:moveTo>
                  <a:lnTo>
                    <a:pt x="325123" y="612530"/>
                  </a:lnTo>
                  <a:lnTo>
                    <a:pt x="342988" y="590835"/>
                  </a:lnTo>
                  <a:close/>
                  <a:moveTo>
                    <a:pt x="347745" y="568633"/>
                  </a:moveTo>
                  <a:lnTo>
                    <a:pt x="377760" y="571319"/>
                  </a:lnTo>
                  <a:lnTo>
                    <a:pt x="357069" y="547275"/>
                  </a:lnTo>
                  <a:close/>
                  <a:moveTo>
                    <a:pt x="377760" y="571319"/>
                  </a:moveTo>
                  <a:lnTo>
                    <a:pt x="386885" y="534177"/>
                  </a:lnTo>
                  <a:lnTo>
                    <a:pt x="357069" y="547275"/>
                  </a:lnTo>
                  <a:close/>
                  <a:moveTo>
                    <a:pt x="386885" y="534177"/>
                  </a:moveTo>
                  <a:lnTo>
                    <a:pt x="410574" y="526536"/>
                  </a:lnTo>
                  <a:lnTo>
                    <a:pt x="357069" y="547275"/>
                  </a:lnTo>
                  <a:close/>
                  <a:moveTo>
                    <a:pt x="298156" y="358123"/>
                  </a:moveTo>
                  <a:lnTo>
                    <a:pt x="269244" y="371858"/>
                  </a:lnTo>
                  <a:lnTo>
                    <a:pt x="260166" y="406668"/>
                  </a:lnTo>
                  <a:close/>
                  <a:moveTo>
                    <a:pt x="298156" y="358123"/>
                  </a:moveTo>
                  <a:lnTo>
                    <a:pt x="260166" y="406668"/>
                  </a:lnTo>
                  <a:lnTo>
                    <a:pt x="296485" y="404230"/>
                  </a:lnTo>
                  <a:close/>
                  <a:moveTo>
                    <a:pt x="226030" y="374816"/>
                  </a:moveTo>
                  <a:lnTo>
                    <a:pt x="226350" y="362324"/>
                  </a:lnTo>
                  <a:lnTo>
                    <a:pt x="206343" y="333842"/>
                  </a:lnTo>
                  <a:close/>
                  <a:moveTo>
                    <a:pt x="132295" y="227797"/>
                  </a:moveTo>
                  <a:lnTo>
                    <a:pt x="138890" y="229846"/>
                  </a:lnTo>
                  <a:lnTo>
                    <a:pt x="150809" y="217661"/>
                  </a:lnTo>
                  <a:close/>
                  <a:moveTo>
                    <a:pt x="137311" y="223940"/>
                  </a:moveTo>
                  <a:lnTo>
                    <a:pt x="132295" y="227797"/>
                  </a:lnTo>
                  <a:lnTo>
                    <a:pt x="150809" y="217661"/>
                  </a:lnTo>
                  <a:close/>
                  <a:moveTo>
                    <a:pt x="418118" y="493761"/>
                  </a:moveTo>
                  <a:lnTo>
                    <a:pt x="410574" y="526536"/>
                  </a:lnTo>
                  <a:lnTo>
                    <a:pt x="449908" y="495006"/>
                  </a:lnTo>
                  <a:close/>
                  <a:moveTo>
                    <a:pt x="449908" y="495006"/>
                  </a:moveTo>
                  <a:lnTo>
                    <a:pt x="455991" y="475557"/>
                  </a:lnTo>
                  <a:lnTo>
                    <a:pt x="423235" y="477667"/>
                  </a:lnTo>
                  <a:close/>
                  <a:moveTo>
                    <a:pt x="842172" y="330431"/>
                  </a:moveTo>
                  <a:lnTo>
                    <a:pt x="824666" y="347615"/>
                  </a:lnTo>
                  <a:lnTo>
                    <a:pt x="847717" y="366297"/>
                  </a:lnTo>
                  <a:close/>
                  <a:moveTo>
                    <a:pt x="800843" y="130836"/>
                  </a:moveTo>
                  <a:lnTo>
                    <a:pt x="805805" y="171549"/>
                  </a:lnTo>
                  <a:lnTo>
                    <a:pt x="810171" y="183411"/>
                  </a:lnTo>
                  <a:close/>
                  <a:moveTo>
                    <a:pt x="805868" y="82004"/>
                  </a:moveTo>
                  <a:lnTo>
                    <a:pt x="805036" y="42674"/>
                  </a:lnTo>
                  <a:lnTo>
                    <a:pt x="775681" y="57496"/>
                  </a:lnTo>
                  <a:close/>
                  <a:moveTo>
                    <a:pt x="805282" y="37733"/>
                  </a:moveTo>
                  <a:lnTo>
                    <a:pt x="775681" y="57496"/>
                  </a:lnTo>
                  <a:lnTo>
                    <a:pt x="805036" y="42674"/>
                  </a:lnTo>
                  <a:close/>
                  <a:moveTo>
                    <a:pt x="778130" y="32719"/>
                  </a:moveTo>
                  <a:lnTo>
                    <a:pt x="805282" y="37733"/>
                  </a:lnTo>
                  <a:lnTo>
                    <a:pt x="796654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84" name="Input_density__23">
              <a:extLst>
                <a:ext uri="{FF2B5EF4-FFF2-40B4-BE49-F238E27FC236}">
                  <a16:creationId xmlns:a16="http://schemas.microsoft.com/office/drawing/2014/main" id="{C2FC6716-AC71-FAAB-7F01-C86688C81CA9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70666"/>
              <a:ext cx="795662" cy="724412"/>
            </a:xfrm>
            <a:custGeom>
              <a:avLst/>
              <a:gdLst/>
              <a:ahLst/>
              <a:cxnLst/>
              <a:rect l="0" t="0" r="0" b="0"/>
              <a:pathLst>
                <a:path w="795662" h="724412">
                  <a:moveTo>
                    <a:pt x="101645" y="704350"/>
                  </a:moveTo>
                  <a:lnTo>
                    <a:pt x="114472" y="724412"/>
                  </a:lnTo>
                  <a:lnTo>
                    <a:pt x="115265" y="723922"/>
                  </a:lnTo>
                  <a:close/>
                  <a:moveTo>
                    <a:pt x="78161" y="657673"/>
                  </a:moveTo>
                  <a:lnTo>
                    <a:pt x="100455" y="672005"/>
                  </a:lnTo>
                  <a:lnTo>
                    <a:pt x="98992" y="687167"/>
                  </a:lnTo>
                  <a:close/>
                  <a:moveTo>
                    <a:pt x="76848" y="650412"/>
                  </a:moveTo>
                  <a:lnTo>
                    <a:pt x="71173" y="618606"/>
                  </a:lnTo>
                  <a:lnTo>
                    <a:pt x="78161" y="657673"/>
                  </a:lnTo>
                  <a:close/>
                  <a:moveTo>
                    <a:pt x="81928" y="534895"/>
                  </a:moveTo>
                  <a:lnTo>
                    <a:pt x="86547" y="540147"/>
                  </a:lnTo>
                  <a:lnTo>
                    <a:pt x="60036" y="549252"/>
                  </a:lnTo>
                  <a:close/>
                  <a:moveTo>
                    <a:pt x="31829" y="472160"/>
                  </a:moveTo>
                  <a:lnTo>
                    <a:pt x="8390" y="463572"/>
                  </a:lnTo>
                  <a:lnTo>
                    <a:pt x="64647" y="486209"/>
                  </a:lnTo>
                  <a:close/>
                  <a:moveTo>
                    <a:pt x="0" y="449454"/>
                  </a:moveTo>
                  <a:lnTo>
                    <a:pt x="8390" y="463572"/>
                  </a:lnTo>
                  <a:lnTo>
                    <a:pt x="31829" y="472160"/>
                  </a:lnTo>
                  <a:close/>
                  <a:moveTo>
                    <a:pt x="177573" y="643343"/>
                  </a:moveTo>
                  <a:lnTo>
                    <a:pt x="166675" y="633229"/>
                  </a:lnTo>
                  <a:lnTo>
                    <a:pt x="204804" y="648947"/>
                  </a:lnTo>
                  <a:close/>
                  <a:moveTo>
                    <a:pt x="177573" y="643343"/>
                  </a:moveTo>
                  <a:lnTo>
                    <a:pt x="204804" y="648947"/>
                  </a:lnTo>
                  <a:lnTo>
                    <a:pt x="224582" y="664647"/>
                  </a:lnTo>
                  <a:close/>
                  <a:moveTo>
                    <a:pt x="224582" y="664647"/>
                  </a:moveTo>
                  <a:lnTo>
                    <a:pt x="232894" y="629394"/>
                  </a:lnTo>
                  <a:lnTo>
                    <a:pt x="217606" y="616045"/>
                  </a:lnTo>
                  <a:close/>
                  <a:moveTo>
                    <a:pt x="31829" y="472160"/>
                  </a:moveTo>
                  <a:lnTo>
                    <a:pt x="64647" y="486209"/>
                  </a:lnTo>
                  <a:lnTo>
                    <a:pt x="50793" y="446856"/>
                  </a:lnTo>
                  <a:close/>
                  <a:moveTo>
                    <a:pt x="50793" y="446856"/>
                  </a:moveTo>
                  <a:lnTo>
                    <a:pt x="64647" y="486209"/>
                  </a:lnTo>
                  <a:lnTo>
                    <a:pt x="77521" y="434457"/>
                  </a:lnTo>
                  <a:close/>
                  <a:moveTo>
                    <a:pt x="77521" y="434457"/>
                  </a:moveTo>
                  <a:lnTo>
                    <a:pt x="64647" y="486209"/>
                  </a:lnTo>
                  <a:lnTo>
                    <a:pt x="70387" y="485005"/>
                  </a:lnTo>
                  <a:close/>
                  <a:moveTo>
                    <a:pt x="106413" y="482804"/>
                  </a:moveTo>
                  <a:lnTo>
                    <a:pt x="70409" y="491828"/>
                  </a:lnTo>
                  <a:lnTo>
                    <a:pt x="104213" y="493640"/>
                  </a:lnTo>
                  <a:close/>
                  <a:moveTo>
                    <a:pt x="285499" y="605294"/>
                  </a:moveTo>
                  <a:lnTo>
                    <a:pt x="271475" y="598862"/>
                  </a:lnTo>
                  <a:lnTo>
                    <a:pt x="232894" y="629394"/>
                  </a:lnTo>
                  <a:close/>
                  <a:moveTo>
                    <a:pt x="270420" y="645121"/>
                  </a:moveTo>
                  <a:lnTo>
                    <a:pt x="285499" y="605294"/>
                  </a:lnTo>
                  <a:lnTo>
                    <a:pt x="232894" y="629394"/>
                  </a:lnTo>
                  <a:close/>
                  <a:moveTo>
                    <a:pt x="207404" y="562107"/>
                  </a:moveTo>
                  <a:lnTo>
                    <a:pt x="177441" y="541642"/>
                  </a:lnTo>
                  <a:lnTo>
                    <a:pt x="179245" y="542535"/>
                  </a:lnTo>
                  <a:close/>
                  <a:moveTo>
                    <a:pt x="286618" y="596553"/>
                  </a:moveTo>
                  <a:lnTo>
                    <a:pt x="285499" y="605294"/>
                  </a:lnTo>
                  <a:lnTo>
                    <a:pt x="293432" y="598862"/>
                  </a:lnTo>
                  <a:close/>
                  <a:moveTo>
                    <a:pt x="286618" y="596553"/>
                  </a:moveTo>
                  <a:lnTo>
                    <a:pt x="293432" y="598862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86618" y="596553"/>
                  </a:lnTo>
                  <a:lnTo>
                    <a:pt x="316053" y="554965"/>
                  </a:lnTo>
                  <a:close/>
                  <a:moveTo>
                    <a:pt x="285720" y="552537"/>
                  </a:moveTo>
                  <a:lnTo>
                    <a:pt x="265260" y="529622"/>
                  </a:lnTo>
                  <a:lnTo>
                    <a:pt x="255553" y="549974"/>
                  </a:lnTo>
                  <a:close/>
                  <a:moveTo>
                    <a:pt x="316053" y="554965"/>
                  </a:moveTo>
                  <a:lnTo>
                    <a:pt x="325378" y="533607"/>
                  </a:lnTo>
                  <a:lnTo>
                    <a:pt x="285720" y="552537"/>
                  </a:lnTo>
                  <a:close/>
                  <a:moveTo>
                    <a:pt x="285720" y="552537"/>
                  </a:moveTo>
                  <a:lnTo>
                    <a:pt x="325378" y="533607"/>
                  </a:lnTo>
                  <a:lnTo>
                    <a:pt x="268079" y="525352"/>
                  </a:lnTo>
                  <a:close/>
                  <a:moveTo>
                    <a:pt x="268079" y="525352"/>
                  </a:moveTo>
                  <a:lnTo>
                    <a:pt x="265260" y="529622"/>
                  </a:lnTo>
                  <a:lnTo>
                    <a:pt x="285720" y="552537"/>
                  </a:lnTo>
                  <a:close/>
                  <a:moveTo>
                    <a:pt x="214234" y="397903"/>
                  </a:moveTo>
                  <a:lnTo>
                    <a:pt x="194338" y="361149"/>
                  </a:lnTo>
                  <a:lnTo>
                    <a:pt x="200501" y="370994"/>
                  </a:lnTo>
                  <a:close/>
                  <a:moveTo>
                    <a:pt x="378882" y="512868"/>
                  </a:moveTo>
                  <a:lnTo>
                    <a:pt x="349939" y="490985"/>
                  </a:lnTo>
                  <a:lnTo>
                    <a:pt x="325378" y="533607"/>
                  </a:lnTo>
                  <a:close/>
                  <a:moveTo>
                    <a:pt x="194338" y="361149"/>
                  </a:moveTo>
                  <a:lnTo>
                    <a:pt x="228474" y="393000"/>
                  </a:lnTo>
                  <a:lnTo>
                    <a:pt x="201440" y="347746"/>
                  </a:lnTo>
                  <a:close/>
                  <a:moveTo>
                    <a:pt x="386427" y="480093"/>
                  </a:moveTo>
                  <a:lnTo>
                    <a:pt x="418216" y="481338"/>
                  </a:lnTo>
                  <a:lnTo>
                    <a:pt x="391544" y="463999"/>
                  </a:lnTo>
                  <a:close/>
                  <a:moveTo>
                    <a:pt x="346016" y="454230"/>
                  </a:moveTo>
                  <a:lnTo>
                    <a:pt x="364916" y="437047"/>
                  </a:lnTo>
                  <a:lnTo>
                    <a:pt x="322345" y="426061"/>
                  </a:lnTo>
                  <a:close/>
                  <a:moveTo>
                    <a:pt x="348455" y="427475"/>
                  </a:moveTo>
                  <a:lnTo>
                    <a:pt x="311087" y="417475"/>
                  </a:lnTo>
                  <a:lnTo>
                    <a:pt x="322345" y="426061"/>
                  </a:lnTo>
                  <a:close/>
                  <a:moveTo>
                    <a:pt x="792975" y="333947"/>
                  </a:moveTo>
                  <a:lnTo>
                    <a:pt x="771611" y="311147"/>
                  </a:lnTo>
                  <a:lnTo>
                    <a:pt x="752544" y="336066"/>
                  </a:lnTo>
                  <a:close/>
                  <a:moveTo>
                    <a:pt x="783036" y="260437"/>
                  </a:moveTo>
                  <a:lnTo>
                    <a:pt x="777947" y="244259"/>
                  </a:lnTo>
                  <a:lnTo>
                    <a:pt x="795662" y="276496"/>
                  </a:lnTo>
                  <a:close/>
                  <a:moveTo>
                    <a:pt x="778040" y="206498"/>
                  </a:moveTo>
                  <a:lnTo>
                    <a:pt x="777283" y="236148"/>
                  </a:lnTo>
                  <a:lnTo>
                    <a:pt x="783036" y="260437"/>
                  </a:lnTo>
                  <a:close/>
                  <a:moveTo>
                    <a:pt x="728390" y="167965"/>
                  </a:moveTo>
                  <a:lnTo>
                    <a:pt x="785007" y="168818"/>
                  </a:lnTo>
                  <a:lnTo>
                    <a:pt x="774113" y="157881"/>
                  </a:lnTo>
                  <a:close/>
                  <a:moveTo>
                    <a:pt x="728390" y="167965"/>
                  </a:moveTo>
                  <a:lnTo>
                    <a:pt x="774113" y="157881"/>
                  </a:lnTo>
                  <a:lnTo>
                    <a:pt x="769151" y="117168"/>
                  </a:lnTo>
                  <a:close/>
                  <a:moveTo>
                    <a:pt x="769151" y="117168"/>
                  </a:moveTo>
                  <a:lnTo>
                    <a:pt x="769398" y="110457"/>
                  </a:lnTo>
                  <a:lnTo>
                    <a:pt x="735636" y="108805"/>
                  </a:lnTo>
                  <a:close/>
                  <a:moveTo>
                    <a:pt x="683990" y="59478"/>
                  </a:moveTo>
                  <a:lnTo>
                    <a:pt x="689383" y="96233"/>
                  </a:lnTo>
                  <a:lnTo>
                    <a:pt x="708883" y="79050"/>
                  </a:lnTo>
                  <a:close/>
                  <a:moveTo>
                    <a:pt x="673216" y="0"/>
                  </a:moveTo>
                  <a:lnTo>
                    <a:pt x="691920" y="18627"/>
                  </a:lnTo>
                  <a:lnTo>
                    <a:pt x="673451" y="6553"/>
                  </a:lnTo>
                  <a:close/>
                  <a:moveTo>
                    <a:pt x="774176" y="68336"/>
                  </a:moveTo>
                  <a:lnTo>
                    <a:pt x="735636" y="108805"/>
                  </a:lnTo>
                  <a:lnTo>
                    <a:pt x="769398" y="11045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85" name="Input_density__24">
              <a:extLst>
                <a:ext uri="{FF2B5EF4-FFF2-40B4-BE49-F238E27FC236}">
                  <a16:creationId xmlns:a16="http://schemas.microsoft.com/office/drawing/2014/main" id="{AFE5859F-A4C8-17A4-7D90-45831D45DA7B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92514"/>
              <a:ext cx="805601" cy="802074"/>
            </a:xfrm>
            <a:custGeom>
              <a:avLst/>
              <a:gdLst/>
              <a:ahLst/>
              <a:cxnLst/>
              <a:rect l="0" t="0" r="0" b="0"/>
              <a:pathLst>
                <a:path w="805601" h="802074">
                  <a:moveTo>
                    <a:pt x="94112" y="765319"/>
                  </a:moveTo>
                  <a:lnTo>
                    <a:pt x="96765" y="782502"/>
                  </a:lnTo>
                  <a:lnTo>
                    <a:pt x="110385" y="802074"/>
                  </a:lnTo>
                  <a:close/>
                  <a:moveTo>
                    <a:pt x="71968" y="728564"/>
                  </a:moveTo>
                  <a:lnTo>
                    <a:pt x="73281" y="735825"/>
                  </a:lnTo>
                  <a:lnTo>
                    <a:pt x="90196" y="758414"/>
                  </a:lnTo>
                  <a:close/>
                  <a:moveTo>
                    <a:pt x="51350" y="655054"/>
                  </a:moveTo>
                  <a:lnTo>
                    <a:pt x="67312" y="691809"/>
                  </a:lnTo>
                  <a:lnTo>
                    <a:pt x="69155" y="674626"/>
                  </a:lnTo>
                  <a:close/>
                  <a:moveTo>
                    <a:pt x="59767" y="564361"/>
                  </a:moveTo>
                  <a:lnTo>
                    <a:pt x="48464" y="602384"/>
                  </a:lnTo>
                  <a:lnTo>
                    <a:pt x="65529" y="569980"/>
                  </a:lnTo>
                  <a:close/>
                  <a:moveTo>
                    <a:pt x="186874" y="711381"/>
                  </a:moveTo>
                  <a:lnTo>
                    <a:pt x="172693" y="721495"/>
                  </a:lnTo>
                  <a:lnTo>
                    <a:pt x="219702" y="742799"/>
                  </a:lnTo>
                  <a:close/>
                  <a:moveTo>
                    <a:pt x="212726" y="694197"/>
                  </a:moveTo>
                  <a:lnTo>
                    <a:pt x="186874" y="711381"/>
                  </a:lnTo>
                  <a:lnTo>
                    <a:pt x="219702" y="742799"/>
                  </a:lnTo>
                  <a:close/>
                  <a:moveTo>
                    <a:pt x="180210" y="657442"/>
                  </a:moveTo>
                  <a:lnTo>
                    <a:pt x="180948" y="657722"/>
                  </a:lnTo>
                  <a:lnTo>
                    <a:pt x="181504" y="658232"/>
                  </a:lnTo>
                  <a:close/>
                  <a:moveTo>
                    <a:pt x="181504" y="658232"/>
                  </a:moveTo>
                  <a:lnTo>
                    <a:pt x="180948" y="657722"/>
                  </a:lnTo>
                  <a:lnTo>
                    <a:pt x="212726" y="694197"/>
                  </a:lnTo>
                  <a:close/>
                  <a:moveTo>
                    <a:pt x="212726" y="694197"/>
                  </a:moveTo>
                  <a:lnTo>
                    <a:pt x="180948" y="657722"/>
                  </a:lnTo>
                  <a:lnTo>
                    <a:pt x="177663" y="674626"/>
                  </a:lnTo>
                  <a:close/>
                  <a:moveTo>
                    <a:pt x="212726" y="694197"/>
                  </a:moveTo>
                  <a:lnTo>
                    <a:pt x="177663" y="674626"/>
                  </a:lnTo>
                  <a:lnTo>
                    <a:pt x="186874" y="711381"/>
                  </a:lnTo>
                  <a:close/>
                  <a:moveTo>
                    <a:pt x="180172" y="653252"/>
                  </a:moveTo>
                  <a:lnTo>
                    <a:pt x="180948" y="657722"/>
                  </a:lnTo>
                  <a:lnTo>
                    <a:pt x="180210" y="657442"/>
                  </a:lnTo>
                  <a:close/>
                  <a:moveTo>
                    <a:pt x="180172" y="653252"/>
                  </a:moveTo>
                  <a:lnTo>
                    <a:pt x="184564" y="641303"/>
                  </a:lnTo>
                  <a:lnTo>
                    <a:pt x="180948" y="657722"/>
                  </a:lnTo>
                  <a:close/>
                  <a:moveTo>
                    <a:pt x="180948" y="657722"/>
                  </a:moveTo>
                  <a:lnTo>
                    <a:pt x="184564" y="641303"/>
                  </a:lnTo>
                  <a:lnTo>
                    <a:pt x="177663" y="674626"/>
                  </a:lnTo>
                  <a:close/>
                  <a:moveTo>
                    <a:pt x="65529" y="569980"/>
                  </a:moveTo>
                  <a:lnTo>
                    <a:pt x="65507" y="563157"/>
                  </a:lnTo>
                  <a:lnTo>
                    <a:pt x="59767" y="564361"/>
                  </a:lnTo>
                  <a:close/>
                  <a:moveTo>
                    <a:pt x="65507" y="563157"/>
                  </a:moveTo>
                  <a:lnTo>
                    <a:pt x="65529" y="569980"/>
                  </a:lnTo>
                  <a:lnTo>
                    <a:pt x="101533" y="560956"/>
                  </a:lnTo>
                  <a:close/>
                  <a:moveTo>
                    <a:pt x="212726" y="694197"/>
                  </a:moveTo>
                  <a:lnTo>
                    <a:pt x="228014" y="707546"/>
                  </a:lnTo>
                  <a:lnTo>
                    <a:pt x="236330" y="684534"/>
                  </a:lnTo>
                  <a:close/>
                  <a:moveTo>
                    <a:pt x="263199" y="603504"/>
                  </a:moveTo>
                  <a:lnTo>
                    <a:pt x="320498" y="611759"/>
                  </a:lnTo>
                  <a:lnTo>
                    <a:pt x="295051" y="586321"/>
                  </a:lnTo>
                  <a:close/>
                  <a:moveTo>
                    <a:pt x="220218" y="485982"/>
                  </a:moveTo>
                  <a:lnTo>
                    <a:pt x="249392" y="522014"/>
                  </a:lnTo>
                  <a:lnTo>
                    <a:pt x="255860" y="494666"/>
                  </a:lnTo>
                  <a:close/>
                  <a:moveTo>
                    <a:pt x="199515" y="493239"/>
                  </a:moveTo>
                  <a:lnTo>
                    <a:pt x="249392" y="522014"/>
                  </a:lnTo>
                  <a:lnTo>
                    <a:pt x="220218" y="485982"/>
                  </a:lnTo>
                  <a:close/>
                  <a:moveTo>
                    <a:pt x="200308" y="490083"/>
                  </a:moveTo>
                  <a:lnTo>
                    <a:pt x="199515" y="493239"/>
                  </a:lnTo>
                  <a:lnTo>
                    <a:pt x="220218" y="485982"/>
                  </a:lnTo>
                  <a:close/>
                  <a:moveTo>
                    <a:pt x="18806" y="327450"/>
                  </a:moveTo>
                  <a:lnTo>
                    <a:pt x="0" y="346219"/>
                  </a:lnTo>
                  <a:lnTo>
                    <a:pt x="28464" y="342448"/>
                  </a:lnTo>
                  <a:close/>
                  <a:moveTo>
                    <a:pt x="28464" y="342448"/>
                  </a:moveTo>
                  <a:lnTo>
                    <a:pt x="32332" y="346219"/>
                  </a:lnTo>
                  <a:lnTo>
                    <a:pt x="18806" y="327450"/>
                  </a:lnTo>
                  <a:close/>
                  <a:moveTo>
                    <a:pt x="209354" y="476055"/>
                  </a:moveTo>
                  <a:lnTo>
                    <a:pt x="200308" y="490083"/>
                  </a:lnTo>
                  <a:lnTo>
                    <a:pt x="220218" y="485982"/>
                  </a:lnTo>
                  <a:close/>
                  <a:moveTo>
                    <a:pt x="209354" y="476055"/>
                  </a:moveTo>
                  <a:lnTo>
                    <a:pt x="195621" y="449146"/>
                  </a:lnTo>
                  <a:lnTo>
                    <a:pt x="200308" y="490083"/>
                  </a:lnTo>
                  <a:close/>
                  <a:moveTo>
                    <a:pt x="209354" y="476055"/>
                  </a:moveTo>
                  <a:lnTo>
                    <a:pt x="220218" y="485982"/>
                  </a:lnTo>
                  <a:lnTo>
                    <a:pt x="223594" y="471152"/>
                  </a:lnTo>
                  <a:close/>
                  <a:moveTo>
                    <a:pt x="209354" y="476055"/>
                  </a:moveTo>
                  <a:lnTo>
                    <a:pt x="223594" y="471152"/>
                  </a:lnTo>
                  <a:lnTo>
                    <a:pt x="189458" y="439300"/>
                  </a:lnTo>
                  <a:close/>
                  <a:moveTo>
                    <a:pt x="259913" y="468714"/>
                  </a:moveTo>
                  <a:lnTo>
                    <a:pt x="220218" y="485982"/>
                  </a:lnTo>
                  <a:lnTo>
                    <a:pt x="255860" y="494666"/>
                  </a:lnTo>
                  <a:close/>
                  <a:moveTo>
                    <a:pt x="259913" y="468714"/>
                  </a:moveTo>
                  <a:lnTo>
                    <a:pt x="223594" y="471152"/>
                  </a:lnTo>
                  <a:lnTo>
                    <a:pt x="220218" y="485982"/>
                  </a:lnTo>
                  <a:close/>
                  <a:moveTo>
                    <a:pt x="313467" y="489266"/>
                  </a:moveTo>
                  <a:lnTo>
                    <a:pt x="309430" y="500293"/>
                  </a:lnTo>
                  <a:lnTo>
                    <a:pt x="306207" y="495627"/>
                  </a:lnTo>
                  <a:close/>
                  <a:moveTo>
                    <a:pt x="309430" y="500293"/>
                  </a:moveTo>
                  <a:lnTo>
                    <a:pt x="341136" y="532382"/>
                  </a:lnTo>
                  <a:lnTo>
                    <a:pt x="317465" y="504213"/>
                  </a:lnTo>
                  <a:close/>
                  <a:moveTo>
                    <a:pt x="306207" y="495627"/>
                  </a:moveTo>
                  <a:lnTo>
                    <a:pt x="309430" y="500293"/>
                  </a:lnTo>
                  <a:lnTo>
                    <a:pt x="317465" y="504213"/>
                  </a:lnTo>
                  <a:close/>
                  <a:moveTo>
                    <a:pt x="374002" y="591020"/>
                  </a:moveTo>
                  <a:lnTo>
                    <a:pt x="381547" y="558245"/>
                  </a:lnTo>
                  <a:lnTo>
                    <a:pt x="345059" y="569137"/>
                  </a:lnTo>
                  <a:close/>
                  <a:moveTo>
                    <a:pt x="341136" y="532382"/>
                  </a:moveTo>
                  <a:lnTo>
                    <a:pt x="345059" y="569137"/>
                  </a:lnTo>
                  <a:lnTo>
                    <a:pt x="360036" y="515199"/>
                  </a:lnTo>
                  <a:close/>
                  <a:moveTo>
                    <a:pt x="143372" y="311852"/>
                  </a:moveTo>
                  <a:lnTo>
                    <a:pt x="161801" y="257914"/>
                  </a:lnTo>
                  <a:lnTo>
                    <a:pt x="128099" y="275097"/>
                  </a:lnTo>
                  <a:close/>
                  <a:moveTo>
                    <a:pt x="156774" y="221159"/>
                  </a:moveTo>
                  <a:lnTo>
                    <a:pt x="159369" y="227795"/>
                  </a:lnTo>
                  <a:lnTo>
                    <a:pt x="128099" y="275097"/>
                  </a:lnTo>
                  <a:close/>
                  <a:moveTo>
                    <a:pt x="518978" y="470707"/>
                  </a:moveTo>
                  <a:lnTo>
                    <a:pt x="532422" y="472104"/>
                  </a:lnTo>
                  <a:lnTo>
                    <a:pt x="574460" y="457360"/>
                  </a:lnTo>
                  <a:close/>
                  <a:moveTo>
                    <a:pt x="755474" y="375344"/>
                  </a:moveTo>
                  <a:lnTo>
                    <a:pt x="747664" y="414218"/>
                  </a:lnTo>
                  <a:lnTo>
                    <a:pt x="766731" y="389299"/>
                  </a:lnTo>
                  <a:close/>
                  <a:moveTo>
                    <a:pt x="755474" y="375344"/>
                  </a:moveTo>
                  <a:lnTo>
                    <a:pt x="718806" y="392527"/>
                  </a:lnTo>
                  <a:lnTo>
                    <a:pt x="747664" y="414218"/>
                  </a:lnTo>
                  <a:close/>
                  <a:moveTo>
                    <a:pt x="788095" y="412099"/>
                  </a:moveTo>
                  <a:lnTo>
                    <a:pt x="805601" y="394915"/>
                  </a:lnTo>
                  <a:lnTo>
                    <a:pt x="766731" y="389299"/>
                  </a:lnTo>
                  <a:close/>
                  <a:moveTo>
                    <a:pt x="790782" y="354648"/>
                  </a:moveTo>
                  <a:lnTo>
                    <a:pt x="773067" y="322411"/>
                  </a:lnTo>
                  <a:lnTo>
                    <a:pt x="776299" y="328864"/>
                  </a:lnTo>
                  <a:close/>
                  <a:moveTo>
                    <a:pt x="713647" y="315406"/>
                  </a:moveTo>
                  <a:lnTo>
                    <a:pt x="733296" y="338589"/>
                  </a:lnTo>
                  <a:lnTo>
                    <a:pt x="756942" y="284650"/>
                  </a:lnTo>
                  <a:close/>
                  <a:moveTo>
                    <a:pt x="756942" y="284650"/>
                  </a:moveTo>
                  <a:lnTo>
                    <a:pt x="733296" y="338589"/>
                  </a:lnTo>
                  <a:lnTo>
                    <a:pt x="772403" y="314299"/>
                  </a:lnTo>
                  <a:close/>
                  <a:moveTo>
                    <a:pt x="778156" y="338589"/>
                  </a:moveTo>
                  <a:lnTo>
                    <a:pt x="772403" y="314299"/>
                  </a:lnTo>
                  <a:lnTo>
                    <a:pt x="773067" y="322411"/>
                  </a:lnTo>
                  <a:close/>
                  <a:moveTo>
                    <a:pt x="695706" y="211140"/>
                  </a:moveTo>
                  <a:lnTo>
                    <a:pt x="684503" y="174385"/>
                  </a:lnTo>
                  <a:lnTo>
                    <a:pt x="679248" y="228324"/>
                  </a:lnTo>
                  <a:close/>
                  <a:moveTo>
                    <a:pt x="756942" y="284650"/>
                  </a:moveTo>
                  <a:lnTo>
                    <a:pt x="780128" y="246970"/>
                  </a:lnTo>
                  <a:lnTo>
                    <a:pt x="723510" y="246117"/>
                  </a:lnTo>
                  <a:close/>
                  <a:moveTo>
                    <a:pt x="756942" y="284650"/>
                  </a:moveTo>
                  <a:lnTo>
                    <a:pt x="723510" y="246117"/>
                  </a:lnTo>
                  <a:lnTo>
                    <a:pt x="721984" y="250368"/>
                  </a:lnTo>
                  <a:close/>
                  <a:moveTo>
                    <a:pt x="775402" y="320513"/>
                  </a:moveTo>
                  <a:lnTo>
                    <a:pt x="772403" y="314299"/>
                  </a:lnTo>
                  <a:lnTo>
                    <a:pt x="773160" y="284650"/>
                  </a:lnTo>
                  <a:close/>
                  <a:moveTo>
                    <a:pt x="723510" y="246117"/>
                  </a:moveTo>
                  <a:lnTo>
                    <a:pt x="764271" y="195320"/>
                  </a:lnTo>
                  <a:lnTo>
                    <a:pt x="728074" y="197660"/>
                  </a:lnTo>
                  <a:close/>
                  <a:moveTo>
                    <a:pt x="728074" y="197660"/>
                  </a:moveTo>
                  <a:lnTo>
                    <a:pt x="764271" y="195320"/>
                  </a:lnTo>
                  <a:lnTo>
                    <a:pt x="730756" y="186957"/>
                  </a:lnTo>
                  <a:close/>
                  <a:moveTo>
                    <a:pt x="679110" y="137630"/>
                  </a:moveTo>
                  <a:lnTo>
                    <a:pt x="704003" y="157202"/>
                  </a:lnTo>
                  <a:lnTo>
                    <a:pt x="693668" y="120447"/>
                  </a:lnTo>
                  <a:close/>
                  <a:moveTo>
                    <a:pt x="668571" y="84705"/>
                  </a:moveTo>
                  <a:lnTo>
                    <a:pt x="687881" y="122860"/>
                  </a:lnTo>
                  <a:lnTo>
                    <a:pt x="693668" y="120447"/>
                  </a:lnTo>
                  <a:close/>
                  <a:moveTo>
                    <a:pt x="693428" y="47394"/>
                  </a:moveTo>
                  <a:lnTo>
                    <a:pt x="668336" y="78152"/>
                  </a:lnTo>
                  <a:lnTo>
                    <a:pt x="699490" y="66509"/>
                  </a:lnTo>
                  <a:close/>
                  <a:moveTo>
                    <a:pt x="674918" y="34798"/>
                  </a:moveTo>
                  <a:lnTo>
                    <a:pt x="693540" y="46747"/>
                  </a:lnTo>
                  <a:lnTo>
                    <a:pt x="699490" y="66509"/>
                  </a:lnTo>
                  <a:close/>
                  <a:moveTo>
                    <a:pt x="677406" y="15857"/>
                  </a:moveTo>
                  <a:lnTo>
                    <a:pt x="693540" y="46747"/>
                  </a:lnTo>
                  <a:lnTo>
                    <a:pt x="674918" y="34798"/>
                  </a:lnTo>
                  <a:close/>
                  <a:moveTo>
                    <a:pt x="677406" y="15857"/>
                  </a:moveTo>
                  <a:lnTo>
                    <a:pt x="688612" y="23665"/>
                  </a:lnTo>
                  <a:lnTo>
                    <a:pt x="706484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86" name="Input_density__25">
              <a:extLst>
                <a:ext uri="{FF2B5EF4-FFF2-40B4-BE49-F238E27FC236}">
                  <a16:creationId xmlns:a16="http://schemas.microsoft.com/office/drawing/2014/main" id="{FEAB82FD-EFDF-2AB5-7090-B4DC62B259C0}"/>
                </a:ext>
              </a:extLst>
            </p:cNvPr>
            <p:cNvSpPr>
              <a:spLocks noGrp="1"/>
            </p:cNvSpPr>
            <p:nvPr/>
          </p:nvSpPr>
          <p:spPr>
            <a:xfrm>
              <a:off x="1024881" y="2494732"/>
              <a:ext cx="895868" cy="718137"/>
            </a:xfrm>
            <a:custGeom>
              <a:avLst/>
              <a:gdLst/>
              <a:ahLst/>
              <a:cxnLst/>
              <a:rect l="0" t="0" r="0" b="0"/>
              <a:pathLst>
                <a:path w="895868" h="718137">
                  <a:moveTo>
                    <a:pt x="234564" y="718137"/>
                  </a:moveTo>
                  <a:lnTo>
                    <a:pt x="200940" y="716998"/>
                  </a:lnTo>
                  <a:lnTo>
                    <a:pt x="180690" y="712592"/>
                  </a:lnTo>
                  <a:close/>
                  <a:moveTo>
                    <a:pt x="47187" y="419661"/>
                  </a:moveTo>
                  <a:lnTo>
                    <a:pt x="0" y="393160"/>
                  </a:lnTo>
                  <a:lnTo>
                    <a:pt x="24591" y="400257"/>
                  </a:lnTo>
                  <a:close/>
                  <a:moveTo>
                    <a:pt x="279954" y="667059"/>
                  </a:moveTo>
                  <a:lnTo>
                    <a:pt x="280864" y="640582"/>
                  </a:lnTo>
                  <a:lnTo>
                    <a:pt x="272381" y="682673"/>
                  </a:lnTo>
                  <a:close/>
                  <a:moveTo>
                    <a:pt x="289176" y="605328"/>
                  </a:moveTo>
                  <a:lnTo>
                    <a:pt x="303449" y="645918"/>
                  </a:lnTo>
                  <a:lnTo>
                    <a:pt x="307261" y="644579"/>
                  </a:lnTo>
                  <a:close/>
                  <a:moveTo>
                    <a:pt x="289176" y="605328"/>
                  </a:moveTo>
                  <a:lnTo>
                    <a:pt x="307261" y="644579"/>
                  </a:lnTo>
                  <a:lnTo>
                    <a:pt x="326702" y="621055"/>
                  </a:lnTo>
                  <a:close/>
                  <a:moveTo>
                    <a:pt x="348738" y="591980"/>
                  </a:moveTo>
                  <a:lnTo>
                    <a:pt x="341782" y="581229"/>
                  </a:lnTo>
                  <a:lnTo>
                    <a:pt x="326702" y="621055"/>
                  </a:lnTo>
                  <a:close/>
                  <a:moveTo>
                    <a:pt x="349714" y="574797"/>
                  </a:moveTo>
                  <a:lnTo>
                    <a:pt x="348738" y="591980"/>
                  </a:lnTo>
                  <a:lnTo>
                    <a:pt x="367578" y="553102"/>
                  </a:lnTo>
                  <a:close/>
                  <a:moveTo>
                    <a:pt x="435165" y="488803"/>
                  </a:moveTo>
                  <a:lnTo>
                    <a:pt x="411476" y="496443"/>
                  </a:lnTo>
                  <a:lnTo>
                    <a:pt x="466546" y="481558"/>
                  </a:lnTo>
                  <a:close/>
                  <a:moveTo>
                    <a:pt x="323051" y="319900"/>
                  </a:moveTo>
                  <a:lnTo>
                    <a:pt x="293835" y="334124"/>
                  </a:lnTo>
                  <a:lnTo>
                    <a:pt x="322747" y="320390"/>
                  </a:lnTo>
                  <a:close/>
                  <a:moveTo>
                    <a:pt x="293835" y="334124"/>
                  </a:moveTo>
                  <a:lnTo>
                    <a:pt x="323051" y="319900"/>
                  </a:lnTo>
                  <a:lnTo>
                    <a:pt x="302644" y="309645"/>
                  </a:lnTo>
                  <a:close/>
                  <a:moveTo>
                    <a:pt x="592778" y="415739"/>
                  </a:moveTo>
                  <a:lnTo>
                    <a:pt x="627600" y="421355"/>
                  </a:lnTo>
                  <a:lnTo>
                    <a:pt x="649624" y="407493"/>
                  </a:lnTo>
                  <a:close/>
                  <a:moveTo>
                    <a:pt x="649624" y="407493"/>
                  </a:moveTo>
                  <a:lnTo>
                    <a:pt x="627600" y="421355"/>
                  </a:lnTo>
                  <a:lnTo>
                    <a:pt x="686605" y="421183"/>
                  </a:lnTo>
                  <a:close/>
                  <a:moveTo>
                    <a:pt x="849257" y="309881"/>
                  </a:moveTo>
                  <a:lnTo>
                    <a:pt x="846556" y="328491"/>
                  </a:lnTo>
                  <a:lnTo>
                    <a:pt x="872308" y="328564"/>
                  </a:lnTo>
                  <a:close/>
                  <a:moveTo>
                    <a:pt x="866763" y="292698"/>
                  </a:moveTo>
                  <a:lnTo>
                    <a:pt x="872308" y="328564"/>
                  </a:lnTo>
                  <a:lnTo>
                    <a:pt x="895868" y="320446"/>
                  </a:lnTo>
                  <a:close/>
                  <a:moveTo>
                    <a:pt x="825905" y="108923"/>
                  </a:moveTo>
                  <a:lnTo>
                    <a:pt x="825680" y="86392"/>
                  </a:lnTo>
                  <a:lnTo>
                    <a:pt x="825434" y="93103"/>
                  </a:lnTo>
                  <a:close/>
                  <a:moveTo>
                    <a:pt x="830458" y="44271"/>
                  </a:moveTo>
                  <a:lnTo>
                    <a:pt x="825680" y="86392"/>
                  </a:lnTo>
                  <a:lnTo>
                    <a:pt x="828991" y="54985"/>
                  </a:lnTo>
                  <a:close/>
                  <a:moveTo>
                    <a:pt x="828991" y="54985"/>
                  </a:moveTo>
                  <a:lnTo>
                    <a:pt x="829627" y="4940"/>
                  </a:lnTo>
                  <a:lnTo>
                    <a:pt x="830458" y="44271"/>
                  </a:lnTo>
                  <a:close/>
                  <a:moveTo>
                    <a:pt x="829801" y="1046"/>
                  </a:moveTo>
                  <a:lnTo>
                    <a:pt x="829627" y="4940"/>
                  </a:lnTo>
                  <a:lnTo>
                    <a:pt x="828991" y="54985"/>
                  </a:lnTo>
                  <a:close/>
                  <a:moveTo>
                    <a:pt x="829873" y="0"/>
                  </a:moveTo>
                  <a:lnTo>
                    <a:pt x="829627" y="4940"/>
                  </a:lnTo>
                  <a:lnTo>
                    <a:pt x="829801" y="104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987" name="Input_density__26">
              <a:extLst>
                <a:ext uri="{FF2B5EF4-FFF2-40B4-BE49-F238E27FC236}">
                  <a16:creationId xmlns:a16="http://schemas.microsoft.com/office/drawing/2014/main" id="{9CFA44A7-092D-612F-7230-27D8BB2A5099}"/>
                </a:ext>
              </a:extLst>
            </p:cNvPr>
            <p:cNvSpPr>
              <a:spLocks noGrp="1"/>
            </p:cNvSpPr>
            <p:nvPr/>
          </p:nvSpPr>
          <p:spPr>
            <a:xfrm>
              <a:off x="1259445" y="2633245"/>
              <a:ext cx="302322" cy="579624"/>
            </a:xfrm>
            <a:custGeom>
              <a:avLst/>
              <a:gdLst/>
              <a:ahLst/>
              <a:cxnLst/>
              <a:rect l="0" t="0" r="0" b="0"/>
              <a:pathLst>
                <a:path w="302322" h="579624">
                  <a:moveTo>
                    <a:pt x="19646" y="556869"/>
                  </a:moveTo>
                  <a:lnTo>
                    <a:pt x="36590" y="554710"/>
                  </a:lnTo>
                  <a:lnTo>
                    <a:pt x="37817" y="544160"/>
                  </a:lnTo>
                  <a:close/>
                  <a:moveTo>
                    <a:pt x="0" y="579624"/>
                  </a:moveTo>
                  <a:lnTo>
                    <a:pt x="29305" y="564615"/>
                  </a:lnTo>
                  <a:lnTo>
                    <a:pt x="19646" y="556869"/>
                  </a:lnTo>
                  <a:close/>
                  <a:moveTo>
                    <a:pt x="37817" y="544160"/>
                  </a:moveTo>
                  <a:lnTo>
                    <a:pt x="36590" y="554710"/>
                  </a:lnTo>
                  <a:lnTo>
                    <a:pt x="45390" y="528546"/>
                  </a:lnTo>
                  <a:close/>
                  <a:moveTo>
                    <a:pt x="46300" y="502068"/>
                  </a:moveTo>
                  <a:lnTo>
                    <a:pt x="45390" y="528546"/>
                  </a:lnTo>
                  <a:lnTo>
                    <a:pt x="68885" y="507405"/>
                  </a:lnTo>
                  <a:close/>
                  <a:moveTo>
                    <a:pt x="239934" y="318759"/>
                  </a:moveTo>
                  <a:lnTo>
                    <a:pt x="200601" y="350289"/>
                  </a:lnTo>
                  <a:lnTo>
                    <a:pt x="231982" y="343045"/>
                  </a:lnTo>
                  <a:close/>
                  <a:moveTo>
                    <a:pt x="239934" y="318759"/>
                  </a:moveTo>
                  <a:lnTo>
                    <a:pt x="231982" y="343045"/>
                  </a:lnTo>
                  <a:lnTo>
                    <a:pt x="241045" y="328407"/>
                  </a:lnTo>
                  <a:close/>
                  <a:moveTo>
                    <a:pt x="239934" y="318759"/>
                  </a:moveTo>
                  <a:lnTo>
                    <a:pt x="241045" y="328407"/>
                  </a:lnTo>
                  <a:lnTo>
                    <a:pt x="246017" y="299311"/>
                  </a:lnTo>
                  <a:close/>
                  <a:moveTo>
                    <a:pt x="246017" y="299311"/>
                  </a:moveTo>
                  <a:lnTo>
                    <a:pt x="276215" y="287637"/>
                  </a:lnTo>
                  <a:lnTo>
                    <a:pt x="302322" y="289038"/>
                  </a:lnTo>
                  <a:close/>
                  <a:moveTo>
                    <a:pt x="269155" y="289611"/>
                  </a:moveTo>
                  <a:lnTo>
                    <a:pt x="246017" y="299311"/>
                  </a:lnTo>
                  <a:lnTo>
                    <a:pt x="302322" y="289038"/>
                  </a:lnTo>
                  <a:close/>
                  <a:moveTo>
                    <a:pt x="69906" y="0"/>
                  </a:moveTo>
                  <a:lnTo>
                    <a:pt x="61549" y="11713"/>
                  </a:lnTo>
                  <a:lnTo>
                    <a:pt x="57416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88" name="Input_density__27">
              <a:extLst>
                <a:ext uri="{FF2B5EF4-FFF2-40B4-BE49-F238E27FC236}">
                  <a16:creationId xmlns:a16="http://schemas.microsoft.com/office/drawing/2014/main" id="{338C811E-8993-4B17-E670-1C5E5BF78CB8}"/>
                </a:ext>
              </a:extLst>
            </p:cNvPr>
            <p:cNvSpPr>
              <a:spLocks noGrp="1"/>
            </p:cNvSpPr>
            <p:nvPr/>
          </p:nvSpPr>
          <p:spPr>
            <a:xfrm>
              <a:off x="1073738" y="2408371"/>
              <a:ext cx="792433" cy="595902"/>
            </a:xfrm>
            <a:custGeom>
              <a:avLst/>
              <a:gdLst/>
              <a:ahLst/>
              <a:cxnLst/>
              <a:rect l="0" t="0" r="0" b="0"/>
              <a:pathLst>
                <a:path w="792433" h="595902">
                  <a:moveTo>
                    <a:pt x="5136" y="339052"/>
                  </a:moveTo>
                  <a:lnTo>
                    <a:pt x="12305" y="330362"/>
                  </a:lnTo>
                  <a:lnTo>
                    <a:pt x="0" y="347545"/>
                  </a:lnTo>
                  <a:close/>
                  <a:moveTo>
                    <a:pt x="275505" y="587647"/>
                  </a:moveTo>
                  <a:lnTo>
                    <a:pt x="307356" y="570464"/>
                  </a:lnTo>
                  <a:lnTo>
                    <a:pt x="291857" y="550892"/>
                  </a:lnTo>
                  <a:close/>
                  <a:moveTo>
                    <a:pt x="307356" y="570464"/>
                  </a:moveTo>
                  <a:lnTo>
                    <a:pt x="332803" y="595902"/>
                  </a:lnTo>
                  <a:lnTo>
                    <a:pt x="343574" y="556176"/>
                  </a:lnTo>
                  <a:close/>
                  <a:moveTo>
                    <a:pt x="332803" y="595902"/>
                  </a:moveTo>
                  <a:lnTo>
                    <a:pt x="357364" y="553280"/>
                  </a:lnTo>
                  <a:lnTo>
                    <a:pt x="343574" y="556176"/>
                  </a:lnTo>
                  <a:close/>
                  <a:moveTo>
                    <a:pt x="350277" y="536659"/>
                  </a:moveTo>
                  <a:lnTo>
                    <a:pt x="343574" y="556176"/>
                  </a:lnTo>
                  <a:lnTo>
                    <a:pt x="353442" y="516525"/>
                  </a:lnTo>
                  <a:close/>
                  <a:moveTo>
                    <a:pt x="353442" y="516525"/>
                  </a:moveTo>
                  <a:lnTo>
                    <a:pt x="343574" y="556176"/>
                  </a:lnTo>
                  <a:lnTo>
                    <a:pt x="357364" y="553280"/>
                  </a:lnTo>
                  <a:close/>
                  <a:moveTo>
                    <a:pt x="350802" y="532641"/>
                  </a:moveTo>
                  <a:lnTo>
                    <a:pt x="353442" y="516525"/>
                  </a:lnTo>
                  <a:lnTo>
                    <a:pt x="321735" y="484436"/>
                  </a:lnTo>
                  <a:close/>
                  <a:moveTo>
                    <a:pt x="174106" y="242057"/>
                  </a:moveTo>
                  <a:lnTo>
                    <a:pt x="169079" y="205302"/>
                  </a:lnTo>
                  <a:lnTo>
                    <a:pt x="140404" y="259240"/>
                  </a:lnTo>
                  <a:close/>
                  <a:moveTo>
                    <a:pt x="531283" y="454850"/>
                  </a:moveTo>
                  <a:lnTo>
                    <a:pt x="560564" y="439750"/>
                  </a:lnTo>
                  <a:lnTo>
                    <a:pt x="504478" y="450836"/>
                  </a:lnTo>
                  <a:close/>
                  <a:moveTo>
                    <a:pt x="586765" y="441503"/>
                  </a:moveTo>
                  <a:lnTo>
                    <a:pt x="544728" y="456247"/>
                  </a:lnTo>
                  <a:lnTo>
                    <a:pt x="577029" y="447792"/>
                  </a:lnTo>
                  <a:close/>
                  <a:moveTo>
                    <a:pt x="560564" y="439750"/>
                  </a:moveTo>
                  <a:lnTo>
                    <a:pt x="531283" y="454850"/>
                  </a:lnTo>
                  <a:lnTo>
                    <a:pt x="586765" y="441503"/>
                  </a:lnTo>
                  <a:close/>
                  <a:moveTo>
                    <a:pt x="614087" y="419080"/>
                  </a:moveTo>
                  <a:lnTo>
                    <a:pt x="560564" y="439750"/>
                  </a:lnTo>
                  <a:lnTo>
                    <a:pt x="586765" y="441503"/>
                  </a:lnTo>
                  <a:close/>
                  <a:moveTo>
                    <a:pt x="604217" y="410545"/>
                  </a:moveTo>
                  <a:lnTo>
                    <a:pt x="614087" y="419080"/>
                  </a:lnTo>
                  <a:lnTo>
                    <a:pt x="586765" y="441503"/>
                  </a:lnTo>
                  <a:close/>
                  <a:moveTo>
                    <a:pt x="715554" y="339915"/>
                  </a:moveTo>
                  <a:lnTo>
                    <a:pt x="731111" y="376670"/>
                  </a:lnTo>
                  <a:lnTo>
                    <a:pt x="767779" y="359487"/>
                  </a:lnTo>
                  <a:close/>
                  <a:moveTo>
                    <a:pt x="715554" y="339915"/>
                  </a:moveTo>
                  <a:lnTo>
                    <a:pt x="767779" y="359487"/>
                  </a:lnTo>
                  <a:lnTo>
                    <a:pt x="745601" y="322732"/>
                  </a:lnTo>
                  <a:close/>
                  <a:moveTo>
                    <a:pt x="715554" y="339915"/>
                  </a:moveTo>
                  <a:lnTo>
                    <a:pt x="745601" y="322732"/>
                  </a:lnTo>
                  <a:lnTo>
                    <a:pt x="705816" y="320471"/>
                  </a:lnTo>
                  <a:close/>
                  <a:moveTo>
                    <a:pt x="745601" y="322732"/>
                  </a:moveTo>
                  <a:lnTo>
                    <a:pt x="725953" y="299549"/>
                  </a:lnTo>
                  <a:lnTo>
                    <a:pt x="705816" y="320471"/>
                  </a:lnTo>
                  <a:close/>
                  <a:moveTo>
                    <a:pt x="715406" y="285977"/>
                  </a:moveTo>
                  <a:lnTo>
                    <a:pt x="705816" y="320471"/>
                  </a:lnTo>
                  <a:lnTo>
                    <a:pt x="725953" y="299549"/>
                  </a:lnTo>
                  <a:close/>
                  <a:moveTo>
                    <a:pt x="715406" y="285977"/>
                  </a:moveTo>
                  <a:lnTo>
                    <a:pt x="699885" y="249222"/>
                  </a:lnTo>
                  <a:lnTo>
                    <a:pt x="694945" y="303160"/>
                  </a:lnTo>
                  <a:close/>
                  <a:moveTo>
                    <a:pt x="792433" y="342303"/>
                  </a:moveTo>
                  <a:lnTo>
                    <a:pt x="767779" y="359487"/>
                  </a:lnTo>
                  <a:lnTo>
                    <a:pt x="779036" y="373442"/>
                  </a:lnTo>
                  <a:close/>
                  <a:moveTo>
                    <a:pt x="745601" y="322732"/>
                  </a:moveTo>
                  <a:lnTo>
                    <a:pt x="788604" y="313007"/>
                  </a:lnTo>
                  <a:lnTo>
                    <a:pt x="785372" y="306554"/>
                  </a:lnTo>
                  <a:close/>
                  <a:moveTo>
                    <a:pt x="792433" y="342303"/>
                  </a:moveTo>
                  <a:lnTo>
                    <a:pt x="788604" y="313007"/>
                  </a:lnTo>
                  <a:lnTo>
                    <a:pt x="745601" y="322732"/>
                  </a:lnTo>
                  <a:close/>
                  <a:moveTo>
                    <a:pt x="767779" y="359487"/>
                  </a:moveTo>
                  <a:lnTo>
                    <a:pt x="792433" y="342303"/>
                  </a:lnTo>
                  <a:lnTo>
                    <a:pt x="745601" y="322732"/>
                  </a:lnTo>
                  <a:close/>
                  <a:moveTo>
                    <a:pt x="728843" y="280676"/>
                  </a:moveTo>
                  <a:lnTo>
                    <a:pt x="725953" y="299549"/>
                  </a:lnTo>
                  <a:lnTo>
                    <a:pt x="769247" y="268793"/>
                  </a:lnTo>
                  <a:close/>
                  <a:moveTo>
                    <a:pt x="784709" y="298443"/>
                  </a:moveTo>
                  <a:lnTo>
                    <a:pt x="745601" y="322732"/>
                  </a:lnTo>
                  <a:lnTo>
                    <a:pt x="785372" y="306554"/>
                  </a:lnTo>
                  <a:close/>
                  <a:moveTo>
                    <a:pt x="715406" y="285977"/>
                  </a:moveTo>
                  <a:lnTo>
                    <a:pt x="725953" y="299549"/>
                  </a:lnTo>
                  <a:lnTo>
                    <a:pt x="728843" y="280676"/>
                  </a:lnTo>
                  <a:close/>
                  <a:moveTo>
                    <a:pt x="732375" y="232038"/>
                  </a:moveTo>
                  <a:lnTo>
                    <a:pt x="728843" y="280676"/>
                  </a:lnTo>
                  <a:lnTo>
                    <a:pt x="734289" y="234511"/>
                  </a:lnTo>
                  <a:close/>
                  <a:moveTo>
                    <a:pt x="715406" y="285977"/>
                  </a:moveTo>
                  <a:lnTo>
                    <a:pt x="728843" y="280676"/>
                  </a:lnTo>
                  <a:lnTo>
                    <a:pt x="732375" y="232038"/>
                  </a:lnTo>
                  <a:close/>
                  <a:moveTo>
                    <a:pt x="699885" y="249222"/>
                  </a:moveTo>
                  <a:lnTo>
                    <a:pt x="715406" y="285977"/>
                  </a:lnTo>
                  <a:lnTo>
                    <a:pt x="732375" y="232038"/>
                  </a:lnTo>
                  <a:close/>
                  <a:moveTo>
                    <a:pt x="728843" y="280676"/>
                  </a:moveTo>
                  <a:lnTo>
                    <a:pt x="769247" y="268793"/>
                  </a:lnTo>
                  <a:lnTo>
                    <a:pt x="734289" y="234511"/>
                  </a:lnTo>
                  <a:close/>
                  <a:moveTo>
                    <a:pt x="691553" y="212467"/>
                  </a:moveTo>
                  <a:lnTo>
                    <a:pt x="699885" y="249222"/>
                  </a:lnTo>
                  <a:lnTo>
                    <a:pt x="732375" y="232038"/>
                  </a:lnTo>
                  <a:close/>
                  <a:moveTo>
                    <a:pt x="691553" y="212467"/>
                  </a:moveTo>
                  <a:lnTo>
                    <a:pt x="732375" y="232038"/>
                  </a:lnTo>
                  <a:lnTo>
                    <a:pt x="708011" y="195283"/>
                  </a:lnTo>
                  <a:close/>
                  <a:moveTo>
                    <a:pt x="732375" y="232038"/>
                  </a:moveTo>
                  <a:lnTo>
                    <a:pt x="734289" y="234511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35815" y="230261"/>
                  </a:lnTo>
                  <a:lnTo>
                    <a:pt x="740379" y="181803"/>
                  </a:lnTo>
                  <a:close/>
                  <a:moveTo>
                    <a:pt x="708011" y="195283"/>
                  </a:moveTo>
                  <a:lnTo>
                    <a:pt x="732375" y="232038"/>
                  </a:lnTo>
                  <a:lnTo>
                    <a:pt x="735815" y="230261"/>
                  </a:lnTo>
                  <a:close/>
                  <a:moveTo>
                    <a:pt x="708011" y="195283"/>
                  </a:moveTo>
                  <a:lnTo>
                    <a:pt x="740379" y="181803"/>
                  </a:lnTo>
                  <a:lnTo>
                    <a:pt x="716308" y="141345"/>
                  </a:lnTo>
                  <a:close/>
                  <a:moveTo>
                    <a:pt x="696808" y="158528"/>
                  </a:moveTo>
                  <a:lnTo>
                    <a:pt x="708011" y="195283"/>
                  </a:lnTo>
                  <a:lnTo>
                    <a:pt x="716308" y="141345"/>
                  </a:lnTo>
                  <a:close/>
                  <a:moveTo>
                    <a:pt x="705973" y="104590"/>
                  </a:moveTo>
                  <a:lnTo>
                    <a:pt x="682535" y="69378"/>
                  </a:lnTo>
                  <a:lnTo>
                    <a:pt x="680876" y="68848"/>
                  </a:lnTo>
                  <a:close/>
                  <a:moveTo>
                    <a:pt x="681144" y="67835"/>
                  </a:moveTo>
                  <a:lnTo>
                    <a:pt x="680876" y="68848"/>
                  </a:lnTo>
                  <a:lnTo>
                    <a:pt x="682535" y="69378"/>
                  </a:lnTo>
                  <a:close/>
                  <a:moveTo>
                    <a:pt x="680641" y="62295"/>
                  </a:moveTo>
                  <a:lnTo>
                    <a:pt x="680876" y="68848"/>
                  </a:lnTo>
                  <a:lnTo>
                    <a:pt x="681144" y="67835"/>
                  </a:lnTo>
                  <a:close/>
                  <a:moveTo>
                    <a:pt x="683747" y="66514"/>
                  </a:moveTo>
                  <a:lnTo>
                    <a:pt x="682535" y="69378"/>
                  </a:lnTo>
                  <a:lnTo>
                    <a:pt x="711795" y="50652"/>
                  </a:lnTo>
                  <a:close/>
                  <a:moveTo>
                    <a:pt x="711795" y="50652"/>
                  </a:moveTo>
                  <a:lnTo>
                    <a:pt x="682535" y="69378"/>
                  </a:lnTo>
                  <a:lnTo>
                    <a:pt x="705973" y="104590"/>
                  </a:lnTo>
                  <a:close/>
                  <a:moveTo>
                    <a:pt x="681144" y="67835"/>
                  </a:moveTo>
                  <a:lnTo>
                    <a:pt x="682535" y="69378"/>
                  </a:lnTo>
                  <a:lnTo>
                    <a:pt x="683747" y="66514"/>
                  </a:lnTo>
                  <a:close/>
                  <a:moveTo>
                    <a:pt x="681144" y="67835"/>
                  </a:moveTo>
                  <a:lnTo>
                    <a:pt x="683747" y="66514"/>
                  </a:lnTo>
                  <a:lnTo>
                    <a:pt x="680641" y="62295"/>
                  </a:lnTo>
                  <a:close/>
                  <a:moveTo>
                    <a:pt x="711795" y="50652"/>
                  </a:moveTo>
                  <a:lnTo>
                    <a:pt x="680641" y="62295"/>
                  </a:lnTo>
                  <a:lnTo>
                    <a:pt x="683747" y="66514"/>
                  </a:lnTo>
                  <a:close/>
                  <a:moveTo>
                    <a:pt x="689711" y="0"/>
                  </a:moveTo>
                  <a:lnTo>
                    <a:pt x="687223" y="18941"/>
                  </a:lnTo>
                  <a:lnTo>
                    <a:pt x="691622" y="1389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989" name="Input_density__28">
              <a:extLst>
                <a:ext uri="{FF2B5EF4-FFF2-40B4-BE49-F238E27FC236}">
                  <a16:creationId xmlns:a16="http://schemas.microsoft.com/office/drawing/2014/main" id="{0B4DF5CB-3F53-7C00-4B1C-643B5A14FEA7}"/>
                </a:ext>
              </a:extLst>
            </p:cNvPr>
            <p:cNvSpPr>
              <a:spLocks noGrp="1"/>
            </p:cNvSpPr>
            <p:nvPr/>
          </p:nvSpPr>
          <p:spPr>
            <a:xfrm>
              <a:off x="1365595" y="2945031"/>
              <a:ext cx="58420" cy="33804"/>
            </a:xfrm>
            <a:custGeom>
              <a:avLst/>
              <a:gdLst/>
              <a:ahLst/>
              <a:cxnLst/>
              <a:rect l="0" t="0" r="0" b="0"/>
              <a:pathLst>
                <a:path w="58420" h="33804">
                  <a:moveTo>
                    <a:pt x="15499" y="33804"/>
                  </a:moveTo>
                  <a:lnTo>
                    <a:pt x="28598" y="13078"/>
                  </a:lnTo>
                  <a:lnTo>
                    <a:pt x="0" y="14233"/>
                  </a:lnTo>
                  <a:close/>
                  <a:moveTo>
                    <a:pt x="28598" y="13078"/>
                  </a:moveTo>
                  <a:lnTo>
                    <a:pt x="15499" y="33804"/>
                  </a:lnTo>
                  <a:lnTo>
                    <a:pt x="51717" y="19516"/>
                  </a:lnTo>
                  <a:close/>
                  <a:moveTo>
                    <a:pt x="28598" y="13078"/>
                  </a:moveTo>
                  <a:lnTo>
                    <a:pt x="51717" y="19516"/>
                  </a:lnTo>
                  <a:lnTo>
                    <a:pt x="5842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990" name="Input_density__29">
              <a:extLst>
                <a:ext uri="{FF2B5EF4-FFF2-40B4-BE49-F238E27FC236}">
                  <a16:creationId xmlns:a16="http://schemas.microsoft.com/office/drawing/2014/main" id="{7E4ECEB7-E922-7116-EA2F-D699240D4B87}"/>
                </a:ext>
              </a:extLst>
            </p:cNvPr>
            <p:cNvSpPr>
              <a:spLocks noGrp="1"/>
            </p:cNvSpPr>
            <p:nvPr/>
          </p:nvSpPr>
          <p:spPr>
            <a:xfrm>
              <a:off x="1086043" y="2357222"/>
              <a:ext cx="823813" cy="837366"/>
            </a:xfrm>
            <a:custGeom>
              <a:avLst/>
              <a:gdLst/>
              <a:ahLst/>
              <a:cxnLst/>
              <a:rect l="0" t="0" r="0" b="0"/>
              <a:pathLst>
                <a:path w="823813" h="837366">
                  <a:moveTo>
                    <a:pt x="94112" y="800611"/>
                  </a:moveTo>
                  <a:lnTo>
                    <a:pt x="90196" y="793706"/>
                  </a:lnTo>
                  <a:lnTo>
                    <a:pt x="73281" y="771117"/>
                  </a:lnTo>
                  <a:close/>
                  <a:moveTo>
                    <a:pt x="114398" y="783427"/>
                  </a:moveTo>
                  <a:lnTo>
                    <a:pt x="151791" y="823872"/>
                  </a:lnTo>
                  <a:lnTo>
                    <a:pt x="154766" y="814337"/>
                  </a:lnTo>
                  <a:close/>
                  <a:moveTo>
                    <a:pt x="110385" y="837366"/>
                  </a:moveTo>
                  <a:lnTo>
                    <a:pt x="151791" y="823872"/>
                  </a:lnTo>
                  <a:lnTo>
                    <a:pt x="114398" y="783427"/>
                  </a:lnTo>
                  <a:close/>
                  <a:moveTo>
                    <a:pt x="94112" y="800611"/>
                  </a:moveTo>
                  <a:lnTo>
                    <a:pt x="110385" y="837366"/>
                  </a:lnTo>
                  <a:lnTo>
                    <a:pt x="114398" y="783427"/>
                  </a:lnTo>
                  <a:close/>
                  <a:moveTo>
                    <a:pt x="151791" y="823872"/>
                  </a:moveTo>
                  <a:lnTo>
                    <a:pt x="164986" y="820182"/>
                  </a:lnTo>
                  <a:lnTo>
                    <a:pt x="154766" y="814337"/>
                  </a:lnTo>
                  <a:close/>
                  <a:moveTo>
                    <a:pt x="94112" y="800611"/>
                  </a:moveTo>
                  <a:lnTo>
                    <a:pt x="114398" y="783427"/>
                  </a:lnTo>
                  <a:lnTo>
                    <a:pt x="90196" y="793706"/>
                  </a:lnTo>
                  <a:close/>
                  <a:moveTo>
                    <a:pt x="114398" y="783427"/>
                  </a:moveTo>
                  <a:lnTo>
                    <a:pt x="112832" y="782131"/>
                  </a:lnTo>
                  <a:lnTo>
                    <a:pt x="90196" y="793706"/>
                  </a:lnTo>
                  <a:close/>
                  <a:moveTo>
                    <a:pt x="67312" y="727101"/>
                  </a:moveTo>
                  <a:lnTo>
                    <a:pt x="71968" y="763856"/>
                  </a:lnTo>
                  <a:lnTo>
                    <a:pt x="88753" y="746672"/>
                  </a:lnTo>
                  <a:close/>
                  <a:moveTo>
                    <a:pt x="67312" y="727101"/>
                  </a:moveTo>
                  <a:lnTo>
                    <a:pt x="88753" y="746672"/>
                  </a:lnTo>
                  <a:lnTo>
                    <a:pt x="69155" y="709917"/>
                  </a:lnTo>
                  <a:close/>
                  <a:moveTo>
                    <a:pt x="51350" y="690346"/>
                  </a:moveTo>
                  <a:lnTo>
                    <a:pt x="69155" y="709917"/>
                  </a:lnTo>
                  <a:lnTo>
                    <a:pt x="65639" y="673162"/>
                  </a:lnTo>
                  <a:close/>
                  <a:moveTo>
                    <a:pt x="189140" y="766244"/>
                  </a:moveTo>
                  <a:lnTo>
                    <a:pt x="164986" y="820182"/>
                  </a:lnTo>
                  <a:lnTo>
                    <a:pt x="208068" y="802999"/>
                  </a:lnTo>
                  <a:close/>
                  <a:moveTo>
                    <a:pt x="114398" y="783427"/>
                  </a:moveTo>
                  <a:lnTo>
                    <a:pt x="154766" y="814337"/>
                  </a:lnTo>
                  <a:lnTo>
                    <a:pt x="164146" y="769080"/>
                  </a:lnTo>
                  <a:close/>
                  <a:moveTo>
                    <a:pt x="164146" y="769080"/>
                  </a:moveTo>
                  <a:lnTo>
                    <a:pt x="189140" y="766244"/>
                  </a:lnTo>
                  <a:lnTo>
                    <a:pt x="199924" y="762391"/>
                  </a:lnTo>
                  <a:close/>
                  <a:moveTo>
                    <a:pt x="136829" y="701794"/>
                  </a:moveTo>
                  <a:lnTo>
                    <a:pt x="120000" y="712723"/>
                  </a:lnTo>
                  <a:lnTo>
                    <a:pt x="119573" y="733482"/>
                  </a:lnTo>
                  <a:close/>
                  <a:moveTo>
                    <a:pt x="106306" y="692734"/>
                  </a:moveTo>
                  <a:lnTo>
                    <a:pt x="68881" y="658111"/>
                  </a:lnTo>
                  <a:lnTo>
                    <a:pt x="65639" y="673162"/>
                  </a:lnTo>
                  <a:close/>
                  <a:moveTo>
                    <a:pt x="106306" y="692734"/>
                  </a:moveTo>
                  <a:lnTo>
                    <a:pt x="65639" y="673162"/>
                  </a:lnTo>
                  <a:lnTo>
                    <a:pt x="69155" y="709917"/>
                  </a:lnTo>
                  <a:close/>
                  <a:moveTo>
                    <a:pt x="69337" y="655979"/>
                  </a:moveTo>
                  <a:lnTo>
                    <a:pt x="51370" y="619224"/>
                  </a:lnTo>
                  <a:lnTo>
                    <a:pt x="47755" y="630539"/>
                  </a:lnTo>
                  <a:close/>
                  <a:moveTo>
                    <a:pt x="199924" y="762391"/>
                  </a:moveTo>
                  <a:lnTo>
                    <a:pt x="189140" y="766244"/>
                  </a:lnTo>
                  <a:lnTo>
                    <a:pt x="219617" y="739813"/>
                  </a:lnTo>
                  <a:close/>
                  <a:moveTo>
                    <a:pt x="196727" y="680186"/>
                  </a:moveTo>
                  <a:lnTo>
                    <a:pt x="181504" y="693523"/>
                  </a:lnTo>
                  <a:lnTo>
                    <a:pt x="202524" y="675551"/>
                  </a:lnTo>
                  <a:close/>
                  <a:moveTo>
                    <a:pt x="181504" y="693523"/>
                  </a:moveTo>
                  <a:lnTo>
                    <a:pt x="212726" y="729489"/>
                  </a:lnTo>
                  <a:lnTo>
                    <a:pt x="202524" y="675551"/>
                  </a:lnTo>
                  <a:close/>
                  <a:moveTo>
                    <a:pt x="202524" y="675551"/>
                  </a:moveTo>
                  <a:lnTo>
                    <a:pt x="212726" y="729489"/>
                  </a:lnTo>
                  <a:lnTo>
                    <a:pt x="244316" y="707582"/>
                  </a:lnTo>
                  <a:close/>
                  <a:moveTo>
                    <a:pt x="244316" y="707582"/>
                  </a:moveTo>
                  <a:lnTo>
                    <a:pt x="212726" y="729489"/>
                  </a:lnTo>
                  <a:lnTo>
                    <a:pt x="236330" y="719825"/>
                  </a:lnTo>
                  <a:close/>
                  <a:moveTo>
                    <a:pt x="236330" y="719825"/>
                  </a:moveTo>
                  <a:lnTo>
                    <a:pt x="266595" y="712306"/>
                  </a:lnTo>
                  <a:lnTo>
                    <a:pt x="244316" y="707582"/>
                  </a:lnTo>
                  <a:close/>
                  <a:moveTo>
                    <a:pt x="180210" y="692734"/>
                  </a:moveTo>
                  <a:lnTo>
                    <a:pt x="181504" y="693523"/>
                  </a:lnTo>
                  <a:lnTo>
                    <a:pt x="196727" y="680186"/>
                  </a:lnTo>
                  <a:close/>
                  <a:moveTo>
                    <a:pt x="180210" y="692734"/>
                  </a:moveTo>
                  <a:lnTo>
                    <a:pt x="196727" y="680186"/>
                  </a:lnTo>
                  <a:lnTo>
                    <a:pt x="180172" y="688544"/>
                  </a:lnTo>
                  <a:close/>
                  <a:moveTo>
                    <a:pt x="172561" y="655086"/>
                  </a:moveTo>
                  <a:lnTo>
                    <a:pt x="202404" y="675455"/>
                  </a:lnTo>
                  <a:lnTo>
                    <a:pt x="162359" y="638796"/>
                  </a:lnTo>
                  <a:close/>
                  <a:moveTo>
                    <a:pt x="202404" y="675455"/>
                  </a:moveTo>
                  <a:lnTo>
                    <a:pt x="172561" y="655086"/>
                  </a:lnTo>
                  <a:lnTo>
                    <a:pt x="202524" y="675551"/>
                  </a:lnTo>
                  <a:close/>
                  <a:moveTo>
                    <a:pt x="180172" y="688544"/>
                  </a:moveTo>
                  <a:lnTo>
                    <a:pt x="196727" y="680186"/>
                  </a:lnTo>
                  <a:lnTo>
                    <a:pt x="202524" y="675551"/>
                  </a:lnTo>
                  <a:close/>
                  <a:moveTo>
                    <a:pt x="174365" y="655979"/>
                  </a:moveTo>
                  <a:lnTo>
                    <a:pt x="180172" y="688544"/>
                  </a:lnTo>
                  <a:lnTo>
                    <a:pt x="202524" y="675551"/>
                  </a:lnTo>
                  <a:close/>
                  <a:moveTo>
                    <a:pt x="281738" y="709997"/>
                  </a:moveTo>
                  <a:lnTo>
                    <a:pt x="244316" y="707582"/>
                  </a:lnTo>
                  <a:lnTo>
                    <a:pt x="266595" y="712306"/>
                  </a:lnTo>
                  <a:close/>
                  <a:moveTo>
                    <a:pt x="250673" y="663418"/>
                  </a:moveTo>
                  <a:lnTo>
                    <a:pt x="244316" y="707582"/>
                  </a:lnTo>
                  <a:lnTo>
                    <a:pt x="281738" y="709997"/>
                  </a:lnTo>
                  <a:close/>
                  <a:moveTo>
                    <a:pt x="280840" y="665981"/>
                  </a:moveTo>
                  <a:lnTo>
                    <a:pt x="250673" y="663418"/>
                  </a:lnTo>
                  <a:lnTo>
                    <a:pt x="281738" y="709997"/>
                  </a:lnTo>
                  <a:close/>
                  <a:moveTo>
                    <a:pt x="202524" y="675551"/>
                  </a:moveTo>
                  <a:lnTo>
                    <a:pt x="244316" y="707582"/>
                  </a:lnTo>
                  <a:lnTo>
                    <a:pt x="250673" y="663418"/>
                  </a:lnTo>
                  <a:close/>
                  <a:moveTo>
                    <a:pt x="202524" y="675551"/>
                  </a:moveTo>
                  <a:lnTo>
                    <a:pt x="250673" y="663418"/>
                  </a:lnTo>
                  <a:lnTo>
                    <a:pt x="202404" y="675455"/>
                  </a:lnTo>
                  <a:close/>
                  <a:moveTo>
                    <a:pt x="202404" y="675455"/>
                  </a:moveTo>
                  <a:lnTo>
                    <a:pt x="250673" y="663418"/>
                  </a:lnTo>
                  <a:lnTo>
                    <a:pt x="248030" y="625260"/>
                  </a:lnTo>
                  <a:close/>
                  <a:moveTo>
                    <a:pt x="196480" y="621612"/>
                  </a:moveTo>
                  <a:lnTo>
                    <a:pt x="162359" y="638796"/>
                  </a:lnTo>
                  <a:lnTo>
                    <a:pt x="202404" y="675455"/>
                  </a:lnTo>
                  <a:close/>
                  <a:moveTo>
                    <a:pt x="196480" y="621612"/>
                  </a:moveTo>
                  <a:lnTo>
                    <a:pt x="159612" y="602041"/>
                  </a:lnTo>
                  <a:lnTo>
                    <a:pt x="162359" y="638796"/>
                  </a:lnTo>
                  <a:close/>
                  <a:moveTo>
                    <a:pt x="28464" y="377740"/>
                  </a:moveTo>
                  <a:lnTo>
                    <a:pt x="0" y="381511"/>
                  </a:lnTo>
                  <a:lnTo>
                    <a:pt x="52394" y="392116"/>
                  </a:lnTo>
                  <a:close/>
                  <a:moveTo>
                    <a:pt x="345059" y="604429"/>
                  </a:moveTo>
                  <a:lnTo>
                    <a:pt x="381547" y="593537"/>
                  </a:lnTo>
                  <a:lnTo>
                    <a:pt x="360036" y="550491"/>
                  </a:lnTo>
                  <a:close/>
                  <a:moveTo>
                    <a:pt x="343575" y="540918"/>
                  </a:moveTo>
                  <a:lnTo>
                    <a:pt x="358104" y="499031"/>
                  </a:lnTo>
                  <a:lnTo>
                    <a:pt x="312462" y="506031"/>
                  </a:lnTo>
                  <a:close/>
                  <a:moveTo>
                    <a:pt x="312462" y="506031"/>
                  </a:moveTo>
                  <a:lnTo>
                    <a:pt x="358104" y="499031"/>
                  </a:lnTo>
                  <a:lnTo>
                    <a:pt x="354937" y="496552"/>
                  </a:lnTo>
                  <a:close/>
                  <a:moveTo>
                    <a:pt x="398592" y="533307"/>
                  </a:moveTo>
                  <a:lnTo>
                    <a:pt x="360036" y="550491"/>
                  </a:lnTo>
                  <a:lnTo>
                    <a:pt x="386664" y="577443"/>
                  </a:lnTo>
                  <a:close/>
                  <a:moveTo>
                    <a:pt x="399373" y="489550"/>
                  </a:moveTo>
                  <a:lnTo>
                    <a:pt x="383916" y="470960"/>
                  </a:lnTo>
                  <a:lnTo>
                    <a:pt x="383464" y="479369"/>
                  </a:lnTo>
                  <a:close/>
                  <a:moveTo>
                    <a:pt x="383916" y="470960"/>
                  </a:moveTo>
                  <a:lnTo>
                    <a:pt x="399373" y="489550"/>
                  </a:lnTo>
                  <a:lnTo>
                    <a:pt x="442575" y="469494"/>
                  </a:lnTo>
                  <a:close/>
                  <a:moveTo>
                    <a:pt x="239108" y="270096"/>
                  </a:moveTo>
                  <a:lnTo>
                    <a:pt x="215891" y="222084"/>
                  </a:lnTo>
                  <a:lnTo>
                    <a:pt x="206386" y="224863"/>
                  </a:lnTo>
                  <a:close/>
                  <a:moveTo>
                    <a:pt x="255363" y="204900"/>
                  </a:moveTo>
                  <a:lnTo>
                    <a:pt x="247234" y="237449"/>
                  </a:lnTo>
                  <a:lnTo>
                    <a:pt x="266546" y="213446"/>
                  </a:lnTo>
                  <a:close/>
                  <a:moveTo>
                    <a:pt x="255363" y="204900"/>
                  </a:moveTo>
                  <a:lnTo>
                    <a:pt x="215891" y="222084"/>
                  </a:lnTo>
                  <a:lnTo>
                    <a:pt x="247234" y="237449"/>
                  </a:lnTo>
                  <a:close/>
                  <a:moveTo>
                    <a:pt x="594890" y="528446"/>
                  </a:moveTo>
                  <a:lnTo>
                    <a:pt x="605116" y="511060"/>
                  </a:lnTo>
                  <a:lnTo>
                    <a:pt x="563767" y="526660"/>
                  </a:lnTo>
                  <a:close/>
                  <a:moveTo>
                    <a:pt x="563767" y="526660"/>
                  </a:moveTo>
                  <a:lnTo>
                    <a:pt x="605116" y="511060"/>
                  </a:lnTo>
                  <a:lnTo>
                    <a:pt x="564724" y="498940"/>
                  </a:lnTo>
                  <a:close/>
                  <a:moveTo>
                    <a:pt x="611527" y="518512"/>
                  </a:moveTo>
                  <a:lnTo>
                    <a:pt x="594890" y="528446"/>
                  </a:lnTo>
                  <a:lnTo>
                    <a:pt x="588462" y="545002"/>
                  </a:lnTo>
                  <a:close/>
                  <a:moveTo>
                    <a:pt x="611527" y="518512"/>
                  </a:moveTo>
                  <a:lnTo>
                    <a:pt x="655570" y="501329"/>
                  </a:lnTo>
                  <a:lnTo>
                    <a:pt x="605116" y="511060"/>
                  </a:lnTo>
                  <a:close/>
                  <a:moveTo>
                    <a:pt x="604811" y="413711"/>
                  </a:moveTo>
                  <a:lnTo>
                    <a:pt x="597727" y="436645"/>
                  </a:lnTo>
                  <a:lnTo>
                    <a:pt x="598491" y="427819"/>
                  </a:lnTo>
                  <a:close/>
                  <a:moveTo>
                    <a:pt x="805601" y="430207"/>
                  </a:moveTo>
                  <a:lnTo>
                    <a:pt x="787222" y="404994"/>
                  </a:lnTo>
                  <a:lnTo>
                    <a:pt x="766731" y="424591"/>
                  </a:lnTo>
                  <a:close/>
                  <a:moveTo>
                    <a:pt x="805601" y="430207"/>
                  </a:moveTo>
                  <a:lnTo>
                    <a:pt x="823813" y="413024"/>
                  </a:lnTo>
                  <a:lnTo>
                    <a:pt x="787222" y="404994"/>
                  </a:lnTo>
                  <a:close/>
                  <a:moveTo>
                    <a:pt x="775402" y="355804"/>
                  </a:moveTo>
                  <a:lnTo>
                    <a:pt x="776299" y="364156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6299" y="364156"/>
                  </a:lnTo>
                  <a:lnTo>
                    <a:pt x="792237" y="376269"/>
                  </a:lnTo>
                  <a:close/>
                  <a:moveTo>
                    <a:pt x="756942" y="319942"/>
                  </a:moveTo>
                  <a:lnTo>
                    <a:pt x="772403" y="349591"/>
                  </a:lnTo>
                  <a:lnTo>
                    <a:pt x="758724" y="302759"/>
                  </a:lnTo>
                  <a:close/>
                  <a:moveTo>
                    <a:pt x="758724" y="302759"/>
                  </a:moveTo>
                  <a:lnTo>
                    <a:pt x="772403" y="349591"/>
                  </a:lnTo>
                  <a:lnTo>
                    <a:pt x="757520" y="343254"/>
                  </a:lnTo>
                  <a:close/>
                  <a:moveTo>
                    <a:pt x="757520" y="343254"/>
                  </a:moveTo>
                  <a:lnTo>
                    <a:pt x="772403" y="349591"/>
                  </a:lnTo>
                  <a:lnTo>
                    <a:pt x="775402" y="355804"/>
                  </a:lnTo>
                  <a:close/>
                  <a:moveTo>
                    <a:pt x="725624" y="138555"/>
                  </a:moveTo>
                  <a:lnTo>
                    <a:pt x="739290" y="179086"/>
                  </a:lnTo>
                  <a:lnTo>
                    <a:pt x="739110" y="157271"/>
                  </a:lnTo>
                  <a:close/>
                  <a:moveTo>
                    <a:pt x="699490" y="101800"/>
                  </a:moveTo>
                  <a:lnTo>
                    <a:pt x="741558" y="132495"/>
                  </a:lnTo>
                  <a:lnTo>
                    <a:pt x="740512" y="88598"/>
                  </a:lnTo>
                  <a:close/>
                  <a:moveTo>
                    <a:pt x="742951" y="75424"/>
                  </a:moveTo>
                  <a:lnTo>
                    <a:pt x="699490" y="101800"/>
                  </a:lnTo>
                  <a:lnTo>
                    <a:pt x="740512" y="88598"/>
                  </a:lnTo>
                  <a:close/>
                  <a:moveTo>
                    <a:pt x="729527" y="30679"/>
                  </a:moveTo>
                  <a:lnTo>
                    <a:pt x="706230" y="47862"/>
                  </a:lnTo>
                  <a:lnTo>
                    <a:pt x="742951" y="75424"/>
                  </a:lnTo>
                  <a:close/>
                  <a:moveTo>
                    <a:pt x="729527" y="30679"/>
                  </a:moveTo>
                  <a:lnTo>
                    <a:pt x="706090" y="0"/>
                  </a:lnTo>
                  <a:lnTo>
                    <a:pt x="705942" y="11107"/>
                  </a:lnTo>
                  <a:close/>
                  <a:moveTo>
                    <a:pt x="729527" y="30679"/>
                  </a:moveTo>
                  <a:lnTo>
                    <a:pt x="705942" y="11107"/>
                  </a:lnTo>
                  <a:lnTo>
                    <a:pt x="706230" y="4786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91" name="Input_density__30">
              <a:extLst>
                <a:ext uri="{FF2B5EF4-FFF2-40B4-BE49-F238E27FC236}">
                  <a16:creationId xmlns:a16="http://schemas.microsoft.com/office/drawing/2014/main" id="{160DC911-AF46-B452-292A-869CFF9AD6AB}"/>
                </a:ext>
              </a:extLst>
            </p:cNvPr>
            <p:cNvSpPr>
              <a:spLocks noGrp="1"/>
            </p:cNvSpPr>
            <p:nvPr/>
          </p:nvSpPr>
          <p:spPr>
            <a:xfrm>
              <a:off x="967511" y="2403832"/>
              <a:ext cx="1014011" cy="807898"/>
            </a:xfrm>
            <a:custGeom>
              <a:avLst/>
              <a:gdLst/>
              <a:ahLst/>
              <a:cxnLst/>
              <a:rect l="0" t="0" r="0" b="0"/>
              <a:pathLst>
                <a:path w="1014011" h="807898">
                  <a:moveTo>
                    <a:pt x="228917" y="790756"/>
                  </a:moveTo>
                  <a:lnTo>
                    <a:pt x="238060" y="803492"/>
                  </a:lnTo>
                  <a:lnTo>
                    <a:pt x="258310" y="807898"/>
                  </a:lnTo>
                  <a:close/>
                  <a:moveTo>
                    <a:pt x="311580" y="786281"/>
                  </a:moveTo>
                  <a:lnTo>
                    <a:pt x="283518" y="773573"/>
                  </a:lnTo>
                  <a:lnTo>
                    <a:pt x="258310" y="807898"/>
                  </a:lnTo>
                  <a:close/>
                  <a:moveTo>
                    <a:pt x="0" y="458865"/>
                  </a:moveTo>
                  <a:lnTo>
                    <a:pt x="44828" y="479533"/>
                  </a:lnTo>
                  <a:lnTo>
                    <a:pt x="26953" y="469566"/>
                  </a:lnTo>
                  <a:close/>
                  <a:moveTo>
                    <a:pt x="0" y="458865"/>
                  </a:moveTo>
                  <a:lnTo>
                    <a:pt x="57370" y="484060"/>
                  </a:lnTo>
                  <a:lnTo>
                    <a:pt x="44828" y="479533"/>
                  </a:lnTo>
                  <a:close/>
                  <a:moveTo>
                    <a:pt x="44828" y="479533"/>
                  </a:moveTo>
                  <a:lnTo>
                    <a:pt x="57370" y="484060"/>
                  </a:lnTo>
                  <a:lnTo>
                    <a:pt x="65959" y="490828"/>
                  </a:lnTo>
                  <a:close/>
                  <a:moveTo>
                    <a:pt x="104557" y="510560"/>
                  </a:moveTo>
                  <a:lnTo>
                    <a:pt x="65959" y="490828"/>
                  </a:lnTo>
                  <a:lnTo>
                    <a:pt x="57370" y="484060"/>
                  </a:lnTo>
                  <a:close/>
                  <a:moveTo>
                    <a:pt x="283518" y="773573"/>
                  </a:moveTo>
                  <a:lnTo>
                    <a:pt x="311580" y="786281"/>
                  </a:lnTo>
                  <a:lnTo>
                    <a:pt x="325188" y="793144"/>
                  </a:lnTo>
                  <a:close/>
                  <a:moveTo>
                    <a:pt x="113652" y="516288"/>
                  </a:moveTo>
                  <a:lnTo>
                    <a:pt x="150737" y="499104"/>
                  </a:lnTo>
                  <a:lnTo>
                    <a:pt x="104557" y="510560"/>
                  </a:lnTo>
                  <a:close/>
                  <a:moveTo>
                    <a:pt x="150737" y="499104"/>
                  </a:moveTo>
                  <a:lnTo>
                    <a:pt x="122850" y="482749"/>
                  </a:lnTo>
                  <a:lnTo>
                    <a:pt x="104557" y="510560"/>
                  </a:lnTo>
                  <a:close/>
                  <a:moveTo>
                    <a:pt x="65959" y="490828"/>
                  </a:moveTo>
                  <a:lnTo>
                    <a:pt x="44377" y="467535"/>
                  </a:lnTo>
                  <a:lnTo>
                    <a:pt x="44828" y="479533"/>
                  </a:lnTo>
                  <a:close/>
                  <a:moveTo>
                    <a:pt x="26953" y="469566"/>
                  </a:moveTo>
                  <a:lnTo>
                    <a:pt x="44828" y="479533"/>
                  </a:lnTo>
                  <a:lnTo>
                    <a:pt x="44377" y="467535"/>
                  </a:lnTo>
                  <a:close/>
                  <a:moveTo>
                    <a:pt x="65959" y="490828"/>
                  </a:moveTo>
                  <a:lnTo>
                    <a:pt x="104557" y="510560"/>
                  </a:lnTo>
                  <a:lnTo>
                    <a:pt x="122850" y="482749"/>
                  </a:lnTo>
                  <a:close/>
                  <a:moveTo>
                    <a:pt x="89063" y="480999"/>
                  </a:moveTo>
                  <a:lnTo>
                    <a:pt x="65959" y="490828"/>
                  </a:lnTo>
                  <a:lnTo>
                    <a:pt x="122850" y="482749"/>
                  </a:lnTo>
                  <a:close/>
                  <a:moveTo>
                    <a:pt x="245492" y="609370"/>
                  </a:moveTo>
                  <a:lnTo>
                    <a:pt x="235624" y="559032"/>
                  </a:lnTo>
                  <a:lnTo>
                    <a:pt x="239588" y="596173"/>
                  </a:lnTo>
                  <a:close/>
                  <a:moveTo>
                    <a:pt x="150737" y="499104"/>
                  </a:moveTo>
                  <a:lnTo>
                    <a:pt x="159588" y="481921"/>
                  </a:lnTo>
                  <a:lnTo>
                    <a:pt x="122850" y="482749"/>
                  </a:lnTo>
                  <a:close/>
                  <a:moveTo>
                    <a:pt x="177751" y="529863"/>
                  </a:moveTo>
                  <a:lnTo>
                    <a:pt x="164445" y="513690"/>
                  </a:lnTo>
                  <a:lnTo>
                    <a:pt x="183525" y="499104"/>
                  </a:lnTo>
                  <a:close/>
                  <a:moveTo>
                    <a:pt x="369301" y="575003"/>
                  </a:moveTo>
                  <a:lnTo>
                    <a:pt x="345419" y="546652"/>
                  </a:lnTo>
                  <a:lnTo>
                    <a:pt x="363192" y="566050"/>
                  </a:lnTo>
                  <a:close/>
                  <a:moveTo>
                    <a:pt x="367620" y="573350"/>
                  </a:moveTo>
                  <a:lnTo>
                    <a:pt x="363192" y="566050"/>
                  </a:lnTo>
                  <a:lnTo>
                    <a:pt x="339440" y="524424"/>
                  </a:lnTo>
                  <a:close/>
                  <a:moveTo>
                    <a:pt x="367620" y="573350"/>
                  </a:moveTo>
                  <a:lnTo>
                    <a:pt x="366563" y="578650"/>
                  </a:lnTo>
                  <a:lnTo>
                    <a:pt x="369301" y="575003"/>
                  </a:lnTo>
                  <a:close/>
                  <a:moveTo>
                    <a:pt x="367620" y="573350"/>
                  </a:moveTo>
                  <a:lnTo>
                    <a:pt x="369301" y="575003"/>
                  </a:lnTo>
                  <a:lnTo>
                    <a:pt x="363192" y="566050"/>
                  </a:lnTo>
                  <a:close/>
                  <a:moveTo>
                    <a:pt x="308310" y="415491"/>
                  </a:moveTo>
                  <a:lnTo>
                    <a:pt x="307990" y="427983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308310" y="415491"/>
                  </a:lnTo>
                  <a:lnTo>
                    <a:pt x="315092" y="414580"/>
                  </a:lnTo>
                  <a:close/>
                  <a:moveTo>
                    <a:pt x="303663" y="410800"/>
                  </a:moveTo>
                  <a:lnTo>
                    <a:pt x="288304" y="387009"/>
                  </a:lnTo>
                  <a:lnTo>
                    <a:pt x="308310" y="415491"/>
                  </a:lnTo>
                  <a:close/>
                  <a:moveTo>
                    <a:pt x="303663" y="410800"/>
                  </a:moveTo>
                  <a:lnTo>
                    <a:pt x="315092" y="414580"/>
                  </a:lnTo>
                  <a:lnTo>
                    <a:pt x="319655" y="406268"/>
                  </a:lnTo>
                  <a:close/>
                  <a:moveTo>
                    <a:pt x="360014" y="400545"/>
                  </a:moveTo>
                  <a:lnTo>
                    <a:pt x="315092" y="414580"/>
                  </a:lnTo>
                  <a:lnTo>
                    <a:pt x="351205" y="425024"/>
                  </a:lnTo>
                  <a:close/>
                  <a:moveTo>
                    <a:pt x="360014" y="400545"/>
                  </a:moveTo>
                  <a:lnTo>
                    <a:pt x="319655" y="406268"/>
                  </a:lnTo>
                  <a:lnTo>
                    <a:pt x="315092" y="414580"/>
                  </a:lnTo>
                  <a:close/>
                  <a:moveTo>
                    <a:pt x="505196" y="530833"/>
                  </a:moveTo>
                  <a:lnTo>
                    <a:pt x="537952" y="528724"/>
                  </a:lnTo>
                  <a:lnTo>
                    <a:pt x="561089" y="519024"/>
                  </a:lnTo>
                  <a:close/>
                  <a:moveTo>
                    <a:pt x="501997" y="432759"/>
                  </a:moveTo>
                  <a:lnTo>
                    <a:pt x="502448" y="424350"/>
                  </a:lnTo>
                  <a:lnTo>
                    <a:pt x="497133" y="413188"/>
                  </a:lnTo>
                  <a:close/>
                  <a:moveTo>
                    <a:pt x="501997" y="432759"/>
                  </a:moveTo>
                  <a:lnTo>
                    <a:pt x="497133" y="413188"/>
                  </a:lnTo>
                  <a:lnTo>
                    <a:pt x="507534" y="396004"/>
                  </a:lnTo>
                  <a:close/>
                  <a:moveTo>
                    <a:pt x="713422" y="481836"/>
                  </a:moveTo>
                  <a:lnTo>
                    <a:pt x="679637" y="520686"/>
                  </a:lnTo>
                  <a:lnTo>
                    <a:pt x="706994" y="498393"/>
                  </a:lnTo>
                  <a:close/>
                  <a:moveTo>
                    <a:pt x="713422" y="481836"/>
                  </a:moveTo>
                  <a:lnTo>
                    <a:pt x="682300" y="480050"/>
                  </a:lnTo>
                  <a:lnTo>
                    <a:pt x="679637" y="520686"/>
                  </a:lnTo>
                  <a:close/>
                  <a:moveTo>
                    <a:pt x="759423" y="508657"/>
                  </a:moveTo>
                  <a:lnTo>
                    <a:pt x="760307" y="515555"/>
                  </a:lnTo>
                  <a:lnTo>
                    <a:pt x="770901" y="516544"/>
                  </a:lnTo>
                  <a:close/>
                  <a:moveTo>
                    <a:pt x="801826" y="400781"/>
                  </a:moveTo>
                  <a:lnTo>
                    <a:pt x="793143" y="381209"/>
                  </a:lnTo>
                  <a:lnTo>
                    <a:pt x="805236" y="364026"/>
                  </a:lnTo>
                  <a:close/>
                  <a:moveTo>
                    <a:pt x="942345" y="366414"/>
                  </a:moveTo>
                  <a:lnTo>
                    <a:pt x="953238" y="411345"/>
                  </a:lnTo>
                  <a:lnTo>
                    <a:pt x="974754" y="395579"/>
                  </a:lnTo>
                  <a:close/>
                  <a:moveTo>
                    <a:pt x="1014011" y="355245"/>
                  </a:moveTo>
                  <a:lnTo>
                    <a:pt x="983958" y="352590"/>
                  </a:lnTo>
                  <a:lnTo>
                    <a:pt x="974754" y="395579"/>
                  </a:lnTo>
                  <a:close/>
                  <a:moveTo>
                    <a:pt x="1005046" y="317787"/>
                  </a:moveTo>
                  <a:lnTo>
                    <a:pt x="986404" y="342928"/>
                  </a:lnTo>
                  <a:lnTo>
                    <a:pt x="983958" y="352590"/>
                  </a:lnTo>
                  <a:close/>
                  <a:moveTo>
                    <a:pt x="861483" y="28815"/>
                  </a:moveTo>
                  <a:lnTo>
                    <a:pt x="859045" y="41989"/>
                  </a:lnTo>
                  <a:lnTo>
                    <a:pt x="875638" y="1252"/>
                  </a:lnTo>
                  <a:close/>
                  <a:moveTo>
                    <a:pt x="875638" y="1252"/>
                  </a:moveTo>
                  <a:lnTo>
                    <a:pt x="879508" y="0"/>
                  </a:lnTo>
                  <a:lnTo>
                    <a:pt x="861483" y="2881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992" name="Input_density__31">
              <a:extLst>
                <a:ext uri="{FF2B5EF4-FFF2-40B4-BE49-F238E27FC236}">
                  <a16:creationId xmlns:a16="http://schemas.microsoft.com/office/drawing/2014/main" id="{2734845B-8C69-7CC5-99CF-9B8E122EF16B}"/>
                </a:ext>
              </a:extLst>
            </p:cNvPr>
            <p:cNvSpPr>
              <a:spLocks noGrp="1"/>
            </p:cNvSpPr>
            <p:nvPr/>
          </p:nvSpPr>
          <p:spPr>
            <a:xfrm>
              <a:off x="1081163" y="2445821"/>
              <a:ext cx="839586" cy="765909"/>
            </a:xfrm>
            <a:custGeom>
              <a:avLst/>
              <a:gdLst/>
              <a:ahLst/>
              <a:cxnLst/>
              <a:rect l="0" t="0" r="0" b="0"/>
              <a:pathLst>
                <a:path w="839586" h="765909">
                  <a:moveTo>
                    <a:pt x="115265" y="748767"/>
                  </a:moveTo>
                  <a:lnTo>
                    <a:pt x="144658" y="765909"/>
                  </a:lnTo>
                  <a:lnTo>
                    <a:pt x="156670" y="735274"/>
                  </a:lnTo>
                  <a:close/>
                  <a:moveTo>
                    <a:pt x="144658" y="765909"/>
                  </a:moveTo>
                  <a:lnTo>
                    <a:pt x="169866" y="731584"/>
                  </a:lnTo>
                  <a:lnTo>
                    <a:pt x="156670" y="735274"/>
                  </a:lnTo>
                  <a:close/>
                  <a:moveTo>
                    <a:pt x="204804" y="673793"/>
                  </a:moveTo>
                  <a:lnTo>
                    <a:pt x="166675" y="658074"/>
                  </a:lnTo>
                  <a:lnTo>
                    <a:pt x="169026" y="680482"/>
                  </a:lnTo>
                  <a:close/>
                  <a:moveTo>
                    <a:pt x="169026" y="680482"/>
                  </a:moveTo>
                  <a:lnTo>
                    <a:pt x="166675" y="658074"/>
                  </a:lnTo>
                  <a:lnTo>
                    <a:pt x="160663" y="642534"/>
                  </a:lnTo>
                  <a:close/>
                  <a:moveTo>
                    <a:pt x="224582" y="689492"/>
                  </a:moveTo>
                  <a:lnTo>
                    <a:pt x="204804" y="673793"/>
                  </a:lnTo>
                  <a:lnTo>
                    <a:pt x="209487" y="677646"/>
                  </a:lnTo>
                  <a:close/>
                  <a:moveTo>
                    <a:pt x="132272" y="604136"/>
                  </a:moveTo>
                  <a:lnTo>
                    <a:pt x="124880" y="624125"/>
                  </a:lnTo>
                  <a:lnTo>
                    <a:pt x="141709" y="613196"/>
                  </a:lnTo>
                  <a:close/>
                  <a:moveTo>
                    <a:pt x="141709" y="613196"/>
                  </a:moveTo>
                  <a:lnTo>
                    <a:pt x="124453" y="644884"/>
                  </a:lnTo>
                  <a:lnTo>
                    <a:pt x="160663" y="642534"/>
                  </a:lnTo>
                  <a:close/>
                  <a:moveTo>
                    <a:pt x="166675" y="658074"/>
                  </a:moveTo>
                  <a:lnTo>
                    <a:pt x="141709" y="613196"/>
                  </a:lnTo>
                  <a:lnTo>
                    <a:pt x="160663" y="642534"/>
                  </a:lnTo>
                  <a:close/>
                  <a:moveTo>
                    <a:pt x="141709" y="613196"/>
                  </a:moveTo>
                  <a:lnTo>
                    <a:pt x="128469" y="609174"/>
                  </a:lnTo>
                  <a:lnTo>
                    <a:pt x="132272" y="604136"/>
                  </a:lnTo>
                  <a:close/>
                  <a:moveTo>
                    <a:pt x="37085" y="457116"/>
                  </a:moveTo>
                  <a:lnTo>
                    <a:pt x="31829" y="497006"/>
                  </a:lnTo>
                  <a:lnTo>
                    <a:pt x="50793" y="471701"/>
                  </a:lnTo>
                  <a:close/>
                  <a:moveTo>
                    <a:pt x="37085" y="457116"/>
                  </a:moveTo>
                  <a:lnTo>
                    <a:pt x="0" y="474299"/>
                  </a:lnTo>
                  <a:lnTo>
                    <a:pt x="31829" y="497006"/>
                  </a:lnTo>
                  <a:close/>
                  <a:moveTo>
                    <a:pt x="232894" y="654239"/>
                  </a:moveTo>
                  <a:lnTo>
                    <a:pt x="271475" y="623707"/>
                  </a:lnTo>
                  <a:lnTo>
                    <a:pt x="241210" y="631227"/>
                  </a:lnTo>
                  <a:close/>
                  <a:moveTo>
                    <a:pt x="125936" y="554184"/>
                  </a:moveTo>
                  <a:lnTo>
                    <a:pt x="132272" y="604136"/>
                  </a:lnTo>
                  <a:lnTo>
                    <a:pt x="131840" y="567381"/>
                  </a:lnTo>
                  <a:close/>
                  <a:moveTo>
                    <a:pt x="37085" y="457116"/>
                  </a:moveTo>
                  <a:lnTo>
                    <a:pt x="50793" y="471701"/>
                  </a:lnTo>
                  <a:lnTo>
                    <a:pt x="56925" y="476687"/>
                  </a:lnTo>
                  <a:close/>
                  <a:moveTo>
                    <a:pt x="271475" y="623707"/>
                  </a:moveTo>
                  <a:lnTo>
                    <a:pt x="285499" y="630139"/>
                  </a:lnTo>
                  <a:lnTo>
                    <a:pt x="286618" y="621399"/>
                  </a:lnTo>
                  <a:close/>
                  <a:moveTo>
                    <a:pt x="207284" y="586857"/>
                  </a:moveTo>
                  <a:lnTo>
                    <a:pt x="252910" y="536661"/>
                  </a:lnTo>
                  <a:lnTo>
                    <a:pt x="222463" y="547401"/>
                  </a:lnTo>
                  <a:close/>
                  <a:moveTo>
                    <a:pt x="255553" y="574820"/>
                  </a:moveTo>
                  <a:lnTo>
                    <a:pt x="265260" y="554468"/>
                  </a:lnTo>
                  <a:lnTo>
                    <a:pt x="255648" y="533014"/>
                  </a:lnTo>
                  <a:close/>
                  <a:moveTo>
                    <a:pt x="252910" y="536661"/>
                  </a:moveTo>
                  <a:lnTo>
                    <a:pt x="255553" y="574820"/>
                  </a:lnTo>
                  <a:lnTo>
                    <a:pt x="255648" y="533014"/>
                  </a:lnTo>
                  <a:close/>
                  <a:moveTo>
                    <a:pt x="253968" y="531361"/>
                  </a:moveTo>
                  <a:lnTo>
                    <a:pt x="222463" y="547401"/>
                  </a:lnTo>
                  <a:lnTo>
                    <a:pt x="252910" y="536661"/>
                  </a:lnTo>
                  <a:close/>
                  <a:moveTo>
                    <a:pt x="201440" y="372592"/>
                  </a:moveTo>
                  <a:lnTo>
                    <a:pt x="228474" y="417845"/>
                  </a:lnTo>
                  <a:lnTo>
                    <a:pt x="237553" y="383035"/>
                  </a:lnTo>
                  <a:close/>
                  <a:moveTo>
                    <a:pt x="190011" y="368811"/>
                  </a:moveTo>
                  <a:lnTo>
                    <a:pt x="167030" y="332056"/>
                  </a:lnTo>
                  <a:lnTo>
                    <a:pt x="174651" y="345020"/>
                  </a:lnTo>
                  <a:close/>
                  <a:moveTo>
                    <a:pt x="364916" y="461892"/>
                  </a:moveTo>
                  <a:lnTo>
                    <a:pt x="386427" y="504939"/>
                  </a:lnTo>
                  <a:lnTo>
                    <a:pt x="391544" y="488844"/>
                  </a:lnTo>
                  <a:close/>
                  <a:moveTo>
                    <a:pt x="364916" y="461892"/>
                  </a:moveTo>
                  <a:lnTo>
                    <a:pt x="348455" y="452320"/>
                  </a:lnTo>
                  <a:lnTo>
                    <a:pt x="322345" y="450906"/>
                  </a:lnTo>
                  <a:close/>
                  <a:moveTo>
                    <a:pt x="167030" y="332056"/>
                  </a:moveTo>
                  <a:lnTo>
                    <a:pt x="206002" y="364280"/>
                  </a:lnTo>
                  <a:lnTo>
                    <a:pt x="180489" y="322629"/>
                  </a:lnTo>
                  <a:close/>
                  <a:moveTo>
                    <a:pt x="190011" y="368811"/>
                  </a:moveTo>
                  <a:lnTo>
                    <a:pt x="206002" y="364280"/>
                  </a:lnTo>
                  <a:lnTo>
                    <a:pt x="167030" y="332056"/>
                  </a:lnTo>
                  <a:close/>
                  <a:moveTo>
                    <a:pt x="167030" y="332056"/>
                  </a:moveTo>
                  <a:lnTo>
                    <a:pt x="169597" y="322041"/>
                  </a:lnTo>
                  <a:lnTo>
                    <a:pt x="153242" y="290590"/>
                  </a:lnTo>
                  <a:close/>
                  <a:moveTo>
                    <a:pt x="340680" y="461892"/>
                  </a:moveTo>
                  <a:lnTo>
                    <a:pt x="348455" y="452320"/>
                  </a:lnTo>
                  <a:lnTo>
                    <a:pt x="317342" y="417433"/>
                  </a:lnTo>
                  <a:close/>
                  <a:moveTo>
                    <a:pt x="364916" y="461892"/>
                  </a:moveTo>
                  <a:lnTo>
                    <a:pt x="403472" y="444709"/>
                  </a:lnTo>
                  <a:lnTo>
                    <a:pt x="348455" y="452320"/>
                  </a:lnTo>
                  <a:close/>
                  <a:moveTo>
                    <a:pt x="403472" y="444709"/>
                  </a:moveTo>
                  <a:lnTo>
                    <a:pt x="362984" y="410433"/>
                  </a:lnTo>
                  <a:lnTo>
                    <a:pt x="348455" y="452320"/>
                  </a:lnTo>
                  <a:close/>
                  <a:moveTo>
                    <a:pt x="406731" y="449419"/>
                  </a:moveTo>
                  <a:lnTo>
                    <a:pt x="391544" y="488844"/>
                  </a:lnTo>
                  <a:lnTo>
                    <a:pt x="447437" y="477035"/>
                  </a:lnTo>
                  <a:close/>
                  <a:moveTo>
                    <a:pt x="447437" y="477035"/>
                  </a:moveTo>
                  <a:lnTo>
                    <a:pt x="431335" y="445199"/>
                  </a:lnTo>
                  <a:lnTo>
                    <a:pt x="406731" y="449419"/>
                  </a:lnTo>
                  <a:close/>
                  <a:moveTo>
                    <a:pt x="252114" y="148851"/>
                  </a:moveTo>
                  <a:lnTo>
                    <a:pt x="220771" y="133486"/>
                  </a:lnTo>
                  <a:lnTo>
                    <a:pt x="243988" y="181498"/>
                  </a:lnTo>
                  <a:close/>
                  <a:moveTo>
                    <a:pt x="243988" y="181498"/>
                  </a:moveTo>
                  <a:lnTo>
                    <a:pt x="211266" y="136265"/>
                  </a:lnTo>
                  <a:lnTo>
                    <a:pt x="222588" y="171807"/>
                  </a:lnTo>
                  <a:close/>
                  <a:moveTo>
                    <a:pt x="523858" y="417401"/>
                  </a:moveTo>
                  <a:lnTo>
                    <a:pt x="542531" y="410342"/>
                  </a:lnTo>
                  <a:lnTo>
                    <a:pt x="537302" y="418797"/>
                  </a:lnTo>
                  <a:close/>
                  <a:moveTo>
                    <a:pt x="537302" y="418797"/>
                  </a:moveTo>
                  <a:lnTo>
                    <a:pt x="552407" y="427934"/>
                  </a:lnTo>
                  <a:lnTo>
                    <a:pt x="569604" y="410342"/>
                  </a:lnTo>
                  <a:close/>
                  <a:moveTo>
                    <a:pt x="616407" y="429914"/>
                  </a:moveTo>
                  <a:lnTo>
                    <a:pt x="646654" y="473567"/>
                  </a:lnTo>
                  <a:lnTo>
                    <a:pt x="645771" y="466669"/>
                  </a:lnTo>
                  <a:close/>
                  <a:moveTo>
                    <a:pt x="593342" y="456404"/>
                  </a:moveTo>
                  <a:lnTo>
                    <a:pt x="646654" y="473567"/>
                  </a:lnTo>
                  <a:lnTo>
                    <a:pt x="616407" y="429914"/>
                  </a:lnTo>
                  <a:close/>
                  <a:moveTo>
                    <a:pt x="616407" y="429914"/>
                  </a:moveTo>
                  <a:lnTo>
                    <a:pt x="645771" y="466669"/>
                  </a:lnTo>
                  <a:lnTo>
                    <a:pt x="660450" y="412731"/>
                  </a:lnTo>
                  <a:close/>
                  <a:moveTo>
                    <a:pt x="828693" y="324425"/>
                  </a:moveTo>
                  <a:lnTo>
                    <a:pt x="810481" y="341609"/>
                  </a:lnTo>
                  <a:lnTo>
                    <a:pt x="839586" y="369357"/>
                  </a:lnTo>
                  <a:close/>
                  <a:moveTo>
                    <a:pt x="763604" y="214160"/>
                  </a:moveTo>
                  <a:lnTo>
                    <a:pt x="762400" y="254656"/>
                  </a:lnTo>
                  <a:lnTo>
                    <a:pt x="759796" y="223980"/>
                  </a:lnTo>
                  <a:close/>
                  <a:moveTo>
                    <a:pt x="763604" y="214160"/>
                  </a:moveTo>
                  <a:lnTo>
                    <a:pt x="785007" y="193664"/>
                  </a:lnTo>
                  <a:lnTo>
                    <a:pt x="761822" y="231344"/>
                  </a:lnTo>
                  <a:close/>
                  <a:moveTo>
                    <a:pt x="774176" y="93182"/>
                  </a:moveTo>
                  <a:lnTo>
                    <a:pt x="744170" y="90488"/>
                  </a:lnTo>
                  <a:lnTo>
                    <a:pt x="735636" y="133650"/>
                  </a:lnTo>
                  <a:close/>
                  <a:moveTo>
                    <a:pt x="744170" y="90488"/>
                  </a:moveTo>
                  <a:lnTo>
                    <a:pt x="774176" y="93182"/>
                  </a:lnTo>
                  <a:lnTo>
                    <a:pt x="743990" y="68673"/>
                  </a:lnTo>
                  <a:close/>
                  <a:moveTo>
                    <a:pt x="773590" y="48911"/>
                  </a:moveTo>
                  <a:lnTo>
                    <a:pt x="746438" y="43897"/>
                  </a:lnTo>
                  <a:lnTo>
                    <a:pt x="743990" y="68673"/>
                  </a:lnTo>
                  <a:close/>
                  <a:moveTo>
                    <a:pt x="746438" y="43897"/>
                  </a:moveTo>
                  <a:lnTo>
                    <a:pt x="764963" y="11178"/>
                  </a:lnTo>
                  <a:lnTo>
                    <a:pt x="745392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93" name="Input_density__32">
              <a:extLst>
                <a:ext uri="{FF2B5EF4-FFF2-40B4-BE49-F238E27FC236}">
                  <a16:creationId xmlns:a16="http://schemas.microsoft.com/office/drawing/2014/main" id="{2DC7F7A8-994F-BBA1-1FED-B8B75FBBFE32}"/>
                </a:ext>
              </a:extLst>
            </p:cNvPr>
            <p:cNvSpPr>
              <a:spLocks noGrp="1"/>
            </p:cNvSpPr>
            <p:nvPr/>
          </p:nvSpPr>
          <p:spPr>
            <a:xfrm>
              <a:off x="1203135" y="2594672"/>
              <a:ext cx="778387" cy="618197"/>
            </a:xfrm>
            <a:custGeom>
              <a:avLst/>
              <a:gdLst/>
              <a:ahLst/>
              <a:cxnLst/>
              <a:rect l="0" t="0" r="0" b="0"/>
              <a:pathLst>
                <a:path w="778387" h="618197">
                  <a:moveTo>
                    <a:pt x="56310" y="618197"/>
                  </a:moveTo>
                  <a:lnTo>
                    <a:pt x="75956" y="595442"/>
                  </a:lnTo>
                  <a:lnTo>
                    <a:pt x="22686" y="617058"/>
                  </a:lnTo>
                  <a:close/>
                  <a:moveTo>
                    <a:pt x="2241" y="364592"/>
                  </a:moveTo>
                  <a:lnTo>
                    <a:pt x="0" y="368192"/>
                  </a:lnTo>
                  <a:lnTo>
                    <a:pt x="9868" y="418530"/>
                  </a:lnTo>
                  <a:close/>
                  <a:moveTo>
                    <a:pt x="226483" y="303469"/>
                  </a:moveTo>
                  <a:lnTo>
                    <a:pt x="218708" y="313041"/>
                  </a:lnTo>
                  <a:lnTo>
                    <a:pt x="181641" y="324491"/>
                  </a:lnTo>
                  <a:close/>
                  <a:moveTo>
                    <a:pt x="118563" y="169695"/>
                  </a:moveTo>
                  <a:lnTo>
                    <a:pt x="94983" y="185541"/>
                  </a:lnTo>
                  <a:lnTo>
                    <a:pt x="84030" y="215429"/>
                  </a:lnTo>
                  <a:close/>
                  <a:moveTo>
                    <a:pt x="118563" y="169695"/>
                  </a:moveTo>
                  <a:lnTo>
                    <a:pt x="84030" y="215429"/>
                  </a:lnTo>
                  <a:lnTo>
                    <a:pt x="124390" y="209705"/>
                  </a:lnTo>
                  <a:close/>
                  <a:moveTo>
                    <a:pt x="126216" y="38573"/>
                  </a:moveTo>
                  <a:lnTo>
                    <a:pt x="130142" y="0"/>
                  </a:lnTo>
                  <a:lnTo>
                    <a:pt x="122016" y="32647"/>
                  </a:lnTo>
                  <a:close/>
                  <a:moveTo>
                    <a:pt x="508351" y="321243"/>
                  </a:moveTo>
                  <a:lnTo>
                    <a:pt x="524682" y="324716"/>
                  </a:lnTo>
                  <a:lnTo>
                    <a:pt x="471370" y="307553"/>
                  </a:lnTo>
                  <a:close/>
                  <a:moveTo>
                    <a:pt x="568975" y="327121"/>
                  </a:moveTo>
                  <a:lnTo>
                    <a:pt x="535276" y="325704"/>
                  </a:lnTo>
                  <a:lnTo>
                    <a:pt x="524682" y="324716"/>
                  </a:lnTo>
                  <a:close/>
                  <a:moveTo>
                    <a:pt x="772713" y="121636"/>
                  </a:moveTo>
                  <a:lnTo>
                    <a:pt x="750779" y="152088"/>
                  </a:lnTo>
                  <a:lnTo>
                    <a:pt x="769421" y="126947"/>
                  </a:lnTo>
                  <a:close/>
                  <a:moveTo>
                    <a:pt x="769421" y="126947"/>
                  </a:moveTo>
                  <a:lnTo>
                    <a:pt x="748334" y="161750"/>
                  </a:lnTo>
                  <a:lnTo>
                    <a:pt x="778387" y="16440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994" name="Input_density__33">
              <a:extLst>
                <a:ext uri="{FF2B5EF4-FFF2-40B4-BE49-F238E27FC236}">
                  <a16:creationId xmlns:a16="http://schemas.microsoft.com/office/drawing/2014/main" id="{17FE4E80-E011-0255-5D33-953EE3844EFC}"/>
                </a:ext>
              </a:extLst>
            </p:cNvPr>
            <p:cNvSpPr>
              <a:spLocks noGrp="1"/>
            </p:cNvSpPr>
            <p:nvPr/>
          </p:nvSpPr>
          <p:spPr>
            <a:xfrm>
              <a:off x="1078873" y="2368330"/>
              <a:ext cx="830982" cy="809075"/>
            </a:xfrm>
            <a:custGeom>
              <a:avLst/>
              <a:gdLst/>
              <a:ahLst/>
              <a:cxnLst/>
              <a:rect l="0" t="0" r="0" b="0"/>
              <a:pathLst>
                <a:path w="830982" h="809075">
                  <a:moveTo>
                    <a:pt x="95923" y="735565"/>
                  </a:moveTo>
                  <a:lnTo>
                    <a:pt x="97366" y="782599"/>
                  </a:lnTo>
                  <a:lnTo>
                    <a:pt x="120002" y="771024"/>
                  </a:lnTo>
                  <a:close/>
                  <a:moveTo>
                    <a:pt x="95923" y="735565"/>
                  </a:moveTo>
                  <a:lnTo>
                    <a:pt x="79137" y="752749"/>
                  </a:lnTo>
                  <a:lnTo>
                    <a:pt x="97366" y="782599"/>
                  </a:lnTo>
                  <a:close/>
                  <a:moveTo>
                    <a:pt x="171316" y="757973"/>
                  </a:moveTo>
                  <a:lnTo>
                    <a:pt x="161935" y="803230"/>
                  </a:lnTo>
                  <a:lnTo>
                    <a:pt x="196309" y="755137"/>
                  </a:lnTo>
                  <a:close/>
                  <a:moveTo>
                    <a:pt x="196309" y="755137"/>
                  </a:moveTo>
                  <a:lnTo>
                    <a:pt x="161935" y="803230"/>
                  </a:lnTo>
                  <a:lnTo>
                    <a:pt x="172155" y="809075"/>
                  </a:lnTo>
                  <a:close/>
                  <a:moveTo>
                    <a:pt x="76324" y="698810"/>
                  </a:moveTo>
                  <a:lnTo>
                    <a:pt x="95923" y="735565"/>
                  </a:lnTo>
                  <a:lnTo>
                    <a:pt x="113475" y="681627"/>
                  </a:lnTo>
                  <a:close/>
                  <a:moveTo>
                    <a:pt x="59564" y="381009"/>
                  </a:moveTo>
                  <a:lnTo>
                    <a:pt x="7169" y="370404"/>
                  </a:lnTo>
                  <a:lnTo>
                    <a:pt x="0" y="379094"/>
                  </a:lnTo>
                  <a:close/>
                  <a:moveTo>
                    <a:pt x="295399" y="514624"/>
                  </a:moveTo>
                  <a:lnTo>
                    <a:pt x="283994" y="529394"/>
                  </a:lnTo>
                  <a:lnTo>
                    <a:pt x="298560" y="502628"/>
                  </a:lnTo>
                  <a:close/>
                  <a:moveTo>
                    <a:pt x="298560" y="502628"/>
                  </a:moveTo>
                  <a:lnTo>
                    <a:pt x="292230" y="472453"/>
                  </a:lnTo>
                  <a:lnTo>
                    <a:pt x="295399" y="514624"/>
                  </a:lnTo>
                  <a:close/>
                  <a:moveTo>
                    <a:pt x="298560" y="502628"/>
                  </a:moveTo>
                  <a:lnTo>
                    <a:pt x="290373" y="465873"/>
                  </a:lnTo>
                  <a:lnTo>
                    <a:pt x="292230" y="472453"/>
                  </a:lnTo>
                  <a:close/>
                  <a:moveTo>
                    <a:pt x="405761" y="522200"/>
                  </a:moveTo>
                  <a:lnTo>
                    <a:pt x="393833" y="566336"/>
                  </a:lnTo>
                  <a:lnTo>
                    <a:pt x="409020" y="526910"/>
                  </a:lnTo>
                  <a:close/>
                  <a:moveTo>
                    <a:pt x="298560" y="502628"/>
                  </a:moveTo>
                  <a:lnTo>
                    <a:pt x="319631" y="494924"/>
                  </a:lnTo>
                  <a:lnTo>
                    <a:pt x="290373" y="465873"/>
                  </a:lnTo>
                  <a:close/>
                  <a:moveTo>
                    <a:pt x="161862" y="225707"/>
                  </a:moveTo>
                  <a:lnTo>
                    <a:pt x="163944" y="245343"/>
                  </a:lnTo>
                  <a:lnTo>
                    <a:pt x="159344" y="230741"/>
                  </a:lnTo>
                  <a:close/>
                  <a:moveTo>
                    <a:pt x="161862" y="225707"/>
                  </a:moveTo>
                  <a:lnTo>
                    <a:pt x="159344" y="230741"/>
                  </a:lnTo>
                  <a:lnTo>
                    <a:pt x="159299" y="228160"/>
                  </a:lnTo>
                  <a:close/>
                  <a:moveTo>
                    <a:pt x="422312" y="505017"/>
                  </a:moveTo>
                  <a:lnTo>
                    <a:pt x="405761" y="522200"/>
                  </a:lnTo>
                  <a:lnTo>
                    <a:pt x="409020" y="526910"/>
                  </a:lnTo>
                  <a:close/>
                  <a:moveTo>
                    <a:pt x="405761" y="522200"/>
                  </a:moveTo>
                  <a:lnTo>
                    <a:pt x="422312" y="505017"/>
                  </a:lnTo>
                  <a:lnTo>
                    <a:pt x="406542" y="478443"/>
                  </a:lnTo>
                  <a:close/>
                  <a:moveTo>
                    <a:pt x="365273" y="487924"/>
                  </a:moveTo>
                  <a:lnTo>
                    <a:pt x="405761" y="522200"/>
                  </a:lnTo>
                  <a:lnTo>
                    <a:pt x="406542" y="478443"/>
                  </a:lnTo>
                  <a:close/>
                  <a:moveTo>
                    <a:pt x="449745" y="458387"/>
                  </a:moveTo>
                  <a:lnTo>
                    <a:pt x="406542" y="478443"/>
                  </a:lnTo>
                  <a:lnTo>
                    <a:pt x="434900" y="468262"/>
                  </a:lnTo>
                  <a:close/>
                  <a:moveTo>
                    <a:pt x="406542" y="478443"/>
                  </a:moveTo>
                  <a:lnTo>
                    <a:pt x="426274" y="495212"/>
                  </a:lnTo>
                  <a:lnTo>
                    <a:pt x="434900" y="468262"/>
                  </a:lnTo>
                  <a:close/>
                  <a:moveTo>
                    <a:pt x="165384" y="225830"/>
                  </a:moveTo>
                  <a:lnTo>
                    <a:pt x="224878" y="249298"/>
                  </a:lnTo>
                  <a:lnTo>
                    <a:pt x="213555" y="213756"/>
                  </a:lnTo>
                  <a:close/>
                  <a:moveTo>
                    <a:pt x="161862" y="225707"/>
                  </a:moveTo>
                  <a:lnTo>
                    <a:pt x="159299" y="228160"/>
                  </a:lnTo>
                  <a:lnTo>
                    <a:pt x="165384" y="225830"/>
                  </a:lnTo>
                  <a:close/>
                  <a:moveTo>
                    <a:pt x="165384" y="225830"/>
                  </a:moveTo>
                  <a:lnTo>
                    <a:pt x="191465" y="211812"/>
                  </a:lnTo>
                  <a:lnTo>
                    <a:pt x="161862" y="225707"/>
                  </a:lnTo>
                  <a:close/>
                  <a:moveTo>
                    <a:pt x="165384" y="225830"/>
                  </a:moveTo>
                  <a:lnTo>
                    <a:pt x="213555" y="213756"/>
                  </a:lnTo>
                  <a:lnTo>
                    <a:pt x="191465" y="211812"/>
                  </a:lnTo>
                  <a:close/>
                  <a:moveTo>
                    <a:pt x="247216" y="199473"/>
                  </a:moveTo>
                  <a:lnTo>
                    <a:pt x="213555" y="213756"/>
                  </a:lnTo>
                  <a:lnTo>
                    <a:pt x="223060" y="210977"/>
                  </a:lnTo>
                  <a:close/>
                  <a:moveTo>
                    <a:pt x="191465" y="211812"/>
                  </a:moveTo>
                  <a:lnTo>
                    <a:pt x="213555" y="213756"/>
                  </a:lnTo>
                  <a:lnTo>
                    <a:pt x="247216" y="199473"/>
                  </a:lnTo>
                  <a:close/>
                  <a:moveTo>
                    <a:pt x="270640" y="190842"/>
                  </a:moveTo>
                  <a:lnTo>
                    <a:pt x="247216" y="199473"/>
                  </a:lnTo>
                  <a:lnTo>
                    <a:pt x="223060" y="210977"/>
                  </a:lnTo>
                  <a:close/>
                  <a:moveTo>
                    <a:pt x="571893" y="487833"/>
                  </a:moveTo>
                  <a:lnTo>
                    <a:pt x="612285" y="499953"/>
                  </a:lnTo>
                  <a:lnTo>
                    <a:pt x="593024" y="470650"/>
                  </a:lnTo>
                  <a:close/>
                  <a:moveTo>
                    <a:pt x="602059" y="517339"/>
                  </a:moveTo>
                  <a:lnTo>
                    <a:pt x="618696" y="507405"/>
                  </a:lnTo>
                  <a:lnTo>
                    <a:pt x="612285" y="499953"/>
                  </a:lnTo>
                  <a:close/>
                  <a:moveTo>
                    <a:pt x="599082" y="450587"/>
                  </a:moveTo>
                  <a:lnTo>
                    <a:pt x="581629" y="481544"/>
                  </a:lnTo>
                  <a:lnTo>
                    <a:pt x="571893" y="487833"/>
                  </a:lnTo>
                  <a:close/>
                  <a:moveTo>
                    <a:pt x="593024" y="470650"/>
                  </a:moveTo>
                  <a:lnTo>
                    <a:pt x="604897" y="425538"/>
                  </a:lnTo>
                  <a:lnTo>
                    <a:pt x="599082" y="450587"/>
                  </a:lnTo>
                  <a:close/>
                  <a:moveTo>
                    <a:pt x="605660" y="416712"/>
                  </a:moveTo>
                  <a:lnTo>
                    <a:pt x="604897" y="425538"/>
                  </a:lnTo>
                  <a:lnTo>
                    <a:pt x="593024" y="470650"/>
                  </a:lnTo>
                  <a:close/>
                  <a:moveTo>
                    <a:pt x="787298" y="382345"/>
                  </a:moveTo>
                  <a:lnTo>
                    <a:pt x="773900" y="413484"/>
                  </a:lnTo>
                  <a:lnTo>
                    <a:pt x="794391" y="393887"/>
                  </a:lnTo>
                  <a:close/>
                  <a:moveTo>
                    <a:pt x="830982" y="401916"/>
                  </a:moveTo>
                  <a:lnTo>
                    <a:pt x="819630" y="392044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94391" y="393887"/>
                  </a:lnTo>
                  <a:lnTo>
                    <a:pt x="819630" y="392044"/>
                  </a:lnTo>
                  <a:close/>
                  <a:moveTo>
                    <a:pt x="799407" y="365162"/>
                  </a:moveTo>
                  <a:lnTo>
                    <a:pt x="787298" y="382345"/>
                  </a:lnTo>
                  <a:lnTo>
                    <a:pt x="794391" y="393887"/>
                  </a:lnTo>
                  <a:close/>
                  <a:moveTo>
                    <a:pt x="799407" y="365162"/>
                  </a:moveTo>
                  <a:lnTo>
                    <a:pt x="783468" y="353048"/>
                  </a:lnTo>
                  <a:lnTo>
                    <a:pt x="787298" y="382345"/>
                  </a:lnTo>
                  <a:close/>
                  <a:moveTo>
                    <a:pt x="711172" y="181387"/>
                  </a:moveTo>
                  <a:lnTo>
                    <a:pt x="735243" y="221844"/>
                  </a:lnTo>
                  <a:lnTo>
                    <a:pt x="737926" y="211141"/>
                  </a:lnTo>
                  <a:close/>
                  <a:moveTo>
                    <a:pt x="711172" y="181387"/>
                  </a:moveTo>
                  <a:lnTo>
                    <a:pt x="737926" y="211141"/>
                  </a:lnTo>
                  <a:lnTo>
                    <a:pt x="746460" y="167979"/>
                  </a:lnTo>
                  <a:close/>
                  <a:moveTo>
                    <a:pt x="711172" y="181387"/>
                  </a:moveTo>
                  <a:lnTo>
                    <a:pt x="746460" y="167979"/>
                  </a:lnTo>
                  <a:lnTo>
                    <a:pt x="732793" y="127448"/>
                  </a:lnTo>
                  <a:close/>
                  <a:moveTo>
                    <a:pt x="700837" y="144632"/>
                  </a:moveTo>
                  <a:lnTo>
                    <a:pt x="711172" y="181387"/>
                  </a:lnTo>
                  <a:lnTo>
                    <a:pt x="732793" y="127448"/>
                  </a:lnTo>
                  <a:close/>
                  <a:moveTo>
                    <a:pt x="706660" y="90693"/>
                  </a:moveTo>
                  <a:lnTo>
                    <a:pt x="700837" y="144632"/>
                  </a:lnTo>
                  <a:lnTo>
                    <a:pt x="732793" y="127448"/>
                  </a:lnTo>
                  <a:close/>
                  <a:moveTo>
                    <a:pt x="682088" y="58983"/>
                  </a:moveTo>
                  <a:lnTo>
                    <a:pt x="689896" y="59934"/>
                  </a:lnTo>
                  <a:lnTo>
                    <a:pt x="686486" y="53938"/>
                  </a:lnTo>
                  <a:close/>
                  <a:moveTo>
                    <a:pt x="706660" y="90693"/>
                  </a:moveTo>
                  <a:lnTo>
                    <a:pt x="689896" y="59934"/>
                  </a:lnTo>
                  <a:lnTo>
                    <a:pt x="682088" y="58983"/>
                  </a:lnTo>
                  <a:close/>
                  <a:moveTo>
                    <a:pt x="732793" y="127448"/>
                  </a:moveTo>
                  <a:lnTo>
                    <a:pt x="746279" y="146164"/>
                  </a:lnTo>
                  <a:lnTo>
                    <a:pt x="748728" y="121388"/>
                  </a:lnTo>
                  <a:close/>
                  <a:moveTo>
                    <a:pt x="706660" y="90693"/>
                  </a:moveTo>
                  <a:lnTo>
                    <a:pt x="732793" y="127448"/>
                  </a:lnTo>
                  <a:lnTo>
                    <a:pt x="748728" y="121388"/>
                  </a:lnTo>
                  <a:close/>
                  <a:moveTo>
                    <a:pt x="695782" y="47849"/>
                  </a:moveTo>
                  <a:lnTo>
                    <a:pt x="689896" y="59934"/>
                  </a:lnTo>
                  <a:lnTo>
                    <a:pt x="713399" y="36755"/>
                  </a:lnTo>
                  <a:close/>
                  <a:moveTo>
                    <a:pt x="689896" y="59934"/>
                  </a:moveTo>
                  <a:lnTo>
                    <a:pt x="706660" y="90693"/>
                  </a:lnTo>
                  <a:lnTo>
                    <a:pt x="713399" y="36755"/>
                  </a:lnTo>
                  <a:close/>
                  <a:moveTo>
                    <a:pt x="713399" y="36755"/>
                  </a:moveTo>
                  <a:lnTo>
                    <a:pt x="706660" y="90693"/>
                  </a:lnTo>
                  <a:lnTo>
                    <a:pt x="750120" y="64317"/>
                  </a:lnTo>
                  <a:close/>
                  <a:moveTo>
                    <a:pt x="686486" y="53938"/>
                  </a:moveTo>
                  <a:lnTo>
                    <a:pt x="689896" y="59934"/>
                  </a:lnTo>
                  <a:lnTo>
                    <a:pt x="695782" y="47849"/>
                  </a:lnTo>
                  <a:close/>
                  <a:moveTo>
                    <a:pt x="684575" y="40042"/>
                  </a:moveTo>
                  <a:lnTo>
                    <a:pt x="686486" y="53938"/>
                  </a:lnTo>
                  <a:lnTo>
                    <a:pt x="695782" y="47849"/>
                  </a:lnTo>
                  <a:close/>
                  <a:moveTo>
                    <a:pt x="713112" y="0"/>
                  </a:moveTo>
                  <a:lnTo>
                    <a:pt x="695782" y="47849"/>
                  </a:lnTo>
                  <a:lnTo>
                    <a:pt x="713399" y="3675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995" name="Input_density__34">
              <a:extLst>
                <a:ext uri="{FF2B5EF4-FFF2-40B4-BE49-F238E27FC236}">
                  <a16:creationId xmlns:a16="http://schemas.microsoft.com/office/drawing/2014/main" id="{91F151C0-A7B0-F468-4663-C72058BA0050}"/>
                </a:ext>
              </a:extLst>
            </p:cNvPr>
            <p:cNvSpPr>
              <a:spLocks noGrp="1"/>
            </p:cNvSpPr>
            <p:nvPr/>
          </p:nvSpPr>
          <p:spPr>
            <a:xfrm>
              <a:off x="1279091" y="2484377"/>
              <a:ext cx="702431" cy="717302"/>
            </a:xfrm>
            <a:custGeom>
              <a:avLst/>
              <a:gdLst/>
              <a:ahLst/>
              <a:cxnLst/>
              <a:rect l="0" t="0" r="0" b="0"/>
              <a:pathLst>
                <a:path w="702431" h="717302">
                  <a:moveTo>
                    <a:pt x="18171" y="693028"/>
                  </a:moveTo>
                  <a:lnTo>
                    <a:pt x="21784" y="717302"/>
                  </a:lnTo>
                  <a:lnTo>
                    <a:pt x="0" y="705737"/>
                  </a:lnTo>
                  <a:close/>
                  <a:moveTo>
                    <a:pt x="46061" y="142941"/>
                  </a:moveTo>
                  <a:lnTo>
                    <a:pt x="41903" y="160581"/>
                  </a:lnTo>
                  <a:lnTo>
                    <a:pt x="50260" y="148868"/>
                  </a:lnTo>
                  <a:close/>
                  <a:moveTo>
                    <a:pt x="368057" y="440141"/>
                  </a:moveTo>
                  <a:lnTo>
                    <a:pt x="338568" y="426094"/>
                  </a:lnTo>
                  <a:lnTo>
                    <a:pt x="395414" y="417848"/>
                  </a:lnTo>
                  <a:close/>
                  <a:moveTo>
                    <a:pt x="320718" y="2890"/>
                  </a:moveTo>
                  <a:lnTo>
                    <a:pt x="297851" y="13604"/>
                  </a:lnTo>
                  <a:lnTo>
                    <a:pt x="353264" y="0"/>
                  </a:lnTo>
                  <a:close/>
                  <a:moveTo>
                    <a:pt x="663174" y="315034"/>
                  </a:moveTo>
                  <a:lnTo>
                    <a:pt x="641658" y="330800"/>
                  </a:lnTo>
                  <a:lnTo>
                    <a:pt x="693537" y="303980"/>
                  </a:lnTo>
                  <a:close/>
                  <a:moveTo>
                    <a:pt x="702431" y="274700"/>
                  </a:moveTo>
                  <a:lnTo>
                    <a:pt x="663174" y="315034"/>
                  </a:lnTo>
                  <a:lnTo>
                    <a:pt x="693537" y="3039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996" name="Input_density__35">
              <a:extLst>
                <a:ext uri="{FF2B5EF4-FFF2-40B4-BE49-F238E27FC236}">
                  <a16:creationId xmlns:a16="http://schemas.microsoft.com/office/drawing/2014/main" id="{EF600911-6EF7-507D-E3F4-01AD89FEA51B}"/>
                </a:ext>
              </a:extLst>
            </p:cNvPr>
            <p:cNvSpPr>
              <a:spLocks noGrp="1"/>
            </p:cNvSpPr>
            <p:nvPr/>
          </p:nvSpPr>
          <p:spPr>
            <a:xfrm>
              <a:off x="1650767" y="2818916"/>
              <a:ext cx="27188" cy="37246"/>
            </a:xfrm>
            <a:custGeom>
              <a:avLst/>
              <a:gdLst/>
              <a:ahLst/>
              <a:cxnLst/>
              <a:rect l="0" t="0" r="0" b="0"/>
              <a:pathLst>
                <a:path w="27188" h="37246">
                  <a:moveTo>
                    <a:pt x="27188" y="0"/>
                  </a:moveTo>
                  <a:lnTo>
                    <a:pt x="0" y="37246"/>
                  </a:lnTo>
                  <a:lnTo>
                    <a:pt x="21131" y="200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997" name="Input_density__36">
              <a:extLst>
                <a:ext uri="{FF2B5EF4-FFF2-40B4-BE49-F238E27FC236}">
                  <a16:creationId xmlns:a16="http://schemas.microsoft.com/office/drawing/2014/main" id="{8C8B7F7B-9A65-11A3-9512-8CAF2B1D2FA5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31365"/>
              <a:ext cx="1042953" cy="865612"/>
            </a:xfrm>
            <a:custGeom>
              <a:avLst/>
              <a:gdLst/>
              <a:ahLst/>
              <a:cxnLst/>
              <a:rect l="0" t="0" r="0" b="0"/>
              <a:pathLst>
                <a:path w="1042953" h="865612">
                  <a:moveTo>
                    <a:pt x="361216" y="828857"/>
                  </a:moveTo>
                  <a:lnTo>
                    <a:pt x="318134" y="846040"/>
                  </a:lnTo>
                  <a:lnTo>
                    <a:pt x="359804" y="865612"/>
                  </a:lnTo>
                  <a:close/>
                  <a:moveTo>
                    <a:pt x="87132" y="541402"/>
                  </a:moveTo>
                  <a:lnTo>
                    <a:pt x="78993" y="540002"/>
                  </a:lnTo>
                  <a:lnTo>
                    <a:pt x="100575" y="563295"/>
                  </a:lnTo>
                  <a:close/>
                  <a:moveTo>
                    <a:pt x="24747" y="512268"/>
                  </a:moveTo>
                  <a:lnTo>
                    <a:pt x="77407" y="534817"/>
                  </a:lnTo>
                  <a:lnTo>
                    <a:pt x="47724" y="518638"/>
                  </a:lnTo>
                  <a:close/>
                  <a:moveTo>
                    <a:pt x="24747" y="512268"/>
                  </a:moveTo>
                  <a:lnTo>
                    <a:pt x="78993" y="540002"/>
                  </a:lnTo>
                  <a:lnTo>
                    <a:pt x="77407" y="534817"/>
                  </a:lnTo>
                  <a:close/>
                  <a:moveTo>
                    <a:pt x="25086" y="515245"/>
                  </a:moveTo>
                  <a:lnTo>
                    <a:pt x="78993" y="540002"/>
                  </a:lnTo>
                  <a:lnTo>
                    <a:pt x="24747" y="512268"/>
                  </a:lnTo>
                  <a:close/>
                  <a:moveTo>
                    <a:pt x="77407" y="534817"/>
                  </a:moveTo>
                  <a:lnTo>
                    <a:pt x="78993" y="540002"/>
                  </a:lnTo>
                  <a:lnTo>
                    <a:pt x="87132" y="541402"/>
                  </a:lnTo>
                  <a:close/>
                  <a:moveTo>
                    <a:pt x="47724" y="518638"/>
                  </a:moveTo>
                  <a:lnTo>
                    <a:pt x="0" y="505299"/>
                  </a:lnTo>
                  <a:lnTo>
                    <a:pt x="24747" y="512268"/>
                  </a:lnTo>
                  <a:close/>
                  <a:moveTo>
                    <a:pt x="359804" y="865612"/>
                  </a:moveTo>
                  <a:lnTo>
                    <a:pt x="351899" y="856300"/>
                  </a:lnTo>
                  <a:lnTo>
                    <a:pt x="341326" y="820148"/>
                  </a:lnTo>
                  <a:close/>
                  <a:moveTo>
                    <a:pt x="361216" y="828857"/>
                  </a:moveTo>
                  <a:lnTo>
                    <a:pt x="341326" y="820148"/>
                  </a:lnTo>
                  <a:lnTo>
                    <a:pt x="322905" y="790377"/>
                  </a:lnTo>
                  <a:close/>
                  <a:moveTo>
                    <a:pt x="322851" y="745674"/>
                  </a:moveTo>
                  <a:lnTo>
                    <a:pt x="342289" y="792102"/>
                  </a:lnTo>
                  <a:lnTo>
                    <a:pt x="322905" y="790377"/>
                  </a:lnTo>
                  <a:close/>
                  <a:moveTo>
                    <a:pt x="211140" y="627898"/>
                  </a:moveTo>
                  <a:lnTo>
                    <a:pt x="228524" y="678689"/>
                  </a:lnTo>
                  <a:lnTo>
                    <a:pt x="242166" y="651107"/>
                  </a:lnTo>
                  <a:close/>
                  <a:moveTo>
                    <a:pt x="274204" y="668640"/>
                  </a:moveTo>
                  <a:lnTo>
                    <a:pt x="270240" y="631499"/>
                  </a:lnTo>
                  <a:lnTo>
                    <a:pt x="242166" y="651107"/>
                  </a:lnTo>
                  <a:close/>
                  <a:moveTo>
                    <a:pt x="194205" y="554388"/>
                  </a:moveTo>
                  <a:lnTo>
                    <a:pt x="185353" y="571572"/>
                  </a:lnTo>
                  <a:lnTo>
                    <a:pt x="205193" y="591143"/>
                  </a:lnTo>
                  <a:close/>
                  <a:moveTo>
                    <a:pt x="194205" y="554388"/>
                  </a:moveTo>
                  <a:lnTo>
                    <a:pt x="174762" y="523673"/>
                  </a:lnTo>
                  <a:lnTo>
                    <a:pt x="157466" y="555216"/>
                  </a:lnTo>
                  <a:close/>
                  <a:moveTo>
                    <a:pt x="77407" y="534817"/>
                  </a:moveTo>
                  <a:lnTo>
                    <a:pt x="87132" y="541402"/>
                  </a:lnTo>
                  <a:lnTo>
                    <a:pt x="88118" y="532583"/>
                  </a:lnTo>
                  <a:close/>
                  <a:moveTo>
                    <a:pt x="77407" y="534817"/>
                  </a:moveTo>
                  <a:lnTo>
                    <a:pt x="88118" y="532583"/>
                  </a:lnTo>
                  <a:lnTo>
                    <a:pt x="47724" y="518638"/>
                  </a:lnTo>
                  <a:close/>
                  <a:moveTo>
                    <a:pt x="133675" y="522635"/>
                  </a:moveTo>
                  <a:lnTo>
                    <a:pt x="87132" y="541402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88118" y="532583"/>
                  </a:lnTo>
                  <a:lnTo>
                    <a:pt x="87132" y="541402"/>
                  </a:lnTo>
                  <a:close/>
                  <a:moveTo>
                    <a:pt x="88118" y="532583"/>
                  </a:moveTo>
                  <a:lnTo>
                    <a:pt x="133675" y="522635"/>
                  </a:lnTo>
                  <a:lnTo>
                    <a:pt x="101928" y="500513"/>
                  </a:lnTo>
                  <a:close/>
                  <a:moveTo>
                    <a:pt x="133675" y="522635"/>
                  </a:moveTo>
                  <a:lnTo>
                    <a:pt x="136789" y="506277"/>
                  </a:lnTo>
                  <a:lnTo>
                    <a:pt x="101928" y="500513"/>
                  </a:lnTo>
                  <a:close/>
                  <a:moveTo>
                    <a:pt x="123679" y="553466"/>
                  </a:moveTo>
                  <a:lnTo>
                    <a:pt x="164611" y="517634"/>
                  </a:lnTo>
                  <a:lnTo>
                    <a:pt x="133675" y="522635"/>
                  </a:lnTo>
                  <a:close/>
                  <a:moveTo>
                    <a:pt x="174762" y="523673"/>
                  </a:moveTo>
                  <a:lnTo>
                    <a:pt x="164611" y="517634"/>
                  </a:lnTo>
                  <a:lnTo>
                    <a:pt x="123679" y="553466"/>
                  </a:lnTo>
                  <a:close/>
                  <a:moveTo>
                    <a:pt x="133675" y="522635"/>
                  </a:moveTo>
                  <a:lnTo>
                    <a:pt x="164611" y="517634"/>
                  </a:lnTo>
                  <a:lnTo>
                    <a:pt x="136789" y="506277"/>
                  </a:lnTo>
                  <a:close/>
                  <a:moveTo>
                    <a:pt x="339106" y="811673"/>
                  </a:moveTo>
                  <a:lnTo>
                    <a:pt x="322905" y="790377"/>
                  </a:lnTo>
                  <a:lnTo>
                    <a:pt x="341326" y="820148"/>
                  </a:lnTo>
                  <a:close/>
                  <a:moveTo>
                    <a:pt x="322905" y="790377"/>
                  </a:moveTo>
                  <a:lnTo>
                    <a:pt x="320119" y="774919"/>
                  </a:lnTo>
                  <a:lnTo>
                    <a:pt x="284634" y="749655"/>
                  </a:lnTo>
                  <a:close/>
                  <a:moveTo>
                    <a:pt x="322851" y="745674"/>
                  </a:moveTo>
                  <a:lnTo>
                    <a:pt x="322905" y="790377"/>
                  </a:lnTo>
                  <a:lnTo>
                    <a:pt x="284634" y="749655"/>
                  </a:lnTo>
                  <a:close/>
                  <a:moveTo>
                    <a:pt x="330336" y="635403"/>
                  </a:moveTo>
                  <a:lnTo>
                    <a:pt x="306942" y="624366"/>
                  </a:lnTo>
                  <a:lnTo>
                    <a:pt x="349629" y="647470"/>
                  </a:lnTo>
                  <a:close/>
                  <a:moveTo>
                    <a:pt x="243445" y="621812"/>
                  </a:moveTo>
                  <a:lnTo>
                    <a:pt x="242166" y="651107"/>
                  </a:lnTo>
                  <a:lnTo>
                    <a:pt x="270726" y="626721"/>
                  </a:lnTo>
                  <a:close/>
                  <a:moveTo>
                    <a:pt x="299487" y="610715"/>
                  </a:moveTo>
                  <a:lnTo>
                    <a:pt x="306942" y="624366"/>
                  </a:lnTo>
                  <a:lnTo>
                    <a:pt x="330336" y="635403"/>
                  </a:lnTo>
                  <a:close/>
                  <a:moveTo>
                    <a:pt x="220677" y="573960"/>
                  </a:moveTo>
                  <a:lnTo>
                    <a:pt x="194205" y="554388"/>
                  </a:lnTo>
                  <a:lnTo>
                    <a:pt x="205193" y="591143"/>
                  </a:lnTo>
                  <a:close/>
                  <a:moveTo>
                    <a:pt x="174762" y="523673"/>
                  </a:moveTo>
                  <a:lnTo>
                    <a:pt x="194205" y="554388"/>
                  </a:lnTo>
                  <a:lnTo>
                    <a:pt x="199830" y="540687"/>
                  </a:lnTo>
                  <a:close/>
                  <a:moveTo>
                    <a:pt x="330336" y="635403"/>
                  </a:moveTo>
                  <a:lnTo>
                    <a:pt x="349629" y="647470"/>
                  </a:lnTo>
                  <a:lnTo>
                    <a:pt x="350154" y="613290"/>
                  </a:lnTo>
                  <a:close/>
                  <a:moveTo>
                    <a:pt x="374056" y="596892"/>
                  </a:moveTo>
                  <a:lnTo>
                    <a:pt x="349629" y="647470"/>
                  </a:lnTo>
                  <a:lnTo>
                    <a:pt x="375493" y="640470"/>
                  </a:lnTo>
                  <a:close/>
                  <a:moveTo>
                    <a:pt x="402236" y="645817"/>
                  </a:moveTo>
                  <a:lnTo>
                    <a:pt x="375493" y="640470"/>
                  </a:lnTo>
                  <a:lnTo>
                    <a:pt x="370731" y="661857"/>
                  </a:lnTo>
                  <a:close/>
                  <a:moveTo>
                    <a:pt x="312325" y="593532"/>
                  </a:moveTo>
                  <a:lnTo>
                    <a:pt x="292880" y="573960"/>
                  </a:lnTo>
                  <a:lnTo>
                    <a:pt x="299487" y="610715"/>
                  </a:lnTo>
                  <a:close/>
                  <a:moveTo>
                    <a:pt x="317866" y="436497"/>
                  </a:moveTo>
                  <a:lnTo>
                    <a:pt x="315299" y="446512"/>
                  </a:lnTo>
                  <a:lnTo>
                    <a:pt x="328758" y="437085"/>
                  </a:lnTo>
                  <a:close/>
                  <a:moveTo>
                    <a:pt x="317866" y="436497"/>
                  </a:moveTo>
                  <a:lnTo>
                    <a:pt x="328758" y="437085"/>
                  </a:lnTo>
                  <a:lnTo>
                    <a:pt x="314141" y="429328"/>
                  </a:lnTo>
                  <a:close/>
                  <a:moveTo>
                    <a:pt x="314141" y="429328"/>
                  </a:moveTo>
                  <a:lnTo>
                    <a:pt x="301511" y="405046"/>
                  </a:lnTo>
                  <a:lnTo>
                    <a:pt x="317866" y="436497"/>
                  </a:lnTo>
                  <a:close/>
                  <a:moveTo>
                    <a:pt x="314141" y="429328"/>
                  </a:moveTo>
                  <a:lnTo>
                    <a:pt x="284128" y="392574"/>
                  </a:lnTo>
                  <a:lnTo>
                    <a:pt x="301511" y="405046"/>
                  </a:lnTo>
                  <a:close/>
                  <a:moveTo>
                    <a:pt x="493558" y="559165"/>
                  </a:moveTo>
                  <a:lnTo>
                    <a:pt x="488948" y="576348"/>
                  </a:lnTo>
                  <a:lnTo>
                    <a:pt x="465610" y="531889"/>
                  </a:lnTo>
                  <a:close/>
                  <a:moveTo>
                    <a:pt x="433664" y="486026"/>
                  </a:moveTo>
                  <a:lnTo>
                    <a:pt x="436352" y="502838"/>
                  </a:lnTo>
                  <a:lnTo>
                    <a:pt x="434395" y="486682"/>
                  </a:lnTo>
                  <a:close/>
                  <a:moveTo>
                    <a:pt x="314141" y="429328"/>
                  </a:moveTo>
                  <a:lnTo>
                    <a:pt x="328758" y="437085"/>
                  </a:lnTo>
                  <a:lnTo>
                    <a:pt x="340140" y="418388"/>
                  </a:lnTo>
                  <a:close/>
                  <a:moveTo>
                    <a:pt x="314141" y="429328"/>
                  </a:moveTo>
                  <a:lnTo>
                    <a:pt x="340140" y="418388"/>
                  </a:lnTo>
                  <a:lnTo>
                    <a:pt x="284128" y="392574"/>
                  </a:lnTo>
                  <a:close/>
                  <a:moveTo>
                    <a:pt x="284024" y="392175"/>
                  </a:moveTo>
                  <a:lnTo>
                    <a:pt x="284128" y="392574"/>
                  </a:lnTo>
                  <a:lnTo>
                    <a:pt x="308508" y="389742"/>
                  </a:lnTo>
                  <a:close/>
                  <a:moveTo>
                    <a:pt x="368009" y="412145"/>
                  </a:moveTo>
                  <a:lnTo>
                    <a:pt x="389717" y="449918"/>
                  </a:lnTo>
                  <a:lnTo>
                    <a:pt x="389871" y="448900"/>
                  </a:lnTo>
                  <a:close/>
                  <a:moveTo>
                    <a:pt x="328758" y="437085"/>
                  </a:moveTo>
                  <a:lnTo>
                    <a:pt x="389717" y="449918"/>
                  </a:lnTo>
                  <a:lnTo>
                    <a:pt x="368009" y="412145"/>
                  </a:lnTo>
                  <a:close/>
                  <a:moveTo>
                    <a:pt x="368009" y="412145"/>
                  </a:moveTo>
                  <a:lnTo>
                    <a:pt x="340140" y="418388"/>
                  </a:lnTo>
                  <a:lnTo>
                    <a:pt x="328758" y="437085"/>
                  </a:lnTo>
                  <a:close/>
                  <a:moveTo>
                    <a:pt x="340140" y="418388"/>
                  </a:moveTo>
                  <a:lnTo>
                    <a:pt x="368009" y="412145"/>
                  </a:lnTo>
                  <a:lnTo>
                    <a:pt x="346688" y="407913"/>
                  </a:lnTo>
                  <a:close/>
                  <a:moveTo>
                    <a:pt x="284128" y="392574"/>
                  </a:moveTo>
                  <a:lnTo>
                    <a:pt x="284024" y="392175"/>
                  </a:lnTo>
                  <a:lnTo>
                    <a:pt x="275531" y="354331"/>
                  </a:lnTo>
                  <a:close/>
                  <a:moveTo>
                    <a:pt x="432458" y="485655"/>
                  </a:moveTo>
                  <a:lnTo>
                    <a:pt x="433664" y="486026"/>
                  </a:lnTo>
                  <a:lnTo>
                    <a:pt x="434395" y="486682"/>
                  </a:lnTo>
                  <a:close/>
                  <a:moveTo>
                    <a:pt x="389717" y="449918"/>
                  </a:moveTo>
                  <a:lnTo>
                    <a:pt x="432458" y="485655"/>
                  </a:lnTo>
                  <a:lnTo>
                    <a:pt x="391670" y="451519"/>
                  </a:lnTo>
                  <a:close/>
                  <a:moveTo>
                    <a:pt x="433664" y="486026"/>
                  </a:moveTo>
                  <a:lnTo>
                    <a:pt x="432458" y="485655"/>
                  </a:lnTo>
                  <a:lnTo>
                    <a:pt x="389717" y="449918"/>
                  </a:lnTo>
                  <a:close/>
                  <a:moveTo>
                    <a:pt x="275646" y="375390"/>
                  </a:moveTo>
                  <a:lnTo>
                    <a:pt x="275531" y="354331"/>
                  </a:lnTo>
                  <a:lnTo>
                    <a:pt x="284024" y="392175"/>
                  </a:lnTo>
                  <a:close/>
                  <a:moveTo>
                    <a:pt x="530019" y="505227"/>
                  </a:moveTo>
                  <a:lnTo>
                    <a:pt x="511252" y="524889"/>
                  </a:lnTo>
                  <a:lnTo>
                    <a:pt x="532750" y="509058"/>
                  </a:lnTo>
                  <a:close/>
                  <a:moveTo>
                    <a:pt x="508085" y="522410"/>
                  </a:moveTo>
                  <a:lnTo>
                    <a:pt x="511252" y="524889"/>
                  </a:lnTo>
                  <a:lnTo>
                    <a:pt x="530019" y="505227"/>
                  </a:lnTo>
                  <a:close/>
                  <a:moveTo>
                    <a:pt x="496996" y="468472"/>
                  </a:moveTo>
                  <a:lnTo>
                    <a:pt x="508085" y="522410"/>
                  </a:lnTo>
                  <a:lnTo>
                    <a:pt x="530019" y="505227"/>
                  </a:lnTo>
                  <a:close/>
                  <a:moveTo>
                    <a:pt x="432458" y="485655"/>
                  </a:moveTo>
                  <a:lnTo>
                    <a:pt x="434395" y="486682"/>
                  </a:lnTo>
                  <a:lnTo>
                    <a:pt x="436492" y="483727"/>
                  </a:lnTo>
                  <a:close/>
                  <a:moveTo>
                    <a:pt x="432458" y="485655"/>
                  </a:moveTo>
                  <a:lnTo>
                    <a:pt x="436492" y="483727"/>
                  </a:lnTo>
                  <a:lnTo>
                    <a:pt x="391670" y="451519"/>
                  </a:lnTo>
                  <a:close/>
                  <a:moveTo>
                    <a:pt x="484431" y="471841"/>
                  </a:moveTo>
                  <a:lnTo>
                    <a:pt x="436492" y="483727"/>
                  </a:lnTo>
                  <a:lnTo>
                    <a:pt x="434395" y="486682"/>
                  </a:lnTo>
                  <a:close/>
                  <a:moveTo>
                    <a:pt x="436492" y="483727"/>
                  </a:moveTo>
                  <a:lnTo>
                    <a:pt x="484431" y="471841"/>
                  </a:lnTo>
                  <a:lnTo>
                    <a:pt x="454246" y="464696"/>
                  </a:lnTo>
                  <a:close/>
                  <a:moveTo>
                    <a:pt x="495917" y="444845"/>
                  </a:moveTo>
                  <a:lnTo>
                    <a:pt x="485750" y="457905"/>
                  </a:lnTo>
                  <a:lnTo>
                    <a:pt x="484431" y="471841"/>
                  </a:lnTo>
                  <a:close/>
                  <a:moveTo>
                    <a:pt x="496996" y="468472"/>
                  </a:moveTo>
                  <a:lnTo>
                    <a:pt x="516243" y="447341"/>
                  </a:lnTo>
                  <a:lnTo>
                    <a:pt x="495917" y="444845"/>
                  </a:lnTo>
                  <a:close/>
                  <a:moveTo>
                    <a:pt x="484431" y="471841"/>
                  </a:moveTo>
                  <a:lnTo>
                    <a:pt x="496996" y="468472"/>
                  </a:lnTo>
                  <a:lnTo>
                    <a:pt x="495917" y="444845"/>
                  </a:lnTo>
                  <a:close/>
                  <a:moveTo>
                    <a:pt x="579603" y="559655"/>
                  </a:moveTo>
                  <a:lnTo>
                    <a:pt x="590450" y="578737"/>
                  </a:lnTo>
                  <a:lnTo>
                    <a:pt x="587591" y="576392"/>
                  </a:lnTo>
                  <a:close/>
                  <a:moveTo>
                    <a:pt x="532750" y="509058"/>
                  </a:moveTo>
                  <a:lnTo>
                    <a:pt x="536613" y="505227"/>
                  </a:lnTo>
                  <a:lnTo>
                    <a:pt x="556717" y="529656"/>
                  </a:lnTo>
                  <a:close/>
                  <a:moveTo>
                    <a:pt x="556717" y="529656"/>
                  </a:moveTo>
                  <a:lnTo>
                    <a:pt x="536613" y="505227"/>
                  </a:lnTo>
                  <a:lnTo>
                    <a:pt x="573127" y="498656"/>
                  </a:lnTo>
                  <a:close/>
                  <a:moveTo>
                    <a:pt x="536694" y="456440"/>
                  </a:moveTo>
                  <a:lnTo>
                    <a:pt x="542151" y="468472"/>
                  </a:lnTo>
                  <a:lnTo>
                    <a:pt x="516243" y="447341"/>
                  </a:lnTo>
                  <a:close/>
                  <a:moveTo>
                    <a:pt x="794039" y="581125"/>
                  </a:moveTo>
                  <a:lnTo>
                    <a:pt x="805517" y="589011"/>
                  </a:lnTo>
                  <a:lnTo>
                    <a:pt x="822810" y="565351"/>
                  </a:lnTo>
                  <a:close/>
                  <a:moveTo>
                    <a:pt x="794039" y="581125"/>
                  </a:moveTo>
                  <a:lnTo>
                    <a:pt x="822810" y="565351"/>
                  </a:lnTo>
                  <a:lnTo>
                    <a:pt x="808718" y="527187"/>
                  </a:lnTo>
                  <a:close/>
                  <a:moveTo>
                    <a:pt x="863582" y="585322"/>
                  </a:moveTo>
                  <a:lnTo>
                    <a:pt x="829922" y="559569"/>
                  </a:lnTo>
                  <a:lnTo>
                    <a:pt x="825530" y="563942"/>
                  </a:lnTo>
                  <a:close/>
                  <a:moveTo>
                    <a:pt x="846442" y="549607"/>
                  </a:moveTo>
                  <a:lnTo>
                    <a:pt x="829922" y="559569"/>
                  </a:lnTo>
                  <a:lnTo>
                    <a:pt x="863582" y="585322"/>
                  </a:lnTo>
                  <a:close/>
                  <a:moveTo>
                    <a:pt x="812441" y="510003"/>
                  </a:moveTo>
                  <a:lnTo>
                    <a:pt x="808718" y="527187"/>
                  </a:lnTo>
                  <a:lnTo>
                    <a:pt x="842734" y="546758"/>
                  </a:lnTo>
                  <a:close/>
                  <a:moveTo>
                    <a:pt x="814637" y="473248"/>
                  </a:moveTo>
                  <a:lnTo>
                    <a:pt x="808718" y="527187"/>
                  </a:lnTo>
                  <a:lnTo>
                    <a:pt x="812441" y="510003"/>
                  </a:lnTo>
                  <a:close/>
                  <a:moveTo>
                    <a:pt x="789676" y="461944"/>
                  </a:moveTo>
                  <a:lnTo>
                    <a:pt x="814637" y="473248"/>
                  </a:lnTo>
                  <a:lnTo>
                    <a:pt x="824928" y="419310"/>
                  </a:lnTo>
                  <a:close/>
                  <a:moveTo>
                    <a:pt x="824928" y="419310"/>
                  </a:moveTo>
                  <a:lnTo>
                    <a:pt x="814637" y="473248"/>
                  </a:lnTo>
                  <a:lnTo>
                    <a:pt x="838547" y="423881"/>
                  </a:lnTo>
                  <a:close/>
                  <a:moveTo>
                    <a:pt x="838547" y="423881"/>
                  </a:moveTo>
                  <a:lnTo>
                    <a:pt x="814637" y="473248"/>
                  </a:lnTo>
                  <a:lnTo>
                    <a:pt x="831861" y="468498"/>
                  </a:lnTo>
                  <a:close/>
                  <a:moveTo>
                    <a:pt x="836443" y="473248"/>
                  </a:moveTo>
                  <a:lnTo>
                    <a:pt x="838547" y="423881"/>
                  </a:lnTo>
                  <a:lnTo>
                    <a:pt x="831861" y="468498"/>
                  </a:lnTo>
                  <a:close/>
                  <a:moveTo>
                    <a:pt x="909291" y="365371"/>
                  </a:moveTo>
                  <a:lnTo>
                    <a:pt x="910668" y="369112"/>
                  </a:lnTo>
                  <a:lnTo>
                    <a:pt x="916824" y="371184"/>
                  </a:lnTo>
                  <a:close/>
                  <a:moveTo>
                    <a:pt x="908065" y="338436"/>
                  </a:moveTo>
                  <a:lnTo>
                    <a:pt x="910668" y="369112"/>
                  </a:lnTo>
                  <a:lnTo>
                    <a:pt x="909291" y="365371"/>
                  </a:lnTo>
                  <a:close/>
                  <a:moveTo>
                    <a:pt x="976961" y="438881"/>
                  </a:moveTo>
                  <a:lnTo>
                    <a:pt x="1009370" y="468046"/>
                  </a:lnTo>
                  <a:lnTo>
                    <a:pt x="1018574" y="425057"/>
                  </a:lnTo>
                  <a:close/>
                  <a:moveTo>
                    <a:pt x="909291" y="365371"/>
                  </a:moveTo>
                  <a:lnTo>
                    <a:pt x="907904" y="326612"/>
                  </a:lnTo>
                  <a:lnTo>
                    <a:pt x="908065" y="338436"/>
                  </a:lnTo>
                  <a:close/>
                  <a:moveTo>
                    <a:pt x="1013670" y="331005"/>
                  </a:moveTo>
                  <a:lnTo>
                    <a:pt x="998208" y="358474"/>
                  </a:lnTo>
                  <a:lnTo>
                    <a:pt x="1020244" y="334205"/>
                  </a:lnTo>
                  <a:close/>
                  <a:moveTo>
                    <a:pt x="1020244" y="334205"/>
                  </a:moveTo>
                  <a:lnTo>
                    <a:pt x="998208" y="358474"/>
                  </a:lnTo>
                  <a:lnTo>
                    <a:pt x="993617" y="373511"/>
                  </a:lnTo>
                  <a:close/>
                  <a:moveTo>
                    <a:pt x="1028342" y="367760"/>
                  </a:moveTo>
                  <a:lnTo>
                    <a:pt x="1032726" y="362955"/>
                  </a:lnTo>
                  <a:lnTo>
                    <a:pt x="1020244" y="334205"/>
                  </a:lnTo>
                  <a:close/>
                  <a:moveTo>
                    <a:pt x="993617" y="373511"/>
                  </a:moveTo>
                  <a:lnTo>
                    <a:pt x="1028342" y="367760"/>
                  </a:lnTo>
                  <a:lnTo>
                    <a:pt x="1020244" y="334205"/>
                  </a:lnTo>
                  <a:close/>
                  <a:moveTo>
                    <a:pt x="1042953" y="384943"/>
                  </a:moveTo>
                  <a:lnTo>
                    <a:pt x="1035691" y="374042"/>
                  </a:lnTo>
                  <a:lnTo>
                    <a:pt x="1021020" y="415395"/>
                  </a:lnTo>
                  <a:close/>
                  <a:moveTo>
                    <a:pt x="1042953" y="384943"/>
                  </a:moveTo>
                  <a:lnTo>
                    <a:pt x="1036179" y="367760"/>
                  </a:lnTo>
                  <a:lnTo>
                    <a:pt x="1035691" y="374042"/>
                  </a:lnTo>
                  <a:close/>
                  <a:moveTo>
                    <a:pt x="1036179" y="367760"/>
                  </a:moveTo>
                  <a:lnTo>
                    <a:pt x="1020244" y="334205"/>
                  </a:lnTo>
                  <a:lnTo>
                    <a:pt x="1032726" y="362955"/>
                  </a:lnTo>
                  <a:close/>
                  <a:moveTo>
                    <a:pt x="926310" y="294250"/>
                  </a:moveTo>
                  <a:lnTo>
                    <a:pt x="906070" y="274678"/>
                  </a:lnTo>
                  <a:lnTo>
                    <a:pt x="914866" y="311433"/>
                  </a:lnTo>
                  <a:close/>
                  <a:moveTo>
                    <a:pt x="997001" y="281266"/>
                  </a:moveTo>
                  <a:lnTo>
                    <a:pt x="1013670" y="331005"/>
                  </a:lnTo>
                  <a:lnTo>
                    <a:pt x="1002290" y="294250"/>
                  </a:lnTo>
                  <a:close/>
                  <a:moveTo>
                    <a:pt x="882675" y="56536"/>
                  </a:moveTo>
                  <a:lnTo>
                    <a:pt x="896099" y="101282"/>
                  </a:lnTo>
                  <a:lnTo>
                    <a:pt x="914125" y="72467"/>
                  </a:lnTo>
                  <a:close/>
                  <a:moveTo>
                    <a:pt x="913710" y="39353"/>
                  </a:moveTo>
                  <a:lnTo>
                    <a:pt x="914125" y="72467"/>
                  </a:lnTo>
                  <a:lnTo>
                    <a:pt x="936990" y="61750"/>
                  </a:lnTo>
                  <a:close/>
                  <a:moveTo>
                    <a:pt x="913710" y="39353"/>
                  </a:moveTo>
                  <a:lnTo>
                    <a:pt x="882675" y="56536"/>
                  </a:lnTo>
                  <a:lnTo>
                    <a:pt x="914125" y="72467"/>
                  </a:lnTo>
                  <a:close/>
                  <a:moveTo>
                    <a:pt x="955486" y="22170"/>
                  </a:moveTo>
                  <a:lnTo>
                    <a:pt x="966232" y="37798"/>
                  </a:lnTo>
                  <a:lnTo>
                    <a:pt x="92436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998" name="Input_density__37">
              <a:extLst>
                <a:ext uri="{FF2B5EF4-FFF2-40B4-BE49-F238E27FC236}">
                  <a16:creationId xmlns:a16="http://schemas.microsoft.com/office/drawing/2014/main" id="{95F196A7-CC36-9209-02DE-8994891DC68E}"/>
                </a:ext>
              </a:extLst>
            </p:cNvPr>
            <p:cNvSpPr>
              <a:spLocks noGrp="1"/>
            </p:cNvSpPr>
            <p:nvPr/>
          </p:nvSpPr>
          <p:spPr>
            <a:xfrm>
              <a:off x="1069684" y="2330936"/>
              <a:ext cx="899389" cy="829285"/>
            </a:xfrm>
            <a:custGeom>
              <a:avLst/>
              <a:gdLst/>
              <a:ahLst/>
              <a:cxnLst/>
              <a:rect l="0" t="0" r="0" b="0"/>
              <a:pathLst>
                <a:path w="899389" h="829285">
                  <a:moveTo>
                    <a:pt x="180505" y="795366"/>
                  </a:moveTo>
                  <a:lnTo>
                    <a:pt x="129191" y="808417"/>
                  </a:lnTo>
                  <a:lnTo>
                    <a:pt x="130757" y="809713"/>
                  </a:lnTo>
                  <a:close/>
                  <a:moveTo>
                    <a:pt x="135933" y="759768"/>
                  </a:moveTo>
                  <a:lnTo>
                    <a:pt x="129191" y="808417"/>
                  </a:lnTo>
                  <a:lnTo>
                    <a:pt x="180505" y="795366"/>
                  </a:lnTo>
                  <a:close/>
                  <a:moveTo>
                    <a:pt x="172142" y="757418"/>
                  </a:moveTo>
                  <a:lnTo>
                    <a:pt x="135933" y="759768"/>
                  </a:lnTo>
                  <a:lnTo>
                    <a:pt x="180505" y="795366"/>
                  </a:lnTo>
                  <a:close/>
                  <a:moveTo>
                    <a:pt x="122665" y="719020"/>
                  </a:moveTo>
                  <a:lnTo>
                    <a:pt x="135933" y="759768"/>
                  </a:lnTo>
                  <a:lnTo>
                    <a:pt x="136360" y="739009"/>
                  </a:lnTo>
                  <a:close/>
                  <a:moveTo>
                    <a:pt x="105113" y="772958"/>
                  </a:moveTo>
                  <a:lnTo>
                    <a:pt x="135933" y="759768"/>
                  </a:lnTo>
                  <a:lnTo>
                    <a:pt x="122665" y="719020"/>
                  </a:lnTo>
                  <a:close/>
                  <a:moveTo>
                    <a:pt x="88879" y="686065"/>
                  </a:moveTo>
                  <a:lnTo>
                    <a:pt x="85240" y="684398"/>
                  </a:lnTo>
                  <a:lnTo>
                    <a:pt x="122665" y="719020"/>
                  </a:lnTo>
                  <a:close/>
                  <a:moveTo>
                    <a:pt x="85696" y="682265"/>
                  </a:moveTo>
                  <a:lnTo>
                    <a:pt x="85240" y="684398"/>
                  </a:lnTo>
                  <a:lnTo>
                    <a:pt x="88879" y="686065"/>
                  </a:lnTo>
                  <a:close/>
                  <a:moveTo>
                    <a:pt x="85696" y="682265"/>
                  </a:moveTo>
                  <a:lnTo>
                    <a:pt x="64115" y="656825"/>
                  </a:lnTo>
                  <a:lnTo>
                    <a:pt x="85240" y="684398"/>
                  </a:lnTo>
                  <a:close/>
                  <a:moveTo>
                    <a:pt x="205499" y="792530"/>
                  </a:moveTo>
                  <a:lnTo>
                    <a:pt x="224427" y="829285"/>
                  </a:lnTo>
                  <a:lnTo>
                    <a:pt x="186116" y="790805"/>
                  </a:lnTo>
                  <a:close/>
                  <a:moveTo>
                    <a:pt x="122665" y="719020"/>
                  </a:moveTo>
                  <a:lnTo>
                    <a:pt x="136360" y="739009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88879" y="686065"/>
                  </a:lnTo>
                  <a:lnTo>
                    <a:pt x="122665" y="719020"/>
                  </a:lnTo>
                  <a:close/>
                  <a:moveTo>
                    <a:pt x="91735" y="679118"/>
                  </a:moveTo>
                  <a:lnTo>
                    <a:pt x="88879" y="686065"/>
                  </a:lnTo>
                  <a:lnTo>
                    <a:pt x="139182" y="712379"/>
                  </a:lnTo>
                  <a:close/>
                  <a:moveTo>
                    <a:pt x="137415" y="669068"/>
                  </a:moveTo>
                  <a:lnTo>
                    <a:pt x="91735" y="679118"/>
                  </a:lnTo>
                  <a:lnTo>
                    <a:pt x="139182" y="712379"/>
                  </a:lnTo>
                  <a:close/>
                  <a:moveTo>
                    <a:pt x="139182" y="712379"/>
                  </a:moveTo>
                  <a:lnTo>
                    <a:pt x="136360" y="739009"/>
                  </a:lnTo>
                  <a:lnTo>
                    <a:pt x="143751" y="719020"/>
                  </a:lnTo>
                  <a:close/>
                  <a:moveTo>
                    <a:pt x="137415" y="669068"/>
                  </a:moveTo>
                  <a:lnTo>
                    <a:pt x="139182" y="712379"/>
                  </a:lnTo>
                  <a:lnTo>
                    <a:pt x="143751" y="719020"/>
                  </a:lnTo>
                  <a:close/>
                  <a:moveTo>
                    <a:pt x="85696" y="682265"/>
                  </a:moveTo>
                  <a:lnTo>
                    <a:pt x="88879" y="686065"/>
                  </a:lnTo>
                  <a:lnTo>
                    <a:pt x="91735" y="679118"/>
                  </a:lnTo>
                  <a:close/>
                  <a:moveTo>
                    <a:pt x="85696" y="682265"/>
                  </a:moveTo>
                  <a:lnTo>
                    <a:pt x="91735" y="679118"/>
                  </a:lnTo>
                  <a:lnTo>
                    <a:pt x="74351" y="628327"/>
                  </a:lnTo>
                  <a:close/>
                  <a:moveTo>
                    <a:pt x="67729" y="645510"/>
                  </a:moveTo>
                  <a:lnTo>
                    <a:pt x="85696" y="682265"/>
                  </a:lnTo>
                  <a:lnTo>
                    <a:pt x="74351" y="628327"/>
                  </a:lnTo>
                  <a:close/>
                  <a:moveTo>
                    <a:pt x="91735" y="679118"/>
                  </a:moveTo>
                  <a:lnTo>
                    <a:pt x="137415" y="669068"/>
                  </a:lnTo>
                  <a:lnTo>
                    <a:pt x="105376" y="651536"/>
                  </a:lnTo>
                  <a:close/>
                  <a:moveTo>
                    <a:pt x="74351" y="628327"/>
                  </a:moveTo>
                  <a:lnTo>
                    <a:pt x="68404" y="591572"/>
                  </a:lnTo>
                  <a:lnTo>
                    <a:pt x="67729" y="645510"/>
                  </a:lnTo>
                  <a:close/>
                  <a:moveTo>
                    <a:pt x="212840" y="647898"/>
                  </a:moveTo>
                  <a:lnTo>
                    <a:pt x="218763" y="701741"/>
                  </a:lnTo>
                  <a:lnTo>
                    <a:pt x="233942" y="662285"/>
                  </a:lnTo>
                  <a:close/>
                  <a:moveTo>
                    <a:pt x="27821" y="518062"/>
                  </a:moveTo>
                  <a:lnTo>
                    <a:pt x="37973" y="524101"/>
                  </a:lnTo>
                  <a:lnTo>
                    <a:pt x="31937" y="500878"/>
                  </a:lnTo>
                  <a:close/>
                  <a:moveTo>
                    <a:pt x="27821" y="518062"/>
                  </a:moveTo>
                  <a:lnTo>
                    <a:pt x="31937" y="500878"/>
                  </a:lnTo>
                  <a:lnTo>
                    <a:pt x="0" y="506705"/>
                  </a:lnTo>
                  <a:close/>
                  <a:moveTo>
                    <a:pt x="212840" y="647898"/>
                  </a:moveTo>
                  <a:lnTo>
                    <a:pt x="233942" y="662285"/>
                  </a:lnTo>
                  <a:lnTo>
                    <a:pt x="238704" y="640899"/>
                  </a:lnTo>
                  <a:close/>
                  <a:moveTo>
                    <a:pt x="175535" y="593960"/>
                  </a:moveTo>
                  <a:lnTo>
                    <a:pt x="162698" y="611143"/>
                  </a:lnTo>
                  <a:lnTo>
                    <a:pt x="193547" y="635831"/>
                  </a:lnTo>
                  <a:close/>
                  <a:moveTo>
                    <a:pt x="348221" y="551776"/>
                  </a:moveTo>
                  <a:lnTo>
                    <a:pt x="307750" y="540021"/>
                  </a:lnTo>
                  <a:lnTo>
                    <a:pt x="293184" y="566787"/>
                  </a:lnTo>
                  <a:close/>
                  <a:moveTo>
                    <a:pt x="328821" y="532317"/>
                  </a:moveTo>
                  <a:lnTo>
                    <a:pt x="348221" y="551776"/>
                  </a:lnTo>
                  <a:lnTo>
                    <a:pt x="356769" y="559593"/>
                  </a:lnTo>
                  <a:close/>
                  <a:moveTo>
                    <a:pt x="297605" y="487111"/>
                  </a:moveTo>
                  <a:lnTo>
                    <a:pt x="328821" y="532317"/>
                  </a:lnTo>
                  <a:lnTo>
                    <a:pt x="336642" y="508487"/>
                  </a:lnTo>
                  <a:close/>
                  <a:moveTo>
                    <a:pt x="299563" y="503267"/>
                  </a:moveTo>
                  <a:lnTo>
                    <a:pt x="328821" y="532317"/>
                  </a:lnTo>
                  <a:lnTo>
                    <a:pt x="297605" y="487111"/>
                  </a:lnTo>
                  <a:close/>
                  <a:moveTo>
                    <a:pt x="431502" y="542410"/>
                  </a:moveTo>
                  <a:lnTo>
                    <a:pt x="418210" y="564303"/>
                  </a:lnTo>
                  <a:lnTo>
                    <a:pt x="442814" y="560083"/>
                  </a:lnTo>
                  <a:close/>
                  <a:moveTo>
                    <a:pt x="415732" y="515837"/>
                  </a:moveTo>
                  <a:lnTo>
                    <a:pt x="399823" y="505655"/>
                  </a:lnTo>
                  <a:lnTo>
                    <a:pt x="395961" y="509486"/>
                  </a:lnTo>
                  <a:close/>
                  <a:moveTo>
                    <a:pt x="395961" y="509486"/>
                  </a:moveTo>
                  <a:lnTo>
                    <a:pt x="374463" y="525317"/>
                  </a:lnTo>
                  <a:lnTo>
                    <a:pt x="415732" y="515837"/>
                  </a:lnTo>
                  <a:close/>
                  <a:moveTo>
                    <a:pt x="347641" y="472270"/>
                  </a:moveTo>
                  <a:lnTo>
                    <a:pt x="336642" y="508487"/>
                  </a:lnTo>
                  <a:lnTo>
                    <a:pt x="360207" y="468900"/>
                  </a:lnTo>
                  <a:close/>
                  <a:moveTo>
                    <a:pt x="360207" y="468900"/>
                  </a:moveTo>
                  <a:lnTo>
                    <a:pt x="336642" y="508487"/>
                  </a:lnTo>
                  <a:lnTo>
                    <a:pt x="371296" y="522838"/>
                  </a:lnTo>
                  <a:close/>
                  <a:moveTo>
                    <a:pt x="347641" y="472270"/>
                  </a:moveTo>
                  <a:lnTo>
                    <a:pt x="297605" y="487111"/>
                  </a:lnTo>
                  <a:lnTo>
                    <a:pt x="336642" y="508487"/>
                  </a:lnTo>
                  <a:close/>
                  <a:moveTo>
                    <a:pt x="347641" y="472270"/>
                  </a:moveTo>
                  <a:lnTo>
                    <a:pt x="348960" y="458333"/>
                  </a:lnTo>
                  <a:lnTo>
                    <a:pt x="317457" y="465124"/>
                  </a:lnTo>
                  <a:close/>
                  <a:moveTo>
                    <a:pt x="431502" y="542410"/>
                  </a:moveTo>
                  <a:lnTo>
                    <a:pt x="450802" y="576820"/>
                  </a:lnTo>
                  <a:lnTo>
                    <a:pt x="419928" y="530084"/>
                  </a:lnTo>
                  <a:close/>
                  <a:moveTo>
                    <a:pt x="442814" y="560083"/>
                  </a:moveTo>
                  <a:lnTo>
                    <a:pt x="450802" y="576820"/>
                  </a:lnTo>
                  <a:lnTo>
                    <a:pt x="431502" y="542410"/>
                  </a:lnTo>
                  <a:close/>
                  <a:moveTo>
                    <a:pt x="435464" y="532605"/>
                  </a:moveTo>
                  <a:lnTo>
                    <a:pt x="431502" y="542410"/>
                  </a:lnTo>
                  <a:lnTo>
                    <a:pt x="419928" y="530084"/>
                  </a:lnTo>
                  <a:close/>
                  <a:moveTo>
                    <a:pt x="393229" y="505655"/>
                  </a:moveTo>
                  <a:lnTo>
                    <a:pt x="407354" y="488471"/>
                  </a:lnTo>
                  <a:lnTo>
                    <a:pt x="360207" y="468900"/>
                  </a:lnTo>
                  <a:close/>
                  <a:moveTo>
                    <a:pt x="410697" y="468373"/>
                  </a:moveTo>
                  <a:lnTo>
                    <a:pt x="405361" y="468900"/>
                  </a:lnTo>
                  <a:lnTo>
                    <a:pt x="399905" y="456869"/>
                  </a:lnTo>
                  <a:close/>
                  <a:moveTo>
                    <a:pt x="399905" y="456869"/>
                  </a:moveTo>
                  <a:lnTo>
                    <a:pt x="379454" y="447769"/>
                  </a:lnTo>
                  <a:lnTo>
                    <a:pt x="360207" y="468900"/>
                  </a:lnTo>
                  <a:close/>
                  <a:moveTo>
                    <a:pt x="279830" y="228235"/>
                  </a:moveTo>
                  <a:lnTo>
                    <a:pt x="271722" y="231186"/>
                  </a:lnTo>
                  <a:lnTo>
                    <a:pt x="297227" y="217685"/>
                  </a:lnTo>
                  <a:close/>
                  <a:moveTo>
                    <a:pt x="671929" y="527615"/>
                  </a:moveTo>
                  <a:lnTo>
                    <a:pt x="686021" y="565779"/>
                  </a:lnTo>
                  <a:lnTo>
                    <a:pt x="686435" y="559439"/>
                  </a:lnTo>
                  <a:close/>
                  <a:moveTo>
                    <a:pt x="668727" y="589439"/>
                  </a:moveTo>
                  <a:lnTo>
                    <a:pt x="688741" y="564370"/>
                  </a:lnTo>
                  <a:lnTo>
                    <a:pt x="686021" y="565779"/>
                  </a:lnTo>
                  <a:close/>
                  <a:moveTo>
                    <a:pt x="671929" y="527615"/>
                  </a:moveTo>
                  <a:lnTo>
                    <a:pt x="635698" y="494318"/>
                  </a:lnTo>
                  <a:lnTo>
                    <a:pt x="621475" y="537347"/>
                  </a:lnTo>
                  <a:close/>
                  <a:moveTo>
                    <a:pt x="705944" y="547186"/>
                  </a:moveTo>
                  <a:lnTo>
                    <a:pt x="686435" y="559439"/>
                  </a:lnTo>
                  <a:lnTo>
                    <a:pt x="693133" y="559997"/>
                  </a:lnTo>
                  <a:close/>
                  <a:moveTo>
                    <a:pt x="671929" y="527615"/>
                  </a:moveTo>
                  <a:lnTo>
                    <a:pt x="686435" y="559439"/>
                  </a:lnTo>
                  <a:lnTo>
                    <a:pt x="705944" y="547186"/>
                  </a:lnTo>
                  <a:close/>
                  <a:moveTo>
                    <a:pt x="677848" y="473676"/>
                  </a:moveTo>
                  <a:lnTo>
                    <a:pt x="635698" y="494318"/>
                  </a:lnTo>
                  <a:lnTo>
                    <a:pt x="671929" y="527615"/>
                  </a:lnTo>
                  <a:close/>
                  <a:moveTo>
                    <a:pt x="625100" y="436922"/>
                  </a:moveTo>
                  <a:lnTo>
                    <a:pt x="632494" y="490860"/>
                  </a:lnTo>
                  <a:lnTo>
                    <a:pt x="652886" y="462372"/>
                  </a:lnTo>
                  <a:close/>
                  <a:moveTo>
                    <a:pt x="637284" y="488819"/>
                  </a:moveTo>
                  <a:lnTo>
                    <a:pt x="677848" y="473676"/>
                  </a:lnTo>
                  <a:lnTo>
                    <a:pt x="652886" y="462372"/>
                  </a:lnTo>
                  <a:close/>
                  <a:moveTo>
                    <a:pt x="625100" y="436922"/>
                  </a:moveTo>
                  <a:lnTo>
                    <a:pt x="618231" y="400166"/>
                  </a:lnTo>
                  <a:lnTo>
                    <a:pt x="614850" y="454105"/>
                  </a:lnTo>
                  <a:close/>
                  <a:moveTo>
                    <a:pt x="746884" y="468452"/>
                  </a:moveTo>
                  <a:lnTo>
                    <a:pt x="699653" y="473676"/>
                  </a:lnTo>
                  <a:lnTo>
                    <a:pt x="718415" y="494696"/>
                  </a:lnTo>
                  <a:close/>
                  <a:moveTo>
                    <a:pt x="808597" y="402555"/>
                  </a:moveTo>
                  <a:lnTo>
                    <a:pt x="780034" y="371612"/>
                  </a:lnTo>
                  <a:lnTo>
                    <a:pt x="773879" y="369540"/>
                  </a:lnTo>
                  <a:close/>
                  <a:moveTo>
                    <a:pt x="840172" y="439310"/>
                  </a:moveTo>
                  <a:lnTo>
                    <a:pt x="881785" y="425485"/>
                  </a:lnTo>
                  <a:lnTo>
                    <a:pt x="828820" y="429438"/>
                  </a:lnTo>
                  <a:close/>
                  <a:moveTo>
                    <a:pt x="828820" y="429438"/>
                  </a:moveTo>
                  <a:lnTo>
                    <a:pt x="881785" y="425485"/>
                  </a:lnTo>
                  <a:lnTo>
                    <a:pt x="884231" y="415823"/>
                  </a:lnTo>
                  <a:close/>
                  <a:moveTo>
                    <a:pt x="828820" y="429438"/>
                  </a:moveTo>
                  <a:lnTo>
                    <a:pt x="884231" y="415823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28820" y="429438"/>
                  </a:lnTo>
                  <a:lnTo>
                    <a:pt x="845453" y="395418"/>
                  </a:lnTo>
                  <a:close/>
                  <a:moveTo>
                    <a:pt x="835004" y="385371"/>
                  </a:moveTo>
                  <a:lnTo>
                    <a:pt x="808597" y="402555"/>
                  </a:lnTo>
                  <a:lnTo>
                    <a:pt x="828820" y="429438"/>
                  </a:lnTo>
                  <a:close/>
                  <a:moveTo>
                    <a:pt x="808597" y="402555"/>
                  </a:moveTo>
                  <a:lnTo>
                    <a:pt x="835004" y="385371"/>
                  </a:lnTo>
                  <a:lnTo>
                    <a:pt x="780034" y="371612"/>
                  </a:lnTo>
                  <a:close/>
                  <a:moveTo>
                    <a:pt x="835004" y="385371"/>
                  </a:moveTo>
                  <a:lnTo>
                    <a:pt x="801441" y="355440"/>
                  </a:lnTo>
                  <a:lnTo>
                    <a:pt x="780034" y="371612"/>
                  </a:lnTo>
                  <a:close/>
                  <a:moveTo>
                    <a:pt x="790919" y="348616"/>
                  </a:moveTo>
                  <a:lnTo>
                    <a:pt x="780034" y="371612"/>
                  </a:lnTo>
                  <a:lnTo>
                    <a:pt x="801441" y="355440"/>
                  </a:lnTo>
                  <a:close/>
                  <a:moveTo>
                    <a:pt x="790919" y="348616"/>
                  </a:moveTo>
                  <a:lnTo>
                    <a:pt x="772502" y="365800"/>
                  </a:lnTo>
                  <a:lnTo>
                    <a:pt x="780034" y="371612"/>
                  </a:lnTo>
                  <a:close/>
                  <a:moveTo>
                    <a:pt x="778077" y="311861"/>
                  </a:moveTo>
                  <a:lnTo>
                    <a:pt x="771114" y="327040"/>
                  </a:lnTo>
                  <a:lnTo>
                    <a:pt x="772502" y="365800"/>
                  </a:lnTo>
                  <a:close/>
                  <a:moveTo>
                    <a:pt x="790919" y="348616"/>
                  </a:moveTo>
                  <a:lnTo>
                    <a:pt x="778077" y="311861"/>
                  </a:lnTo>
                  <a:lnTo>
                    <a:pt x="772502" y="365800"/>
                  </a:lnTo>
                  <a:close/>
                  <a:moveTo>
                    <a:pt x="778077" y="311861"/>
                  </a:moveTo>
                  <a:lnTo>
                    <a:pt x="769921" y="283264"/>
                  </a:lnTo>
                  <a:lnTo>
                    <a:pt x="771114" y="327040"/>
                  </a:lnTo>
                  <a:close/>
                  <a:moveTo>
                    <a:pt x="835004" y="385371"/>
                  </a:moveTo>
                  <a:lnTo>
                    <a:pt x="845453" y="395418"/>
                  </a:lnTo>
                  <a:lnTo>
                    <a:pt x="856828" y="373939"/>
                  </a:lnTo>
                  <a:close/>
                  <a:moveTo>
                    <a:pt x="835004" y="385371"/>
                  </a:moveTo>
                  <a:lnTo>
                    <a:pt x="856828" y="373939"/>
                  </a:lnTo>
                  <a:lnTo>
                    <a:pt x="801441" y="355440"/>
                  </a:lnTo>
                  <a:close/>
                  <a:moveTo>
                    <a:pt x="845453" y="395418"/>
                  </a:moveTo>
                  <a:lnTo>
                    <a:pt x="891553" y="368188"/>
                  </a:lnTo>
                  <a:lnTo>
                    <a:pt x="856828" y="373939"/>
                  </a:lnTo>
                  <a:close/>
                  <a:moveTo>
                    <a:pt x="898902" y="374470"/>
                  </a:moveTo>
                  <a:lnTo>
                    <a:pt x="891553" y="368188"/>
                  </a:lnTo>
                  <a:lnTo>
                    <a:pt x="845453" y="395418"/>
                  </a:lnTo>
                  <a:close/>
                  <a:moveTo>
                    <a:pt x="884231" y="415823"/>
                  </a:moveTo>
                  <a:lnTo>
                    <a:pt x="898902" y="374470"/>
                  </a:lnTo>
                  <a:lnTo>
                    <a:pt x="845453" y="395418"/>
                  </a:lnTo>
                  <a:close/>
                  <a:moveTo>
                    <a:pt x="891553" y="368188"/>
                  </a:moveTo>
                  <a:lnTo>
                    <a:pt x="898902" y="374470"/>
                  </a:lnTo>
                  <a:lnTo>
                    <a:pt x="899002" y="366740"/>
                  </a:lnTo>
                  <a:close/>
                  <a:moveTo>
                    <a:pt x="899002" y="366740"/>
                  </a:moveTo>
                  <a:lnTo>
                    <a:pt x="895937" y="363383"/>
                  </a:lnTo>
                  <a:lnTo>
                    <a:pt x="891553" y="368188"/>
                  </a:lnTo>
                  <a:close/>
                  <a:moveTo>
                    <a:pt x="899002" y="366740"/>
                  </a:moveTo>
                  <a:lnTo>
                    <a:pt x="898902" y="374470"/>
                  </a:lnTo>
                  <a:lnTo>
                    <a:pt x="899389" y="368188"/>
                  </a:lnTo>
                  <a:close/>
                  <a:moveTo>
                    <a:pt x="899002" y="366740"/>
                  </a:moveTo>
                  <a:lnTo>
                    <a:pt x="899389" y="368188"/>
                  </a:lnTo>
                  <a:lnTo>
                    <a:pt x="895937" y="363383"/>
                  </a:lnTo>
                  <a:close/>
                  <a:moveTo>
                    <a:pt x="745886" y="56965"/>
                  </a:moveTo>
                  <a:lnTo>
                    <a:pt x="776920" y="39781"/>
                  </a:lnTo>
                  <a:lnTo>
                    <a:pt x="733643" y="34114"/>
                  </a:lnTo>
                  <a:close/>
                  <a:moveTo>
                    <a:pt x="754782" y="0"/>
                  </a:moveTo>
                  <a:lnTo>
                    <a:pt x="814436" y="19192"/>
                  </a:lnTo>
                  <a:lnTo>
                    <a:pt x="787575" y="428"/>
                  </a:lnTo>
                  <a:close/>
                  <a:moveTo>
                    <a:pt x="754782" y="0"/>
                  </a:moveTo>
                  <a:lnTo>
                    <a:pt x="783735" y="614"/>
                  </a:lnTo>
                  <a:lnTo>
                    <a:pt x="750434" y="687"/>
                  </a:lnTo>
                  <a:close/>
                  <a:moveTo>
                    <a:pt x="754782" y="0"/>
                  </a:moveTo>
                  <a:lnTo>
                    <a:pt x="787575" y="428"/>
                  </a:lnTo>
                  <a:lnTo>
                    <a:pt x="783735" y="614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999" name="Input_density__38">
              <a:extLst>
                <a:ext uri="{FF2B5EF4-FFF2-40B4-BE49-F238E27FC236}">
                  <a16:creationId xmlns:a16="http://schemas.microsoft.com/office/drawing/2014/main" id="{BE4AA457-8366-5685-3BEE-4E33C8DB94EE}"/>
                </a:ext>
              </a:extLst>
            </p:cNvPr>
            <p:cNvSpPr>
              <a:spLocks noGrp="1"/>
            </p:cNvSpPr>
            <p:nvPr/>
          </p:nvSpPr>
          <p:spPr>
            <a:xfrm>
              <a:off x="1174796" y="2331551"/>
              <a:ext cx="678622" cy="807802"/>
            </a:xfrm>
            <a:custGeom>
              <a:avLst/>
              <a:gdLst/>
              <a:ahLst/>
              <a:cxnLst/>
              <a:rect l="0" t="0" r="0" b="0"/>
              <a:pathLst>
                <a:path w="678622" h="807802">
                  <a:moveTo>
                    <a:pt x="0" y="772344"/>
                  </a:moveTo>
                  <a:lnTo>
                    <a:pt x="24079" y="807802"/>
                  </a:lnTo>
                  <a:lnTo>
                    <a:pt x="30820" y="759153"/>
                  </a:lnTo>
                  <a:close/>
                  <a:moveTo>
                    <a:pt x="223708" y="531703"/>
                  </a:moveTo>
                  <a:lnTo>
                    <a:pt x="202637" y="539407"/>
                  </a:lnTo>
                  <a:lnTo>
                    <a:pt x="243108" y="551161"/>
                  </a:lnTo>
                  <a:close/>
                  <a:moveTo>
                    <a:pt x="223708" y="531703"/>
                  </a:moveTo>
                  <a:lnTo>
                    <a:pt x="266183" y="522224"/>
                  </a:lnTo>
                  <a:lnTo>
                    <a:pt x="231530" y="507873"/>
                  </a:lnTo>
                  <a:close/>
                  <a:moveTo>
                    <a:pt x="345928" y="590229"/>
                  </a:moveTo>
                  <a:lnTo>
                    <a:pt x="326010" y="611966"/>
                  </a:lnTo>
                  <a:lnTo>
                    <a:pt x="317483" y="608455"/>
                  </a:lnTo>
                  <a:close/>
                  <a:moveTo>
                    <a:pt x="310620" y="515222"/>
                  </a:moveTo>
                  <a:lnTo>
                    <a:pt x="326389" y="541795"/>
                  </a:lnTo>
                  <a:lnTo>
                    <a:pt x="330352" y="531990"/>
                  </a:lnTo>
                  <a:close/>
                  <a:moveTo>
                    <a:pt x="255094" y="468285"/>
                  </a:moveTo>
                  <a:lnTo>
                    <a:pt x="305584" y="467758"/>
                  </a:lnTo>
                  <a:lnTo>
                    <a:pt x="294792" y="456254"/>
                  </a:lnTo>
                  <a:close/>
                  <a:moveTo>
                    <a:pt x="174717" y="227620"/>
                  </a:moveTo>
                  <a:lnTo>
                    <a:pt x="127138" y="247755"/>
                  </a:lnTo>
                  <a:lnTo>
                    <a:pt x="166609" y="230572"/>
                  </a:lnTo>
                  <a:close/>
                  <a:moveTo>
                    <a:pt x="580908" y="565164"/>
                  </a:moveTo>
                  <a:lnTo>
                    <a:pt x="583628" y="563755"/>
                  </a:lnTo>
                  <a:lnTo>
                    <a:pt x="581323" y="558825"/>
                  </a:lnTo>
                  <a:close/>
                  <a:moveTo>
                    <a:pt x="527381" y="490245"/>
                  </a:moveTo>
                  <a:lnTo>
                    <a:pt x="516363" y="536732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497101" y="507429"/>
                  </a:lnTo>
                  <a:lnTo>
                    <a:pt x="516363" y="536732"/>
                  </a:lnTo>
                  <a:close/>
                  <a:moveTo>
                    <a:pt x="527381" y="490245"/>
                  </a:moveTo>
                  <a:lnTo>
                    <a:pt x="509737" y="453490"/>
                  </a:lnTo>
                  <a:lnTo>
                    <a:pt x="497101" y="507429"/>
                  </a:lnTo>
                  <a:close/>
                  <a:moveTo>
                    <a:pt x="581323" y="558825"/>
                  </a:moveTo>
                  <a:lnTo>
                    <a:pt x="583628" y="563755"/>
                  </a:lnTo>
                  <a:lnTo>
                    <a:pt x="588020" y="559383"/>
                  </a:lnTo>
                  <a:close/>
                  <a:moveTo>
                    <a:pt x="532172" y="488204"/>
                  </a:moveTo>
                  <a:lnTo>
                    <a:pt x="530586" y="493703"/>
                  </a:lnTo>
                  <a:lnTo>
                    <a:pt x="572735" y="473062"/>
                  </a:lnTo>
                  <a:close/>
                  <a:moveTo>
                    <a:pt x="532172" y="488204"/>
                  </a:moveTo>
                  <a:lnTo>
                    <a:pt x="527381" y="490245"/>
                  </a:lnTo>
                  <a:lnTo>
                    <a:pt x="530586" y="493703"/>
                  </a:lnTo>
                  <a:close/>
                  <a:moveTo>
                    <a:pt x="527381" y="490245"/>
                  </a:moveTo>
                  <a:lnTo>
                    <a:pt x="532172" y="488204"/>
                  </a:lnTo>
                  <a:lnTo>
                    <a:pt x="547774" y="461758"/>
                  </a:lnTo>
                  <a:close/>
                  <a:moveTo>
                    <a:pt x="509737" y="453490"/>
                  </a:moveTo>
                  <a:lnTo>
                    <a:pt x="527381" y="490245"/>
                  </a:lnTo>
                  <a:lnTo>
                    <a:pt x="519988" y="436307"/>
                  </a:lnTo>
                  <a:close/>
                  <a:moveTo>
                    <a:pt x="572735" y="473062"/>
                  </a:moveTo>
                  <a:lnTo>
                    <a:pt x="613303" y="494081"/>
                  </a:lnTo>
                  <a:lnTo>
                    <a:pt x="589959" y="468312"/>
                  </a:lnTo>
                  <a:close/>
                  <a:moveTo>
                    <a:pt x="613303" y="494081"/>
                  </a:moveTo>
                  <a:lnTo>
                    <a:pt x="594541" y="473062"/>
                  </a:lnTo>
                  <a:lnTo>
                    <a:pt x="589959" y="468312"/>
                  </a:lnTo>
                  <a:close/>
                  <a:moveTo>
                    <a:pt x="628530" y="33500"/>
                  </a:moveTo>
                  <a:lnTo>
                    <a:pt x="617337" y="25672"/>
                  </a:lnTo>
                  <a:lnTo>
                    <a:pt x="640773" y="56350"/>
                  </a:lnTo>
                  <a:close/>
                  <a:moveTo>
                    <a:pt x="620847" y="19595"/>
                  </a:moveTo>
                  <a:lnTo>
                    <a:pt x="617337" y="25672"/>
                  </a:lnTo>
                  <a:lnTo>
                    <a:pt x="628530" y="33500"/>
                  </a:lnTo>
                  <a:close/>
                  <a:moveTo>
                    <a:pt x="624177" y="17226"/>
                  </a:moveTo>
                  <a:lnTo>
                    <a:pt x="617337" y="25672"/>
                  </a:lnTo>
                  <a:lnTo>
                    <a:pt x="620847" y="19595"/>
                  </a:lnTo>
                  <a:close/>
                  <a:moveTo>
                    <a:pt x="671808" y="39167"/>
                  </a:moveTo>
                  <a:lnTo>
                    <a:pt x="647995" y="10068"/>
                  </a:lnTo>
                  <a:lnTo>
                    <a:pt x="628530" y="33500"/>
                  </a:lnTo>
                  <a:close/>
                  <a:moveTo>
                    <a:pt x="647995" y="10068"/>
                  </a:moveTo>
                  <a:lnTo>
                    <a:pt x="620847" y="19595"/>
                  </a:lnTo>
                  <a:lnTo>
                    <a:pt x="628530" y="33500"/>
                  </a:lnTo>
                  <a:close/>
                  <a:moveTo>
                    <a:pt x="678622" y="0"/>
                  </a:moveTo>
                  <a:lnTo>
                    <a:pt x="624177" y="17226"/>
                  </a:lnTo>
                  <a:lnTo>
                    <a:pt x="645322" y="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00" name="Input_density__39">
              <a:extLst>
                <a:ext uri="{FF2B5EF4-FFF2-40B4-BE49-F238E27FC236}">
                  <a16:creationId xmlns:a16="http://schemas.microsoft.com/office/drawing/2014/main" id="{FFE60A7B-9882-2C39-1023-6FE8D74CA71D}"/>
                </a:ext>
              </a:extLst>
            </p:cNvPr>
            <p:cNvSpPr>
              <a:spLocks noGrp="1"/>
            </p:cNvSpPr>
            <p:nvPr/>
          </p:nvSpPr>
          <p:spPr>
            <a:xfrm>
              <a:off x="957980" y="2357082"/>
              <a:ext cx="1011093" cy="625390"/>
            </a:xfrm>
            <a:custGeom>
              <a:avLst/>
              <a:gdLst/>
              <a:ahLst/>
              <a:cxnLst/>
              <a:rect l="0" t="0" r="0" b="0"/>
              <a:pathLst>
                <a:path w="1011093" h="625390">
                  <a:moveTo>
                    <a:pt x="98593" y="527749"/>
                  </a:moveTo>
                  <a:lnTo>
                    <a:pt x="62046" y="515684"/>
                  </a:lnTo>
                  <a:lnTo>
                    <a:pt x="75490" y="537578"/>
                  </a:lnTo>
                  <a:close/>
                  <a:moveTo>
                    <a:pt x="36483" y="516316"/>
                  </a:moveTo>
                  <a:lnTo>
                    <a:pt x="53907" y="514284"/>
                  </a:lnTo>
                  <a:lnTo>
                    <a:pt x="0" y="489528"/>
                  </a:lnTo>
                  <a:close/>
                  <a:moveTo>
                    <a:pt x="132381" y="529498"/>
                  </a:moveTo>
                  <a:lnTo>
                    <a:pt x="149676" y="497956"/>
                  </a:lnTo>
                  <a:lnTo>
                    <a:pt x="98593" y="527749"/>
                  </a:lnTo>
                  <a:close/>
                  <a:moveTo>
                    <a:pt x="245640" y="601004"/>
                  </a:moveTo>
                  <a:lnTo>
                    <a:pt x="217080" y="625390"/>
                  </a:lnTo>
                  <a:lnTo>
                    <a:pt x="245155" y="605782"/>
                  </a:lnTo>
                  <a:close/>
                  <a:moveTo>
                    <a:pt x="245155" y="605782"/>
                  </a:moveTo>
                  <a:lnTo>
                    <a:pt x="247395" y="602181"/>
                  </a:lnTo>
                  <a:lnTo>
                    <a:pt x="245640" y="601004"/>
                  </a:lnTo>
                  <a:close/>
                  <a:moveTo>
                    <a:pt x="325068" y="587572"/>
                  </a:moveTo>
                  <a:lnTo>
                    <a:pt x="324543" y="621753"/>
                  </a:lnTo>
                  <a:lnTo>
                    <a:pt x="348970" y="571174"/>
                  </a:lnTo>
                  <a:close/>
                  <a:moveTo>
                    <a:pt x="348970" y="571174"/>
                  </a:moveTo>
                  <a:lnTo>
                    <a:pt x="345372" y="567814"/>
                  </a:lnTo>
                  <a:lnTo>
                    <a:pt x="325068" y="587572"/>
                  </a:lnTo>
                  <a:close/>
                  <a:moveTo>
                    <a:pt x="350408" y="614753"/>
                  </a:moveTo>
                  <a:lnTo>
                    <a:pt x="377150" y="620100"/>
                  </a:lnTo>
                  <a:lnTo>
                    <a:pt x="348970" y="571174"/>
                  </a:lnTo>
                  <a:close/>
                  <a:moveTo>
                    <a:pt x="303672" y="411367"/>
                  </a:moveTo>
                  <a:lnTo>
                    <a:pt x="329185" y="453018"/>
                  </a:lnTo>
                  <a:lnTo>
                    <a:pt x="340138" y="423131"/>
                  </a:lnTo>
                  <a:close/>
                  <a:moveTo>
                    <a:pt x="340138" y="423131"/>
                  </a:moveTo>
                  <a:lnTo>
                    <a:pt x="364631" y="424201"/>
                  </a:lnTo>
                  <a:lnTo>
                    <a:pt x="303672" y="411367"/>
                  </a:lnTo>
                  <a:close/>
                  <a:moveTo>
                    <a:pt x="385426" y="434383"/>
                  </a:moveTo>
                  <a:lnTo>
                    <a:pt x="408578" y="460308"/>
                  </a:lnTo>
                  <a:lnTo>
                    <a:pt x="364631" y="424201"/>
                  </a:lnTo>
                  <a:close/>
                  <a:moveTo>
                    <a:pt x="471362" y="405999"/>
                  </a:moveTo>
                  <a:lnTo>
                    <a:pt x="460664" y="432188"/>
                  </a:lnTo>
                  <a:lnTo>
                    <a:pt x="470831" y="419127"/>
                  </a:lnTo>
                  <a:close/>
                  <a:moveTo>
                    <a:pt x="460664" y="432188"/>
                  </a:moveTo>
                  <a:lnTo>
                    <a:pt x="471362" y="405999"/>
                  </a:lnTo>
                  <a:lnTo>
                    <a:pt x="465918" y="396033"/>
                  </a:lnTo>
                  <a:close/>
                  <a:moveTo>
                    <a:pt x="838496" y="559604"/>
                  </a:moveTo>
                  <a:lnTo>
                    <a:pt x="800444" y="538224"/>
                  </a:lnTo>
                  <a:lnTo>
                    <a:pt x="780431" y="563294"/>
                  </a:lnTo>
                  <a:close/>
                  <a:moveTo>
                    <a:pt x="814662" y="393592"/>
                  </a:moveTo>
                  <a:lnTo>
                    <a:pt x="813461" y="398164"/>
                  </a:lnTo>
                  <a:lnTo>
                    <a:pt x="811357" y="447531"/>
                  </a:lnTo>
                  <a:close/>
                  <a:moveTo>
                    <a:pt x="814767" y="410776"/>
                  </a:moveTo>
                  <a:lnTo>
                    <a:pt x="814662" y="393592"/>
                  </a:lnTo>
                  <a:lnTo>
                    <a:pt x="811357" y="447531"/>
                  </a:lnTo>
                  <a:close/>
                  <a:moveTo>
                    <a:pt x="814567" y="391699"/>
                  </a:moveTo>
                  <a:lnTo>
                    <a:pt x="813461" y="398164"/>
                  </a:lnTo>
                  <a:lnTo>
                    <a:pt x="814662" y="393592"/>
                  </a:lnTo>
                  <a:close/>
                  <a:moveTo>
                    <a:pt x="1002135" y="322471"/>
                  </a:moveTo>
                  <a:lnTo>
                    <a:pt x="995159" y="308487"/>
                  </a:lnTo>
                  <a:lnTo>
                    <a:pt x="1011093" y="342042"/>
                  </a:lnTo>
                  <a:close/>
                  <a:moveTo>
                    <a:pt x="995159" y="308487"/>
                  </a:moveTo>
                  <a:lnTo>
                    <a:pt x="976738" y="278716"/>
                  </a:lnTo>
                  <a:lnTo>
                    <a:pt x="988584" y="305287"/>
                  </a:lnTo>
                  <a:close/>
                  <a:moveTo>
                    <a:pt x="976738" y="278716"/>
                  </a:moveTo>
                  <a:lnTo>
                    <a:pt x="977205" y="268532"/>
                  </a:lnTo>
                  <a:lnTo>
                    <a:pt x="988584" y="305287"/>
                  </a:lnTo>
                  <a:close/>
                  <a:moveTo>
                    <a:pt x="949928" y="228676"/>
                  </a:moveTo>
                  <a:lnTo>
                    <a:pt x="971915" y="255549"/>
                  </a:lnTo>
                  <a:lnTo>
                    <a:pt x="977205" y="268532"/>
                  </a:lnTo>
                  <a:close/>
                  <a:moveTo>
                    <a:pt x="911904" y="36032"/>
                  </a:moveTo>
                  <a:lnTo>
                    <a:pt x="889039" y="46750"/>
                  </a:lnTo>
                  <a:lnTo>
                    <a:pt x="941974" y="23883"/>
                  </a:lnTo>
                  <a:close/>
                  <a:moveTo>
                    <a:pt x="911904" y="36032"/>
                  </a:moveTo>
                  <a:lnTo>
                    <a:pt x="941974" y="23883"/>
                  </a:lnTo>
                  <a:lnTo>
                    <a:pt x="92799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01" name="Input_density__40">
              <a:extLst>
                <a:ext uri="{FF2B5EF4-FFF2-40B4-BE49-F238E27FC236}">
                  <a16:creationId xmlns:a16="http://schemas.microsoft.com/office/drawing/2014/main" id="{BCF6E2F2-0CE6-73C7-527D-4241E7A40E89}"/>
                </a:ext>
              </a:extLst>
            </p:cNvPr>
            <p:cNvSpPr>
              <a:spLocks noGrp="1"/>
            </p:cNvSpPr>
            <p:nvPr/>
          </p:nvSpPr>
          <p:spPr>
            <a:xfrm>
              <a:off x="1176339" y="2357082"/>
              <a:ext cx="723615" cy="601004"/>
            </a:xfrm>
            <a:custGeom>
              <a:avLst/>
              <a:gdLst/>
              <a:ahLst/>
              <a:cxnLst/>
              <a:rect l="0" t="0" r="0" b="0"/>
              <a:pathLst>
                <a:path w="723615" h="601004">
                  <a:moveTo>
                    <a:pt x="22288" y="560316"/>
                  </a:moveTo>
                  <a:lnTo>
                    <a:pt x="7961" y="563729"/>
                  </a:lnTo>
                  <a:lnTo>
                    <a:pt x="0" y="596094"/>
                  </a:lnTo>
                  <a:close/>
                  <a:moveTo>
                    <a:pt x="22288" y="560316"/>
                  </a:moveTo>
                  <a:lnTo>
                    <a:pt x="0" y="596094"/>
                  </a:lnTo>
                  <a:lnTo>
                    <a:pt x="27281" y="601004"/>
                  </a:lnTo>
                  <a:close/>
                  <a:moveTo>
                    <a:pt x="250113" y="533448"/>
                  </a:moveTo>
                  <a:lnTo>
                    <a:pt x="274864" y="570202"/>
                  </a:lnTo>
                  <a:lnTo>
                    <a:pt x="245504" y="550631"/>
                  </a:lnTo>
                  <a:close/>
                  <a:moveTo>
                    <a:pt x="121779" y="423131"/>
                  </a:moveTo>
                  <a:lnTo>
                    <a:pt x="143005" y="403611"/>
                  </a:lnTo>
                  <a:lnTo>
                    <a:pt x="146272" y="424201"/>
                  </a:lnTo>
                  <a:close/>
                  <a:moveTo>
                    <a:pt x="215671" y="224612"/>
                  </a:moveTo>
                  <a:lnTo>
                    <a:pt x="196117" y="231778"/>
                  </a:lnTo>
                  <a:lnTo>
                    <a:pt x="196118" y="191663"/>
                  </a:lnTo>
                  <a:close/>
                  <a:moveTo>
                    <a:pt x="644631" y="554978"/>
                  </a:moveTo>
                  <a:lnTo>
                    <a:pt x="602997" y="523889"/>
                  </a:lnTo>
                  <a:lnTo>
                    <a:pt x="620137" y="559604"/>
                  </a:lnTo>
                  <a:close/>
                  <a:moveTo>
                    <a:pt x="669062" y="521745"/>
                  </a:moveTo>
                  <a:lnTo>
                    <a:pt x="664416" y="532742"/>
                  </a:lnTo>
                  <a:lnTo>
                    <a:pt x="644631" y="554978"/>
                  </a:lnTo>
                  <a:close/>
                  <a:moveTo>
                    <a:pt x="608312" y="356837"/>
                  </a:moveTo>
                  <a:lnTo>
                    <a:pt x="610818" y="339654"/>
                  </a:lnTo>
                  <a:lnTo>
                    <a:pt x="596302" y="393592"/>
                  </a:lnTo>
                  <a:close/>
                  <a:moveTo>
                    <a:pt x="423469" y="130185"/>
                  </a:moveTo>
                  <a:lnTo>
                    <a:pt x="441599" y="119124"/>
                  </a:lnTo>
                  <a:lnTo>
                    <a:pt x="412769" y="118549"/>
                  </a:lnTo>
                  <a:close/>
                  <a:moveTo>
                    <a:pt x="423469" y="130185"/>
                  </a:moveTo>
                  <a:lnTo>
                    <a:pt x="412769" y="118549"/>
                  </a:lnTo>
                  <a:lnTo>
                    <a:pt x="390602" y="131878"/>
                  </a:lnTo>
                  <a:close/>
                  <a:moveTo>
                    <a:pt x="723615" y="23883"/>
                  </a:moveTo>
                  <a:lnTo>
                    <a:pt x="722787" y="12081"/>
                  </a:lnTo>
                  <a:lnTo>
                    <a:pt x="70964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02" name="Input_density__41">
              <a:extLst>
                <a:ext uri="{FF2B5EF4-FFF2-40B4-BE49-F238E27FC236}">
                  <a16:creationId xmlns:a16="http://schemas.microsoft.com/office/drawing/2014/main" id="{5D8DE538-AEA2-A0C2-780D-51BD30BB4036}"/>
                </a:ext>
              </a:extLst>
            </p:cNvPr>
            <p:cNvSpPr>
              <a:spLocks noGrp="1"/>
            </p:cNvSpPr>
            <p:nvPr/>
          </p:nvSpPr>
          <p:spPr>
            <a:xfrm>
              <a:off x="1543126" y="2470283"/>
              <a:ext cx="136923" cy="25844"/>
            </a:xfrm>
            <a:custGeom>
              <a:avLst/>
              <a:gdLst/>
              <a:ahLst/>
              <a:cxnLst/>
              <a:rect l="0" t="0" r="0" b="0"/>
              <a:pathLst>
                <a:path w="136923" h="25844">
                  <a:moveTo>
                    <a:pt x="23815" y="18678"/>
                  </a:moveTo>
                  <a:lnTo>
                    <a:pt x="0" y="25844"/>
                  </a:lnTo>
                  <a:lnTo>
                    <a:pt x="56682" y="16984"/>
                  </a:lnTo>
                  <a:close/>
                  <a:moveTo>
                    <a:pt x="78632" y="6593"/>
                  </a:moveTo>
                  <a:lnTo>
                    <a:pt x="74812" y="5923"/>
                  </a:lnTo>
                  <a:lnTo>
                    <a:pt x="56682" y="16984"/>
                  </a:lnTo>
                  <a:close/>
                  <a:moveTo>
                    <a:pt x="80601" y="5923"/>
                  </a:moveTo>
                  <a:lnTo>
                    <a:pt x="78632" y="6593"/>
                  </a:lnTo>
                  <a:lnTo>
                    <a:pt x="111562" y="1389"/>
                  </a:lnTo>
                  <a:close/>
                  <a:moveTo>
                    <a:pt x="111562" y="1389"/>
                  </a:moveTo>
                  <a:lnTo>
                    <a:pt x="78632" y="6593"/>
                  </a:lnTo>
                  <a:lnTo>
                    <a:pt x="56682" y="16984"/>
                  </a:lnTo>
                  <a:close/>
                  <a:moveTo>
                    <a:pt x="111562" y="1389"/>
                  </a:moveTo>
                  <a:lnTo>
                    <a:pt x="56682" y="16984"/>
                  </a:lnTo>
                  <a:lnTo>
                    <a:pt x="89228" y="14094"/>
                  </a:lnTo>
                  <a:close/>
                  <a:moveTo>
                    <a:pt x="74812" y="5923"/>
                  </a:moveTo>
                  <a:lnTo>
                    <a:pt x="78632" y="6593"/>
                  </a:lnTo>
                  <a:lnTo>
                    <a:pt x="79490" y="6053"/>
                  </a:lnTo>
                  <a:close/>
                  <a:moveTo>
                    <a:pt x="80601" y="5923"/>
                  </a:moveTo>
                  <a:lnTo>
                    <a:pt x="79490" y="6053"/>
                  </a:lnTo>
                  <a:lnTo>
                    <a:pt x="78632" y="6593"/>
                  </a:lnTo>
                  <a:close/>
                  <a:moveTo>
                    <a:pt x="136923" y="0"/>
                  </a:moveTo>
                  <a:lnTo>
                    <a:pt x="80601" y="5923"/>
                  </a:lnTo>
                  <a:lnTo>
                    <a:pt x="116386" y="2988"/>
                  </a:lnTo>
                  <a:close/>
                  <a:moveTo>
                    <a:pt x="116386" y="2988"/>
                  </a:moveTo>
                  <a:lnTo>
                    <a:pt x="80601" y="5923"/>
                  </a:lnTo>
                  <a:lnTo>
                    <a:pt x="111562" y="138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03" name="Input_density__42">
              <a:extLst>
                <a:ext uri="{FF2B5EF4-FFF2-40B4-BE49-F238E27FC236}">
                  <a16:creationId xmlns:a16="http://schemas.microsoft.com/office/drawing/2014/main" id="{D7543AD9-0979-E93E-CC2E-1B9A0FB6D0CB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16780"/>
              <a:ext cx="1008373" cy="870885"/>
            </a:xfrm>
            <a:custGeom>
              <a:avLst/>
              <a:gdLst/>
              <a:ahLst/>
              <a:cxnLst/>
              <a:rect l="0" t="0" r="0" b="0"/>
              <a:pathLst>
                <a:path w="1008373" h="870885">
                  <a:moveTo>
                    <a:pt x="2554" y="512647"/>
                  </a:moveTo>
                  <a:lnTo>
                    <a:pt x="0" y="519884"/>
                  </a:lnTo>
                  <a:lnTo>
                    <a:pt x="12871" y="527488"/>
                  </a:lnTo>
                  <a:close/>
                  <a:moveTo>
                    <a:pt x="2516" y="488773"/>
                  </a:moveTo>
                  <a:lnTo>
                    <a:pt x="0" y="519884"/>
                  </a:lnTo>
                  <a:lnTo>
                    <a:pt x="2554" y="512647"/>
                  </a:lnTo>
                  <a:close/>
                  <a:moveTo>
                    <a:pt x="17397" y="495463"/>
                  </a:moveTo>
                  <a:lnTo>
                    <a:pt x="2554" y="512647"/>
                  </a:lnTo>
                  <a:lnTo>
                    <a:pt x="12871" y="527488"/>
                  </a:lnTo>
                  <a:close/>
                  <a:moveTo>
                    <a:pt x="2554" y="512647"/>
                  </a:moveTo>
                  <a:lnTo>
                    <a:pt x="1402" y="473997"/>
                  </a:lnTo>
                  <a:lnTo>
                    <a:pt x="2516" y="488773"/>
                  </a:lnTo>
                  <a:close/>
                  <a:moveTo>
                    <a:pt x="1753" y="475892"/>
                  </a:moveTo>
                  <a:lnTo>
                    <a:pt x="2516" y="488773"/>
                  </a:lnTo>
                  <a:lnTo>
                    <a:pt x="1402" y="473997"/>
                  </a:lnTo>
                  <a:close/>
                  <a:moveTo>
                    <a:pt x="355194" y="863013"/>
                  </a:moveTo>
                  <a:lnTo>
                    <a:pt x="341326" y="834733"/>
                  </a:lnTo>
                  <a:lnTo>
                    <a:pt x="351899" y="870885"/>
                  </a:lnTo>
                  <a:close/>
                  <a:moveTo>
                    <a:pt x="355194" y="863013"/>
                  </a:moveTo>
                  <a:lnTo>
                    <a:pt x="339106" y="826258"/>
                  </a:lnTo>
                  <a:lnTo>
                    <a:pt x="341326" y="834733"/>
                  </a:lnTo>
                  <a:close/>
                  <a:moveTo>
                    <a:pt x="339106" y="826258"/>
                  </a:moveTo>
                  <a:lnTo>
                    <a:pt x="355194" y="863013"/>
                  </a:lnTo>
                  <a:lnTo>
                    <a:pt x="380760" y="845830"/>
                  </a:lnTo>
                  <a:close/>
                  <a:moveTo>
                    <a:pt x="354779" y="809075"/>
                  </a:moveTo>
                  <a:lnTo>
                    <a:pt x="323022" y="777779"/>
                  </a:lnTo>
                  <a:lnTo>
                    <a:pt x="320119" y="789504"/>
                  </a:lnTo>
                  <a:close/>
                  <a:moveTo>
                    <a:pt x="354779" y="809075"/>
                  </a:moveTo>
                  <a:lnTo>
                    <a:pt x="320119" y="789504"/>
                  </a:lnTo>
                  <a:lnTo>
                    <a:pt x="339106" y="826258"/>
                  </a:lnTo>
                  <a:close/>
                  <a:moveTo>
                    <a:pt x="168727" y="515035"/>
                  </a:moveTo>
                  <a:lnTo>
                    <a:pt x="160832" y="559889"/>
                  </a:lnTo>
                  <a:lnTo>
                    <a:pt x="163933" y="526139"/>
                  </a:lnTo>
                  <a:close/>
                  <a:moveTo>
                    <a:pt x="101928" y="515098"/>
                  </a:moveTo>
                  <a:lnTo>
                    <a:pt x="140960" y="478280"/>
                  </a:lnTo>
                  <a:lnTo>
                    <a:pt x="104969" y="488722"/>
                  </a:lnTo>
                  <a:close/>
                  <a:moveTo>
                    <a:pt x="136789" y="520862"/>
                  </a:moveTo>
                  <a:lnTo>
                    <a:pt x="156841" y="499622"/>
                  </a:lnTo>
                  <a:lnTo>
                    <a:pt x="101928" y="515098"/>
                  </a:lnTo>
                  <a:close/>
                  <a:moveTo>
                    <a:pt x="422520" y="795812"/>
                  </a:moveTo>
                  <a:lnTo>
                    <a:pt x="396962" y="774512"/>
                  </a:lnTo>
                  <a:lnTo>
                    <a:pt x="383074" y="756046"/>
                  </a:lnTo>
                  <a:close/>
                  <a:moveTo>
                    <a:pt x="396962" y="774512"/>
                  </a:moveTo>
                  <a:lnTo>
                    <a:pt x="422520" y="795812"/>
                  </a:lnTo>
                  <a:lnTo>
                    <a:pt x="459796" y="788654"/>
                  </a:lnTo>
                  <a:close/>
                  <a:moveTo>
                    <a:pt x="207432" y="549092"/>
                  </a:moveTo>
                  <a:lnTo>
                    <a:pt x="207599" y="564823"/>
                  </a:lnTo>
                  <a:lnTo>
                    <a:pt x="241355" y="534607"/>
                  </a:lnTo>
                  <a:close/>
                  <a:moveTo>
                    <a:pt x="183400" y="541541"/>
                  </a:moveTo>
                  <a:lnTo>
                    <a:pt x="220531" y="516966"/>
                  </a:lnTo>
                  <a:lnTo>
                    <a:pt x="168727" y="515035"/>
                  </a:lnTo>
                  <a:close/>
                  <a:moveTo>
                    <a:pt x="168727" y="515035"/>
                  </a:moveTo>
                  <a:lnTo>
                    <a:pt x="220531" y="516966"/>
                  </a:lnTo>
                  <a:lnTo>
                    <a:pt x="201695" y="497852"/>
                  </a:lnTo>
                  <a:close/>
                  <a:moveTo>
                    <a:pt x="207432" y="549092"/>
                  </a:moveTo>
                  <a:lnTo>
                    <a:pt x="241355" y="534607"/>
                  </a:lnTo>
                  <a:lnTo>
                    <a:pt x="220531" y="516966"/>
                  </a:lnTo>
                  <a:close/>
                  <a:moveTo>
                    <a:pt x="201695" y="497852"/>
                  </a:moveTo>
                  <a:lnTo>
                    <a:pt x="177873" y="482051"/>
                  </a:lnTo>
                  <a:lnTo>
                    <a:pt x="156841" y="499622"/>
                  </a:lnTo>
                  <a:close/>
                  <a:moveTo>
                    <a:pt x="150587" y="461097"/>
                  </a:moveTo>
                  <a:lnTo>
                    <a:pt x="156841" y="499622"/>
                  </a:lnTo>
                  <a:lnTo>
                    <a:pt x="177873" y="482051"/>
                  </a:lnTo>
                  <a:close/>
                  <a:moveTo>
                    <a:pt x="312325" y="608117"/>
                  </a:moveTo>
                  <a:lnTo>
                    <a:pt x="357125" y="598153"/>
                  </a:lnTo>
                  <a:lnTo>
                    <a:pt x="311240" y="606958"/>
                  </a:lnTo>
                  <a:close/>
                  <a:moveTo>
                    <a:pt x="546763" y="672242"/>
                  </a:moveTo>
                  <a:lnTo>
                    <a:pt x="543262" y="684015"/>
                  </a:lnTo>
                  <a:lnTo>
                    <a:pt x="554033" y="630077"/>
                  </a:lnTo>
                  <a:close/>
                  <a:moveTo>
                    <a:pt x="554033" y="630077"/>
                  </a:moveTo>
                  <a:lnTo>
                    <a:pt x="543262" y="684015"/>
                  </a:lnTo>
                  <a:lnTo>
                    <a:pt x="551810" y="666832"/>
                  </a:lnTo>
                  <a:close/>
                  <a:moveTo>
                    <a:pt x="587591" y="590977"/>
                  </a:moveTo>
                  <a:lnTo>
                    <a:pt x="613932" y="606383"/>
                  </a:lnTo>
                  <a:lnTo>
                    <a:pt x="588731" y="576138"/>
                  </a:lnTo>
                  <a:close/>
                  <a:moveTo>
                    <a:pt x="556717" y="544241"/>
                  </a:moveTo>
                  <a:lnTo>
                    <a:pt x="588731" y="576138"/>
                  </a:lnTo>
                  <a:lnTo>
                    <a:pt x="564641" y="546671"/>
                  </a:lnTo>
                  <a:close/>
                  <a:moveTo>
                    <a:pt x="556717" y="544241"/>
                  </a:moveTo>
                  <a:lnTo>
                    <a:pt x="587591" y="590977"/>
                  </a:lnTo>
                  <a:lnTo>
                    <a:pt x="588731" y="576138"/>
                  </a:lnTo>
                  <a:close/>
                  <a:moveTo>
                    <a:pt x="544143" y="502628"/>
                  </a:moveTo>
                  <a:lnTo>
                    <a:pt x="547486" y="482530"/>
                  </a:lnTo>
                  <a:lnTo>
                    <a:pt x="496996" y="483057"/>
                  </a:lnTo>
                  <a:close/>
                  <a:moveTo>
                    <a:pt x="557801" y="539383"/>
                  </a:moveTo>
                  <a:lnTo>
                    <a:pt x="556717" y="544241"/>
                  </a:lnTo>
                  <a:lnTo>
                    <a:pt x="564641" y="546671"/>
                  </a:lnTo>
                  <a:close/>
                  <a:moveTo>
                    <a:pt x="588731" y="576138"/>
                  </a:moveTo>
                  <a:lnTo>
                    <a:pt x="622359" y="558955"/>
                  </a:lnTo>
                  <a:lnTo>
                    <a:pt x="564641" y="546671"/>
                  </a:lnTo>
                  <a:close/>
                  <a:moveTo>
                    <a:pt x="542832" y="485445"/>
                  </a:moveTo>
                  <a:lnTo>
                    <a:pt x="547486" y="482530"/>
                  </a:lnTo>
                  <a:lnTo>
                    <a:pt x="544143" y="502628"/>
                  </a:lnTo>
                  <a:close/>
                  <a:moveTo>
                    <a:pt x="630977" y="555705"/>
                  </a:moveTo>
                  <a:lnTo>
                    <a:pt x="666984" y="553520"/>
                  </a:lnTo>
                  <a:lnTo>
                    <a:pt x="659357" y="514974"/>
                  </a:lnTo>
                  <a:close/>
                  <a:moveTo>
                    <a:pt x="842734" y="561343"/>
                  </a:moveTo>
                  <a:lnTo>
                    <a:pt x="829922" y="574154"/>
                  </a:lnTo>
                  <a:lnTo>
                    <a:pt x="846442" y="564192"/>
                  </a:lnTo>
                  <a:close/>
                  <a:moveTo>
                    <a:pt x="842734" y="561343"/>
                  </a:moveTo>
                  <a:lnTo>
                    <a:pt x="846442" y="564192"/>
                  </a:lnTo>
                  <a:lnTo>
                    <a:pt x="850429" y="557482"/>
                  </a:lnTo>
                  <a:close/>
                  <a:moveTo>
                    <a:pt x="812441" y="524588"/>
                  </a:moveTo>
                  <a:lnTo>
                    <a:pt x="850429" y="557482"/>
                  </a:lnTo>
                  <a:lnTo>
                    <a:pt x="855205" y="508853"/>
                  </a:lnTo>
                  <a:close/>
                  <a:moveTo>
                    <a:pt x="846442" y="564192"/>
                  </a:moveTo>
                  <a:lnTo>
                    <a:pt x="874479" y="544160"/>
                  </a:lnTo>
                  <a:lnTo>
                    <a:pt x="850429" y="557482"/>
                  </a:lnTo>
                  <a:close/>
                  <a:moveTo>
                    <a:pt x="907861" y="573044"/>
                  </a:moveTo>
                  <a:lnTo>
                    <a:pt x="874479" y="544160"/>
                  </a:lnTo>
                  <a:lnTo>
                    <a:pt x="846442" y="564192"/>
                  </a:lnTo>
                  <a:close/>
                  <a:moveTo>
                    <a:pt x="814637" y="487833"/>
                  </a:moveTo>
                  <a:lnTo>
                    <a:pt x="812441" y="524588"/>
                  </a:lnTo>
                  <a:lnTo>
                    <a:pt x="855205" y="508853"/>
                  </a:lnTo>
                  <a:close/>
                  <a:moveTo>
                    <a:pt x="761890" y="451078"/>
                  </a:moveTo>
                  <a:lnTo>
                    <a:pt x="789676" y="476529"/>
                  </a:lnTo>
                  <a:lnTo>
                    <a:pt x="801334" y="436066"/>
                  </a:lnTo>
                  <a:close/>
                  <a:moveTo>
                    <a:pt x="761021" y="397140"/>
                  </a:moveTo>
                  <a:lnTo>
                    <a:pt x="761890" y="451078"/>
                  </a:lnTo>
                  <a:lnTo>
                    <a:pt x="802650" y="428830"/>
                  </a:lnTo>
                  <a:close/>
                  <a:moveTo>
                    <a:pt x="755020" y="414323"/>
                  </a:moveTo>
                  <a:lnTo>
                    <a:pt x="761890" y="451078"/>
                  </a:lnTo>
                  <a:lnTo>
                    <a:pt x="761021" y="397140"/>
                  </a:lnTo>
                  <a:close/>
                  <a:moveTo>
                    <a:pt x="538584" y="139855"/>
                  </a:moveTo>
                  <a:lnTo>
                    <a:pt x="546769" y="149605"/>
                  </a:lnTo>
                  <a:lnTo>
                    <a:pt x="563988" y="159395"/>
                  </a:lnTo>
                  <a:close/>
                  <a:moveTo>
                    <a:pt x="761021" y="397140"/>
                  </a:moveTo>
                  <a:lnTo>
                    <a:pt x="802650" y="428830"/>
                  </a:lnTo>
                  <a:lnTo>
                    <a:pt x="802083" y="379956"/>
                  </a:lnTo>
                  <a:close/>
                  <a:moveTo>
                    <a:pt x="777097" y="360385"/>
                  </a:moveTo>
                  <a:lnTo>
                    <a:pt x="761021" y="397140"/>
                  </a:lnTo>
                  <a:lnTo>
                    <a:pt x="802083" y="379956"/>
                  </a:lnTo>
                  <a:close/>
                  <a:moveTo>
                    <a:pt x="553880" y="121602"/>
                  </a:moveTo>
                  <a:lnTo>
                    <a:pt x="569067" y="131477"/>
                  </a:lnTo>
                  <a:lnTo>
                    <a:pt x="586942" y="120637"/>
                  </a:lnTo>
                  <a:close/>
                  <a:moveTo>
                    <a:pt x="602729" y="85917"/>
                  </a:moveTo>
                  <a:lnTo>
                    <a:pt x="569067" y="131477"/>
                  </a:lnTo>
                  <a:lnTo>
                    <a:pt x="586945" y="122672"/>
                  </a:lnTo>
                  <a:close/>
                  <a:moveTo>
                    <a:pt x="867786" y="490222"/>
                  </a:moveTo>
                  <a:lnTo>
                    <a:pt x="856771" y="462832"/>
                  </a:lnTo>
                  <a:lnTo>
                    <a:pt x="859601" y="505278"/>
                  </a:lnTo>
                  <a:close/>
                  <a:moveTo>
                    <a:pt x="938230" y="369597"/>
                  </a:moveTo>
                  <a:lnTo>
                    <a:pt x="998208" y="373059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38230" y="369597"/>
                  </a:lnTo>
                  <a:lnTo>
                    <a:pt x="958078" y="347597"/>
                  </a:lnTo>
                  <a:close/>
                  <a:moveTo>
                    <a:pt x="956842" y="345590"/>
                  </a:moveTo>
                  <a:lnTo>
                    <a:pt x="927708" y="362773"/>
                  </a:lnTo>
                  <a:lnTo>
                    <a:pt x="938230" y="369597"/>
                  </a:lnTo>
                  <a:close/>
                  <a:moveTo>
                    <a:pt x="914866" y="326018"/>
                  </a:moveTo>
                  <a:lnTo>
                    <a:pt x="956842" y="345590"/>
                  </a:lnTo>
                  <a:lnTo>
                    <a:pt x="926310" y="308835"/>
                  </a:lnTo>
                  <a:close/>
                  <a:moveTo>
                    <a:pt x="926310" y="308835"/>
                  </a:moveTo>
                  <a:lnTo>
                    <a:pt x="958692" y="344655"/>
                  </a:lnTo>
                  <a:lnTo>
                    <a:pt x="962205" y="297051"/>
                  </a:lnTo>
                  <a:close/>
                  <a:moveTo>
                    <a:pt x="926310" y="308835"/>
                  </a:moveTo>
                  <a:lnTo>
                    <a:pt x="956842" y="345590"/>
                  </a:lnTo>
                  <a:lnTo>
                    <a:pt x="958692" y="344655"/>
                  </a:lnTo>
                  <a:close/>
                  <a:moveTo>
                    <a:pt x="1008373" y="331353"/>
                  </a:moveTo>
                  <a:lnTo>
                    <a:pt x="958078" y="347597"/>
                  </a:lnTo>
                  <a:lnTo>
                    <a:pt x="998208" y="373059"/>
                  </a:lnTo>
                  <a:close/>
                  <a:moveTo>
                    <a:pt x="958692" y="344655"/>
                  </a:moveTo>
                  <a:lnTo>
                    <a:pt x="1008373" y="331353"/>
                  </a:lnTo>
                  <a:lnTo>
                    <a:pt x="997001" y="295851"/>
                  </a:lnTo>
                  <a:close/>
                  <a:moveTo>
                    <a:pt x="958692" y="344655"/>
                  </a:moveTo>
                  <a:lnTo>
                    <a:pt x="997001" y="295851"/>
                  </a:lnTo>
                  <a:lnTo>
                    <a:pt x="962205" y="297051"/>
                  </a:lnTo>
                  <a:close/>
                  <a:moveTo>
                    <a:pt x="922916" y="257157"/>
                  </a:moveTo>
                  <a:lnTo>
                    <a:pt x="910491" y="294254"/>
                  </a:lnTo>
                  <a:lnTo>
                    <a:pt x="962205" y="297051"/>
                  </a:lnTo>
                  <a:close/>
                  <a:moveTo>
                    <a:pt x="956097" y="257270"/>
                  </a:moveTo>
                  <a:lnTo>
                    <a:pt x="922916" y="257157"/>
                  </a:lnTo>
                  <a:lnTo>
                    <a:pt x="962205" y="297051"/>
                  </a:lnTo>
                  <a:close/>
                  <a:moveTo>
                    <a:pt x="862463" y="235325"/>
                  </a:moveTo>
                  <a:lnTo>
                    <a:pt x="889957" y="218141"/>
                  </a:lnTo>
                  <a:lnTo>
                    <a:pt x="860365" y="231417"/>
                  </a:lnTo>
                  <a:close/>
                  <a:moveTo>
                    <a:pt x="854010" y="181386"/>
                  </a:moveTo>
                  <a:lnTo>
                    <a:pt x="841016" y="198570"/>
                  </a:lnTo>
                  <a:lnTo>
                    <a:pt x="860365" y="231417"/>
                  </a:lnTo>
                  <a:close/>
                  <a:moveTo>
                    <a:pt x="948573" y="36755"/>
                  </a:moveTo>
                  <a:lnTo>
                    <a:pt x="936990" y="76335"/>
                  </a:lnTo>
                  <a:lnTo>
                    <a:pt x="953085" y="40303"/>
                  </a:lnTo>
                  <a:close/>
                  <a:moveTo>
                    <a:pt x="948573" y="36755"/>
                  </a:moveTo>
                  <a:lnTo>
                    <a:pt x="951225" y="33349"/>
                  </a:lnTo>
                  <a:lnTo>
                    <a:pt x="913710" y="53938"/>
                  </a:lnTo>
                  <a:close/>
                  <a:moveTo>
                    <a:pt x="913710" y="53938"/>
                  </a:moveTo>
                  <a:lnTo>
                    <a:pt x="951225" y="33349"/>
                  </a:lnTo>
                  <a:lnTo>
                    <a:pt x="891572" y="14157"/>
                  </a:lnTo>
                  <a:close/>
                  <a:moveTo>
                    <a:pt x="913710" y="53938"/>
                  </a:moveTo>
                  <a:lnTo>
                    <a:pt x="891572" y="14157"/>
                  </a:lnTo>
                  <a:lnTo>
                    <a:pt x="889897" y="24840"/>
                  </a:lnTo>
                  <a:close/>
                  <a:moveTo>
                    <a:pt x="951225" y="33349"/>
                  </a:moveTo>
                  <a:lnTo>
                    <a:pt x="955486" y="36755"/>
                  </a:lnTo>
                  <a:lnTo>
                    <a:pt x="924365" y="14585"/>
                  </a:lnTo>
                  <a:close/>
                  <a:moveTo>
                    <a:pt x="887224" y="14844"/>
                  </a:moveTo>
                  <a:lnTo>
                    <a:pt x="881525" y="0"/>
                  </a:lnTo>
                  <a:lnTo>
                    <a:pt x="891572" y="14157"/>
                  </a:lnTo>
                  <a:close/>
                  <a:moveTo>
                    <a:pt x="948573" y="36755"/>
                  </a:moveTo>
                  <a:lnTo>
                    <a:pt x="953085" y="40303"/>
                  </a:lnTo>
                  <a:lnTo>
                    <a:pt x="955480" y="34036"/>
                  </a:lnTo>
                  <a:close/>
                  <a:moveTo>
                    <a:pt x="951225" y="33349"/>
                  </a:moveTo>
                  <a:lnTo>
                    <a:pt x="948573" y="36755"/>
                  </a:lnTo>
                  <a:lnTo>
                    <a:pt x="955480" y="34036"/>
                  </a:lnTo>
                  <a:close/>
                  <a:moveTo>
                    <a:pt x="955480" y="34036"/>
                  </a:moveTo>
                  <a:lnTo>
                    <a:pt x="953085" y="40303"/>
                  </a:lnTo>
                  <a:lnTo>
                    <a:pt x="955486" y="36755"/>
                  </a:lnTo>
                  <a:close/>
                  <a:moveTo>
                    <a:pt x="955480" y="34036"/>
                  </a:moveTo>
                  <a:lnTo>
                    <a:pt x="955486" y="36755"/>
                  </a:lnTo>
                  <a:lnTo>
                    <a:pt x="951225" y="3334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04" name="Input_density__43">
              <a:extLst>
                <a:ext uri="{FF2B5EF4-FFF2-40B4-BE49-F238E27FC236}">
                  <a16:creationId xmlns:a16="http://schemas.microsoft.com/office/drawing/2014/main" id="{3D6EA2D1-8A97-12AE-3535-D0B1AAB12F28}"/>
                </a:ext>
              </a:extLst>
            </p:cNvPr>
            <p:cNvSpPr>
              <a:spLocks noGrp="1"/>
            </p:cNvSpPr>
            <p:nvPr/>
          </p:nvSpPr>
          <p:spPr>
            <a:xfrm>
              <a:off x="932894" y="2353534"/>
              <a:ext cx="1013670" cy="860475"/>
            </a:xfrm>
            <a:custGeom>
              <a:avLst/>
              <a:gdLst/>
              <a:ahLst/>
              <a:cxnLst/>
              <a:rect l="0" t="0" r="0" b="0"/>
              <a:pathLst>
                <a:path w="1013670" h="860475">
                  <a:moveTo>
                    <a:pt x="47724" y="496468"/>
                  </a:moveTo>
                  <a:lnTo>
                    <a:pt x="12871" y="490734"/>
                  </a:lnTo>
                  <a:lnTo>
                    <a:pt x="0" y="483129"/>
                  </a:lnTo>
                  <a:close/>
                  <a:moveTo>
                    <a:pt x="365576" y="841196"/>
                  </a:moveTo>
                  <a:lnTo>
                    <a:pt x="351899" y="834130"/>
                  </a:lnTo>
                  <a:lnTo>
                    <a:pt x="376776" y="854703"/>
                  </a:lnTo>
                  <a:close/>
                  <a:moveTo>
                    <a:pt x="293695" y="697023"/>
                  </a:moveTo>
                  <a:lnTo>
                    <a:pt x="284634" y="727485"/>
                  </a:lnTo>
                  <a:lnTo>
                    <a:pt x="289455" y="715994"/>
                  </a:lnTo>
                  <a:close/>
                  <a:moveTo>
                    <a:pt x="47724" y="496468"/>
                  </a:moveTo>
                  <a:lnTo>
                    <a:pt x="88118" y="510414"/>
                  </a:lnTo>
                  <a:lnTo>
                    <a:pt x="101928" y="478344"/>
                  </a:lnTo>
                  <a:close/>
                  <a:moveTo>
                    <a:pt x="12871" y="490734"/>
                  </a:moveTo>
                  <a:lnTo>
                    <a:pt x="47724" y="496468"/>
                  </a:lnTo>
                  <a:lnTo>
                    <a:pt x="69482" y="481611"/>
                  </a:lnTo>
                  <a:close/>
                  <a:moveTo>
                    <a:pt x="33847" y="472950"/>
                  </a:moveTo>
                  <a:lnTo>
                    <a:pt x="12871" y="490734"/>
                  </a:lnTo>
                  <a:lnTo>
                    <a:pt x="69482" y="481611"/>
                  </a:lnTo>
                  <a:close/>
                  <a:moveTo>
                    <a:pt x="339106" y="789504"/>
                  </a:moveTo>
                  <a:lnTo>
                    <a:pt x="320119" y="752749"/>
                  </a:lnTo>
                  <a:lnTo>
                    <a:pt x="322905" y="768207"/>
                  </a:lnTo>
                  <a:close/>
                  <a:moveTo>
                    <a:pt x="284634" y="727485"/>
                  </a:moveTo>
                  <a:lnTo>
                    <a:pt x="320119" y="752749"/>
                  </a:lnTo>
                  <a:lnTo>
                    <a:pt x="302741" y="730844"/>
                  </a:lnTo>
                  <a:close/>
                  <a:moveTo>
                    <a:pt x="289455" y="715994"/>
                  </a:moveTo>
                  <a:lnTo>
                    <a:pt x="284634" y="727485"/>
                  </a:lnTo>
                  <a:lnTo>
                    <a:pt x="302741" y="730844"/>
                  </a:lnTo>
                  <a:close/>
                  <a:moveTo>
                    <a:pt x="365576" y="841196"/>
                  </a:moveTo>
                  <a:lnTo>
                    <a:pt x="404052" y="860475"/>
                  </a:lnTo>
                  <a:lnTo>
                    <a:pt x="421410" y="829166"/>
                  </a:lnTo>
                  <a:close/>
                  <a:moveTo>
                    <a:pt x="302741" y="730844"/>
                  </a:moveTo>
                  <a:lnTo>
                    <a:pt x="320119" y="752749"/>
                  </a:lnTo>
                  <a:lnTo>
                    <a:pt x="323022" y="741024"/>
                  </a:lnTo>
                  <a:close/>
                  <a:moveTo>
                    <a:pt x="289455" y="715994"/>
                  </a:moveTo>
                  <a:lnTo>
                    <a:pt x="323022" y="741024"/>
                  </a:lnTo>
                  <a:lnTo>
                    <a:pt x="285049" y="700060"/>
                  </a:lnTo>
                  <a:close/>
                  <a:moveTo>
                    <a:pt x="302741" y="730844"/>
                  </a:moveTo>
                  <a:lnTo>
                    <a:pt x="323022" y="741024"/>
                  </a:lnTo>
                  <a:lnTo>
                    <a:pt x="289455" y="715994"/>
                  </a:lnTo>
                  <a:close/>
                  <a:moveTo>
                    <a:pt x="242166" y="628938"/>
                  </a:moveTo>
                  <a:lnTo>
                    <a:pt x="243445" y="599642"/>
                  </a:lnTo>
                  <a:lnTo>
                    <a:pt x="211140" y="605729"/>
                  </a:lnTo>
                  <a:close/>
                  <a:moveTo>
                    <a:pt x="205193" y="568974"/>
                  </a:moveTo>
                  <a:lnTo>
                    <a:pt x="211140" y="605729"/>
                  </a:lnTo>
                  <a:lnTo>
                    <a:pt x="220677" y="551790"/>
                  </a:lnTo>
                  <a:close/>
                  <a:moveTo>
                    <a:pt x="207599" y="528068"/>
                  </a:moveTo>
                  <a:lnTo>
                    <a:pt x="199830" y="518518"/>
                  </a:lnTo>
                  <a:lnTo>
                    <a:pt x="220677" y="551790"/>
                  </a:lnTo>
                  <a:close/>
                  <a:moveTo>
                    <a:pt x="220677" y="551790"/>
                  </a:moveTo>
                  <a:lnTo>
                    <a:pt x="199830" y="518518"/>
                  </a:lnTo>
                  <a:lnTo>
                    <a:pt x="194205" y="532219"/>
                  </a:lnTo>
                  <a:close/>
                  <a:moveTo>
                    <a:pt x="168727" y="478280"/>
                  </a:moveTo>
                  <a:lnTo>
                    <a:pt x="174762" y="501504"/>
                  </a:lnTo>
                  <a:lnTo>
                    <a:pt x="160832" y="523134"/>
                  </a:lnTo>
                  <a:close/>
                  <a:moveTo>
                    <a:pt x="160832" y="523134"/>
                  </a:moveTo>
                  <a:lnTo>
                    <a:pt x="174762" y="501504"/>
                  </a:lnTo>
                  <a:lnTo>
                    <a:pt x="199830" y="518518"/>
                  </a:lnTo>
                  <a:close/>
                  <a:moveTo>
                    <a:pt x="104969" y="451967"/>
                  </a:moveTo>
                  <a:lnTo>
                    <a:pt x="69482" y="481611"/>
                  </a:lnTo>
                  <a:lnTo>
                    <a:pt x="101928" y="478344"/>
                  </a:lnTo>
                  <a:close/>
                  <a:moveTo>
                    <a:pt x="140960" y="441526"/>
                  </a:moveTo>
                  <a:lnTo>
                    <a:pt x="124099" y="404771"/>
                  </a:lnTo>
                  <a:lnTo>
                    <a:pt x="104969" y="451967"/>
                  </a:lnTo>
                  <a:close/>
                  <a:moveTo>
                    <a:pt x="124099" y="404771"/>
                  </a:moveTo>
                  <a:lnTo>
                    <a:pt x="105908" y="406457"/>
                  </a:lnTo>
                  <a:lnTo>
                    <a:pt x="104969" y="451967"/>
                  </a:lnTo>
                  <a:close/>
                  <a:moveTo>
                    <a:pt x="77688" y="387712"/>
                  </a:moveTo>
                  <a:lnTo>
                    <a:pt x="100616" y="404771"/>
                  </a:lnTo>
                  <a:lnTo>
                    <a:pt x="105908" y="406457"/>
                  </a:lnTo>
                  <a:close/>
                  <a:moveTo>
                    <a:pt x="69173" y="384246"/>
                  </a:moveTo>
                  <a:lnTo>
                    <a:pt x="100616" y="404771"/>
                  </a:lnTo>
                  <a:lnTo>
                    <a:pt x="77688" y="387712"/>
                  </a:lnTo>
                  <a:close/>
                  <a:moveTo>
                    <a:pt x="383074" y="719291"/>
                  </a:moveTo>
                  <a:lnTo>
                    <a:pt x="396962" y="737758"/>
                  </a:lnTo>
                  <a:lnTo>
                    <a:pt x="394445" y="735565"/>
                  </a:lnTo>
                  <a:close/>
                  <a:moveTo>
                    <a:pt x="367306" y="687363"/>
                  </a:moveTo>
                  <a:lnTo>
                    <a:pt x="383074" y="719291"/>
                  </a:lnTo>
                  <a:lnTo>
                    <a:pt x="394445" y="735565"/>
                  </a:lnTo>
                  <a:close/>
                  <a:moveTo>
                    <a:pt x="312325" y="571362"/>
                  </a:moveTo>
                  <a:lnTo>
                    <a:pt x="330336" y="613233"/>
                  </a:lnTo>
                  <a:lnTo>
                    <a:pt x="350154" y="591120"/>
                  </a:lnTo>
                  <a:close/>
                  <a:moveTo>
                    <a:pt x="183400" y="504786"/>
                  </a:moveTo>
                  <a:lnTo>
                    <a:pt x="207599" y="528068"/>
                  </a:lnTo>
                  <a:lnTo>
                    <a:pt x="207432" y="512338"/>
                  </a:lnTo>
                  <a:close/>
                  <a:moveTo>
                    <a:pt x="241355" y="497852"/>
                  </a:moveTo>
                  <a:lnTo>
                    <a:pt x="207599" y="528068"/>
                  </a:lnTo>
                  <a:lnTo>
                    <a:pt x="220677" y="551790"/>
                  </a:lnTo>
                  <a:close/>
                  <a:moveTo>
                    <a:pt x="207432" y="512338"/>
                  </a:moveTo>
                  <a:lnTo>
                    <a:pt x="220531" y="480211"/>
                  </a:lnTo>
                  <a:lnTo>
                    <a:pt x="183400" y="504786"/>
                  </a:lnTo>
                  <a:close/>
                  <a:moveTo>
                    <a:pt x="150587" y="424342"/>
                  </a:moveTo>
                  <a:lnTo>
                    <a:pt x="124099" y="404771"/>
                  </a:lnTo>
                  <a:lnTo>
                    <a:pt x="140960" y="441526"/>
                  </a:lnTo>
                  <a:close/>
                  <a:moveTo>
                    <a:pt x="130143" y="391416"/>
                  </a:moveTo>
                  <a:lnTo>
                    <a:pt x="100616" y="404771"/>
                  </a:lnTo>
                  <a:lnTo>
                    <a:pt x="120089" y="394928"/>
                  </a:lnTo>
                  <a:close/>
                  <a:moveTo>
                    <a:pt x="120089" y="394928"/>
                  </a:moveTo>
                  <a:lnTo>
                    <a:pt x="100616" y="404771"/>
                  </a:lnTo>
                  <a:lnTo>
                    <a:pt x="104202" y="363097"/>
                  </a:lnTo>
                  <a:close/>
                  <a:moveTo>
                    <a:pt x="312325" y="571362"/>
                  </a:moveTo>
                  <a:lnTo>
                    <a:pt x="350154" y="591120"/>
                  </a:lnTo>
                  <a:lnTo>
                    <a:pt x="357125" y="561398"/>
                  </a:lnTo>
                  <a:close/>
                  <a:moveTo>
                    <a:pt x="311240" y="570203"/>
                  </a:moveTo>
                  <a:lnTo>
                    <a:pt x="357125" y="561398"/>
                  </a:lnTo>
                  <a:lnTo>
                    <a:pt x="357809" y="523532"/>
                  </a:lnTo>
                  <a:close/>
                  <a:moveTo>
                    <a:pt x="247009" y="407159"/>
                  </a:moveTo>
                  <a:lnTo>
                    <a:pt x="235599" y="440339"/>
                  </a:lnTo>
                  <a:lnTo>
                    <a:pt x="251916" y="413767"/>
                  </a:lnTo>
                  <a:close/>
                  <a:moveTo>
                    <a:pt x="239801" y="443914"/>
                  </a:moveTo>
                  <a:lnTo>
                    <a:pt x="263894" y="421554"/>
                  </a:lnTo>
                  <a:lnTo>
                    <a:pt x="251916" y="413767"/>
                  </a:lnTo>
                  <a:close/>
                  <a:moveTo>
                    <a:pt x="308508" y="367572"/>
                  </a:moveTo>
                  <a:lnTo>
                    <a:pt x="340140" y="396219"/>
                  </a:lnTo>
                  <a:lnTo>
                    <a:pt x="346688" y="385744"/>
                  </a:lnTo>
                  <a:close/>
                  <a:moveTo>
                    <a:pt x="284128" y="370404"/>
                  </a:moveTo>
                  <a:lnTo>
                    <a:pt x="340140" y="396219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84024" y="370005"/>
                  </a:lnTo>
                  <a:lnTo>
                    <a:pt x="308508" y="367572"/>
                  </a:lnTo>
                  <a:close/>
                  <a:moveTo>
                    <a:pt x="275646" y="353220"/>
                  </a:moveTo>
                  <a:lnTo>
                    <a:pt x="267803" y="316465"/>
                  </a:lnTo>
                  <a:lnTo>
                    <a:pt x="275531" y="332162"/>
                  </a:lnTo>
                  <a:close/>
                  <a:moveTo>
                    <a:pt x="513711" y="604856"/>
                  </a:moveTo>
                  <a:lnTo>
                    <a:pt x="512252" y="631031"/>
                  </a:lnTo>
                  <a:lnTo>
                    <a:pt x="530253" y="610505"/>
                  </a:lnTo>
                  <a:close/>
                  <a:moveTo>
                    <a:pt x="509391" y="563621"/>
                  </a:moveTo>
                  <a:lnTo>
                    <a:pt x="530253" y="610505"/>
                  </a:lnTo>
                  <a:lnTo>
                    <a:pt x="518309" y="573750"/>
                  </a:lnTo>
                  <a:close/>
                  <a:moveTo>
                    <a:pt x="513711" y="604856"/>
                  </a:moveTo>
                  <a:lnTo>
                    <a:pt x="530253" y="610505"/>
                  </a:lnTo>
                  <a:lnTo>
                    <a:pt x="509391" y="563621"/>
                  </a:lnTo>
                  <a:close/>
                  <a:moveTo>
                    <a:pt x="513711" y="604856"/>
                  </a:moveTo>
                  <a:lnTo>
                    <a:pt x="509391" y="563621"/>
                  </a:lnTo>
                  <a:lnTo>
                    <a:pt x="508004" y="593322"/>
                  </a:lnTo>
                  <a:close/>
                  <a:moveTo>
                    <a:pt x="473776" y="520739"/>
                  </a:moveTo>
                  <a:lnTo>
                    <a:pt x="509391" y="563621"/>
                  </a:lnTo>
                  <a:lnTo>
                    <a:pt x="490366" y="534341"/>
                  </a:lnTo>
                  <a:close/>
                  <a:moveTo>
                    <a:pt x="473776" y="520739"/>
                  </a:moveTo>
                  <a:lnTo>
                    <a:pt x="490366" y="534341"/>
                  </a:lnTo>
                  <a:lnTo>
                    <a:pt x="485010" y="529178"/>
                  </a:lnTo>
                  <a:close/>
                  <a:moveTo>
                    <a:pt x="391670" y="429350"/>
                  </a:moveTo>
                  <a:lnTo>
                    <a:pt x="436492" y="461557"/>
                  </a:lnTo>
                  <a:lnTo>
                    <a:pt x="454246" y="442526"/>
                  </a:lnTo>
                  <a:close/>
                  <a:moveTo>
                    <a:pt x="391670" y="429350"/>
                  </a:moveTo>
                  <a:lnTo>
                    <a:pt x="454246" y="442526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91670" y="429350"/>
                  </a:lnTo>
                  <a:lnTo>
                    <a:pt x="418024" y="431674"/>
                  </a:lnTo>
                  <a:close/>
                  <a:moveTo>
                    <a:pt x="388693" y="409547"/>
                  </a:moveTo>
                  <a:lnTo>
                    <a:pt x="389871" y="426730"/>
                  </a:lnTo>
                  <a:lnTo>
                    <a:pt x="391670" y="429350"/>
                  </a:lnTo>
                  <a:close/>
                  <a:moveTo>
                    <a:pt x="368009" y="389975"/>
                  </a:moveTo>
                  <a:lnTo>
                    <a:pt x="389871" y="426730"/>
                  </a:lnTo>
                  <a:lnTo>
                    <a:pt x="388693" y="409547"/>
                  </a:lnTo>
                  <a:close/>
                  <a:moveTo>
                    <a:pt x="368009" y="389975"/>
                  </a:moveTo>
                  <a:lnTo>
                    <a:pt x="388693" y="409547"/>
                  </a:lnTo>
                  <a:lnTo>
                    <a:pt x="372468" y="372792"/>
                  </a:lnTo>
                  <a:close/>
                  <a:moveTo>
                    <a:pt x="368009" y="389975"/>
                  </a:moveTo>
                  <a:lnTo>
                    <a:pt x="372468" y="372792"/>
                  </a:lnTo>
                  <a:lnTo>
                    <a:pt x="346688" y="385744"/>
                  </a:lnTo>
                  <a:close/>
                  <a:moveTo>
                    <a:pt x="372468" y="372792"/>
                  </a:moveTo>
                  <a:lnTo>
                    <a:pt x="364991" y="357967"/>
                  </a:lnTo>
                  <a:lnTo>
                    <a:pt x="346688" y="385744"/>
                  </a:lnTo>
                  <a:close/>
                  <a:moveTo>
                    <a:pt x="312100" y="336037"/>
                  </a:moveTo>
                  <a:lnTo>
                    <a:pt x="275646" y="353220"/>
                  </a:lnTo>
                  <a:lnTo>
                    <a:pt x="308508" y="367572"/>
                  </a:lnTo>
                  <a:close/>
                  <a:moveTo>
                    <a:pt x="312100" y="336037"/>
                  </a:moveTo>
                  <a:lnTo>
                    <a:pt x="267803" y="316465"/>
                  </a:lnTo>
                  <a:lnTo>
                    <a:pt x="275646" y="353220"/>
                  </a:lnTo>
                  <a:close/>
                  <a:moveTo>
                    <a:pt x="308508" y="367572"/>
                  </a:moveTo>
                  <a:lnTo>
                    <a:pt x="346688" y="385744"/>
                  </a:lnTo>
                  <a:lnTo>
                    <a:pt x="364991" y="357967"/>
                  </a:lnTo>
                  <a:close/>
                  <a:moveTo>
                    <a:pt x="619972" y="592209"/>
                  </a:moveTo>
                  <a:lnTo>
                    <a:pt x="623337" y="593322"/>
                  </a:lnTo>
                  <a:lnTo>
                    <a:pt x="607471" y="582807"/>
                  </a:lnTo>
                  <a:close/>
                  <a:moveTo>
                    <a:pt x="619972" y="592209"/>
                  </a:moveTo>
                  <a:lnTo>
                    <a:pt x="622900" y="576139"/>
                  </a:lnTo>
                  <a:lnTo>
                    <a:pt x="629213" y="592220"/>
                  </a:lnTo>
                  <a:close/>
                  <a:moveTo>
                    <a:pt x="613932" y="569629"/>
                  </a:moveTo>
                  <a:lnTo>
                    <a:pt x="629213" y="592220"/>
                  </a:lnTo>
                  <a:lnTo>
                    <a:pt x="622900" y="576139"/>
                  </a:lnTo>
                  <a:close/>
                  <a:moveTo>
                    <a:pt x="587591" y="554222"/>
                  </a:moveTo>
                  <a:lnTo>
                    <a:pt x="629213" y="592220"/>
                  </a:lnTo>
                  <a:lnTo>
                    <a:pt x="613932" y="569629"/>
                  </a:lnTo>
                  <a:close/>
                  <a:moveTo>
                    <a:pt x="607471" y="582807"/>
                  </a:moveTo>
                  <a:lnTo>
                    <a:pt x="623337" y="593322"/>
                  </a:lnTo>
                  <a:lnTo>
                    <a:pt x="587830" y="568245"/>
                  </a:lnTo>
                  <a:close/>
                  <a:moveTo>
                    <a:pt x="557801" y="502629"/>
                  </a:moveTo>
                  <a:lnTo>
                    <a:pt x="532750" y="486888"/>
                  </a:lnTo>
                  <a:lnTo>
                    <a:pt x="556717" y="507486"/>
                  </a:lnTo>
                  <a:close/>
                  <a:moveTo>
                    <a:pt x="530019" y="483057"/>
                  </a:moveTo>
                  <a:lnTo>
                    <a:pt x="532750" y="486888"/>
                  </a:lnTo>
                  <a:lnTo>
                    <a:pt x="557801" y="502629"/>
                  </a:lnTo>
                  <a:close/>
                  <a:moveTo>
                    <a:pt x="544143" y="465874"/>
                  </a:moveTo>
                  <a:lnTo>
                    <a:pt x="530019" y="483057"/>
                  </a:lnTo>
                  <a:lnTo>
                    <a:pt x="557801" y="502629"/>
                  </a:lnTo>
                  <a:close/>
                  <a:moveTo>
                    <a:pt x="454246" y="442526"/>
                  </a:moveTo>
                  <a:lnTo>
                    <a:pt x="485750" y="435735"/>
                  </a:lnTo>
                  <a:lnTo>
                    <a:pt x="467258" y="394966"/>
                  </a:lnTo>
                  <a:close/>
                  <a:moveTo>
                    <a:pt x="364991" y="357967"/>
                  </a:moveTo>
                  <a:lnTo>
                    <a:pt x="372468" y="372792"/>
                  </a:lnTo>
                  <a:lnTo>
                    <a:pt x="370522" y="371519"/>
                  </a:lnTo>
                  <a:close/>
                  <a:moveTo>
                    <a:pt x="402249" y="283319"/>
                  </a:moveTo>
                  <a:lnTo>
                    <a:pt x="372996" y="263324"/>
                  </a:lnTo>
                  <a:lnTo>
                    <a:pt x="399125" y="282099"/>
                  </a:lnTo>
                  <a:close/>
                  <a:moveTo>
                    <a:pt x="405076" y="287055"/>
                  </a:moveTo>
                  <a:lnTo>
                    <a:pt x="402249" y="283319"/>
                  </a:lnTo>
                  <a:lnTo>
                    <a:pt x="399125" y="282099"/>
                  </a:lnTo>
                  <a:close/>
                  <a:moveTo>
                    <a:pt x="666984" y="516766"/>
                  </a:moveTo>
                  <a:lnTo>
                    <a:pt x="712469" y="506875"/>
                  </a:lnTo>
                  <a:lnTo>
                    <a:pt x="659357" y="478219"/>
                  </a:lnTo>
                  <a:close/>
                  <a:moveTo>
                    <a:pt x="712469" y="506875"/>
                  </a:moveTo>
                  <a:lnTo>
                    <a:pt x="718242" y="522200"/>
                  </a:lnTo>
                  <a:lnTo>
                    <a:pt x="688850" y="504375"/>
                  </a:lnTo>
                  <a:close/>
                  <a:moveTo>
                    <a:pt x="812441" y="487833"/>
                  </a:moveTo>
                  <a:lnTo>
                    <a:pt x="842734" y="524589"/>
                  </a:lnTo>
                  <a:lnTo>
                    <a:pt x="850429" y="520727"/>
                  </a:lnTo>
                  <a:close/>
                  <a:moveTo>
                    <a:pt x="888076" y="558526"/>
                  </a:moveTo>
                  <a:lnTo>
                    <a:pt x="907861" y="536290"/>
                  </a:lnTo>
                  <a:lnTo>
                    <a:pt x="846442" y="527437"/>
                  </a:lnTo>
                  <a:close/>
                  <a:moveTo>
                    <a:pt x="801334" y="399311"/>
                  </a:moveTo>
                  <a:lnTo>
                    <a:pt x="789676" y="439774"/>
                  </a:lnTo>
                  <a:lnTo>
                    <a:pt x="824928" y="397140"/>
                  </a:lnTo>
                  <a:close/>
                  <a:moveTo>
                    <a:pt x="761890" y="414324"/>
                  </a:moveTo>
                  <a:lnTo>
                    <a:pt x="801334" y="399311"/>
                  </a:lnTo>
                  <a:lnTo>
                    <a:pt x="802650" y="392075"/>
                  </a:lnTo>
                  <a:close/>
                  <a:moveTo>
                    <a:pt x="802083" y="343202"/>
                  </a:moveTo>
                  <a:lnTo>
                    <a:pt x="802650" y="392075"/>
                  </a:lnTo>
                  <a:lnTo>
                    <a:pt x="818360" y="354603"/>
                  </a:lnTo>
                  <a:close/>
                  <a:moveTo>
                    <a:pt x="797768" y="397140"/>
                  </a:moveTo>
                  <a:lnTo>
                    <a:pt x="760925" y="360649"/>
                  </a:lnTo>
                  <a:lnTo>
                    <a:pt x="785442" y="385143"/>
                  </a:lnTo>
                  <a:close/>
                  <a:moveTo>
                    <a:pt x="777097" y="323630"/>
                  </a:moveTo>
                  <a:lnTo>
                    <a:pt x="802083" y="343202"/>
                  </a:lnTo>
                  <a:lnTo>
                    <a:pt x="776922" y="306447"/>
                  </a:lnTo>
                  <a:close/>
                  <a:moveTo>
                    <a:pt x="596721" y="120445"/>
                  </a:moveTo>
                  <a:lnTo>
                    <a:pt x="620367" y="112647"/>
                  </a:lnTo>
                  <a:lnTo>
                    <a:pt x="563988" y="122640"/>
                  </a:lnTo>
                  <a:close/>
                  <a:moveTo>
                    <a:pt x="822242" y="337567"/>
                  </a:moveTo>
                  <a:lnTo>
                    <a:pt x="818360" y="354603"/>
                  </a:lnTo>
                  <a:lnTo>
                    <a:pt x="853933" y="338890"/>
                  </a:lnTo>
                  <a:close/>
                  <a:moveTo>
                    <a:pt x="683565" y="105489"/>
                  </a:moveTo>
                  <a:lnTo>
                    <a:pt x="676406" y="101383"/>
                  </a:lnTo>
                  <a:lnTo>
                    <a:pt x="656214" y="122097"/>
                  </a:lnTo>
                  <a:close/>
                  <a:moveTo>
                    <a:pt x="620367" y="112647"/>
                  </a:moveTo>
                  <a:lnTo>
                    <a:pt x="656214" y="122097"/>
                  </a:lnTo>
                  <a:lnTo>
                    <a:pt x="676406" y="101383"/>
                  </a:lnTo>
                  <a:close/>
                  <a:moveTo>
                    <a:pt x="938230" y="332842"/>
                  </a:moveTo>
                  <a:lnTo>
                    <a:pt x="993617" y="351341"/>
                  </a:lnTo>
                  <a:lnTo>
                    <a:pt x="998208" y="336304"/>
                  </a:lnTo>
                  <a:close/>
                  <a:moveTo>
                    <a:pt x="926310" y="272080"/>
                  </a:moveTo>
                  <a:lnTo>
                    <a:pt x="894133" y="243803"/>
                  </a:lnTo>
                  <a:lnTo>
                    <a:pt x="906070" y="252509"/>
                  </a:lnTo>
                  <a:close/>
                  <a:moveTo>
                    <a:pt x="841718" y="169832"/>
                  </a:moveTo>
                  <a:lnTo>
                    <a:pt x="862463" y="198570"/>
                  </a:lnTo>
                  <a:lnTo>
                    <a:pt x="860365" y="194663"/>
                  </a:lnTo>
                  <a:close/>
                  <a:moveTo>
                    <a:pt x="841016" y="161815"/>
                  </a:moveTo>
                  <a:lnTo>
                    <a:pt x="841718" y="169832"/>
                  </a:lnTo>
                  <a:lnTo>
                    <a:pt x="860365" y="194663"/>
                  </a:lnTo>
                  <a:close/>
                  <a:moveTo>
                    <a:pt x="998208" y="336304"/>
                  </a:moveTo>
                  <a:lnTo>
                    <a:pt x="1013670" y="308835"/>
                  </a:lnTo>
                  <a:lnTo>
                    <a:pt x="1008373" y="294598"/>
                  </a:lnTo>
                  <a:close/>
                  <a:moveTo>
                    <a:pt x="997001" y="259096"/>
                  </a:moveTo>
                  <a:lnTo>
                    <a:pt x="1008373" y="294598"/>
                  </a:lnTo>
                  <a:lnTo>
                    <a:pt x="1013670" y="308835"/>
                  </a:lnTo>
                  <a:close/>
                  <a:moveTo>
                    <a:pt x="962205" y="260297"/>
                  </a:moveTo>
                  <a:lnTo>
                    <a:pt x="910491" y="257500"/>
                  </a:lnTo>
                  <a:lnTo>
                    <a:pt x="926310" y="272080"/>
                  </a:lnTo>
                  <a:close/>
                  <a:moveTo>
                    <a:pt x="962205" y="260297"/>
                  </a:moveTo>
                  <a:lnTo>
                    <a:pt x="997001" y="259096"/>
                  </a:lnTo>
                  <a:lnTo>
                    <a:pt x="975014" y="232224"/>
                  </a:lnTo>
                  <a:close/>
                  <a:moveTo>
                    <a:pt x="962205" y="260297"/>
                  </a:moveTo>
                  <a:lnTo>
                    <a:pt x="975014" y="232224"/>
                  </a:lnTo>
                  <a:lnTo>
                    <a:pt x="956097" y="220515"/>
                  </a:lnTo>
                  <a:close/>
                  <a:moveTo>
                    <a:pt x="943967" y="185629"/>
                  </a:moveTo>
                  <a:lnTo>
                    <a:pt x="924309" y="212953"/>
                  </a:lnTo>
                  <a:lnTo>
                    <a:pt x="922916" y="220402"/>
                  </a:lnTo>
                  <a:close/>
                  <a:moveTo>
                    <a:pt x="854010" y="144632"/>
                  </a:moveTo>
                  <a:lnTo>
                    <a:pt x="811474" y="122586"/>
                  </a:lnTo>
                  <a:lnTo>
                    <a:pt x="818339" y="125060"/>
                  </a:lnTo>
                  <a:close/>
                  <a:moveTo>
                    <a:pt x="854010" y="144632"/>
                  </a:moveTo>
                  <a:lnTo>
                    <a:pt x="818339" y="125060"/>
                  </a:lnTo>
                  <a:lnTo>
                    <a:pt x="841016" y="161815"/>
                  </a:lnTo>
                  <a:close/>
                  <a:moveTo>
                    <a:pt x="948573" y="0"/>
                  </a:moveTo>
                  <a:lnTo>
                    <a:pt x="913710" y="17183"/>
                  </a:lnTo>
                  <a:lnTo>
                    <a:pt x="936990" y="39580"/>
                  </a:lnTo>
                  <a:close/>
                  <a:moveTo>
                    <a:pt x="953085" y="3548"/>
                  </a:moveTo>
                  <a:lnTo>
                    <a:pt x="966232" y="15629"/>
                  </a:lnTo>
                  <a:lnTo>
                    <a:pt x="955486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05" name="Input_density__44">
              <a:extLst>
                <a:ext uri="{FF2B5EF4-FFF2-40B4-BE49-F238E27FC236}">
                  <a16:creationId xmlns:a16="http://schemas.microsoft.com/office/drawing/2014/main" id="{63B8E9E5-5701-7DE7-4CD7-6EE8334BAE27}"/>
                </a:ext>
              </a:extLst>
            </p:cNvPr>
            <p:cNvSpPr>
              <a:spLocks noGrp="1"/>
            </p:cNvSpPr>
            <p:nvPr/>
          </p:nvSpPr>
          <p:spPr>
            <a:xfrm>
              <a:off x="980619" y="2459023"/>
              <a:ext cx="927290" cy="754986"/>
            </a:xfrm>
            <a:custGeom>
              <a:avLst/>
              <a:gdLst/>
              <a:ahLst/>
              <a:cxnLst/>
              <a:rect l="0" t="0" r="0" b="0"/>
              <a:pathLst>
                <a:path w="927290" h="754986">
                  <a:moveTo>
                    <a:pt x="356328" y="754986"/>
                  </a:moveTo>
                  <a:lnTo>
                    <a:pt x="317852" y="735708"/>
                  </a:lnTo>
                  <a:lnTo>
                    <a:pt x="329052" y="749214"/>
                  </a:lnTo>
                  <a:close/>
                  <a:moveTo>
                    <a:pt x="0" y="390980"/>
                  </a:moveTo>
                  <a:lnTo>
                    <a:pt x="54204" y="372855"/>
                  </a:lnTo>
                  <a:lnTo>
                    <a:pt x="21758" y="376123"/>
                  </a:lnTo>
                  <a:close/>
                  <a:moveTo>
                    <a:pt x="373686" y="723677"/>
                  </a:moveTo>
                  <a:lnTo>
                    <a:pt x="356328" y="754986"/>
                  </a:lnTo>
                  <a:lnTo>
                    <a:pt x="409310" y="732293"/>
                  </a:lnTo>
                  <a:close/>
                  <a:moveTo>
                    <a:pt x="163416" y="500240"/>
                  </a:moveTo>
                  <a:lnTo>
                    <a:pt x="195721" y="494154"/>
                  </a:lnTo>
                  <a:lnTo>
                    <a:pt x="203682" y="461789"/>
                  </a:lnTo>
                  <a:close/>
                  <a:moveTo>
                    <a:pt x="172953" y="446302"/>
                  </a:moveTo>
                  <a:lnTo>
                    <a:pt x="163416" y="500240"/>
                  </a:lnTo>
                  <a:lnTo>
                    <a:pt x="203682" y="461789"/>
                  </a:lnTo>
                  <a:close/>
                  <a:moveTo>
                    <a:pt x="30640" y="341020"/>
                  </a:moveTo>
                  <a:lnTo>
                    <a:pt x="21758" y="376123"/>
                  </a:lnTo>
                  <a:lnTo>
                    <a:pt x="57245" y="346479"/>
                  </a:lnTo>
                  <a:close/>
                  <a:moveTo>
                    <a:pt x="52892" y="299282"/>
                  </a:moveTo>
                  <a:lnTo>
                    <a:pt x="33376" y="323349"/>
                  </a:lnTo>
                  <a:lnTo>
                    <a:pt x="58183" y="300969"/>
                  </a:lnTo>
                  <a:close/>
                  <a:moveTo>
                    <a:pt x="58183" y="300969"/>
                  </a:moveTo>
                  <a:lnTo>
                    <a:pt x="30640" y="341020"/>
                  </a:lnTo>
                  <a:lnTo>
                    <a:pt x="57245" y="346479"/>
                  </a:lnTo>
                  <a:close/>
                  <a:moveTo>
                    <a:pt x="152106" y="413029"/>
                  </a:moveTo>
                  <a:lnTo>
                    <a:pt x="159875" y="422579"/>
                  </a:lnTo>
                  <a:lnTo>
                    <a:pt x="125181" y="452578"/>
                  </a:lnTo>
                  <a:close/>
                  <a:moveTo>
                    <a:pt x="409310" y="732293"/>
                  </a:moveTo>
                  <a:lnTo>
                    <a:pt x="430306" y="714587"/>
                  </a:lnTo>
                  <a:lnTo>
                    <a:pt x="373686" y="723677"/>
                  </a:lnTo>
                  <a:close/>
                  <a:moveTo>
                    <a:pt x="172953" y="446302"/>
                  </a:moveTo>
                  <a:lnTo>
                    <a:pt x="203682" y="461789"/>
                  </a:lnTo>
                  <a:lnTo>
                    <a:pt x="225221" y="446114"/>
                  </a:lnTo>
                  <a:close/>
                  <a:moveTo>
                    <a:pt x="263516" y="464715"/>
                  </a:moveTo>
                  <a:lnTo>
                    <a:pt x="236672" y="443202"/>
                  </a:lnTo>
                  <a:lnTo>
                    <a:pt x="264600" y="465874"/>
                  </a:lnTo>
                  <a:close/>
                  <a:moveTo>
                    <a:pt x="225221" y="446114"/>
                  </a:moveTo>
                  <a:lnTo>
                    <a:pt x="203682" y="461789"/>
                  </a:lnTo>
                  <a:lnTo>
                    <a:pt x="263516" y="464715"/>
                  </a:lnTo>
                  <a:close/>
                  <a:moveTo>
                    <a:pt x="102863" y="318854"/>
                  </a:moveTo>
                  <a:lnTo>
                    <a:pt x="72365" y="289439"/>
                  </a:lnTo>
                  <a:lnTo>
                    <a:pt x="76375" y="299282"/>
                  </a:lnTo>
                  <a:close/>
                  <a:moveTo>
                    <a:pt x="263516" y="464715"/>
                  </a:moveTo>
                  <a:lnTo>
                    <a:pt x="310085" y="418043"/>
                  </a:lnTo>
                  <a:lnTo>
                    <a:pt x="282757" y="440447"/>
                  </a:lnTo>
                  <a:close/>
                  <a:moveTo>
                    <a:pt x="302430" y="485632"/>
                  </a:moveTo>
                  <a:lnTo>
                    <a:pt x="322734" y="465874"/>
                  </a:lnTo>
                  <a:lnTo>
                    <a:pt x="309401" y="455910"/>
                  </a:lnTo>
                  <a:close/>
                  <a:moveTo>
                    <a:pt x="322734" y="465874"/>
                  </a:moveTo>
                  <a:lnTo>
                    <a:pt x="310085" y="418043"/>
                  </a:lnTo>
                  <a:lnTo>
                    <a:pt x="309401" y="455910"/>
                  </a:lnTo>
                  <a:close/>
                  <a:moveTo>
                    <a:pt x="282757" y="440447"/>
                  </a:moveTo>
                  <a:lnTo>
                    <a:pt x="225221" y="446114"/>
                  </a:lnTo>
                  <a:lnTo>
                    <a:pt x="263516" y="464715"/>
                  </a:lnTo>
                  <a:close/>
                  <a:moveTo>
                    <a:pt x="182771" y="253858"/>
                  </a:moveTo>
                  <a:lnTo>
                    <a:pt x="199285" y="301670"/>
                  </a:lnTo>
                  <a:lnTo>
                    <a:pt x="188574" y="264915"/>
                  </a:lnTo>
                  <a:close/>
                  <a:moveTo>
                    <a:pt x="464527" y="525542"/>
                  </a:moveTo>
                  <a:lnTo>
                    <a:pt x="465987" y="499367"/>
                  </a:lnTo>
                  <a:lnTo>
                    <a:pt x="463457" y="541772"/>
                  </a:lnTo>
                  <a:close/>
                  <a:moveTo>
                    <a:pt x="442641" y="428853"/>
                  </a:moveTo>
                  <a:lnTo>
                    <a:pt x="461667" y="458132"/>
                  </a:lnTo>
                  <a:lnTo>
                    <a:pt x="470585" y="468262"/>
                  </a:lnTo>
                  <a:close/>
                  <a:moveTo>
                    <a:pt x="264375" y="230548"/>
                  </a:moveTo>
                  <a:lnTo>
                    <a:pt x="221353" y="204833"/>
                  </a:lnTo>
                  <a:lnTo>
                    <a:pt x="220079" y="210977"/>
                  </a:lnTo>
                  <a:close/>
                  <a:moveTo>
                    <a:pt x="280436" y="239352"/>
                  </a:moveTo>
                  <a:lnTo>
                    <a:pt x="260784" y="262084"/>
                  </a:lnTo>
                  <a:lnTo>
                    <a:pt x="317267" y="252479"/>
                  </a:lnTo>
                  <a:close/>
                  <a:moveTo>
                    <a:pt x="370300" y="326186"/>
                  </a:moveTo>
                  <a:lnTo>
                    <a:pt x="406522" y="337037"/>
                  </a:lnTo>
                  <a:lnTo>
                    <a:pt x="419533" y="289478"/>
                  </a:lnTo>
                  <a:close/>
                  <a:moveTo>
                    <a:pt x="438026" y="330247"/>
                  </a:moveTo>
                  <a:lnTo>
                    <a:pt x="443279" y="294093"/>
                  </a:lnTo>
                  <a:lnTo>
                    <a:pt x="419533" y="289478"/>
                  </a:lnTo>
                  <a:close/>
                  <a:moveTo>
                    <a:pt x="354525" y="177830"/>
                  </a:moveTo>
                  <a:lnTo>
                    <a:pt x="357351" y="181566"/>
                  </a:lnTo>
                  <a:lnTo>
                    <a:pt x="377408" y="213365"/>
                  </a:lnTo>
                  <a:close/>
                  <a:moveTo>
                    <a:pt x="391686" y="237113"/>
                  </a:moveTo>
                  <a:lnTo>
                    <a:pt x="415441" y="274177"/>
                  </a:lnTo>
                  <a:lnTo>
                    <a:pt x="404558" y="250120"/>
                  </a:lnTo>
                  <a:close/>
                  <a:moveTo>
                    <a:pt x="366551" y="196182"/>
                  </a:moveTo>
                  <a:lnTo>
                    <a:pt x="357351" y="181566"/>
                  </a:lnTo>
                  <a:lnTo>
                    <a:pt x="351401" y="176610"/>
                  </a:lnTo>
                  <a:close/>
                  <a:moveTo>
                    <a:pt x="391838" y="89722"/>
                  </a:moveTo>
                  <a:lnTo>
                    <a:pt x="391838" y="129837"/>
                  </a:lnTo>
                  <a:lnTo>
                    <a:pt x="388703" y="122672"/>
                  </a:lnTo>
                  <a:close/>
                  <a:moveTo>
                    <a:pt x="664745" y="401387"/>
                  </a:moveTo>
                  <a:lnTo>
                    <a:pt x="685150" y="453467"/>
                  </a:lnTo>
                  <a:lnTo>
                    <a:pt x="670518" y="416712"/>
                  </a:lnTo>
                  <a:close/>
                  <a:moveTo>
                    <a:pt x="619259" y="411277"/>
                  </a:moveTo>
                  <a:lnTo>
                    <a:pt x="667833" y="443622"/>
                  </a:lnTo>
                  <a:lnTo>
                    <a:pt x="664745" y="401387"/>
                  </a:lnTo>
                  <a:close/>
                  <a:moveTo>
                    <a:pt x="611633" y="372730"/>
                  </a:moveTo>
                  <a:lnTo>
                    <a:pt x="641126" y="398886"/>
                  </a:lnTo>
                  <a:lnTo>
                    <a:pt x="619346" y="379957"/>
                  </a:lnTo>
                  <a:close/>
                  <a:moveTo>
                    <a:pt x="664745" y="401387"/>
                  </a:moveTo>
                  <a:lnTo>
                    <a:pt x="641126" y="398886"/>
                  </a:lnTo>
                  <a:lnTo>
                    <a:pt x="611633" y="372730"/>
                  </a:lnTo>
                  <a:close/>
                  <a:moveTo>
                    <a:pt x="589277" y="363816"/>
                  </a:moveTo>
                  <a:lnTo>
                    <a:pt x="598100" y="362595"/>
                  </a:lnTo>
                  <a:lnTo>
                    <a:pt x="591781" y="326018"/>
                  </a:lnTo>
                  <a:close/>
                  <a:moveTo>
                    <a:pt x="611633" y="372730"/>
                  </a:moveTo>
                  <a:lnTo>
                    <a:pt x="598100" y="362595"/>
                  </a:lnTo>
                  <a:lnTo>
                    <a:pt x="589277" y="363816"/>
                  </a:lnTo>
                  <a:close/>
                  <a:moveTo>
                    <a:pt x="391838" y="89722"/>
                  </a:moveTo>
                  <a:lnTo>
                    <a:pt x="388703" y="122672"/>
                  </a:lnTo>
                  <a:lnTo>
                    <a:pt x="408684" y="116141"/>
                  </a:lnTo>
                  <a:close/>
                  <a:moveTo>
                    <a:pt x="753610" y="293823"/>
                  </a:moveTo>
                  <a:lnTo>
                    <a:pt x="777204" y="291652"/>
                  </a:lnTo>
                  <a:lnTo>
                    <a:pt x="754926" y="286586"/>
                  </a:lnTo>
                  <a:close/>
                  <a:moveTo>
                    <a:pt x="516264" y="17152"/>
                  </a:moveTo>
                  <a:lnTo>
                    <a:pt x="499045" y="7362"/>
                  </a:lnTo>
                  <a:lnTo>
                    <a:pt x="528979" y="36322"/>
                  </a:lnTo>
                  <a:close/>
                  <a:moveTo>
                    <a:pt x="548997" y="14957"/>
                  </a:moveTo>
                  <a:lnTo>
                    <a:pt x="516264" y="17152"/>
                  </a:lnTo>
                  <a:lnTo>
                    <a:pt x="528979" y="36322"/>
                  </a:lnTo>
                  <a:close/>
                  <a:moveTo>
                    <a:pt x="876879" y="438672"/>
                  </a:moveTo>
                  <a:lnTo>
                    <a:pt x="888917" y="421488"/>
                  </a:lnTo>
                  <a:lnTo>
                    <a:pt x="860137" y="430801"/>
                  </a:lnTo>
                  <a:close/>
                  <a:moveTo>
                    <a:pt x="777204" y="291652"/>
                  </a:moveTo>
                  <a:lnTo>
                    <a:pt x="790823" y="296223"/>
                  </a:lnTo>
                  <a:lnTo>
                    <a:pt x="791929" y="289758"/>
                  </a:lnTo>
                  <a:close/>
                  <a:moveTo>
                    <a:pt x="777204" y="291652"/>
                  </a:moveTo>
                  <a:lnTo>
                    <a:pt x="791929" y="289758"/>
                  </a:lnTo>
                  <a:lnTo>
                    <a:pt x="754926" y="286586"/>
                  </a:lnTo>
                  <a:close/>
                  <a:moveTo>
                    <a:pt x="754926" y="286586"/>
                  </a:moveTo>
                  <a:lnTo>
                    <a:pt x="791929" y="289758"/>
                  </a:lnTo>
                  <a:lnTo>
                    <a:pt x="803032" y="245661"/>
                  </a:lnTo>
                  <a:close/>
                  <a:moveTo>
                    <a:pt x="754926" y="286586"/>
                  </a:moveTo>
                  <a:lnTo>
                    <a:pt x="803032" y="245661"/>
                  </a:lnTo>
                  <a:lnTo>
                    <a:pt x="770636" y="249114"/>
                  </a:lnTo>
                  <a:close/>
                  <a:moveTo>
                    <a:pt x="792023" y="291652"/>
                  </a:moveTo>
                  <a:lnTo>
                    <a:pt x="803032" y="245661"/>
                  </a:lnTo>
                  <a:lnTo>
                    <a:pt x="791929" y="289758"/>
                  </a:lnTo>
                  <a:close/>
                  <a:moveTo>
                    <a:pt x="806539" y="237713"/>
                  </a:moveTo>
                  <a:lnTo>
                    <a:pt x="803032" y="245661"/>
                  </a:lnTo>
                  <a:lnTo>
                    <a:pt x="792023" y="291652"/>
                  </a:lnTo>
                  <a:close/>
                  <a:moveTo>
                    <a:pt x="572643" y="7159"/>
                  </a:moveTo>
                  <a:lnTo>
                    <a:pt x="548997" y="14957"/>
                  </a:lnTo>
                  <a:lnTo>
                    <a:pt x="608490" y="16608"/>
                  </a:lnTo>
                  <a:close/>
                  <a:moveTo>
                    <a:pt x="806209" y="233402"/>
                  </a:moveTo>
                  <a:lnTo>
                    <a:pt x="770636" y="249114"/>
                  </a:lnTo>
                  <a:lnTo>
                    <a:pt x="803032" y="245661"/>
                  </a:lnTo>
                  <a:close/>
                  <a:moveTo>
                    <a:pt x="810205" y="183775"/>
                  </a:moveTo>
                  <a:lnTo>
                    <a:pt x="784796" y="205851"/>
                  </a:lnTo>
                  <a:lnTo>
                    <a:pt x="810166" y="185438"/>
                  </a:lnTo>
                  <a:close/>
                  <a:moveTo>
                    <a:pt x="810166" y="185438"/>
                  </a:moveTo>
                  <a:lnTo>
                    <a:pt x="774518" y="232078"/>
                  </a:lnTo>
                  <a:lnTo>
                    <a:pt x="806209" y="233402"/>
                  </a:lnTo>
                  <a:close/>
                  <a:moveTo>
                    <a:pt x="806209" y="233402"/>
                  </a:moveTo>
                  <a:lnTo>
                    <a:pt x="803032" y="245661"/>
                  </a:lnTo>
                  <a:lnTo>
                    <a:pt x="806539" y="237713"/>
                  </a:lnTo>
                  <a:close/>
                  <a:moveTo>
                    <a:pt x="635841" y="0"/>
                  </a:moveTo>
                  <a:lnTo>
                    <a:pt x="641998" y="17313"/>
                  </a:lnTo>
                  <a:lnTo>
                    <a:pt x="666993" y="14558"/>
                  </a:lnTo>
                  <a:close/>
                  <a:moveTo>
                    <a:pt x="637320" y="17183"/>
                  </a:moveTo>
                  <a:lnTo>
                    <a:pt x="635841" y="0"/>
                  </a:lnTo>
                  <a:lnTo>
                    <a:pt x="608490" y="16608"/>
                  </a:lnTo>
                  <a:close/>
                  <a:moveTo>
                    <a:pt x="862767" y="152011"/>
                  </a:moveTo>
                  <a:lnTo>
                    <a:pt x="846409" y="138314"/>
                  </a:lnTo>
                  <a:lnTo>
                    <a:pt x="878586" y="166592"/>
                  </a:lnTo>
                  <a:close/>
                  <a:moveTo>
                    <a:pt x="827539" y="129837"/>
                  </a:moveTo>
                  <a:lnTo>
                    <a:pt x="862767" y="152011"/>
                  </a:lnTo>
                  <a:lnTo>
                    <a:pt x="875192" y="114914"/>
                  </a:lnTo>
                  <a:close/>
                  <a:moveTo>
                    <a:pt x="894871" y="75898"/>
                  </a:moveTo>
                  <a:lnTo>
                    <a:pt x="876585" y="107464"/>
                  </a:lnTo>
                  <a:lnTo>
                    <a:pt x="896243" y="80141"/>
                  </a:lnTo>
                  <a:close/>
                  <a:moveTo>
                    <a:pt x="896243" y="80141"/>
                  </a:moveTo>
                  <a:lnTo>
                    <a:pt x="875192" y="114914"/>
                  </a:lnTo>
                  <a:lnTo>
                    <a:pt x="908373" y="115027"/>
                  </a:lnTo>
                  <a:close/>
                  <a:moveTo>
                    <a:pt x="908373" y="115027"/>
                  </a:moveTo>
                  <a:lnTo>
                    <a:pt x="927290" y="126736"/>
                  </a:lnTo>
                  <a:lnTo>
                    <a:pt x="896243" y="80141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06" name="Input_density__45">
              <a:extLst>
                <a:ext uri="{FF2B5EF4-FFF2-40B4-BE49-F238E27FC236}">
                  <a16:creationId xmlns:a16="http://schemas.microsoft.com/office/drawing/2014/main" id="{E3FF1D26-2689-E4E5-37B8-9328E3E7998C}"/>
                </a:ext>
              </a:extLst>
            </p:cNvPr>
            <p:cNvSpPr>
              <a:spLocks noGrp="1"/>
            </p:cNvSpPr>
            <p:nvPr/>
          </p:nvSpPr>
          <p:spPr>
            <a:xfrm>
              <a:off x="934296" y="2438382"/>
              <a:ext cx="1006971" cy="756349"/>
            </a:xfrm>
            <a:custGeom>
              <a:avLst/>
              <a:gdLst/>
              <a:ahLst/>
              <a:cxnLst/>
              <a:rect l="0" t="0" r="0" b="0"/>
              <a:pathLst>
                <a:path w="1006971" h="756349">
                  <a:moveTo>
                    <a:pt x="5475" y="337107"/>
                  </a:moveTo>
                  <a:lnTo>
                    <a:pt x="0" y="352395"/>
                  </a:lnTo>
                  <a:lnTo>
                    <a:pt x="1152" y="391045"/>
                  </a:lnTo>
                  <a:close/>
                  <a:moveTo>
                    <a:pt x="350497" y="749283"/>
                  </a:moveTo>
                  <a:lnTo>
                    <a:pt x="364174" y="756349"/>
                  </a:lnTo>
                  <a:lnTo>
                    <a:pt x="353792" y="741411"/>
                  </a:lnTo>
                  <a:close/>
                  <a:moveTo>
                    <a:pt x="14335" y="320394"/>
                  </a:moveTo>
                  <a:lnTo>
                    <a:pt x="0" y="352395"/>
                  </a:lnTo>
                  <a:lnTo>
                    <a:pt x="5475" y="337107"/>
                  </a:lnTo>
                  <a:close/>
                  <a:moveTo>
                    <a:pt x="353792" y="741411"/>
                  </a:moveTo>
                  <a:lnTo>
                    <a:pt x="364174" y="756349"/>
                  </a:lnTo>
                  <a:lnTo>
                    <a:pt x="382291" y="727877"/>
                  </a:lnTo>
                  <a:close/>
                  <a:moveTo>
                    <a:pt x="167325" y="393433"/>
                  </a:moveTo>
                  <a:lnTo>
                    <a:pt x="155439" y="378020"/>
                  </a:lnTo>
                  <a:lnTo>
                    <a:pt x="135387" y="399260"/>
                  </a:lnTo>
                  <a:close/>
                  <a:moveTo>
                    <a:pt x="155439" y="378020"/>
                  </a:moveTo>
                  <a:lnTo>
                    <a:pt x="139558" y="356678"/>
                  </a:lnTo>
                  <a:lnTo>
                    <a:pt x="100526" y="393496"/>
                  </a:lnTo>
                  <a:close/>
                  <a:moveTo>
                    <a:pt x="458394" y="667052"/>
                  </a:moveTo>
                  <a:lnTo>
                    <a:pt x="421118" y="674210"/>
                  </a:lnTo>
                  <a:lnTo>
                    <a:pt x="454771" y="670290"/>
                  </a:lnTo>
                  <a:close/>
                  <a:moveTo>
                    <a:pt x="167325" y="393433"/>
                  </a:moveTo>
                  <a:lnTo>
                    <a:pt x="162531" y="404536"/>
                  </a:lnTo>
                  <a:lnTo>
                    <a:pt x="181999" y="419939"/>
                  </a:lnTo>
                  <a:close/>
                  <a:moveTo>
                    <a:pt x="167325" y="393433"/>
                  </a:moveTo>
                  <a:lnTo>
                    <a:pt x="200293" y="376250"/>
                  </a:lnTo>
                  <a:lnTo>
                    <a:pt x="155439" y="378020"/>
                  </a:lnTo>
                  <a:close/>
                  <a:moveTo>
                    <a:pt x="149185" y="339495"/>
                  </a:moveTo>
                  <a:lnTo>
                    <a:pt x="139558" y="356678"/>
                  </a:lnTo>
                  <a:lnTo>
                    <a:pt x="155439" y="378020"/>
                  </a:lnTo>
                  <a:close/>
                  <a:moveTo>
                    <a:pt x="545361" y="550640"/>
                  </a:moveTo>
                  <a:lnTo>
                    <a:pt x="552632" y="508475"/>
                  </a:lnTo>
                  <a:lnTo>
                    <a:pt x="547707" y="518319"/>
                  </a:lnTo>
                  <a:close/>
                  <a:moveTo>
                    <a:pt x="547707" y="518319"/>
                  </a:moveTo>
                  <a:lnTo>
                    <a:pt x="552632" y="508475"/>
                  </a:lnTo>
                  <a:lnTo>
                    <a:pt x="557983" y="501624"/>
                  </a:lnTo>
                  <a:close/>
                  <a:moveTo>
                    <a:pt x="557983" y="501624"/>
                  </a:moveTo>
                  <a:lnTo>
                    <a:pt x="552632" y="508475"/>
                  </a:lnTo>
                  <a:lnTo>
                    <a:pt x="565901" y="503527"/>
                  </a:lnTo>
                  <a:close/>
                  <a:moveTo>
                    <a:pt x="565901" y="503527"/>
                  </a:moveTo>
                  <a:lnTo>
                    <a:pt x="586428" y="483398"/>
                  </a:lnTo>
                  <a:lnTo>
                    <a:pt x="557983" y="501624"/>
                  </a:lnTo>
                  <a:close/>
                  <a:moveTo>
                    <a:pt x="606069" y="497960"/>
                  </a:moveTo>
                  <a:lnTo>
                    <a:pt x="586428" y="483398"/>
                  </a:lnTo>
                  <a:lnTo>
                    <a:pt x="565901" y="503527"/>
                  </a:lnTo>
                  <a:close/>
                  <a:moveTo>
                    <a:pt x="620957" y="437353"/>
                  </a:moveTo>
                  <a:lnTo>
                    <a:pt x="587329" y="454536"/>
                  </a:lnTo>
                  <a:lnTo>
                    <a:pt x="612530" y="484781"/>
                  </a:lnTo>
                  <a:close/>
                  <a:moveTo>
                    <a:pt x="873077" y="422558"/>
                  </a:moveTo>
                  <a:lnTo>
                    <a:pt x="857848" y="385803"/>
                  </a:lnTo>
                  <a:lnTo>
                    <a:pt x="849027" y="435880"/>
                  </a:lnTo>
                  <a:close/>
                  <a:moveTo>
                    <a:pt x="857848" y="385803"/>
                  </a:moveTo>
                  <a:lnTo>
                    <a:pt x="853803" y="387251"/>
                  </a:lnTo>
                  <a:lnTo>
                    <a:pt x="849027" y="435880"/>
                  </a:lnTo>
                  <a:close/>
                  <a:moveTo>
                    <a:pt x="853803" y="387251"/>
                  </a:moveTo>
                  <a:lnTo>
                    <a:pt x="857848" y="385803"/>
                  </a:lnTo>
                  <a:lnTo>
                    <a:pt x="882271" y="361007"/>
                  </a:lnTo>
                  <a:close/>
                  <a:moveTo>
                    <a:pt x="891680" y="405374"/>
                  </a:moveTo>
                  <a:lnTo>
                    <a:pt x="857848" y="385803"/>
                  </a:lnTo>
                  <a:lnTo>
                    <a:pt x="873077" y="422558"/>
                  </a:lnTo>
                  <a:close/>
                  <a:moveTo>
                    <a:pt x="893053" y="337682"/>
                  </a:moveTo>
                  <a:lnTo>
                    <a:pt x="857848" y="385803"/>
                  </a:lnTo>
                  <a:lnTo>
                    <a:pt x="858199" y="383676"/>
                  </a:lnTo>
                  <a:close/>
                  <a:moveTo>
                    <a:pt x="537182" y="18253"/>
                  </a:moveTo>
                  <a:lnTo>
                    <a:pt x="562586" y="37793"/>
                  </a:lnTo>
                  <a:lnTo>
                    <a:pt x="567665" y="9875"/>
                  </a:lnTo>
                  <a:close/>
                  <a:moveTo>
                    <a:pt x="552478" y="0"/>
                  </a:moveTo>
                  <a:lnTo>
                    <a:pt x="537182" y="18253"/>
                  </a:lnTo>
                  <a:lnTo>
                    <a:pt x="567665" y="9875"/>
                  </a:lnTo>
                  <a:close/>
                  <a:moveTo>
                    <a:pt x="562586" y="37793"/>
                  </a:moveTo>
                  <a:lnTo>
                    <a:pt x="585544" y="1070"/>
                  </a:lnTo>
                  <a:lnTo>
                    <a:pt x="567665" y="9875"/>
                  </a:lnTo>
                  <a:close/>
                  <a:moveTo>
                    <a:pt x="913464" y="204416"/>
                  </a:moveTo>
                  <a:lnTo>
                    <a:pt x="926307" y="241171"/>
                  </a:lnTo>
                  <a:lnTo>
                    <a:pt x="955440" y="223988"/>
                  </a:lnTo>
                  <a:close/>
                  <a:moveTo>
                    <a:pt x="955440" y="223988"/>
                  </a:moveTo>
                  <a:lnTo>
                    <a:pt x="956676" y="225995"/>
                  </a:lnTo>
                  <a:lnTo>
                    <a:pt x="957290" y="223053"/>
                  </a:lnTo>
                  <a:close/>
                  <a:moveTo>
                    <a:pt x="1006971" y="209751"/>
                  </a:moveTo>
                  <a:lnTo>
                    <a:pt x="957290" y="223053"/>
                  </a:lnTo>
                  <a:lnTo>
                    <a:pt x="956676" y="2259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07" name="Input_density__46">
              <a:extLst>
                <a:ext uri="{FF2B5EF4-FFF2-40B4-BE49-F238E27FC236}">
                  <a16:creationId xmlns:a16="http://schemas.microsoft.com/office/drawing/2014/main" id="{B6588242-8905-3F5B-241C-F15AAC735901}"/>
                </a:ext>
              </a:extLst>
            </p:cNvPr>
            <p:cNvSpPr>
              <a:spLocks noGrp="1"/>
            </p:cNvSpPr>
            <p:nvPr/>
          </p:nvSpPr>
          <p:spPr>
            <a:xfrm>
              <a:off x="1336946" y="2447536"/>
              <a:ext cx="565784" cy="766473"/>
            </a:xfrm>
            <a:custGeom>
              <a:avLst/>
              <a:gdLst/>
              <a:ahLst/>
              <a:cxnLst/>
              <a:rect l="0" t="0" r="0" b="0"/>
              <a:pathLst>
                <a:path w="565784" h="766473">
                  <a:moveTo>
                    <a:pt x="0" y="766473"/>
                  </a:moveTo>
                  <a:lnTo>
                    <a:pt x="31465" y="759537"/>
                  </a:lnTo>
                  <a:lnTo>
                    <a:pt x="52982" y="743780"/>
                  </a:lnTo>
                  <a:close/>
                  <a:moveTo>
                    <a:pt x="60828" y="612959"/>
                  </a:moveTo>
                  <a:lnTo>
                    <a:pt x="96913" y="591037"/>
                  </a:lnTo>
                  <a:lnTo>
                    <a:pt x="79299" y="607197"/>
                  </a:lnTo>
                  <a:close/>
                  <a:moveTo>
                    <a:pt x="79299" y="607197"/>
                  </a:moveTo>
                  <a:lnTo>
                    <a:pt x="96913" y="591037"/>
                  </a:lnTo>
                  <a:lnTo>
                    <a:pt x="82886" y="595026"/>
                  </a:lnTo>
                  <a:close/>
                  <a:moveTo>
                    <a:pt x="108200" y="537028"/>
                  </a:moveTo>
                  <a:lnTo>
                    <a:pt x="106922" y="557826"/>
                  </a:lnTo>
                  <a:lnTo>
                    <a:pt x="120706" y="570442"/>
                  </a:lnTo>
                  <a:close/>
                  <a:moveTo>
                    <a:pt x="55064" y="134158"/>
                  </a:moveTo>
                  <a:lnTo>
                    <a:pt x="46887" y="143740"/>
                  </a:lnTo>
                  <a:lnTo>
                    <a:pt x="35510" y="141324"/>
                  </a:lnTo>
                  <a:close/>
                  <a:moveTo>
                    <a:pt x="52356" y="127628"/>
                  </a:moveTo>
                  <a:lnTo>
                    <a:pt x="46887" y="143740"/>
                  </a:lnTo>
                  <a:lnTo>
                    <a:pt x="55064" y="134158"/>
                  </a:lnTo>
                  <a:close/>
                  <a:moveTo>
                    <a:pt x="565784" y="453216"/>
                  </a:moveTo>
                  <a:lnTo>
                    <a:pt x="532590" y="432975"/>
                  </a:lnTo>
                  <a:lnTo>
                    <a:pt x="540960" y="456611"/>
                  </a:lnTo>
                  <a:close/>
                  <a:moveTo>
                    <a:pt x="285670" y="28799"/>
                  </a:moveTo>
                  <a:lnTo>
                    <a:pt x="286781" y="28670"/>
                  </a:lnTo>
                  <a:lnTo>
                    <a:pt x="343103" y="22746"/>
                  </a:lnTo>
                  <a:close/>
                  <a:moveTo>
                    <a:pt x="352760" y="11486"/>
                  </a:moveTo>
                  <a:lnTo>
                    <a:pt x="362751" y="0"/>
                  </a:lnTo>
                  <a:lnTo>
                    <a:pt x="343103" y="22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08" name="Input_density__47">
              <a:extLst>
                <a:ext uri="{FF2B5EF4-FFF2-40B4-BE49-F238E27FC236}">
                  <a16:creationId xmlns:a16="http://schemas.microsoft.com/office/drawing/2014/main" id="{ED1DAC9F-34BA-CE01-A3CE-7E6E83DC91EC}"/>
                </a:ext>
              </a:extLst>
            </p:cNvPr>
            <p:cNvSpPr>
              <a:spLocks noGrp="1"/>
            </p:cNvSpPr>
            <p:nvPr/>
          </p:nvSpPr>
          <p:spPr>
            <a:xfrm>
              <a:off x="1011259" y="2447536"/>
              <a:ext cx="866647" cy="743780"/>
            </a:xfrm>
            <a:custGeom>
              <a:avLst/>
              <a:gdLst/>
              <a:ahLst/>
              <a:cxnLst/>
              <a:rect l="0" t="0" r="0" b="0"/>
              <a:pathLst>
                <a:path w="866647" h="743780">
                  <a:moveTo>
                    <a:pt x="27543" y="312455"/>
                  </a:moveTo>
                  <a:lnTo>
                    <a:pt x="2735" y="334836"/>
                  </a:lnTo>
                  <a:lnTo>
                    <a:pt x="0" y="352506"/>
                  </a:lnTo>
                  <a:close/>
                  <a:moveTo>
                    <a:pt x="410019" y="736415"/>
                  </a:moveTo>
                  <a:lnTo>
                    <a:pt x="399666" y="726074"/>
                  </a:lnTo>
                  <a:lnTo>
                    <a:pt x="378669" y="743780"/>
                  </a:lnTo>
                  <a:close/>
                  <a:moveTo>
                    <a:pt x="173041" y="473275"/>
                  </a:moveTo>
                  <a:lnTo>
                    <a:pt x="195061" y="457788"/>
                  </a:lnTo>
                  <a:lnTo>
                    <a:pt x="232875" y="476201"/>
                  </a:lnTo>
                  <a:close/>
                  <a:moveTo>
                    <a:pt x="282202" y="423421"/>
                  </a:moveTo>
                  <a:lnTo>
                    <a:pt x="279444" y="429530"/>
                  </a:lnTo>
                  <a:lnTo>
                    <a:pt x="292094" y="477360"/>
                  </a:lnTo>
                  <a:close/>
                  <a:moveTo>
                    <a:pt x="413929" y="586985"/>
                  </a:moveTo>
                  <a:lnTo>
                    <a:pt x="422600" y="591037"/>
                  </a:lnTo>
                  <a:lnTo>
                    <a:pt x="432609" y="557826"/>
                  </a:lnTo>
                  <a:close/>
                  <a:moveTo>
                    <a:pt x="433887" y="537028"/>
                  </a:moveTo>
                  <a:lnTo>
                    <a:pt x="446234" y="554825"/>
                  </a:lnTo>
                  <a:lnTo>
                    <a:pt x="451889" y="516503"/>
                  </a:lnTo>
                  <a:close/>
                  <a:moveTo>
                    <a:pt x="432817" y="553258"/>
                  </a:moveTo>
                  <a:lnTo>
                    <a:pt x="432609" y="557826"/>
                  </a:lnTo>
                  <a:lnTo>
                    <a:pt x="433887" y="537028"/>
                  </a:lnTo>
                  <a:close/>
                  <a:moveTo>
                    <a:pt x="282076" y="419954"/>
                  </a:moveTo>
                  <a:lnTo>
                    <a:pt x="276395" y="418127"/>
                  </a:lnTo>
                  <a:lnTo>
                    <a:pt x="280047" y="406238"/>
                  </a:lnTo>
                  <a:close/>
                  <a:moveTo>
                    <a:pt x="146085" y="225512"/>
                  </a:moveTo>
                  <a:lnTo>
                    <a:pt x="152131" y="265344"/>
                  </a:lnTo>
                  <a:lnTo>
                    <a:pt x="157934" y="276402"/>
                  </a:lnTo>
                  <a:close/>
                  <a:moveTo>
                    <a:pt x="554110" y="536075"/>
                  </a:moveTo>
                  <a:lnTo>
                    <a:pt x="544972" y="499320"/>
                  </a:lnTo>
                  <a:lnTo>
                    <a:pt x="541607" y="498207"/>
                  </a:lnTo>
                  <a:close/>
                  <a:moveTo>
                    <a:pt x="576888" y="521795"/>
                  </a:moveTo>
                  <a:lnTo>
                    <a:pt x="554110" y="536075"/>
                  </a:lnTo>
                  <a:lnTo>
                    <a:pt x="541607" y="498207"/>
                  </a:lnTo>
                  <a:close/>
                  <a:moveTo>
                    <a:pt x="550848" y="498218"/>
                  </a:moveTo>
                  <a:lnTo>
                    <a:pt x="576888" y="521795"/>
                  </a:lnTo>
                  <a:lnTo>
                    <a:pt x="541607" y="498207"/>
                  </a:lnTo>
                  <a:close/>
                  <a:moveTo>
                    <a:pt x="388893" y="300964"/>
                  </a:moveTo>
                  <a:lnTo>
                    <a:pt x="412639" y="305579"/>
                  </a:lnTo>
                  <a:lnTo>
                    <a:pt x="394177" y="298362"/>
                  </a:lnTo>
                  <a:close/>
                  <a:moveTo>
                    <a:pt x="384801" y="285663"/>
                  </a:moveTo>
                  <a:lnTo>
                    <a:pt x="394177" y="298362"/>
                  </a:lnTo>
                  <a:lnTo>
                    <a:pt x="373979" y="265173"/>
                  </a:lnTo>
                  <a:close/>
                  <a:moveTo>
                    <a:pt x="394177" y="298362"/>
                  </a:moveTo>
                  <a:lnTo>
                    <a:pt x="412639" y="305579"/>
                  </a:lnTo>
                  <a:lnTo>
                    <a:pt x="373979" y="265173"/>
                  </a:lnTo>
                  <a:close/>
                  <a:moveTo>
                    <a:pt x="388893" y="300964"/>
                  </a:moveTo>
                  <a:lnTo>
                    <a:pt x="394177" y="298362"/>
                  </a:lnTo>
                  <a:lnTo>
                    <a:pt x="396078" y="291955"/>
                  </a:lnTo>
                  <a:close/>
                  <a:moveTo>
                    <a:pt x="396078" y="291955"/>
                  </a:moveTo>
                  <a:lnTo>
                    <a:pt x="394177" y="298362"/>
                  </a:lnTo>
                  <a:lnTo>
                    <a:pt x="384801" y="285663"/>
                  </a:lnTo>
                  <a:close/>
                  <a:moveTo>
                    <a:pt x="358063" y="134158"/>
                  </a:moveTo>
                  <a:lnTo>
                    <a:pt x="361197" y="141324"/>
                  </a:lnTo>
                  <a:lnTo>
                    <a:pt x="372574" y="143740"/>
                  </a:lnTo>
                  <a:close/>
                  <a:moveTo>
                    <a:pt x="358063" y="134158"/>
                  </a:moveTo>
                  <a:lnTo>
                    <a:pt x="372574" y="143740"/>
                  </a:lnTo>
                  <a:lnTo>
                    <a:pt x="378044" y="127628"/>
                  </a:lnTo>
                  <a:close/>
                  <a:moveTo>
                    <a:pt x="378044" y="127628"/>
                  </a:moveTo>
                  <a:lnTo>
                    <a:pt x="380751" y="134158"/>
                  </a:lnTo>
                  <a:lnTo>
                    <a:pt x="361198" y="101208"/>
                  </a:lnTo>
                  <a:close/>
                  <a:moveTo>
                    <a:pt x="834143" y="431291"/>
                  </a:moveTo>
                  <a:lnTo>
                    <a:pt x="846238" y="450158"/>
                  </a:lnTo>
                  <a:lnTo>
                    <a:pt x="829497" y="442288"/>
                  </a:lnTo>
                  <a:close/>
                  <a:moveTo>
                    <a:pt x="866647" y="456611"/>
                  </a:moveTo>
                  <a:lnTo>
                    <a:pt x="858277" y="432975"/>
                  </a:lnTo>
                  <a:lnTo>
                    <a:pt x="846238" y="450158"/>
                  </a:lnTo>
                  <a:close/>
                  <a:moveTo>
                    <a:pt x="518356" y="26443"/>
                  </a:moveTo>
                  <a:lnTo>
                    <a:pt x="555683" y="41424"/>
                  </a:lnTo>
                  <a:lnTo>
                    <a:pt x="577850" y="28095"/>
                  </a:lnTo>
                  <a:close/>
                  <a:moveTo>
                    <a:pt x="779526" y="196924"/>
                  </a:moveTo>
                  <a:lnTo>
                    <a:pt x="775569" y="244888"/>
                  </a:lnTo>
                  <a:lnTo>
                    <a:pt x="775898" y="249200"/>
                  </a:lnTo>
                  <a:close/>
                  <a:moveTo>
                    <a:pt x="605200" y="11486"/>
                  </a:moveTo>
                  <a:lnTo>
                    <a:pt x="606679" y="28670"/>
                  </a:lnTo>
                  <a:lnTo>
                    <a:pt x="611358" y="28799"/>
                  </a:lnTo>
                  <a:close/>
                  <a:moveTo>
                    <a:pt x="636353" y="26045"/>
                  </a:moveTo>
                  <a:lnTo>
                    <a:pt x="611358" y="28799"/>
                  </a:lnTo>
                  <a:lnTo>
                    <a:pt x="668790" y="22746"/>
                  </a:lnTo>
                  <a:close/>
                  <a:moveTo>
                    <a:pt x="668790" y="22746"/>
                  </a:moveTo>
                  <a:lnTo>
                    <a:pt x="688439" y="0"/>
                  </a:lnTo>
                  <a:lnTo>
                    <a:pt x="636353" y="26045"/>
                  </a:lnTo>
                  <a:close/>
                  <a:moveTo>
                    <a:pt x="796899" y="141323"/>
                  </a:moveTo>
                  <a:lnTo>
                    <a:pt x="815769" y="149801"/>
                  </a:lnTo>
                  <a:lnTo>
                    <a:pt x="832127" y="1634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09" name="Input_density__48">
              <a:extLst>
                <a:ext uri="{FF2B5EF4-FFF2-40B4-BE49-F238E27FC236}">
                  <a16:creationId xmlns:a16="http://schemas.microsoft.com/office/drawing/2014/main" id="{A986BBB3-2A54-1BBD-F25B-BE98F7E5ADB9}"/>
                </a:ext>
              </a:extLst>
            </p:cNvPr>
            <p:cNvSpPr>
              <a:spLocks noGrp="1"/>
            </p:cNvSpPr>
            <p:nvPr/>
          </p:nvSpPr>
          <p:spPr>
            <a:xfrm>
              <a:off x="1500198" y="2822058"/>
              <a:ext cx="325778" cy="123685"/>
            </a:xfrm>
            <a:custGeom>
              <a:avLst/>
              <a:gdLst/>
              <a:ahLst/>
              <a:cxnLst/>
              <a:rect l="0" t="0" r="0" b="0"/>
              <a:pathLst>
                <a:path w="325778" h="123685">
                  <a:moveTo>
                    <a:pt x="40167" y="114284"/>
                  </a:moveTo>
                  <a:lnTo>
                    <a:pt x="0" y="119851"/>
                  </a:lnTo>
                  <a:lnTo>
                    <a:pt x="52669" y="123685"/>
                  </a:lnTo>
                  <a:close/>
                  <a:moveTo>
                    <a:pt x="325778" y="21698"/>
                  </a:moveTo>
                  <a:lnTo>
                    <a:pt x="292298" y="0"/>
                  </a:lnTo>
                  <a:lnTo>
                    <a:pt x="291947" y="212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10" name="Input_density__49">
              <a:extLst>
                <a:ext uri="{FF2B5EF4-FFF2-40B4-BE49-F238E27FC236}">
                  <a16:creationId xmlns:a16="http://schemas.microsoft.com/office/drawing/2014/main" id="{2D8FF7A3-8A31-C800-D731-CA6FCD642862}"/>
                </a:ext>
              </a:extLst>
            </p:cNvPr>
            <p:cNvSpPr>
              <a:spLocks noGrp="1"/>
            </p:cNvSpPr>
            <p:nvPr/>
          </p:nvSpPr>
          <p:spPr>
            <a:xfrm>
              <a:off x="939772" y="2353778"/>
              <a:ext cx="985520" cy="840952"/>
            </a:xfrm>
            <a:custGeom>
              <a:avLst/>
              <a:gdLst/>
              <a:ahLst/>
              <a:cxnLst/>
              <a:rect l="0" t="0" r="0" b="0"/>
              <a:pathLst>
                <a:path w="985520" h="840952">
                  <a:moveTo>
                    <a:pt x="10520" y="458465"/>
                  </a:moveTo>
                  <a:lnTo>
                    <a:pt x="5994" y="490490"/>
                  </a:lnTo>
                  <a:lnTo>
                    <a:pt x="26969" y="472706"/>
                  </a:lnTo>
                  <a:close/>
                  <a:moveTo>
                    <a:pt x="332229" y="789260"/>
                  </a:moveTo>
                  <a:lnTo>
                    <a:pt x="373883" y="808831"/>
                  </a:lnTo>
                  <a:lnTo>
                    <a:pt x="347902" y="772077"/>
                  </a:lnTo>
                  <a:close/>
                  <a:moveTo>
                    <a:pt x="376816" y="812481"/>
                  </a:moveTo>
                  <a:lnTo>
                    <a:pt x="358699" y="840952"/>
                  </a:lnTo>
                  <a:lnTo>
                    <a:pt x="414533" y="828922"/>
                  </a:lnTo>
                  <a:close/>
                  <a:moveTo>
                    <a:pt x="325593" y="745543"/>
                  </a:moveTo>
                  <a:lnTo>
                    <a:pt x="316144" y="740780"/>
                  </a:lnTo>
                  <a:lnTo>
                    <a:pt x="347902" y="772077"/>
                  </a:lnTo>
                  <a:close/>
                  <a:moveTo>
                    <a:pt x="278172" y="699816"/>
                  </a:moveTo>
                  <a:lnTo>
                    <a:pt x="315124" y="735322"/>
                  </a:lnTo>
                  <a:lnTo>
                    <a:pt x="280512" y="701570"/>
                  </a:lnTo>
                  <a:close/>
                  <a:moveTo>
                    <a:pt x="278172" y="699816"/>
                  </a:moveTo>
                  <a:lnTo>
                    <a:pt x="316144" y="740780"/>
                  </a:lnTo>
                  <a:lnTo>
                    <a:pt x="315124" y="735322"/>
                  </a:lnTo>
                  <a:close/>
                  <a:moveTo>
                    <a:pt x="0" y="421710"/>
                  </a:moveTo>
                  <a:lnTo>
                    <a:pt x="10520" y="458465"/>
                  </a:lnTo>
                  <a:lnTo>
                    <a:pt x="21579" y="441282"/>
                  </a:lnTo>
                  <a:close/>
                  <a:moveTo>
                    <a:pt x="315124" y="735322"/>
                  </a:moveTo>
                  <a:lnTo>
                    <a:pt x="316144" y="740780"/>
                  </a:lnTo>
                  <a:lnTo>
                    <a:pt x="325593" y="745543"/>
                  </a:lnTo>
                  <a:close/>
                  <a:moveTo>
                    <a:pt x="277692" y="698567"/>
                  </a:moveTo>
                  <a:lnTo>
                    <a:pt x="278172" y="699816"/>
                  </a:lnTo>
                  <a:lnTo>
                    <a:pt x="280512" y="701570"/>
                  </a:lnTo>
                  <a:close/>
                  <a:moveTo>
                    <a:pt x="471153" y="819832"/>
                  </a:moveTo>
                  <a:lnTo>
                    <a:pt x="440580" y="791648"/>
                  </a:lnTo>
                  <a:lnTo>
                    <a:pt x="414533" y="828922"/>
                  </a:lnTo>
                  <a:close/>
                  <a:moveTo>
                    <a:pt x="376337" y="763680"/>
                  </a:moveTo>
                  <a:lnTo>
                    <a:pt x="325593" y="745543"/>
                  </a:lnTo>
                  <a:lnTo>
                    <a:pt x="347902" y="772077"/>
                  </a:lnTo>
                  <a:close/>
                  <a:moveTo>
                    <a:pt x="328613" y="730644"/>
                  </a:moveTo>
                  <a:lnTo>
                    <a:pt x="325593" y="745543"/>
                  </a:lnTo>
                  <a:lnTo>
                    <a:pt x="376337" y="763680"/>
                  </a:lnTo>
                  <a:close/>
                  <a:moveTo>
                    <a:pt x="376197" y="719047"/>
                  </a:moveTo>
                  <a:lnTo>
                    <a:pt x="328613" y="730644"/>
                  </a:lnTo>
                  <a:lnTo>
                    <a:pt x="376337" y="763680"/>
                  </a:lnTo>
                  <a:close/>
                  <a:moveTo>
                    <a:pt x="315124" y="735322"/>
                  </a:moveTo>
                  <a:lnTo>
                    <a:pt x="325593" y="745543"/>
                  </a:lnTo>
                  <a:lnTo>
                    <a:pt x="328613" y="730644"/>
                  </a:lnTo>
                  <a:close/>
                  <a:moveTo>
                    <a:pt x="282124" y="696603"/>
                  </a:moveTo>
                  <a:lnTo>
                    <a:pt x="280512" y="701570"/>
                  </a:lnTo>
                  <a:lnTo>
                    <a:pt x="332510" y="681383"/>
                  </a:lnTo>
                  <a:close/>
                  <a:moveTo>
                    <a:pt x="280512" y="701570"/>
                  </a:moveTo>
                  <a:lnTo>
                    <a:pt x="315124" y="735322"/>
                  </a:lnTo>
                  <a:lnTo>
                    <a:pt x="332510" y="681383"/>
                  </a:lnTo>
                  <a:close/>
                  <a:moveTo>
                    <a:pt x="332510" y="681383"/>
                  </a:moveTo>
                  <a:lnTo>
                    <a:pt x="315124" y="735322"/>
                  </a:lnTo>
                  <a:lnTo>
                    <a:pt x="334584" y="682952"/>
                  </a:lnTo>
                  <a:close/>
                  <a:moveTo>
                    <a:pt x="334584" y="682952"/>
                  </a:moveTo>
                  <a:lnTo>
                    <a:pt x="315124" y="735322"/>
                  </a:lnTo>
                  <a:lnTo>
                    <a:pt x="328613" y="730644"/>
                  </a:lnTo>
                  <a:close/>
                  <a:moveTo>
                    <a:pt x="277692" y="698567"/>
                  </a:moveTo>
                  <a:lnTo>
                    <a:pt x="280512" y="701570"/>
                  </a:lnTo>
                  <a:lnTo>
                    <a:pt x="282124" y="696603"/>
                  </a:lnTo>
                  <a:close/>
                  <a:moveTo>
                    <a:pt x="286443" y="644628"/>
                  </a:moveTo>
                  <a:lnTo>
                    <a:pt x="282124" y="696603"/>
                  </a:lnTo>
                  <a:lnTo>
                    <a:pt x="291481" y="646375"/>
                  </a:lnTo>
                  <a:close/>
                  <a:moveTo>
                    <a:pt x="277692" y="698567"/>
                  </a:moveTo>
                  <a:lnTo>
                    <a:pt x="282124" y="696603"/>
                  </a:lnTo>
                  <a:lnTo>
                    <a:pt x="286443" y="644628"/>
                  </a:lnTo>
                  <a:close/>
                  <a:moveTo>
                    <a:pt x="157056" y="489140"/>
                  </a:moveTo>
                  <a:lnTo>
                    <a:pt x="178102" y="497608"/>
                  </a:lnTo>
                  <a:lnTo>
                    <a:pt x="176523" y="504543"/>
                  </a:lnTo>
                  <a:close/>
                  <a:moveTo>
                    <a:pt x="440580" y="791648"/>
                  </a:moveTo>
                  <a:lnTo>
                    <a:pt x="482313" y="821194"/>
                  </a:lnTo>
                  <a:lnTo>
                    <a:pt x="436466" y="786631"/>
                  </a:lnTo>
                  <a:close/>
                  <a:moveTo>
                    <a:pt x="332510" y="681383"/>
                  </a:moveTo>
                  <a:lnTo>
                    <a:pt x="334584" y="682952"/>
                  </a:lnTo>
                  <a:lnTo>
                    <a:pt x="334685" y="680960"/>
                  </a:lnTo>
                  <a:close/>
                  <a:moveTo>
                    <a:pt x="334685" y="680960"/>
                  </a:moveTo>
                  <a:lnTo>
                    <a:pt x="328575" y="660486"/>
                  </a:lnTo>
                  <a:lnTo>
                    <a:pt x="332510" y="681383"/>
                  </a:lnTo>
                  <a:close/>
                  <a:moveTo>
                    <a:pt x="291481" y="646375"/>
                  </a:moveTo>
                  <a:lnTo>
                    <a:pt x="309583" y="644628"/>
                  </a:lnTo>
                  <a:lnTo>
                    <a:pt x="291417" y="644300"/>
                  </a:lnTo>
                  <a:close/>
                  <a:moveTo>
                    <a:pt x="334685" y="680960"/>
                  </a:moveTo>
                  <a:lnTo>
                    <a:pt x="334584" y="682952"/>
                  </a:lnTo>
                  <a:lnTo>
                    <a:pt x="336070" y="681383"/>
                  </a:lnTo>
                  <a:close/>
                  <a:moveTo>
                    <a:pt x="334685" y="680960"/>
                  </a:moveTo>
                  <a:lnTo>
                    <a:pt x="336070" y="681383"/>
                  </a:lnTo>
                  <a:lnTo>
                    <a:pt x="328575" y="660486"/>
                  </a:lnTo>
                  <a:close/>
                  <a:moveTo>
                    <a:pt x="286443" y="644628"/>
                  </a:moveTo>
                  <a:lnTo>
                    <a:pt x="291481" y="646375"/>
                  </a:lnTo>
                  <a:lnTo>
                    <a:pt x="291417" y="644300"/>
                  </a:lnTo>
                  <a:close/>
                  <a:moveTo>
                    <a:pt x="228286" y="489549"/>
                  </a:moveTo>
                  <a:lnTo>
                    <a:pt x="231172" y="449255"/>
                  </a:lnTo>
                  <a:lnTo>
                    <a:pt x="234477" y="497608"/>
                  </a:lnTo>
                  <a:close/>
                  <a:moveTo>
                    <a:pt x="234477" y="497608"/>
                  </a:moveTo>
                  <a:lnTo>
                    <a:pt x="231172" y="449255"/>
                  </a:lnTo>
                  <a:lnTo>
                    <a:pt x="232924" y="443670"/>
                  </a:lnTo>
                  <a:close/>
                  <a:moveTo>
                    <a:pt x="226345" y="446380"/>
                  </a:moveTo>
                  <a:lnTo>
                    <a:pt x="213654" y="479967"/>
                  </a:lnTo>
                  <a:lnTo>
                    <a:pt x="234477" y="497608"/>
                  </a:lnTo>
                  <a:close/>
                  <a:moveTo>
                    <a:pt x="232924" y="443670"/>
                  </a:moveTo>
                  <a:lnTo>
                    <a:pt x="226345" y="446380"/>
                  </a:lnTo>
                  <a:lnTo>
                    <a:pt x="234477" y="497608"/>
                  </a:lnTo>
                  <a:close/>
                  <a:moveTo>
                    <a:pt x="194817" y="460853"/>
                  </a:moveTo>
                  <a:lnTo>
                    <a:pt x="213654" y="479967"/>
                  </a:lnTo>
                  <a:lnTo>
                    <a:pt x="226345" y="446380"/>
                  </a:lnTo>
                  <a:close/>
                  <a:moveTo>
                    <a:pt x="231172" y="449255"/>
                  </a:moveTo>
                  <a:lnTo>
                    <a:pt x="228286" y="489549"/>
                  </a:lnTo>
                  <a:lnTo>
                    <a:pt x="224508" y="480425"/>
                  </a:lnTo>
                  <a:close/>
                  <a:moveTo>
                    <a:pt x="194817" y="460853"/>
                  </a:moveTo>
                  <a:lnTo>
                    <a:pt x="226345" y="446380"/>
                  </a:lnTo>
                  <a:lnTo>
                    <a:pt x="170996" y="445053"/>
                  </a:lnTo>
                  <a:close/>
                  <a:moveTo>
                    <a:pt x="170996" y="445053"/>
                  </a:moveTo>
                  <a:lnTo>
                    <a:pt x="226345" y="446380"/>
                  </a:lnTo>
                  <a:lnTo>
                    <a:pt x="228722" y="440096"/>
                  </a:lnTo>
                  <a:close/>
                  <a:moveTo>
                    <a:pt x="226345" y="446380"/>
                  </a:moveTo>
                  <a:lnTo>
                    <a:pt x="232924" y="443670"/>
                  </a:lnTo>
                  <a:lnTo>
                    <a:pt x="245039" y="413523"/>
                  </a:lnTo>
                  <a:close/>
                  <a:moveTo>
                    <a:pt x="231172" y="449255"/>
                  </a:moveTo>
                  <a:lnTo>
                    <a:pt x="224508" y="480425"/>
                  </a:lnTo>
                  <a:lnTo>
                    <a:pt x="231206" y="442428"/>
                  </a:lnTo>
                  <a:close/>
                  <a:moveTo>
                    <a:pt x="232924" y="443670"/>
                  </a:moveTo>
                  <a:lnTo>
                    <a:pt x="231172" y="449255"/>
                  </a:lnTo>
                  <a:lnTo>
                    <a:pt x="231206" y="442428"/>
                  </a:lnTo>
                  <a:close/>
                  <a:moveTo>
                    <a:pt x="257017" y="421310"/>
                  </a:moveTo>
                  <a:lnTo>
                    <a:pt x="232924" y="443670"/>
                  </a:lnTo>
                  <a:lnTo>
                    <a:pt x="231206" y="442428"/>
                  </a:lnTo>
                  <a:close/>
                  <a:moveTo>
                    <a:pt x="544932" y="629833"/>
                  </a:moveTo>
                  <a:lnTo>
                    <a:pt x="554816" y="612650"/>
                  </a:lnTo>
                  <a:lnTo>
                    <a:pt x="547156" y="593078"/>
                  </a:lnTo>
                  <a:close/>
                  <a:moveTo>
                    <a:pt x="270639" y="281855"/>
                  </a:moveTo>
                  <a:lnTo>
                    <a:pt x="238051" y="257874"/>
                  </a:lnTo>
                  <a:lnTo>
                    <a:pt x="234357" y="262283"/>
                  </a:lnTo>
                  <a:close/>
                  <a:moveTo>
                    <a:pt x="270639" y="281855"/>
                  </a:moveTo>
                  <a:lnTo>
                    <a:pt x="234357" y="262283"/>
                  </a:lnTo>
                  <a:lnTo>
                    <a:pt x="245915" y="299038"/>
                  </a:lnTo>
                  <a:close/>
                  <a:moveTo>
                    <a:pt x="615482" y="521956"/>
                  </a:moveTo>
                  <a:lnTo>
                    <a:pt x="580983" y="500275"/>
                  </a:lnTo>
                  <a:lnTo>
                    <a:pt x="557764" y="509672"/>
                  </a:lnTo>
                  <a:close/>
                  <a:moveTo>
                    <a:pt x="563640" y="485201"/>
                  </a:moveTo>
                  <a:lnTo>
                    <a:pt x="557764" y="509672"/>
                  </a:lnTo>
                  <a:lnTo>
                    <a:pt x="580983" y="500275"/>
                  </a:lnTo>
                  <a:close/>
                  <a:moveTo>
                    <a:pt x="563640" y="485201"/>
                  </a:moveTo>
                  <a:lnTo>
                    <a:pt x="550923" y="502385"/>
                  </a:lnTo>
                  <a:lnTo>
                    <a:pt x="557764" y="509672"/>
                  </a:lnTo>
                  <a:close/>
                  <a:moveTo>
                    <a:pt x="537266" y="465630"/>
                  </a:moveTo>
                  <a:lnTo>
                    <a:pt x="550923" y="502385"/>
                  </a:lnTo>
                  <a:lnTo>
                    <a:pt x="563640" y="485201"/>
                  </a:lnTo>
                  <a:close/>
                  <a:moveTo>
                    <a:pt x="537266" y="465630"/>
                  </a:moveTo>
                  <a:lnTo>
                    <a:pt x="563640" y="485201"/>
                  </a:lnTo>
                  <a:lnTo>
                    <a:pt x="535954" y="448446"/>
                  </a:lnTo>
                  <a:close/>
                  <a:moveTo>
                    <a:pt x="682432" y="534216"/>
                  </a:moveTo>
                  <a:lnTo>
                    <a:pt x="694562" y="541528"/>
                  </a:lnTo>
                  <a:lnTo>
                    <a:pt x="660106" y="516522"/>
                  </a:lnTo>
                  <a:close/>
                  <a:moveTo>
                    <a:pt x="630124" y="469061"/>
                  </a:moveTo>
                  <a:lnTo>
                    <a:pt x="615482" y="521956"/>
                  </a:lnTo>
                  <a:lnTo>
                    <a:pt x="624100" y="518706"/>
                  </a:lnTo>
                  <a:close/>
                  <a:moveTo>
                    <a:pt x="585269" y="468018"/>
                  </a:moveTo>
                  <a:lnTo>
                    <a:pt x="563640" y="485201"/>
                  </a:lnTo>
                  <a:lnTo>
                    <a:pt x="580983" y="500275"/>
                  </a:lnTo>
                  <a:close/>
                  <a:moveTo>
                    <a:pt x="585269" y="468018"/>
                  </a:moveTo>
                  <a:lnTo>
                    <a:pt x="535954" y="448446"/>
                  </a:lnTo>
                  <a:lnTo>
                    <a:pt x="563640" y="485201"/>
                  </a:lnTo>
                  <a:close/>
                  <a:moveTo>
                    <a:pt x="691140" y="487590"/>
                  </a:moveTo>
                  <a:lnTo>
                    <a:pt x="685070" y="450835"/>
                  </a:lnTo>
                  <a:lnTo>
                    <a:pt x="685332" y="451266"/>
                  </a:lnTo>
                  <a:close/>
                  <a:moveTo>
                    <a:pt x="886204" y="489978"/>
                  </a:moveTo>
                  <a:lnTo>
                    <a:pt x="900984" y="536046"/>
                  </a:lnTo>
                  <a:lnTo>
                    <a:pt x="923213" y="522949"/>
                  </a:lnTo>
                  <a:close/>
                  <a:moveTo>
                    <a:pt x="886204" y="489978"/>
                  </a:moveTo>
                  <a:lnTo>
                    <a:pt x="867601" y="507161"/>
                  </a:lnTo>
                  <a:lnTo>
                    <a:pt x="900984" y="536046"/>
                  </a:lnTo>
                  <a:close/>
                  <a:moveTo>
                    <a:pt x="778746" y="379713"/>
                  </a:moveTo>
                  <a:lnTo>
                    <a:pt x="754048" y="360405"/>
                  </a:lnTo>
                  <a:lnTo>
                    <a:pt x="753173" y="360141"/>
                  </a:lnTo>
                  <a:close/>
                  <a:moveTo>
                    <a:pt x="613490" y="112404"/>
                  </a:moveTo>
                  <a:lnTo>
                    <a:pt x="580068" y="85673"/>
                  </a:lnTo>
                  <a:lnTo>
                    <a:pt x="557111" y="122397"/>
                  </a:lnTo>
                  <a:close/>
                  <a:moveTo>
                    <a:pt x="929764" y="526733"/>
                  </a:moveTo>
                  <a:lnTo>
                    <a:pt x="959293" y="509550"/>
                  </a:lnTo>
                  <a:lnTo>
                    <a:pt x="923213" y="522949"/>
                  </a:lnTo>
                  <a:close/>
                  <a:moveTo>
                    <a:pt x="923213" y="522949"/>
                  </a:moveTo>
                  <a:lnTo>
                    <a:pt x="918157" y="472795"/>
                  </a:lnTo>
                  <a:lnTo>
                    <a:pt x="886204" y="489978"/>
                  </a:lnTo>
                  <a:close/>
                  <a:moveTo>
                    <a:pt x="878773" y="481371"/>
                  </a:moveTo>
                  <a:lnTo>
                    <a:pt x="853874" y="440256"/>
                  </a:lnTo>
                  <a:lnTo>
                    <a:pt x="860909" y="453223"/>
                  </a:lnTo>
                  <a:close/>
                  <a:moveTo>
                    <a:pt x="797875" y="289020"/>
                  </a:moveTo>
                  <a:lnTo>
                    <a:pt x="815365" y="337323"/>
                  </a:lnTo>
                  <a:lnTo>
                    <a:pt x="825643" y="311095"/>
                  </a:lnTo>
                  <a:close/>
                  <a:moveTo>
                    <a:pt x="795206" y="342958"/>
                  </a:moveTo>
                  <a:lnTo>
                    <a:pt x="815365" y="337323"/>
                  </a:lnTo>
                  <a:lnTo>
                    <a:pt x="797875" y="289020"/>
                  </a:lnTo>
                  <a:close/>
                  <a:moveTo>
                    <a:pt x="614798" y="68490"/>
                  </a:moveTo>
                  <a:lnTo>
                    <a:pt x="613490" y="112404"/>
                  </a:lnTo>
                  <a:lnTo>
                    <a:pt x="627904" y="70087"/>
                  </a:lnTo>
                  <a:close/>
                  <a:moveTo>
                    <a:pt x="614798" y="68490"/>
                  </a:moveTo>
                  <a:lnTo>
                    <a:pt x="580068" y="85673"/>
                  </a:lnTo>
                  <a:lnTo>
                    <a:pt x="613490" y="112404"/>
                  </a:lnTo>
                  <a:close/>
                  <a:moveTo>
                    <a:pt x="614798" y="68490"/>
                  </a:moveTo>
                  <a:lnTo>
                    <a:pt x="595851" y="48918"/>
                  </a:lnTo>
                  <a:lnTo>
                    <a:pt x="580068" y="85673"/>
                  </a:lnTo>
                  <a:close/>
                  <a:moveTo>
                    <a:pt x="627904" y="70087"/>
                  </a:moveTo>
                  <a:lnTo>
                    <a:pt x="613490" y="112404"/>
                  </a:lnTo>
                  <a:lnTo>
                    <a:pt x="669529" y="101139"/>
                  </a:lnTo>
                  <a:close/>
                  <a:moveTo>
                    <a:pt x="985520" y="438911"/>
                  </a:moveTo>
                  <a:lnTo>
                    <a:pt x="951097" y="436040"/>
                  </a:lnTo>
                  <a:lnTo>
                    <a:pt x="952261" y="459193"/>
                  </a:lnTo>
                  <a:close/>
                  <a:moveTo>
                    <a:pt x="825388" y="271836"/>
                  </a:moveTo>
                  <a:lnTo>
                    <a:pt x="797875" y="289020"/>
                  </a:lnTo>
                  <a:lnTo>
                    <a:pt x="825643" y="311095"/>
                  </a:lnTo>
                  <a:close/>
                  <a:moveTo>
                    <a:pt x="676687" y="105245"/>
                  </a:moveTo>
                  <a:lnTo>
                    <a:pt x="722680" y="90014"/>
                  </a:lnTo>
                  <a:lnTo>
                    <a:pt x="669529" y="101139"/>
                  </a:lnTo>
                  <a:close/>
                  <a:moveTo>
                    <a:pt x="669529" y="101139"/>
                  </a:moveTo>
                  <a:lnTo>
                    <a:pt x="722680" y="90014"/>
                  </a:lnTo>
                  <a:lnTo>
                    <a:pt x="724505" y="85902"/>
                  </a:lnTo>
                  <a:close/>
                  <a:moveTo>
                    <a:pt x="669529" y="101139"/>
                  </a:moveTo>
                  <a:lnTo>
                    <a:pt x="724505" y="85902"/>
                  </a:lnTo>
                  <a:lnTo>
                    <a:pt x="683478" y="57085"/>
                  </a:lnTo>
                  <a:close/>
                  <a:moveTo>
                    <a:pt x="629291" y="67015"/>
                  </a:moveTo>
                  <a:lnTo>
                    <a:pt x="614798" y="68490"/>
                  </a:lnTo>
                  <a:lnTo>
                    <a:pt x="627904" y="70087"/>
                  </a:lnTo>
                  <a:close/>
                  <a:moveTo>
                    <a:pt x="627904" y="70087"/>
                  </a:moveTo>
                  <a:lnTo>
                    <a:pt x="674016" y="51306"/>
                  </a:lnTo>
                  <a:lnTo>
                    <a:pt x="629291" y="67015"/>
                  </a:lnTo>
                  <a:close/>
                  <a:moveTo>
                    <a:pt x="669529" y="101139"/>
                  </a:moveTo>
                  <a:lnTo>
                    <a:pt x="683478" y="57085"/>
                  </a:lnTo>
                  <a:lnTo>
                    <a:pt x="627904" y="70087"/>
                  </a:lnTo>
                  <a:close/>
                  <a:moveTo>
                    <a:pt x="883080" y="181143"/>
                  </a:moveTo>
                  <a:lnTo>
                    <a:pt x="916039" y="220158"/>
                  </a:lnTo>
                  <a:lnTo>
                    <a:pt x="917432" y="212709"/>
                  </a:lnTo>
                  <a:close/>
                  <a:moveTo>
                    <a:pt x="883080" y="181143"/>
                  </a:moveTo>
                  <a:lnTo>
                    <a:pt x="873916" y="174588"/>
                  </a:lnTo>
                  <a:lnTo>
                    <a:pt x="853488" y="194419"/>
                  </a:lnTo>
                  <a:close/>
                  <a:moveTo>
                    <a:pt x="847132" y="144388"/>
                  </a:moveTo>
                  <a:lnTo>
                    <a:pt x="853488" y="194419"/>
                  </a:lnTo>
                  <a:lnTo>
                    <a:pt x="873916" y="174588"/>
                  </a:lnTo>
                  <a:close/>
                  <a:moveTo>
                    <a:pt x="826161" y="120617"/>
                  </a:moveTo>
                  <a:lnTo>
                    <a:pt x="804596" y="122342"/>
                  </a:lnTo>
                  <a:lnTo>
                    <a:pt x="847132" y="144388"/>
                  </a:lnTo>
                  <a:close/>
                  <a:moveTo>
                    <a:pt x="760248" y="34123"/>
                  </a:moveTo>
                  <a:lnTo>
                    <a:pt x="724505" y="85902"/>
                  </a:lnTo>
                  <a:lnTo>
                    <a:pt x="736809" y="88061"/>
                  </a:lnTo>
                  <a:close/>
                  <a:moveTo>
                    <a:pt x="760248" y="34123"/>
                  </a:moveTo>
                  <a:lnTo>
                    <a:pt x="736809" y="88061"/>
                  </a:lnTo>
                  <a:lnTo>
                    <a:pt x="763246" y="70878"/>
                  </a:lnTo>
                  <a:close/>
                  <a:moveTo>
                    <a:pt x="686950" y="47227"/>
                  </a:moveTo>
                  <a:lnTo>
                    <a:pt x="644505" y="35947"/>
                  </a:lnTo>
                  <a:lnTo>
                    <a:pt x="674016" y="51306"/>
                  </a:lnTo>
                  <a:close/>
                  <a:moveTo>
                    <a:pt x="686950" y="47227"/>
                  </a:moveTo>
                  <a:lnTo>
                    <a:pt x="713559" y="7936"/>
                  </a:lnTo>
                  <a:lnTo>
                    <a:pt x="685877" y="3352"/>
                  </a:lnTo>
                  <a:close/>
                  <a:moveTo>
                    <a:pt x="685877" y="3352"/>
                  </a:moveTo>
                  <a:lnTo>
                    <a:pt x="701529" y="0"/>
                  </a:lnTo>
                  <a:lnTo>
                    <a:pt x="669229" y="3809"/>
                  </a:lnTo>
                  <a:close/>
                  <a:moveTo>
                    <a:pt x="685877" y="3352"/>
                  </a:moveTo>
                  <a:lnTo>
                    <a:pt x="713559" y="7936"/>
                  </a:lnTo>
                  <a:lnTo>
                    <a:pt x="701529" y="0"/>
                  </a:lnTo>
                  <a:close/>
                  <a:moveTo>
                    <a:pt x="883080" y="181143"/>
                  </a:moveTo>
                  <a:lnTo>
                    <a:pt x="917432" y="212709"/>
                  </a:lnTo>
                  <a:lnTo>
                    <a:pt x="929491" y="164475"/>
                  </a:lnTo>
                  <a:close/>
                  <a:moveTo>
                    <a:pt x="885121" y="128711"/>
                  </a:moveTo>
                  <a:lnTo>
                    <a:pt x="873916" y="174588"/>
                  </a:lnTo>
                  <a:lnTo>
                    <a:pt x="908547" y="127205"/>
                  </a:lnTo>
                  <a:close/>
                  <a:moveTo>
                    <a:pt x="873916" y="174588"/>
                  </a:moveTo>
                  <a:lnTo>
                    <a:pt x="883080" y="181143"/>
                  </a:lnTo>
                  <a:lnTo>
                    <a:pt x="908547" y="127205"/>
                  </a:lnTo>
                  <a:close/>
                  <a:moveTo>
                    <a:pt x="908547" y="127205"/>
                  </a:moveTo>
                  <a:lnTo>
                    <a:pt x="883080" y="181143"/>
                  </a:lnTo>
                  <a:lnTo>
                    <a:pt x="927081" y="152581"/>
                  </a:lnTo>
                  <a:close/>
                  <a:moveTo>
                    <a:pt x="847132" y="144388"/>
                  </a:moveTo>
                  <a:lnTo>
                    <a:pt x="873916" y="174588"/>
                  </a:lnTo>
                  <a:lnTo>
                    <a:pt x="885121" y="128711"/>
                  </a:lnTo>
                  <a:close/>
                  <a:moveTo>
                    <a:pt x="841481" y="92355"/>
                  </a:moveTo>
                  <a:lnTo>
                    <a:pt x="826161" y="120617"/>
                  </a:lnTo>
                  <a:lnTo>
                    <a:pt x="850694" y="90450"/>
                  </a:lnTo>
                  <a:close/>
                  <a:moveTo>
                    <a:pt x="826161" y="120617"/>
                  </a:moveTo>
                  <a:lnTo>
                    <a:pt x="847132" y="144388"/>
                  </a:lnTo>
                  <a:lnTo>
                    <a:pt x="850694" y="90450"/>
                  </a:lnTo>
                  <a:close/>
                  <a:moveTo>
                    <a:pt x="850694" y="90450"/>
                  </a:moveTo>
                  <a:lnTo>
                    <a:pt x="847132" y="144388"/>
                  </a:lnTo>
                  <a:lnTo>
                    <a:pt x="883836" y="115467"/>
                  </a:lnTo>
                  <a:close/>
                  <a:moveTo>
                    <a:pt x="883836" y="115467"/>
                  </a:moveTo>
                  <a:lnTo>
                    <a:pt x="847132" y="144388"/>
                  </a:lnTo>
                  <a:lnTo>
                    <a:pt x="885121" y="128711"/>
                  </a:lnTo>
                  <a:close/>
                  <a:moveTo>
                    <a:pt x="811241" y="107633"/>
                  </a:moveTo>
                  <a:lnTo>
                    <a:pt x="826161" y="120617"/>
                  </a:lnTo>
                  <a:lnTo>
                    <a:pt x="841481" y="92355"/>
                  </a:lnTo>
                  <a:close/>
                  <a:moveTo>
                    <a:pt x="811241" y="107633"/>
                  </a:moveTo>
                  <a:lnTo>
                    <a:pt x="841481" y="92355"/>
                  </a:lnTo>
                  <a:lnTo>
                    <a:pt x="783510" y="85729"/>
                  </a:lnTo>
                  <a:close/>
                  <a:moveTo>
                    <a:pt x="783510" y="85729"/>
                  </a:moveTo>
                  <a:lnTo>
                    <a:pt x="841481" y="92355"/>
                  </a:lnTo>
                  <a:lnTo>
                    <a:pt x="843349" y="8866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11" name="Input_density__50">
              <a:extLst>
                <a:ext uri="{FF2B5EF4-FFF2-40B4-BE49-F238E27FC236}">
                  <a16:creationId xmlns:a16="http://schemas.microsoft.com/office/drawing/2014/main" id="{0A405547-7ADE-4546-2FDC-5008ECDC4FF7}"/>
                </a:ext>
              </a:extLst>
            </p:cNvPr>
            <p:cNvSpPr>
              <a:spLocks noGrp="1"/>
            </p:cNvSpPr>
            <p:nvPr/>
          </p:nvSpPr>
          <p:spPr>
            <a:xfrm>
              <a:off x="935448" y="2354192"/>
              <a:ext cx="963616" cy="828508"/>
            </a:xfrm>
            <a:custGeom>
              <a:avLst/>
              <a:gdLst/>
              <a:ahLst/>
              <a:cxnLst/>
              <a:rect l="0" t="0" r="0" b="0"/>
              <a:pathLst>
                <a:path w="963616" h="828508">
                  <a:moveTo>
                    <a:pt x="14844" y="458051"/>
                  </a:moveTo>
                  <a:lnTo>
                    <a:pt x="4324" y="421296"/>
                  </a:lnTo>
                  <a:lnTo>
                    <a:pt x="0" y="475235"/>
                  </a:lnTo>
                  <a:close/>
                  <a:moveTo>
                    <a:pt x="352640" y="825601"/>
                  </a:moveTo>
                  <a:lnTo>
                    <a:pt x="381139" y="812067"/>
                  </a:lnTo>
                  <a:lnTo>
                    <a:pt x="378206" y="808418"/>
                  </a:lnTo>
                  <a:close/>
                  <a:moveTo>
                    <a:pt x="4324" y="421296"/>
                  </a:moveTo>
                  <a:lnTo>
                    <a:pt x="25903" y="440868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4324" y="421296"/>
                  </a:lnTo>
                  <a:lnTo>
                    <a:pt x="17258" y="404113"/>
                  </a:lnTo>
                  <a:close/>
                  <a:moveTo>
                    <a:pt x="31572" y="377126"/>
                  </a:moveTo>
                  <a:lnTo>
                    <a:pt x="13183" y="404584"/>
                  </a:lnTo>
                  <a:lnTo>
                    <a:pt x="4324" y="421296"/>
                  </a:lnTo>
                  <a:close/>
                  <a:moveTo>
                    <a:pt x="378206" y="808418"/>
                  </a:moveTo>
                  <a:lnTo>
                    <a:pt x="381139" y="812067"/>
                  </a:lnTo>
                  <a:lnTo>
                    <a:pt x="381602" y="807248"/>
                  </a:lnTo>
                  <a:close/>
                  <a:moveTo>
                    <a:pt x="352225" y="771663"/>
                  </a:moveTo>
                  <a:lnTo>
                    <a:pt x="381602" y="807248"/>
                  </a:lnTo>
                  <a:lnTo>
                    <a:pt x="380661" y="763266"/>
                  </a:lnTo>
                  <a:close/>
                  <a:moveTo>
                    <a:pt x="352225" y="771663"/>
                  </a:moveTo>
                  <a:lnTo>
                    <a:pt x="378206" y="808418"/>
                  </a:lnTo>
                  <a:lnTo>
                    <a:pt x="381602" y="807248"/>
                  </a:lnTo>
                  <a:close/>
                  <a:moveTo>
                    <a:pt x="428495" y="796213"/>
                  </a:moveTo>
                  <a:lnTo>
                    <a:pt x="381139" y="812067"/>
                  </a:lnTo>
                  <a:lnTo>
                    <a:pt x="418856" y="828508"/>
                  </a:lnTo>
                  <a:close/>
                  <a:moveTo>
                    <a:pt x="428495" y="796213"/>
                  </a:moveTo>
                  <a:lnTo>
                    <a:pt x="381602" y="807248"/>
                  </a:lnTo>
                  <a:lnTo>
                    <a:pt x="381139" y="812067"/>
                  </a:lnTo>
                  <a:close/>
                  <a:moveTo>
                    <a:pt x="381602" y="807248"/>
                  </a:moveTo>
                  <a:lnTo>
                    <a:pt x="428495" y="796213"/>
                  </a:lnTo>
                  <a:lnTo>
                    <a:pt x="419966" y="758400"/>
                  </a:lnTo>
                  <a:close/>
                  <a:moveTo>
                    <a:pt x="381602" y="807248"/>
                  </a:moveTo>
                  <a:lnTo>
                    <a:pt x="419966" y="758400"/>
                  </a:lnTo>
                  <a:lnTo>
                    <a:pt x="380661" y="763266"/>
                  </a:lnTo>
                  <a:close/>
                  <a:moveTo>
                    <a:pt x="418856" y="828508"/>
                  </a:moveTo>
                  <a:lnTo>
                    <a:pt x="444904" y="791234"/>
                  </a:lnTo>
                  <a:lnTo>
                    <a:pt x="428495" y="796213"/>
                  </a:lnTo>
                  <a:close/>
                  <a:moveTo>
                    <a:pt x="444904" y="791234"/>
                  </a:moveTo>
                  <a:lnTo>
                    <a:pt x="453619" y="754479"/>
                  </a:lnTo>
                  <a:lnTo>
                    <a:pt x="428495" y="796213"/>
                  </a:lnTo>
                  <a:close/>
                  <a:moveTo>
                    <a:pt x="453619" y="754479"/>
                  </a:moveTo>
                  <a:lnTo>
                    <a:pt x="419966" y="758400"/>
                  </a:lnTo>
                  <a:lnTo>
                    <a:pt x="428495" y="796213"/>
                  </a:lnTo>
                  <a:close/>
                  <a:moveTo>
                    <a:pt x="380661" y="763266"/>
                  </a:moveTo>
                  <a:lnTo>
                    <a:pt x="419966" y="758400"/>
                  </a:lnTo>
                  <a:lnTo>
                    <a:pt x="380520" y="718633"/>
                  </a:lnTo>
                  <a:close/>
                  <a:moveTo>
                    <a:pt x="49989" y="349778"/>
                  </a:moveTo>
                  <a:lnTo>
                    <a:pt x="49242" y="350868"/>
                  </a:lnTo>
                  <a:lnTo>
                    <a:pt x="49731" y="350174"/>
                  </a:lnTo>
                  <a:close/>
                  <a:moveTo>
                    <a:pt x="49989" y="349778"/>
                  </a:moveTo>
                  <a:lnTo>
                    <a:pt x="52642" y="350174"/>
                  </a:lnTo>
                  <a:lnTo>
                    <a:pt x="49242" y="350868"/>
                  </a:lnTo>
                  <a:close/>
                  <a:moveTo>
                    <a:pt x="444904" y="791234"/>
                  </a:moveTo>
                  <a:lnTo>
                    <a:pt x="440789" y="786218"/>
                  </a:lnTo>
                  <a:lnTo>
                    <a:pt x="453619" y="754479"/>
                  </a:lnTo>
                  <a:close/>
                  <a:moveTo>
                    <a:pt x="93574" y="332991"/>
                  </a:moveTo>
                  <a:lnTo>
                    <a:pt x="92823" y="342525"/>
                  </a:lnTo>
                  <a:lnTo>
                    <a:pt x="87170" y="364216"/>
                  </a:lnTo>
                  <a:close/>
                  <a:moveTo>
                    <a:pt x="50763" y="349632"/>
                  </a:moveTo>
                  <a:lnTo>
                    <a:pt x="52642" y="350174"/>
                  </a:lnTo>
                  <a:lnTo>
                    <a:pt x="49989" y="349778"/>
                  </a:lnTo>
                  <a:close/>
                  <a:moveTo>
                    <a:pt x="551480" y="592664"/>
                  </a:moveTo>
                  <a:lnTo>
                    <a:pt x="583334" y="588692"/>
                  </a:lnTo>
                  <a:lnTo>
                    <a:pt x="564749" y="587717"/>
                  </a:lnTo>
                  <a:close/>
                  <a:moveTo>
                    <a:pt x="564749" y="587717"/>
                  </a:moveTo>
                  <a:lnTo>
                    <a:pt x="583334" y="588692"/>
                  </a:lnTo>
                  <a:lnTo>
                    <a:pt x="617418" y="591551"/>
                  </a:lnTo>
                  <a:close/>
                  <a:moveTo>
                    <a:pt x="638136" y="572804"/>
                  </a:moveTo>
                  <a:lnTo>
                    <a:pt x="617418" y="591551"/>
                  </a:lnTo>
                  <a:lnTo>
                    <a:pt x="583334" y="588692"/>
                  </a:lnTo>
                  <a:close/>
                  <a:moveTo>
                    <a:pt x="617418" y="591551"/>
                  </a:moveTo>
                  <a:lnTo>
                    <a:pt x="638136" y="572804"/>
                  </a:lnTo>
                  <a:lnTo>
                    <a:pt x="620346" y="575481"/>
                  </a:lnTo>
                  <a:close/>
                  <a:moveTo>
                    <a:pt x="638136" y="572804"/>
                  </a:moveTo>
                  <a:lnTo>
                    <a:pt x="639287" y="558298"/>
                  </a:lnTo>
                  <a:lnTo>
                    <a:pt x="620346" y="575481"/>
                  </a:lnTo>
                  <a:close/>
                  <a:moveTo>
                    <a:pt x="620346" y="575481"/>
                  </a:moveTo>
                  <a:lnTo>
                    <a:pt x="639287" y="558298"/>
                  </a:lnTo>
                  <a:lnTo>
                    <a:pt x="611378" y="568971"/>
                  </a:lnTo>
                  <a:close/>
                  <a:moveTo>
                    <a:pt x="639287" y="558298"/>
                  </a:moveTo>
                  <a:lnTo>
                    <a:pt x="629190" y="539355"/>
                  </a:lnTo>
                  <a:lnTo>
                    <a:pt x="611378" y="568971"/>
                  </a:lnTo>
                  <a:close/>
                  <a:moveTo>
                    <a:pt x="619805" y="521543"/>
                  </a:moveTo>
                  <a:lnTo>
                    <a:pt x="611378" y="568971"/>
                  </a:lnTo>
                  <a:lnTo>
                    <a:pt x="629190" y="539355"/>
                  </a:lnTo>
                  <a:close/>
                  <a:moveTo>
                    <a:pt x="638136" y="572804"/>
                  </a:moveTo>
                  <a:lnTo>
                    <a:pt x="658883" y="583023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9414" y="577869"/>
                  </a:lnTo>
                  <a:lnTo>
                    <a:pt x="671145" y="541114"/>
                  </a:lnTo>
                  <a:close/>
                  <a:moveTo>
                    <a:pt x="671145" y="541114"/>
                  </a:moveTo>
                  <a:lnTo>
                    <a:pt x="686756" y="533802"/>
                  </a:lnTo>
                  <a:lnTo>
                    <a:pt x="639287" y="558298"/>
                  </a:lnTo>
                  <a:close/>
                  <a:moveTo>
                    <a:pt x="639287" y="558298"/>
                  </a:moveTo>
                  <a:lnTo>
                    <a:pt x="686756" y="533802"/>
                  </a:lnTo>
                  <a:lnTo>
                    <a:pt x="628423" y="518292"/>
                  </a:lnTo>
                  <a:close/>
                  <a:moveTo>
                    <a:pt x="628423" y="518292"/>
                  </a:moveTo>
                  <a:lnTo>
                    <a:pt x="686756" y="533802"/>
                  </a:lnTo>
                  <a:lnTo>
                    <a:pt x="664430" y="516108"/>
                  </a:lnTo>
                  <a:close/>
                  <a:moveTo>
                    <a:pt x="639287" y="558298"/>
                  </a:moveTo>
                  <a:lnTo>
                    <a:pt x="628423" y="518292"/>
                  </a:lnTo>
                  <a:lnTo>
                    <a:pt x="629190" y="539355"/>
                  </a:lnTo>
                  <a:close/>
                  <a:moveTo>
                    <a:pt x="619805" y="521543"/>
                  </a:moveTo>
                  <a:lnTo>
                    <a:pt x="629190" y="539355"/>
                  </a:lnTo>
                  <a:lnTo>
                    <a:pt x="628423" y="518292"/>
                  </a:lnTo>
                  <a:close/>
                  <a:moveTo>
                    <a:pt x="689900" y="449349"/>
                  </a:moveTo>
                  <a:lnTo>
                    <a:pt x="689656" y="450853"/>
                  </a:lnTo>
                  <a:lnTo>
                    <a:pt x="689394" y="450421"/>
                  </a:lnTo>
                  <a:close/>
                  <a:moveTo>
                    <a:pt x="883096" y="480957"/>
                  </a:moveTo>
                  <a:lnTo>
                    <a:pt x="857047" y="467866"/>
                  </a:lnTo>
                  <a:lnTo>
                    <a:pt x="890528" y="489564"/>
                  </a:lnTo>
                  <a:close/>
                  <a:moveTo>
                    <a:pt x="865232" y="452809"/>
                  </a:moveTo>
                  <a:lnTo>
                    <a:pt x="857047" y="467866"/>
                  </a:lnTo>
                  <a:lnTo>
                    <a:pt x="883096" y="480957"/>
                  </a:lnTo>
                  <a:close/>
                  <a:moveTo>
                    <a:pt x="963616" y="509136"/>
                  </a:moveTo>
                  <a:lnTo>
                    <a:pt x="946111" y="495773"/>
                  </a:lnTo>
                  <a:lnTo>
                    <a:pt x="927537" y="522535"/>
                  </a:lnTo>
                  <a:close/>
                  <a:moveTo>
                    <a:pt x="946111" y="495773"/>
                  </a:moveTo>
                  <a:lnTo>
                    <a:pt x="922480" y="472381"/>
                  </a:lnTo>
                  <a:lnTo>
                    <a:pt x="927537" y="522535"/>
                  </a:lnTo>
                  <a:close/>
                  <a:moveTo>
                    <a:pt x="890528" y="489564"/>
                  </a:moveTo>
                  <a:lnTo>
                    <a:pt x="922480" y="472381"/>
                  </a:lnTo>
                  <a:lnTo>
                    <a:pt x="883096" y="480957"/>
                  </a:lnTo>
                  <a:close/>
                  <a:moveTo>
                    <a:pt x="687802" y="56672"/>
                  </a:moveTo>
                  <a:lnTo>
                    <a:pt x="678340" y="50893"/>
                  </a:lnTo>
                  <a:lnTo>
                    <a:pt x="632228" y="69673"/>
                  </a:lnTo>
                  <a:close/>
                  <a:moveTo>
                    <a:pt x="736820" y="36874"/>
                  </a:moveTo>
                  <a:lnTo>
                    <a:pt x="728829" y="85488"/>
                  </a:lnTo>
                  <a:lnTo>
                    <a:pt x="764571" y="33709"/>
                  </a:lnTo>
                  <a:close/>
                  <a:moveTo>
                    <a:pt x="678340" y="50893"/>
                  </a:moveTo>
                  <a:lnTo>
                    <a:pt x="687802" y="56672"/>
                  </a:lnTo>
                  <a:lnTo>
                    <a:pt x="691274" y="46813"/>
                  </a:lnTo>
                  <a:close/>
                  <a:moveTo>
                    <a:pt x="736820" y="36874"/>
                  </a:moveTo>
                  <a:lnTo>
                    <a:pt x="687802" y="56672"/>
                  </a:lnTo>
                  <a:lnTo>
                    <a:pt x="728829" y="85488"/>
                  </a:lnTo>
                  <a:close/>
                  <a:moveTo>
                    <a:pt x="736820" y="36874"/>
                  </a:moveTo>
                  <a:lnTo>
                    <a:pt x="691274" y="46813"/>
                  </a:lnTo>
                  <a:lnTo>
                    <a:pt x="687802" y="56672"/>
                  </a:lnTo>
                  <a:close/>
                  <a:moveTo>
                    <a:pt x="691274" y="46813"/>
                  </a:moveTo>
                  <a:lnTo>
                    <a:pt x="736820" y="36874"/>
                  </a:lnTo>
                  <a:lnTo>
                    <a:pt x="717883" y="7522"/>
                  </a:lnTo>
                  <a:close/>
                  <a:moveTo>
                    <a:pt x="736820" y="36874"/>
                  </a:moveTo>
                  <a:lnTo>
                    <a:pt x="769750" y="17702"/>
                  </a:lnTo>
                  <a:lnTo>
                    <a:pt x="753826" y="5389"/>
                  </a:lnTo>
                  <a:close/>
                  <a:moveTo>
                    <a:pt x="736820" y="36874"/>
                  </a:moveTo>
                  <a:lnTo>
                    <a:pt x="753826" y="5389"/>
                  </a:lnTo>
                  <a:lnTo>
                    <a:pt x="717883" y="7522"/>
                  </a:lnTo>
                  <a:close/>
                  <a:moveTo>
                    <a:pt x="769750" y="17702"/>
                  </a:moveTo>
                  <a:lnTo>
                    <a:pt x="764571" y="33709"/>
                  </a:lnTo>
                  <a:lnTo>
                    <a:pt x="757428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12" name="Input_density__51">
              <a:extLst>
                <a:ext uri="{FF2B5EF4-FFF2-40B4-BE49-F238E27FC236}">
                  <a16:creationId xmlns:a16="http://schemas.microsoft.com/office/drawing/2014/main" id="{8D516F67-2C97-DF79-3310-4DF273850D9F}"/>
                </a:ext>
              </a:extLst>
            </p:cNvPr>
            <p:cNvSpPr>
              <a:spLocks noGrp="1"/>
            </p:cNvSpPr>
            <p:nvPr/>
          </p:nvSpPr>
          <p:spPr>
            <a:xfrm>
              <a:off x="961351" y="2301475"/>
              <a:ext cx="894460" cy="753258"/>
            </a:xfrm>
            <a:custGeom>
              <a:avLst/>
              <a:gdLst/>
              <a:ahLst/>
              <a:cxnLst/>
              <a:rect l="0" t="0" r="0" b="0"/>
              <a:pathLst>
                <a:path w="894460" h="753258">
                  <a:moveTo>
                    <a:pt x="0" y="493585"/>
                  </a:moveTo>
                  <a:lnTo>
                    <a:pt x="5390" y="525010"/>
                  </a:lnTo>
                  <a:lnTo>
                    <a:pt x="28617" y="515643"/>
                  </a:lnTo>
                  <a:close/>
                  <a:moveTo>
                    <a:pt x="264864" y="696932"/>
                  </a:moveTo>
                  <a:lnTo>
                    <a:pt x="208692" y="674480"/>
                  </a:lnTo>
                  <a:lnTo>
                    <a:pt x="226567" y="677360"/>
                  </a:lnTo>
                  <a:close/>
                  <a:moveTo>
                    <a:pt x="264864" y="696932"/>
                  </a:moveTo>
                  <a:lnTo>
                    <a:pt x="226567" y="677360"/>
                  </a:lnTo>
                  <a:lnTo>
                    <a:pt x="224048" y="714115"/>
                  </a:lnTo>
                  <a:close/>
                  <a:moveTo>
                    <a:pt x="208692" y="674480"/>
                  </a:moveTo>
                  <a:lnTo>
                    <a:pt x="208501" y="660177"/>
                  </a:lnTo>
                  <a:lnTo>
                    <a:pt x="203398" y="670815"/>
                  </a:lnTo>
                  <a:close/>
                  <a:moveTo>
                    <a:pt x="101686" y="443476"/>
                  </a:moveTo>
                  <a:lnTo>
                    <a:pt x="52643" y="480897"/>
                  </a:lnTo>
                  <a:lnTo>
                    <a:pt x="72159" y="456830"/>
                  </a:lnTo>
                  <a:close/>
                  <a:moveTo>
                    <a:pt x="139664" y="459218"/>
                  </a:moveTo>
                  <a:lnTo>
                    <a:pt x="149417" y="497356"/>
                  </a:lnTo>
                  <a:lnTo>
                    <a:pt x="169593" y="476583"/>
                  </a:lnTo>
                  <a:close/>
                  <a:moveTo>
                    <a:pt x="122131" y="476402"/>
                  </a:moveTo>
                  <a:lnTo>
                    <a:pt x="139664" y="459218"/>
                  </a:lnTo>
                  <a:lnTo>
                    <a:pt x="101686" y="443476"/>
                  </a:lnTo>
                  <a:close/>
                  <a:moveTo>
                    <a:pt x="139664" y="459218"/>
                  </a:moveTo>
                  <a:lnTo>
                    <a:pt x="129722" y="452089"/>
                  </a:lnTo>
                  <a:lnTo>
                    <a:pt x="101686" y="443476"/>
                  </a:lnTo>
                  <a:close/>
                  <a:moveTo>
                    <a:pt x="432772" y="753258"/>
                  </a:moveTo>
                  <a:lnTo>
                    <a:pt x="458481" y="741088"/>
                  </a:lnTo>
                  <a:lnTo>
                    <a:pt x="403955" y="729942"/>
                  </a:lnTo>
                  <a:close/>
                  <a:moveTo>
                    <a:pt x="403955" y="729942"/>
                  </a:moveTo>
                  <a:lnTo>
                    <a:pt x="458481" y="741088"/>
                  </a:lnTo>
                  <a:lnTo>
                    <a:pt x="463837" y="733047"/>
                  </a:lnTo>
                  <a:close/>
                  <a:moveTo>
                    <a:pt x="403955" y="729942"/>
                  </a:moveTo>
                  <a:lnTo>
                    <a:pt x="463837" y="733047"/>
                  </a:lnTo>
                  <a:lnTo>
                    <a:pt x="429975" y="731018"/>
                  </a:lnTo>
                  <a:close/>
                  <a:moveTo>
                    <a:pt x="429975" y="731018"/>
                  </a:moveTo>
                  <a:lnTo>
                    <a:pt x="372547" y="716503"/>
                  </a:lnTo>
                  <a:lnTo>
                    <a:pt x="403955" y="729942"/>
                  </a:lnTo>
                  <a:close/>
                  <a:moveTo>
                    <a:pt x="202039" y="411406"/>
                  </a:moveTo>
                  <a:lnTo>
                    <a:pt x="195993" y="371574"/>
                  </a:lnTo>
                  <a:lnTo>
                    <a:pt x="187042" y="405280"/>
                  </a:lnTo>
                  <a:close/>
                  <a:moveTo>
                    <a:pt x="482725" y="699320"/>
                  </a:moveTo>
                  <a:lnTo>
                    <a:pt x="476943" y="685839"/>
                  </a:lnTo>
                  <a:lnTo>
                    <a:pt x="463837" y="733047"/>
                  </a:lnTo>
                  <a:close/>
                  <a:moveTo>
                    <a:pt x="482725" y="699320"/>
                  </a:moveTo>
                  <a:lnTo>
                    <a:pt x="480217" y="682137"/>
                  </a:lnTo>
                  <a:lnTo>
                    <a:pt x="476943" y="685839"/>
                  </a:lnTo>
                  <a:close/>
                  <a:moveTo>
                    <a:pt x="482725" y="699320"/>
                  </a:moveTo>
                  <a:lnTo>
                    <a:pt x="485255" y="656915"/>
                  </a:lnTo>
                  <a:lnTo>
                    <a:pt x="479548" y="645382"/>
                  </a:lnTo>
                  <a:close/>
                  <a:moveTo>
                    <a:pt x="482725" y="699320"/>
                  </a:moveTo>
                  <a:lnTo>
                    <a:pt x="479548" y="645382"/>
                  </a:lnTo>
                  <a:lnTo>
                    <a:pt x="480217" y="682137"/>
                  </a:lnTo>
                  <a:close/>
                  <a:moveTo>
                    <a:pt x="334342" y="537011"/>
                  </a:moveTo>
                  <a:lnTo>
                    <a:pt x="319215" y="566056"/>
                  </a:lnTo>
                  <a:lnTo>
                    <a:pt x="329956" y="552300"/>
                  </a:lnTo>
                  <a:close/>
                  <a:moveTo>
                    <a:pt x="319177" y="504592"/>
                  </a:moveTo>
                  <a:lnTo>
                    <a:pt x="329956" y="552300"/>
                  </a:lnTo>
                  <a:lnTo>
                    <a:pt x="328708" y="515545"/>
                  </a:lnTo>
                  <a:close/>
                  <a:moveTo>
                    <a:pt x="319177" y="504592"/>
                  </a:moveTo>
                  <a:lnTo>
                    <a:pt x="334342" y="537011"/>
                  </a:lnTo>
                  <a:lnTo>
                    <a:pt x="329956" y="552300"/>
                  </a:lnTo>
                  <a:close/>
                  <a:moveTo>
                    <a:pt x="283643" y="388097"/>
                  </a:moveTo>
                  <a:lnTo>
                    <a:pt x="280052" y="419632"/>
                  </a:lnTo>
                  <a:lnTo>
                    <a:pt x="299704" y="396900"/>
                  </a:lnTo>
                  <a:close/>
                  <a:moveTo>
                    <a:pt x="259939" y="372802"/>
                  </a:moveTo>
                  <a:lnTo>
                    <a:pt x="240621" y="362381"/>
                  </a:lnTo>
                  <a:lnTo>
                    <a:pt x="283643" y="388097"/>
                  </a:lnTo>
                  <a:close/>
                  <a:moveTo>
                    <a:pt x="224336" y="351342"/>
                  </a:moveTo>
                  <a:lnTo>
                    <a:pt x="240621" y="362381"/>
                  </a:lnTo>
                  <a:lnTo>
                    <a:pt x="259939" y="372802"/>
                  </a:lnTo>
                  <a:close/>
                  <a:moveTo>
                    <a:pt x="224336" y="351342"/>
                  </a:moveTo>
                  <a:lnTo>
                    <a:pt x="224532" y="330714"/>
                  </a:lnTo>
                  <a:lnTo>
                    <a:pt x="240621" y="362381"/>
                  </a:lnTo>
                  <a:close/>
                  <a:moveTo>
                    <a:pt x="461786" y="604160"/>
                  </a:moveTo>
                  <a:lnTo>
                    <a:pt x="448535" y="579628"/>
                  </a:lnTo>
                  <a:lnTo>
                    <a:pt x="427389" y="560288"/>
                  </a:lnTo>
                  <a:close/>
                  <a:moveTo>
                    <a:pt x="409612" y="462470"/>
                  </a:moveTo>
                  <a:lnTo>
                    <a:pt x="389568" y="483734"/>
                  </a:lnTo>
                  <a:lnTo>
                    <a:pt x="438801" y="447026"/>
                  </a:lnTo>
                  <a:close/>
                  <a:moveTo>
                    <a:pt x="283643" y="388097"/>
                  </a:moveTo>
                  <a:lnTo>
                    <a:pt x="316706" y="41710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16706" y="417107"/>
                  </a:lnTo>
                  <a:lnTo>
                    <a:pt x="283643" y="388097"/>
                  </a:lnTo>
                  <a:close/>
                  <a:moveTo>
                    <a:pt x="259939" y="372802"/>
                  </a:moveTo>
                  <a:lnTo>
                    <a:pt x="283643" y="388097"/>
                  </a:lnTo>
                  <a:lnTo>
                    <a:pt x="270328" y="382976"/>
                  </a:lnTo>
                  <a:close/>
                  <a:moveTo>
                    <a:pt x="299704" y="396900"/>
                  </a:moveTo>
                  <a:lnTo>
                    <a:pt x="336535" y="410027"/>
                  </a:lnTo>
                  <a:lnTo>
                    <a:pt x="316706" y="417107"/>
                  </a:lnTo>
                  <a:close/>
                  <a:moveTo>
                    <a:pt x="336535" y="410027"/>
                  </a:moveTo>
                  <a:lnTo>
                    <a:pt x="342065" y="423579"/>
                  </a:lnTo>
                  <a:lnTo>
                    <a:pt x="316706" y="417107"/>
                  </a:lnTo>
                  <a:close/>
                  <a:moveTo>
                    <a:pt x="370019" y="439014"/>
                  </a:moveTo>
                  <a:lnTo>
                    <a:pt x="316706" y="417107"/>
                  </a:lnTo>
                  <a:lnTo>
                    <a:pt x="342065" y="423579"/>
                  </a:lnTo>
                  <a:close/>
                  <a:moveTo>
                    <a:pt x="445986" y="438016"/>
                  </a:moveTo>
                  <a:lnTo>
                    <a:pt x="420949" y="431282"/>
                  </a:lnTo>
                  <a:lnTo>
                    <a:pt x="409612" y="462470"/>
                  </a:lnTo>
                  <a:close/>
                  <a:moveTo>
                    <a:pt x="420949" y="431282"/>
                  </a:moveTo>
                  <a:lnTo>
                    <a:pt x="445986" y="438016"/>
                  </a:lnTo>
                  <a:lnTo>
                    <a:pt x="410954" y="394661"/>
                  </a:lnTo>
                  <a:close/>
                  <a:moveTo>
                    <a:pt x="410954" y="394661"/>
                  </a:moveTo>
                  <a:lnTo>
                    <a:pt x="393601" y="364022"/>
                  </a:lnTo>
                  <a:lnTo>
                    <a:pt x="399497" y="390485"/>
                  </a:lnTo>
                  <a:close/>
                  <a:moveTo>
                    <a:pt x="674639" y="638060"/>
                  </a:moveTo>
                  <a:lnTo>
                    <a:pt x="690481" y="643170"/>
                  </a:lnTo>
                  <a:lnTo>
                    <a:pt x="677033" y="630587"/>
                  </a:lnTo>
                  <a:close/>
                  <a:moveTo>
                    <a:pt x="687101" y="601171"/>
                  </a:moveTo>
                  <a:lnTo>
                    <a:pt x="672983" y="593832"/>
                  </a:lnTo>
                  <a:lnTo>
                    <a:pt x="677033" y="630587"/>
                  </a:lnTo>
                  <a:close/>
                  <a:moveTo>
                    <a:pt x="608545" y="521365"/>
                  </a:moveTo>
                  <a:lnTo>
                    <a:pt x="606177" y="520322"/>
                  </a:lnTo>
                  <a:lnTo>
                    <a:pt x="581530" y="539097"/>
                  </a:lnTo>
                  <a:close/>
                  <a:moveTo>
                    <a:pt x="607650" y="512180"/>
                  </a:moveTo>
                  <a:lnTo>
                    <a:pt x="608545" y="521365"/>
                  </a:lnTo>
                  <a:lnTo>
                    <a:pt x="611049" y="483567"/>
                  </a:lnTo>
                  <a:close/>
                  <a:moveTo>
                    <a:pt x="606177" y="520322"/>
                  </a:moveTo>
                  <a:lnTo>
                    <a:pt x="608545" y="521365"/>
                  </a:lnTo>
                  <a:lnTo>
                    <a:pt x="607650" y="512180"/>
                  </a:lnTo>
                  <a:close/>
                  <a:moveTo>
                    <a:pt x="672983" y="593832"/>
                  </a:moveTo>
                  <a:lnTo>
                    <a:pt x="660853" y="586520"/>
                  </a:lnTo>
                  <a:lnTo>
                    <a:pt x="703289" y="588010"/>
                  </a:lnTo>
                  <a:close/>
                  <a:moveTo>
                    <a:pt x="606019" y="478671"/>
                  </a:moveTo>
                  <a:lnTo>
                    <a:pt x="606177" y="520322"/>
                  </a:lnTo>
                  <a:lnTo>
                    <a:pt x="607650" y="512180"/>
                  </a:lnTo>
                  <a:close/>
                  <a:moveTo>
                    <a:pt x="585664" y="512878"/>
                  </a:moveTo>
                  <a:lnTo>
                    <a:pt x="606177" y="520322"/>
                  </a:lnTo>
                  <a:lnTo>
                    <a:pt x="606019" y="478671"/>
                  </a:lnTo>
                  <a:close/>
                  <a:moveTo>
                    <a:pt x="767492" y="518156"/>
                  </a:moveTo>
                  <a:lnTo>
                    <a:pt x="786474" y="559465"/>
                  </a:lnTo>
                  <a:lnTo>
                    <a:pt x="774659" y="522710"/>
                  </a:lnTo>
                  <a:close/>
                  <a:moveTo>
                    <a:pt x="772245" y="469544"/>
                  </a:moveTo>
                  <a:lnTo>
                    <a:pt x="774659" y="522710"/>
                  </a:lnTo>
                  <a:lnTo>
                    <a:pt x="771319" y="485955"/>
                  </a:lnTo>
                  <a:close/>
                  <a:moveTo>
                    <a:pt x="829473" y="341323"/>
                  </a:moveTo>
                  <a:lnTo>
                    <a:pt x="826071" y="349471"/>
                  </a:lnTo>
                  <a:lnTo>
                    <a:pt x="804064" y="363399"/>
                  </a:lnTo>
                  <a:close/>
                  <a:moveTo>
                    <a:pt x="738347" y="146062"/>
                  </a:moveTo>
                  <a:lnTo>
                    <a:pt x="715230" y="140365"/>
                  </a:lnTo>
                  <a:lnTo>
                    <a:pt x="686261" y="172106"/>
                  </a:lnTo>
                  <a:close/>
                  <a:moveTo>
                    <a:pt x="846807" y="287385"/>
                  </a:moveTo>
                  <a:lnTo>
                    <a:pt x="894460" y="272462"/>
                  </a:lnTo>
                  <a:lnTo>
                    <a:pt x="861501" y="233446"/>
                  </a:lnTo>
                  <a:close/>
                  <a:moveTo>
                    <a:pt x="761931" y="138032"/>
                  </a:moveTo>
                  <a:lnTo>
                    <a:pt x="757750" y="140365"/>
                  </a:lnTo>
                  <a:lnTo>
                    <a:pt x="783017" y="174645"/>
                  </a:lnTo>
                  <a:close/>
                  <a:moveTo>
                    <a:pt x="858512" y="95610"/>
                  </a:moveTo>
                  <a:lnTo>
                    <a:pt x="866885" y="133551"/>
                  </a:lnTo>
                  <a:lnTo>
                    <a:pt x="864797" y="142753"/>
                  </a:lnTo>
                  <a:close/>
                  <a:moveTo>
                    <a:pt x="848827" y="13990"/>
                  </a:moveTo>
                  <a:lnTo>
                    <a:pt x="871577" y="52060"/>
                  </a:lnTo>
                  <a:lnTo>
                    <a:pt x="853069" y="15305"/>
                  </a:lnTo>
                  <a:close/>
                  <a:moveTo>
                    <a:pt x="848827" y="13990"/>
                  </a:moveTo>
                  <a:lnTo>
                    <a:pt x="865462" y="45213"/>
                  </a:lnTo>
                  <a:lnTo>
                    <a:pt x="871577" y="52060"/>
                  </a:lnTo>
                  <a:close/>
                  <a:moveTo>
                    <a:pt x="832716" y="0"/>
                  </a:moveTo>
                  <a:lnTo>
                    <a:pt x="865462" y="45213"/>
                  </a:lnTo>
                  <a:lnTo>
                    <a:pt x="848827" y="1399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13" name="Input_density__52">
              <a:extLst>
                <a:ext uri="{FF2B5EF4-FFF2-40B4-BE49-F238E27FC236}">
                  <a16:creationId xmlns:a16="http://schemas.microsoft.com/office/drawing/2014/main" id="{0AC66FBF-0DBB-CC76-35AD-4295A90432F3}"/>
                </a:ext>
              </a:extLst>
            </p:cNvPr>
            <p:cNvSpPr>
              <a:spLocks noGrp="1"/>
            </p:cNvSpPr>
            <p:nvPr/>
          </p:nvSpPr>
          <p:spPr>
            <a:xfrm>
              <a:off x="950292" y="2352517"/>
              <a:ext cx="941741" cy="822455"/>
            </a:xfrm>
            <a:custGeom>
              <a:avLst/>
              <a:gdLst/>
              <a:ahLst/>
              <a:cxnLst/>
              <a:rect l="0" t="0" r="0" b="0"/>
              <a:pathLst>
                <a:path w="941741" h="822455">
                  <a:moveTo>
                    <a:pt x="11059" y="442543"/>
                  </a:moveTo>
                  <a:lnTo>
                    <a:pt x="0" y="459727"/>
                  </a:lnTo>
                  <a:lnTo>
                    <a:pt x="16449" y="473968"/>
                  </a:lnTo>
                  <a:close/>
                  <a:moveTo>
                    <a:pt x="267171" y="699828"/>
                  </a:moveTo>
                  <a:lnTo>
                    <a:pt x="247633" y="672606"/>
                  </a:lnTo>
                  <a:lnTo>
                    <a:pt x="267652" y="701078"/>
                  </a:lnTo>
                  <a:close/>
                  <a:moveTo>
                    <a:pt x="267171" y="699828"/>
                  </a:moveTo>
                  <a:lnTo>
                    <a:pt x="235107" y="663073"/>
                  </a:lnTo>
                  <a:lnTo>
                    <a:pt x="247633" y="672606"/>
                  </a:lnTo>
                  <a:close/>
                  <a:moveTo>
                    <a:pt x="325550" y="682645"/>
                  </a:moveTo>
                  <a:lnTo>
                    <a:pt x="324064" y="684214"/>
                  </a:lnTo>
                  <a:lnTo>
                    <a:pt x="349909" y="688381"/>
                  </a:lnTo>
                  <a:close/>
                  <a:moveTo>
                    <a:pt x="349909" y="688381"/>
                  </a:moveTo>
                  <a:lnTo>
                    <a:pt x="324064" y="684214"/>
                  </a:lnTo>
                  <a:lnTo>
                    <a:pt x="318093" y="731905"/>
                  </a:lnTo>
                  <a:close/>
                  <a:moveTo>
                    <a:pt x="349909" y="688381"/>
                  </a:moveTo>
                  <a:lnTo>
                    <a:pt x="318093" y="731905"/>
                  </a:lnTo>
                  <a:lnTo>
                    <a:pt x="365676" y="720309"/>
                  </a:lnTo>
                  <a:close/>
                  <a:moveTo>
                    <a:pt x="235107" y="663073"/>
                  </a:moveTo>
                  <a:lnTo>
                    <a:pt x="267171" y="699828"/>
                  </a:lnTo>
                  <a:lnTo>
                    <a:pt x="275923" y="645890"/>
                  </a:lnTo>
                  <a:close/>
                  <a:moveTo>
                    <a:pt x="299062" y="645890"/>
                  </a:moveTo>
                  <a:lnTo>
                    <a:pt x="280961" y="647637"/>
                  </a:lnTo>
                  <a:lnTo>
                    <a:pt x="312715" y="646783"/>
                  </a:lnTo>
                  <a:close/>
                  <a:moveTo>
                    <a:pt x="312715" y="646783"/>
                  </a:moveTo>
                  <a:lnTo>
                    <a:pt x="280961" y="647637"/>
                  </a:lnTo>
                  <a:lnTo>
                    <a:pt x="271604" y="697865"/>
                  </a:lnTo>
                  <a:close/>
                  <a:moveTo>
                    <a:pt x="321990" y="682645"/>
                  </a:moveTo>
                  <a:lnTo>
                    <a:pt x="318055" y="661747"/>
                  </a:lnTo>
                  <a:lnTo>
                    <a:pt x="312715" y="646783"/>
                  </a:lnTo>
                  <a:close/>
                  <a:moveTo>
                    <a:pt x="271604" y="697865"/>
                  </a:moveTo>
                  <a:lnTo>
                    <a:pt x="321990" y="682645"/>
                  </a:lnTo>
                  <a:lnTo>
                    <a:pt x="312715" y="646783"/>
                  </a:lnTo>
                  <a:close/>
                  <a:moveTo>
                    <a:pt x="318055" y="661747"/>
                  </a:moveTo>
                  <a:lnTo>
                    <a:pt x="325550" y="682645"/>
                  </a:lnTo>
                  <a:lnTo>
                    <a:pt x="312715" y="646783"/>
                  </a:lnTo>
                  <a:close/>
                  <a:moveTo>
                    <a:pt x="325550" y="682645"/>
                  </a:moveTo>
                  <a:lnTo>
                    <a:pt x="349909" y="688381"/>
                  </a:lnTo>
                  <a:lnTo>
                    <a:pt x="312715" y="646783"/>
                  </a:lnTo>
                  <a:close/>
                  <a:moveTo>
                    <a:pt x="244086" y="634343"/>
                  </a:moveTo>
                  <a:lnTo>
                    <a:pt x="219751" y="623438"/>
                  </a:lnTo>
                  <a:lnTo>
                    <a:pt x="275923" y="645890"/>
                  </a:lnTo>
                  <a:close/>
                  <a:moveTo>
                    <a:pt x="112745" y="392434"/>
                  </a:moveTo>
                  <a:lnTo>
                    <a:pt x="102692" y="395946"/>
                  </a:lnTo>
                  <a:lnTo>
                    <a:pt x="133190" y="425360"/>
                  </a:lnTo>
                  <a:close/>
                  <a:moveTo>
                    <a:pt x="425946" y="787893"/>
                  </a:moveTo>
                  <a:lnTo>
                    <a:pt x="471793" y="822455"/>
                  </a:lnTo>
                  <a:lnTo>
                    <a:pt x="461709" y="812481"/>
                  </a:lnTo>
                  <a:close/>
                  <a:moveTo>
                    <a:pt x="460633" y="821093"/>
                  </a:moveTo>
                  <a:lnTo>
                    <a:pt x="471793" y="822455"/>
                  </a:lnTo>
                  <a:lnTo>
                    <a:pt x="430060" y="792910"/>
                  </a:lnTo>
                  <a:close/>
                  <a:moveTo>
                    <a:pt x="276487" y="604400"/>
                  </a:moveTo>
                  <a:lnTo>
                    <a:pt x="280897" y="645562"/>
                  </a:lnTo>
                  <a:lnTo>
                    <a:pt x="299062" y="645890"/>
                  </a:lnTo>
                  <a:close/>
                  <a:moveTo>
                    <a:pt x="160476" y="446315"/>
                  </a:moveTo>
                  <a:lnTo>
                    <a:pt x="218202" y="441357"/>
                  </a:lnTo>
                  <a:lnTo>
                    <a:pt x="180652" y="425542"/>
                  </a:lnTo>
                  <a:close/>
                  <a:moveTo>
                    <a:pt x="234519" y="414784"/>
                  </a:moveTo>
                  <a:lnTo>
                    <a:pt x="218202" y="441357"/>
                  </a:lnTo>
                  <a:lnTo>
                    <a:pt x="215825" y="447641"/>
                  </a:lnTo>
                  <a:close/>
                  <a:moveTo>
                    <a:pt x="150723" y="408176"/>
                  </a:moveTo>
                  <a:lnTo>
                    <a:pt x="133190" y="425360"/>
                  </a:lnTo>
                  <a:lnTo>
                    <a:pt x="160476" y="446315"/>
                  </a:lnTo>
                  <a:close/>
                  <a:moveTo>
                    <a:pt x="218202" y="441357"/>
                  </a:moveTo>
                  <a:lnTo>
                    <a:pt x="229611" y="408176"/>
                  </a:lnTo>
                  <a:lnTo>
                    <a:pt x="228002" y="392994"/>
                  </a:lnTo>
                  <a:close/>
                  <a:moveTo>
                    <a:pt x="231319" y="394192"/>
                  </a:moveTo>
                  <a:lnTo>
                    <a:pt x="246497" y="422572"/>
                  </a:lnTo>
                  <a:lnTo>
                    <a:pt x="220686" y="443689"/>
                  </a:lnTo>
                  <a:close/>
                  <a:moveTo>
                    <a:pt x="180652" y="425542"/>
                  </a:moveTo>
                  <a:lnTo>
                    <a:pt x="218202" y="441357"/>
                  </a:lnTo>
                  <a:lnTo>
                    <a:pt x="215023" y="390993"/>
                  </a:lnTo>
                  <a:close/>
                  <a:moveTo>
                    <a:pt x="215023" y="390993"/>
                  </a:moveTo>
                  <a:lnTo>
                    <a:pt x="218202" y="441357"/>
                  </a:lnTo>
                  <a:lnTo>
                    <a:pt x="228002" y="392994"/>
                  </a:lnTo>
                  <a:close/>
                  <a:moveTo>
                    <a:pt x="213098" y="360364"/>
                  </a:moveTo>
                  <a:lnTo>
                    <a:pt x="228002" y="392994"/>
                  </a:lnTo>
                  <a:lnTo>
                    <a:pt x="229611" y="408176"/>
                  </a:lnTo>
                  <a:close/>
                  <a:moveTo>
                    <a:pt x="228002" y="392994"/>
                  </a:moveTo>
                  <a:lnTo>
                    <a:pt x="213098" y="360364"/>
                  </a:lnTo>
                  <a:lnTo>
                    <a:pt x="215023" y="390993"/>
                  </a:lnTo>
                  <a:close/>
                  <a:moveTo>
                    <a:pt x="213098" y="360364"/>
                  </a:moveTo>
                  <a:lnTo>
                    <a:pt x="198101" y="354238"/>
                  </a:lnTo>
                  <a:lnTo>
                    <a:pt x="215023" y="390993"/>
                  </a:lnTo>
                  <a:close/>
                  <a:moveTo>
                    <a:pt x="534412" y="631095"/>
                  </a:moveTo>
                  <a:lnTo>
                    <a:pt x="525865" y="648278"/>
                  </a:lnTo>
                  <a:lnTo>
                    <a:pt x="551825" y="667850"/>
                  </a:lnTo>
                  <a:close/>
                  <a:moveTo>
                    <a:pt x="491994" y="564638"/>
                  </a:moveTo>
                  <a:lnTo>
                    <a:pt x="475320" y="557585"/>
                  </a:lnTo>
                  <a:lnTo>
                    <a:pt x="490607" y="594340"/>
                  </a:lnTo>
                  <a:close/>
                  <a:moveTo>
                    <a:pt x="459594" y="528586"/>
                  </a:moveTo>
                  <a:lnTo>
                    <a:pt x="475320" y="557585"/>
                  </a:lnTo>
                  <a:lnTo>
                    <a:pt x="456379" y="521757"/>
                  </a:lnTo>
                  <a:close/>
                  <a:moveTo>
                    <a:pt x="456379" y="521757"/>
                  </a:moveTo>
                  <a:lnTo>
                    <a:pt x="475320" y="557585"/>
                  </a:lnTo>
                  <a:lnTo>
                    <a:pt x="491994" y="564638"/>
                  </a:lnTo>
                  <a:close/>
                  <a:moveTo>
                    <a:pt x="459594" y="528586"/>
                  </a:moveTo>
                  <a:lnTo>
                    <a:pt x="456379" y="521757"/>
                  </a:lnTo>
                  <a:lnTo>
                    <a:pt x="455694" y="520830"/>
                  </a:lnTo>
                  <a:close/>
                  <a:moveTo>
                    <a:pt x="217449" y="263545"/>
                  </a:moveTo>
                  <a:lnTo>
                    <a:pt x="217846" y="300300"/>
                  </a:lnTo>
                  <a:lnTo>
                    <a:pt x="195969" y="280728"/>
                  </a:lnTo>
                  <a:close/>
                  <a:moveTo>
                    <a:pt x="235395" y="300300"/>
                  </a:moveTo>
                  <a:lnTo>
                    <a:pt x="223836" y="263545"/>
                  </a:lnTo>
                  <a:lnTo>
                    <a:pt x="235590" y="279672"/>
                  </a:lnTo>
                  <a:close/>
                  <a:moveTo>
                    <a:pt x="489685" y="584174"/>
                  </a:moveTo>
                  <a:lnTo>
                    <a:pt x="491276" y="631095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90607" y="594340"/>
                  </a:lnTo>
                  <a:lnTo>
                    <a:pt x="475320" y="557585"/>
                  </a:lnTo>
                  <a:close/>
                  <a:moveTo>
                    <a:pt x="472845" y="553118"/>
                  </a:moveTo>
                  <a:lnTo>
                    <a:pt x="489685" y="584174"/>
                  </a:lnTo>
                  <a:lnTo>
                    <a:pt x="490607" y="594340"/>
                  </a:lnTo>
                  <a:close/>
                  <a:moveTo>
                    <a:pt x="472845" y="553118"/>
                  </a:moveTo>
                  <a:lnTo>
                    <a:pt x="475320" y="557585"/>
                  </a:lnTo>
                  <a:lnTo>
                    <a:pt x="459594" y="528586"/>
                  </a:lnTo>
                  <a:close/>
                  <a:moveTo>
                    <a:pt x="388775" y="393381"/>
                  </a:moveTo>
                  <a:lnTo>
                    <a:pt x="400627" y="432692"/>
                  </a:lnTo>
                  <a:lnTo>
                    <a:pt x="420671" y="411428"/>
                  </a:lnTo>
                  <a:close/>
                  <a:moveTo>
                    <a:pt x="388775" y="393381"/>
                  </a:moveTo>
                  <a:lnTo>
                    <a:pt x="371295" y="410565"/>
                  </a:lnTo>
                  <a:lnTo>
                    <a:pt x="400627" y="432692"/>
                  </a:lnTo>
                  <a:close/>
                  <a:moveTo>
                    <a:pt x="381078" y="387972"/>
                  </a:moveTo>
                  <a:lnTo>
                    <a:pt x="353124" y="372537"/>
                  </a:lnTo>
                  <a:lnTo>
                    <a:pt x="388775" y="393381"/>
                  </a:lnTo>
                  <a:close/>
                  <a:moveTo>
                    <a:pt x="388775" y="393381"/>
                  </a:moveTo>
                  <a:lnTo>
                    <a:pt x="353124" y="372537"/>
                  </a:lnTo>
                  <a:lnTo>
                    <a:pt x="355071" y="373810"/>
                  </a:lnTo>
                  <a:close/>
                  <a:moveTo>
                    <a:pt x="388775" y="393381"/>
                  </a:moveTo>
                  <a:lnTo>
                    <a:pt x="355071" y="373810"/>
                  </a:lnTo>
                  <a:lnTo>
                    <a:pt x="371295" y="410565"/>
                  </a:lnTo>
                  <a:close/>
                  <a:moveTo>
                    <a:pt x="388775" y="393381"/>
                  </a:moveTo>
                  <a:lnTo>
                    <a:pt x="420671" y="411428"/>
                  </a:lnTo>
                  <a:lnTo>
                    <a:pt x="432008" y="380241"/>
                  </a:lnTo>
                  <a:close/>
                  <a:moveTo>
                    <a:pt x="422013" y="343620"/>
                  </a:moveTo>
                  <a:lnTo>
                    <a:pt x="388775" y="393381"/>
                  </a:lnTo>
                  <a:lnTo>
                    <a:pt x="432008" y="380241"/>
                  </a:lnTo>
                  <a:close/>
                  <a:moveTo>
                    <a:pt x="649586" y="517783"/>
                  </a:moveTo>
                  <a:lnTo>
                    <a:pt x="684042" y="542790"/>
                  </a:lnTo>
                  <a:lnTo>
                    <a:pt x="698160" y="550129"/>
                  </a:lnTo>
                  <a:close/>
                  <a:moveTo>
                    <a:pt x="570463" y="501537"/>
                  </a:moveTo>
                  <a:lnTo>
                    <a:pt x="604962" y="523218"/>
                  </a:lnTo>
                  <a:lnTo>
                    <a:pt x="592589" y="488055"/>
                  </a:lnTo>
                  <a:close/>
                  <a:moveTo>
                    <a:pt x="592589" y="488055"/>
                  </a:moveTo>
                  <a:lnTo>
                    <a:pt x="604962" y="523218"/>
                  </a:lnTo>
                  <a:lnTo>
                    <a:pt x="619604" y="470323"/>
                  </a:lnTo>
                  <a:close/>
                  <a:moveTo>
                    <a:pt x="613580" y="519968"/>
                  </a:moveTo>
                  <a:lnTo>
                    <a:pt x="641959" y="479237"/>
                  </a:lnTo>
                  <a:lnTo>
                    <a:pt x="619604" y="470323"/>
                  </a:lnTo>
                  <a:close/>
                  <a:moveTo>
                    <a:pt x="574748" y="469280"/>
                  </a:moveTo>
                  <a:lnTo>
                    <a:pt x="525438" y="447955"/>
                  </a:lnTo>
                  <a:lnTo>
                    <a:pt x="525434" y="449708"/>
                  </a:lnTo>
                  <a:close/>
                  <a:moveTo>
                    <a:pt x="513802" y="414266"/>
                  </a:moveTo>
                  <a:lnTo>
                    <a:pt x="525434" y="449708"/>
                  </a:lnTo>
                  <a:lnTo>
                    <a:pt x="525438" y="447955"/>
                  </a:lnTo>
                  <a:close/>
                  <a:moveTo>
                    <a:pt x="527427" y="432525"/>
                  </a:moveTo>
                  <a:lnTo>
                    <a:pt x="513802" y="414266"/>
                  </a:lnTo>
                  <a:lnTo>
                    <a:pt x="525438" y="447955"/>
                  </a:lnTo>
                  <a:close/>
                  <a:moveTo>
                    <a:pt x="684042" y="542790"/>
                  </a:moveTo>
                  <a:lnTo>
                    <a:pt x="685908" y="577748"/>
                  </a:lnTo>
                  <a:lnTo>
                    <a:pt x="688092" y="579545"/>
                  </a:lnTo>
                  <a:close/>
                  <a:moveTo>
                    <a:pt x="735402" y="552072"/>
                  </a:moveTo>
                  <a:lnTo>
                    <a:pt x="685908" y="577748"/>
                  </a:lnTo>
                  <a:lnTo>
                    <a:pt x="684042" y="542790"/>
                  </a:lnTo>
                  <a:close/>
                  <a:moveTo>
                    <a:pt x="919244" y="527994"/>
                  </a:moveTo>
                  <a:lnTo>
                    <a:pt x="912693" y="524210"/>
                  </a:lnTo>
                  <a:lnTo>
                    <a:pt x="890464" y="537308"/>
                  </a:lnTo>
                  <a:close/>
                  <a:moveTo>
                    <a:pt x="783304" y="418502"/>
                  </a:moveTo>
                  <a:lnTo>
                    <a:pt x="778551" y="467114"/>
                  </a:lnTo>
                  <a:lnTo>
                    <a:pt x="785718" y="471668"/>
                  </a:lnTo>
                  <a:close/>
                  <a:moveTo>
                    <a:pt x="768226" y="380975"/>
                  </a:moveTo>
                  <a:lnTo>
                    <a:pt x="742653" y="361403"/>
                  </a:lnTo>
                  <a:lnTo>
                    <a:pt x="755915" y="344219"/>
                  </a:lnTo>
                  <a:close/>
                  <a:moveTo>
                    <a:pt x="850389" y="454485"/>
                  </a:moveTo>
                  <a:lnTo>
                    <a:pt x="843354" y="441518"/>
                  </a:lnTo>
                  <a:lnTo>
                    <a:pt x="823939" y="412555"/>
                  </a:lnTo>
                  <a:close/>
                  <a:moveTo>
                    <a:pt x="784686" y="344219"/>
                  </a:moveTo>
                  <a:lnTo>
                    <a:pt x="800962" y="355621"/>
                  </a:lnTo>
                  <a:lnTo>
                    <a:pt x="804845" y="338584"/>
                  </a:lnTo>
                  <a:close/>
                  <a:moveTo>
                    <a:pt x="759525" y="307464"/>
                  </a:moveTo>
                  <a:lnTo>
                    <a:pt x="784686" y="344219"/>
                  </a:lnTo>
                  <a:lnTo>
                    <a:pt x="787355" y="290281"/>
                  </a:lnTo>
                  <a:close/>
                  <a:moveTo>
                    <a:pt x="840493" y="291944"/>
                  </a:moveTo>
                  <a:lnTo>
                    <a:pt x="815123" y="312357"/>
                  </a:lnTo>
                  <a:lnTo>
                    <a:pt x="804845" y="338584"/>
                  </a:lnTo>
                  <a:close/>
                  <a:moveTo>
                    <a:pt x="801247" y="260477"/>
                  </a:moveTo>
                  <a:lnTo>
                    <a:pt x="759525" y="307464"/>
                  </a:lnTo>
                  <a:lnTo>
                    <a:pt x="787355" y="290281"/>
                  </a:lnTo>
                  <a:close/>
                  <a:moveTo>
                    <a:pt x="941741" y="460455"/>
                  </a:moveTo>
                  <a:lnTo>
                    <a:pt x="940577" y="437301"/>
                  </a:lnTo>
                  <a:lnTo>
                    <a:pt x="929712" y="425487"/>
                  </a:lnTo>
                  <a:close/>
                  <a:moveTo>
                    <a:pt x="789864" y="236343"/>
                  </a:moveTo>
                  <a:lnTo>
                    <a:pt x="803969" y="249802"/>
                  </a:lnTo>
                  <a:lnTo>
                    <a:pt x="787355" y="290281"/>
                  </a:lnTo>
                  <a:close/>
                  <a:moveTo>
                    <a:pt x="666167" y="106506"/>
                  </a:moveTo>
                  <a:lnTo>
                    <a:pt x="697320" y="121064"/>
                  </a:lnTo>
                  <a:lnTo>
                    <a:pt x="712160" y="91276"/>
                  </a:lnTo>
                  <a:close/>
                  <a:moveTo>
                    <a:pt x="697320" y="121064"/>
                  </a:moveTo>
                  <a:lnTo>
                    <a:pt x="726289" y="89323"/>
                  </a:lnTo>
                  <a:lnTo>
                    <a:pt x="712160" y="91276"/>
                  </a:lnTo>
                  <a:close/>
                  <a:moveTo>
                    <a:pt x="712160" y="91276"/>
                  </a:moveTo>
                  <a:lnTo>
                    <a:pt x="726289" y="89323"/>
                  </a:lnTo>
                  <a:lnTo>
                    <a:pt x="713985" y="87164"/>
                  </a:lnTo>
                  <a:close/>
                  <a:moveTo>
                    <a:pt x="604278" y="69751"/>
                  </a:moveTo>
                  <a:lnTo>
                    <a:pt x="618771" y="68276"/>
                  </a:lnTo>
                  <a:lnTo>
                    <a:pt x="633985" y="37209"/>
                  </a:lnTo>
                  <a:close/>
                  <a:moveTo>
                    <a:pt x="618771" y="68276"/>
                  </a:moveTo>
                  <a:lnTo>
                    <a:pt x="663496" y="52568"/>
                  </a:lnTo>
                  <a:lnTo>
                    <a:pt x="633985" y="37209"/>
                  </a:lnTo>
                  <a:close/>
                  <a:moveTo>
                    <a:pt x="845065" y="199588"/>
                  </a:moveTo>
                  <a:lnTo>
                    <a:pt x="857866" y="236343"/>
                  </a:lnTo>
                  <a:lnTo>
                    <a:pt x="872560" y="182405"/>
                  </a:lnTo>
                  <a:close/>
                  <a:moveTo>
                    <a:pt x="752725" y="72139"/>
                  </a:moveTo>
                  <a:lnTo>
                    <a:pt x="749406" y="95020"/>
                  </a:lnTo>
                  <a:lnTo>
                    <a:pt x="772990" y="86990"/>
                  </a:lnTo>
                  <a:close/>
                  <a:moveTo>
                    <a:pt x="752725" y="72139"/>
                  </a:moveTo>
                  <a:lnTo>
                    <a:pt x="726289" y="89323"/>
                  </a:lnTo>
                  <a:lnTo>
                    <a:pt x="749406" y="95020"/>
                  </a:lnTo>
                  <a:close/>
                  <a:moveTo>
                    <a:pt x="800720" y="108894"/>
                  </a:moveTo>
                  <a:lnTo>
                    <a:pt x="772990" y="86990"/>
                  </a:lnTo>
                  <a:lnTo>
                    <a:pt x="794076" y="123603"/>
                  </a:lnTo>
                  <a:close/>
                  <a:moveTo>
                    <a:pt x="647713" y="0"/>
                  </a:moveTo>
                  <a:lnTo>
                    <a:pt x="675357" y="4614"/>
                  </a:lnTo>
                  <a:lnTo>
                    <a:pt x="658709" y="5071"/>
                  </a:lnTo>
                  <a:close/>
                  <a:moveTo>
                    <a:pt x="800720" y="108894"/>
                  </a:moveTo>
                  <a:lnTo>
                    <a:pt x="794076" y="123603"/>
                  </a:lnTo>
                  <a:lnTo>
                    <a:pt x="815641" y="121878"/>
                  </a:lnTo>
                  <a:close/>
                  <a:moveTo>
                    <a:pt x="916561" y="153842"/>
                  </a:moveTo>
                  <a:lnTo>
                    <a:pt x="872560" y="182405"/>
                  </a:lnTo>
                  <a:lnTo>
                    <a:pt x="918971" y="165737"/>
                  </a:lnTo>
                  <a:close/>
                  <a:moveTo>
                    <a:pt x="918971" y="165737"/>
                  </a:moveTo>
                  <a:lnTo>
                    <a:pt x="906912" y="213970"/>
                  </a:lnTo>
                  <a:lnTo>
                    <a:pt x="925198" y="182405"/>
                  </a:lnTo>
                  <a:close/>
                  <a:moveTo>
                    <a:pt x="925198" y="182405"/>
                  </a:moveTo>
                  <a:lnTo>
                    <a:pt x="916561" y="153842"/>
                  </a:lnTo>
                  <a:lnTo>
                    <a:pt x="918971" y="165737"/>
                  </a:lnTo>
                  <a:close/>
                  <a:moveTo>
                    <a:pt x="911664" y="128466"/>
                  </a:moveTo>
                  <a:lnTo>
                    <a:pt x="916561" y="153842"/>
                  </a:lnTo>
                  <a:lnTo>
                    <a:pt x="925198" y="182405"/>
                  </a:lnTo>
                  <a:close/>
                  <a:moveTo>
                    <a:pt x="875855" y="91711"/>
                  </a:moveTo>
                  <a:lnTo>
                    <a:pt x="873315" y="116729"/>
                  </a:lnTo>
                  <a:lnTo>
                    <a:pt x="884229" y="104486"/>
                  </a:lnTo>
                  <a:close/>
                  <a:moveTo>
                    <a:pt x="884229" y="104486"/>
                  </a:moveTo>
                  <a:lnTo>
                    <a:pt x="873315" y="116729"/>
                  </a:lnTo>
                  <a:lnTo>
                    <a:pt x="874601" y="129973"/>
                  </a:lnTo>
                  <a:close/>
                  <a:moveTo>
                    <a:pt x="898027" y="128466"/>
                  </a:moveTo>
                  <a:lnTo>
                    <a:pt x="908898" y="125188"/>
                  </a:lnTo>
                  <a:lnTo>
                    <a:pt x="884229" y="104486"/>
                  </a:lnTo>
                  <a:close/>
                  <a:moveTo>
                    <a:pt x="874601" y="129973"/>
                  </a:moveTo>
                  <a:lnTo>
                    <a:pt x="898027" y="128466"/>
                  </a:lnTo>
                  <a:lnTo>
                    <a:pt x="884229" y="104486"/>
                  </a:lnTo>
                  <a:close/>
                  <a:moveTo>
                    <a:pt x="898027" y="128466"/>
                  </a:moveTo>
                  <a:lnTo>
                    <a:pt x="916561" y="153842"/>
                  </a:lnTo>
                  <a:lnTo>
                    <a:pt x="911385" y="127157"/>
                  </a:lnTo>
                  <a:close/>
                  <a:moveTo>
                    <a:pt x="911385" y="127157"/>
                  </a:moveTo>
                  <a:lnTo>
                    <a:pt x="908898" y="125188"/>
                  </a:lnTo>
                  <a:lnTo>
                    <a:pt x="898027" y="128466"/>
                  </a:lnTo>
                  <a:close/>
                  <a:moveTo>
                    <a:pt x="873315" y="116729"/>
                  </a:moveTo>
                  <a:lnTo>
                    <a:pt x="875855" y="91711"/>
                  </a:lnTo>
                  <a:lnTo>
                    <a:pt x="877944" y="82509"/>
                  </a:lnTo>
                  <a:close/>
                  <a:moveTo>
                    <a:pt x="911385" y="127157"/>
                  </a:moveTo>
                  <a:lnTo>
                    <a:pt x="916561" y="153842"/>
                  </a:lnTo>
                  <a:lnTo>
                    <a:pt x="911664" y="128466"/>
                  </a:lnTo>
                  <a:close/>
                  <a:moveTo>
                    <a:pt x="911385" y="127157"/>
                  </a:moveTo>
                  <a:lnTo>
                    <a:pt x="911664" y="128466"/>
                  </a:lnTo>
                  <a:lnTo>
                    <a:pt x="908898" y="125188"/>
                  </a:lnTo>
                  <a:close/>
                  <a:moveTo>
                    <a:pt x="840174" y="91711"/>
                  </a:moveTo>
                  <a:lnTo>
                    <a:pt x="873315" y="116729"/>
                  </a:lnTo>
                  <a:lnTo>
                    <a:pt x="877944" y="8250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14" name="Input_density__53">
              <a:extLst>
                <a:ext uri="{FF2B5EF4-FFF2-40B4-BE49-F238E27FC236}">
                  <a16:creationId xmlns:a16="http://schemas.microsoft.com/office/drawing/2014/main" id="{4FEBDF12-6199-0D0A-11F6-4C6B2E55FD10}"/>
                </a:ext>
              </a:extLst>
            </p:cNvPr>
            <p:cNvSpPr>
              <a:spLocks noGrp="1"/>
            </p:cNvSpPr>
            <p:nvPr/>
          </p:nvSpPr>
          <p:spPr>
            <a:xfrm>
              <a:off x="1002377" y="2353534"/>
              <a:ext cx="830551" cy="566909"/>
            </a:xfrm>
            <a:custGeom>
              <a:avLst/>
              <a:gdLst/>
              <a:ahLst/>
              <a:cxnLst/>
              <a:rect l="0" t="0" r="0" b="0"/>
              <a:pathLst>
                <a:path w="830551" h="566909">
                  <a:moveTo>
                    <a:pt x="0" y="481611"/>
                  </a:moveTo>
                  <a:lnTo>
                    <a:pt x="8882" y="446508"/>
                  </a:lnTo>
                  <a:lnTo>
                    <a:pt x="2178" y="441526"/>
                  </a:lnTo>
                  <a:close/>
                  <a:moveTo>
                    <a:pt x="233289" y="566909"/>
                  </a:moveTo>
                  <a:lnTo>
                    <a:pt x="220868" y="561508"/>
                  </a:lnTo>
                  <a:lnTo>
                    <a:pt x="243973" y="554179"/>
                  </a:lnTo>
                  <a:close/>
                  <a:moveTo>
                    <a:pt x="243973" y="554179"/>
                  </a:moveTo>
                  <a:lnTo>
                    <a:pt x="220868" y="561508"/>
                  </a:lnTo>
                  <a:lnTo>
                    <a:pt x="260999" y="545935"/>
                  </a:lnTo>
                  <a:close/>
                  <a:moveTo>
                    <a:pt x="154967" y="319514"/>
                  </a:moveTo>
                  <a:lnTo>
                    <a:pt x="156840" y="316465"/>
                  </a:lnTo>
                  <a:lnTo>
                    <a:pt x="146016" y="353220"/>
                  </a:lnTo>
                  <a:close/>
                  <a:moveTo>
                    <a:pt x="727044" y="524589"/>
                  </a:moveTo>
                  <a:lnTo>
                    <a:pt x="745448" y="507405"/>
                  </a:lnTo>
                  <a:lnTo>
                    <a:pt x="735471" y="525263"/>
                  </a:lnTo>
                  <a:close/>
                  <a:moveTo>
                    <a:pt x="820521" y="53938"/>
                  </a:moveTo>
                  <a:lnTo>
                    <a:pt x="819304" y="12300"/>
                  </a:lnTo>
                  <a:lnTo>
                    <a:pt x="817486" y="43551"/>
                  </a:lnTo>
                  <a:close/>
                  <a:moveTo>
                    <a:pt x="830551" y="0"/>
                  </a:moveTo>
                  <a:lnTo>
                    <a:pt x="819304" y="12300"/>
                  </a:lnTo>
                  <a:lnTo>
                    <a:pt x="820521" y="539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15" name="Input_density__54">
              <a:extLst>
                <a:ext uri="{FF2B5EF4-FFF2-40B4-BE49-F238E27FC236}">
                  <a16:creationId xmlns:a16="http://schemas.microsoft.com/office/drawing/2014/main" id="{BFD20F67-EEE6-BC23-4730-CD036961B3B4}"/>
                </a:ext>
              </a:extLst>
            </p:cNvPr>
            <p:cNvSpPr>
              <a:spLocks noGrp="1"/>
            </p:cNvSpPr>
            <p:nvPr/>
          </p:nvSpPr>
          <p:spPr>
            <a:xfrm>
              <a:off x="966741" y="2346687"/>
              <a:ext cx="866186" cy="835494"/>
            </a:xfrm>
            <a:custGeom>
              <a:avLst/>
              <a:gdLst/>
              <a:ahLst/>
              <a:cxnLst/>
              <a:rect l="0" t="0" r="0" b="0"/>
              <a:pathLst>
                <a:path w="866186" h="835494">
                  <a:moveTo>
                    <a:pt x="0" y="479797"/>
                  </a:moveTo>
                  <a:lnTo>
                    <a:pt x="35636" y="488458"/>
                  </a:lnTo>
                  <a:lnTo>
                    <a:pt x="23227" y="470430"/>
                  </a:lnTo>
                  <a:close/>
                  <a:moveTo>
                    <a:pt x="198008" y="625602"/>
                  </a:moveTo>
                  <a:lnTo>
                    <a:pt x="185308" y="606488"/>
                  </a:lnTo>
                  <a:lnTo>
                    <a:pt x="158286" y="601665"/>
                  </a:lnTo>
                  <a:close/>
                  <a:moveTo>
                    <a:pt x="444184" y="826923"/>
                  </a:moveTo>
                  <a:lnTo>
                    <a:pt x="473232" y="835494"/>
                  </a:lnTo>
                  <a:lnTo>
                    <a:pt x="455344" y="828285"/>
                  </a:lnTo>
                  <a:close/>
                  <a:moveTo>
                    <a:pt x="260038" y="610229"/>
                  </a:moveTo>
                  <a:lnTo>
                    <a:pt x="282613" y="651719"/>
                  </a:lnTo>
                  <a:lnTo>
                    <a:pt x="262218" y="614964"/>
                  </a:lnTo>
                  <a:close/>
                  <a:moveTo>
                    <a:pt x="458447" y="687834"/>
                  </a:moveTo>
                  <a:lnTo>
                    <a:pt x="477127" y="658675"/>
                  </a:lnTo>
                  <a:lnTo>
                    <a:pt x="477334" y="654107"/>
                  </a:lnTo>
                  <a:close/>
                  <a:moveTo>
                    <a:pt x="453091" y="695875"/>
                  </a:moveTo>
                  <a:lnTo>
                    <a:pt x="467118" y="691886"/>
                  </a:lnTo>
                  <a:lnTo>
                    <a:pt x="458447" y="687834"/>
                  </a:lnTo>
                  <a:close/>
                  <a:moveTo>
                    <a:pt x="281666" y="525186"/>
                  </a:moveTo>
                  <a:lnTo>
                    <a:pt x="279609" y="561026"/>
                  </a:lnTo>
                  <a:lnTo>
                    <a:pt x="296635" y="552782"/>
                  </a:lnTo>
                  <a:close/>
                  <a:moveTo>
                    <a:pt x="281666" y="525186"/>
                  </a:moveTo>
                  <a:lnTo>
                    <a:pt x="296635" y="552782"/>
                  </a:lnTo>
                  <a:lnTo>
                    <a:pt x="313824" y="520844"/>
                  </a:lnTo>
                  <a:close/>
                  <a:moveTo>
                    <a:pt x="313824" y="520844"/>
                  </a:moveTo>
                  <a:lnTo>
                    <a:pt x="326594" y="520803"/>
                  </a:lnTo>
                  <a:lnTo>
                    <a:pt x="324565" y="507087"/>
                  </a:lnTo>
                  <a:close/>
                  <a:moveTo>
                    <a:pt x="323962" y="530379"/>
                  </a:moveTo>
                  <a:lnTo>
                    <a:pt x="326594" y="520803"/>
                  </a:lnTo>
                  <a:lnTo>
                    <a:pt x="313824" y="520844"/>
                  </a:lnTo>
                  <a:close/>
                  <a:moveTo>
                    <a:pt x="296635" y="552782"/>
                  </a:moveTo>
                  <a:lnTo>
                    <a:pt x="323962" y="530379"/>
                  </a:lnTo>
                  <a:lnTo>
                    <a:pt x="313824" y="520844"/>
                  </a:lnTo>
                  <a:close/>
                  <a:moveTo>
                    <a:pt x="201397" y="306129"/>
                  </a:moveTo>
                  <a:lnTo>
                    <a:pt x="192476" y="323312"/>
                  </a:lnTo>
                  <a:lnTo>
                    <a:pt x="179519" y="286557"/>
                  </a:lnTo>
                  <a:close/>
                  <a:moveTo>
                    <a:pt x="440596" y="392804"/>
                  </a:moveTo>
                  <a:lnTo>
                    <a:pt x="404222" y="417258"/>
                  </a:lnTo>
                  <a:lnTo>
                    <a:pt x="433411" y="401813"/>
                  </a:lnTo>
                  <a:close/>
                  <a:moveTo>
                    <a:pt x="440596" y="392804"/>
                  </a:moveTo>
                  <a:lnTo>
                    <a:pt x="429319" y="386512"/>
                  </a:lnTo>
                  <a:lnTo>
                    <a:pt x="405564" y="349449"/>
                  </a:lnTo>
                  <a:close/>
                  <a:moveTo>
                    <a:pt x="669249" y="592848"/>
                  </a:moveTo>
                  <a:lnTo>
                    <a:pt x="681098" y="608784"/>
                  </a:lnTo>
                  <a:lnTo>
                    <a:pt x="685091" y="597957"/>
                  </a:lnTo>
                  <a:close/>
                  <a:moveTo>
                    <a:pt x="667812" y="629663"/>
                  </a:moveTo>
                  <a:lnTo>
                    <a:pt x="681098" y="608784"/>
                  </a:lnTo>
                  <a:lnTo>
                    <a:pt x="669249" y="592848"/>
                  </a:lnTo>
                  <a:close/>
                  <a:moveTo>
                    <a:pt x="685091" y="597957"/>
                  </a:moveTo>
                  <a:lnTo>
                    <a:pt x="681711" y="555958"/>
                  </a:lnTo>
                  <a:lnTo>
                    <a:pt x="671643" y="585374"/>
                  </a:lnTo>
                  <a:close/>
                  <a:moveTo>
                    <a:pt x="577791" y="424937"/>
                  </a:moveTo>
                  <a:lnTo>
                    <a:pt x="600629" y="433458"/>
                  </a:lnTo>
                  <a:lnTo>
                    <a:pt x="588767" y="398355"/>
                  </a:lnTo>
                  <a:close/>
                  <a:moveTo>
                    <a:pt x="602260" y="466967"/>
                  </a:moveTo>
                  <a:lnTo>
                    <a:pt x="605658" y="438354"/>
                  </a:lnTo>
                  <a:lnTo>
                    <a:pt x="600629" y="433458"/>
                  </a:lnTo>
                  <a:close/>
                  <a:moveTo>
                    <a:pt x="769269" y="477497"/>
                  </a:moveTo>
                  <a:lnTo>
                    <a:pt x="781084" y="514252"/>
                  </a:lnTo>
                  <a:lnTo>
                    <a:pt x="762546" y="494680"/>
                  </a:lnTo>
                  <a:close/>
                  <a:moveTo>
                    <a:pt x="751596" y="391990"/>
                  </a:moveTo>
                  <a:lnTo>
                    <a:pt x="766855" y="424331"/>
                  </a:lnTo>
                  <a:lnTo>
                    <a:pt x="765929" y="440742"/>
                  </a:lnTo>
                  <a:close/>
                  <a:moveTo>
                    <a:pt x="564419" y="65229"/>
                  </a:moveTo>
                  <a:lnTo>
                    <a:pt x="587829" y="75580"/>
                  </a:lnTo>
                  <a:lnTo>
                    <a:pt x="617536" y="43038"/>
                  </a:lnTo>
                  <a:close/>
                  <a:moveTo>
                    <a:pt x="732957" y="100849"/>
                  </a:moveTo>
                  <a:lnTo>
                    <a:pt x="752359" y="95152"/>
                  </a:lnTo>
                  <a:lnTo>
                    <a:pt x="756541" y="92820"/>
                  </a:lnTo>
                  <a:close/>
                  <a:moveTo>
                    <a:pt x="853122" y="50398"/>
                  </a:moveTo>
                  <a:lnTo>
                    <a:pt x="859406" y="97540"/>
                  </a:lnTo>
                  <a:lnTo>
                    <a:pt x="856157" y="60785"/>
                  </a:lnTo>
                  <a:close/>
                  <a:moveTo>
                    <a:pt x="853122" y="50398"/>
                  </a:moveTo>
                  <a:lnTo>
                    <a:pt x="854940" y="19147"/>
                  </a:lnTo>
                  <a:lnTo>
                    <a:pt x="826789" y="38472"/>
                  </a:lnTo>
                  <a:close/>
                  <a:moveTo>
                    <a:pt x="860072" y="0"/>
                  </a:moveTo>
                  <a:lnTo>
                    <a:pt x="854940" y="19147"/>
                  </a:lnTo>
                  <a:lnTo>
                    <a:pt x="866186" y="684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16" name="Input_density__55">
              <a:extLst>
                <a:ext uri="{FF2B5EF4-FFF2-40B4-BE49-F238E27FC236}">
                  <a16:creationId xmlns:a16="http://schemas.microsoft.com/office/drawing/2014/main" id="{182268C0-9C63-A5C6-0DF2-860CEB108332}"/>
                </a:ext>
              </a:extLst>
            </p:cNvPr>
            <p:cNvSpPr>
              <a:spLocks noGrp="1"/>
            </p:cNvSpPr>
            <p:nvPr/>
          </p:nvSpPr>
          <p:spPr>
            <a:xfrm>
              <a:off x="1672268" y="2371894"/>
              <a:ext cx="32930" cy="19172"/>
            </a:xfrm>
            <a:custGeom>
              <a:avLst/>
              <a:gdLst/>
              <a:ahLst/>
              <a:cxnLst/>
              <a:rect l="0" t="0" r="0" b="0"/>
              <a:pathLst>
                <a:path w="32930" h="19172">
                  <a:moveTo>
                    <a:pt x="27752" y="16007"/>
                  </a:moveTo>
                  <a:lnTo>
                    <a:pt x="32930" y="0"/>
                  </a:lnTo>
                  <a:lnTo>
                    <a:pt x="0" y="1917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17" name="Input_density__56">
              <a:extLst>
                <a:ext uri="{FF2B5EF4-FFF2-40B4-BE49-F238E27FC236}">
                  <a16:creationId xmlns:a16="http://schemas.microsoft.com/office/drawing/2014/main" id="{0987F52D-8100-71DC-024F-0AB72D0E9C0A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163620"/>
              <a:ext cx="933581" cy="1121382"/>
            </a:xfrm>
            <a:custGeom>
              <a:avLst/>
              <a:gdLst/>
              <a:ahLst/>
              <a:cxnLst/>
              <a:rect l="0" t="0" r="0" b="0"/>
              <a:pathLst>
                <a:path w="933581" h="1121382">
                  <a:moveTo>
                    <a:pt x="271792" y="1121382"/>
                  </a:moveTo>
                  <a:lnTo>
                    <a:pt x="250122" y="1094238"/>
                  </a:lnTo>
                  <a:lnTo>
                    <a:pt x="254658" y="1106866"/>
                  </a:lnTo>
                  <a:close/>
                  <a:moveTo>
                    <a:pt x="258334" y="1099431"/>
                  </a:moveTo>
                  <a:lnTo>
                    <a:pt x="250122" y="1094238"/>
                  </a:lnTo>
                  <a:lnTo>
                    <a:pt x="271792" y="1121382"/>
                  </a:lnTo>
                  <a:close/>
                  <a:moveTo>
                    <a:pt x="254658" y="1106866"/>
                  </a:moveTo>
                  <a:lnTo>
                    <a:pt x="250122" y="1094238"/>
                  </a:lnTo>
                  <a:lnTo>
                    <a:pt x="229683" y="1066108"/>
                  </a:lnTo>
                  <a:close/>
                  <a:moveTo>
                    <a:pt x="248900" y="1089683"/>
                  </a:moveTo>
                  <a:lnTo>
                    <a:pt x="229683" y="1066108"/>
                  </a:lnTo>
                  <a:lnTo>
                    <a:pt x="250122" y="1094238"/>
                  </a:lnTo>
                  <a:close/>
                  <a:moveTo>
                    <a:pt x="248900" y="1089683"/>
                  </a:moveTo>
                  <a:lnTo>
                    <a:pt x="218188" y="1052928"/>
                  </a:lnTo>
                  <a:lnTo>
                    <a:pt x="229683" y="1066108"/>
                  </a:lnTo>
                  <a:close/>
                  <a:moveTo>
                    <a:pt x="235927" y="823240"/>
                  </a:moveTo>
                  <a:lnTo>
                    <a:pt x="211401" y="798031"/>
                  </a:lnTo>
                  <a:lnTo>
                    <a:pt x="211592" y="812334"/>
                  </a:lnTo>
                  <a:close/>
                  <a:moveTo>
                    <a:pt x="156005" y="761276"/>
                  </a:moveTo>
                  <a:lnTo>
                    <a:pt x="151996" y="758590"/>
                  </a:lnTo>
                  <a:lnTo>
                    <a:pt x="127474" y="763112"/>
                  </a:lnTo>
                  <a:close/>
                  <a:moveTo>
                    <a:pt x="2899" y="631439"/>
                  </a:moveTo>
                  <a:lnTo>
                    <a:pt x="38675" y="665571"/>
                  </a:lnTo>
                  <a:lnTo>
                    <a:pt x="0" y="625177"/>
                  </a:lnTo>
                  <a:close/>
                  <a:moveTo>
                    <a:pt x="417786" y="976789"/>
                  </a:moveTo>
                  <a:lnTo>
                    <a:pt x="453550" y="1001378"/>
                  </a:lnTo>
                  <a:lnTo>
                    <a:pt x="441008" y="995492"/>
                  </a:lnTo>
                  <a:close/>
                  <a:moveTo>
                    <a:pt x="211401" y="798031"/>
                  </a:moveTo>
                  <a:lnTo>
                    <a:pt x="235927" y="823240"/>
                  </a:lnTo>
                  <a:lnTo>
                    <a:pt x="237533" y="791244"/>
                  </a:lnTo>
                  <a:close/>
                  <a:moveTo>
                    <a:pt x="237533" y="791244"/>
                  </a:moveTo>
                  <a:lnTo>
                    <a:pt x="235927" y="823240"/>
                  </a:lnTo>
                  <a:lnTo>
                    <a:pt x="272738" y="834458"/>
                  </a:lnTo>
                  <a:close/>
                  <a:moveTo>
                    <a:pt x="156005" y="761276"/>
                  </a:moveTo>
                  <a:lnTo>
                    <a:pt x="193598" y="789555"/>
                  </a:lnTo>
                  <a:lnTo>
                    <a:pt x="185745" y="744093"/>
                  </a:lnTo>
                  <a:close/>
                  <a:moveTo>
                    <a:pt x="211401" y="798031"/>
                  </a:moveTo>
                  <a:lnTo>
                    <a:pt x="237533" y="791244"/>
                  </a:lnTo>
                  <a:lnTo>
                    <a:pt x="193598" y="789555"/>
                  </a:lnTo>
                  <a:close/>
                  <a:moveTo>
                    <a:pt x="409505" y="964622"/>
                  </a:moveTo>
                  <a:lnTo>
                    <a:pt x="417786" y="976789"/>
                  </a:lnTo>
                  <a:lnTo>
                    <a:pt x="441008" y="995492"/>
                  </a:lnTo>
                  <a:close/>
                  <a:moveTo>
                    <a:pt x="441008" y="995492"/>
                  </a:moveTo>
                  <a:lnTo>
                    <a:pt x="453550" y="1001378"/>
                  </a:lnTo>
                  <a:lnTo>
                    <a:pt x="452129" y="993616"/>
                  </a:lnTo>
                  <a:close/>
                  <a:moveTo>
                    <a:pt x="441008" y="995492"/>
                  </a:moveTo>
                  <a:lnTo>
                    <a:pt x="452129" y="993616"/>
                  </a:lnTo>
                  <a:lnTo>
                    <a:pt x="409505" y="964622"/>
                  </a:lnTo>
                  <a:close/>
                  <a:moveTo>
                    <a:pt x="166845" y="660294"/>
                  </a:moveTo>
                  <a:lnTo>
                    <a:pt x="169397" y="670582"/>
                  </a:lnTo>
                  <a:lnTo>
                    <a:pt x="150018" y="654985"/>
                  </a:lnTo>
                  <a:close/>
                  <a:moveTo>
                    <a:pt x="212526" y="632585"/>
                  </a:moveTo>
                  <a:lnTo>
                    <a:pt x="205829" y="670582"/>
                  </a:lnTo>
                  <a:lnTo>
                    <a:pt x="206136" y="655439"/>
                  </a:lnTo>
                  <a:close/>
                  <a:moveTo>
                    <a:pt x="212526" y="632585"/>
                  </a:moveTo>
                  <a:lnTo>
                    <a:pt x="206136" y="655439"/>
                  </a:lnTo>
                  <a:lnTo>
                    <a:pt x="185385" y="627562"/>
                  </a:lnTo>
                  <a:close/>
                  <a:moveTo>
                    <a:pt x="132621" y="589943"/>
                  </a:moveTo>
                  <a:lnTo>
                    <a:pt x="140506" y="579889"/>
                  </a:lnTo>
                  <a:lnTo>
                    <a:pt x="115913" y="555841"/>
                  </a:lnTo>
                  <a:close/>
                  <a:moveTo>
                    <a:pt x="371192" y="853340"/>
                  </a:moveTo>
                  <a:lnTo>
                    <a:pt x="359121" y="842272"/>
                  </a:lnTo>
                  <a:lnTo>
                    <a:pt x="359931" y="837174"/>
                  </a:lnTo>
                  <a:close/>
                  <a:moveTo>
                    <a:pt x="332933" y="812609"/>
                  </a:moveTo>
                  <a:lnTo>
                    <a:pt x="359931" y="837174"/>
                  </a:lnTo>
                  <a:lnTo>
                    <a:pt x="357156" y="834926"/>
                  </a:lnTo>
                  <a:close/>
                  <a:moveTo>
                    <a:pt x="460559" y="897269"/>
                  </a:moveTo>
                  <a:lnTo>
                    <a:pt x="482644" y="906402"/>
                  </a:lnTo>
                  <a:lnTo>
                    <a:pt x="471809" y="889867"/>
                  </a:lnTo>
                  <a:close/>
                  <a:moveTo>
                    <a:pt x="414032" y="826793"/>
                  </a:moveTo>
                  <a:lnTo>
                    <a:pt x="432874" y="868873"/>
                  </a:lnTo>
                  <a:lnTo>
                    <a:pt x="443421" y="821708"/>
                  </a:lnTo>
                  <a:close/>
                  <a:moveTo>
                    <a:pt x="432874" y="868873"/>
                  </a:moveTo>
                  <a:lnTo>
                    <a:pt x="464755" y="819991"/>
                  </a:lnTo>
                  <a:lnTo>
                    <a:pt x="443421" y="821708"/>
                  </a:lnTo>
                  <a:close/>
                  <a:moveTo>
                    <a:pt x="297266" y="680276"/>
                  </a:moveTo>
                  <a:lnTo>
                    <a:pt x="260628" y="723179"/>
                  </a:lnTo>
                  <a:lnTo>
                    <a:pt x="289956" y="708253"/>
                  </a:lnTo>
                  <a:close/>
                  <a:moveTo>
                    <a:pt x="289956" y="708253"/>
                  </a:moveTo>
                  <a:lnTo>
                    <a:pt x="337241" y="674865"/>
                  </a:lnTo>
                  <a:lnTo>
                    <a:pt x="297266" y="680276"/>
                  </a:lnTo>
                  <a:close/>
                  <a:moveTo>
                    <a:pt x="297266" y="680276"/>
                  </a:moveTo>
                  <a:lnTo>
                    <a:pt x="337241" y="674865"/>
                  </a:lnTo>
                  <a:lnTo>
                    <a:pt x="322076" y="642446"/>
                  </a:lnTo>
                  <a:close/>
                  <a:moveTo>
                    <a:pt x="295332" y="637101"/>
                  </a:moveTo>
                  <a:lnTo>
                    <a:pt x="322076" y="642446"/>
                  </a:lnTo>
                  <a:lnTo>
                    <a:pt x="266572" y="615736"/>
                  </a:lnTo>
                  <a:close/>
                  <a:moveTo>
                    <a:pt x="295332" y="637101"/>
                  </a:moveTo>
                  <a:lnTo>
                    <a:pt x="266572" y="615736"/>
                  </a:lnTo>
                  <a:lnTo>
                    <a:pt x="285789" y="636216"/>
                  </a:lnTo>
                  <a:close/>
                  <a:moveTo>
                    <a:pt x="464755" y="819991"/>
                  </a:moveTo>
                  <a:lnTo>
                    <a:pt x="479842" y="823693"/>
                  </a:lnTo>
                  <a:lnTo>
                    <a:pt x="481426" y="817898"/>
                  </a:lnTo>
                  <a:close/>
                  <a:moveTo>
                    <a:pt x="479842" y="823693"/>
                  </a:moveTo>
                  <a:lnTo>
                    <a:pt x="483116" y="819991"/>
                  </a:lnTo>
                  <a:lnTo>
                    <a:pt x="481426" y="817898"/>
                  </a:lnTo>
                  <a:close/>
                  <a:moveTo>
                    <a:pt x="481526" y="773070"/>
                  </a:moveTo>
                  <a:lnTo>
                    <a:pt x="481426" y="817898"/>
                  </a:lnTo>
                  <a:lnTo>
                    <a:pt x="483116" y="819991"/>
                  </a:lnTo>
                  <a:close/>
                  <a:moveTo>
                    <a:pt x="414876" y="733739"/>
                  </a:moveTo>
                  <a:lnTo>
                    <a:pt x="430912" y="765330"/>
                  </a:lnTo>
                  <a:lnTo>
                    <a:pt x="431102" y="742228"/>
                  </a:lnTo>
                  <a:close/>
                  <a:moveTo>
                    <a:pt x="402740" y="782945"/>
                  </a:moveTo>
                  <a:lnTo>
                    <a:pt x="430912" y="765330"/>
                  </a:lnTo>
                  <a:lnTo>
                    <a:pt x="414876" y="733739"/>
                  </a:lnTo>
                  <a:close/>
                  <a:moveTo>
                    <a:pt x="431102" y="742228"/>
                  </a:moveTo>
                  <a:lnTo>
                    <a:pt x="430912" y="765330"/>
                  </a:lnTo>
                  <a:lnTo>
                    <a:pt x="481526" y="773070"/>
                  </a:lnTo>
                  <a:close/>
                  <a:moveTo>
                    <a:pt x="464685" y="742014"/>
                  </a:moveTo>
                  <a:lnTo>
                    <a:pt x="431102" y="742228"/>
                  </a:lnTo>
                  <a:lnTo>
                    <a:pt x="481526" y="773070"/>
                  </a:lnTo>
                  <a:close/>
                  <a:moveTo>
                    <a:pt x="181722" y="489196"/>
                  </a:moveTo>
                  <a:lnTo>
                    <a:pt x="221172" y="508974"/>
                  </a:lnTo>
                  <a:lnTo>
                    <a:pt x="194284" y="486086"/>
                  </a:lnTo>
                  <a:close/>
                  <a:moveTo>
                    <a:pt x="194284" y="486086"/>
                  </a:moveTo>
                  <a:lnTo>
                    <a:pt x="202484" y="525951"/>
                  </a:lnTo>
                  <a:lnTo>
                    <a:pt x="209686" y="489196"/>
                  </a:lnTo>
                  <a:close/>
                  <a:moveTo>
                    <a:pt x="227236" y="489196"/>
                  </a:moveTo>
                  <a:lnTo>
                    <a:pt x="262838" y="510656"/>
                  </a:lnTo>
                  <a:lnTo>
                    <a:pt x="271784" y="508768"/>
                  </a:lnTo>
                  <a:close/>
                  <a:moveTo>
                    <a:pt x="251959" y="472012"/>
                  </a:moveTo>
                  <a:lnTo>
                    <a:pt x="227236" y="489196"/>
                  </a:lnTo>
                  <a:lnTo>
                    <a:pt x="271784" y="508768"/>
                  </a:lnTo>
                  <a:close/>
                  <a:moveTo>
                    <a:pt x="239107" y="450296"/>
                  </a:moveTo>
                  <a:lnTo>
                    <a:pt x="219371" y="448032"/>
                  </a:lnTo>
                  <a:lnTo>
                    <a:pt x="251959" y="472012"/>
                  </a:lnTo>
                  <a:close/>
                  <a:moveTo>
                    <a:pt x="199012" y="437495"/>
                  </a:moveTo>
                  <a:lnTo>
                    <a:pt x="209290" y="452441"/>
                  </a:lnTo>
                  <a:lnTo>
                    <a:pt x="180615" y="407705"/>
                  </a:lnTo>
                  <a:close/>
                  <a:moveTo>
                    <a:pt x="156153" y="400504"/>
                  </a:moveTo>
                  <a:lnTo>
                    <a:pt x="199012" y="437495"/>
                  </a:lnTo>
                  <a:lnTo>
                    <a:pt x="180615" y="407705"/>
                  </a:lnTo>
                  <a:close/>
                  <a:moveTo>
                    <a:pt x="271784" y="508768"/>
                  </a:moveTo>
                  <a:lnTo>
                    <a:pt x="273228" y="520830"/>
                  </a:lnTo>
                  <a:lnTo>
                    <a:pt x="294561" y="533053"/>
                  </a:lnTo>
                  <a:close/>
                  <a:moveTo>
                    <a:pt x="534074" y="802185"/>
                  </a:moveTo>
                  <a:lnTo>
                    <a:pt x="542692" y="837892"/>
                  </a:lnTo>
                  <a:lnTo>
                    <a:pt x="515981" y="789806"/>
                  </a:lnTo>
                  <a:close/>
                  <a:moveTo>
                    <a:pt x="328216" y="528339"/>
                  </a:moveTo>
                  <a:lnTo>
                    <a:pt x="308194" y="545522"/>
                  </a:lnTo>
                  <a:lnTo>
                    <a:pt x="340932" y="581852"/>
                  </a:lnTo>
                  <a:close/>
                  <a:moveTo>
                    <a:pt x="308194" y="545522"/>
                  </a:moveTo>
                  <a:lnTo>
                    <a:pt x="328216" y="528339"/>
                  </a:lnTo>
                  <a:lnTo>
                    <a:pt x="294561" y="533053"/>
                  </a:lnTo>
                  <a:close/>
                  <a:moveTo>
                    <a:pt x="251959" y="472012"/>
                  </a:moveTo>
                  <a:lnTo>
                    <a:pt x="271784" y="508768"/>
                  </a:lnTo>
                  <a:lnTo>
                    <a:pt x="251075" y="467005"/>
                  </a:lnTo>
                  <a:close/>
                  <a:moveTo>
                    <a:pt x="239107" y="450296"/>
                  </a:moveTo>
                  <a:lnTo>
                    <a:pt x="251959" y="472012"/>
                  </a:lnTo>
                  <a:lnTo>
                    <a:pt x="251075" y="467005"/>
                  </a:lnTo>
                  <a:close/>
                  <a:moveTo>
                    <a:pt x="566589" y="658176"/>
                  </a:moveTo>
                  <a:lnTo>
                    <a:pt x="562303" y="690433"/>
                  </a:lnTo>
                  <a:lnTo>
                    <a:pt x="584430" y="676952"/>
                  </a:lnTo>
                  <a:close/>
                  <a:moveTo>
                    <a:pt x="540209" y="636193"/>
                  </a:moveTo>
                  <a:lnTo>
                    <a:pt x="517278" y="636851"/>
                  </a:lnTo>
                  <a:lnTo>
                    <a:pt x="566589" y="658176"/>
                  </a:lnTo>
                  <a:close/>
                  <a:moveTo>
                    <a:pt x="496855" y="584666"/>
                  </a:moveTo>
                  <a:lnTo>
                    <a:pt x="505195" y="601849"/>
                  </a:lnTo>
                  <a:lnTo>
                    <a:pt x="519267" y="621421"/>
                  </a:lnTo>
                  <a:close/>
                  <a:moveTo>
                    <a:pt x="406048" y="474401"/>
                  </a:moveTo>
                  <a:lnTo>
                    <a:pt x="400266" y="486700"/>
                  </a:lnTo>
                  <a:lnTo>
                    <a:pt x="402397" y="528339"/>
                  </a:lnTo>
                  <a:close/>
                  <a:moveTo>
                    <a:pt x="406048" y="474401"/>
                  </a:moveTo>
                  <a:lnTo>
                    <a:pt x="372446" y="449596"/>
                  </a:lnTo>
                  <a:lnTo>
                    <a:pt x="394299" y="464389"/>
                  </a:lnTo>
                  <a:close/>
                  <a:moveTo>
                    <a:pt x="352168" y="438994"/>
                  </a:moveTo>
                  <a:lnTo>
                    <a:pt x="361177" y="465129"/>
                  </a:lnTo>
                  <a:lnTo>
                    <a:pt x="394299" y="464389"/>
                  </a:lnTo>
                  <a:close/>
                  <a:moveTo>
                    <a:pt x="304232" y="376796"/>
                  </a:moveTo>
                  <a:lnTo>
                    <a:pt x="331189" y="400891"/>
                  </a:lnTo>
                  <a:lnTo>
                    <a:pt x="292264" y="371113"/>
                  </a:lnTo>
                  <a:close/>
                  <a:moveTo>
                    <a:pt x="519267" y="621421"/>
                  </a:moveTo>
                  <a:lnTo>
                    <a:pt x="517278" y="636851"/>
                  </a:lnTo>
                  <a:lnTo>
                    <a:pt x="540209" y="636193"/>
                  </a:lnTo>
                  <a:close/>
                  <a:moveTo>
                    <a:pt x="540209" y="636193"/>
                  </a:moveTo>
                  <a:lnTo>
                    <a:pt x="566589" y="658176"/>
                  </a:lnTo>
                  <a:lnTo>
                    <a:pt x="559398" y="611728"/>
                  </a:lnTo>
                  <a:close/>
                  <a:moveTo>
                    <a:pt x="559398" y="611728"/>
                  </a:moveTo>
                  <a:lnTo>
                    <a:pt x="566589" y="658176"/>
                  </a:lnTo>
                  <a:lnTo>
                    <a:pt x="586080" y="608004"/>
                  </a:lnTo>
                  <a:close/>
                  <a:moveTo>
                    <a:pt x="586080" y="608004"/>
                  </a:moveTo>
                  <a:lnTo>
                    <a:pt x="566589" y="658176"/>
                  </a:lnTo>
                  <a:lnTo>
                    <a:pt x="588563" y="650733"/>
                  </a:lnTo>
                  <a:close/>
                  <a:moveTo>
                    <a:pt x="588563" y="650733"/>
                  </a:moveTo>
                  <a:lnTo>
                    <a:pt x="584430" y="676952"/>
                  </a:lnTo>
                  <a:lnTo>
                    <a:pt x="609077" y="658176"/>
                  </a:lnTo>
                  <a:close/>
                  <a:moveTo>
                    <a:pt x="548684" y="604237"/>
                  </a:moveTo>
                  <a:lnTo>
                    <a:pt x="519267" y="621421"/>
                  </a:lnTo>
                  <a:lnTo>
                    <a:pt x="540209" y="636193"/>
                  </a:lnTo>
                  <a:close/>
                  <a:moveTo>
                    <a:pt x="548684" y="604237"/>
                  </a:moveTo>
                  <a:lnTo>
                    <a:pt x="496855" y="584666"/>
                  </a:lnTo>
                  <a:lnTo>
                    <a:pt x="519267" y="621421"/>
                  </a:lnTo>
                  <a:close/>
                  <a:moveTo>
                    <a:pt x="400719" y="471359"/>
                  </a:moveTo>
                  <a:lnTo>
                    <a:pt x="400266" y="486700"/>
                  </a:lnTo>
                  <a:lnTo>
                    <a:pt x="406048" y="474401"/>
                  </a:lnTo>
                  <a:close/>
                  <a:moveTo>
                    <a:pt x="400719" y="471359"/>
                  </a:moveTo>
                  <a:lnTo>
                    <a:pt x="406048" y="474401"/>
                  </a:lnTo>
                  <a:lnTo>
                    <a:pt x="394299" y="464389"/>
                  </a:lnTo>
                  <a:close/>
                  <a:moveTo>
                    <a:pt x="738112" y="655164"/>
                  </a:moveTo>
                  <a:lnTo>
                    <a:pt x="770391" y="656010"/>
                  </a:lnTo>
                  <a:lnTo>
                    <a:pt x="775145" y="607398"/>
                  </a:lnTo>
                  <a:close/>
                  <a:moveTo>
                    <a:pt x="738112" y="655164"/>
                  </a:moveTo>
                  <a:lnTo>
                    <a:pt x="775145" y="607398"/>
                  </a:lnTo>
                  <a:lnTo>
                    <a:pt x="736367" y="611836"/>
                  </a:lnTo>
                  <a:close/>
                  <a:moveTo>
                    <a:pt x="701890" y="612777"/>
                  </a:moveTo>
                  <a:lnTo>
                    <a:pt x="738112" y="655164"/>
                  </a:lnTo>
                  <a:lnTo>
                    <a:pt x="736367" y="611836"/>
                  </a:lnTo>
                  <a:close/>
                  <a:moveTo>
                    <a:pt x="694956" y="573667"/>
                  </a:moveTo>
                  <a:lnTo>
                    <a:pt x="707050" y="597632"/>
                  </a:lnTo>
                  <a:lnTo>
                    <a:pt x="651821" y="587054"/>
                  </a:lnTo>
                  <a:close/>
                  <a:moveTo>
                    <a:pt x="739729" y="595234"/>
                  </a:moveTo>
                  <a:lnTo>
                    <a:pt x="707050" y="597632"/>
                  </a:lnTo>
                  <a:lnTo>
                    <a:pt x="687370" y="587054"/>
                  </a:lnTo>
                  <a:close/>
                  <a:moveTo>
                    <a:pt x="701890" y="612777"/>
                  </a:moveTo>
                  <a:lnTo>
                    <a:pt x="736367" y="611836"/>
                  </a:lnTo>
                  <a:lnTo>
                    <a:pt x="687370" y="587054"/>
                  </a:lnTo>
                  <a:close/>
                  <a:moveTo>
                    <a:pt x="759885" y="575057"/>
                  </a:moveTo>
                  <a:lnTo>
                    <a:pt x="736367" y="611836"/>
                  </a:lnTo>
                  <a:lnTo>
                    <a:pt x="775145" y="607398"/>
                  </a:lnTo>
                  <a:close/>
                  <a:moveTo>
                    <a:pt x="750223" y="555823"/>
                  </a:moveTo>
                  <a:lnTo>
                    <a:pt x="707050" y="597632"/>
                  </a:lnTo>
                  <a:lnTo>
                    <a:pt x="739729" y="595234"/>
                  </a:lnTo>
                  <a:close/>
                  <a:moveTo>
                    <a:pt x="750223" y="555823"/>
                  </a:moveTo>
                  <a:lnTo>
                    <a:pt x="739729" y="595234"/>
                  </a:lnTo>
                  <a:lnTo>
                    <a:pt x="760067" y="569871"/>
                  </a:lnTo>
                  <a:close/>
                  <a:moveTo>
                    <a:pt x="832802" y="626197"/>
                  </a:moveTo>
                  <a:lnTo>
                    <a:pt x="815780" y="601451"/>
                  </a:lnTo>
                  <a:lnTo>
                    <a:pt x="835195" y="630414"/>
                  </a:lnTo>
                  <a:close/>
                  <a:moveTo>
                    <a:pt x="921552" y="614383"/>
                  </a:moveTo>
                  <a:lnTo>
                    <a:pt x="892540" y="610882"/>
                  </a:lnTo>
                  <a:lnTo>
                    <a:pt x="933581" y="649351"/>
                  </a:lnTo>
                  <a:close/>
                  <a:moveTo>
                    <a:pt x="892540" y="610882"/>
                  </a:moveTo>
                  <a:lnTo>
                    <a:pt x="844257" y="640688"/>
                  </a:lnTo>
                  <a:lnTo>
                    <a:pt x="879420" y="647581"/>
                  </a:lnTo>
                  <a:close/>
                  <a:moveTo>
                    <a:pt x="892540" y="610882"/>
                  </a:moveTo>
                  <a:lnTo>
                    <a:pt x="848340" y="619727"/>
                  </a:lnTo>
                  <a:lnTo>
                    <a:pt x="844257" y="640688"/>
                  </a:lnTo>
                  <a:close/>
                  <a:moveTo>
                    <a:pt x="848340" y="619727"/>
                  </a:moveTo>
                  <a:lnTo>
                    <a:pt x="892540" y="610882"/>
                  </a:lnTo>
                  <a:lnTo>
                    <a:pt x="858089" y="596196"/>
                  </a:lnTo>
                  <a:close/>
                  <a:moveTo>
                    <a:pt x="892540" y="610882"/>
                  </a:moveTo>
                  <a:lnTo>
                    <a:pt x="893164" y="602758"/>
                  </a:lnTo>
                  <a:lnTo>
                    <a:pt x="858089" y="596196"/>
                  </a:lnTo>
                  <a:close/>
                  <a:moveTo>
                    <a:pt x="825007" y="572259"/>
                  </a:moveTo>
                  <a:lnTo>
                    <a:pt x="800765" y="541822"/>
                  </a:lnTo>
                  <a:lnTo>
                    <a:pt x="809342" y="552687"/>
                  </a:lnTo>
                  <a:close/>
                  <a:moveTo>
                    <a:pt x="825007" y="572259"/>
                  </a:moveTo>
                  <a:lnTo>
                    <a:pt x="809342" y="552687"/>
                  </a:lnTo>
                  <a:lnTo>
                    <a:pt x="814353" y="589442"/>
                  </a:lnTo>
                  <a:close/>
                  <a:moveTo>
                    <a:pt x="806708" y="461994"/>
                  </a:moveTo>
                  <a:lnTo>
                    <a:pt x="806963" y="501253"/>
                  </a:lnTo>
                  <a:lnTo>
                    <a:pt x="828971" y="487326"/>
                  </a:lnTo>
                  <a:close/>
                  <a:moveTo>
                    <a:pt x="486178" y="94444"/>
                  </a:moveTo>
                  <a:lnTo>
                    <a:pt x="472784" y="64223"/>
                  </a:lnTo>
                  <a:lnTo>
                    <a:pt x="487350" y="97129"/>
                  </a:lnTo>
                  <a:close/>
                  <a:moveTo>
                    <a:pt x="893164" y="602758"/>
                  </a:moveTo>
                  <a:lnTo>
                    <a:pt x="890724" y="567611"/>
                  </a:lnTo>
                  <a:lnTo>
                    <a:pt x="858089" y="596196"/>
                  </a:lnTo>
                  <a:close/>
                  <a:moveTo>
                    <a:pt x="806708" y="461994"/>
                  </a:moveTo>
                  <a:lnTo>
                    <a:pt x="828971" y="487326"/>
                  </a:lnTo>
                  <a:lnTo>
                    <a:pt x="818863" y="444811"/>
                  </a:lnTo>
                  <a:close/>
                  <a:moveTo>
                    <a:pt x="639553" y="188896"/>
                  </a:moveTo>
                  <a:lnTo>
                    <a:pt x="625825" y="226105"/>
                  </a:lnTo>
                  <a:lnTo>
                    <a:pt x="668271" y="237385"/>
                  </a:lnTo>
                  <a:close/>
                  <a:moveTo>
                    <a:pt x="600658" y="160378"/>
                  </a:moveTo>
                  <a:lnTo>
                    <a:pt x="638026" y="187526"/>
                  </a:lnTo>
                  <a:lnTo>
                    <a:pt x="587879" y="159070"/>
                  </a:lnTo>
                  <a:close/>
                  <a:moveTo>
                    <a:pt x="638026" y="187526"/>
                  </a:moveTo>
                  <a:lnTo>
                    <a:pt x="639553" y="188896"/>
                  </a:lnTo>
                  <a:lnTo>
                    <a:pt x="587879" y="159070"/>
                  </a:lnTo>
                  <a:close/>
                  <a:moveTo>
                    <a:pt x="600658" y="160378"/>
                  </a:moveTo>
                  <a:lnTo>
                    <a:pt x="587879" y="159070"/>
                  </a:lnTo>
                  <a:lnTo>
                    <a:pt x="584934" y="150770"/>
                  </a:lnTo>
                  <a:close/>
                  <a:moveTo>
                    <a:pt x="491646" y="77261"/>
                  </a:moveTo>
                  <a:lnTo>
                    <a:pt x="468196" y="57689"/>
                  </a:lnTo>
                  <a:lnTo>
                    <a:pt x="486178" y="94444"/>
                  </a:lnTo>
                  <a:close/>
                  <a:moveTo>
                    <a:pt x="754827" y="243852"/>
                  </a:moveTo>
                  <a:lnTo>
                    <a:pt x="744566" y="261035"/>
                  </a:lnTo>
                  <a:lnTo>
                    <a:pt x="764831" y="275887"/>
                  </a:lnTo>
                  <a:close/>
                  <a:moveTo>
                    <a:pt x="606171" y="23322"/>
                  </a:moveTo>
                  <a:lnTo>
                    <a:pt x="563380" y="0"/>
                  </a:lnTo>
                  <a:lnTo>
                    <a:pt x="586824" y="12446"/>
                  </a:lnTo>
                  <a:close/>
                  <a:moveTo>
                    <a:pt x="869784" y="271405"/>
                  </a:moveTo>
                  <a:lnTo>
                    <a:pt x="824669" y="278827"/>
                  </a:lnTo>
                  <a:lnTo>
                    <a:pt x="832015" y="280607"/>
                  </a:lnTo>
                  <a:close/>
                  <a:moveTo>
                    <a:pt x="835518" y="227427"/>
                  </a:moveTo>
                  <a:lnTo>
                    <a:pt x="824669" y="278827"/>
                  </a:lnTo>
                  <a:lnTo>
                    <a:pt x="869784" y="271405"/>
                  </a:lnTo>
                  <a:close/>
                  <a:moveTo>
                    <a:pt x="824669" y="278827"/>
                  </a:moveTo>
                  <a:lnTo>
                    <a:pt x="835518" y="227427"/>
                  </a:lnTo>
                  <a:lnTo>
                    <a:pt x="804590" y="232123"/>
                  </a:lnTo>
                  <a:close/>
                  <a:moveTo>
                    <a:pt x="785604" y="257347"/>
                  </a:moveTo>
                  <a:lnTo>
                    <a:pt x="824669" y="278827"/>
                  </a:lnTo>
                  <a:lnTo>
                    <a:pt x="804590" y="232123"/>
                  </a:lnTo>
                  <a:close/>
                  <a:moveTo>
                    <a:pt x="825529" y="226669"/>
                  </a:moveTo>
                  <a:lnTo>
                    <a:pt x="835518" y="227427"/>
                  </a:lnTo>
                  <a:lnTo>
                    <a:pt x="835079" y="221539"/>
                  </a:lnTo>
                  <a:close/>
                  <a:moveTo>
                    <a:pt x="596963" y="17445"/>
                  </a:moveTo>
                  <a:lnTo>
                    <a:pt x="607645" y="60077"/>
                  </a:lnTo>
                  <a:lnTo>
                    <a:pt x="606171" y="23322"/>
                  </a:lnTo>
                  <a:close/>
                  <a:moveTo>
                    <a:pt x="596963" y="17445"/>
                  </a:moveTo>
                  <a:lnTo>
                    <a:pt x="602957" y="57319"/>
                  </a:lnTo>
                  <a:lnTo>
                    <a:pt x="607645" y="60077"/>
                  </a:lnTo>
                  <a:close/>
                  <a:moveTo>
                    <a:pt x="562645" y="18256"/>
                  </a:moveTo>
                  <a:lnTo>
                    <a:pt x="586824" y="12446"/>
                  </a:lnTo>
                  <a:lnTo>
                    <a:pt x="554198" y="15041"/>
                  </a:lnTo>
                  <a:close/>
                  <a:moveTo>
                    <a:pt x="562645" y="18256"/>
                  </a:moveTo>
                  <a:lnTo>
                    <a:pt x="596963" y="17445"/>
                  </a:lnTo>
                  <a:lnTo>
                    <a:pt x="586824" y="1244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18" name="Input_density__57">
              <a:extLst>
                <a:ext uri="{FF2B5EF4-FFF2-40B4-BE49-F238E27FC236}">
                  <a16:creationId xmlns:a16="http://schemas.microsoft.com/office/drawing/2014/main" id="{97F606D6-89A6-56F8-3B07-03A54BC4617A}"/>
                </a:ext>
              </a:extLst>
            </p:cNvPr>
            <p:cNvSpPr>
              <a:spLocks noGrp="1"/>
            </p:cNvSpPr>
            <p:nvPr/>
          </p:nvSpPr>
          <p:spPr>
            <a:xfrm>
              <a:off x="1076464" y="1764811"/>
              <a:ext cx="941659" cy="1522340"/>
            </a:xfrm>
            <a:custGeom>
              <a:avLst/>
              <a:gdLst/>
              <a:ahLst/>
              <a:cxnLst/>
              <a:rect l="0" t="0" r="0" b="0"/>
              <a:pathLst>
                <a:path w="941659" h="1522340">
                  <a:moveTo>
                    <a:pt x="179988" y="1521971"/>
                  </a:moveTo>
                  <a:lnTo>
                    <a:pt x="140321" y="1498241"/>
                  </a:lnTo>
                  <a:lnTo>
                    <a:pt x="153780" y="1520192"/>
                  </a:lnTo>
                  <a:close/>
                  <a:moveTo>
                    <a:pt x="213406" y="1522340"/>
                  </a:moveTo>
                  <a:lnTo>
                    <a:pt x="227772" y="1508063"/>
                  </a:lnTo>
                  <a:lnTo>
                    <a:pt x="197099" y="1489738"/>
                  </a:lnTo>
                  <a:close/>
                  <a:moveTo>
                    <a:pt x="213406" y="1522340"/>
                  </a:moveTo>
                  <a:lnTo>
                    <a:pt x="197099" y="1489738"/>
                  </a:lnTo>
                  <a:lnTo>
                    <a:pt x="179988" y="1521971"/>
                  </a:lnTo>
                  <a:close/>
                  <a:moveTo>
                    <a:pt x="227772" y="1508063"/>
                  </a:moveTo>
                  <a:lnTo>
                    <a:pt x="220071" y="1520460"/>
                  </a:lnTo>
                  <a:lnTo>
                    <a:pt x="237353" y="1515665"/>
                  </a:lnTo>
                  <a:close/>
                  <a:moveTo>
                    <a:pt x="48563" y="1183541"/>
                  </a:moveTo>
                  <a:lnTo>
                    <a:pt x="37993" y="1160085"/>
                  </a:lnTo>
                  <a:lnTo>
                    <a:pt x="40479" y="1177269"/>
                  </a:lnTo>
                  <a:close/>
                  <a:moveTo>
                    <a:pt x="75585" y="1188365"/>
                  </a:moveTo>
                  <a:lnTo>
                    <a:pt x="37993" y="1160085"/>
                  </a:lnTo>
                  <a:lnTo>
                    <a:pt x="48563" y="1183541"/>
                  </a:lnTo>
                  <a:close/>
                  <a:moveTo>
                    <a:pt x="40479" y="1177269"/>
                  </a:moveTo>
                  <a:lnTo>
                    <a:pt x="37993" y="1160085"/>
                  </a:lnTo>
                  <a:lnTo>
                    <a:pt x="9461" y="1161922"/>
                  </a:lnTo>
                  <a:close/>
                  <a:moveTo>
                    <a:pt x="88285" y="1207479"/>
                  </a:moveTo>
                  <a:lnTo>
                    <a:pt x="93388" y="1196840"/>
                  </a:lnTo>
                  <a:lnTo>
                    <a:pt x="75585" y="1188365"/>
                  </a:lnTo>
                  <a:close/>
                  <a:moveTo>
                    <a:pt x="150315" y="1192105"/>
                  </a:moveTo>
                  <a:lnTo>
                    <a:pt x="119520" y="1190053"/>
                  </a:lnTo>
                  <a:lnTo>
                    <a:pt x="154725" y="1233267"/>
                  </a:lnTo>
                  <a:close/>
                  <a:moveTo>
                    <a:pt x="75585" y="1188365"/>
                  </a:moveTo>
                  <a:lnTo>
                    <a:pt x="119520" y="1190053"/>
                  </a:lnTo>
                  <a:lnTo>
                    <a:pt x="126083" y="1156382"/>
                  </a:lnTo>
                  <a:close/>
                  <a:moveTo>
                    <a:pt x="75585" y="1188365"/>
                  </a:moveTo>
                  <a:lnTo>
                    <a:pt x="126083" y="1156382"/>
                  </a:lnTo>
                  <a:lnTo>
                    <a:pt x="93752" y="1160078"/>
                  </a:lnTo>
                  <a:close/>
                  <a:moveTo>
                    <a:pt x="335537" y="1400187"/>
                  </a:moveTo>
                  <a:lnTo>
                    <a:pt x="345621" y="1410161"/>
                  </a:lnTo>
                  <a:lnTo>
                    <a:pt x="361170" y="1412450"/>
                  </a:lnTo>
                  <a:close/>
                  <a:moveTo>
                    <a:pt x="291493" y="1363432"/>
                  </a:moveTo>
                  <a:lnTo>
                    <a:pt x="334116" y="1392426"/>
                  </a:lnTo>
                  <a:lnTo>
                    <a:pt x="287624" y="1358388"/>
                  </a:lnTo>
                  <a:close/>
                  <a:moveTo>
                    <a:pt x="166224" y="1134425"/>
                  </a:moveTo>
                  <a:lnTo>
                    <a:pt x="171943" y="1107062"/>
                  </a:lnTo>
                  <a:lnTo>
                    <a:pt x="142616" y="1121988"/>
                  </a:lnTo>
                  <a:close/>
                  <a:moveTo>
                    <a:pt x="67372" y="1026372"/>
                  </a:moveTo>
                  <a:lnTo>
                    <a:pt x="84196" y="1052208"/>
                  </a:lnTo>
                  <a:lnTo>
                    <a:pt x="59399" y="1015454"/>
                  </a:lnTo>
                  <a:close/>
                  <a:moveTo>
                    <a:pt x="88123" y="1054249"/>
                  </a:moveTo>
                  <a:lnTo>
                    <a:pt x="84196" y="1052208"/>
                  </a:lnTo>
                  <a:lnTo>
                    <a:pt x="67372" y="1026372"/>
                  </a:lnTo>
                  <a:close/>
                  <a:moveTo>
                    <a:pt x="8072" y="995882"/>
                  </a:moveTo>
                  <a:lnTo>
                    <a:pt x="0" y="982221"/>
                  </a:lnTo>
                  <a:lnTo>
                    <a:pt x="6120" y="1032637"/>
                  </a:lnTo>
                  <a:close/>
                  <a:moveTo>
                    <a:pt x="0" y="982221"/>
                  </a:moveTo>
                  <a:lnTo>
                    <a:pt x="8072" y="995882"/>
                  </a:lnTo>
                  <a:lnTo>
                    <a:pt x="14609" y="988752"/>
                  </a:lnTo>
                  <a:close/>
                  <a:moveTo>
                    <a:pt x="54480" y="1013247"/>
                  </a:moveTo>
                  <a:lnTo>
                    <a:pt x="67372" y="1026372"/>
                  </a:lnTo>
                  <a:lnTo>
                    <a:pt x="24551" y="995882"/>
                  </a:lnTo>
                  <a:close/>
                  <a:moveTo>
                    <a:pt x="342547" y="1296078"/>
                  </a:moveTo>
                  <a:lnTo>
                    <a:pt x="353797" y="1288676"/>
                  </a:lnTo>
                  <a:lnTo>
                    <a:pt x="318071" y="1279680"/>
                  </a:lnTo>
                  <a:close/>
                  <a:moveTo>
                    <a:pt x="285026" y="1271006"/>
                  </a:moveTo>
                  <a:lnTo>
                    <a:pt x="314862" y="1267682"/>
                  </a:lnTo>
                  <a:lnTo>
                    <a:pt x="296020" y="1225602"/>
                  </a:lnTo>
                  <a:close/>
                  <a:moveTo>
                    <a:pt x="361830" y="1222502"/>
                  </a:moveTo>
                  <a:lnTo>
                    <a:pt x="346742" y="1218800"/>
                  </a:lnTo>
                  <a:lnTo>
                    <a:pt x="314862" y="1267682"/>
                  </a:lnTo>
                  <a:close/>
                  <a:moveTo>
                    <a:pt x="348724" y="1269710"/>
                  </a:moveTo>
                  <a:lnTo>
                    <a:pt x="361830" y="1222502"/>
                  </a:lnTo>
                  <a:lnTo>
                    <a:pt x="314862" y="1267682"/>
                  </a:lnTo>
                  <a:close/>
                  <a:moveTo>
                    <a:pt x="204101" y="1102720"/>
                  </a:moveTo>
                  <a:lnTo>
                    <a:pt x="219229" y="1073674"/>
                  </a:lnTo>
                  <a:lnTo>
                    <a:pt x="171943" y="1107062"/>
                  </a:lnTo>
                  <a:close/>
                  <a:moveTo>
                    <a:pt x="148559" y="1014545"/>
                  </a:moveTo>
                  <a:lnTo>
                    <a:pt x="146827" y="998270"/>
                  </a:lnTo>
                  <a:lnTo>
                    <a:pt x="167776" y="1035025"/>
                  </a:lnTo>
                  <a:close/>
                  <a:moveTo>
                    <a:pt x="91674" y="888005"/>
                  </a:moveTo>
                  <a:lnTo>
                    <a:pt x="84472" y="924760"/>
                  </a:lnTo>
                  <a:lnTo>
                    <a:pt x="82753" y="905189"/>
                  </a:lnTo>
                  <a:close/>
                  <a:moveTo>
                    <a:pt x="296863" y="1132548"/>
                  </a:moveTo>
                  <a:lnTo>
                    <a:pt x="313090" y="1141038"/>
                  </a:lnTo>
                  <a:lnTo>
                    <a:pt x="301253" y="1128107"/>
                  </a:lnTo>
                  <a:close/>
                  <a:moveTo>
                    <a:pt x="313090" y="1141038"/>
                  </a:moveTo>
                  <a:lnTo>
                    <a:pt x="346673" y="1140823"/>
                  </a:lnTo>
                  <a:lnTo>
                    <a:pt x="312276" y="1096952"/>
                  </a:lnTo>
                  <a:close/>
                  <a:moveTo>
                    <a:pt x="155215" y="919640"/>
                  </a:moveTo>
                  <a:lnTo>
                    <a:pt x="190181" y="944332"/>
                  </a:lnTo>
                  <a:lnTo>
                    <a:pt x="176548" y="931863"/>
                  </a:lnTo>
                  <a:close/>
                  <a:moveTo>
                    <a:pt x="155215" y="919640"/>
                  </a:moveTo>
                  <a:lnTo>
                    <a:pt x="201593" y="953770"/>
                  </a:lnTo>
                  <a:lnTo>
                    <a:pt x="190181" y="944332"/>
                  </a:lnTo>
                  <a:close/>
                  <a:moveTo>
                    <a:pt x="153772" y="907577"/>
                  </a:moveTo>
                  <a:lnTo>
                    <a:pt x="144826" y="909466"/>
                  </a:lnTo>
                  <a:lnTo>
                    <a:pt x="155215" y="919640"/>
                  </a:lnTo>
                  <a:close/>
                  <a:moveTo>
                    <a:pt x="190181" y="944332"/>
                  </a:moveTo>
                  <a:lnTo>
                    <a:pt x="201593" y="953770"/>
                  </a:lnTo>
                  <a:lnTo>
                    <a:pt x="222919" y="980661"/>
                  </a:lnTo>
                  <a:close/>
                  <a:moveTo>
                    <a:pt x="254906" y="975677"/>
                  </a:moveTo>
                  <a:lnTo>
                    <a:pt x="222919" y="980661"/>
                  </a:lnTo>
                  <a:lnTo>
                    <a:pt x="201593" y="953770"/>
                  </a:lnTo>
                  <a:close/>
                  <a:moveTo>
                    <a:pt x="254906" y="975677"/>
                  </a:moveTo>
                  <a:lnTo>
                    <a:pt x="262603" y="981087"/>
                  </a:lnTo>
                  <a:lnTo>
                    <a:pt x="270723" y="938604"/>
                  </a:lnTo>
                  <a:close/>
                  <a:moveTo>
                    <a:pt x="270723" y="938604"/>
                  </a:moveTo>
                  <a:lnTo>
                    <a:pt x="262603" y="981087"/>
                  </a:lnTo>
                  <a:lnTo>
                    <a:pt x="295841" y="931325"/>
                  </a:lnTo>
                  <a:close/>
                  <a:moveTo>
                    <a:pt x="295841" y="931325"/>
                  </a:moveTo>
                  <a:lnTo>
                    <a:pt x="284384" y="927148"/>
                  </a:lnTo>
                  <a:lnTo>
                    <a:pt x="270723" y="938604"/>
                  </a:lnTo>
                  <a:close/>
                  <a:moveTo>
                    <a:pt x="222919" y="980661"/>
                  </a:moveTo>
                  <a:lnTo>
                    <a:pt x="254906" y="975677"/>
                  </a:lnTo>
                  <a:lnTo>
                    <a:pt x="270723" y="938604"/>
                  </a:lnTo>
                  <a:close/>
                  <a:moveTo>
                    <a:pt x="239913" y="947988"/>
                  </a:moveTo>
                  <a:lnTo>
                    <a:pt x="222919" y="980661"/>
                  </a:lnTo>
                  <a:lnTo>
                    <a:pt x="270723" y="938604"/>
                  </a:lnTo>
                  <a:close/>
                  <a:moveTo>
                    <a:pt x="559526" y="1174724"/>
                  </a:moveTo>
                  <a:lnTo>
                    <a:pt x="548398" y="1167250"/>
                  </a:lnTo>
                  <a:lnTo>
                    <a:pt x="558089" y="1211540"/>
                  </a:lnTo>
                  <a:close/>
                  <a:moveTo>
                    <a:pt x="558089" y="1211540"/>
                  </a:moveTo>
                  <a:lnTo>
                    <a:pt x="548398" y="1167250"/>
                  </a:lnTo>
                  <a:lnTo>
                    <a:pt x="517867" y="1172404"/>
                  </a:lnTo>
                  <a:close/>
                  <a:moveTo>
                    <a:pt x="517867" y="1172404"/>
                  </a:moveTo>
                  <a:lnTo>
                    <a:pt x="516886" y="1167250"/>
                  </a:lnTo>
                  <a:lnTo>
                    <a:pt x="533559" y="1204005"/>
                  </a:lnTo>
                  <a:close/>
                  <a:moveTo>
                    <a:pt x="281394" y="915982"/>
                  </a:moveTo>
                  <a:lnTo>
                    <a:pt x="239913" y="947988"/>
                  </a:lnTo>
                  <a:lnTo>
                    <a:pt x="270723" y="938604"/>
                  </a:lnTo>
                  <a:close/>
                  <a:moveTo>
                    <a:pt x="281394" y="915982"/>
                  </a:moveTo>
                  <a:lnTo>
                    <a:pt x="270723" y="938604"/>
                  </a:lnTo>
                  <a:lnTo>
                    <a:pt x="284384" y="927148"/>
                  </a:lnTo>
                  <a:close/>
                  <a:moveTo>
                    <a:pt x="284384" y="927148"/>
                  </a:moveTo>
                  <a:lnTo>
                    <a:pt x="282254" y="885509"/>
                  </a:lnTo>
                  <a:lnTo>
                    <a:pt x="281394" y="915982"/>
                  </a:lnTo>
                  <a:close/>
                  <a:moveTo>
                    <a:pt x="270706" y="890393"/>
                  </a:moveTo>
                  <a:lnTo>
                    <a:pt x="288036" y="873210"/>
                  </a:lnTo>
                  <a:lnTo>
                    <a:pt x="284384" y="927148"/>
                  </a:lnTo>
                  <a:close/>
                  <a:moveTo>
                    <a:pt x="256707" y="853638"/>
                  </a:moveTo>
                  <a:lnTo>
                    <a:pt x="254434" y="848406"/>
                  </a:lnTo>
                  <a:lnTo>
                    <a:pt x="288036" y="873210"/>
                  </a:lnTo>
                  <a:close/>
                  <a:moveTo>
                    <a:pt x="254434" y="848406"/>
                  </a:moveTo>
                  <a:lnTo>
                    <a:pt x="234156" y="837803"/>
                  </a:lnTo>
                  <a:lnTo>
                    <a:pt x="276287" y="863198"/>
                  </a:lnTo>
                  <a:close/>
                  <a:moveTo>
                    <a:pt x="538483" y="1124416"/>
                  </a:moveTo>
                  <a:lnTo>
                    <a:pt x="559736" y="1165454"/>
                  </a:lnTo>
                  <a:lnTo>
                    <a:pt x="572276" y="1126188"/>
                  </a:lnTo>
                  <a:close/>
                  <a:moveTo>
                    <a:pt x="572276" y="1126188"/>
                  </a:moveTo>
                  <a:lnTo>
                    <a:pt x="559736" y="1165454"/>
                  </a:lnTo>
                  <a:lnTo>
                    <a:pt x="609230" y="1139777"/>
                  </a:lnTo>
                  <a:close/>
                  <a:moveTo>
                    <a:pt x="468068" y="1006813"/>
                  </a:moveTo>
                  <a:lnTo>
                    <a:pt x="455025" y="1003047"/>
                  </a:lnTo>
                  <a:lnTo>
                    <a:pt x="441385" y="1010537"/>
                  </a:lnTo>
                  <a:close/>
                  <a:moveTo>
                    <a:pt x="468068" y="1006813"/>
                  </a:moveTo>
                  <a:lnTo>
                    <a:pt x="470551" y="1049542"/>
                  </a:lnTo>
                  <a:lnTo>
                    <a:pt x="490906" y="1015334"/>
                  </a:lnTo>
                  <a:close/>
                  <a:moveTo>
                    <a:pt x="430672" y="1003047"/>
                  </a:moveTo>
                  <a:lnTo>
                    <a:pt x="378899" y="980383"/>
                  </a:lnTo>
                  <a:lnTo>
                    <a:pt x="378843" y="983475"/>
                  </a:lnTo>
                  <a:close/>
                  <a:moveTo>
                    <a:pt x="468068" y="1006813"/>
                  </a:moveTo>
                  <a:lnTo>
                    <a:pt x="456920" y="971129"/>
                  </a:lnTo>
                  <a:lnTo>
                    <a:pt x="455025" y="1003047"/>
                  </a:lnTo>
                  <a:close/>
                  <a:moveTo>
                    <a:pt x="445623" y="997972"/>
                  </a:moveTo>
                  <a:lnTo>
                    <a:pt x="455025" y="1003047"/>
                  </a:lnTo>
                  <a:lnTo>
                    <a:pt x="455550" y="966292"/>
                  </a:lnTo>
                  <a:close/>
                  <a:moveTo>
                    <a:pt x="446474" y="952533"/>
                  </a:moveTo>
                  <a:lnTo>
                    <a:pt x="455550" y="966292"/>
                  </a:lnTo>
                  <a:lnTo>
                    <a:pt x="429008" y="921986"/>
                  </a:lnTo>
                  <a:close/>
                  <a:moveTo>
                    <a:pt x="633841" y="1087549"/>
                  </a:moveTo>
                  <a:lnTo>
                    <a:pt x="663350" y="1090647"/>
                  </a:lnTo>
                  <a:lnTo>
                    <a:pt x="652379" y="1054819"/>
                  </a:lnTo>
                  <a:close/>
                  <a:moveTo>
                    <a:pt x="633841" y="1087549"/>
                  </a:moveTo>
                  <a:lnTo>
                    <a:pt x="652379" y="1054819"/>
                  </a:lnTo>
                  <a:lnTo>
                    <a:pt x="620099" y="1053973"/>
                  </a:lnTo>
                  <a:close/>
                  <a:moveTo>
                    <a:pt x="652379" y="1054819"/>
                  </a:moveTo>
                  <a:lnTo>
                    <a:pt x="663350" y="1090647"/>
                  </a:lnTo>
                  <a:lnTo>
                    <a:pt x="671361" y="1096128"/>
                  </a:lnTo>
                  <a:close/>
                  <a:moveTo>
                    <a:pt x="583877" y="1011587"/>
                  </a:moveTo>
                  <a:lnTo>
                    <a:pt x="617317" y="1042190"/>
                  </a:lnTo>
                  <a:lnTo>
                    <a:pt x="620099" y="1053973"/>
                  </a:lnTo>
                  <a:close/>
                  <a:moveTo>
                    <a:pt x="642054" y="968680"/>
                  </a:moveTo>
                  <a:lnTo>
                    <a:pt x="621716" y="994043"/>
                  </a:lnTo>
                  <a:lnTo>
                    <a:pt x="641873" y="973866"/>
                  </a:lnTo>
                  <a:close/>
                  <a:moveTo>
                    <a:pt x="641873" y="973866"/>
                  </a:moveTo>
                  <a:lnTo>
                    <a:pt x="621716" y="994043"/>
                  </a:lnTo>
                  <a:lnTo>
                    <a:pt x="618355" y="1010645"/>
                  </a:lnTo>
                  <a:close/>
                  <a:moveTo>
                    <a:pt x="642054" y="968680"/>
                  </a:moveTo>
                  <a:lnTo>
                    <a:pt x="629247" y="925992"/>
                  </a:lnTo>
                  <a:lnTo>
                    <a:pt x="632211" y="954633"/>
                  </a:lnTo>
                  <a:close/>
                  <a:moveTo>
                    <a:pt x="628817" y="914742"/>
                  </a:moveTo>
                  <a:lnTo>
                    <a:pt x="629247" y="925992"/>
                  </a:lnTo>
                  <a:lnTo>
                    <a:pt x="642054" y="968680"/>
                  </a:lnTo>
                  <a:close/>
                  <a:moveTo>
                    <a:pt x="776663" y="971068"/>
                  </a:moveTo>
                  <a:lnTo>
                    <a:pt x="775152" y="1001567"/>
                  </a:lnTo>
                  <a:lnTo>
                    <a:pt x="781735" y="986172"/>
                  </a:lnTo>
                  <a:close/>
                  <a:moveTo>
                    <a:pt x="781735" y="986172"/>
                  </a:moveTo>
                  <a:lnTo>
                    <a:pt x="775152" y="1001567"/>
                  </a:lnTo>
                  <a:lnTo>
                    <a:pt x="774527" y="1009691"/>
                  </a:lnTo>
                  <a:close/>
                  <a:moveTo>
                    <a:pt x="781735" y="986172"/>
                  </a:moveTo>
                  <a:lnTo>
                    <a:pt x="774527" y="1009691"/>
                  </a:lnTo>
                  <a:lnTo>
                    <a:pt x="803540" y="1013193"/>
                  </a:lnTo>
                  <a:close/>
                  <a:moveTo>
                    <a:pt x="629247" y="925992"/>
                  </a:moveTo>
                  <a:lnTo>
                    <a:pt x="628817" y="914742"/>
                  </a:lnTo>
                  <a:lnTo>
                    <a:pt x="633735" y="908647"/>
                  </a:lnTo>
                  <a:close/>
                  <a:moveTo>
                    <a:pt x="742061" y="919503"/>
                  </a:moveTo>
                  <a:lnTo>
                    <a:pt x="760909" y="948319"/>
                  </a:lnTo>
                  <a:lnTo>
                    <a:pt x="750253" y="934313"/>
                  </a:lnTo>
                  <a:close/>
                  <a:moveTo>
                    <a:pt x="772711" y="966420"/>
                  </a:moveTo>
                  <a:lnTo>
                    <a:pt x="760909" y="948319"/>
                  </a:lnTo>
                  <a:lnTo>
                    <a:pt x="742061" y="919503"/>
                  </a:lnTo>
                  <a:close/>
                  <a:moveTo>
                    <a:pt x="772711" y="966420"/>
                  </a:moveTo>
                  <a:lnTo>
                    <a:pt x="775152" y="1001567"/>
                  </a:lnTo>
                  <a:lnTo>
                    <a:pt x="776663" y="971068"/>
                  </a:lnTo>
                  <a:close/>
                  <a:moveTo>
                    <a:pt x="772711" y="966420"/>
                  </a:moveTo>
                  <a:lnTo>
                    <a:pt x="776663" y="971068"/>
                  </a:lnTo>
                  <a:lnTo>
                    <a:pt x="760909" y="948319"/>
                  </a:lnTo>
                  <a:close/>
                  <a:moveTo>
                    <a:pt x="643882" y="788293"/>
                  </a:moveTo>
                  <a:lnTo>
                    <a:pt x="635144" y="787293"/>
                  </a:lnTo>
                  <a:lnTo>
                    <a:pt x="666632" y="819496"/>
                  </a:lnTo>
                  <a:close/>
                  <a:moveTo>
                    <a:pt x="492803" y="640273"/>
                  </a:moveTo>
                  <a:lnTo>
                    <a:pt x="521541" y="587705"/>
                  </a:lnTo>
                  <a:lnTo>
                    <a:pt x="520014" y="586335"/>
                  </a:lnTo>
                  <a:close/>
                  <a:moveTo>
                    <a:pt x="30595" y="0"/>
                  </a:moveTo>
                  <a:lnTo>
                    <a:pt x="39842" y="37229"/>
                  </a:lnTo>
                  <a:lnTo>
                    <a:pt x="51569" y="10037"/>
                  </a:lnTo>
                  <a:close/>
                  <a:moveTo>
                    <a:pt x="925547" y="1012926"/>
                  </a:moveTo>
                  <a:lnTo>
                    <a:pt x="937250" y="1048159"/>
                  </a:lnTo>
                  <a:lnTo>
                    <a:pt x="941659" y="1064150"/>
                  </a:lnTo>
                  <a:close/>
                  <a:moveTo>
                    <a:pt x="636815" y="642662"/>
                  </a:moveTo>
                  <a:lnTo>
                    <a:pt x="646818" y="674696"/>
                  </a:lnTo>
                  <a:lnTo>
                    <a:pt x="667592" y="656157"/>
                  </a:lnTo>
                  <a:close/>
                  <a:moveTo>
                    <a:pt x="628643" y="635109"/>
                  </a:moveTo>
                  <a:lnTo>
                    <a:pt x="608478" y="615951"/>
                  </a:lnTo>
                  <a:lnTo>
                    <a:pt x="636815" y="642662"/>
                  </a:lnTo>
                  <a:close/>
                  <a:moveTo>
                    <a:pt x="743399" y="632274"/>
                  </a:moveTo>
                  <a:lnTo>
                    <a:pt x="717505" y="626237"/>
                  </a:lnTo>
                  <a:lnTo>
                    <a:pt x="751772" y="670214"/>
                  </a:lnTo>
                  <a:close/>
                  <a:moveTo>
                    <a:pt x="686577" y="630933"/>
                  </a:moveTo>
                  <a:lnTo>
                    <a:pt x="717505" y="626237"/>
                  </a:lnTo>
                  <a:lnTo>
                    <a:pt x="707517" y="625478"/>
                  </a:lnTo>
                  <a:close/>
                  <a:moveTo>
                    <a:pt x="717505" y="626237"/>
                  </a:moveTo>
                  <a:lnTo>
                    <a:pt x="743399" y="632274"/>
                  </a:lnTo>
                  <a:lnTo>
                    <a:pt x="717066" y="620348"/>
                  </a:lnTo>
                  <a:close/>
                  <a:moveTo>
                    <a:pt x="484944" y="456128"/>
                  </a:moveTo>
                  <a:lnTo>
                    <a:pt x="482733" y="463308"/>
                  </a:lnTo>
                  <a:lnTo>
                    <a:pt x="489632" y="45888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19" name="Input_density__58">
              <a:extLst>
                <a:ext uri="{FF2B5EF4-FFF2-40B4-BE49-F238E27FC236}">
                  <a16:creationId xmlns:a16="http://schemas.microsoft.com/office/drawing/2014/main" id="{69866592-286B-ECAD-E03B-D597DD93E07D}"/>
                </a:ext>
              </a:extLst>
            </p:cNvPr>
            <p:cNvSpPr>
              <a:spLocks noGrp="1"/>
            </p:cNvSpPr>
            <p:nvPr/>
          </p:nvSpPr>
          <p:spPr>
            <a:xfrm>
              <a:off x="1091073" y="1890515"/>
              <a:ext cx="927050" cy="1396636"/>
            </a:xfrm>
            <a:custGeom>
              <a:avLst/>
              <a:gdLst/>
              <a:ahLst/>
              <a:cxnLst/>
              <a:rect l="0" t="0" r="0" b="0"/>
              <a:pathLst>
                <a:path w="927050" h="1396636">
                  <a:moveTo>
                    <a:pt x="165379" y="1396267"/>
                  </a:moveTo>
                  <a:lnTo>
                    <a:pt x="139171" y="1394488"/>
                  </a:lnTo>
                  <a:lnTo>
                    <a:pt x="198797" y="1396636"/>
                  </a:lnTo>
                  <a:close/>
                  <a:moveTo>
                    <a:pt x="205462" y="1394757"/>
                  </a:moveTo>
                  <a:lnTo>
                    <a:pt x="213164" y="1382360"/>
                  </a:lnTo>
                  <a:lnTo>
                    <a:pt x="198797" y="1396636"/>
                  </a:lnTo>
                  <a:close/>
                  <a:moveTo>
                    <a:pt x="257699" y="1396077"/>
                  </a:moveTo>
                  <a:lnTo>
                    <a:pt x="222744" y="1389962"/>
                  </a:lnTo>
                  <a:lnTo>
                    <a:pt x="205462" y="1394757"/>
                  </a:lnTo>
                  <a:close/>
                  <a:moveTo>
                    <a:pt x="67713" y="1087849"/>
                  </a:moveTo>
                  <a:lnTo>
                    <a:pt x="96258" y="1107892"/>
                  </a:lnTo>
                  <a:lnTo>
                    <a:pt x="49313" y="1115261"/>
                  </a:lnTo>
                  <a:close/>
                  <a:moveTo>
                    <a:pt x="111474" y="1030678"/>
                  </a:moveTo>
                  <a:lnTo>
                    <a:pt x="104911" y="1064350"/>
                  </a:lnTo>
                  <a:lnTo>
                    <a:pt x="98750" y="1034382"/>
                  </a:lnTo>
                  <a:close/>
                  <a:moveTo>
                    <a:pt x="373811" y="1292424"/>
                  </a:moveTo>
                  <a:lnTo>
                    <a:pt x="320928" y="1274483"/>
                  </a:lnTo>
                  <a:lnTo>
                    <a:pt x="346561" y="1286746"/>
                  </a:lnTo>
                  <a:close/>
                  <a:moveTo>
                    <a:pt x="111474" y="1030678"/>
                  </a:moveTo>
                  <a:lnTo>
                    <a:pt x="151615" y="1008722"/>
                  </a:lnTo>
                  <a:lnTo>
                    <a:pt x="127865" y="1000942"/>
                  </a:lnTo>
                  <a:close/>
                  <a:moveTo>
                    <a:pt x="151615" y="1008722"/>
                  </a:moveTo>
                  <a:lnTo>
                    <a:pt x="155277" y="1017198"/>
                  </a:lnTo>
                  <a:lnTo>
                    <a:pt x="157334" y="981359"/>
                  </a:lnTo>
                  <a:close/>
                  <a:moveTo>
                    <a:pt x="14842" y="859662"/>
                  </a:moveTo>
                  <a:lnTo>
                    <a:pt x="7885" y="852995"/>
                  </a:lnTo>
                  <a:lnTo>
                    <a:pt x="0" y="863049"/>
                  </a:lnTo>
                  <a:close/>
                  <a:moveTo>
                    <a:pt x="9942" y="870178"/>
                  </a:moveTo>
                  <a:lnTo>
                    <a:pt x="52763" y="900668"/>
                  </a:lnTo>
                  <a:lnTo>
                    <a:pt x="14842" y="859662"/>
                  </a:lnTo>
                  <a:close/>
                  <a:moveTo>
                    <a:pt x="0" y="863049"/>
                  </a:moveTo>
                  <a:lnTo>
                    <a:pt x="9942" y="870178"/>
                  </a:lnTo>
                  <a:lnTo>
                    <a:pt x="14842" y="859662"/>
                  </a:lnTo>
                  <a:close/>
                  <a:moveTo>
                    <a:pt x="298481" y="1015334"/>
                  </a:moveTo>
                  <a:lnTo>
                    <a:pt x="297667" y="971248"/>
                  </a:lnTo>
                  <a:lnTo>
                    <a:pt x="286644" y="1002403"/>
                  </a:lnTo>
                  <a:close/>
                  <a:moveTo>
                    <a:pt x="543480" y="1085836"/>
                  </a:moveTo>
                  <a:lnTo>
                    <a:pt x="503258" y="1046701"/>
                  </a:lnTo>
                  <a:lnTo>
                    <a:pt x="518553" y="1079013"/>
                  </a:lnTo>
                  <a:close/>
                  <a:moveTo>
                    <a:pt x="256097" y="764690"/>
                  </a:moveTo>
                  <a:lnTo>
                    <a:pt x="242098" y="727935"/>
                  </a:lnTo>
                  <a:lnTo>
                    <a:pt x="273427" y="747507"/>
                  </a:lnTo>
                  <a:close/>
                  <a:moveTo>
                    <a:pt x="442311" y="845425"/>
                  </a:moveTo>
                  <a:lnTo>
                    <a:pt x="440941" y="840588"/>
                  </a:lnTo>
                  <a:lnTo>
                    <a:pt x="440416" y="877343"/>
                  </a:lnTo>
                  <a:close/>
                  <a:moveTo>
                    <a:pt x="557667" y="1000485"/>
                  </a:moveTo>
                  <a:lnTo>
                    <a:pt x="594621" y="1014074"/>
                  </a:lnTo>
                  <a:lnTo>
                    <a:pt x="616350" y="999105"/>
                  </a:lnTo>
                  <a:close/>
                  <a:moveTo>
                    <a:pt x="616350" y="999105"/>
                  </a:moveTo>
                  <a:lnTo>
                    <a:pt x="594621" y="1014074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6350" y="999105"/>
                  </a:lnTo>
                  <a:lnTo>
                    <a:pt x="646775" y="988283"/>
                  </a:lnTo>
                  <a:close/>
                  <a:moveTo>
                    <a:pt x="648741" y="964943"/>
                  </a:moveTo>
                  <a:lnTo>
                    <a:pt x="619232" y="961845"/>
                  </a:lnTo>
                  <a:lnTo>
                    <a:pt x="616350" y="999105"/>
                  </a:lnTo>
                  <a:close/>
                  <a:moveTo>
                    <a:pt x="648741" y="964943"/>
                  </a:moveTo>
                  <a:lnTo>
                    <a:pt x="646775" y="988283"/>
                  </a:lnTo>
                  <a:lnTo>
                    <a:pt x="656752" y="970425"/>
                  </a:lnTo>
                  <a:close/>
                  <a:moveTo>
                    <a:pt x="615134" y="806221"/>
                  </a:moveTo>
                  <a:lnTo>
                    <a:pt x="614208" y="789038"/>
                  </a:lnTo>
                  <a:lnTo>
                    <a:pt x="627445" y="842976"/>
                  </a:lnTo>
                  <a:close/>
                  <a:moveTo>
                    <a:pt x="617320" y="752283"/>
                  </a:moveTo>
                  <a:lnTo>
                    <a:pt x="614208" y="789038"/>
                  </a:lnTo>
                  <a:lnTo>
                    <a:pt x="607491" y="769466"/>
                  </a:lnTo>
                  <a:close/>
                  <a:moveTo>
                    <a:pt x="617209" y="739754"/>
                  </a:moveTo>
                  <a:lnTo>
                    <a:pt x="614208" y="789038"/>
                  </a:lnTo>
                  <a:lnTo>
                    <a:pt x="617320" y="752283"/>
                  </a:lnTo>
                  <a:close/>
                  <a:moveTo>
                    <a:pt x="617209" y="739754"/>
                  </a:moveTo>
                  <a:lnTo>
                    <a:pt x="619126" y="782943"/>
                  </a:lnTo>
                  <a:lnTo>
                    <a:pt x="614208" y="789038"/>
                  </a:lnTo>
                  <a:close/>
                  <a:moveTo>
                    <a:pt x="609572" y="701216"/>
                  </a:moveTo>
                  <a:lnTo>
                    <a:pt x="617209" y="739754"/>
                  </a:lnTo>
                  <a:lnTo>
                    <a:pt x="617320" y="752283"/>
                  </a:lnTo>
                  <a:close/>
                  <a:moveTo>
                    <a:pt x="609227" y="698345"/>
                  </a:moveTo>
                  <a:lnTo>
                    <a:pt x="609572" y="701216"/>
                  </a:lnTo>
                  <a:lnTo>
                    <a:pt x="611004" y="690493"/>
                  </a:lnTo>
                  <a:close/>
                  <a:moveTo>
                    <a:pt x="28833" y="53938"/>
                  </a:moveTo>
                  <a:lnTo>
                    <a:pt x="45254" y="0"/>
                  </a:lnTo>
                  <a:lnTo>
                    <a:pt x="48264" y="36755"/>
                  </a:lnTo>
                  <a:close/>
                  <a:moveTo>
                    <a:pt x="493204" y="499211"/>
                  </a:moveTo>
                  <a:lnTo>
                    <a:pt x="506932" y="462002"/>
                  </a:lnTo>
                  <a:lnTo>
                    <a:pt x="478194" y="514570"/>
                  </a:lnTo>
                  <a:close/>
                  <a:moveTo>
                    <a:pt x="478194" y="514570"/>
                  </a:moveTo>
                  <a:lnTo>
                    <a:pt x="505405" y="460631"/>
                  </a:lnTo>
                  <a:lnTo>
                    <a:pt x="492170" y="497386"/>
                  </a:lnTo>
                  <a:close/>
                  <a:moveTo>
                    <a:pt x="922641" y="922455"/>
                  </a:moveTo>
                  <a:lnTo>
                    <a:pt x="919563" y="975201"/>
                  </a:lnTo>
                  <a:lnTo>
                    <a:pt x="927050" y="938446"/>
                  </a:lnTo>
                  <a:close/>
                  <a:moveTo>
                    <a:pt x="731422" y="717916"/>
                  </a:moveTo>
                  <a:lnTo>
                    <a:pt x="738753" y="700733"/>
                  </a:lnTo>
                  <a:lnTo>
                    <a:pt x="721832" y="754671"/>
                  </a:lnTo>
                  <a:close/>
                  <a:moveTo>
                    <a:pt x="738753" y="700733"/>
                  </a:moveTo>
                  <a:lnTo>
                    <a:pt x="731422" y="717916"/>
                  </a:lnTo>
                  <a:lnTo>
                    <a:pt x="722057" y="681161"/>
                  </a:lnTo>
                  <a:close/>
                  <a:moveTo>
                    <a:pt x="436100" y="342444"/>
                  </a:moveTo>
                  <a:lnTo>
                    <a:pt x="446239" y="387121"/>
                  </a:lnTo>
                  <a:lnTo>
                    <a:pt x="454679" y="383541"/>
                  </a:lnTo>
                  <a:close/>
                  <a:moveTo>
                    <a:pt x="471498" y="350366"/>
                  </a:moveTo>
                  <a:lnTo>
                    <a:pt x="475023" y="333183"/>
                  </a:lnTo>
                  <a:lnTo>
                    <a:pt x="468124" y="337604"/>
                  </a:lnTo>
                  <a:close/>
                  <a:moveTo>
                    <a:pt x="473549" y="296428"/>
                  </a:moveTo>
                  <a:lnTo>
                    <a:pt x="475023" y="333183"/>
                  </a:lnTo>
                  <a:lnTo>
                    <a:pt x="466128" y="313611"/>
                  </a:lnTo>
                  <a:close/>
                  <a:moveTo>
                    <a:pt x="652983" y="530453"/>
                  </a:moveTo>
                  <a:lnTo>
                    <a:pt x="634444" y="502007"/>
                  </a:lnTo>
                  <a:lnTo>
                    <a:pt x="622206" y="516958"/>
                  </a:lnTo>
                  <a:close/>
                  <a:moveTo>
                    <a:pt x="702457" y="494644"/>
                  </a:moveTo>
                  <a:lnTo>
                    <a:pt x="730608" y="475320"/>
                  </a:lnTo>
                  <a:lnTo>
                    <a:pt x="721459" y="46948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20" name="Input_density__59">
              <a:extLst>
                <a:ext uri="{FF2B5EF4-FFF2-40B4-BE49-F238E27FC236}">
                  <a16:creationId xmlns:a16="http://schemas.microsoft.com/office/drawing/2014/main" id="{6797FBCA-FF5F-A3FF-9C51-460C071728EE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1753363"/>
              <a:ext cx="966840" cy="1320491"/>
            </a:xfrm>
            <a:custGeom>
              <a:avLst/>
              <a:gdLst/>
              <a:ahLst/>
              <a:cxnLst/>
              <a:rect l="0" t="0" r="0" b="0"/>
              <a:pathLst>
                <a:path w="966840" h="1320491">
                  <a:moveTo>
                    <a:pt x="0" y="1035435"/>
                  </a:moveTo>
                  <a:lnTo>
                    <a:pt x="38675" y="1075829"/>
                  </a:lnTo>
                  <a:lnTo>
                    <a:pt x="26108" y="1061269"/>
                  </a:lnTo>
                  <a:close/>
                  <a:moveTo>
                    <a:pt x="272738" y="1244716"/>
                  </a:moveTo>
                  <a:lnTo>
                    <a:pt x="235927" y="1233497"/>
                  </a:lnTo>
                  <a:lnTo>
                    <a:pt x="267764" y="1245044"/>
                  </a:lnTo>
                  <a:close/>
                  <a:moveTo>
                    <a:pt x="193458" y="1103081"/>
                  </a:moveTo>
                  <a:lnTo>
                    <a:pt x="205829" y="1080840"/>
                  </a:lnTo>
                  <a:lnTo>
                    <a:pt x="209606" y="1089964"/>
                  </a:lnTo>
                  <a:close/>
                  <a:moveTo>
                    <a:pt x="208610" y="1108433"/>
                  </a:moveTo>
                  <a:lnTo>
                    <a:pt x="193458" y="1103081"/>
                  </a:lnTo>
                  <a:lnTo>
                    <a:pt x="169397" y="1080840"/>
                  </a:lnTo>
                  <a:close/>
                  <a:moveTo>
                    <a:pt x="242372" y="1100412"/>
                  </a:moveTo>
                  <a:lnTo>
                    <a:pt x="206136" y="1065697"/>
                  </a:lnTo>
                  <a:lnTo>
                    <a:pt x="205829" y="1080840"/>
                  </a:lnTo>
                  <a:close/>
                  <a:moveTo>
                    <a:pt x="205829" y="1080840"/>
                  </a:moveTo>
                  <a:lnTo>
                    <a:pt x="193458" y="1103081"/>
                  </a:lnTo>
                  <a:lnTo>
                    <a:pt x="242372" y="1100412"/>
                  </a:lnTo>
                  <a:close/>
                  <a:moveTo>
                    <a:pt x="482644" y="1316660"/>
                  </a:moveTo>
                  <a:lnTo>
                    <a:pt x="460559" y="1307526"/>
                  </a:lnTo>
                  <a:lnTo>
                    <a:pt x="502989" y="1320491"/>
                  </a:lnTo>
                  <a:close/>
                  <a:moveTo>
                    <a:pt x="464755" y="1230249"/>
                  </a:moveTo>
                  <a:lnTo>
                    <a:pt x="449109" y="1193494"/>
                  </a:lnTo>
                  <a:lnTo>
                    <a:pt x="443421" y="1231965"/>
                  </a:lnTo>
                  <a:close/>
                  <a:moveTo>
                    <a:pt x="449109" y="1193494"/>
                  </a:moveTo>
                  <a:lnTo>
                    <a:pt x="428891" y="1199031"/>
                  </a:lnTo>
                  <a:lnTo>
                    <a:pt x="443421" y="1231965"/>
                  </a:lnTo>
                  <a:close/>
                  <a:moveTo>
                    <a:pt x="443421" y="1231965"/>
                  </a:moveTo>
                  <a:lnTo>
                    <a:pt x="428891" y="1199031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04866" y="1193494"/>
                  </a:lnTo>
                  <a:lnTo>
                    <a:pt x="426323" y="1230249"/>
                  </a:lnTo>
                  <a:close/>
                  <a:moveTo>
                    <a:pt x="428891" y="1199031"/>
                  </a:moveTo>
                  <a:lnTo>
                    <a:pt x="449109" y="1193494"/>
                  </a:lnTo>
                  <a:lnTo>
                    <a:pt x="430912" y="1175587"/>
                  </a:lnTo>
                  <a:close/>
                  <a:moveTo>
                    <a:pt x="404866" y="1193494"/>
                  </a:moveTo>
                  <a:lnTo>
                    <a:pt x="428891" y="1199031"/>
                  </a:lnTo>
                  <a:lnTo>
                    <a:pt x="430912" y="1175587"/>
                  </a:lnTo>
                  <a:close/>
                  <a:moveTo>
                    <a:pt x="295332" y="1047359"/>
                  </a:moveTo>
                  <a:lnTo>
                    <a:pt x="255089" y="1097735"/>
                  </a:lnTo>
                  <a:lnTo>
                    <a:pt x="297266" y="1090534"/>
                  </a:lnTo>
                  <a:close/>
                  <a:moveTo>
                    <a:pt x="297266" y="1090534"/>
                  </a:moveTo>
                  <a:lnTo>
                    <a:pt x="322076" y="1052704"/>
                  </a:lnTo>
                  <a:lnTo>
                    <a:pt x="295332" y="1047359"/>
                  </a:lnTo>
                  <a:close/>
                  <a:moveTo>
                    <a:pt x="533304" y="1309257"/>
                  </a:moveTo>
                  <a:lnTo>
                    <a:pt x="550306" y="1286575"/>
                  </a:lnTo>
                  <a:lnTo>
                    <a:pt x="543395" y="1294358"/>
                  </a:lnTo>
                  <a:close/>
                  <a:moveTo>
                    <a:pt x="449109" y="1193494"/>
                  </a:moveTo>
                  <a:lnTo>
                    <a:pt x="481426" y="1228156"/>
                  </a:lnTo>
                  <a:lnTo>
                    <a:pt x="481526" y="1183328"/>
                  </a:lnTo>
                  <a:close/>
                  <a:moveTo>
                    <a:pt x="449109" y="1193494"/>
                  </a:moveTo>
                  <a:lnTo>
                    <a:pt x="464755" y="1230249"/>
                  </a:lnTo>
                  <a:lnTo>
                    <a:pt x="481426" y="1228156"/>
                  </a:lnTo>
                  <a:close/>
                  <a:moveTo>
                    <a:pt x="542692" y="1248150"/>
                  </a:moveTo>
                  <a:lnTo>
                    <a:pt x="542992" y="1249939"/>
                  </a:lnTo>
                  <a:lnTo>
                    <a:pt x="542958" y="1249820"/>
                  </a:lnTo>
                  <a:close/>
                  <a:moveTo>
                    <a:pt x="404866" y="1193494"/>
                  </a:moveTo>
                  <a:lnTo>
                    <a:pt x="430912" y="1175587"/>
                  </a:lnTo>
                  <a:lnTo>
                    <a:pt x="402740" y="1193203"/>
                  </a:lnTo>
                  <a:close/>
                  <a:moveTo>
                    <a:pt x="481526" y="1183328"/>
                  </a:moveTo>
                  <a:lnTo>
                    <a:pt x="430912" y="1175587"/>
                  </a:lnTo>
                  <a:lnTo>
                    <a:pt x="449109" y="1193494"/>
                  </a:lnTo>
                  <a:close/>
                  <a:moveTo>
                    <a:pt x="199012" y="847753"/>
                  </a:moveTo>
                  <a:lnTo>
                    <a:pt x="181722" y="899454"/>
                  </a:lnTo>
                  <a:lnTo>
                    <a:pt x="194284" y="896344"/>
                  </a:lnTo>
                  <a:close/>
                  <a:moveTo>
                    <a:pt x="209686" y="899454"/>
                  </a:moveTo>
                  <a:lnTo>
                    <a:pt x="199012" y="847753"/>
                  </a:lnTo>
                  <a:lnTo>
                    <a:pt x="194284" y="896344"/>
                  </a:lnTo>
                  <a:close/>
                  <a:moveTo>
                    <a:pt x="209290" y="862699"/>
                  </a:moveTo>
                  <a:lnTo>
                    <a:pt x="199012" y="847753"/>
                  </a:lnTo>
                  <a:lnTo>
                    <a:pt x="209686" y="899454"/>
                  </a:lnTo>
                  <a:close/>
                  <a:moveTo>
                    <a:pt x="209802" y="845515"/>
                  </a:moveTo>
                  <a:lnTo>
                    <a:pt x="219371" y="858290"/>
                  </a:lnTo>
                  <a:lnTo>
                    <a:pt x="239107" y="860554"/>
                  </a:lnTo>
                  <a:close/>
                  <a:moveTo>
                    <a:pt x="219371" y="858290"/>
                  </a:moveTo>
                  <a:lnTo>
                    <a:pt x="209802" y="845515"/>
                  </a:lnTo>
                  <a:lnTo>
                    <a:pt x="230056" y="826714"/>
                  </a:lnTo>
                  <a:close/>
                  <a:moveTo>
                    <a:pt x="156153" y="810762"/>
                  </a:moveTo>
                  <a:lnTo>
                    <a:pt x="195696" y="845515"/>
                  </a:lnTo>
                  <a:lnTo>
                    <a:pt x="199012" y="847753"/>
                  </a:lnTo>
                  <a:close/>
                  <a:moveTo>
                    <a:pt x="550306" y="1286575"/>
                  </a:moveTo>
                  <a:lnTo>
                    <a:pt x="542992" y="1249939"/>
                  </a:lnTo>
                  <a:lnTo>
                    <a:pt x="543395" y="1294358"/>
                  </a:lnTo>
                  <a:close/>
                  <a:moveTo>
                    <a:pt x="550306" y="1286575"/>
                  </a:moveTo>
                  <a:lnTo>
                    <a:pt x="542958" y="1249820"/>
                  </a:lnTo>
                  <a:lnTo>
                    <a:pt x="542992" y="1249939"/>
                  </a:lnTo>
                  <a:close/>
                  <a:moveTo>
                    <a:pt x="209802" y="845515"/>
                  </a:moveTo>
                  <a:lnTo>
                    <a:pt x="239711" y="797007"/>
                  </a:lnTo>
                  <a:lnTo>
                    <a:pt x="230056" y="826714"/>
                  </a:lnTo>
                  <a:close/>
                  <a:moveTo>
                    <a:pt x="615133" y="1173634"/>
                  </a:moveTo>
                  <a:lnTo>
                    <a:pt x="634899" y="1178699"/>
                  </a:lnTo>
                  <a:lnTo>
                    <a:pt x="635880" y="1183853"/>
                  </a:lnTo>
                  <a:close/>
                  <a:moveTo>
                    <a:pt x="604638" y="1162766"/>
                  </a:moveTo>
                  <a:lnTo>
                    <a:pt x="634899" y="1178699"/>
                  </a:lnTo>
                  <a:lnTo>
                    <a:pt x="615133" y="1173634"/>
                  </a:lnTo>
                  <a:close/>
                  <a:moveTo>
                    <a:pt x="616284" y="1159127"/>
                  </a:moveTo>
                  <a:lnTo>
                    <a:pt x="635880" y="1183853"/>
                  </a:lnTo>
                  <a:lnTo>
                    <a:pt x="666411" y="1178699"/>
                  </a:lnTo>
                  <a:close/>
                  <a:moveTo>
                    <a:pt x="292264" y="781371"/>
                  </a:moveTo>
                  <a:lnTo>
                    <a:pt x="249595" y="788971"/>
                  </a:lnTo>
                  <a:lnTo>
                    <a:pt x="304232" y="787054"/>
                  </a:lnTo>
                  <a:close/>
                  <a:moveTo>
                    <a:pt x="666411" y="1178699"/>
                  </a:moveTo>
                  <a:lnTo>
                    <a:pt x="677538" y="1186172"/>
                  </a:lnTo>
                  <a:lnTo>
                    <a:pt x="677749" y="1176902"/>
                  </a:lnTo>
                  <a:close/>
                  <a:moveTo>
                    <a:pt x="648142" y="1141944"/>
                  </a:moveTo>
                  <a:lnTo>
                    <a:pt x="677749" y="1176902"/>
                  </a:lnTo>
                  <a:lnTo>
                    <a:pt x="656495" y="1135865"/>
                  </a:lnTo>
                  <a:close/>
                  <a:moveTo>
                    <a:pt x="666411" y="1178699"/>
                  </a:moveTo>
                  <a:lnTo>
                    <a:pt x="677749" y="1176902"/>
                  </a:lnTo>
                  <a:lnTo>
                    <a:pt x="648142" y="1141944"/>
                  </a:lnTo>
                  <a:close/>
                  <a:moveTo>
                    <a:pt x="677749" y="1176902"/>
                  </a:moveTo>
                  <a:lnTo>
                    <a:pt x="677538" y="1186172"/>
                  </a:lnTo>
                  <a:lnTo>
                    <a:pt x="679932" y="1178699"/>
                  </a:lnTo>
                  <a:close/>
                  <a:moveTo>
                    <a:pt x="640843" y="1135070"/>
                  </a:moveTo>
                  <a:lnTo>
                    <a:pt x="663753" y="1134632"/>
                  </a:lnTo>
                  <a:lnTo>
                    <a:pt x="648142" y="1141944"/>
                  </a:lnTo>
                  <a:close/>
                  <a:moveTo>
                    <a:pt x="566589" y="1068434"/>
                  </a:moveTo>
                  <a:lnTo>
                    <a:pt x="584430" y="1087209"/>
                  </a:lnTo>
                  <a:lnTo>
                    <a:pt x="588563" y="1060990"/>
                  </a:lnTo>
                  <a:close/>
                  <a:moveTo>
                    <a:pt x="364105" y="884294"/>
                  </a:moveTo>
                  <a:lnTo>
                    <a:pt x="400719" y="881617"/>
                  </a:lnTo>
                  <a:lnTo>
                    <a:pt x="394299" y="874647"/>
                  </a:lnTo>
                  <a:close/>
                  <a:moveTo>
                    <a:pt x="666897" y="1050178"/>
                  </a:moveTo>
                  <a:lnTo>
                    <a:pt x="666390" y="1051250"/>
                  </a:lnTo>
                  <a:lnTo>
                    <a:pt x="686929" y="1028868"/>
                  </a:lnTo>
                  <a:close/>
                  <a:moveTo>
                    <a:pt x="687370" y="997312"/>
                  </a:moveTo>
                  <a:lnTo>
                    <a:pt x="707050" y="1007890"/>
                  </a:lnTo>
                  <a:lnTo>
                    <a:pt x="694956" y="983925"/>
                  </a:lnTo>
                  <a:close/>
                  <a:moveTo>
                    <a:pt x="736367" y="1022093"/>
                  </a:moveTo>
                  <a:lnTo>
                    <a:pt x="739729" y="1005492"/>
                  </a:lnTo>
                  <a:lnTo>
                    <a:pt x="687370" y="997312"/>
                  </a:lnTo>
                  <a:close/>
                  <a:moveTo>
                    <a:pt x="687370" y="997312"/>
                  </a:moveTo>
                  <a:lnTo>
                    <a:pt x="694956" y="983925"/>
                  </a:lnTo>
                  <a:lnTo>
                    <a:pt x="680616" y="950836"/>
                  </a:lnTo>
                  <a:close/>
                  <a:moveTo>
                    <a:pt x="844257" y="1050946"/>
                  </a:moveTo>
                  <a:lnTo>
                    <a:pt x="835195" y="1040672"/>
                  </a:lnTo>
                  <a:lnTo>
                    <a:pt x="860093" y="1081786"/>
                  </a:lnTo>
                  <a:close/>
                  <a:moveTo>
                    <a:pt x="879420" y="1057839"/>
                  </a:moveTo>
                  <a:lnTo>
                    <a:pt x="844257" y="1050946"/>
                  </a:lnTo>
                  <a:lnTo>
                    <a:pt x="860093" y="1081786"/>
                  </a:lnTo>
                  <a:close/>
                  <a:moveTo>
                    <a:pt x="832802" y="1036455"/>
                  </a:moveTo>
                  <a:lnTo>
                    <a:pt x="835195" y="1040672"/>
                  </a:lnTo>
                  <a:lnTo>
                    <a:pt x="844257" y="1050946"/>
                  </a:lnTo>
                  <a:close/>
                  <a:moveTo>
                    <a:pt x="832802" y="1036455"/>
                  </a:moveTo>
                  <a:lnTo>
                    <a:pt x="814353" y="999700"/>
                  </a:lnTo>
                  <a:lnTo>
                    <a:pt x="815780" y="1011709"/>
                  </a:lnTo>
                  <a:close/>
                  <a:moveTo>
                    <a:pt x="952991" y="1112122"/>
                  </a:moveTo>
                  <a:lnTo>
                    <a:pt x="928912" y="1118303"/>
                  </a:lnTo>
                  <a:lnTo>
                    <a:pt x="935678" y="1092782"/>
                  </a:lnTo>
                  <a:close/>
                  <a:moveTo>
                    <a:pt x="928912" y="1118303"/>
                  </a:moveTo>
                  <a:lnTo>
                    <a:pt x="952991" y="1112122"/>
                  </a:lnTo>
                  <a:lnTo>
                    <a:pt x="940613" y="1109965"/>
                  </a:lnTo>
                  <a:close/>
                  <a:moveTo>
                    <a:pt x="952991" y="1112122"/>
                  </a:moveTo>
                  <a:lnTo>
                    <a:pt x="954611" y="1092782"/>
                  </a:lnTo>
                  <a:lnTo>
                    <a:pt x="940613" y="1109965"/>
                  </a:lnTo>
                  <a:close/>
                  <a:moveTo>
                    <a:pt x="892540" y="1021140"/>
                  </a:moveTo>
                  <a:lnTo>
                    <a:pt x="879420" y="1057839"/>
                  </a:lnTo>
                  <a:lnTo>
                    <a:pt x="933581" y="1059609"/>
                  </a:lnTo>
                  <a:close/>
                  <a:moveTo>
                    <a:pt x="933581" y="1059609"/>
                  </a:moveTo>
                  <a:lnTo>
                    <a:pt x="944068" y="1056027"/>
                  </a:lnTo>
                  <a:lnTo>
                    <a:pt x="966840" y="1039327"/>
                  </a:lnTo>
                  <a:close/>
                  <a:moveTo>
                    <a:pt x="832802" y="1036455"/>
                  </a:moveTo>
                  <a:lnTo>
                    <a:pt x="844257" y="1050946"/>
                  </a:lnTo>
                  <a:lnTo>
                    <a:pt x="848340" y="1029985"/>
                  </a:lnTo>
                  <a:close/>
                  <a:moveTo>
                    <a:pt x="814353" y="999700"/>
                  </a:moveTo>
                  <a:lnTo>
                    <a:pt x="832802" y="1036455"/>
                  </a:lnTo>
                  <a:lnTo>
                    <a:pt x="825007" y="982517"/>
                  </a:lnTo>
                  <a:close/>
                  <a:moveTo>
                    <a:pt x="806708" y="872252"/>
                  </a:moveTo>
                  <a:lnTo>
                    <a:pt x="781704" y="835497"/>
                  </a:lnTo>
                  <a:lnTo>
                    <a:pt x="779195" y="889435"/>
                  </a:lnTo>
                  <a:close/>
                  <a:moveTo>
                    <a:pt x="529412" y="649620"/>
                  </a:moveTo>
                  <a:lnTo>
                    <a:pt x="534991" y="629985"/>
                  </a:lnTo>
                  <a:lnTo>
                    <a:pt x="533453" y="636361"/>
                  </a:lnTo>
                  <a:close/>
                  <a:moveTo>
                    <a:pt x="497397" y="541457"/>
                  </a:moveTo>
                  <a:lnTo>
                    <a:pt x="487350" y="507386"/>
                  </a:lnTo>
                  <a:lnTo>
                    <a:pt x="498209" y="543305"/>
                  </a:lnTo>
                  <a:close/>
                  <a:moveTo>
                    <a:pt x="497397" y="541457"/>
                  </a:moveTo>
                  <a:lnTo>
                    <a:pt x="486178" y="504702"/>
                  </a:lnTo>
                  <a:lnTo>
                    <a:pt x="487350" y="507386"/>
                  </a:lnTo>
                  <a:close/>
                  <a:moveTo>
                    <a:pt x="936883" y="1012177"/>
                  </a:moveTo>
                  <a:lnTo>
                    <a:pt x="944068" y="1056027"/>
                  </a:lnTo>
                  <a:lnTo>
                    <a:pt x="940741" y="1053788"/>
                  </a:lnTo>
                  <a:close/>
                  <a:moveTo>
                    <a:pt x="803532" y="830842"/>
                  </a:moveTo>
                  <a:lnTo>
                    <a:pt x="784644" y="830944"/>
                  </a:lnTo>
                  <a:lnTo>
                    <a:pt x="818863" y="855068"/>
                  </a:lnTo>
                  <a:close/>
                  <a:moveTo>
                    <a:pt x="818863" y="855068"/>
                  </a:moveTo>
                  <a:lnTo>
                    <a:pt x="784644" y="830944"/>
                  </a:lnTo>
                  <a:lnTo>
                    <a:pt x="781704" y="835497"/>
                  </a:lnTo>
                  <a:close/>
                  <a:moveTo>
                    <a:pt x="818863" y="855068"/>
                  </a:moveTo>
                  <a:lnTo>
                    <a:pt x="781704" y="835497"/>
                  </a:lnTo>
                  <a:lnTo>
                    <a:pt x="806708" y="872252"/>
                  </a:lnTo>
                  <a:close/>
                  <a:moveTo>
                    <a:pt x="667198" y="603768"/>
                  </a:moveTo>
                  <a:lnTo>
                    <a:pt x="639553" y="599154"/>
                  </a:lnTo>
                  <a:lnTo>
                    <a:pt x="668271" y="647642"/>
                  </a:lnTo>
                  <a:close/>
                  <a:moveTo>
                    <a:pt x="468196" y="467947"/>
                  </a:moveTo>
                  <a:lnTo>
                    <a:pt x="466142" y="441432"/>
                  </a:lnTo>
                  <a:lnTo>
                    <a:pt x="480136" y="414008"/>
                  </a:lnTo>
                  <a:close/>
                  <a:moveTo>
                    <a:pt x="468196" y="467947"/>
                  </a:moveTo>
                  <a:lnTo>
                    <a:pt x="480136" y="414008"/>
                  </a:lnTo>
                  <a:lnTo>
                    <a:pt x="464880" y="431192"/>
                  </a:lnTo>
                  <a:close/>
                  <a:moveTo>
                    <a:pt x="112846" y="13433"/>
                  </a:moveTo>
                  <a:lnTo>
                    <a:pt x="148607" y="11448"/>
                  </a:lnTo>
                  <a:lnTo>
                    <a:pt x="122426" y="0"/>
                  </a:lnTo>
                  <a:close/>
                  <a:moveTo>
                    <a:pt x="789605" y="818313"/>
                  </a:moveTo>
                  <a:lnTo>
                    <a:pt x="784644" y="830944"/>
                  </a:lnTo>
                  <a:lnTo>
                    <a:pt x="803532" y="830842"/>
                  </a:lnTo>
                  <a:close/>
                  <a:moveTo>
                    <a:pt x="764831" y="686144"/>
                  </a:moveTo>
                  <a:lnTo>
                    <a:pt x="824669" y="689085"/>
                  </a:lnTo>
                  <a:lnTo>
                    <a:pt x="785604" y="667605"/>
                  </a:lnTo>
                  <a:close/>
                  <a:moveTo>
                    <a:pt x="822801" y="692771"/>
                  </a:moveTo>
                  <a:lnTo>
                    <a:pt x="832015" y="690865"/>
                  </a:lnTo>
                  <a:lnTo>
                    <a:pt x="824669" y="689085"/>
                  </a:lnTo>
                  <a:close/>
                  <a:moveTo>
                    <a:pt x="754827" y="654110"/>
                  </a:moveTo>
                  <a:lnTo>
                    <a:pt x="726490" y="627399"/>
                  </a:lnTo>
                  <a:lnTo>
                    <a:pt x="741568" y="634538"/>
                  </a:lnTo>
                  <a:close/>
                  <a:moveTo>
                    <a:pt x="754827" y="654110"/>
                  </a:moveTo>
                  <a:lnTo>
                    <a:pt x="741568" y="634538"/>
                  </a:lnTo>
                  <a:lnTo>
                    <a:pt x="744566" y="671293"/>
                  </a:lnTo>
                  <a:close/>
                  <a:moveTo>
                    <a:pt x="536789" y="404788"/>
                  </a:moveTo>
                  <a:lnTo>
                    <a:pt x="502868" y="405277"/>
                  </a:lnTo>
                  <a:lnTo>
                    <a:pt x="554198" y="425299"/>
                  </a:lnTo>
                  <a:close/>
                  <a:moveTo>
                    <a:pt x="563380" y="410258"/>
                  </a:moveTo>
                  <a:lnTo>
                    <a:pt x="536789" y="404788"/>
                  </a:lnTo>
                  <a:lnTo>
                    <a:pt x="586824" y="422704"/>
                  </a:lnTo>
                  <a:close/>
                  <a:moveTo>
                    <a:pt x="536789" y="404788"/>
                  </a:moveTo>
                  <a:lnTo>
                    <a:pt x="554198" y="425299"/>
                  </a:lnTo>
                  <a:lnTo>
                    <a:pt x="586824" y="422704"/>
                  </a:lnTo>
                  <a:close/>
                  <a:moveTo>
                    <a:pt x="701853" y="603624"/>
                  </a:moveTo>
                  <a:lnTo>
                    <a:pt x="726490" y="627399"/>
                  </a:lnTo>
                  <a:lnTo>
                    <a:pt x="696710" y="624522"/>
                  </a:lnTo>
                  <a:close/>
                  <a:moveTo>
                    <a:pt x="596963" y="427702"/>
                  </a:moveTo>
                  <a:lnTo>
                    <a:pt x="606171" y="433580"/>
                  </a:lnTo>
                  <a:lnTo>
                    <a:pt x="586824" y="422704"/>
                  </a:lnTo>
                  <a:close/>
                  <a:moveTo>
                    <a:pt x="821644" y="609934"/>
                  </a:moveTo>
                  <a:lnTo>
                    <a:pt x="825529" y="636927"/>
                  </a:lnTo>
                  <a:lnTo>
                    <a:pt x="835079" y="631796"/>
                  </a:lnTo>
                  <a:close/>
                  <a:moveTo>
                    <a:pt x="801608" y="548671"/>
                  </a:moveTo>
                  <a:lnTo>
                    <a:pt x="835615" y="548112"/>
                  </a:lnTo>
                  <a:lnTo>
                    <a:pt x="812933" y="548997"/>
                  </a:lnTo>
                  <a:close/>
                  <a:moveTo>
                    <a:pt x="835615" y="548112"/>
                  </a:moveTo>
                  <a:lnTo>
                    <a:pt x="801608" y="548671"/>
                  </a:lnTo>
                  <a:lnTo>
                    <a:pt x="840579" y="55615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21" name="Input_density__60">
              <a:extLst>
                <a:ext uri="{FF2B5EF4-FFF2-40B4-BE49-F238E27FC236}">
                  <a16:creationId xmlns:a16="http://schemas.microsoft.com/office/drawing/2014/main" id="{54428962-11A3-1367-F896-640E4B58C2E7}"/>
                </a:ext>
              </a:extLst>
            </p:cNvPr>
            <p:cNvSpPr>
              <a:spLocks noGrp="1"/>
            </p:cNvSpPr>
            <p:nvPr/>
          </p:nvSpPr>
          <p:spPr>
            <a:xfrm>
              <a:off x="952706" y="2153856"/>
              <a:ext cx="975866" cy="709472"/>
            </a:xfrm>
            <a:custGeom>
              <a:avLst/>
              <a:gdLst/>
              <a:ahLst/>
              <a:cxnLst/>
              <a:rect l="0" t="0" r="0" b="0"/>
              <a:pathLst>
                <a:path w="975866" h="709472">
                  <a:moveTo>
                    <a:pt x="0" y="604449"/>
                  </a:moveTo>
                  <a:lnTo>
                    <a:pt x="8645" y="641204"/>
                  </a:lnTo>
                  <a:lnTo>
                    <a:pt x="8654" y="587830"/>
                  </a:lnTo>
                  <a:close/>
                  <a:moveTo>
                    <a:pt x="8645" y="641204"/>
                  </a:moveTo>
                  <a:lnTo>
                    <a:pt x="5745" y="634942"/>
                  </a:lnTo>
                  <a:lnTo>
                    <a:pt x="8654" y="587830"/>
                  </a:lnTo>
                  <a:close/>
                  <a:moveTo>
                    <a:pt x="32474" y="550511"/>
                  </a:moveTo>
                  <a:lnTo>
                    <a:pt x="31984" y="551204"/>
                  </a:lnTo>
                  <a:lnTo>
                    <a:pt x="9218" y="586777"/>
                  </a:lnTo>
                  <a:close/>
                  <a:moveTo>
                    <a:pt x="31984" y="551204"/>
                  </a:moveTo>
                  <a:lnTo>
                    <a:pt x="14314" y="577462"/>
                  </a:lnTo>
                  <a:lnTo>
                    <a:pt x="9218" y="586777"/>
                  </a:lnTo>
                  <a:close/>
                  <a:moveTo>
                    <a:pt x="9218" y="586777"/>
                  </a:moveTo>
                  <a:lnTo>
                    <a:pt x="14314" y="577462"/>
                  </a:lnTo>
                  <a:lnTo>
                    <a:pt x="8654" y="587830"/>
                  </a:lnTo>
                  <a:close/>
                  <a:moveTo>
                    <a:pt x="8654" y="587830"/>
                  </a:moveTo>
                  <a:lnTo>
                    <a:pt x="14314" y="577462"/>
                  </a:lnTo>
                  <a:lnTo>
                    <a:pt x="0" y="604449"/>
                  </a:lnTo>
                  <a:close/>
                  <a:moveTo>
                    <a:pt x="69912" y="564552"/>
                  </a:moveTo>
                  <a:lnTo>
                    <a:pt x="33505" y="549968"/>
                  </a:lnTo>
                  <a:lnTo>
                    <a:pt x="60722" y="558559"/>
                  </a:lnTo>
                  <a:close/>
                  <a:moveTo>
                    <a:pt x="60722" y="558559"/>
                  </a:moveTo>
                  <a:lnTo>
                    <a:pt x="76316" y="533327"/>
                  </a:lnTo>
                  <a:lnTo>
                    <a:pt x="69912" y="564552"/>
                  </a:lnTo>
                  <a:close/>
                  <a:moveTo>
                    <a:pt x="32731" y="550114"/>
                  </a:moveTo>
                  <a:lnTo>
                    <a:pt x="32474" y="550511"/>
                  </a:lnTo>
                  <a:lnTo>
                    <a:pt x="33505" y="549968"/>
                  </a:lnTo>
                  <a:close/>
                  <a:moveTo>
                    <a:pt x="199203" y="702588"/>
                  </a:moveTo>
                  <a:lnTo>
                    <a:pt x="214355" y="707940"/>
                  </a:lnTo>
                  <a:lnTo>
                    <a:pt x="248117" y="699919"/>
                  </a:lnTo>
                  <a:close/>
                  <a:moveTo>
                    <a:pt x="82655" y="515987"/>
                  </a:moveTo>
                  <a:lnTo>
                    <a:pt x="98052" y="524581"/>
                  </a:lnTo>
                  <a:lnTo>
                    <a:pt x="94167" y="496572"/>
                  </a:lnTo>
                  <a:close/>
                  <a:moveTo>
                    <a:pt x="94167" y="496572"/>
                  </a:moveTo>
                  <a:lnTo>
                    <a:pt x="98052" y="524581"/>
                  </a:lnTo>
                  <a:lnTo>
                    <a:pt x="115070" y="516144"/>
                  </a:lnTo>
                  <a:close/>
                  <a:moveTo>
                    <a:pt x="94167" y="496572"/>
                  </a:moveTo>
                  <a:lnTo>
                    <a:pt x="115070" y="516144"/>
                  </a:lnTo>
                  <a:lnTo>
                    <a:pt x="99462" y="479389"/>
                  </a:lnTo>
                  <a:close/>
                  <a:moveTo>
                    <a:pt x="187467" y="498960"/>
                  </a:moveTo>
                  <a:lnTo>
                    <a:pt x="156702" y="503987"/>
                  </a:lnTo>
                  <a:lnTo>
                    <a:pt x="171413" y="536775"/>
                  </a:lnTo>
                  <a:close/>
                  <a:moveTo>
                    <a:pt x="156702" y="503987"/>
                  </a:moveTo>
                  <a:lnTo>
                    <a:pt x="187467" y="498960"/>
                  </a:lnTo>
                  <a:lnTo>
                    <a:pt x="160839" y="491309"/>
                  </a:lnTo>
                  <a:close/>
                  <a:moveTo>
                    <a:pt x="115395" y="442634"/>
                  </a:moveTo>
                  <a:lnTo>
                    <a:pt x="99462" y="479389"/>
                  </a:lnTo>
                  <a:lnTo>
                    <a:pt x="127366" y="462206"/>
                  </a:lnTo>
                  <a:close/>
                  <a:moveTo>
                    <a:pt x="115395" y="442634"/>
                  </a:moveTo>
                  <a:lnTo>
                    <a:pt x="127366" y="462206"/>
                  </a:lnTo>
                  <a:lnTo>
                    <a:pt x="122867" y="425451"/>
                  </a:lnTo>
                  <a:close/>
                  <a:moveTo>
                    <a:pt x="136296" y="399549"/>
                  </a:moveTo>
                  <a:lnTo>
                    <a:pt x="122867" y="425451"/>
                  </a:lnTo>
                  <a:lnTo>
                    <a:pt x="161898" y="410269"/>
                  </a:lnTo>
                  <a:close/>
                  <a:moveTo>
                    <a:pt x="244690" y="391084"/>
                  </a:moveTo>
                  <a:lnTo>
                    <a:pt x="245457" y="396514"/>
                  </a:lnTo>
                  <a:lnTo>
                    <a:pt x="215548" y="445022"/>
                  </a:lnTo>
                  <a:close/>
                  <a:moveTo>
                    <a:pt x="905223" y="672717"/>
                  </a:moveTo>
                  <a:lnTo>
                    <a:pt x="885166" y="657346"/>
                  </a:lnTo>
                  <a:lnTo>
                    <a:pt x="865839" y="681293"/>
                  </a:lnTo>
                  <a:close/>
                  <a:moveTo>
                    <a:pt x="905223" y="672717"/>
                  </a:moveTo>
                  <a:lnTo>
                    <a:pt x="928853" y="696109"/>
                  </a:lnTo>
                  <a:lnTo>
                    <a:pt x="939327" y="659115"/>
                  </a:lnTo>
                  <a:close/>
                  <a:moveTo>
                    <a:pt x="939327" y="659115"/>
                  </a:moveTo>
                  <a:lnTo>
                    <a:pt x="928853" y="696109"/>
                  </a:lnTo>
                  <a:lnTo>
                    <a:pt x="949814" y="655534"/>
                  </a:lnTo>
                  <a:close/>
                  <a:moveTo>
                    <a:pt x="949814" y="655534"/>
                  </a:moveTo>
                  <a:lnTo>
                    <a:pt x="928853" y="696109"/>
                  </a:lnTo>
                  <a:lnTo>
                    <a:pt x="946359" y="709472"/>
                  </a:lnTo>
                  <a:close/>
                  <a:moveTo>
                    <a:pt x="949814" y="655534"/>
                  </a:moveTo>
                  <a:lnTo>
                    <a:pt x="946359" y="709472"/>
                  </a:lnTo>
                  <a:lnTo>
                    <a:pt x="960356" y="692288"/>
                  </a:lnTo>
                  <a:close/>
                  <a:moveTo>
                    <a:pt x="939327" y="659115"/>
                  </a:moveTo>
                  <a:lnTo>
                    <a:pt x="885166" y="657346"/>
                  </a:lnTo>
                  <a:lnTo>
                    <a:pt x="905223" y="672717"/>
                  </a:lnTo>
                  <a:close/>
                  <a:moveTo>
                    <a:pt x="975866" y="675105"/>
                  </a:moveTo>
                  <a:lnTo>
                    <a:pt x="946487" y="653295"/>
                  </a:lnTo>
                  <a:lnTo>
                    <a:pt x="949814" y="655534"/>
                  </a:lnTo>
                  <a:close/>
                  <a:moveTo>
                    <a:pt x="494669" y="1540"/>
                  </a:moveTo>
                  <a:lnTo>
                    <a:pt x="470625" y="30699"/>
                  </a:lnTo>
                  <a:lnTo>
                    <a:pt x="485882" y="13515"/>
                  </a:lnTo>
                  <a:close/>
                  <a:moveTo>
                    <a:pt x="740170" y="200336"/>
                  </a:moveTo>
                  <a:lnTo>
                    <a:pt x="747314" y="234045"/>
                  </a:lnTo>
                  <a:lnTo>
                    <a:pt x="732236" y="226906"/>
                  </a:lnTo>
                  <a:close/>
                  <a:moveTo>
                    <a:pt x="508613" y="4784"/>
                  </a:moveTo>
                  <a:lnTo>
                    <a:pt x="527577" y="0"/>
                  </a:lnTo>
                  <a:lnTo>
                    <a:pt x="494669" y="1540"/>
                  </a:lnTo>
                  <a:close/>
                  <a:moveTo>
                    <a:pt x="508613" y="4784"/>
                  </a:moveTo>
                  <a:lnTo>
                    <a:pt x="542534" y="4295"/>
                  </a:lnTo>
                  <a:lnTo>
                    <a:pt x="527577" y="0"/>
                  </a:lnTo>
                  <a:close/>
                  <a:moveTo>
                    <a:pt x="707598" y="203131"/>
                  </a:moveTo>
                  <a:lnTo>
                    <a:pt x="740170" y="200336"/>
                  </a:lnTo>
                  <a:lnTo>
                    <a:pt x="732236" y="226906"/>
                  </a:lnTo>
                  <a:close/>
                  <a:moveTo>
                    <a:pt x="782402" y="162924"/>
                  </a:moveTo>
                  <a:lnTo>
                    <a:pt x="780528" y="169986"/>
                  </a:lnTo>
                  <a:lnTo>
                    <a:pt x="759781" y="177449"/>
                  </a:lnTo>
                  <a:close/>
                  <a:moveTo>
                    <a:pt x="759781" y="177449"/>
                  </a:moveTo>
                  <a:lnTo>
                    <a:pt x="780528" y="169986"/>
                  </a:lnTo>
                  <a:lnTo>
                    <a:pt x="769698" y="186162"/>
                  </a:lnTo>
                  <a:close/>
                  <a:moveTo>
                    <a:pt x="788112" y="158797"/>
                  </a:moveTo>
                  <a:lnTo>
                    <a:pt x="780528" y="169986"/>
                  </a:lnTo>
                  <a:lnTo>
                    <a:pt x="782402" y="162924"/>
                  </a:lnTo>
                  <a:close/>
                  <a:moveTo>
                    <a:pt x="788112" y="158797"/>
                  </a:moveTo>
                  <a:lnTo>
                    <a:pt x="782402" y="162924"/>
                  </a:lnTo>
                  <a:lnTo>
                    <a:pt x="807353" y="148178"/>
                  </a:lnTo>
                  <a:close/>
                  <a:moveTo>
                    <a:pt x="807353" y="148178"/>
                  </a:moveTo>
                  <a:lnTo>
                    <a:pt x="818678" y="148503"/>
                  </a:lnTo>
                  <a:lnTo>
                    <a:pt x="788112" y="158797"/>
                  </a:lnTo>
                  <a:close/>
                  <a:moveTo>
                    <a:pt x="807353" y="148178"/>
                  </a:moveTo>
                  <a:lnTo>
                    <a:pt x="810834" y="147544"/>
                  </a:lnTo>
                  <a:lnTo>
                    <a:pt x="846324" y="15565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22" name="Input_density__61">
              <a:extLst>
                <a:ext uri="{FF2B5EF4-FFF2-40B4-BE49-F238E27FC236}">
                  <a16:creationId xmlns:a16="http://schemas.microsoft.com/office/drawing/2014/main" id="{B058FBDE-C2AE-1119-B98F-C992B6DED2D7}"/>
                </a:ext>
              </a:extLst>
            </p:cNvPr>
            <p:cNvSpPr>
              <a:spLocks noGrp="1"/>
            </p:cNvSpPr>
            <p:nvPr/>
          </p:nvSpPr>
          <p:spPr>
            <a:xfrm>
              <a:off x="961360" y="2155395"/>
              <a:ext cx="802180" cy="586290"/>
            </a:xfrm>
            <a:custGeom>
              <a:avLst/>
              <a:gdLst/>
              <a:ahLst/>
              <a:cxnLst/>
              <a:rect l="0" t="0" r="0" b="0"/>
              <a:pathLst>
                <a:path w="802180" h="586290">
                  <a:moveTo>
                    <a:pt x="564" y="585238"/>
                  </a:moveTo>
                  <a:lnTo>
                    <a:pt x="0" y="586290"/>
                  </a:lnTo>
                  <a:lnTo>
                    <a:pt x="358" y="585726"/>
                  </a:lnTo>
                  <a:close/>
                  <a:moveTo>
                    <a:pt x="564" y="585238"/>
                  </a:moveTo>
                  <a:lnTo>
                    <a:pt x="358" y="585726"/>
                  </a:lnTo>
                  <a:lnTo>
                    <a:pt x="1241" y="585281"/>
                  </a:lnTo>
                  <a:close/>
                  <a:moveTo>
                    <a:pt x="24851" y="548428"/>
                  </a:moveTo>
                  <a:lnTo>
                    <a:pt x="23820" y="548971"/>
                  </a:lnTo>
                  <a:lnTo>
                    <a:pt x="52068" y="557019"/>
                  </a:lnTo>
                  <a:close/>
                  <a:moveTo>
                    <a:pt x="23820" y="548971"/>
                  </a:moveTo>
                  <a:lnTo>
                    <a:pt x="564" y="585238"/>
                  </a:lnTo>
                  <a:lnTo>
                    <a:pt x="52068" y="557019"/>
                  </a:lnTo>
                  <a:close/>
                  <a:moveTo>
                    <a:pt x="74001" y="514447"/>
                  </a:moveTo>
                  <a:lnTo>
                    <a:pt x="66912" y="541322"/>
                  </a:lnTo>
                  <a:lnTo>
                    <a:pt x="67662" y="531788"/>
                  </a:lnTo>
                  <a:close/>
                  <a:moveTo>
                    <a:pt x="89398" y="523041"/>
                  </a:moveTo>
                  <a:lnTo>
                    <a:pt x="67662" y="531788"/>
                  </a:lnTo>
                  <a:lnTo>
                    <a:pt x="106122" y="538332"/>
                  </a:lnTo>
                  <a:close/>
                  <a:moveTo>
                    <a:pt x="67662" y="531788"/>
                  </a:moveTo>
                  <a:lnTo>
                    <a:pt x="52068" y="557019"/>
                  </a:lnTo>
                  <a:lnTo>
                    <a:pt x="106122" y="538332"/>
                  </a:lnTo>
                  <a:close/>
                  <a:moveTo>
                    <a:pt x="74001" y="514447"/>
                  </a:moveTo>
                  <a:lnTo>
                    <a:pt x="67662" y="531788"/>
                  </a:lnTo>
                  <a:lnTo>
                    <a:pt x="89398" y="523041"/>
                  </a:lnTo>
                  <a:close/>
                  <a:moveTo>
                    <a:pt x="89398" y="523041"/>
                  </a:moveTo>
                  <a:lnTo>
                    <a:pt x="106122" y="538332"/>
                  </a:lnTo>
                  <a:lnTo>
                    <a:pt x="106416" y="514604"/>
                  </a:lnTo>
                  <a:close/>
                  <a:moveTo>
                    <a:pt x="106416" y="514604"/>
                  </a:moveTo>
                  <a:lnTo>
                    <a:pt x="148048" y="502448"/>
                  </a:lnTo>
                  <a:lnTo>
                    <a:pt x="118712" y="460666"/>
                  </a:lnTo>
                  <a:close/>
                  <a:moveTo>
                    <a:pt x="90808" y="477849"/>
                  </a:moveTo>
                  <a:lnTo>
                    <a:pt x="106416" y="514604"/>
                  </a:lnTo>
                  <a:lnTo>
                    <a:pt x="118712" y="460666"/>
                  </a:lnTo>
                  <a:close/>
                  <a:moveTo>
                    <a:pt x="486015" y="0"/>
                  </a:moveTo>
                  <a:lnTo>
                    <a:pt x="477228" y="11976"/>
                  </a:lnTo>
                  <a:lnTo>
                    <a:pt x="499959" y="3244"/>
                  </a:lnTo>
                  <a:close/>
                  <a:moveTo>
                    <a:pt x="798699" y="146638"/>
                  </a:moveTo>
                  <a:lnTo>
                    <a:pt x="773748" y="161384"/>
                  </a:lnTo>
                  <a:lnTo>
                    <a:pt x="802180" y="146005"/>
                  </a:lnTo>
                  <a:close/>
                  <a:moveTo>
                    <a:pt x="773748" y="161384"/>
                  </a:moveTo>
                  <a:lnTo>
                    <a:pt x="751127" y="175910"/>
                  </a:lnTo>
                  <a:lnTo>
                    <a:pt x="802180" y="146005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23" name="Input_density__62">
              <a:extLst>
                <a:ext uri="{FF2B5EF4-FFF2-40B4-BE49-F238E27FC236}">
                  <a16:creationId xmlns:a16="http://schemas.microsoft.com/office/drawing/2014/main" id="{0F6819AA-F7C9-9C86-B0F9-124A342445B3}"/>
                </a:ext>
              </a:extLst>
            </p:cNvPr>
            <p:cNvSpPr>
              <a:spLocks noGrp="1"/>
            </p:cNvSpPr>
            <p:nvPr/>
          </p:nvSpPr>
          <p:spPr>
            <a:xfrm>
              <a:off x="1202547" y="2228119"/>
              <a:ext cx="811479" cy="954820"/>
            </a:xfrm>
            <a:custGeom>
              <a:avLst/>
              <a:gdLst/>
              <a:ahLst/>
              <a:cxnLst/>
              <a:rect l="0" t="0" r="0" b="0"/>
              <a:pathLst>
                <a:path w="811479" h="954820">
                  <a:moveTo>
                    <a:pt x="262337" y="954820"/>
                  </a:moveTo>
                  <a:lnTo>
                    <a:pt x="235087" y="949142"/>
                  </a:lnTo>
                  <a:lnTo>
                    <a:pt x="293676" y="947415"/>
                  </a:lnTo>
                  <a:close/>
                  <a:moveTo>
                    <a:pt x="33119" y="692325"/>
                  </a:moveTo>
                  <a:lnTo>
                    <a:pt x="40141" y="671118"/>
                  </a:lnTo>
                  <a:lnTo>
                    <a:pt x="0" y="693074"/>
                  </a:lnTo>
                  <a:close/>
                  <a:moveTo>
                    <a:pt x="40141" y="671118"/>
                  </a:moveTo>
                  <a:lnTo>
                    <a:pt x="33119" y="692325"/>
                  </a:lnTo>
                  <a:lnTo>
                    <a:pt x="43803" y="679594"/>
                  </a:lnTo>
                  <a:close/>
                  <a:moveTo>
                    <a:pt x="313991" y="927159"/>
                  </a:moveTo>
                  <a:lnTo>
                    <a:pt x="262337" y="954820"/>
                  </a:lnTo>
                  <a:lnTo>
                    <a:pt x="293676" y="947415"/>
                  </a:lnTo>
                  <a:close/>
                  <a:moveTo>
                    <a:pt x="483147" y="676469"/>
                  </a:moveTo>
                  <a:lnTo>
                    <a:pt x="515281" y="672036"/>
                  </a:lnTo>
                  <a:lnTo>
                    <a:pt x="535301" y="650679"/>
                  </a:lnTo>
                  <a:close/>
                  <a:moveTo>
                    <a:pt x="753392" y="679155"/>
                  </a:moveTo>
                  <a:lnTo>
                    <a:pt x="784614" y="671312"/>
                  </a:lnTo>
                  <a:lnTo>
                    <a:pt x="803514" y="645769"/>
                  </a:lnTo>
                  <a:close/>
                  <a:moveTo>
                    <a:pt x="792939" y="654781"/>
                  </a:moveTo>
                  <a:lnTo>
                    <a:pt x="808089" y="637597"/>
                  </a:lnTo>
                  <a:lnTo>
                    <a:pt x="803514" y="645769"/>
                  </a:lnTo>
                  <a:close/>
                  <a:moveTo>
                    <a:pt x="610359" y="417067"/>
                  </a:moveTo>
                  <a:lnTo>
                    <a:pt x="606745" y="418955"/>
                  </a:lnTo>
                  <a:lnTo>
                    <a:pt x="607519" y="397496"/>
                  </a:lnTo>
                  <a:close/>
                  <a:moveTo>
                    <a:pt x="619948" y="380312"/>
                  </a:moveTo>
                  <a:lnTo>
                    <a:pt x="610359" y="417067"/>
                  </a:lnTo>
                  <a:lnTo>
                    <a:pt x="607519" y="397496"/>
                  </a:lnTo>
                  <a:close/>
                  <a:moveTo>
                    <a:pt x="811479" y="629345"/>
                  </a:moveTo>
                  <a:lnTo>
                    <a:pt x="803514" y="645769"/>
                  </a:lnTo>
                  <a:lnTo>
                    <a:pt x="808089" y="637597"/>
                  </a:lnTo>
                  <a:close/>
                  <a:moveTo>
                    <a:pt x="360025" y="12762"/>
                  </a:moveTo>
                  <a:lnTo>
                    <a:pt x="356651" y="0"/>
                  </a:lnTo>
                  <a:lnTo>
                    <a:pt x="343205" y="4593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24" name="Input_density__63">
              <a:extLst>
                <a:ext uri="{FF2B5EF4-FFF2-40B4-BE49-F238E27FC236}">
                  <a16:creationId xmlns:a16="http://schemas.microsoft.com/office/drawing/2014/main" id="{3D57DD87-AF30-BD76-889D-62B4F73E8A5F}"/>
                </a:ext>
              </a:extLst>
            </p:cNvPr>
            <p:cNvSpPr>
              <a:spLocks noGrp="1"/>
            </p:cNvSpPr>
            <p:nvPr/>
          </p:nvSpPr>
          <p:spPr>
            <a:xfrm>
              <a:off x="1080915" y="1795217"/>
              <a:ext cx="932799" cy="1491565"/>
            </a:xfrm>
            <a:custGeom>
              <a:avLst/>
              <a:gdLst/>
              <a:ahLst/>
              <a:cxnLst/>
              <a:rect l="0" t="0" r="0" b="0"/>
              <a:pathLst>
                <a:path w="932799" h="1491565">
                  <a:moveTo>
                    <a:pt x="126436" y="1458086"/>
                  </a:moveTo>
                  <a:lnTo>
                    <a:pt x="127659" y="1462642"/>
                  </a:lnTo>
                  <a:lnTo>
                    <a:pt x="135870" y="1467835"/>
                  </a:lnTo>
                  <a:close/>
                  <a:moveTo>
                    <a:pt x="141171" y="1440903"/>
                  </a:moveTo>
                  <a:lnTo>
                    <a:pt x="135870" y="1467835"/>
                  </a:lnTo>
                  <a:lnTo>
                    <a:pt x="157033" y="1450752"/>
                  </a:lnTo>
                  <a:close/>
                  <a:moveTo>
                    <a:pt x="141171" y="1440903"/>
                  </a:moveTo>
                  <a:lnTo>
                    <a:pt x="126436" y="1458086"/>
                  </a:lnTo>
                  <a:lnTo>
                    <a:pt x="135870" y="1467835"/>
                  </a:lnTo>
                  <a:close/>
                  <a:moveTo>
                    <a:pt x="116736" y="1424664"/>
                  </a:moveTo>
                  <a:lnTo>
                    <a:pt x="94914" y="1417427"/>
                  </a:lnTo>
                  <a:lnTo>
                    <a:pt x="141171" y="1440903"/>
                  </a:lnTo>
                  <a:close/>
                  <a:moveTo>
                    <a:pt x="141171" y="1440903"/>
                  </a:moveTo>
                  <a:lnTo>
                    <a:pt x="94914" y="1417427"/>
                  </a:lnTo>
                  <a:lnTo>
                    <a:pt x="95725" y="1421331"/>
                  </a:lnTo>
                  <a:close/>
                  <a:moveTo>
                    <a:pt x="141171" y="1440903"/>
                  </a:moveTo>
                  <a:lnTo>
                    <a:pt x="95725" y="1421331"/>
                  </a:lnTo>
                  <a:lnTo>
                    <a:pt x="126436" y="1458086"/>
                  </a:lnTo>
                  <a:close/>
                  <a:moveTo>
                    <a:pt x="135870" y="1467835"/>
                  </a:moveTo>
                  <a:lnTo>
                    <a:pt x="175537" y="1491565"/>
                  </a:lnTo>
                  <a:lnTo>
                    <a:pt x="192648" y="1459332"/>
                  </a:lnTo>
                  <a:close/>
                  <a:moveTo>
                    <a:pt x="157033" y="1450752"/>
                  </a:moveTo>
                  <a:lnTo>
                    <a:pt x="135870" y="1467835"/>
                  </a:lnTo>
                  <a:lnTo>
                    <a:pt x="192648" y="1459332"/>
                  </a:lnTo>
                  <a:close/>
                  <a:moveTo>
                    <a:pt x="84177" y="1399138"/>
                  </a:moveTo>
                  <a:lnTo>
                    <a:pt x="95725" y="1421331"/>
                  </a:lnTo>
                  <a:lnTo>
                    <a:pt x="94914" y="1417427"/>
                  </a:lnTo>
                  <a:close/>
                  <a:moveTo>
                    <a:pt x="61012" y="1373154"/>
                  </a:moveTo>
                  <a:lnTo>
                    <a:pt x="94914" y="1417427"/>
                  </a:lnTo>
                  <a:lnTo>
                    <a:pt x="93196" y="1404148"/>
                  </a:lnTo>
                  <a:close/>
                  <a:moveTo>
                    <a:pt x="74313" y="1384576"/>
                  </a:moveTo>
                  <a:lnTo>
                    <a:pt x="94914" y="1417427"/>
                  </a:lnTo>
                  <a:lnTo>
                    <a:pt x="61012" y="1373154"/>
                  </a:lnTo>
                  <a:close/>
                  <a:moveTo>
                    <a:pt x="239974" y="1460474"/>
                  </a:moveTo>
                  <a:lnTo>
                    <a:pt x="232902" y="1485259"/>
                  </a:lnTo>
                  <a:lnTo>
                    <a:pt x="256775" y="1478311"/>
                  </a:lnTo>
                  <a:close/>
                  <a:moveTo>
                    <a:pt x="239974" y="1460474"/>
                  </a:moveTo>
                  <a:lnTo>
                    <a:pt x="223322" y="1477658"/>
                  </a:lnTo>
                  <a:lnTo>
                    <a:pt x="232902" y="1485259"/>
                  </a:lnTo>
                  <a:close/>
                  <a:moveTo>
                    <a:pt x="207382" y="1424916"/>
                  </a:moveTo>
                  <a:lnTo>
                    <a:pt x="192648" y="1459332"/>
                  </a:lnTo>
                  <a:lnTo>
                    <a:pt x="211792" y="1423719"/>
                  </a:lnTo>
                  <a:close/>
                  <a:moveTo>
                    <a:pt x="211792" y="1423719"/>
                  </a:moveTo>
                  <a:lnTo>
                    <a:pt x="192648" y="1459332"/>
                  </a:lnTo>
                  <a:lnTo>
                    <a:pt x="223322" y="1477658"/>
                  </a:lnTo>
                  <a:close/>
                  <a:moveTo>
                    <a:pt x="211792" y="1423719"/>
                  </a:moveTo>
                  <a:lnTo>
                    <a:pt x="223322" y="1477658"/>
                  </a:lnTo>
                  <a:lnTo>
                    <a:pt x="239974" y="1460474"/>
                  </a:lnTo>
                  <a:close/>
                  <a:moveTo>
                    <a:pt x="192648" y="1459332"/>
                  </a:moveTo>
                  <a:lnTo>
                    <a:pt x="207382" y="1424916"/>
                  </a:lnTo>
                  <a:lnTo>
                    <a:pt x="175903" y="1425096"/>
                  </a:lnTo>
                  <a:close/>
                  <a:moveTo>
                    <a:pt x="157033" y="1450752"/>
                  </a:moveTo>
                  <a:lnTo>
                    <a:pt x="192648" y="1459332"/>
                  </a:lnTo>
                  <a:lnTo>
                    <a:pt x="175903" y="1425096"/>
                  </a:lnTo>
                  <a:close/>
                  <a:moveTo>
                    <a:pt x="211792" y="1423719"/>
                  </a:moveTo>
                  <a:lnTo>
                    <a:pt x="238689" y="1410690"/>
                  </a:lnTo>
                  <a:lnTo>
                    <a:pt x="207382" y="1424916"/>
                  </a:lnTo>
                  <a:close/>
                  <a:moveTo>
                    <a:pt x="207382" y="1424916"/>
                  </a:moveTo>
                  <a:lnTo>
                    <a:pt x="196338" y="1389148"/>
                  </a:lnTo>
                  <a:lnTo>
                    <a:pt x="191105" y="1423719"/>
                  </a:lnTo>
                  <a:close/>
                  <a:moveTo>
                    <a:pt x="196338" y="1389148"/>
                  </a:moveTo>
                  <a:lnTo>
                    <a:pt x="190486" y="1386964"/>
                  </a:lnTo>
                  <a:lnTo>
                    <a:pt x="191105" y="1423719"/>
                  </a:lnTo>
                  <a:close/>
                  <a:moveTo>
                    <a:pt x="156357" y="1352016"/>
                  </a:moveTo>
                  <a:lnTo>
                    <a:pt x="190486" y="1386964"/>
                  </a:lnTo>
                  <a:lnTo>
                    <a:pt x="155504" y="1350510"/>
                  </a:lnTo>
                  <a:close/>
                  <a:moveTo>
                    <a:pt x="190486" y="1386964"/>
                  </a:moveTo>
                  <a:lnTo>
                    <a:pt x="196338" y="1389148"/>
                  </a:lnTo>
                  <a:lnTo>
                    <a:pt x="155504" y="1350510"/>
                  </a:lnTo>
                  <a:close/>
                  <a:moveTo>
                    <a:pt x="156357" y="1352016"/>
                  </a:moveTo>
                  <a:lnTo>
                    <a:pt x="155504" y="1350510"/>
                  </a:lnTo>
                  <a:lnTo>
                    <a:pt x="154998" y="1350209"/>
                  </a:lnTo>
                  <a:close/>
                  <a:moveTo>
                    <a:pt x="211792" y="1423719"/>
                  </a:moveTo>
                  <a:lnTo>
                    <a:pt x="239974" y="1460474"/>
                  </a:lnTo>
                  <a:lnTo>
                    <a:pt x="209915" y="1422857"/>
                  </a:lnTo>
                  <a:close/>
                  <a:moveTo>
                    <a:pt x="77871" y="1183147"/>
                  </a:moveTo>
                  <a:lnTo>
                    <a:pt x="69440" y="1179991"/>
                  </a:lnTo>
                  <a:lnTo>
                    <a:pt x="103509" y="1182795"/>
                  </a:lnTo>
                  <a:close/>
                  <a:moveTo>
                    <a:pt x="63282" y="1112496"/>
                  </a:moveTo>
                  <a:lnTo>
                    <a:pt x="71134" y="1157959"/>
                  </a:lnTo>
                  <a:lnTo>
                    <a:pt x="89301" y="1129672"/>
                  </a:lnTo>
                  <a:close/>
                  <a:moveTo>
                    <a:pt x="283174" y="1327982"/>
                  </a:moveTo>
                  <a:lnTo>
                    <a:pt x="334605" y="1352598"/>
                  </a:lnTo>
                  <a:lnTo>
                    <a:pt x="303306" y="1335289"/>
                  </a:lnTo>
                  <a:close/>
                  <a:moveTo>
                    <a:pt x="283174" y="1327982"/>
                  </a:moveTo>
                  <a:lnTo>
                    <a:pt x="329665" y="1362020"/>
                  </a:lnTo>
                  <a:lnTo>
                    <a:pt x="334605" y="1352598"/>
                  </a:lnTo>
                  <a:close/>
                  <a:moveTo>
                    <a:pt x="222499" y="1282316"/>
                  </a:moveTo>
                  <a:lnTo>
                    <a:pt x="212654" y="1286389"/>
                  </a:lnTo>
                  <a:lnTo>
                    <a:pt x="237934" y="1311658"/>
                  </a:lnTo>
                  <a:close/>
                  <a:moveTo>
                    <a:pt x="263176" y="1309827"/>
                  </a:moveTo>
                  <a:lnTo>
                    <a:pt x="222499" y="1282316"/>
                  </a:lnTo>
                  <a:lnTo>
                    <a:pt x="237934" y="1311658"/>
                  </a:lnTo>
                  <a:close/>
                  <a:moveTo>
                    <a:pt x="272826" y="1317535"/>
                  </a:moveTo>
                  <a:lnTo>
                    <a:pt x="273013" y="1315843"/>
                  </a:lnTo>
                  <a:lnTo>
                    <a:pt x="263176" y="1309827"/>
                  </a:lnTo>
                  <a:close/>
                  <a:moveTo>
                    <a:pt x="138165" y="1091582"/>
                  </a:moveTo>
                  <a:lnTo>
                    <a:pt x="119908" y="1058558"/>
                  </a:lnTo>
                  <a:lnTo>
                    <a:pt x="138023" y="1096240"/>
                  </a:lnTo>
                  <a:close/>
                  <a:moveTo>
                    <a:pt x="101355" y="1078534"/>
                  </a:moveTo>
                  <a:lnTo>
                    <a:pt x="137484" y="1095313"/>
                  </a:lnTo>
                  <a:lnTo>
                    <a:pt x="138023" y="1096240"/>
                  </a:lnTo>
                  <a:close/>
                  <a:moveTo>
                    <a:pt x="83672" y="1023843"/>
                  </a:moveTo>
                  <a:lnTo>
                    <a:pt x="88058" y="1028816"/>
                  </a:lnTo>
                  <a:lnTo>
                    <a:pt x="79745" y="1021803"/>
                  </a:lnTo>
                  <a:close/>
                  <a:moveTo>
                    <a:pt x="88058" y="1028816"/>
                  </a:moveTo>
                  <a:lnTo>
                    <a:pt x="83672" y="1023843"/>
                  </a:lnTo>
                  <a:lnTo>
                    <a:pt x="119908" y="1058558"/>
                  </a:lnTo>
                  <a:close/>
                  <a:moveTo>
                    <a:pt x="44381" y="1028698"/>
                  </a:moveTo>
                  <a:lnTo>
                    <a:pt x="27554" y="1023388"/>
                  </a:lnTo>
                  <a:lnTo>
                    <a:pt x="0" y="992943"/>
                  </a:lnTo>
                  <a:close/>
                  <a:moveTo>
                    <a:pt x="10184" y="1029411"/>
                  </a:moveTo>
                  <a:lnTo>
                    <a:pt x="44381" y="1028698"/>
                  </a:lnTo>
                  <a:lnTo>
                    <a:pt x="0" y="992943"/>
                  </a:lnTo>
                  <a:close/>
                  <a:moveTo>
                    <a:pt x="273013" y="1315843"/>
                  </a:moveTo>
                  <a:lnTo>
                    <a:pt x="283174" y="1327982"/>
                  </a:lnTo>
                  <a:lnTo>
                    <a:pt x="303306" y="1335289"/>
                  </a:lnTo>
                  <a:close/>
                  <a:moveTo>
                    <a:pt x="272371" y="1264928"/>
                  </a:moveTo>
                  <a:lnTo>
                    <a:pt x="308778" y="1262418"/>
                  </a:lnTo>
                  <a:lnTo>
                    <a:pt x="280575" y="1240600"/>
                  </a:lnTo>
                  <a:close/>
                  <a:moveTo>
                    <a:pt x="272371" y="1264928"/>
                  </a:moveTo>
                  <a:lnTo>
                    <a:pt x="280575" y="1240600"/>
                  </a:lnTo>
                  <a:lnTo>
                    <a:pt x="256576" y="1233022"/>
                  </a:lnTo>
                  <a:close/>
                  <a:moveTo>
                    <a:pt x="308778" y="1262418"/>
                  </a:moveTo>
                  <a:lnTo>
                    <a:pt x="338096" y="1265672"/>
                  </a:lnTo>
                  <a:lnTo>
                    <a:pt x="280575" y="1240600"/>
                  </a:lnTo>
                  <a:close/>
                  <a:moveTo>
                    <a:pt x="237468" y="1205578"/>
                  </a:moveTo>
                  <a:lnTo>
                    <a:pt x="236657" y="1210675"/>
                  </a:lnTo>
                  <a:lnTo>
                    <a:pt x="256576" y="1233022"/>
                  </a:lnTo>
                  <a:close/>
                  <a:moveTo>
                    <a:pt x="256576" y="1233022"/>
                  </a:moveTo>
                  <a:lnTo>
                    <a:pt x="280575" y="1240600"/>
                  </a:lnTo>
                  <a:lnTo>
                    <a:pt x="237468" y="1205578"/>
                  </a:lnTo>
                  <a:close/>
                  <a:moveTo>
                    <a:pt x="234692" y="1203330"/>
                  </a:moveTo>
                  <a:lnTo>
                    <a:pt x="237468" y="1205578"/>
                  </a:lnTo>
                  <a:lnTo>
                    <a:pt x="240728" y="1201160"/>
                  </a:lnTo>
                  <a:close/>
                  <a:moveTo>
                    <a:pt x="240728" y="1201160"/>
                  </a:moveTo>
                  <a:lnTo>
                    <a:pt x="248050" y="1188394"/>
                  </a:lnTo>
                  <a:lnTo>
                    <a:pt x="234692" y="1203330"/>
                  </a:lnTo>
                  <a:close/>
                  <a:moveTo>
                    <a:pt x="234692" y="1203330"/>
                  </a:moveTo>
                  <a:lnTo>
                    <a:pt x="248050" y="1188394"/>
                  </a:lnTo>
                  <a:lnTo>
                    <a:pt x="218073" y="1169560"/>
                  </a:lnTo>
                  <a:close/>
                  <a:moveTo>
                    <a:pt x="88058" y="1028816"/>
                  </a:moveTo>
                  <a:lnTo>
                    <a:pt x="132625" y="1055881"/>
                  </a:lnTo>
                  <a:lnTo>
                    <a:pt x="142223" y="1010547"/>
                  </a:lnTo>
                  <a:close/>
                  <a:moveTo>
                    <a:pt x="132625" y="1055881"/>
                  </a:moveTo>
                  <a:lnTo>
                    <a:pt x="138165" y="1091582"/>
                  </a:lnTo>
                  <a:lnTo>
                    <a:pt x="174802" y="1048680"/>
                  </a:lnTo>
                  <a:close/>
                  <a:moveTo>
                    <a:pt x="163325" y="1004619"/>
                  </a:moveTo>
                  <a:lnTo>
                    <a:pt x="142223" y="1010547"/>
                  </a:lnTo>
                  <a:lnTo>
                    <a:pt x="172869" y="1005505"/>
                  </a:lnTo>
                  <a:close/>
                  <a:moveTo>
                    <a:pt x="54948" y="985048"/>
                  </a:moveTo>
                  <a:lnTo>
                    <a:pt x="79745" y="1021803"/>
                  </a:lnTo>
                  <a:lnTo>
                    <a:pt x="52977" y="976963"/>
                  </a:lnTo>
                  <a:close/>
                  <a:moveTo>
                    <a:pt x="223669" y="1143193"/>
                  </a:moveTo>
                  <a:lnTo>
                    <a:pt x="254135" y="1145513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82912" y="1097701"/>
                  </a:lnTo>
                  <a:lnTo>
                    <a:pt x="241208" y="1111275"/>
                  </a:lnTo>
                  <a:close/>
                  <a:moveTo>
                    <a:pt x="280276" y="1151348"/>
                  </a:moveTo>
                  <a:lnTo>
                    <a:pt x="241208" y="1111275"/>
                  </a:lnTo>
                  <a:lnTo>
                    <a:pt x="254135" y="1145513"/>
                  </a:lnTo>
                  <a:close/>
                  <a:moveTo>
                    <a:pt x="241208" y="1111275"/>
                  </a:moveTo>
                  <a:lnTo>
                    <a:pt x="254514" y="1085024"/>
                  </a:lnTo>
                  <a:lnTo>
                    <a:pt x="214780" y="1078129"/>
                  </a:lnTo>
                  <a:close/>
                  <a:moveTo>
                    <a:pt x="220753" y="1100816"/>
                  </a:moveTo>
                  <a:lnTo>
                    <a:pt x="241208" y="1111275"/>
                  </a:lnTo>
                  <a:lnTo>
                    <a:pt x="214780" y="1078129"/>
                  </a:lnTo>
                  <a:close/>
                  <a:moveTo>
                    <a:pt x="241208" y="1111275"/>
                  </a:moveTo>
                  <a:lnTo>
                    <a:pt x="282912" y="1097701"/>
                  </a:lnTo>
                  <a:lnTo>
                    <a:pt x="254514" y="1085024"/>
                  </a:lnTo>
                  <a:close/>
                  <a:moveTo>
                    <a:pt x="143075" y="1002637"/>
                  </a:moveTo>
                  <a:lnTo>
                    <a:pt x="142223" y="1010547"/>
                  </a:lnTo>
                  <a:lnTo>
                    <a:pt x="163325" y="1004619"/>
                  </a:lnTo>
                  <a:close/>
                  <a:moveTo>
                    <a:pt x="163325" y="1004619"/>
                  </a:moveTo>
                  <a:lnTo>
                    <a:pt x="152587" y="953088"/>
                  </a:lnTo>
                  <a:lnTo>
                    <a:pt x="143075" y="1002637"/>
                  </a:lnTo>
                  <a:close/>
                  <a:moveTo>
                    <a:pt x="56125" y="894354"/>
                  </a:moveTo>
                  <a:lnTo>
                    <a:pt x="98708" y="877378"/>
                  </a:lnTo>
                  <a:lnTo>
                    <a:pt x="59259" y="857599"/>
                  </a:lnTo>
                  <a:close/>
                  <a:moveTo>
                    <a:pt x="254514" y="1085024"/>
                  </a:moveTo>
                  <a:lnTo>
                    <a:pt x="282912" y="1097701"/>
                  </a:lnTo>
                  <a:lnTo>
                    <a:pt x="285019" y="1043763"/>
                  </a:lnTo>
                  <a:close/>
                  <a:moveTo>
                    <a:pt x="285019" y="1043763"/>
                  </a:moveTo>
                  <a:lnTo>
                    <a:pt x="282912" y="1097701"/>
                  </a:lnTo>
                  <a:lnTo>
                    <a:pt x="305792" y="1055957"/>
                  </a:lnTo>
                  <a:close/>
                  <a:moveTo>
                    <a:pt x="305792" y="1055957"/>
                  </a:moveTo>
                  <a:lnTo>
                    <a:pt x="282912" y="1097701"/>
                  </a:lnTo>
                  <a:lnTo>
                    <a:pt x="295882" y="1093915"/>
                  </a:lnTo>
                  <a:close/>
                  <a:moveTo>
                    <a:pt x="341737" y="1117272"/>
                  </a:moveTo>
                  <a:lnTo>
                    <a:pt x="338676" y="1086212"/>
                  </a:lnTo>
                  <a:lnTo>
                    <a:pt x="345533" y="1125385"/>
                  </a:lnTo>
                  <a:close/>
                  <a:moveTo>
                    <a:pt x="331998" y="1080518"/>
                  </a:moveTo>
                  <a:lnTo>
                    <a:pt x="338676" y="1086212"/>
                  </a:lnTo>
                  <a:lnTo>
                    <a:pt x="341737" y="1117272"/>
                  </a:lnTo>
                  <a:close/>
                  <a:moveTo>
                    <a:pt x="305792" y="1055957"/>
                  </a:moveTo>
                  <a:lnTo>
                    <a:pt x="338676" y="1086212"/>
                  </a:lnTo>
                  <a:lnTo>
                    <a:pt x="331998" y="1080518"/>
                  </a:lnTo>
                  <a:close/>
                  <a:moveTo>
                    <a:pt x="205753" y="896743"/>
                  </a:moveTo>
                  <a:lnTo>
                    <a:pt x="194467" y="888884"/>
                  </a:lnTo>
                  <a:lnTo>
                    <a:pt x="172097" y="901457"/>
                  </a:lnTo>
                  <a:close/>
                  <a:moveTo>
                    <a:pt x="42262" y="761938"/>
                  </a:moveTo>
                  <a:lnTo>
                    <a:pt x="59394" y="757599"/>
                  </a:lnTo>
                  <a:lnTo>
                    <a:pt x="47015" y="749722"/>
                  </a:lnTo>
                  <a:close/>
                  <a:moveTo>
                    <a:pt x="59394" y="757599"/>
                  </a:moveTo>
                  <a:lnTo>
                    <a:pt x="42262" y="761938"/>
                  </a:lnTo>
                  <a:lnTo>
                    <a:pt x="69390" y="749722"/>
                  </a:lnTo>
                  <a:close/>
                  <a:moveTo>
                    <a:pt x="392074" y="1154028"/>
                  </a:moveTo>
                  <a:lnTo>
                    <a:pt x="393518" y="1158209"/>
                  </a:lnTo>
                  <a:lnTo>
                    <a:pt x="400815" y="1162081"/>
                  </a:lnTo>
                  <a:close/>
                  <a:moveTo>
                    <a:pt x="345533" y="1125385"/>
                  </a:moveTo>
                  <a:lnTo>
                    <a:pt x="392074" y="1154028"/>
                  </a:lnTo>
                  <a:lnTo>
                    <a:pt x="359796" y="1133293"/>
                  </a:lnTo>
                  <a:close/>
                  <a:moveTo>
                    <a:pt x="393518" y="1158209"/>
                  </a:moveTo>
                  <a:lnTo>
                    <a:pt x="392074" y="1154028"/>
                  </a:lnTo>
                  <a:lnTo>
                    <a:pt x="345533" y="1125385"/>
                  </a:lnTo>
                  <a:close/>
                  <a:moveTo>
                    <a:pt x="341737" y="1117272"/>
                  </a:moveTo>
                  <a:lnTo>
                    <a:pt x="345533" y="1125385"/>
                  </a:lnTo>
                  <a:lnTo>
                    <a:pt x="359796" y="1133293"/>
                  </a:lnTo>
                  <a:close/>
                  <a:moveTo>
                    <a:pt x="235462" y="917582"/>
                  </a:moveTo>
                  <a:lnTo>
                    <a:pt x="244825" y="884599"/>
                  </a:lnTo>
                  <a:lnTo>
                    <a:pt x="205753" y="896743"/>
                  </a:lnTo>
                  <a:close/>
                  <a:moveTo>
                    <a:pt x="194467" y="888884"/>
                  </a:moveTo>
                  <a:lnTo>
                    <a:pt x="241602" y="844332"/>
                  </a:lnTo>
                  <a:lnTo>
                    <a:pt x="212286" y="859298"/>
                  </a:lnTo>
                  <a:close/>
                  <a:moveTo>
                    <a:pt x="244825" y="884599"/>
                  </a:moveTo>
                  <a:lnTo>
                    <a:pt x="235462" y="917582"/>
                  </a:lnTo>
                  <a:lnTo>
                    <a:pt x="276944" y="885576"/>
                  </a:lnTo>
                  <a:close/>
                  <a:moveTo>
                    <a:pt x="276944" y="885576"/>
                  </a:moveTo>
                  <a:lnTo>
                    <a:pt x="277803" y="855104"/>
                  </a:lnTo>
                  <a:lnTo>
                    <a:pt x="241602" y="844332"/>
                  </a:lnTo>
                  <a:close/>
                  <a:moveTo>
                    <a:pt x="476115" y="1082906"/>
                  </a:moveTo>
                  <a:lnTo>
                    <a:pt x="482175" y="1120912"/>
                  </a:lnTo>
                  <a:lnTo>
                    <a:pt x="467621" y="1100089"/>
                  </a:lnTo>
                  <a:close/>
                  <a:moveTo>
                    <a:pt x="467830" y="1124883"/>
                  </a:moveTo>
                  <a:lnTo>
                    <a:pt x="482175" y="1120912"/>
                  </a:lnTo>
                  <a:lnTo>
                    <a:pt x="476115" y="1082906"/>
                  </a:lnTo>
                  <a:close/>
                  <a:moveTo>
                    <a:pt x="495059" y="1129834"/>
                  </a:moveTo>
                  <a:lnTo>
                    <a:pt x="482175" y="1120912"/>
                  </a:lnTo>
                  <a:lnTo>
                    <a:pt x="467830" y="1124883"/>
                  </a:lnTo>
                  <a:close/>
                  <a:moveTo>
                    <a:pt x="495059" y="1129834"/>
                  </a:moveTo>
                  <a:lnTo>
                    <a:pt x="512435" y="1136844"/>
                  </a:lnTo>
                  <a:lnTo>
                    <a:pt x="482175" y="1120912"/>
                  </a:lnTo>
                  <a:close/>
                  <a:moveTo>
                    <a:pt x="435695" y="1071707"/>
                  </a:moveTo>
                  <a:lnTo>
                    <a:pt x="422156" y="1063334"/>
                  </a:lnTo>
                  <a:lnTo>
                    <a:pt x="463142" y="1078119"/>
                  </a:lnTo>
                  <a:close/>
                  <a:moveTo>
                    <a:pt x="426221" y="972641"/>
                  </a:moveTo>
                  <a:lnTo>
                    <a:pt x="417746" y="1004597"/>
                  </a:lnTo>
                  <a:lnTo>
                    <a:pt x="436934" y="980132"/>
                  </a:lnTo>
                  <a:close/>
                  <a:moveTo>
                    <a:pt x="396125" y="952131"/>
                  </a:moveTo>
                  <a:lnTo>
                    <a:pt x="374448" y="949977"/>
                  </a:lnTo>
                  <a:lnTo>
                    <a:pt x="426221" y="972641"/>
                  </a:lnTo>
                  <a:close/>
                  <a:moveTo>
                    <a:pt x="349304" y="899131"/>
                  </a:moveTo>
                  <a:lnTo>
                    <a:pt x="369010" y="946959"/>
                  </a:lnTo>
                  <a:lnTo>
                    <a:pt x="357639" y="936554"/>
                  </a:lnTo>
                  <a:close/>
                  <a:moveTo>
                    <a:pt x="357639" y="936554"/>
                  </a:moveTo>
                  <a:lnTo>
                    <a:pt x="369010" y="946959"/>
                  </a:lnTo>
                  <a:lnTo>
                    <a:pt x="374448" y="949977"/>
                  </a:lnTo>
                  <a:close/>
                  <a:moveTo>
                    <a:pt x="241642" y="842440"/>
                  </a:moveTo>
                  <a:lnTo>
                    <a:pt x="212286" y="859298"/>
                  </a:lnTo>
                  <a:lnTo>
                    <a:pt x="241602" y="844332"/>
                  </a:lnTo>
                  <a:close/>
                  <a:moveTo>
                    <a:pt x="241642" y="842440"/>
                  </a:moveTo>
                  <a:lnTo>
                    <a:pt x="223034" y="830479"/>
                  </a:lnTo>
                  <a:lnTo>
                    <a:pt x="212286" y="859298"/>
                  </a:lnTo>
                  <a:close/>
                  <a:moveTo>
                    <a:pt x="223034" y="830479"/>
                  </a:moveTo>
                  <a:lnTo>
                    <a:pt x="238714" y="833533"/>
                  </a:lnTo>
                  <a:lnTo>
                    <a:pt x="236509" y="788866"/>
                  </a:lnTo>
                  <a:close/>
                  <a:moveTo>
                    <a:pt x="241642" y="842440"/>
                  </a:moveTo>
                  <a:lnTo>
                    <a:pt x="238714" y="833533"/>
                  </a:lnTo>
                  <a:lnTo>
                    <a:pt x="223034" y="830479"/>
                  </a:lnTo>
                  <a:close/>
                  <a:moveTo>
                    <a:pt x="208725" y="769294"/>
                  </a:moveTo>
                  <a:lnTo>
                    <a:pt x="204861" y="755759"/>
                  </a:lnTo>
                  <a:lnTo>
                    <a:pt x="236509" y="788866"/>
                  </a:lnTo>
                  <a:close/>
                  <a:moveTo>
                    <a:pt x="396125" y="952131"/>
                  </a:moveTo>
                  <a:lnTo>
                    <a:pt x="357639" y="936554"/>
                  </a:lnTo>
                  <a:lnTo>
                    <a:pt x="374448" y="949977"/>
                  </a:lnTo>
                  <a:close/>
                  <a:moveTo>
                    <a:pt x="535446" y="1065722"/>
                  </a:moveTo>
                  <a:lnTo>
                    <a:pt x="534032" y="1094011"/>
                  </a:lnTo>
                  <a:lnTo>
                    <a:pt x="558857" y="1090620"/>
                  </a:lnTo>
                  <a:close/>
                  <a:moveTo>
                    <a:pt x="535446" y="1065722"/>
                  </a:moveTo>
                  <a:lnTo>
                    <a:pt x="518481" y="1082906"/>
                  </a:lnTo>
                  <a:lnTo>
                    <a:pt x="534032" y="1094011"/>
                  </a:lnTo>
                  <a:close/>
                  <a:moveTo>
                    <a:pt x="426221" y="972641"/>
                  </a:moveTo>
                  <a:lnTo>
                    <a:pt x="436934" y="980132"/>
                  </a:lnTo>
                  <a:lnTo>
                    <a:pt x="441172" y="967566"/>
                  </a:lnTo>
                  <a:close/>
                  <a:moveTo>
                    <a:pt x="396125" y="952131"/>
                  </a:moveTo>
                  <a:lnTo>
                    <a:pt x="426221" y="972641"/>
                  </a:lnTo>
                  <a:lnTo>
                    <a:pt x="414145" y="923294"/>
                  </a:lnTo>
                  <a:close/>
                  <a:moveTo>
                    <a:pt x="414145" y="923294"/>
                  </a:moveTo>
                  <a:lnTo>
                    <a:pt x="426221" y="972641"/>
                  </a:lnTo>
                  <a:lnTo>
                    <a:pt x="442023" y="922128"/>
                  </a:lnTo>
                  <a:close/>
                  <a:moveTo>
                    <a:pt x="442023" y="922128"/>
                  </a:moveTo>
                  <a:lnTo>
                    <a:pt x="426221" y="972641"/>
                  </a:lnTo>
                  <a:lnTo>
                    <a:pt x="441172" y="967566"/>
                  </a:lnTo>
                  <a:close/>
                  <a:moveTo>
                    <a:pt x="442023" y="922128"/>
                  </a:moveTo>
                  <a:lnTo>
                    <a:pt x="425874" y="918702"/>
                  </a:lnTo>
                  <a:lnTo>
                    <a:pt x="414145" y="923294"/>
                  </a:lnTo>
                  <a:close/>
                  <a:moveTo>
                    <a:pt x="489056" y="955458"/>
                  </a:moveTo>
                  <a:lnTo>
                    <a:pt x="488948" y="955814"/>
                  </a:lnTo>
                  <a:lnTo>
                    <a:pt x="490937" y="992212"/>
                  </a:lnTo>
                  <a:close/>
                  <a:moveTo>
                    <a:pt x="450574" y="972641"/>
                  </a:moveTo>
                  <a:lnTo>
                    <a:pt x="441172" y="967566"/>
                  </a:lnTo>
                  <a:lnTo>
                    <a:pt x="436934" y="980132"/>
                  </a:lnTo>
                  <a:close/>
                  <a:moveTo>
                    <a:pt x="441172" y="967566"/>
                  </a:moveTo>
                  <a:lnTo>
                    <a:pt x="451099" y="935886"/>
                  </a:lnTo>
                  <a:lnTo>
                    <a:pt x="442023" y="922128"/>
                  </a:lnTo>
                  <a:close/>
                  <a:moveTo>
                    <a:pt x="396125" y="952131"/>
                  </a:moveTo>
                  <a:lnTo>
                    <a:pt x="414145" y="923294"/>
                  </a:lnTo>
                  <a:lnTo>
                    <a:pt x="358999" y="937898"/>
                  </a:lnTo>
                  <a:close/>
                  <a:moveTo>
                    <a:pt x="393386" y="918702"/>
                  </a:moveTo>
                  <a:lnTo>
                    <a:pt x="349066" y="898777"/>
                  </a:lnTo>
                  <a:lnTo>
                    <a:pt x="349304" y="899131"/>
                  </a:lnTo>
                  <a:close/>
                  <a:moveTo>
                    <a:pt x="349304" y="899131"/>
                  </a:moveTo>
                  <a:lnTo>
                    <a:pt x="354404" y="920718"/>
                  </a:lnTo>
                  <a:lnTo>
                    <a:pt x="393386" y="918702"/>
                  </a:lnTo>
                  <a:close/>
                  <a:moveTo>
                    <a:pt x="442023" y="922128"/>
                  </a:moveTo>
                  <a:lnTo>
                    <a:pt x="424557" y="891580"/>
                  </a:lnTo>
                  <a:lnTo>
                    <a:pt x="425874" y="918702"/>
                  </a:lnTo>
                  <a:close/>
                  <a:moveTo>
                    <a:pt x="463899" y="918702"/>
                  </a:moveTo>
                  <a:lnTo>
                    <a:pt x="489056" y="955458"/>
                  </a:lnTo>
                  <a:lnTo>
                    <a:pt x="489908" y="938274"/>
                  </a:lnTo>
                  <a:close/>
                  <a:moveTo>
                    <a:pt x="565415" y="965483"/>
                  </a:moveTo>
                  <a:lnTo>
                    <a:pt x="587476" y="976838"/>
                  </a:lnTo>
                  <a:lnTo>
                    <a:pt x="585512" y="975029"/>
                  </a:lnTo>
                  <a:close/>
                  <a:moveTo>
                    <a:pt x="579270" y="936560"/>
                  </a:moveTo>
                  <a:lnTo>
                    <a:pt x="585512" y="975029"/>
                  </a:lnTo>
                  <a:lnTo>
                    <a:pt x="584587" y="966035"/>
                  </a:lnTo>
                  <a:close/>
                  <a:moveTo>
                    <a:pt x="565415" y="965483"/>
                  </a:moveTo>
                  <a:lnTo>
                    <a:pt x="585512" y="975029"/>
                  </a:lnTo>
                  <a:lnTo>
                    <a:pt x="579270" y="936560"/>
                  </a:lnTo>
                  <a:close/>
                  <a:moveTo>
                    <a:pt x="588595" y="884813"/>
                  </a:moveTo>
                  <a:lnTo>
                    <a:pt x="587024" y="884336"/>
                  </a:lnTo>
                  <a:lnTo>
                    <a:pt x="579270" y="936560"/>
                  </a:lnTo>
                  <a:close/>
                  <a:moveTo>
                    <a:pt x="627760" y="924227"/>
                  </a:moveTo>
                  <a:lnTo>
                    <a:pt x="579270" y="936560"/>
                  </a:lnTo>
                  <a:lnTo>
                    <a:pt x="584587" y="966035"/>
                  </a:lnTo>
                  <a:close/>
                  <a:moveTo>
                    <a:pt x="579270" y="936560"/>
                  </a:moveTo>
                  <a:lnTo>
                    <a:pt x="627760" y="924227"/>
                  </a:lnTo>
                  <a:lnTo>
                    <a:pt x="588595" y="884813"/>
                  </a:lnTo>
                  <a:close/>
                  <a:moveTo>
                    <a:pt x="627760" y="924227"/>
                  </a:moveTo>
                  <a:lnTo>
                    <a:pt x="624796" y="895587"/>
                  </a:lnTo>
                  <a:lnTo>
                    <a:pt x="588595" y="884813"/>
                  </a:lnTo>
                  <a:close/>
                  <a:moveTo>
                    <a:pt x="546031" y="891748"/>
                  </a:moveTo>
                  <a:lnTo>
                    <a:pt x="587024" y="884336"/>
                  </a:lnTo>
                  <a:lnTo>
                    <a:pt x="546723" y="852837"/>
                  </a:lnTo>
                  <a:close/>
                  <a:moveTo>
                    <a:pt x="542132" y="884336"/>
                  </a:moveTo>
                  <a:lnTo>
                    <a:pt x="546031" y="891748"/>
                  </a:lnTo>
                  <a:lnTo>
                    <a:pt x="546723" y="852837"/>
                  </a:lnTo>
                  <a:close/>
                  <a:moveTo>
                    <a:pt x="444443" y="815789"/>
                  </a:moveTo>
                  <a:lnTo>
                    <a:pt x="450715" y="828009"/>
                  </a:lnTo>
                  <a:lnTo>
                    <a:pt x="452986" y="823721"/>
                  </a:lnTo>
                  <a:close/>
                  <a:moveTo>
                    <a:pt x="459297" y="810826"/>
                  </a:moveTo>
                  <a:lnTo>
                    <a:pt x="444443" y="815789"/>
                  </a:lnTo>
                  <a:lnTo>
                    <a:pt x="452986" y="823721"/>
                  </a:lnTo>
                  <a:close/>
                  <a:moveTo>
                    <a:pt x="428287" y="791254"/>
                  </a:moveTo>
                  <a:lnTo>
                    <a:pt x="444443" y="815789"/>
                  </a:lnTo>
                  <a:lnTo>
                    <a:pt x="459297" y="810826"/>
                  </a:lnTo>
                  <a:close/>
                  <a:moveTo>
                    <a:pt x="424071" y="754499"/>
                  </a:moveTo>
                  <a:lnTo>
                    <a:pt x="428287" y="791254"/>
                  </a:lnTo>
                  <a:lnTo>
                    <a:pt x="443613" y="774071"/>
                  </a:lnTo>
                  <a:close/>
                  <a:moveTo>
                    <a:pt x="587024" y="884336"/>
                  </a:moveTo>
                  <a:lnTo>
                    <a:pt x="588595" y="884813"/>
                  </a:lnTo>
                  <a:lnTo>
                    <a:pt x="589164" y="883769"/>
                  </a:lnTo>
                  <a:close/>
                  <a:moveTo>
                    <a:pt x="546723" y="852837"/>
                  </a:moveTo>
                  <a:lnTo>
                    <a:pt x="587024" y="884336"/>
                  </a:lnTo>
                  <a:lnTo>
                    <a:pt x="596088" y="830397"/>
                  </a:lnTo>
                  <a:close/>
                  <a:moveTo>
                    <a:pt x="596088" y="830397"/>
                  </a:moveTo>
                  <a:lnTo>
                    <a:pt x="587024" y="884336"/>
                  </a:lnTo>
                  <a:lnTo>
                    <a:pt x="601843" y="838135"/>
                  </a:lnTo>
                  <a:close/>
                  <a:moveTo>
                    <a:pt x="601843" y="838135"/>
                  </a:moveTo>
                  <a:lnTo>
                    <a:pt x="587024" y="884336"/>
                  </a:lnTo>
                  <a:lnTo>
                    <a:pt x="589164" y="883769"/>
                  </a:lnTo>
                  <a:close/>
                  <a:moveTo>
                    <a:pt x="383716" y="539718"/>
                  </a:moveTo>
                  <a:lnTo>
                    <a:pt x="408942" y="573113"/>
                  </a:lnTo>
                  <a:lnTo>
                    <a:pt x="392023" y="551960"/>
                  </a:lnTo>
                  <a:close/>
                  <a:moveTo>
                    <a:pt x="841227" y="1082770"/>
                  </a:moveTo>
                  <a:lnTo>
                    <a:pt x="894962" y="1090393"/>
                  </a:lnTo>
                  <a:lnTo>
                    <a:pt x="878568" y="1070499"/>
                  </a:lnTo>
                  <a:close/>
                  <a:moveTo>
                    <a:pt x="773387" y="1039000"/>
                  </a:moveTo>
                  <a:lnTo>
                    <a:pt x="800715" y="1043870"/>
                  </a:lnTo>
                  <a:lnTo>
                    <a:pt x="788491" y="1037678"/>
                  </a:lnTo>
                  <a:close/>
                  <a:moveTo>
                    <a:pt x="691240" y="923225"/>
                  </a:moveTo>
                  <a:lnTo>
                    <a:pt x="702544" y="940662"/>
                  </a:lnTo>
                  <a:lnTo>
                    <a:pt x="709983" y="897094"/>
                  </a:lnTo>
                  <a:close/>
                  <a:moveTo>
                    <a:pt x="709983" y="897094"/>
                  </a:moveTo>
                  <a:lnTo>
                    <a:pt x="702544" y="940662"/>
                  </a:lnTo>
                  <a:lnTo>
                    <a:pt x="737610" y="889097"/>
                  </a:lnTo>
                  <a:close/>
                  <a:moveTo>
                    <a:pt x="737610" y="889097"/>
                  </a:moveTo>
                  <a:lnTo>
                    <a:pt x="702544" y="940662"/>
                  </a:lnTo>
                  <a:lnTo>
                    <a:pt x="743831" y="928787"/>
                  </a:lnTo>
                  <a:close/>
                  <a:moveTo>
                    <a:pt x="735626" y="964599"/>
                  </a:moveTo>
                  <a:lnTo>
                    <a:pt x="768261" y="936014"/>
                  </a:lnTo>
                  <a:lnTo>
                    <a:pt x="743831" y="928787"/>
                  </a:lnTo>
                  <a:close/>
                  <a:moveTo>
                    <a:pt x="743831" y="928787"/>
                  </a:moveTo>
                  <a:lnTo>
                    <a:pt x="768261" y="936014"/>
                  </a:lnTo>
                  <a:lnTo>
                    <a:pt x="737610" y="889097"/>
                  </a:lnTo>
                  <a:close/>
                  <a:moveTo>
                    <a:pt x="691813" y="886724"/>
                  </a:moveTo>
                  <a:lnTo>
                    <a:pt x="691240" y="923225"/>
                  </a:lnTo>
                  <a:lnTo>
                    <a:pt x="709983" y="897094"/>
                  </a:lnTo>
                  <a:close/>
                  <a:moveTo>
                    <a:pt x="691813" y="886724"/>
                  </a:moveTo>
                  <a:lnTo>
                    <a:pt x="678684" y="903907"/>
                  </a:lnTo>
                  <a:lnTo>
                    <a:pt x="691240" y="923225"/>
                  </a:lnTo>
                  <a:close/>
                  <a:moveTo>
                    <a:pt x="691813" y="886724"/>
                  </a:moveTo>
                  <a:lnTo>
                    <a:pt x="682920" y="892118"/>
                  </a:lnTo>
                  <a:lnTo>
                    <a:pt x="678684" y="903907"/>
                  </a:lnTo>
                  <a:close/>
                  <a:moveTo>
                    <a:pt x="667142" y="776459"/>
                  </a:moveTo>
                  <a:lnTo>
                    <a:pt x="639431" y="757887"/>
                  </a:lnTo>
                  <a:lnTo>
                    <a:pt x="662181" y="789090"/>
                  </a:lnTo>
                  <a:close/>
                  <a:moveTo>
                    <a:pt x="349924" y="422928"/>
                  </a:moveTo>
                  <a:lnTo>
                    <a:pt x="340888" y="413207"/>
                  </a:lnTo>
                  <a:lnTo>
                    <a:pt x="369182" y="445664"/>
                  </a:lnTo>
                  <a:close/>
                  <a:moveTo>
                    <a:pt x="369182" y="445664"/>
                  </a:moveTo>
                  <a:lnTo>
                    <a:pt x="340888" y="413207"/>
                  </a:lnTo>
                  <a:lnTo>
                    <a:pt x="345733" y="426092"/>
                  </a:lnTo>
                  <a:close/>
                  <a:moveTo>
                    <a:pt x="33419" y="132053"/>
                  </a:moveTo>
                  <a:lnTo>
                    <a:pt x="65953" y="160965"/>
                  </a:lnTo>
                  <a:lnTo>
                    <a:pt x="53393" y="126429"/>
                  </a:lnTo>
                  <a:close/>
                  <a:moveTo>
                    <a:pt x="12584" y="95298"/>
                  </a:moveTo>
                  <a:lnTo>
                    <a:pt x="53393" y="126429"/>
                  </a:lnTo>
                  <a:lnTo>
                    <a:pt x="42833" y="90268"/>
                  </a:lnTo>
                  <a:close/>
                  <a:moveTo>
                    <a:pt x="42833" y="90268"/>
                  </a:moveTo>
                  <a:lnTo>
                    <a:pt x="58422" y="132053"/>
                  </a:lnTo>
                  <a:lnTo>
                    <a:pt x="55412" y="95298"/>
                  </a:lnTo>
                  <a:close/>
                  <a:moveTo>
                    <a:pt x="878568" y="1070499"/>
                  </a:moveTo>
                  <a:lnTo>
                    <a:pt x="894962" y="1090393"/>
                  </a:lnTo>
                  <a:lnTo>
                    <a:pt x="903542" y="1059197"/>
                  </a:lnTo>
                  <a:close/>
                  <a:moveTo>
                    <a:pt x="928002" y="1016561"/>
                  </a:moveTo>
                  <a:lnTo>
                    <a:pt x="907341" y="1040469"/>
                  </a:lnTo>
                  <a:lnTo>
                    <a:pt x="932799" y="1017753"/>
                  </a:lnTo>
                  <a:close/>
                  <a:moveTo>
                    <a:pt x="932799" y="1017753"/>
                  </a:moveTo>
                  <a:lnTo>
                    <a:pt x="907341" y="1040469"/>
                  </a:lnTo>
                  <a:lnTo>
                    <a:pt x="903542" y="1059197"/>
                  </a:lnTo>
                  <a:close/>
                  <a:moveTo>
                    <a:pt x="932799" y="1017753"/>
                  </a:moveTo>
                  <a:lnTo>
                    <a:pt x="921096" y="982521"/>
                  </a:lnTo>
                  <a:lnTo>
                    <a:pt x="928002" y="1016561"/>
                  </a:lnTo>
                  <a:close/>
                  <a:moveTo>
                    <a:pt x="921096" y="982521"/>
                  </a:moveTo>
                  <a:lnTo>
                    <a:pt x="915457" y="979806"/>
                  </a:lnTo>
                  <a:lnTo>
                    <a:pt x="928002" y="1016561"/>
                  </a:lnTo>
                  <a:close/>
                  <a:moveTo>
                    <a:pt x="846073" y="1032181"/>
                  </a:moveTo>
                  <a:lnTo>
                    <a:pt x="805283" y="995410"/>
                  </a:lnTo>
                  <a:lnTo>
                    <a:pt x="806096" y="996989"/>
                  </a:lnTo>
                  <a:close/>
                  <a:moveTo>
                    <a:pt x="921096" y="982521"/>
                  </a:moveTo>
                  <a:lnTo>
                    <a:pt x="884450" y="954882"/>
                  </a:lnTo>
                  <a:lnTo>
                    <a:pt x="915457" y="979806"/>
                  </a:lnTo>
                  <a:close/>
                  <a:moveTo>
                    <a:pt x="701314" y="846770"/>
                  </a:moveTo>
                  <a:lnTo>
                    <a:pt x="745812" y="810266"/>
                  </a:lnTo>
                  <a:lnTo>
                    <a:pt x="696399" y="813214"/>
                  </a:lnTo>
                  <a:close/>
                  <a:moveTo>
                    <a:pt x="696399" y="813214"/>
                  </a:moveTo>
                  <a:lnTo>
                    <a:pt x="745812" y="810266"/>
                  </a:lnTo>
                  <a:lnTo>
                    <a:pt x="733552" y="796031"/>
                  </a:lnTo>
                  <a:close/>
                  <a:moveTo>
                    <a:pt x="733552" y="796031"/>
                  </a:moveTo>
                  <a:lnTo>
                    <a:pt x="703507" y="776674"/>
                  </a:lnTo>
                  <a:lnTo>
                    <a:pt x="681069" y="788988"/>
                  </a:lnTo>
                  <a:close/>
                  <a:moveTo>
                    <a:pt x="641854" y="733780"/>
                  </a:moveTo>
                  <a:lnTo>
                    <a:pt x="629021" y="776459"/>
                  </a:lnTo>
                  <a:lnTo>
                    <a:pt x="639431" y="757887"/>
                  </a:lnTo>
                  <a:close/>
                  <a:moveTo>
                    <a:pt x="641854" y="733780"/>
                  </a:moveTo>
                  <a:lnTo>
                    <a:pt x="627393" y="712880"/>
                  </a:lnTo>
                  <a:lnTo>
                    <a:pt x="618541" y="725645"/>
                  </a:lnTo>
                  <a:close/>
                  <a:moveTo>
                    <a:pt x="627393" y="712880"/>
                  </a:moveTo>
                  <a:lnTo>
                    <a:pt x="641854" y="733780"/>
                  </a:lnTo>
                  <a:lnTo>
                    <a:pt x="685937" y="710982"/>
                  </a:lnTo>
                  <a:close/>
                  <a:moveTo>
                    <a:pt x="513730" y="622437"/>
                  </a:moveTo>
                  <a:lnTo>
                    <a:pt x="502328" y="592684"/>
                  </a:lnTo>
                  <a:lnTo>
                    <a:pt x="499900" y="588933"/>
                  </a:lnTo>
                  <a:close/>
                  <a:moveTo>
                    <a:pt x="495150" y="548047"/>
                  </a:moveTo>
                  <a:lnTo>
                    <a:pt x="502328" y="592684"/>
                  </a:lnTo>
                  <a:lnTo>
                    <a:pt x="515563" y="555929"/>
                  </a:lnTo>
                  <a:close/>
                  <a:moveTo>
                    <a:pt x="495150" y="548047"/>
                  </a:moveTo>
                  <a:lnTo>
                    <a:pt x="499900" y="588933"/>
                  </a:lnTo>
                  <a:lnTo>
                    <a:pt x="502328" y="592684"/>
                  </a:lnTo>
                  <a:close/>
                  <a:moveTo>
                    <a:pt x="495150" y="548047"/>
                  </a:moveTo>
                  <a:lnTo>
                    <a:pt x="478195" y="528782"/>
                  </a:lnTo>
                  <a:lnTo>
                    <a:pt x="451388" y="511790"/>
                  </a:lnTo>
                  <a:close/>
                  <a:moveTo>
                    <a:pt x="439643" y="476592"/>
                  </a:moveTo>
                  <a:lnTo>
                    <a:pt x="415226" y="482419"/>
                  </a:lnTo>
                  <a:lnTo>
                    <a:pt x="422724" y="508005"/>
                  </a:lnTo>
                  <a:close/>
                  <a:moveTo>
                    <a:pt x="395738" y="469640"/>
                  </a:moveTo>
                  <a:lnTo>
                    <a:pt x="446258" y="437742"/>
                  </a:lnTo>
                  <a:lnTo>
                    <a:pt x="414132" y="442207"/>
                  </a:lnTo>
                  <a:close/>
                  <a:moveTo>
                    <a:pt x="349924" y="422928"/>
                  </a:moveTo>
                  <a:lnTo>
                    <a:pt x="369182" y="445664"/>
                  </a:lnTo>
                  <a:lnTo>
                    <a:pt x="369080" y="435035"/>
                  </a:lnTo>
                  <a:close/>
                  <a:moveTo>
                    <a:pt x="10464" y="0"/>
                  </a:moveTo>
                  <a:lnTo>
                    <a:pt x="29617" y="41359"/>
                  </a:lnTo>
                  <a:lnTo>
                    <a:pt x="25911" y="4604"/>
                  </a:lnTo>
                  <a:close/>
                  <a:moveTo>
                    <a:pt x="905249" y="968315"/>
                  </a:moveTo>
                  <a:lnTo>
                    <a:pt x="928002" y="1016561"/>
                  </a:lnTo>
                  <a:lnTo>
                    <a:pt x="915457" y="979806"/>
                  </a:lnTo>
                  <a:close/>
                  <a:moveTo>
                    <a:pt x="850296" y="941157"/>
                  </a:moveTo>
                  <a:lnTo>
                    <a:pt x="884450" y="954882"/>
                  </a:lnTo>
                  <a:lnTo>
                    <a:pt x="858694" y="943051"/>
                  </a:lnTo>
                  <a:close/>
                  <a:moveTo>
                    <a:pt x="905249" y="968315"/>
                  </a:moveTo>
                  <a:lnTo>
                    <a:pt x="884450" y="954882"/>
                  </a:lnTo>
                  <a:lnTo>
                    <a:pt x="850296" y="941157"/>
                  </a:lnTo>
                  <a:close/>
                  <a:moveTo>
                    <a:pt x="905249" y="968315"/>
                  </a:moveTo>
                  <a:lnTo>
                    <a:pt x="915457" y="979806"/>
                  </a:lnTo>
                  <a:lnTo>
                    <a:pt x="884450" y="954882"/>
                  </a:lnTo>
                  <a:close/>
                  <a:moveTo>
                    <a:pt x="850296" y="941157"/>
                  </a:moveTo>
                  <a:lnTo>
                    <a:pt x="858694" y="943051"/>
                  </a:lnTo>
                  <a:lnTo>
                    <a:pt x="846994" y="939419"/>
                  </a:lnTo>
                  <a:close/>
                  <a:moveTo>
                    <a:pt x="733552" y="796031"/>
                  </a:moveTo>
                  <a:lnTo>
                    <a:pt x="745812" y="810266"/>
                  </a:lnTo>
                  <a:lnTo>
                    <a:pt x="749731" y="789749"/>
                  </a:lnTo>
                  <a:close/>
                  <a:moveTo>
                    <a:pt x="733552" y="796031"/>
                  </a:moveTo>
                  <a:lnTo>
                    <a:pt x="749731" y="789749"/>
                  </a:lnTo>
                  <a:lnTo>
                    <a:pt x="703507" y="776674"/>
                  </a:lnTo>
                  <a:close/>
                  <a:moveTo>
                    <a:pt x="703507" y="776674"/>
                  </a:moveTo>
                  <a:lnTo>
                    <a:pt x="749731" y="789749"/>
                  </a:lnTo>
                  <a:lnTo>
                    <a:pt x="759720" y="766058"/>
                  </a:lnTo>
                  <a:close/>
                  <a:moveTo>
                    <a:pt x="749731" y="789749"/>
                  </a:moveTo>
                  <a:lnTo>
                    <a:pt x="745812" y="810266"/>
                  </a:lnTo>
                  <a:lnTo>
                    <a:pt x="748911" y="796031"/>
                  </a:lnTo>
                  <a:close/>
                  <a:moveTo>
                    <a:pt x="480494" y="425722"/>
                  </a:moveTo>
                  <a:lnTo>
                    <a:pt x="446258" y="437742"/>
                  </a:lnTo>
                  <a:lnTo>
                    <a:pt x="478283" y="432902"/>
                  </a:lnTo>
                  <a:close/>
                  <a:moveTo>
                    <a:pt x="690110" y="587395"/>
                  </a:moveTo>
                  <a:lnTo>
                    <a:pt x="682126" y="600527"/>
                  </a:lnTo>
                  <a:lnTo>
                    <a:pt x="703066" y="595072"/>
                  </a:lnTo>
                  <a:close/>
                  <a:moveTo>
                    <a:pt x="699180" y="568080"/>
                  </a:moveTo>
                  <a:lnTo>
                    <a:pt x="712615" y="589942"/>
                  </a:lnTo>
                  <a:lnTo>
                    <a:pt x="731617" y="564779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25" name="Input_density__64">
              <a:extLst>
                <a:ext uri="{FF2B5EF4-FFF2-40B4-BE49-F238E27FC236}">
                  <a16:creationId xmlns:a16="http://schemas.microsoft.com/office/drawing/2014/main" id="{B1161BBF-5EC6-8A46-F4D1-82FE528E6119}"/>
                </a:ext>
              </a:extLst>
            </p:cNvPr>
            <p:cNvSpPr>
              <a:spLocks noGrp="1"/>
            </p:cNvSpPr>
            <p:nvPr/>
          </p:nvSpPr>
          <p:spPr>
            <a:xfrm>
              <a:off x="1080438" y="1802040"/>
              <a:ext cx="933588" cy="1493610"/>
            </a:xfrm>
            <a:custGeom>
              <a:avLst/>
              <a:gdLst/>
              <a:ahLst/>
              <a:cxnLst/>
              <a:rect l="0" t="0" r="0" b="0"/>
              <a:pathLst>
                <a:path w="933588" h="1493610">
                  <a:moveTo>
                    <a:pt x="268334" y="1484551"/>
                  </a:moveTo>
                  <a:lnTo>
                    <a:pt x="257252" y="1471487"/>
                  </a:lnTo>
                  <a:lnTo>
                    <a:pt x="233379" y="1478436"/>
                  </a:lnTo>
                  <a:close/>
                  <a:moveTo>
                    <a:pt x="59524" y="1230519"/>
                  </a:moveTo>
                  <a:lnTo>
                    <a:pt x="24109" y="1222686"/>
                  </a:lnTo>
                  <a:lnTo>
                    <a:pt x="0" y="1210243"/>
                  </a:lnTo>
                  <a:close/>
                  <a:moveTo>
                    <a:pt x="292169" y="1473222"/>
                  </a:moveTo>
                  <a:lnTo>
                    <a:pt x="287862" y="1490406"/>
                  </a:lnTo>
                  <a:lnTo>
                    <a:pt x="296489" y="1493610"/>
                  </a:lnTo>
                  <a:close/>
                  <a:moveTo>
                    <a:pt x="89778" y="1122849"/>
                  </a:moveTo>
                  <a:lnTo>
                    <a:pt x="122109" y="1119152"/>
                  </a:lnTo>
                  <a:lnTo>
                    <a:pt x="137961" y="1088489"/>
                  </a:lnTo>
                  <a:close/>
                  <a:moveTo>
                    <a:pt x="397620" y="1372174"/>
                  </a:moveTo>
                  <a:lnTo>
                    <a:pt x="407316" y="1370196"/>
                  </a:lnTo>
                  <a:lnTo>
                    <a:pt x="397242" y="1365346"/>
                  </a:lnTo>
                  <a:close/>
                  <a:moveTo>
                    <a:pt x="410974" y="1361317"/>
                  </a:moveTo>
                  <a:lnTo>
                    <a:pt x="407316" y="1370196"/>
                  </a:lnTo>
                  <a:lnTo>
                    <a:pt x="410244" y="1365346"/>
                  </a:lnTo>
                  <a:close/>
                  <a:moveTo>
                    <a:pt x="143552" y="995814"/>
                  </a:moveTo>
                  <a:lnTo>
                    <a:pt x="119802" y="988034"/>
                  </a:lnTo>
                  <a:lnTo>
                    <a:pt x="112095" y="1013871"/>
                  </a:lnTo>
                  <a:close/>
                  <a:moveTo>
                    <a:pt x="126819" y="944347"/>
                  </a:moveTo>
                  <a:lnTo>
                    <a:pt x="150386" y="936250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0386" y="936250"/>
                  </a:lnTo>
                  <a:lnTo>
                    <a:pt x="126113" y="938157"/>
                  </a:lnTo>
                  <a:close/>
                  <a:moveTo>
                    <a:pt x="154127" y="942470"/>
                  </a:moveTo>
                  <a:lnTo>
                    <a:pt x="153064" y="946264"/>
                  </a:lnTo>
                  <a:lnTo>
                    <a:pt x="154805" y="943857"/>
                  </a:lnTo>
                  <a:close/>
                  <a:moveTo>
                    <a:pt x="154127" y="942470"/>
                  </a:moveTo>
                  <a:lnTo>
                    <a:pt x="154805" y="943857"/>
                  </a:lnTo>
                  <a:lnTo>
                    <a:pt x="150386" y="936250"/>
                  </a:lnTo>
                  <a:close/>
                  <a:moveTo>
                    <a:pt x="534509" y="1087187"/>
                  </a:moveTo>
                  <a:lnTo>
                    <a:pt x="568302" y="1088959"/>
                  </a:lnTo>
                  <a:lnTo>
                    <a:pt x="594687" y="1091400"/>
                  </a:lnTo>
                  <a:close/>
                  <a:moveTo>
                    <a:pt x="594687" y="1091400"/>
                  </a:moveTo>
                  <a:lnTo>
                    <a:pt x="568302" y="1088959"/>
                  </a:lnTo>
                  <a:lnTo>
                    <a:pt x="626985" y="1087579"/>
                  </a:lnTo>
                  <a:close/>
                  <a:moveTo>
                    <a:pt x="614727" y="1070118"/>
                  </a:moveTo>
                  <a:lnTo>
                    <a:pt x="559334" y="1083797"/>
                  </a:lnTo>
                  <a:lnTo>
                    <a:pt x="594687" y="1091400"/>
                  </a:lnTo>
                  <a:close/>
                  <a:moveTo>
                    <a:pt x="614727" y="1070118"/>
                  </a:moveTo>
                  <a:lnTo>
                    <a:pt x="629867" y="1050319"/>
                  </a:lnTo>
                  <a:lnTo>
                    <a:pt x="615279" y="1041716"/>
                  </a:lnTo>
                  <a:close/>
                  <a:moveTo>
                    <a:pt x="626985" y="1087579"/>
                  </a:moveTo>
                  <a:lnTo>
                    <a:pt x="629867" y="1050319"/>
                  </a:lnTo>
                  <a:lnTo>
                    <a:pt x="614727" y="1070118"/>
                  </a:lnTo>
                  <a:close/>
                  <a:moveTo>
                    <a:pt x="594687" y="1091400"/>
                  </a:moveTo>
                  <a:lnTo>
                    <a:pt x="626985" y="1087579"/>
                  </a:lnTo>
                  <a:lnTo>
                    <a:pt x="614727" y="1070118"/>
                  </a:lnTo>
                  <a:close/>
                  <a:moveTo>
                    <a:pt x="409141" y="825842"/>
                  </a:moveTo>
                  <a:lnTo>
                    <a:pt x="419940" y="861810"/>
                  </a:lnTo>
                  <a:lnTo>
                    <a:pt x="424541" y="875124"/>
                  </a:lnTo>
                  <a:close/>
                  <a:moveTo>
                    <a:pt x="579747" y="929736"/>
                  </a:moveTo>
                  <a:lnTo>
                    <a:pt x="546508" y="884924"/>
                  </a:lnTo>
                  <a:lnTo>
                    <a:pt x="557772" y="920514"/>
                  </a:lnTo>
                  <a:close/>
                  <a:moveTo>
                    <a:pt x="627844" y="828229"/>
                  </a:moveTo>
                  <a:lnTo>
                    <a:pt x="589641" y="876946"/>
                  </a:lnTo>
                  <a:lnTo>
                    <a:pt x="629761" y="871417"/>
                  </a:lnTo>
                  <a:close/>
                  <a:moveTo>
                    <a:pt x="627844" y="828229"/>
                  </a:moveTo>
                  <a:lnTo>
                    <a:pt x="620207" y="789690"/>
                  </a:lnTo>
                  <a:lnTo>
                    <a:pt x="613855" y="823574"/>
                  </a:lnTo>
                  <a:close/>
                  <a:moveTo>
                    <a:pt x="620207" y="789690"/>
                  </a:moveTo>
                  <a:lnTo>
                    <a:pt x="619862" y="786819"/>
                  </a:lnTo>
                  <a:lnTo>
                    <a:pt x="613855" y="823574"/>
                  </a:lnTo>
                  <a:close/>
                  <a:moveTo>
                    <a:pt x="837140" y="1117614"/>
                  </a:moveTo>
                  <a:lnTo>
                    <a:pt x="840042" y="1097237"/>
                  </a:lnTo>
                  <a:lnTo>
                    <a:pt x="841704" y="1075947"/>
                  </a:lnTo>
                  <a:close/>
                  <a:moveTo>
                    <a:pt x="895439" y="1083570"/>
                  </a:moveTo>
                  <a:lnTo>
                    <a:pt x="840042" y="1097237"/>
                  </a:lnTo>
                  <a:lnTo>
                    <a:pt x="875501" y="1105233"/>
                  </a:lnTo>
                  <a:close/>
                  <a:moveTo>
                    <a:pt x="895439" y="1083570"/>
                  </a:moveTo>
                  <a:lnTo>
                    <a:pt x="875501" y="1105233"/>
                  </a:lnTo>
                  <a:lnTo>
                    <a:pt x="925623" y="1071848"/>
                  </a:lnTo>
                  <a:close/>
                  <a:moveTo>
                    <a:pt x="649734" y="855180"/>
                  </a:moveTo>
                  <a:lnTo>
                    <a:pt x="683397" y="885294"/>
                  </a:lnTo>
                  <a:lnTo>
                    <a:pt x="692289" y="879900"/>
                  </a:lnTo>
                  <a:close/>
                  <a:moveTo>
                    <a:pt x="646500" y="806391"/>
                  </a:moveTo>
                  <a:lnTo>
                    <a:pt x="613855" y="823574"/>
                  </a:lnTo>
                  <a:lnTo>
                    <a:pt x="619862" y="786819"/>
                  </a:lnTo>
                  <a:close/>
                  <a:moveTo>
                    <a:pt x="629498" y="769636"/>
                  </a:moveTo>
                  <a:lnTo>
                    <a:pt x="646500" y="806391"/>
                  </a:lnTo>
                  <a:lnTo>
                    <a:pt x="619862" y="786819"/>
                  </a:lnTo>
                  <a:close/>
                  <a:moveTo>
                    <a:pt x="619862" y="786819"/>
                  </a:moveTo>
                  <a:lnTo>
                    <a:pt x="621639" y="778968"/>
                  </a:lnTo>
                  <a:lnTo>
                    <a:pt x="639908" y="751063"/>
                  </a:lnTo>
                  <a:close/>
                  <a:moveTo>
                    <a:pt x="3039" y="85620"/>
                  </a:moveTo>
                  <a:lnTo>
                    <a:pt x="13060" y="88474"/>
                  </a:lnTo>
                  <a:lnTo>
                    <a:pt x="16899" y="41229"/>
                  </a:lnTo>
                  <a:close/>
                  <a:moveTo>
                    <a:pt x="37941" y="43062"/>
                  </a:moveTo>
                  <a:lnTo>
                    <a:pt x="35868" y="0"/>
                  </a:lnTo>
                  <a:lnTo>
                    <a:pt x="30094" y="34536"/>
                  </a:lnTo>
                  <a:close/>
                  <a:moveTo>
                    <a:pt x="933588" y="1055424"/>
                  </a:moveTo>
                  <a:lnTo>
                    <a:pt x="895439" y="1083570"/>
                  </a:lnTo>
                  <a:lnTo>
                    <a:pt x="925623" y="1071848"/>
                  </a:lnTo>
                  <a:close/>
                  <a:moveTo>
                    <a:pt x="933276" y="1010930"/>
                  </a:moveTo>
                  <a:lnTo>
                    <a:pt x="933588" y="1055424"/>
                  </a:lnTo>
                  <a:lnTo>
                    <a:pt x="930198" y="1063675"/>
                  </a:lnTo>
                  <a:close/>
                  <a:moveTo>
                    <a:pt x="733285" y="841431"/>
                  </a:moveTo>
                  <a:lnTo>
                    <a:pt x="726113" y="879900"/>
                  </a:lnTo>
                  <a:lnTo>
                    <a:pt x="733276" y="851000"/>
                  </a:lnTo>
                  <a:close/>
                  <a:moveTo>
                    <a:pt x="717202" y="872164"/>
                  </a:moveTo>
                  <a:lnTo>
                    <a:pt x="726113" y="879900"/>
                  </a:lnTo>
                  <a:lnTo>
                    <a:pt x="733285" y="841431"/>
                  </a:lnTo>
                  <a:close/>
                  <a:moveTo>
                    <a:pt x="749388" y="789207"/>
                  </a:moveTo>
                  <a:lnTo>
                    <a:pt x="746289" y="803443"/>
                  </a:lnTo>
                  <a:lnTo>
                    <a:pt x="732467" y="843146"/>
                  </a:lnTo>
                  <a:close/>
                  <a:moveTo>
                    <a:pt x="758800" y="752452"/>
                  </a:moveTo>
                  <a:lnTo>
                    <a:pt x="770350" y="735269"/>
                  </a:lnTo>
                  <a:lnTo>
                    <a:pt x="749388" y="789207"/>
                  </a:lnTo>
                  <a:close/>
                  <a:moveTo>
                    <a:pt x="648179" y="589573"/>
                  </a:moveTo>
                  <a:lnTo>
                    <a:pt x="645079" y="590481"/>
                  </a:lnTo>
                  <a:lnTo>
                    <a:pt x="663618" y="618927"/>
                  </a:lnTo>
                  <a:close/>
                  <a:moveTo>
                    <a:pt x="454197" y="413577"/>
                  </a:moveTo>
                  <a:lnTo>
                    <a:pt x="460387" y="404474"/>
                  </a:lnTo>
                  <a:lnTo>
                    <a:pt x="446735" y="43091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26" name="Input_density__65">
              <a:extLst>
                <a:ext uri="{FF2B5EF4-FFF2-40B4-BE49-F238E27FC236}">
                  <a16:creationId xmlns:a16="http://schemas.microsoft.com/office/drawing/2014/main" id="{69DAB357-A0FB-A0D5-AD5C-AE1782AC6F66}"/>
                </a:ext>
              </a:extLst>
            </p:cNvPr>
            <p:cNvSpPr>
              <a:spLocks noGrp="1"/>
            </p:cNvSpPr>
            <p:nvPr/>
          </p:nvSpPr>
          <p:spPr>
            <a:xfrm>
              <a:off x="1041870" y="1799821"/>
              <a:ext cx="972155" cy="1420312"/>
            </a:xfrm>
            <a:custGeom>
              <a:avLst/>
              <a:gdLst/>
              <a:ahLst/>
              <a:cxnLst/>
              <a:rect l="0" t="0" r="0" b="0"/>
              <a:pathLst>
                <a:path w="972155" h="1420312">
                  <a:moveTo>
                    <a:pt x="246427" y="1420312"/>
                  </a:moveTo>
                  <a:lnTo>
                    <a:pt x="251487" y="1398539"/>
                  </a:lnTo>
                  <a:lnTo>
                    <a:pt x="235383" y="1384544"/>
                  </a:lnTo>
                  <a:close/>
                  <a:moveTo>
                    <a:pt x="128070" y="1218157"/>
                  </a:moveTo>
                  <a:lnTo>
                    <a:pt x="104517" y="1235340"/>
                  </a:lnTo>
                  <a:lnTo>
                    <a:pt x="134729" y="1245144"/>
                  </a:lnTo>
                  <a:close/>
                  <a:moveTo>
                    <a:pt x="145460" y="1198585"/>
                  </a:moveTo>
                  <a:lnTo>
                    <a:pt x="116916" y="1178543"/>
                  </a:lnTo>
                  <a:lnTo>
                    <a:pt x="145776" y="1181402"/>
                  </a:lnTo>
                  <a:close/>
                  <a:moveTo>
                    <a:pt x="116916" y="1178543"/>
                  </a:moveTo>
                  <a:lnTo>
                    <a:pt x="84833" y="1157191"/>
                  </a:lnTo>
                  <a:lnTo>
                    <a:pt x="108484" y="1175387"/>
                  </a:lnTo>
                  <a:close/>
                  <a:moveTo>
                    <a:pt x="0" y="1082488"/>
                  </a:moveTo>
                  <a:lnTo>
                    <a:pt x="29166" y="1125075"/>
                  </a:lnTo>
                  <a:lnTo>
                    <a:pt x="49975" y="1081207"/>
                  </a:lnTo>
                  <a:close/>
                  <a:moveTo>
                    <a:pt x="32711" y="1112868"/>
                  </a:moveTo>
                  <a:lnTo>
                    <a:pt x="68577" y="1122389"/>
                  </a:lnTo>
                  <a:lnTo>
                    <a:pt x="86016" y="1091383"/>
                  </a:lnTo>
                  <a:close/>
                  <a:moveTo>
                    <a:pt x="49975" y="1081207"/>
                  </a:moveTo>
                  <a:lnTo>
                    <a:pt x="32711" y="1112868"/>
                  </a:lnTo>
                  <a:lnTo>
                    <a:pt x="86016" y="1091383"/>
                  </a:lnTo>
                  <a:close/>
                  <a:moveTo>
                    <a:pt x="172089" y="1254912"/>
                  </a:moveTo>
                  <a:lnTo>
                    <a:pt x="183002" y="1265798"/>
                  </a:lnTo>
                  <a:lnTo>
                    <a:pt x="202517" y="1277807"/>
                  </a:lnTo>
                  <a:close/>
                  <a:moveTo>
                    <a:pt x="276979" y="1307054"/>
                  </a:moveTo>
                  <a:lnTo>
                    <a:pt x="251698" y="1281785"/>
                  </a:lnTo>
                  <a:lnTo>
                    <a:pt x="247310" y="1291667"/>
                  </a:lnTo>
                  <a:close/>
                  <a:moveTo>
                    <a:pt x="322218" y="1323378"/>
                  </a:moveTo>
                  <a:lnTo>
                    <a:pt x="312057" y="1311238"/>
                  </a:lnTo>
                  <a:lnTo>
                    <a:pt x="311870" y="1312931"/>
                  </a:lnTo>
                  <a:close/>
                  <a:moveTo>
                    <a:pt x="311870" y="1312931"/>
                  </a:moveTo>
                  <a:lnTo>
                    <a:pt x="302221" y="1305222"/>
                  </a:lnTo>
                  <a:lnTo>
                    <a:pt x="276979" y="1307054"/>
                  </a:lnTo>
                  <a:close/>
                  <a:moveTo>
                    <a:pt x="102327" y="1107892"/>
                  </a:moveTo>
                  <a:lnTo>
                    <a:pt x="128345" y="1125068"/>
                  </a:lnTo>
                  <a:lnTo>
                    <a:pt x="122110" y="1090709"/>
                  </a:lnTo>
                  <a:close/>
                  <a:moveTo>
                    <a:pt x="40713" y="997627"/>
                  </a:moveTo>
                  <a:lnTo>
                    <a:pt x="34594" y="947211"/>
                  </a:lnTo>
                  <a:lnTo>
                    <a:pt x="39045" y="988339"/>
                  </a:lnTo>
                  <a:close/>
                  <a:moveTo>
                    <a:pt x="435810" y="1367565"/>
                  </a:moveTo>
                  <a:lnTo>
                    <a:pt x="408716" y="1330810"/>
                  </a:lnTo>
                  <a:lnTo>
                    <a:pt x="423014" y="1383117"/>
                  </a:lnTo>
                  <a:close/>
                  <a:moveTo>
                    <a:pt x="319620" y="1235996"/>
                  </a:moveTo>
                  <a:lnTo>
                    <a:pt x="330614" y="1190592"/>
                  </a:lnTo>
                  <a:lnTo>
                    <a:pt x="276512" y="1200974"/>
                  </a:lnTo>
                  <a:close/>
                  <a:moveTo>
                    <a:pt x="273737" y="1198725"/>
                  </a:moveTo>
                  <a:lnTo>
                    <a:pt x="257117" y="1164956"/>
                  </a:lnTo>
                  <a:lnTo>
                    <a:pt x="235141" y="1178998"/>
                  </a:lnTo>
                  <a:close/>
                  <a:moveTo>
                    <a:pt x="127102" y="1024212"/>
                  </a:moveTo>
                  <a:lnTo>
                    <a:pt x="181268" y="1005943"/>
                  </a:lnTo>
                  <a:lnTo>
                    <a:pt x="150662" y="1016090"/>
                  </a:lnTo>
                  <a:close/>
                  <a:moveTo>
                    <a:pt x="150662" y="1016090"/>
                  </a:moveTo>
                  <a:lnTo>
                    <a:pt x="118790" y="1017198"/>
                  </a:lnTo>
                  <a:lnTo>
                    <a:pt x="127102" y="1024212"/>
                  </a:lnTo>
                  <a:close/>
                  <a:moveTo>
                    <a:pt x="116555" y="1041907"/>
                  </a:moveTo>
                  <a:lnTo>
                    <a:pt x="118790" y="1017198"/>
                  </a:lnTo>
                  <a:lnTo>
                    <a:pt x="150662" y="1016090"/>
                  </a:lnTo>
                  <a:close/>
                  <a:moveTo>
                    <a:pt x="75229" y="963260"/>
                  </a:moveTo>
                  <a:lnTo>
                    <a:pt x="73787" y="949452"/>
                  </a:lnTo>
                  <a:lnTo>
                    <a:pt x="92021" y="972358"/>
                  </a:lnTo>
                  <a:close/>
                  <a:moveTo>
                    <a:pt x="57088" y="943689"/>
                  </a:moveTo>
                  <a:lnTo>
                    <a:pt x="73787" y="949452"/>
                  </a:lnTo>
                  <a:lnTo>
                    <a:pt x="75229" y="963260"/>
                  </a:lnTo>
                  <a:close/>
                  <a:moveTo>
                    <a:pt x="331457" y="1097538"/>
                  </a:moveTo>
                  <a:lnTo>
                    <a:pt x="321957" y="1093097"/>
                  </a:lnTo>
                  <a:lnTo>
                    <a:pt x="319321" y="1146744"/>
                  </a:lnTo>
                  <a:close/>
                  <a:moveTo>
                    <a:pt x="293559" y="1080420"/>
                  </a:moveTo>
                  <a:lnTo>
                    <a:pt x="262236" y="1087886"/>
                  </a:lnTo>
                  <a:lnTo>
                    <a:pt x="253824" y="1073525"/>
                  </a:lnTo>
                  <a:close/>
                  <a:moveTo>
                    <a:pt x="182120" y="998033"/>
                  </a:moveTo>
                  <a:lnTo>
                    <a:pt x="150662" y="1016090"/>
                  </a:lnTo>
                  <a:lnTo>
                    <a:pt x="181268" y="1005943"/>
                  </a:lnTo>
                  <a:close/>
                  <a:moveTo>
                    <a:pt x="182120" y="998033"/>
                  </a:moveTo>
                  <a:lnTo>
                    <a:pt x="191631" y="948483"/>
                  </a:lnTo>
                  <a:lnTo>
                    <a:pt x="163073" y="966284"/>
                  </a:lnTo>
                  <a:close/>
                  <a:moveTo>
                    <a:pt x="193372" y="946077"/>
                  </a:moveTo>
                  <a:lnTo>
                    <a:pt x="191631" y="948483"/>
                  </a:lnTo>
                  <a:lnTo>
                    <a:pt x="202370" y="1000015"/>
                  </a:lnTo>
                  <a:close/>
                  <a:moveTo>
                    <a:pt x="181421" y="963260"/>
                  </a:moveTo>
                  <a:lnTo>
                    <a:pt x="193372" y="946077"/>
                  </a:lnTo>
                  <a:lnTo>
                    <a:pt x="202370" y="1000015"/>
                  </a:lnTo>
                  <a:close/>
                  <a:moveTo>
                    <a:pt x="321957" y="1093097"/>
                  </a:moveTo>
                  <a:lnTo>
                    <a:pt x="331457" y="1097538"/>
                  </a:lnTo>
                  <a:lnTo>
                    <a:pt x="334926" y="1089310"/>
                  </a:lnTo>
                  <a:close/>
                  <a:moveTo>
                    <a:pt x="335846" y="1093097"/>
                  </a:moveTo>
                  <a:lnTo>
                    <a:pt x="334926" y="1089310"/>
                  </a:lnTo>
                  <a:lnTo>
                    <a:pt x="331457" y="1097538"/>
                  </a:lnTo>
                  <a:close/>
                  <a:moveTo>
                    <a:pt x="344836" y="1051352"/>
                  </a:moveTo>
                  <a:lnTo>
                    <a:pt x="334926" y="1089310"/>
                  </a:lnTo>
                  <a:lnTo>
                    <a:pt x="335846" y="1093097"/>
                  </a:lnTo>
                  <a:close/>
                  <a:moveTo>
                    <a:pt x="335846" y="1093097"/>
                  </a:moveTo>
                  <a:lnTo>
                    <a:pt x="341076" y="1056342"/>
                  </a:lnTo>
                  <a:lnTo>
                    <a:pt x="344836" y="1051352"/>
                  </a:lnTo>
                  <a:close/>
                  <a:moveTo>
                    <a:pt x="324063" y="1039158"/>
                  </a:moveTo>
                  <a:lnTo>
                    <a:pt x="336749" y="1021115"/>
                  </a:lnTo>
                  <a:lnTo>
                    <a:pt x="303664" y="1042891"/>
                  </a:lnTo>
                  <a:close/>
                  <a:moveTo>
                    <a:pt x="244797" y="892138"/>
                  </a:moveTo>
                  <a:lnTo>
                    <a:pt x="257513" y="945651"/>
                  </a:lnTo>
                  <a:lnTo>
                    <a:pt x="274506" y="912978"/>
                  </a:lnTo>
                  <a:close/>
                  <a:moveTo>
                    <a:pt x="211142" y="896852"/>
                  </a:moveTo>
                  <a:lnTo>
                    <a:pt x="192293" y="855521"/>
                  </a:lnTo>
                  <a:lnTo>
                    <a:pt x="188365" y="872567"/>
                  </a:lnTo>
                  <a:close/>
                  <a:moveTo>
                    <a:pt x="192571" y="855787"/>
                  </a:moveTo>
                  <a:lnTo>
                    <a:pt x="192293" y="855521"/>
                  </a:lnTo>
                  <a:lnTo>
                    <a:pt x="211142" y="896852"/>
                  </a:lnTo>
                  <a:close/>
                  <a:moveTo>
                    <a:pt x="233511" y="884280"/>
                  </a:moveTo>
                  <a:lnTo>
                    <a:pt x="192571" y="855787"/>
                  </a:lnTo>
                  <a:lnTo>
                    <a:pt x="211142" y="896852"/>
                  </a:lnTo>
                  <a:close/>
                  <a:moveTo>
                    <a:pt x="188365" y="872567"/>
                  </a:moveTo>
                  <a:lnTo>
                    <a:pt x="192293" y="855521"/>
                  </a:lnTo>
                  <a:lnTo>
                    <a:pt x="167656" y="830804"/>
                  </a:lnTo>
                  <a:close/>
                  <a:moveTo>
                    <a:pt x="411000" y="1126387"/>
                  </a:moveTo>
                  <a:lnTo>
                    <a:pt x="432562" y="1153605"/>
                  </a:lnTo>
                  <a:lnTo>
                    <a:pt x="384577" y="1120780"/>
                  </a:lnTo>
                  <a:close/>
                  <a:moveTo>
                    <a:pt x="192571" y="855787"/>
                  </a:moveTo>
                  <a:lnTo>
                    <a:pt x="233511" y="884280"/>
                  </a:lnTo>
                  <a:lnTo>
                    <a:pt x="251330" y="854694"/>
                  </a:lnTo>
                  <a:close/>
                  <a:moveTo>
                    <a:pt x="277758" y="828929"/>
                  </a:moveTo>
                  <a:lnTo>
                    <a:pt x="268749" y="802793"/>
                  </a:lnTo>
                  <a:lnTo>
                    <a:pt x="269082" y="801445"/>
                  </a:lnTo>
                  <a:close/>
                  <a:moveTo>
                    <a:pt x="275553" y="784262"/>
                  </a:moveTo>
                  <a:lnTo>
                    <a:pt x="277758" y="828929"/>
                  </a:lnTo>
                  <a:lnTo>
                    <a:pt x="269082" y="801445"/>
                  </a:lnTo>
                  <a:close/>
                  <a:moveTo>
                    <a:pt x="269082" y="801445"/>
                  </a:moveTo>
                  <a:lnTo>
                    <a:pt x="247770" y="764690"/>
                  </a:lnTo>
                  <a:lnTo>
                    <a:pt x="275553" y="784262"/>
                  </a:lnTo>
                  <a:close/>
                  <a:moveTo>
                    <a:pt x="597901" y="1086016"/>
                  </a:moveTo>
                  <a:lnTo>
                    <a:pt x="573076" y="1089406"/>
                  </a:lnTo>
                  <a:lnTo>
                    <a:pt x="633255" y="1093619"/>
                  </a:lnTo>
                  <a:close/>
                  <a:moveTo>
                    <a:pt x="463602" y="886976"/>
                  </a:moveTo>
                  <a:lnTo>
                    <a:pt x="463109" y="877343"/>
                  </a:lnTo>
                  <a:lnTo>
                    <a:pt x="464919" y="914098"/>
                  </a:lnTo>
                  <a:close/>
                  <a:moveTo>
                    <a:pt x="668435" y="1052539"/>
                  </a:moveTo>
                  <a:lnTo>
                    <a:pt x="654693" y="1018963"/>
                  </a:lnTo>
                  <a:lnTo>
                    <a:pt x="653847" y="1043935"/>
                  </a:lnTo>
                  <a:close/>
                  <a:moveTo>
                    <a:pt x="654693" y="1018963"/>
                  </a:moveTo>
                  <a:lnTo>
                    <a:pt x="651910" y="1007180"/>
                  </a:lnTo>
                  <a:lnTo>
                    <a:pt x="653847" y="1043935"/>
                  </a:lnTo>
                  <a:close/>
                  <a:moveTo>
                    <a:pt x="626521" y="972234"/>
                  </a:moveTo>
                  <a:lnTo>
                    <a:pt x="618471" y="976576"/>
                  </a:lnTo>
                  <a:lnTo>
                    <a:pt x="624556" y="970425"/>
                  </a:lnTo>
                  <a:close/>
                  <a:moveTo>
                    <a:pt x="458508" y="864029"/>
                  </a:moveTo>
                  <a:lnTo>
                    <a:pt x="464919" y="914098"/>
                  </a:lnTo>
                  <a:lnTo>
                    <a:pt x="463109" y="877343"/>
                  </a:lnTo>
                  <a:close/>
                  <a:moveTo>
                    <a:pt x="596339" y="922733"/>
                  </a:moveTo>
                  <a:lnTo>
                    <a:pt x="604460" y="960879"/>
                  </a:lnTo>
                  <a:lnTo>
                    <a:pt x="618315" y="931956"/>
                  </a:lnTo>
                  <a:close/>
                  <a:moveTo>
                    <a:pt x="618315" y="931956"/>
                  </a:moveTo>
                  <a:lnTo>
                    <a:pt x="626069" y="879732"/>
                  </a:lnTo>
                  <a:lnTo>
                    <a:pt x="585075" y="887144"/>
                  </a:lnTo>
                  <a:close/>
                  <a:moveTo>
                    <a:pt x="668328" y="873637"/>
                  </a:moveTo>
                  <a:lnTo>
                    <a:pt x="627640" y="880209"/>
                  </a:lnTo>
                  <a:lnTo>
                    <a:pt x="663841" y="890982"/>
                  </a:lnTo>
                  <a:close/>
                  <a:moveTo>
                    <a:pt x="668328" y="873637"/>
                  </a:moveTo>
                  <a:lnTo>
                    <a:pt x="628209" y="879165"/>
                  </a:lnTo>
                  <a:lnTo>
                    <a:pt x="627640" y="880209"/>
                  </a:lnTo>
                  <a:close/>
                  <a:moveTo>
                    <a:pt x="652423" y="825793"/>
                  </a:moveTo>
                  <a:lnTo>
                    <a:pt x="640887" y="833531"/>
                  </a:lnTo>
                  <a:lnTo>
                    <a:pt x="666412" y="830448"/>
                  </a:lnTo>
                  <a:close/>
                  <a:moveTo>
                    <a:pt x="666412" y="830448"/>
                  </a:moveTo>
                  <a:lnTo>
                    <a:pt x="640887" y="833531"/>
                  </a:lnTo>
                  <a:lnTo>
                    <a:pt x="628209" y="879165"/>
                  </a:lnTo>
                  <a:close/>
                  <a:moveTo>
                    <a:pt x="72464" y="127448"/>
                  </a:moveTo>
                  <a:lnTo>
                    <a:pt x="51071" y="144632"/>
                  </a:lnTo>
                  <a:lnTo>
                    <a:pt x="77167" y="164204"/>
                  </a:lnTo>
                  <a:close/>
                  <a:moveTo>
                    <a:pt x="28246" y="107877"/>
                  </a:moveTo>
                  <a:lnTo>
                    <a:pt x="51071" y="144632"/>
                  </a:lnTo>
                  <a:lnTo>
                    <a:pt x="72464" y="127448"/>
                  </a:lnTo>
                  <a:close/>
                  <a:moveTo>
                    <a:pt x="28246" y="107877"/>
                  </a:moveTo>
                  <a:lnTo>
                    <a:pt x="72464" y="127448"/>
                  </a:lnTo>
                  <a:lnTo>
                    <a:pt x="51628" y="90693"/>
                  </a:lnTo>
                  <a:close/>
                  <a:moveTo>
                    <a:pt x="880272" y="1078166"/>
                  </a:moveTo>
                  <a:lnTo>
                    <a:pt x="855573" y="1071157"/>
                  </a:lnTo>
                  <a:lnTo>
                    <a:pt x="875707" y="1119833"/>
                  </a:lnTo>
                  <a:close/>
                  <a:moveTo>
                    <a:pt x="880272" y="1078166"/>
                  </a:moveTo>
                  <a:lnTo>
                    <a:pt x="878610" y="1099456"/>
                  </a:lnTo>
                  <a:lnTo>
                    <a:pt x="934007" y="1085789"/>
                  </a:lnTo>
                  <a:close/>
                  <a:moveTo>
                    <a:pt x="776654" y="884493"/>
                  </a:moveTo>
                  <a:lnTo>
                    <a:pt x="764681" y="882120"/>
                  </a:lnTo>
                  <a:lnTo>
                    <a:pt x="749028" y="892490"/>
                  </a:lnTo>
                  <a:close/>
                  <a:moveTo>
                    <a:pt x="660471" y="852937"/>
                  </a:moveTo>
                  <a:lnTo>
                    <a:pt x="640887" y="833531"/>
                  </a:lnTo>
                  <a:lnTo>
                    <a:pt x="652423" y="825793"/>
                  </a:lnTo>
                  <a:close/>
                  <a:moveTo>
                    <a:pt x="668066" y="771855"/>
                  </a:moveTo>
                  <a:lnTo>
                    <a:pt x="658430" y="789038"/>
                  </a:lnTo>
                  <a:lnTo>
                    <a:pt x="678475" y="753283"/>
                  </a:lnTo>
                  <a:close/>
                  <a:moveTo>
                    <a:pt x="92438" y="121825"/>
                  </a:moveTo>
                  <a:lnTo>
                    <a:pt x="101136" y="164204"/>
                  </a:lnTo>
                  <a:lnTo>
                    <a:pt x="97466" y="127448"/>
                  </a:lnTo>
                  <a:close/>
                  <a:moveTo>
                    <a:pt x="76508" y="45281"/>
                  </a:moveTo>
                  <a:lnTo>
                    <a:pt x="51628" y="90693"/>
                  </a:lnTo>
                  <a:lnTo>
                    <a:pt x="81877" y="85663"/>
                  </a:lnTo>
                  <a:close/>
                  <a:moveTo>
                    <a:pt x="76508" y="45281"/>
                  </a:moveTo>
                  <a:lnTo>
                    <a:pt x="81877" y="85663"/>
                  </a:lnTo>
                  <a:lnTo>
                    <a:pt x="94457" y="90693"/>
                  </a:lnTo>
                  <a:close/>
                  <a:moveTo>
                    <a:pt x="74435" y="2219"/>
                  </a:moveTo>
                  <a:lnTo>
                    <a:pt x="64956" y="0"/>
                  </a:lnTo>
                  <a:lnTo>
                    <a:pt x="68661" y="36755"/>
                  </a:lnTo>
                  <a:close/>
                  <a:moveTo>
                    <a:pt x="972155" y="1057643"/>
                  </a:moveTo>
                  <a:lnTo>
                    <a:pt x="942587" y="1054593"/>
                  </a:lnTo>
                  <a:lnTo>
                    <a:pt x="934007" y="1085789"/>
                  </a:lnTo>
                  <a:close/>
                  <a:moveTo>
                    <a:pt x="971844" y="1013149"/>
                  </a:moveTo>
                  <a:lnTo>
                    <a:pt x="942587" y="1054593"/>
                  </a:lnTo>
                  <a:lnTo>
                    <a:pt x="972155" y="1057643"/>
                  </a:lnTo>
                  <a:close/>
                  <a:moveTo>
                    <a:pt x="658608" y="681162"/>
                  </a:moveTo>
                  <a:lnTo>
                    <a:pt x="666438" y="708276"/>
                  </a:lnTo>
                  <a:lnTo>
                    <a:pt x="659804" y="698345"/>
                  </a:lnTo>
                  <a:close/>
                  <a:moveTo>
                    <a:pt x="657586" y="721041"/>
                  </a:moveTo>
                  <a:lnTo>
                    <a:pt x="666438" y="708276"/>
                  </a:lnTo>
                  <a:lnTo>
                    <a:pt x="658608" y="681162"/>
                  </a:lnTo>
                  <a:close/>
                  <a:moveTo>
                    <a:pt x="490432" y="507186"/>
                  </a:moveTo>
                  <a:lnTo>
                    <a:pt x="517239" y="524178"/>
                  </a:lnTo>
                  <a:lnTo>
                    <a:pt x="501515" y="514570"/>
                  </a:lnTo>
                  <a:close/>
                  <a:moveTo>
                    <a:pt x="490432" y="507186"/>
                  </a:moveTo>
                  <a:lnTo>
                    <a:pt x="478688" y="471988"/>
                  </a:lnTo>
                  <a:lnTo>
                    <a:pt x="461769" y="503401"/>
                  </a:lnTo>
                  <a:close/>
                  <a:moveTo>
                    <a:pt x="478688" y="471988"/>
                  </a:moveTo>
                  <a:lnTo>
                    <a:pt x="501515" y="514570"/>
                  </a:lnTo>
                  <a:lnTo>
                    <a:pt x="495441" y="477815"/>
                  </a:lnTo>
                  <a:close/>
                  <a:moveTo>
                    <a:pt x="478688" y="471988"/>
                  </a:moveTo>
                  <a:lnTo>
                    <a:pt x="490432" y="507186"/>
                  </a:lnTo>
                  <a:lnTo>
                    <a:pt x="501515" y="514570"/>
                  </a:lnTo>
                  <a:close/>
                  <a:moveTo>
                    <a:pt x="478688" y="471988"/>
                  </a:moveTo>
                  <a:lnTo>
                    <a:pt x="495441" y="477815"/>
                  </a:lnTo>
                  <a:lnTo>
                    <a:pt x="485302" y="433137"/>
                  </a:lnTo>
                  <a:close/>
                  <a:moveTo>
                    <a:pt x="485302" y="433137"/>
                  </a:moveTo>
                  <a:lnTo>
                    <a:pt x="503881" y="474234"/>
                  </a:lnTo>
                  <a:lnTo>
                    <a:pt x="517327" y="428298"/>
                  </a:lnTo>
                  <a:close/>
                  <a:moveTo>
                    <a:pt x="787956" y="791427"/>
                  </a:moveTo>
                  <a:lnTo>
                    <a:pt x="798764" y="761453"/>
                  </a:lnTo>
                  <a:lnTo>
                    <a:pt x="788775" y="785145"/>
                  </a:lnTo>
                  <a:close/>
                  <a:moveTo>
                    <a:pt x="808917" y="737488"/>
                  </a:moveTo>
                  <a:lnTo>
                    <a:pt x="798764" y="761453"/>
                  </a:lnTo>
                  <a:lnTo>
                    <a:pt x="787956" y="791427"/>
                  </a:lnTo>
                  <a:close/>
                  <a:moveTo>
                    <a:pt x="721171" y="595922"/>
                  </a:moveTo>
                  <a:lnTo>
                    <a:pt x="686747" y="591792"/>
                  </a:lnTo>
                  <a:lnTo>
                    <a:pt x="702185" y="621147"/>
                  </a:lnTo>
                  <a:close/>
                  <a:moveTo>
                    <a:pt x="519538" y="421118"/>
                  </a:moveTo>
                  <a:lnTo>
                    <a:pt x="492764" y="415796"/>
                  </a:lnTo>
                  <a:lnTo>
                    <a:pt x="485302" y="433137"/>
                  </a:lnTo>
                  <a:close/>
                  <a:moveTo>
                    <a:pt x="492764" y="415796"/>
                  </a:moveTo>
                  <a:lnTo>
                    <a:pt x="519538" y="421118"/>
                  </a:lnTo>
                  <a:lnTo>
                    <a:pt x="513544" y="381244"/>
                  </a:lnTo>
                  <a:close/>
                  <a:moveTo>
                    <a:pt x="492764" y="415796"/>
                  </a:moveTo>
                  <a:lnTo>
                    <a:pt x="513544" y="381244"/>
                  </a:lnTo>
                  <a:lnTo>
                    <a:pt x="479226" y="382055"/>
                  </a:lnTo>
                  <a:close/>
                  <a:moveTo>
                    <a:pt x="721171" y="595922"/>
                  </a:moveTo>
                  <a:lnTo>
                    <a:pt x="729155" y="582791"/>
                  </a:lnTo>
                  <a:lnTo>
                    <a:pt x="686747" y="591792"/>
                  </a:lnTo>
                  <a:close/>
                  <a:moveTo>
                    <a:pt x="686747" y="591792"/>
                  </a:moveTo>
                  <a:lnTo>
                    <a:pt x="729155" y="582791"/>
                  </a:lnTo>
                  <a:lnTo>
                    <a:pt x="687046" y="58993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27" name="Input_density__66">
              <a:extLst>
                <a:ext uri="{FF2B5EF4-FFF2-40B4-BE49-F238E27FC236}">
                  <a16:creationId xmlns:a16="http://schemas.microsoft.com/office/drawing/2014/main" id="{92FC6A42-5C42-92BF-B69A-0F8E6036ED73}"/>
                </a:ext>
              </a:extLst>
            </p:cNvPr>
            <p:cNvSpPr>
              <a:spLocks noGrp="1"/>
            </p:cNvSpPr>
            <p:nvPr/>
          </p:nvSpPr>
          <p:spPr>
            <a:xfrm>
              <a:off x="937945" y="1761016"/>
              <a:ext cx="896838" cy="1386799"/>
            </a:xfrm>
            <a:custGeom>
              <a:avLst/>
              <a:gdLst/>
              <a:ahLst/>
              <a:cxnLst/>
              <a:rect l="0" t="0" r="0" b="0"/>
              <a:pathLst>
                <a:path w="896838" h="1386799">
                  <a:moveTo>
                    <a:pt x="0" y="1110748"/>
                  </a:moveTo>
                  <a:lnTo>
                    <a:pt x="24590" y="1106477"/>
                  </a:lnTo>
                  <a:lnTo>
                    <a:pt x="20653" y="1107554"/>
                  </a:lnTo>
                  <a:close/>
                  <a:moveTo>
                    <a:pt x="46461" y="1063675"/>
                  </a:moveTo>
                  <a:lnTo>
                    <a:pt x="20653" y="1107554"/>
                  </a:lnTo>
                  <a:lnTo>
                    <a:pt x="38393" y="1090371"/>
                  </a:lnTo>
                  <a:close/>
                  <a:moveTo>
                    <a:pt x="20507" y="1027782"/>
                  </a:moveTo>
                  <a:lnTo>
                    <a:pt x="46614" y="1053616"/>
                  </a:lnTo>
                  <a:lnTo>
                    <a:pt x="40844" y="1042674"/>
                  </a:lnTo>
                  <a:close/>
                  <a:moveTo>
                    <a:pt x="27353" y="1016861"/>
                  </a:moveTo>
                  <a:lnTo>
                    <a:pt x="20507" y="1027782"/>
                  </a:lnTo>
                  <a:lnTo>
                    <a:pt x="40844" y="1042674"/>
                  </a:lnTo>
                  <a:close/>
                  <a:moveTo>
                    <a:pt x="206252" y="1146697"/>
                  </a:moveTo>
                  <a:lnTo>
                    <a:pt x="244326" y="1112735"/>
                  </a:lnTo>
                  <a:lnTo>
                    <a:pt x="195217" y="1101252"/>
                  </a:lnTo>
                  <a:close/>
                  <a:moveTo>
                    <a:pt x="195217" y="1101252"/>
                  </a:moveTo>
                  <a:lnTo>
                    <a:pt x="244326" y="1112735"/>
                  </a:lnTo>
                  <a:lnTo>
                    <a:pt x="229117" y="1100780"/>
                  </a:lnTo>
                  <a:close/>
                  <a:moveTo>
                    <a:pt x="195217" y="1101252"/>
                  </a:moveTo>
                  <a:lnTo>
                    <a:pt x="229117" y="1100780"/>
                  </a:lnTo>
                  <a:lnTo>
                    <a:pt x="187352" y="1062899"/>
                  </a:lnTo>
                  <a:close/>
                  <a:moveTo>
                    <a:pt x="115284" y="1022565"/>
                  </a:moveTo>
                  <a:lnTo>
                    <a:pt x="138519" y="986016"/>
                  </a:lnTo>
                  <a:lnTo>
                    <a:pt x="100429" y="989895"/>
                  </a:lnTo>
                  <a:close/>
                  <a:moveTo>
                    <a:pt x="454943" y="1338770"/>
                  </a:moveTo>
                  <a:lnTo>
                    <a:pt x="446277" y="1369490"/>
                  </a:lnTo>
                  <a:lnTo>
                    <a:pt x="494049" y="1332860"/>
                  </a:lnTo>
                  <a:close/>
                  <a:moveTo>
                    <a:pt x="494049" y="1332860"/>
                  </a:moveTo>
                  <a:lnTo>
                    <a:pt x="477575" y="1386799"/>
                  </a:lnTo>
                  <a:lnTo>
                    <a:pt x="496420" y="1336185"/>
                  </a:lnTo>
                  <a:close/>
                  <a:moveTo>
                    <a:pt x="496420" y="1336185"/>
                  </a:moveTo>
                  <a:lnTo>
                    <a:pt x="477575" y="1386799"/>
                  </a:lnTo>
                  <a:lnTo>
                    <a:pt x="494262" y="1378639"/>
                  </a:lnTo>
                  <a:close/>
                  <a:moveTo>
                    <a:pt x="494262" y="1378639"/>
                  </a:moveTo>
                  <a:lnTo>
                    <a:pt x="512642" y="1369615"/>
                  </a:lnTo>
                  <a:lnTo>
                    <a:pt x="496420" y="1336185"/>
                  </a:lnTo>
                  <a:close/>
                  <a:moveTo>
                    <a:pt x="494049" y="1332860"/>
                  </a:moveTo>
                  <a:lnTo>
                    <a:pt x="494883" y="1330439"/>
                  </a:lnTo>
                  <a:lnTo>
                    <a:pt x="454943" y="1338770"/>
                  </a:lnTo>
                  <a:close/>
                  <a:moveTo>
                    <a:pt x="454943" y="1338770"/>
                  </a:moveTo>
                  <a:lnTo>
                    <a:pt x="494883" y="1330439"/>
                  </a:lnTo>
                  <a:lnTo>
                    <a:pt x="481066" y="1299873"/>
                  </a:lnTo>
                  <a:close/>
                  <a:moveTo>
                    <a:pt x="481066" y="1299873"/>
                  </a:moveTo>
                  <a:lnTo>
                    <a:pt x="494883" y="1330439"/>
                  </a:lnTo>
                  <a:lnTo>
                    <a:pt x="523495" y="1312838"/>
                  </a:lnTo>
                  <a:close/>
                  <a:moveTo>
                    <a:pt x="161013" y="982494"/>
                  </a:moveTo>
                  <a:lnTo>
                    <a:pt x="135186" y="943979"/>
                  </a:lnTo>
                  <a:lnTo>
                    <a:pt x="136420" y="958446"/>
                  </a:lnTo>
                  <a:close/>
                  <a:moveTo>
                    <a:pt x="199095" y="928556"/>
                  </a:moveTo>
                  <a:lnTo>
                    <a:pt x="202229" y="891800"/>
                  </a:lnTo>
                  <a:lnTo>
                    <a:pt x="186174" y="929615"/>
                  </a:lnTo>
                  <a:close/>
                  <a:moveTo>
                    <a:pt x="186174" y="929615"/>
                  </a:moveTo>
                  <a:lnTo>
                    <a:pt x="187744" y="929555"/>
                  </a:lnTo>
                  <a:lnTo>
                    <a:pt x="199095" y="928556"/>
                  </a:lnTo>
                  <a:close/>
                  <a:moveTo>
                    <a:pt x="142127" y="855046"/>
                  </a:moveTo>
                  <a:lnTo>
                    <a:pt x="171463" y="896828"/>
                  </a:lnTo>
                  <a:lnTo>
                    <a:pt x="175600" y="884149"/>
                  </a:lnTo>
                  <a:close/>
                  <a:moveTo>
                    <a:pt x="523495" y="1312838"/>
                  </a:moveTo>
                  <a:lnTo>
                    <a:pt x="541025" y="1322963"/>
                  </a:lnTo>
                  <a:lnTo>
                    <a:pt x="553810" y="1301604"/>
                  </a:lnTo>
                  <a:close/>
                  <a:moveTo>
                    <a:pt x="553810" y="1301604"/>
                  </a:moveTo>
                  <a:lnTo>
                    <a:pt x="541025" y="1322963"/>
                  </a:lnTo>
                  <a:lnTo>
                    <a:pt x="570813" y="1278922"/>
                  </a:lnTo>
                  <a:close/>
                  <a:moveTo>
                    <a:pt x="175600" y="884149"/>
                  </a:moveTo>
                  <a:lnTo>
                    <a:pt x="202229" y="891800"/>
                  </a:lnTo>
                  <a:lnTo>
                    <a:pt x="195289" y="861557"/>
                  </a:lnTo>
                  <a:close/>
                  <a:moveTo>
                    <a:pt x="195289" y="861557"/>
                  </a:moveTo>
                  <a:lnTo>
                    <a:pt x="202229" y="891800"/>
                  </a:lnTo>
                  <a:lnTo>
                    <a:pt x="219519" y="840100"/>
                  </a:lnTo>
                  <a:close/>
                  <a:moveTo>
                    <a:pt x="178281" y="837862"/>
                  </a:moveTo>
                  <a:lnTo>
                    <a:pt x="175600" y="884149"/>
                  </a:lnTo>
                  <a:lnTo>
                    <a:pt x="195289" y="861557"/>
                  </a:lnTo>
                  <a:close/>
                  <a:moveTo>
                    <a:pt x="178281" y="837862"/>
                  </a:moveTo>
                  <a:lnTo>
                    <a:pt x="142127" y="855046"/>
                  </a:lnTo>
                  <a:lnTo>
                    <a:pt x="175600" y="884149"/>
                  </a:lnTo>
                  <a:close/>
                  <a:moveTo>
                    <a:pt x="137629" y="818291"/>
                  </a:moveTo>
                  <a:lnTo>
                    <a:pt x="181083" y="808440"/>
                  </a:lnTo>
                  <a:lnTo>
                    <a:pt x="176660" y="803109"/>
                  </a:lnTo>
                  <a:close/>
                  <a:moveTo>
                    <a:pt x="181083" y="808440"/>
                  </a:moveTo>
                  <a:lnTo>
                    <a:pt x="216203" y="837862"/>
                  </a:lnTo>
                  <a:lnTo>
                    <a:pt x="176660" y="803109"/>
                  </a:lnTo>
                  <a:close/>
                  <a:moveTo>
                    <a:pt x="570813" y="1278922"/>
                  </a:moveTo>
                  <a:lnTo>
                    <a:pt x="572464" y="1315677"/>
                  </a:lnTo>
                  <a:lnTo>
                    <a:pt x="599886" y="1298494"/>
                  </a:lnTo>
                  <a:close/>
                  <a:moveTo>
                    <a:pt x="570813" y="1278922"/>
                  </a:moveTo>
                  <a:lnTo>
                    <a:pt x="599886" y="1298494"/>
                  </a:lnTo>
                  <a:lnTo>
                    <a:pt x="579890" y="1261739"/>
                  </a:lnTo>
                  <a:close/>
                  <a:moveTo>
                    <a:pt x="195462" y="832570"/>
                  </a:moveTo>
                  <a:lnTo>
                    <a:pt x="195289" y="861557"/>
                  </a:lnTo>
                  <a:lnTo>
                    <a:pt x="216203" y="837862"/>
                  </a:lnTo>
                  <a:close/>
                  <a:moveTo>
                    <a:pt x="216203" y="837862"/>
                  </a:moveTo>
                  <a:lnTo>
                    <a:pt x="181083" y="808440"/>
                  </a:lnTo>
                  <a:lnTo>
                    <a:pt x="195462" y="832570"/>
                  </a:lnTo>
                  <a:close/>
                  <a:moveTo>
                    <a:pt x="243571" y="820679"/>
                  </a:moveTo>
                  <a:lnTo>
                    <a:pt x="230309" y="837862"/>
                  </a:lnTo>
                  <a:lnTo>
                    <a:pt x="253353" y="857434"/>
                  </a:lnTo>
                  <a:close/>
                  <a:moveTo>
                    <a:pt x="243571" y="820679"/>
                  </a:moveTo>
                  <a:lnTo>
                    <a:pt x="259452" y="783924"/>
                  </a:lnTo>
                  <a:lnTo>
                    <a:pt x="230309" y="837862"/>
                  </a:lnTo>
                  <a:close/>
                  <a:moveTo>
                    <a:pt x="259452" y="783924"/>
                  </a:moveTo>
                  <a:lnTo>
                    <a:pt x="291846" y="780996"/>
                  </a:lnTo>
                  <a:lnTo>
                    <a:pt x="270102" y="781318"/>
                  </a:lnTo>
                  <a:close/>
                  <a:moveTo>
                    <a:pt x="270102" y="781318"/>
                  </a:moveTo>
                  <a:lnTo>
                    <a:pt x="291846" y="780996"/>
                  </a:lnTo>
                  <a:lnTo>
                    <a:pt x="324739" y="779401"/>
                  </a:lnTo>
                  <a:close/>
                  <a:moveTo>
                    <a:pt x="312893" y="791277"/>
                  </a:moveTo>
                  <a:lnTo>
                    <a:pt x="324739" y="779401"/>
                  </a:lnTo>
                  <a:lnTo>
                    <a:pt x="291846" y="780996"/>
                  </a:lnTo>
                  <a:close/>
                  <a:moveTo>
                    <a:pt x="312893" y="791277"/>
                  </a:moveTo>
                  <a:lnTo>
                    <a:pt x="347832" y="789960"/>
                  </a:lnTo>
                  <a:lnTo>
                    <a:pt x="324739" y="779401"/>
                  </a:lnTo>
                  <a:close/>
                  <a:moveTo>
                    <a:pt x="802208" y="1154769"/>
                  </a:moveTo>
                  <a:lnTo>
                    <a:pt x="803191" y="1155773"/>
                  </a:lnTo>
                  <a:lnTo>
                    <a:pt x="835615" y="1155095"/>
                  </a:lnTo>
                  <a:close/>
                  <a:moveTo>
                    <a:pt x="550432" y="740095"/>
                  </a:moveTo>
                  <a:lnTo>
                    <a:pt x="545808" y="737362"/>
                  </a:lnTo>
                  <a:lnTo>
                    <a:pt x="568074" y="771517"/>
                  </a:lnTo>
                  <a:close/>
                  <a:moveTo>
                    <a:pt x="546243" y="734762"/>
                  </a:moveTo>
                  <a:lnTo>
                    <a:pt x="545808" y="737362"/>
                  </a:lnTo>
                  <a:lnTo>
                    <a:pt x="550432" y="740095"/>
                  </a:lnTo>
                  <a:close/>
                  <a:moveTo>
                    <a:pt x="545543" y="721814"/>
                  </a:moveTo>
                  <a:lnTo>
                    <a:pt x="545808" y="737362"/>
                  </a:lnTo>
                  <a:lnTo>
                    <a:pt x="546243" y="734762"/>
                  </a:lnTo>
                  <a:close/>
                  <a:moveTo>
                    <a:pt x="520579" y="668379"/>
                  </a:moveTo>
                  <a:lnTo>
                    <a:pt x="546203" y="698007"/>
                  </a:lnTo>
                  <a:lnTo>
                    <a:pt x="535821" y="685463"/>
                  </a:lnTo>
                  <a:close/>
                  <a:moveTo>
                    <a:pt x="521204" y="661252"/>
                  </a:moveTo>
                  <a:lnTo>
                    <a:pt x="520579" y="668379"/>
                  </a:lnTo>
                  <a:lnTo>
                    <a:pt x="535821" y="685463"/>
                  </a:lnTo>
                  <a:close/>
                  <a:moveTo>
                    <a:pt x="525661" y="647480"/>
                  </a:moveTo>
                  <a:lnTo>
                    <a:pt x="520579" y="668379"/>
                  </a:lnTo>
                  <a:lnTo>
                    <a:pt x="521204" y="661252"/>
                  </a:lnTo>
                  <a:close/>
                  <a:moveTo>
                    <a:pt x="825890" y="926319"/>
                  </a:moveTo>
                  <a:lnTo>
                    <a:pt x="821272" y="944427"/>
                  </a:lnTo>
                  <a:lnTo>
                    <a:pt x="821654" y="938109"/>
                  </a:lnTo>
                  <a:close/>
                  <a:moveTo>
                    <a:pt x="702377" y="838251"/>
                  </a:moveTo>
                  <a:lnTo>
                    <a:pt x="684939" y="827844"/>
                  </a:lnTo>
                  <a:lnTo>
                    <a:pt x="689457" y="880831"/>
                  </a:lnTo>
                  <a:close/>
                  <a:moveTo>
                    <a:pt x="545543" y="721814"/>
                  </a:moveTo>
                  <a:lnTo>
                    <a:pt x="546243" y="734762"/>
                  </a:lnTo>
                  <a:lnTo>
                    <a:pt x="556222" y="728896"/>
                  </a:lnTo>
                  <a:close/>
                  <a:moveTo>
                    <a:pt x="545543" y="721814"/>
                  </a:moveTo>
                  <a:lnTo>
                    <a:pt x="556222" y="728896"/>
                  </a:lnTo>
                  <a:lnTo>
                    <a:pt x="546203" y="698007"/>
                  </a:lnTo>
                  <a:close/>
                  <a:moveTo>
                    <a:pt x="549919" y="641967"/>
                  </a:moveTo>
                  <a:lnTo>
                    <a:pt x="525661" y="647480"/>
                  </a:lnTo>
                  <a:lnTo>
                    <a:pt x="521204" y="661252"/>
                  </a:lnTo>
                  <a:close/>
                  <a:moveTo>
                    <a:pt x="551913" y="607314"/>
                  </a:moveTo>
                  <a:lnTo>
                    <a:pt x="555498" y="622332"/>
                  </a:lnTo>
                  <a:lnTo>
                    <a:pt x="549919" y="641967"/>
                  </a:lnTo>
                  <a:close/>
                  <a:moveTo>
                    <a:pt x="549919" y="641967"/>
                  </a:moveTo>
                  <a:lnTo>
                    <a:pt x="553960" y="628708"/>
                  </a:lnTo>
                  <a:lnTo>
                    <a:pt x="525661" y="647480"/>
                  </a:lnTo>
                  <a:close/>
                  <a:moveTo>
                    <a:pt x="78797" y="19234"/>
                  </a:moveTo>
                  <a:lnTo>
                    <a:pt x="74940" y="26181"/>
                  </a:lnTo>
                  <a:lnTo>
                    <a:pt x="56088" y="41380"/>
                  </a:lnTo>
                  <a:close/>
                  <a:moveTo>
                    <a:pt x="821654" y="938109"/>
                  </a:moveTo>
                  <a:lnTo>
                    <a:pt x="821272" y="944427"/>
                  </a:lnTo>
                  <a:lnTo>
                    <a:pt x="834210" y="957426"/>
                  </a:lnTo>
                  <a:close/>
                  <a:moveTo>
                    <a:pt x="82375" y="15084"/>
                  </a:moveTo>
                  <a:lnTo>
                    <a:pt x="74940" y="26181"/>
                  </a:lnTo>
                  <a:lnTo>
                    <a:pt x="78797" y="19234"/>
                  </a:lnTo>
                  <a:close/>
                  <a:moveTo>
                    <a:pt x="551913" y="607314"/>
                  </a:moveTo>
                  <a:lnTo>
                    <a:pt x="588626" y="590130"/>
                  </a:lnTo>
                  <a:lnTo>
                    <a:pt x="534993" y="586161"/>
                  </a:lnTo>
                  <a:close/>
                  <a:moveTo>
                    <a:pt x="517904" y="533804"/>
                  </a:moveTo>
                  <a:lnTo>
                    <a:pt x="509213" y="561037"/>
                  </a:lnTo>
                  <a:lnTo>
                    <a:pt x="544473" y="525397"/>
                  </a:lnTo>
                  <a:close/>
                  <a:moveTo>
                    <a:pt x="544473" y="525397"/>
                  </a:moveTo>
                  <a:lnTo>
                    <a:pt x="527321" y="528656"/>
                  </a:lnTo>
                  <a:lnTo>
                    <a:pt x="517904" y="533804"/>
                  </a:lnTo>
                  <a:close/>
                  <a:moveTo>
                    <a:pt x="512153" y="479865"/>
                  </a:moveTo>
                  <a:lnTo>
                    <a:pt x="527321" y="528656"/>
                  </a:lnTo>
                  <a:lnTo>
                    <a:pt x="538708" y="503841"/>
                  </a:lnTo>
                  <a:close/>
                  <a:moveTo>
                    <a:pt x="87933" y="15618"/>
                  </a:moveTo>
                  <a:lnTo>
                    <a:pt x="78797" y="19234"/>
                  </a:lnTo>
                  <a:lnTo>
                    <a:pt x="111208" y="26676"/>
                  </a:lnTo>
                  <a:close/>
                  <a:moveTo>
                    <a:pt x="111208" y="26676"/>
                  </a:moveTo>
                  <a:lnTo>
                    <a:pt x="78797" y="19234"/>
                  </a:lnTo>
                  <a:lnTo>
                    <a:pt x="56088" y="41380"/>
                  </a:lnTo>
                  <a:close/>
                  <a:moveTo>
                    <a:pt x="142931" y="20708"/>
                  </a:moveTo>
                  <a:lnTo>
                    <a:pt x="168881" y="38805"/>
                  </a:lnTo>
                  <a:lnTo>
                    <a:pt x="133353" y="5780"/>
                  </a:lnTo>
                  <a:close/>
                  <a:moveTo>
                    <a:pt x="82375" y="15084"/>
                  </a:moveTo>
                  <a:lnTo>
                    <a:pt x="78797" y="19234"/>
                  </a:lnTo>
                  <a:lnTo>
                    <a:pt x="87933" y="15618"/>
                  </a:lnTo>
                  <a:close/>
                  <a:moveTo>
                    <a:pt x="87933" y="15618"/>
                  </a:moveTo>
                  <a:lnTo>
                    <a:pt x="111660" y="0"/>
                  </a:lnTo>
                  <a:lnTo>
                    <a:pt x="82375" y="15084"/>
                  </a:lnTo>
                  <a:close/>
                  <a:moveTo>
                    <a:pt x="87933" y="15618"/>
                  </a:moveTo>
                  <a:lnTo>
                    <a:pt x="133353" y="5780"/>
                  </a:lnTo>
                  <a:lnTo>
                    <a:pt x="111660" y="0"/>
                  </a:lnTo>
                  <a:close/>
                  <a:moveTo>
                    <a:pt x="133353" y="5780"/>
                  </a:moveTo>
                  <a:lnTo>
                    <a:pt x="87933" y="15618"/>
                  </a:lnTo>
                  <a:lnTo>
                    <a:pt x="142931" y="20708"/>
                  </a:lnTo>
                  <a:close/>
                  <a:moveTo>
                    <a:pt x="87933" y="15618"/>
                  </a:moveTo>
                  <a:lnTo>
                    <a:pt x="111208" y="26676"/>
                  </a:lnTo>
                  <a:lnTo>
                    <a:pt x="142931" y="20708"/>
                  </a:lnTo>
                  <a:close/>
                  <a:moveTo>
                    <a:pt x="819706" y="756722"/>
                  </a:moveTo>
                  <a:lnTo>
                    <a:pt x="810112" y="810660"/>
                  </a:lnTo>
                  <a:lnTo>
                    <a:pt x="825356" y="793477"/>
                  </a:lnTo>
                  <a:close/>
                  <a:moveTo>
                    <a:pt x="608374" y="624091"/>
                  </a:moveTo>
                  <a:lnTo>
                    <a:pt x="638121" y="582249"/>
                  </a:lnTo>
                  <a:lnTo>
                    <a:pt x="597282" y="588362"/>
                  </a:lnTo>
                  <a:close/>
                  <a:moveTo>
                    <a:pt x="558196" y="516620"/>
                  </a:moveTo>
                  <a:lnTo>
                    <a:pt x="582613" y="510793"/>
                  </a:lnTo>
                  <a:lnTo>
                    <a:pt x="538708" y="503841"/>
                  </a:lnTo>
                  <a:close/>
                  <a:moveTo>
                    <a:pt x="523374" y="397624"/>
                  </a:moveTo>
                  <a:lnTo>
                    <a:pt x="500643" y="406355"/>
                  </a:lnTo>
                  <a:lnTo>
                    <a:pt x="536174" y="398161"/>
                  </a:lnTo>
                  <a:close/>
                  <a:moveTo>
                    <a:pt x="536174" y="398161"/>
                  </a:moveTo>
                  <a:lnTo>
                    <a:pt x="500643" y="406355"/>
                  </a:lnTo>
                  <a:lnTo>
                    <a:pt x="486649" y="433779"/>
                  </a:lnTo>
                  <a:close/>
                  <a:moveTo>
                    <a:pt x="536174" y="398161"/>
                  </a:moveTo>
                  <a:lnTo>
                    <a:pt x="486649" y="433779"/>
                  </a:lnTo>
                  <a:lnTo>
                    <a:pt x="506557" y="412005"/>
                  </a:lnTo>
                  <a:close/>
                  <a:moveTo>
                    <a:pt x="743535" y="578934"/>
                  </a:moveTo>
                  <a:lnTo>
                    <a:pt x="722360" y="595971"/>
                  </a:lnTo>
                  <a:lnTo>
                    <a:pt x="702868" y="609702"/>
                  </a:lnTo>
                  <a:close/>
                  <a:moveTo>
                    <a:pt x="774542" y="570290"/>
                  </a:moveTo>
                  <a:lnTo>
                    <a:pt x="722360" y="595971"/>
                  </a:lnTo>
                  <a:lnTo>
                    <a:pt x="743535" y="578934"/>
                  </a:lnTo>
                  <a:close/>
                  <a:moveTo>
                    <a:pt x="886286" y="546513"/>
                  </a:moveTo>
                  <a:lnTo>
                    <a:pt x="858513" y="558152"/>
                  </a:lnTo>
                  <a:lnTo>
                    <a:pt x="896838" y="55210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28" name="Input_density__67">
              <a:extLst>
                <a:ext uri="{FF2B5EF4-FFF2-40B4-BE49-F238E27FC236}">
                  <a16:creationId xmlns:a16="http://schemas.microsoft.com/office/drawing/2014/main" id="{D7C39CC8-141B-52EF-AEA2-7BCE2C865D4A}"/>
                </a:ext>
              </a:extLst>
            </p:cNvPr>
            <p:cNvSpPr>
              <a:spLocks noGrp="1"/>
            </p:cNvSpPr>
            <p:nvPr/>
          </p:nvSpPr>
          <p:spPr>
            <a:xfrm>
              <a:off x="984406" y="1764811"/>
              <a:ext cx="1024511" cy="1418127"/>
            </a:xfrm>
            <a:custGeom>
              <a:avLst/>
              <a:gdLst/>
              <a:ahLst/>
              <a:cxnLst/>
              <a:rect l="0" t="0" r="0" b="0"/>
              <a:pathLst>
                <a:path w="1024511" h="1418127">
                  <a:moveTo>
                    <a:pt x="0" y="1059880"/>
                  </a:moveTo>
                  <a:lnTo>
                    <a:pt x="153" y="1049820"/>
                  </a:lnTo>
                  <a:lnTo>
                    <a:pt x="12720" y="1064380"/>
                  </a:lnTo>
                  <a:close/>
                  <a:moveTo>
                    <a:pt x="130051" y="1160085"/>
                  </a:moveTo>
                  <a:lnTo>
                    <a:pt x="159791" y="1142902"/>
                  </a:lnTo>
                  <a:lnTo>
                    <a:pt x="126042" y="1157399"/>
                  </a:lnTo>
                  <a:close/>
                  <a:moveTo>
                    <a:pt x="159791" y="1142902"/>
                  </a:moveTo>
                  <a:lnTo>
                    <a:pt x="143481" y="1126393"/>
                  </a:lnTo>
                  <a:lnTo>
                    <a:pt x="126042" y="1157399"/>
                  </a:lnTo>
                  <a:close/>
                  <a:moveTo>
                    <a:pt x="412188" y="1411953"/>
                  </a:moveTo>
                  <a:lnTo>
                    <a:pt x="431114" y="1383003"/>
                  </a:lnTo>
                  <a:lnTo>
                    <a:pt x="426174" y="1392426"/>
                  </a:lnTo>
                  <a:close/>
                  <a:moveTo>
                    <a:pt x="179574" y="1125719"/>
                  </a:moveTo>
                  <a:lnTo>
                    <a:pt x="197864" y="1108940"/>
                  </a:lnTo>
                  <a:lnTo>
                    <a:pt x="159791" y="1142902"/>
                  </a:lnTo>
                  <a:close/>
                  <a:moveTo>
                    <a:pt x="159791" y="1142902"/>
                  </a:moveTo>
                  <a:lnTo>
                    <a:pt x="148756" y="1097456"/>
                  </a:lnTo>
                  <a:lnTo>
                    <a:pt x="143481" y="1126393"/>
                  </a:lnTo>
                  <a:close/>
                  <a:moveTo>
                    <a:pt x="234532" y="1126645"/>
                  </a:moveTo>
                  <a:lnTo>
                    <a:pt x="216417" y="1088964"/>
                  </a:lnTo>
                  <a:lnTo>
                    <a:pt x="182655" y="1096985"/>
                  </a:lnTo>
                  <a:close/>
                  <a:moveTo>
                    <a:pt x="182655" y="1096985"/>
                  </a:moveTo>
                  <a:lnTo>
                    <a:pt x="197864" y="1108940"/>
                  </a:lnTo>
                  <a:lnTo>
                    <a:pt x="234532" y="1126645"/>
                  </a:lnTo>
                  <a:close/>
                  <a:moveTo>
                    <a:pt x="148756" y="1097456"/>
                  </a:moveTo>
                  <a:lnTo>
                    <a:pt x="130070" y="1088964"/>
                  </a:lnTo>
                  <a:lnTo>
                    <a:pt x="143481" y="1126393"/>
                  </a:lnTo>
                  <a:close/>
                  <a:moveTo>
                    <a:pt x="140890" y="1059103"/>
                  </a:moveTo>
                  <a:lnTo>
                    <a:pt x="182655" y="1096985"/>
                  </a:lnTo>
                  <a:lnTo>
                    <a:pt x="143443" y="1069392"/>
                  </a:lnTo>
                  <a:close/>
                  <a:moveTo>
                    <a:pt x="106693" y="1059817"/>
                  </a:moveTo>
                  <a:lnTo>
                    <a:pt x="148756" y="1097456"/>
                  </a:lnTo>
                  <a:lnTo>
                    <a:pt x="140890" y="1059103"/>
                  </a:lnTo>
                  <a:close/>
                  <a:moveTo>
                    <a:pt x="68823" y="1018770"/>
                  </a:moveTo>
                  <a:lnTo>
                    <a:pt x="96509" y="1023349"/>
                  </a:lnTo>
                  <a:lnTo>
                    <a:pt x="92058" y="982221"/>
                  </a:lnTo>
                  <a:close/>
                  <a:moveTo>
                    <a:pt x="89959" y="954650"/>
                  </a:moveTo>
                  <a:lnTo>
                    <a:pt x="92058" y="982221"/>
                  </a:lnTo>
                  <a:lnTo>
                    <a:pt x="106667" y="988752"/>
                  </a:lnTo>
                  <a:close/>
                  <a:moveTo>
                    <a:pt x="447801" y="1374844"/>
                  </a:moveTo>
                  <a:lnTo>
                    <a:pt x="431114" y="1383003"/>
                  </a:lnTo>
                  <a:lnTo>
                    <a:pt x="422573" y="1413013"/>
                  </a:lnTo>
                  <a:close/>
                  <a:moveTo>
                    <a:pt x="466181" y="1365820"/>
                  </a:moveTo>
                  <a:lnTo>
                    <a:pt x="447801" y="1374844"/>
                  </a:lnTo>
                  <a:lnTo>
                    <a:pt x="480478" y="1418127"/>
                  </a:lnTo>
                  <a:close/>
                  <a:moveTo>
                    <a:pt x="399815" y="1365695"/>
                  </a:moveTo>
                  <a:lnTo>
                    <a:pt x="431114" y="1383003"/>
                  </a:lnTo>
                  <a:lnTo>
                    <a:pt x="447587" y="1329065"/>
                  </a:lnTo>
                  <a:close/>
                  <a:moveTo>
                    <a:pt x="369521" y="1346249"/>
                  </a:moveTo>
                  <a:lnTo>
                    <a:pt x="399815" y="1365695"/>
                  </a:lnTo>
                  <a:lnTo>
                    <a:pt x="408482" y="1334974"/>
                  </a:lnTo>
                  <a:close/>
                  <a:moveTo>
                    <a:pt x="408482" y="1334974"/>
                  </a:moveTo>
                  <a:lnTo>
                    <a:pt x="434604" y="1296078"/>
                  </a:lnTo>
                  <a:lnTo>
                    <a:pt x="405287" y="1292824"/>
                  </a:lnTo>
                  <a:close/>
                  <a:moveTo>
                    <a:pt x="318506" y="1264453"/>
                  </a:moveTo>
                  <a:lnTo>
                    <a:pt x="333166" y="1241081"/>
                  </a:lnTo>
                  <a:lnTo>
                    <a:pt x="302206" y="1249903"/>
                  </a:lnTo>
                  <a:close/>
                  <a:moveTo>
                    <a:pt x="353085" y="1263428"/>
                  </a:moveTo>
                  <a:lnTo>
                    <a:pt x="333166" y="1241081"/>
                  </a:lnTo>
                  <a:lnTo>
                    <a:pt x="318506" y="1264453"/>
                  </a:lnTo>
                  <a:close/>
                  <a:moveTo>
                    <a:pt x="337237" y="1231566"/>
                  </a:moveTo>
                  <a:lnTo>
                    <a:pt x="356428" y="1231846"/>
                  </a:lnTo>
                  <a:lnTo>
                    <a:pt x="344559" y="1218800"/>
                  </a:lnTo>
                  <a:close/>
                  <a:moveTo>
                    <a:pt x="388078" y="1225602"/>
                  </a:moveTo>
                  <a:lnTo>
                    <a:pt x="356428" y="1231846"/>
                  </a:lnTo>
                  <a:lnTo>
                    <a:pt x="333977" y="1235984"/>
                  </a:lnTo>
                  <a:close/>
                  <a:moveTo>
                    <a:pt x="333977" y="1235984"/>
                  </a:moveTo>
                  <a:lnTo>
                    <a:pt x="356428" y="1231846"/>
                  </a:lnTo>
                  <a:lnTo>
                    <a:pt x="337237" y="1231566"/>
                  </a:lnTo>
                  <a:close/>
                  <a:moveTo>
                    <a:pt x="388078" y="1225602"/>
                  </a:moveTo>
                  <a:lnTo>
                    <a:pt x="417466" y="1220517"/>
                  </a:lnTo>
                  <a:lnTo>
                    <a:pt x="400369" y="1218800"/>
                  </a:lnTo>
                  <a:close/>
                  <a:moveTo>
                    <a:pt x="234674" y="1121988"/>
                  </a:moveTo>
                  <a:lnTo>
                    <a:pt x="229134" y="1086287"/>
                  </a:lnTo>
                  <a:lnTo>
                    <a:pt x="216417" y="1088964"/>
                  </a:lnTo>
                  <a:close/>
                  <a:moveTo>
                    <a:pt x="216417" y="1088964"/>
                  </a:moveTo>
                  <a:lnTo>
                    <a:pt x="229134" y="1086287"/>
                  </a:lnTo>
                  <a:lnTo>
                    <a:pt x="184567" y="1059222"/>
                  </a:lnTo>
                  <a:close/>
                  <a:moveTo>
                    <a:pt x="269377" y="1035910"/>
                  </a:moveTo>
                  <a:lnTo>
                    <a:pt x="238732" y="1040953"/>
                  </a:lnTo>
                  <a:lnTo>
                    <a:pt x="229134" y="1086287"/>
                  </a:lnTo>
                  <a:close/>
                  <a:moveTo>
                    <a:pt x="176254" y="1052208"/>
                  </a:moveTo>
                  <a:lnTo>
                    <a:pt x="161774" y="1042125"/>
                  </a:lnTo>
                  <a:lnTo>
                    <a:pt x="149486" y="1007368"/>
                  </a:lnTo>
                  <a:close/>
                  <a:moveTo>
                    <a:pt x="120003" y="961515"/>
                  </a:moveTo>
                  <a:lnTo>
                    <a:pt x="141283" y="925760"/>
                  </a:lnTo>
                  <a:lnTo>
                    <a:pt x="114552" y="978699"/>
                  </a:lnTo>
                  <a:close/>
                  <a:moveTo>
                    <a:pt x="114552" y="978699"/>
                  </a:moveTo>
                  <a:lnTo>
                    <a:pt x="141283" y="925760"/>
                  </a:lnTo>
                  <a:lnTo>
                    <a:pt x="88724" y="940184"/>
                  </a:lnTo>
                  <a:close/>
                  <a:moveTo>
                    <a:pt x="387879" y="1217483"/>
                  </a:moveTo>
                  <a:lnTo>
                    <a:pt x="356428" y="1231846"/>
                  </a:lnTo>
                  <a:lnTo>
                    <a:pt x="388078" y="1225602"/>
                  </a:lnTo>
                  <a:close/>
                  <a:moveTo>
                    <a:pt x="387879" y="1217483"/>
                  </a:moveTo>
                  <a:lnTo>
                    <a:pt x="356373" y="1216008"/>
                  </a:lnTo>
                  <a:lnTo>
                    <a:pt x="356428" y="1231846"/>
                  </a:lnTo>
                  <a:close/>
                  <a:moveTo>
                    <a:pt x="356373" y="1216008"/>
                  </a:moveTo>
                  <a:lnTo>
                    <a:pt x="387879" y="1217483"/>
                  </a:lnTo>
                  <a:lnTo>
                    <a:pt x="376785" y="1181754"/>
                  </a:lnTo>
                  <a:close/>
                  <a:moveTo>
                    <a:pt x="356373" y="1216008"/>
                  </a:moveTo>
                  <a:lnTo>
                    <a:pt x="376785" y="1181754"/>
                  </a:lnTo>
                  <a:lnTo>
                    <a:pt x="350644" y="1175919"/>
                  </a:lnTo>
                  <a:close/>
                  <a:moveTo>
                    <a:pt x="387879" y="1217483"/>
                  </a:moveTo>
                  <a:lnTo>
                    <a:pt x="388078" y="1225602"/>
                  </a:lnTo>
                  <a:lnTo>
                    <a:pt x="400369" y="1218800"/>
                  </a:lnTo>
                  <a:close/>
                  <a:moveTo>
                    <a:pt x="376785" y="1181754"/>
                  </a:moveTo>
                  <a:lnTo>
                    <a:pt x="400369" y="1218800"/>
                  </a:lnTo>
                  <a:lnTo>
                    <a:pt x="378912" y="1182045"/>
                  </a:lnTo>
                  <a:close/>
                  <a:moveTo>
                    <a:pt x="376785" y="1181754"/>
                  </a:moveTo>
                  <a:lnTo>
                    <a:pt x="387879" y="1217483"/>
                  </a:lnTo>
                  <a:lnTo>
                    <a:pt x="400369" y="1218800"/>
                  </a:lnTo>
                  <a:close/>
                  <a:moveTo>
                    <a:pt x="173058" y="836304"/>
                  </a:moveTo>
                  <a:lnTo>
                    <a:pt x="169741" y="834067"/>
                  </a:lnTo>
                  <a:lnTo>
                    <a:pt x="148828" y="857762"/>
                  </a:lnTo>
                  <a:close/>
                  <a:moveTo>
                    <a:pt x="517003" y="1238372"/>
                  </a:moveTo>
                  <a:lnTo>
                    <a:pt x="524351" y="1275127"/>
                  </a:lnTo>
                  <a:lnTo>
                    <a:pt x="533428" y="1257943"/>
                  </a:lnTo>
                  <a:close/>
                  <a:moveTo>
                    <a:pt x="517003" y="1238372"/>
                  </a:moveTo>
                  <a:lnTo>
                    <a:pt x="533428" y="1257943"/>
                  </a:lnTo>
                  <a:lnTo>
                    <a:pt x="521384" y="1221188"/>
                  </a:lnTo>
                  <a:close/>
                  <a:moveTo>
                    <a:pt x="490027" y="1188615"/>
                  </a:moveTo>
                  <a:lnTo>
                    <a:pt x="516737" y="1236701"/>
                  </a:lnTo>
                  <a:lnTo>
                    <a:pt x="521384" y="1221188"/>
                  </a:lnTo>
                  <a:close/>
                  <a:moveTo>
                    <a:pt x="521384" y="1221188"/>
                  </a:moveTo>
                  <a:lnTo>
                    <a:pt x="516737" y="1236701"/>
                  </a:lnTo>
                  <a:lnTo>
                    <a:pt x="517003" y="1238372"/>
                  </a:lnTo>
                  <a:close/>
                  <a:moveTo>
                    <a:pt x="521384" y="1221188"/>
                  </a:moveTo>
                  <a:lnTo>
                    <a:pt x="497324" y="1192487"/>
                  </a:lnTo>
                  <a:lnTo>
                    <a:pt x="490027" y="1188615"/>
                  </a:lnTo>
                  <a:close/>
                  <a:moveTo>
                    <a:pt x="346840" y="1044770"/>
                  </a:moveTo>
                  <a:lnTo>
                    <a:pt x="308913" y="1054597"/>
                  </a:lnTo>
                  <a:lnTo>
                    <a:pt x="361128" y="1077901"/>
                  </a:lnTo>
                  <a:close/>
                  <a:moveTo>
                    <a:pt x="206891" y="853638"/>
                  </a:moveTo>
                  <a:lnTo>
                    <a:pt x="213152" y="849105"/>
                  </a:lnTo>
                  <a:lnTo>
                    <a:pt x="225120" y="865814"/>
                  </a:lnTo>
                  <a:close/>
                  <a:moveTo>
                    <a:pt x="183848" y="834067"/>
                  </a:moveTo>
                  <a:lnTo>
                    <a:pt x="213152" y="849105"/>
                  </a:lnTo>
                  <a:lnTo>
                    <a:pt x="206891" y="853638"/>
                  </a:lnTo>
                  <a:close/>
                  <a:moveTo>
                    <a:pt x="225120" y="865814"/>
                  </a:moveTo>
                  <a:lnTo>
                    <a:pt x="206813" y="853775"/>
                  </a:lnTo>
                  <a:lnTo>
                    <a:pt x="206891" y="853638"/>
                  </a:lnTo>
                  <a:close/>
                  <a:moveTo>
                    <a:pt x="521384" y="1221188"/>
                  </a:moveTo>
                  <a:lnTo>
                    <a:pt x="552057" y="1204005"/>
                  </a:lnTo>
                  <a:lnTo>
                    <a:pt x="497324" y="1192487"/>
                  </a:lnTo>
                  <a:close/>
                  <a:moveTo>
                    <a:pt x="302262" y="927148"/>
                  </a:moveTo>
                  <a:lnTo>
                    <a:pt x="341334" y="915005"/>
                  </a:lnTo>
                  <a:lnTo>
                    <a:pt x="290976" y="919290"/>
                  </a:lnTo>
                  <a:close/>
                  <a:moveTo>
                    <a:pt x="290976" y="919290"/>
                  </a:moveTo>
                  <a:lnTo>
                    <a:pt x="341334" y="915005"/>
                  </a:lnTo>
                  <a:lnTo>
                    <a:pt x="338111" y="874738"/>
                  </a:lnTo>
                  <a:close/>
                  <a:moveTo>
                    <a:pt x="341334" y="915005"/>
                  </a:moveTo>
                  <a:lnTo>
                    <a:pt x="373452" y="915982"/>
                  </a:lnTo>
                  <a:lnTo>
                    <a:pt x="338111" y="874738"/>
                  </a:lnTo>
                  <a:close/>
                  <a:moveTo>
                    <a:pt x="532204" y="1102113"/>
                  </a:moveTo>
                  <a:lnTo>
                    <a:pt x="559651" y="1108525"/>
                  </a:lnTo>
                  <a:lnTo>
                    <a:pt x="572624" y="1113312"/>
                  </a:lnTo>
                  <a:close/>
                  <a:moveTo>
                    <a:pt x="445813" y="929537"/>
                  </a:moveTo>
                  <a:lnTo>
                    <a:pt x="454148" y="966960"/>
                  </a:lnTo>
                  <a:lnTo>
                    <a:pt x="450913" y="951124"/>
                  </a:lnTo>
                  <a:close/>
                  <a:moveTo>
                    <a:pt x="374764" y="870168"/>
                  </a:moveTo>
                  <a:lnTo>
                    <a:pt x="338111" y="874738"/>
                  </a:lnTo>
                  <a:lnTo>
                    <a:pt x="374312" y="885509"/>
                  </a:lnTo>
                  <a:close/>
                  <a:moveTo>
                    <a:pt x="374764" y="870168"/>
                  </a:moveTo>
                  <a:lnTo>
                    <a:pt x="338151" y="872846"/>
                  </a:lnTo>
                  <a:lnTo>
                    <a:pt x="338111" y="874738"/>
                  </a:lnTo>
                  <a:close/>
                  <a:moveTo>
                    <a:pt x="338151" y="872846"/>
                  </a:moveTo>
                  <a:lnTo>
                    <a:pt x="368345" y="863198"/>
                  </a:lnTo>
                  <a:lnTo>
                    <a:pt x="335223" y="863939"/>
                  </a:lnTo>
                  <a:close/>
                  <a:moveTo>
                    <a:pt x="333017" y="819272"/>
                  </a:moveTo>
                  <a:lnTo>
                    <a:pt x="301370" y="786165"/>
                  </a:lnTo>
                  <a:lnTo>
                    <a:pt x="309049" y="794447"/>
                  </a:lnTo>
                  <a:close/>
                  <a:moveTo>
                    <a:pt x="301370" y="786165"/>
                  </a:moveTo>
                  <a:lnTo>
                    <a:pt x="305234" y="799700"/>
                  </a:lnTo>
                  <a:lnTo>
                    <a:pt x="278277" y="775606"/>
                  </a:lnTo>
                  <a:close/>
                  <a:moveTo>
                    <a:pt x="450913" y="951124"/>
                  </a:moveTo>
                  <a:lnTo>
                    <a:pt x="454148" y="966960"/>
                  </a:lnTo>
                  <a:lnTo>
                    <a:pt x="453779" y="966292"/>
                  </a:lnTo>
                  <a:close/>
                  <a:moveTo>
                    <a:pt x="492634" y="982537"/>
                  </a:moveTo>
                  <a:lnTo>
                    <a:pt x="455508" y="968304"/>
                  </a:lnTo>
                  <a:lnTo>
                    <a:pt x="454148" y="966960"/>
                  </a:lnTo>
                  <a:close/>
                  <a:moveTo>
                    <a:pt x="631955" y="1096128"/>
                  </a:moveTo>
                  <a:lnTo>
                    <a:pt x="618043" y="1059373"/>
                  </a:lnTo>
                  <a:lnTo>
                    <a:pt x="614990" y="1113312"/>
                  </a:lnTo>
                  <a:close/>
                  <a:moveTo>
                    <a:pt x="587446" y="1022618"/>
                  </a:moveTo>
                  <a:lnTo>
                    <a:pt x="585457" y="986219"/>
                  </a:lnTo>
                  <a:lnTo>
                    <a:pt x="588231" y="1028712"/>
                  </a:lnTo>
                  <a:close/>
                  <a:moveTo>
                    <a:pt x="457112" y="964550"/>
                  </a:moveTo>
                  <a:lnTo>
                    <a:pt x="450913" y="951124"/>
                  </a:lnTo>
                  <a:lnTo>
                    <a:pt x="453779" y="966292"/>
                  </a:lnTo>
                  <a:close/>
                  <a:moveTo>
                    <a:pt x="588231" y="1028712"/>
                  </a:moveTo>
                  <a:lnTo>
                    <a:pt x="618043" y="1059373"/>
                  </a:lnTo>
                  <a:lnTo>
                    <a:pt x="599827" y="1037953"/>
                  </a:lnTo>
                  <a:close/>
                  <a:moveTo>
                    <a:pt x="620567" y="1074258"/>
                  </a:moveTo>
                  <a:lnTo>
                    <a:pt x="618043" y="1059373"/>
                  </a:lnTo>
                  <a:lnTo>
                    <a:pt x="588231" y="1028712"/>
                  </a:lnTo>
                  <a:close/>
                  <a:moveTo>
                    <a:pt x="587446" y="1022618"/>
                  </a:moveTo>
                  <a:lnTo>
                    <a:pt x="588231" y="1028712"/>
                  </a:lnTo>
                  <a:lnTo>
                    <a:pt x="599827" y="1037953"/>
                  </a:lnTo>
                  <a:close/>
                  <a:moveTo>
                    <a:pt x="585565" y="985863"/>
                  </a:moveTo>
                  <a:lnTo>
                    <a:pt x="587446" y="1022618"/>
                  </a:lnTo>
                  <a:lnTo>
                    <a:pt x="612648" y="1005435"/>
                  </a:lnTo>
                  <a:close/>
                  <a:moveTo>
                    <a:pt x="564766" y="931925"/>
                  </a:moveTo>
                  <a:lnTo>
                    <a:pt x="567238" y="895170"/>
                  </a:lnTo>
                  <a:lnTo>
                    <a:pt x="560408" y="949108"/>
                  </a:lnTo>
                  <a:close/>
                  <a:moveTo>
                    <a:pt x="593758" y="877987"/>
                  </a:moveTo>
                  <a:lnTo>
                    <a:pt x="549495" y="854127"/>
                  </a:lnTo>
                  <a:lnTo>
                    <a:pt x="547224" y="858415"/>
                  </a:lnTo>
                  <a:close/>
                  <a:moveTo>
                    <a:pt x="593758" y="877987"/>
                  </a:moveTo>
                  <a:lnTo>
                    <a:pt x="547224" y="858415"/>
                  </a:lnTo>
                  <a:lnTo>
                    <a:pt x="567238" y="895170"/>
                  </a:lnTo>
                  <a:close/>
                  <a:moveTo>
                    <a:pt x="520580" y="784905"/>
                  </a:moveTo>
                  <a:lnTo>
                    <a:pt x="540122" y="804477"/>
                  </a:lnTo>
                  <a:lnTo>
                    <a:pt x="521613" y="767722"/>
                  </a:lnTo>
                  <a:close/>
                  <a:moveTo>
                    <a:pt x="521613" y="767722"/>
                  </a:moveTo>
                  <a:lnTo>
                    <a:pt x="499347" y="733567"/>
                  </a:lnTo>
                  <a:lnTo>
                    <a:pt x="507102" y="748150"/>
                  </a:lnTo>
                  <a:close/>
                  <a:moveTo>
                    <a:pt x="499742" y="694212"/>
                  </a:moveTo>
                  <a:lnTo>
                    <a:pt x="514117" y="703900"/>
                  </a:lnTo>
                  <a:lnTo>
                    <a:pt x="499082" y="718018"/>
                  </a:lnTo>
                  <a:close/>
                  <a:moveTo>
                    <a:pt x="499082" y="718018"/>
                  </a:moveTo>
                  <a:lnTo>
                    <a:pt x="512386" y="739391"/>
                  </a:lnTo>
                  <a:lnTo>
                    <a:pt x="499347" y="733567"/>
                  </a:lnTo>
                  <a:close/>
                  <a:moveTo>
                    <a:pt x="799053" y="971068"/>
                  </a:moveTo>
                  <a:lnTo>
                    <a:pt x="822385" y="1018537"/>
                  </a:lnTo>
                  <a:lnTo>
                    <a:pt x="832135" y="995005"/>
                  </a:lnTo>
                  <a:close/>
                  <a:moveTo>
                    <a:pt x="806848" y="1025007"/>
                  </a:moveTo>
                  <a:lnTo>
                    <a:pt x="822385" y="1018537"/>
                  </a:lnTo>
                  <a:lnTo>
                    <a:pt x="799053" y="971068"/>
                  </a:lnTo>
                  <a:close/>
                  <a:moveTo>
                    <a:pt x="787749" y="953630"/>
                  </a:moveTo>
                  <a:lnTo>
                    <a:pt x="774810" y="940631"/>
                  </a:lnTo>
                  <a:lnTo>
                    <a:pt x="799053" y="971068"/>
                  </a:lnTo>
                  <a:close/>
                  <a:moveTo>
                    <a:pt x="642996" y="877036"/>
                  </a:moveTo>
                  <a:lnTo>
                    <a:pt x="638641" y="914742"/>
                  </a:lnTo>
                  <a:lnTo>
                    <a:pt x="643232" y="883243"/>
                  </a:lnTo>
                  <a:close/>
                  <a:moveTo>
                    <a:pt x="642996" y="877036"/>
                  </a:moveTo>
                  <a:lnTo>
                    <a:pt x="643232" y="883243"/>
                  </a:lnTo>
                  <a:lnTo>
                    <a:pt x="692597" y="860803"/>
                  </a:lnTo>
                  <a:close/>
                  <a:moveTo>
                    <a:pt x="642996" y="877036"/>
                  </a:moveTo>
                  <a:lnTo>
                    <a:pt x="692597" y="860803"/>
                  </a:lnTo>
                  <a:lnTo>
                    <a:pt x="655915" y="834456"/>
                  </a:lnTo>
                  <a:close/>
                  <a:moveTo>
                    <a:pt x="473939" y="566763"/>
                  </a:moveTo>
                  <a:lnTo>
                    <a:pt x="471443" y="530008"/>
                  </a:lnTo>
                  <a:lnTo>
                    <a:pt x="472254" y="531857"/>
                  </a:lnTo>
                  <a:close/>
                  <a:moveTo>
                    <a:pt x="897224" y="1074276"/>
                  </a:moveTo>
                  <a:lnTo>
                    <a:pt x="927036" y="1100673"/>
                  </a:lnTo>
                  <a:lnTo>
                    <a:pt x="909724" y="1081333"/>
                  </a:lnTo>
                  <a:close/>
                  <a:moveTo>
                    <a:pt x="937736" y="1113176"/>
                  </a:moveTo>
                  <a:lnTo>
                    <a:pt x="927036" y="1100673"/>
                  </a:lnTo>
                  <a:lnTo>
                    <a:pt x="897224" y="1074276"/>
                  </a:lnTo>
                  <a:close/>
                  <a:moveTo>
                    <a:pt x="913038" y="1106167"/>
                  </a:moveTo>
                  <a:lnTo>
                    <a:pt x="937736" y="1113176"/>
                  </a:lnTo>
                  <a:lnTo>
                    <a:pt x="897224" y="1074276"/>
                  </a:lnTo>
                  <a:close/>
                  <a:moveTo>
                    <a:pt x="927036" y="1100673"/>
                  </a:moveTo>
                  <a:lnTo>
                    <a:pt x="937736" y="1113176"/>
                  </a:lnTo>
                  <a:lnTo>
                    <a:pt x="928656" y="1081333"/>
                  </a:lnTo>
                  <a:close/>
                  <a:moveTo>
                    <a:pt x="928656" y="1081333"/>
                  </a:moveTo>
                  <a:lnTo>
                    <a:pt x="937736" y="1113176"/>
                  </a:lnTo>
                  <a:lnTo>
                    <a:pt x="975076" y="1100905"/>
                  </a:lnTo>
                  <a:close/>
                  <a:moveTo>
                    <a:pt x="928656" y="1081333"/>
                  </a:moveTo>
                  <a:lnTo>
                    <a:pt x="975076" y="1100905"/>
                  </a:lnTo>
                  <a:lnTo>
                    <a:pt x="944166" y="1064150"/>
                  </a:lnTo>
                  <a:close/>
                  <a:moveTo>
                    <a:pt x="914787" y="1042340"/>
                  </a:moveTo>
                  <a:lnTo>
                    <a:pt x="942582" y="1062587"/>
                  </a:lnTo>
                  <a:lnTo>
                    <a:pt x="902605" y="1027395"/>
                  </a:lnTo>
                  <a:close/>
                  <a:moveTo>
                    <a:pt x="942582" y="1062587"/>
                  </a:moveTo>
                  <a:lnTo>
                    <a:pt x="914787" y="1042340"/>
                  </a:lnTo>
                  <a:lnTo>
                    <a:pt x="944166" y="1064150"/>
                  </a:lnTo>
                  <a:close/>
                  <a:moveTo>
                    <a:pt x="944166" y="1064150"/>
                  </a:moveTo>
                  <a:lnTo>
                    <a:pt x="918114" y="1044578"/>
                  </a:lnTo>
                  <a:lnTo>
                    <a:pt x="928656" y="1081333"/>
                  </a:lnTo>
                  <a:close/>
                  <a:moveTo>
                    <a:pt x="799053" y="971068"/>
                  </a:moveTo>
                  <a:lnTo>
                    <a:pt x="832135" y="995005"/>
                  </a:lnTo>
                  <a:lnTo>
                    <a:pt x="840340" y="959193"/>
                  </a:lnTo>
                  <a:close/>
                  <a:moveTo>
                    <a:pt x="542164" y="586335"/>
                  </a:moveTo>
                  <a:lnTo>
                    <a:pt x="511717" y="572843"/>
                  </a:lnTo>
                  <a:lnTo>
                    <a:pt x="488532" y="582366"/>
                  </a:lnTo>
                  <a:close/>
                  <a:moveTo>
                    <a:pt x="471443" y="530008"/>
                  </a:moveTo>
                  <a:lnTo>
                    <a:pt x="480860" y="524861"/>
                  </a:lnTo>
                  <a:lnTo>
                    <a:pt x="465691" y="476070"/>
                  </a:lnTo>
                  <a:close/>
                  <a:moveTo>
                    <a:pt x="460223" y="493253"/>
                  </a:moveTo>
                  <a:lnTo>
                    <a:pt x="471443" y="530008"/>
                  </a:lnTo>
                  <a:lnTo>
                    <a:pt x="465691" y="476070"/>
                  </a:lnTo>
                  <a:close/>
                  <a:moveTo>
                    <a:pt x="437397" y="443613"/>
                  </a:moveTo>
                  <a:lnTo>
                    <a:pt x="440187" y="429983"/>
                  </a:lnTo>
                  <a:lnTo>
                    <a:pt x="442242" y="456498"/>
                  </a:lnTo>
                  <a:close/>
                  <a:moveTo>
                    <a:pt x="109092" y="125704"/>
                  </a:moveTo>
                  <a:lnTo>
                    <a:pt x="129928" y="162458"/>
                  </a:lnTo>
                  <a:lnTo>
                    <a:pt x="149902" y="156835"/>
                  </a:lnTo>
                  <a:close/>
                  <a:moveTo>
                    <a:pt x="139342" y="120673"/>
                  </a:moveTo>
                  <a:lnTo>
                    <a:pt x="149902" y="156835"/>
                  </a:lnTo>
                  <a:lnTo>
                    <a:pt x="154931" y="162458"/>
                  </a:lnTo>
                  <a:close/>
                  <a:moveTo>
                    <a:pt x="86891" y="1985"/>
                  </a:moveTo>
                  <a:lnTo>
                    <a:pt x="122420" y="35010"/>
                  </a:lnTo>
                  <a:lnTo>
                    <a:pt x="131900" y="37229"/>
                  </a:lnTo>
                  <a:close/>
                  <a:moveTo>
                    <a:pt x="86891" y="1985"/>
                  </a:moveTo>
                  <a:lnTo>
                    <a:pt x="131900" y="37229"/>
                  </a:lnTo>
                  <a:lnTo>
                    <a:pt x="122653" y="0"/>
                  </a:lnTo>
                  <a:close/>
                  <a:moveTo>
                    <a:pt x="914787" y="1042340"/>
                  </a:moveTo>
                  <a:lnTo>
                    <a:pt x="902605" y="1027395"/>
                  </a:lnTo>
                  <a:lnTo>
                    <a:pt x="883581" y="995874"/>
                  </a:lnTo>
                  <a:close/>
                  <a:moveTo>
                    <a:pt x="434299" y="439315"/>
                  </a:moveTo>
                  <a:lnTo>
                    <a:pt x="437397" y="443613"/>
                  </a:lnTo>
                  <a:lnTo>
                    <a:pt x="446433" y="453334"/>
                  </a:lnTo>
                  <a:close/>
                  <a:moveTo>
                    <a:pt x="440187" y="429983"/>
                  </a:moveTo>
                  <a:lnTo>
                    <a:pt x="437397" y="443613"/>
                  </a:lnTo>
                  <a:lnTo>
                    <a:pt x="434299" y="439315"/>
                  </a:lnTo>
                  <a:close/>
                  <a:moveTo>
                    <a:pt x="975076" y="1100905"/>
                  </a:moveTo>
                  <a:lnTo>
                    <a:pt x="1000051" y="1089603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75076" y="1100905"/>
                  </a:lnTo>
                  <a:lnTo>
                    <a:pt x="982839" y="1046967"/>
                  </a:lnTo>
                  <a:close/>
                  <a:moveTo>
                    <a:pt x="944166" y="1064150"/>
                  </a:moveTo>
                  <a:lnTo>
                    <a:pt x="982839" y="1046967"/>
                  </a:lnTo>
                  <a:lnTo>
                    <a:pt x="942582" y="1062587"/>
                  </a:lnTo>
                  <a:close/>
                  <a:moveTo>
                    <a:pt x="792908" y="843620"/>
                  </a:moveTo>
                  <a:lnTo>
                    <a:pt x="830061" y="826437"/>
                  </a:lnTo>
                  <a:lnTo>
                    <a:pt x="777578" y="819394"/>
                  </a:lnTo>
                  <a:close/>
                  <a:moveTo>
                    <a:pt x="777578" y="819394"/>
                  </a:moveTo>
                  <a:lnTo>
                    <a:pt x="778895" y="789682"/>
                  </a:lnTo>
                  <a:lnTo>
                    <a:pt x="763651" y="806865"/>
                  </a:lnTo>
                  <a:close/>
                  <a:moveTo>
                    <a:pt x="800016" y="807080"/>
                  </a:moveTo>
                  <a:lnTo>
                    <a:pt x="778895" y="789682"/>
                  </a:lnTo>
                  <a:lnTo>
                    <a:pt x="777578" y="819394"/>
                  </a:lnTo>
                  <a:close/>
                  <a:moveTo>
                    <a:pt x="738363" y="764186"/>
                  </a:moveTo>
                  <a:lnTo>
                    <a:pt x="735940" y="788293"/>
                  </a:lnTo>
                  <a:lnTo>
                    <a:pt x="773244" y="752927"/>
                  </a:lnTo>
                  <a:close/>
                  <a:moveTo>
                    <a:pt x="773244" y="752927"/>
                  </a:moveTo>
                  <a:lnTo>
                    <a:pt x="735940" y="788293"/>
                  </a:lnTo>
                  <a:lnTo>
                    <a:pt x="763651" y="806865"/>
                  </a:lnTo>
                  <a:close/>
                  <a:moveTo>
                    <a:pt x="782446" y="741387"/>
                  </a:moveTo>
                  <a:lnTo>
                    <a:pt x="738363" y="764186"/>
                  </a:lnTo>
                  <a:lnTo>
                    <a:pt x="773244" y="752927"/>
                  </a:lnTo>
                  <a:close/>
                  <a:moveTo>
                    <a:pt x="649726" y="618899"/>
                  </a:moveTo>
                  <a:lnTo>
                    <a:pt x="598837" y="623090"/>
                  </a:lnTo>
                  <a:lnTo>
                    <a:pt x="610239" y="652843"/>
                  </a:lnTo>
                  <a:close/>
                  <a:moveTo>
                    <a:pt x="561913" y="620296"/>
                  </a:moveTo>
                  <a:lnTo>
                    <a:pt x="596409" y="619339"/>
                  </a:lnTo>
                  <a:lnTo>
                    <a:pt x="591659" y="578453"/>
                  </a:lnTo>
                  <a:close/>
                  <a:moveTo>
                    <a:pt x="550821" y="584566"/>
                  </a:moveTo>
                  <a:lnTo>
                    <a:pt x="591659" y="578453"/>
                  </a:lnTo>
                  <a:lnTo>
                    <a:pt x="547897" y="542196"/>
                  </a:lnTo>
                  <a:close/>
                  <a:moveTo>
                    <a:pt x="591659" y="578453"/>
                  </a:moveTo>
                  <a:lnTo>
                    <a:pt x="612072" y="586335"/>
                  </a:lnTo>
                  <a:lnTo>
                    <a:pt x="574704" y="559188"/>
                  </a:lnTo>
                  <a:close/>
                  <a:moveTo>
                    <a:pt x="519233" y="538411"/>
                  </a:moveTo>
                  <a:lnTo>
                    <a:pt x="511735" y="512825"/>
                  </a:lnTo>
                  <a:lnTo>
                    <a:pt x="498012" y="521601"/>
                  </a:lnTo>
                  <a:close/>
                  <a:moveTo>
                    <a:pt x="492246" y="500046"/>
                  </a:moveTo>
                  <a:lnTo>
                    <a:pt x="536152" y="506998"/>
                  </a:lnTo>
                  <a:lnTo>
                    <a:pt x="542767" y="468148"/>
                  </a:lnTo>
                  <a:close/>
                  <a:moveTo>
                    <a:pt x="492246" y="500046"/>
                  </a:moveTo>
                  <a:lnTo>
                    <a:pt x="465589" y="465440"/>
                  </a:lnTo>
                  <a:lnTo>
                    <a:pt x="465691" y="476070"/>
                  </a:lnTo>
                  <a:close/>
                  <a:moveTo>
                    <a:pt x="460096" y="408210"/>
                  </a:moveTo>
                  <a:lnTo>
                    <a:pt x="440187" y="429983"/>
                  </a:lnTo>
                  <a:lnTo>
                    <a:pt x="434299" y="439315"/>
                  </a:lnTo>
                  <a:close/>
                  <a:moveTo>
                    <a:pt x="476913" y="393828"/>
                  </a:moveTo>
                  <a:lnTo>
                    <a:pt x="489713" y="394365"/>
                  </a:lnTo>
                  <a:lnTo>
                    <a:pt x="528244" y="413850"/>
                  </a:lnTo>
                  <a:close/>
                  <a:moveTo>
                    <a:pt x="106973" y="30406"/>
                  </a:moveTo>
                  <a:lnTo>
                    <a:pt x="122420" y="35010"/>
                  </a:lnTo>
                  <a:lnTo>
                    <a:pt x="96469" y="16913"/>
                  </a:lnTo>
                  <a:close/>
                  <a:moveTo>
                    <a:pt x="1012922" y="1034393"/>
                  </a:moveTo>
                  <a:lnTo>
                    <a:pt x="1003850" y="1070875"/>
                  </a:lnTo>
                  <a:lnTo>
                    <a:pt x="1024511" y="1046967"/>
                  </a:lnTo>
                  <a:close/>
                  <a:moveTo>
                    <a:pt x="1001758" y="998721"/>
                  </a:moveTo>
                  <a:lnTo>
                    <a:pt x="1012922" y="1034393"/>
                  </a:lnTo>
                  <a:lnTo>
                    <a:pt x="1024511" y="1046967"/>
                  </a:lnTo>
                  <a:close/>
                  <a:moveTo>
                    <a:pt x="786619" y="617801"/>
                  </a:moveTo>
                  <a:lnTo>
                    <a:pt x="748043" y="577328"/>
                  </a:lnTo>
                  <a:lnTo>
                    <a:pt x="744510" y="624947"/>
                  </a:lnTo>
                  <a:close/>
                  <a:moveTo>
                    <a:pt x="786619" y="617801"/>
                  </a:moveTo>
                  <a:lnTo>
                    <a:pt x="799575" y="625478"/>
                  </a:lnTo>
                  <a:lnTo>
                    <a:pt x="795689" y="598486"/>
                  </a:lnTo>
                  <a:close/>
                  <a:moveTo>
                    <a:pt x="833766" y="606560"/>
                  </a:moveTo>
                  <a:lnTo>
                    <a:pt x="809738" y="599006"/>
                  </a:lnTo>
                  <a:lnTo>
                    <a:pt x="812051" y="554356"/>
                  </a:lnTo>
                  <a:close/>
                  <a:moveTo>
                    <a:pt x="795689" y="598486"/>
                  </a:moveTo>
                  <a:lnTo>
                    <a:pt x="828126" y="595185"/>
                  </a:lnTo>
                  <a:lnTo>
                    <a:pt x="812051" y="554356"/>
                  </a:lnTo>
                  <a:close/>
                  <a:moveTo>
                    <a:pt x="814624" y="544703"/>
                  </a:moveTo>
                  <a:lnTo>
                    <a:pt x="779134" y="536589"/>
                  </a:lnTo>
                  <a:lnTo>
                    <a:pt x="839825" y="542717"/>
                  </a:lnTo>
                  <a:close/>
                  <a:moveTo>
                    <a:pt x="850376" y="548309"/>
                  </a:moveTo>
                  <a:lnTo>
                    <a:pt x="862960" y="554356"/>
                  </a:lnTo>
                  <a:lnTo>
                    <a:pt x="839825" y="54271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29" name="Input_density__68">
              <a:extLst>
                <a:ext uri="{FF2B5EF4-FFF2-40B4-BE49-F238E27FC236}">
                  <a16:creationId xmlns:a16="http://schemas.microsoft.com/office/drawing/2014/main" id="{AF20EA98-0B6E-2F3D-5AA6-1B12415CAC37}"/>
                </a:ext>
              </a:extLst>
            </p:cNvPr>
            <p:cNvSpPr>
              <a:spLocks noGrp="1"/>
            </p:cNvSpPr>
            <p:nvPr/>
          </p:nvSpPr>
          <p:spPr>
            <a:xfrm>
              <a:off x="1033905" y="1836576"/>
              <a:ext cx="922034" cy="1459074"/>
            </a:xfrm>
            <a:custGeom>
              <a:avLst/>
              <a:gdLst/>
              <a:ahLst/>
              <a:cxnLst/>
              <a:rect l="0" t="0" r="0" b="0"/>
              <a:pathLst>
                <a:path w="922034" h="1459074">
                  <a:moveTo>
                    <a:pt x="334395" y="1455870"/>
                  </a:moveTo>
                  <a:lnTo>
                    <a:pt x="339175" y="1458301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65784" y="1447968"/>
                  </a:lnTo>
                  <a:lnTo>
                    <a:pt x="343022" y="1459074"/>
                  </a:lnTo>
                  <a:close/>
                  <a:moveTo>
                    <a:pt x="347028" y="1455870"/>
                  </a:moveTo>
                  <a:lnTo>
                    <a:pt x="384796" y="1438687"/>
                  </a:lnTo>
                  <a:lnTo>
                    <a:pt x="365784" y="1447968"/>
                  </a:lnTo>
                  <a:close/>
                  <a:moveTo>
                    <a:pt x="430979" y="1346362"/>
                  </a:moveTo>
                  <a:lnTo>
                    <a:pt x="444153" y="1337638"/>
                  </a:lnTo>
                  <a:lnTo>
                    <a:pt x="443775" y="1330810"/>
                  </a:lnTo>
                  <a:close/>
                  <a:moveTo>
                    <a:pt x="456777" y="1330810"/>
                  </a:moveTo>
                  <a:lnTo>
                    <a:pt x="444153" y="1337638"/>
                  </a:lnTo>
                  <a:lnTo>
                    <a:pt x="482633" y="1318701"/>
                  </a:lnTo>
                  <a:close/>
                  <a:moveTo>
                    <a:pt x="482633" y="1318701"/>
                  </a:moveTo>
                  <a:lnTo>
                    <a:pt x="444153" y="1337638"/>
                  </a:lnTo>
                  <a:lnTo>
                    <a:pt x="430979" y="1346362"/>
                  </a:lnTo>
                  <a:close/>
                  <a:moveTo>
                    <a:pt x="456777" y="1330810"/>
                  </a:moveTo>
                  <a:lnTo>
                    <a:pt x="453849" y="1335660"/>
                  </a:lnTo>
                  <a:lnTo>
                    <a:pt x="444153" y="1337638"/>
                  </a:lnTo>
                  <a:close/>
                  <a:moveTo>
                    <a:pt x="503517" y="1300576"/>
                  </a:moveTo>
                  <a:lnTo>
                    <a:pt x="456777" y="1330810"/>
                  </a:lnTo>
                  <a:lnTo>
                    <a:pt x="482633" y="1318701"/>
                  </a:lnTo>
                  <a:close/>
                  <a:moveTo>
                    <a:pt x="870342" y="1100261"/>
                  </a:moveTo>
                  <a:lnTo>
                    <a:pt x="870786" y="1099875"/>
                  </a:lnTo>
                  <a:lnTo>
                    <a:pt x="886576" y="1062701"/>
                  </a:lnTo>
                  <a:close/>
                  <a:moveTo>
                    <a:pt x="886576" y="1062701"/>
                  </a:moveTo>
                  <a:lnTo>
                    <a:pt x="870786" y="1099875"/>
                  </a:lnTo>
                  <a:lnTo>
                    <a:pt x="922034" y="1070697"/>
                  </a:lnTo>
                  <a:close/>
                  <a:moveTo>
                    <a:pt x="48034" y="53938"/>
                  </a:moveTo>
                  <a:lnTo>
                    <a:pt x="0" y="67773"/>
                  </a:lnTo>
                  <a:lnTo>
                    <a:pt x="49572" y="51084"/>
                  </a:lnTo>
                  <a:close/>
                  <a:moveTo>
                    <a:pt x="772646" y="845365"/>
                  </a:moveTo>
                  <a:lnTo>
                    <a:pt x="775387" y="810498"/>
                  </a:lnTo>
                  <a:lnTo>
                    <a:pt x="779810" y="816464"/>
                  </a:lnTo>
                  <a:close/>
                  <a:moveTo>
                    <a:pt x="48034" y="53938"/>
                  </a:moveTo>
                  <a:lnTo>
                    <a:pt x="49572" y="51084"/>
                  </a:lnTo>
                  <a:lnTo>
                    <a:pt x="63432" y="6693"/>
                  </a:lnTo>
                  <a:close/>
                  <a:moveTo>
                    <a:pt x="63432" y="6693"/>
                  </a:moveTo>
                  <a:lnTo>
                    <a:pt x="59594" y="53938"/>
                  </a:lnTo>
                  <a:lnTo>
                    <a:pt x="84474" y="8526"/>
                  </a:lnTo>
                  <a:close/>
                  <a:moveTo>
                    <a:pt x="84474" y="8526"/>
                  </a:moveTo>
                  <a:lnTo>
                    <a:pt x="76627" y="0"/>
                  </a:lnTo>
                  <a:lnTo>
                    <a:pt x="63432" y="6693"/>
                  </a:lnTo>
                  <a:close/>
                  <a:moveTo>
                    <a:pt x="779818" y="806895"/>
                  </a:moveTo>
                  <a:lnTo>
                    <a:pt x="779810" y="816464"/>
                  </a:lnTo>
                  <a:lnTo>
                    <a:pt x="779001" y="808610"/>
                  </a:lnTo>
                  <a:close/>
                  <a:moveTo>
                    <a:pt x="779001" y="808610"/>
                  </a:moveTo>
                  <a:lnTo>
                    <a:pt x="792822" y="768907"/>
                  </a:lnTo>
                  <a:lnTo>
                    <a:pt x="779818" y="806895"/>
                  </a:lnTo>
                  <a:close/>
                  <a:moveTo>
                    <a:pt x="668409" y="607651"/>
                  </a:moveTo>
                  <a:lnTo>
                    <a:pt x="684648" y="590468"/>
                  </a:lnTo>
                  <a:lnTo>
                    <a:pt x="666574" y="644406"/>
                  </a:lnTo>
                  <a:close/>
                  <a:moveTo>
                    <a:pt x="691612" y="555945"/>
                  </a:moveTo>
                  <a:lnTo>
                    <a:pt x="694712" y="555037"/>
                  </a:lnTo>
                  <a:lnTo>
                    <a:pt x="669219" y="570896"/>
                  </a:lnTo>
                  <a:close/>
                  <a:moveTo>
                    <a:pt x="669219" y="570896"/>
                  </a:moveTo>
                  <a:lnTo>
                    <a:pt x="694712" y="555037"/>
                  </a:lnTo>
                  <a:lnTo>
                    <a:pt x="684648" y="590468"/>
                  </a:lnTo>
                  <a:close/>
                  <a:moveTo>
                    <a:pt x="671202" y="563344"/>
                  </a:moveTo>
                  <a:lnTo>
                    <a:pt x="679374" y="570896"/>
                  </a:lnTo>
                  <a:lnTo>
                    <a:pt x="691612" y="555945"/>
                  </a:lnTo>
                  <a:close/>
                  <a:moveTo>
                    <a:pt x="815540" y="663978"/>
                  </a:moveTo>
                  <a:lnTo>
                    <a:pt x="814014" y="646795"/>
                  </a:lnTo>
                  <a:lnTo>
                    <a:pt x="816883" y="7007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30" name="Input_density__69">
              <a:extLst>
                <a:ext uri="{FF2B5EF4-FFF2-40B4-BE49-F238E27FC236}">
                  <a16:creationId xmlns:a16="http://schemas.microsoft.com/office/drawing/2014/main" id="{25CDC039-C32D-35BF-4962-475E6C8E7D62}"/>
                </a:ext>
              </a:extLst>
            </p:cNvPr>
            <p:cNvSpPr>
              <a:spLocks noGrp="1"/>
            </p:cNvSpPr>
            <p:nvPr/>
          </p:nvSpPr>
          <p:spPr>
            <a:xfrm>
              <a:off x="958451" y="2264857"/>
              <a:ext cx="865780" cy="850473"/>
            </a:xfrm>
            <a:custGeom>
              <a:avLst/>
              <a:gdLst/>
              <a:ahLst/>
              <a:cxnLst/>
              <a:rect l="0" t="0" r="0" b="0"/>
              <a:pathLst>
                <a:path w="865780" h="850473">
                  <a:moveTo>
                    <a:pt x="6847" y="513019"/>
                  </a:moveTo>
                  <a:lnTo>
                    <a:pt x="2908" y="476829"/>
                  </a:lnTo>
                  <a:lnTo>
                    <a:pt x="0" y="523940"/>
                  </a:lnTo>
                  <a:close/>
                  <a:moveTo>
                    <a:pt x="6847" y="513019"/>
                  </a:moveTo>
                  <a:lnTo>
                    <a:pt x="3266" y="476264"/>
                  </a:lnTo>
                  <a:lnTo>
                    <a:pt x="2908" y="476829"/>
                  </a:lnTo>
                  <a:close/>
                  <a:moveTo>
                    <a:pt x="25955" y="559834"/>
                  </a:moveTo>
                  <a:lnTo>
                    <a:pt x="46673" y="575490"/>
                  </a:lnTo>
                  <a:lnTo>
                    <a:pt x="26108" y="549774"/>
                  </a:lnTo>
                  <a:close/>
                  <a:moveTo>
                    <a:pt x="22806" y="505400"/>
                  </a:moveTo>
                  <a:lnTo>
                    <a:pt x="20337" y="538832"/>
                  </a:lnTo>
                  <a:lnTo>
                    <a:pt x="44531" y="495836"/>
                  </a:lnTo>
                  <a:close/>
                  <a:moveTo>
                    <a:pt x="44531" y="495836"/>
                  </a:moveTo>
                  <a:lnTo>
                    <a:pt x="20337" y="538832"/>
                  </a:lnTo>
                  <a:lnTo>
                    <a:pt x="26108" y="549774"/>
                  </a:lnTo>
                  <a:close/>
                  <a:moveTo>
                    <a:pt x="44531" y="495836"/>
                  </a:moveTo>
                  <a:lnTo>
                    <a:pt x="26108" y="549774"/>
                  </a:lnTo>
                  <a:lnTo>
                    <a:pt x="51038" y="532591"/>
                  </a:lnTo>
                  <a:close/>
                  <a:moveTo>
                    <a:pt x="6847" y="513019"/>
                  </a:moveTo>
                  <a:lnTo>
                    <a:pt x="20337" y="538832"/>
                  </a:lnTo>
                  <a:lnTo>
                    <a:pt x="22806" y="505400"/>
                  </a:lnTo>
                  <a:close/>
                  <a:moveTo>
                    <a:pt x="3266" y="476264"/>
                  </a:moveTo>
                  <a:lnTo>
                    <a:pt x="22806" y="505400"/>
                  </a:lnTo>
                  <a:lnTo>
                    <a:pt x="4150" y="475820"/>
                  </a:lnTo>
                  <a:close/>
                  <a:moveTo>
                    <a:pt x="3266" y="476264"/>
                  </a:moveTo>
                  <a:lnTo>
                    <a:pt x="6847" y="513019"/>
                  </a:lnTo>
                  <a:lnTo>
                    <a:pt x="22806" y="505400"/>
                  </a:lnTo>
                  <a:close/>
                  <a:moveTo>
                    <a:pt x="44531" y="495836"/>
                  </a:moveTo>
                  <a:lnTo>
                    <a:pt x="50280" y="459081"/>
                  </a:lnTo>
                  <a:lnTo>
                    <a:pt x="22806" y="505400"/>
                  </a:lnTo>
                  <a:close/>
                  <a:moveTo>
                    <a:pt x="50280" y="459081"/>
                  </a:moveTo>
                  <a:lnTo>
                    <a:pt x="4150" y="475820"/>
                  </a:lnTo>
                  <a:lnTo>
                    <a:pt x="22806" y="505400"/>
                  </a:lnTo>
                  <a:close/>
                  <a:moveTo>
                    <a:pt x="54977" y="447558"/>
                  </a:moveTo>
                  <a:lnTo>
                    <a:pt x="3472" y="475776"/>
                  </a:lnTo>
                  <a:lnTo>
                    <a:pt x="50280" y="459081"/>
                  </a:lnTo>
                  <a:close/>
                  <a:moveTo>
                    <a:pt x="50280" y="459081"/>
                  </a:moveTo>
                  <a:lnTo>
                    <a:pt x="3472" y="475776"/>
                  </a:lnTo>
                  <a:lnTo>
                    <a:pt x="4150" y="475820"/>
                  </a:lnTo>
                  <a:close/>
                  <a:moveTo>
                    <a:pt x="50280" y="459081"/>
                  </a:moveTo>
                  <a:lnTo>
                    <a:pt x="79923" y="486053"/>
                  </a:lnTo>
                  <a:lnTo>
                    <a:pt x="61979" y="455894"/>
                  </a:lnTo>
                  <a:close/>
                  <a:moveTo>
                    <a:pt x="50280" y="459081"/>
                  </a:moveTo>
                  <a:lnTo>
                    <a:pt x="44531" y="495836"/>
                  </a:lnTo>
                  <a:lnTo>
                    <a:pt x="79923" y="486053"/>
                  </a:lnTo>
                  <a:close/>
                  <a:moveTo>
                    <a:pt x="115913" y="454604"/>
                  </a:moveTo>
                  <a:lnTo>
                    <a:pt x="108688" y="441898"/>
                  </a:lnTo>
                  <a:lnTo>
                    <a:pt x="118013" y="482175"/>
                  </a:lnTo>
                  <a:close/>
                  <a:moveTo>
                    <a:pt x="118013" y="482175"/>
                  </a:moveTo>
                  <a:lnTo>
                    <a:pt x="108688" y="441898"/>
                  </a:lnTo>
                  <a:lnTo>
                    <a:pt x="61979" y="455894"/>
                  </a:lnTo>
                  <a:close/>
                  <a:moveTo>
                    <a:pt x="118013" y="482175"/>
                  </a:moveTo>
                  <a:lnTo>
                    <a:pt x="61979" y="455894"/>
                  </a:lnTo>
                  <a:lnTo>
                    <a:pt x="79923" y="486053"/>
                  </a:lnTo>
                  <a:close/>
                  <a:moveTo>
                    <a:pt x="54977" y="447558"/>
                  </a:moveTo>
                  <a:lnTo>
                    <a:pt x="50280" y="459081"/>
                  </a:lnTo>
                  <a:lnTo>
                    <a:pt x="61979" y="455894"/>
                  </a:lnTo>
                  <a:close/>
                  <a:moveTo>
                    <a:pt x="109030" y="428870"/>
                  </a:moveTo>
                  <a:lnTo>
                    <a:pt x="54977" y="447558"/>
                  </a:lnTo>
                  <a:lnTo>
                    <a:pt x="108688" y="441898"/>
                  </a:lnTo>
                  <a:close/>
                  <a:moveTo>
                    <a:pt x="108688" y="441898"/>
                  </a:moveTo>
                  <a:lnTo>
                    <a:pt x="54977" y="447558"/>
                  </a:lnTo>
                  <a:lnTo>
                    <a:pt x="61979" y="455894"/>
                  </a:lnTo>
                  <a:close/>
                  <a:moveTo>
                    <a:pt x="114679" y="440138"/>
                  </a:moveTo>
                  <a:lnTo>
                    <a:pt x="167238" y="425714"/>
                  </a:lnTo>
                  <a:lnTo>
                    <a:pt x="165667" y="425774"/>
                  </a:lnTo>
                  <a:close/>
                  <a:moveTo>
                    <a:pt x="108688" y="441898"/>
                  </a:moveTo>
                  <a:lnTo>
                    <a:pt x="115913" y="454604"/>
                  </a:lnTo>
                  <a:lnTo>
                    <a:pt x="114679" y="440138"/>
                  </a:lnTo>
                  <a:close/>
                  <a:moveTo>
                    <a:pt x="109030" y="428870"/>
                  </a:moveTo>
                  <a:lnTo>
                    <a:pt x="108688" y="441898"/>
                  </a:lnTo>
                  <a:lnTo>
                    <a:pt x="114679" y="440138"/>
                  </a:lnTo>
                  <a:close/>
                  <a:moveTo>
                    <a:pt x="114679" y="440138"/>
                  </a:moveTo>
                  <a:lnTo>
                    <a:pt x="109324" y="405143"/>
                  </a:lnTo>
                  <a:lnTo>
                    <a:pt x="109030" y="428870"/>
                  </a:lnTo>
                  <a:close/>
                  <a:moveTo>
                    <a:pt x="150956" y="392986"/>
                  </a:moveTo>
                  <a:lnTo>
                    <a:pt x="109324" y="405143"/>
                  </a:lnTo>
                  <a:lnTo>
                    <a:pt x="114679" y="440138"/>
                  </a:lnTo>
                  <a:close/>
                  <a:moveTo>
                    <a:pt x="165667" y="425774"/>
                  </a:moveTo>
                  <a:lnTo>
                    <a:pt x="150956" y="392986"/>
                  </a:lnTo>
                  <a:lnTo>
                    <a:pt x="114679" y="440138"/>
                  </a:lnTo>
                  <a:close/>
                  <a:moveTo>
                    <a:pt x="475477" y="828650"/>
                  </a:moveTo>
                  <a:lnTo>
                    <a:pt x="475913" y="832343"/>
                  </a:lnTo>
                  <a:lnTo>
                    <a:pt x="536996" y="850473"/>
                  </a:lnTo>
                  <a:close/>
                  <a:moveTo>
                    <a:pt x="520518" y="819121"/>
                  </a:moveTo>
                  <a:lnTo>
                    <a:pt x="475477" y="828650"/>
                  </a:lnTo>
                  <a:lnTo>
                    <a:pt x="536996" y="850473"/>
                  </a:lnTo>
                  <a:close/>
                  <a:moveTo>
                    <a:pt x="547986" y="848591"/>
                  </a:moveTo>
                  <a:lnTo>
                    <a:pt x="551957" y="811836"/>
                  </a:lnTo>
                  <a:lnTo>
                    <a:pt x="536996" y="850473"/>
                  </a:lnTo>
                  <a:close/>
                  <a:moveTo>
                    <a:pt x="551957" y="811836"/>
                  </a:moveTo>
                  <a:lnTo>
                    <a:pt x="520518" y="819121"/>
                  </a:lnTo>
                  <a:lnTo>
                    <a:pt x="536996" y="850473"/>
                  </a:lnTo>
                  <a:close/>
                  <a:moveTo>
                    <a:pt x="473542" y="829019"/>
                  </a:moveTo>
                  <a:lnTo>
                    <a:pt x="475913" y="832343"/>
                  </a:lnTo>
                  <a:lnTo>
                    <a:pt x="475477" y="828650"/>
                  </a:lnTo>
                  <a:close/>
                  <a:moveTo>
                    <a:pt x="474377" y="826597"/>
                  </a:moveTo>
                  <a:lnTo>
                    <a:pt x="473542" y="829019"/>
                  </a:lnTo>
                  <a:lnTo>
                    <a:pt x="475477" y="828650"/>
                  </a:lnTo>
                  <a:close/>
                  <a:moveTo>
                    <a:pt x="475477" y="828650"/>
                  </a:moveTo>
                  <a:lnTo>
                    <a:pt x="502989" y="808997"/>
                  </a:lnTo>
                  <a:lnTo>
                    <a:pt x="474377" y="826597"/>
                  </a:lnTo>
                  <a:close/>
                  <a:moveTo>
                    <a:pt x="475477" y="828650"/>
                  </a:moveTo>
                  <a:lnTo>
                    <a:pt x="520518" y="819121"/>
                  </a:lnTo>
                  <a:lnTo>
                    <a:pt x="502989" y="808997"/>
                  </a:lnTo>
                  <a:close/>
                  <a:moveTo>
                    <a:pt x="550306" y="775081"/>
                  </a:moveTo>
                  <a:lnTo>
                    <a:pt x="520518" y="819121"/>
                  </a:lnTo>
                  <a:lnTo>
                    <a:pt x="551957" y="811836"/>
                  </a:lnTo>
                  <a:close/>
                  <a:moveTo>
                    <a:pt x="157774" y="334021"/>
                  </a:moveTo>
                  <a:lnTo>
                    <a:pt x="160576" y="304598"/>
                  </a:lnTo>
                  <a:lnTo>
                    <a:pt x="117122" y="314449"/>
                  </a:lnTo>
                  <a:close/>
                  <a:moveTo>
                    <a:pt x="121621" y="351204"/>
                  </a:moveTo>
                  <a:lnTo>
                    <a:pt x="157774" y="334021"/>
                  </a:lnTo>
                  <a:lnTo>
                    <a:pt x="117122" y="314449"/>
                  </a:lnTo>
                  <a:close/>
                  <a:moveTo>
                    <a:pt x="157774" y="334021"/>
                  </a:moveTo>
                  <a:lnTo>
                    <a:pt x="174783" y="357716"/>
                  </a:lnTo>
                  <a:lnTo>
                    <a:pt x="174955" y="328728"/>
                  </a:lnTo>
                  <a:close/>
                  <a:moveTo>
                    <a:pt x="157774" y="334021"/>
                  </a:moveTo>
                  <a:lnTo>
                    <a:pt x="174955" y="328728"/>
                  </a:lnTo>
                  <a:lnTo>
                    <a:pt x="160576" y="304598"/>
                  </a:lnTo>
                  <a:close/>
                  <a:moveTo>
                    <a:pt x="255904" y="299654"/>
                  </a:moveTo>
                  <a:lnTo>
                    <a:pt x="271339" y="277155"/>
                  </a:lnTo>
                  <a:lnTo>
                    <a:pt x="238945" y="280082"/>
                  </a:lnTo>
                  <a:close/>
                  <a:moveTo>
                    <a:pt x="223064" y="316837"/>
                  </a:moveTo>
                  <a:lnTo>
                    <a:pt x="255904" y="299654"/>
                  </a:lnTo>
                  <a:lnTo>
                    <a:pt x="238945" y="280082"/>
                  </a:lnTo>
                  <a:close/>
                  <a:moveTo>
                    <a:pt x="525696" y="194166"/>
                  </a:moveTo>
                  <a:lnTo>
                    <a:pt x="549197" y="176982"/>
                  </a:lnTo>
                  <a:lnTo>
                    <a:pt x="515314" y="181622"/>
                  </a:lnTo>
                  <a:close/>
                  <a:moveTo>
                    <a:pt x="549197" y="176982"/>
                  </a:moveTo>
                  <a:lnTo>
                    <a:pt x="530299" y="141442"/>
                  </a:lnTo>
                  <a:lnTo>
                    <a:pt x="515314" y="181622"/>
                  </a:lnTo>
                  <a:close/>
                  <a:moveTo>
                    <a:pt x="529461" y="140227"/>
                  </a:moveTo>
                  <a:lnTo>
                    <a:pt x="515314" y="181622"/>
                  </a:lnTo>
                  <a:lnTo>
                    <a:pt x="530299" y="141442"/>
                  </a:lnTo>
                  <a:close/>
                  <a:moveTo>
                    <a:pt x="529461" y="140227"/>
                  </a:moveTo>
                  <a:lnTo>
                    <a:pt x="500697" y="157411"/>
                  </a:lnTo>
                  <a:lnTo>
                    <a:pt x="515314" y="181622"/>
                  </a:lnTo>
                  <a:close/>
                  <a:moveTo>
                    <a:pt x="529412" y="138125"/>
                  </a:moveTo>
                  <a:lnTo>
                    <a:pt x="500697" y="157411"/>
                  </a:lnTo>
                  <a:lnTo>
                    <a:pt x="529461" y="140227"/>
                  </a:lnTo>
                  <a:close/>
                  <a:moveTo>
                    <a:pt x="529461" y="140227"/>
                  </a:moveTo>
                  <a:lnTo>
                    <a:pt x="530299" y="141442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29461" y="140227"/>
                  </a:lnTo>
                  <a:lnTo>
                    <a:pt x="530408" y="139875"/>
                  </a:lnTo>
                  <a:close/>
                  <a:moveTo>
                    <a:pt x="529412" y="138125"/>
                  </a:moveTo>
                  <a:lnTo>
                    <a:pt x="530408" y="139875"/>
                  </a:lnTo>
                  <a:lnTo>
                    <a:pt x="531406" y="103472"/>
                  </a:lnTo>
                  <a:close/>
                  <a:moveTo>
                    <a:pt x="531406" y="103472"/>
                  </a:moveTo>
                  <a:lnTo>
                    <a:pt x="530408" y="139875"/>
                  </a:lnTo>
                  <a:lnTo>
                    <a:pt x="579418" y="123044"/>
                  </a:lnTo>
                  <a:close/>
                  <a:moveTo>
                    <a:pt x="531406" y="103472"/>
                  </a:moveTo>
                  <a:lnTo>
                    <a:pt x="579418" y="123044"/>
                  </a:lnTo>
                  <a:lnTo>
                    <a:pt x="568119" y="86289"/>
                  </a:lnTo>
                  <a:close/>
                  <a:moveTo>
                    <a:pt x="506814" y="24815"/>
                  </a:moveTo>
                  <a:lnTo>
                    <a:pt x="537689" y="12779"/>
                  </a:lnTo>
                  <a:lnTo>
                    <a:pt x="518201" y="0"/>
                  </a:lnTo>
                  <a:close/>
                  <a:moveTo>
                    <a:pt x="506814" y="24815"/>
                  </a:moveTo>
                  <a:lnTo>
                    <a:pt x="523966" y="21555"/>
                  </a:lnTo>
                  <a:lnTo>
                    <a:pt x="537689" y="12779"/>
                  </a:lnTo>
                  <a:close/>
                  <a:moveTo>
                    <a:pt x="723028" y="75092"/>
                  </a:moveTo>
                  <a:lnTo>
                    <a:pt x="682361" y="105861"/>
                  </a:lnTo>
                  <a:lnTo>
                    <a:pt x="711857" y="88677"/>
                  </a:lnTo>
                  <a:close/>
                  <a:moveTo>
                    <a:pt x="821644" y="98440"/>
                  </a:moveTo>
                  <a:lnTo>
                    <a:pt x="797298" y="71494"/>
                  </a:lnTo>
                  <a:lnTo>
                    <a:pt x="812574" y="117755"/>
                  </a:lnTo>
                  <a:close/>
                  <a:moveTo>
                    <a:pt x="812574" y="117755"/>
                  </a:moveTo>
                  <a:lnTo>
                    <a:pt x="797298" y="71494"/>
                  </a:lnTo>
                  <a:lnTo>
                    <a:pt x="773998" y="77282"/>
                  </a:lnTo>
                  <a:close/>
                  <a:moveTo>
                    <a:pt x="736268" y="80867"/>
                  </a:moveTo>
                  <a:lnTo>
                    <a:pt x="754035" y="66448"/>
                  </a:lnTo>
                  <a:lnTo>
                    <a:pt x="723028" y="75092"/>
                  </a:lnTo>
                  <a:close/>
                  <a:moveTo>
                    <a:pt x="736268" y="80867"/>
                  </a:moveTo>
                  <a:lnTo>
                    <a:pt x="773998" y="77282"/>
                  </a:lnTo>
                  <a:lnTo>
                    <a:pt x="754035" y="66448"/>
                  </a:lnTo>
                  <a:close/>
                  <a:moveTo>
                    <a:pt x="805089" y="36543"/>
                  </a:moveTo>
                  <a:lnTo>
                    <a:pt x="754035" y="66448"/>
                  </a:lnTo>
                  <a:lnTo>
                    <a:pt x="797298" y="71494"/>
                  </a:lnTo>
                  <a:close/>
                  <a:moveTo>
                    <a:pt x="797298" y="71494"/>
                  </a:moveTo>
                  <a:lnTo>
                    <a:pt x="754035" y="66448"/>
                  </a:lnTo>
                  <a:lnTo>
                    <a:pt x="773998" y="77282"/>
                  </a:lnTo>
                  <a:close/>
                  <a:moveTo>
                    <a:pt x="797298" y="71494"/>
                  </a:moveTo>
                  <a:lnTo>
                    <a:pt x="821644" y="98440"/>
                  </a:lnTo>
                  <a:lnTo>
                    <a:pt x="834116" y="55495"/>
                  </a:lnTo>
                  <a:close/>
                  <a:moveTo>
                    <a:pt x="805089" y="36543"/>
                  </a:moveTo>
                  <a:lnTo>
                    <a:pt x="797298" y="71494"/>
                  </a:lnTo>
                  <a:lnTo>
                    <a:pt x="834116" y="55495"/>
                  </a:lnTo>
                  <a:close/>
                  <a:moveTo>
                    <a:pt x="865780" y="42671"/>
                  </a:moveTo>
                  <a:lnTo>
                    <a:pt x="834116" y="55495"/>
                  </a:lnTo>
                  <a:lnTo>
                    <a:pt x="838006" y="54310"/>
                  </a:lnTo>
                  <a:close/>
                  <a:moveTo>
                    <a:pt x="805089" y="36543"/>
                  </a:moveTo>
                  <a:lnTo>
                    <a:pt x="834116" y="55495"/>
                  </a:lnTo>
                  <a:lnTo>
                    <a:pt x="865780" y="4267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31" name="Input_density__70">
              <a:extLst>
                <a:ext uri="{FF2B5EF4-FFF2-40B4-BE49-F238E27FC236}">
                  <a16:creationId xmlns:a16="http://schemas.microsoft.com/office/drawing/2014/main" id="{5114E5FF-1D6C-7C38-872E-14C4F48B270E}"/>
                </a:ext>
              </a:extLst>
            </p:cNvPr>
            <p:cNvSpPr>
              <a:spLocks noGrp="1"/>
            </p:cNvSpPr>
            <p:nvPr/>
          </p:nvSpPr>
          <p:spPr>
            <a:xfrm>
              <a:off x="1516538" y="2645186"/>
              <a:ext cx="297177" cy="510092"/>
            </a:xfrm>
            <a:custGeom>
              <a:avLst/>
              <a:gdLst/>
              <a:ahLst/>
              <a:cxnLst/>
              <a:rect l="0" t="0" r="0" b="0"/>
              <a:pathLst>
                <a:path w="297177" h="510092">
                  <a:moveTo>
                    <a:pt x="20884" y="491966"/>
                  </a:moveTo>
                  <a:lnTo>
                    <a:pt x="0" y="510092"/>
                  </a:lnTo>
                  <a:lnTo>
                    <a:pt x="48127" y="469249"/>
                  </a:lnTo>
                  <a:close/>
                  <a:moveTo>
                    <a:pt x="297177" y="7855"/>
                  </a:moveTo>
                  <a:lnTo>
                    <a:pt x="292754" y="1888"/>
                  </a:lnTo>
                  <a:lnTo>
                    <a:pt x="296368" y="0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032" name="Input_density__71">
              <a:extLst>
                <a:ext uri="{FF2B5EF4-FFF2-40B4-BE49-F238E27FC236}">
                  <a16:creationId xmlns:a16="http://schemas.microsoft.com/office/drawing/2014/main" id="{8B1B7543-EAEC-7261-68B9-6F8DED1ADD3A}"/>
                </a:ext>
              </a:extLst>
            </p:cNvPr>
            <p:cNvSpPr>
              <a:spLocks noGrp="1"/>
            </p:cNvSpPr>
            <p:nvPr/>
          </p:nvSpPr>
          <p:spPr>
            <a:xfrm>
              <a:off x="900356" y="1781724"/>
              <a:ext cx="1096972" cy="1421775"/>
            </a:xfrm>
            <a:custGeom>
              <a:avLst/>
              <a:gdLst/>
              <a:ahLst/>
              <a:cxnLst/>
              <a:rect l="0" t="0" r="0" b="0"/>
              <a:pathLst>
                <a:path w="1096972" h="1421775">
                  <a:moveTo>
                    <a:pt x="151" y="1177539"/>
                  </a:moveTo>
                  <a:lnTo>
                    <a:pt x="0" y="1179116"/>
                  </a:lnTo>
                  <a:lnTo>
                    <a:pt x="4588" y="1187439"/>
                  </a:lnTo>
                  <a:close/>
                  <a:moveTo>
                    <a:pt x="545" y="1172325"/>
                  </a:moveTo>
                  <a:lnTo>
                    <a:pt x="0" y="1179116"/>
                  </a:lnTo>
                  <a:lnTo>
                    <a:pt x="151" y="1177539"/>
                  </a:lnTo>
                  <a:close/>
                  <a:moveTo>
                    <a:pt x="241571" y="1386647"/>
                  </a:moveTo>
                  <a:lnTo>
                    <a:pt x="273755" y="1417641"/>
                  </a:lnTo>
                  <a:lnTo>
                    <a:pt x="252050" y="1393572"/>
                  </a:lnTo>
                  <a:close/>
                  <a:moveTo>
                    <a:pt x="151" y="1177539"/>
                  </a:moveTo>
                  <a:lnTo>
                    <a:pt x="4588" y="1187439"/>
                  </a:lnTo>
                  <a:lnTo>
                    <a:pt x="16029" y="1197111"/>
                  </a:lnTo>
                  <a:close/>
                  <a:moveTo>
                    <a:pt x="239543" y="1380886"/>
                  </a:moveTo>
                  <a:lnTo>
                    <a:pt x="241571" y="1386647"/>
                  </a:lnTo>
                  <a:lnTo>
                    <a:pt x="252050" y="1393572"/>
                  </a:lnTo>
                  <a:close/>
                  <a:moveTo>
                    <a:pt x="341764" y="1383274"/>
                  </a:moveTo>
                  <a:lnTo>
                    <a:pt x="357186" y="1391577"/>
                  </a:lnTo>
                  <a:lnTo>
                    <a:pt x="315399" y="1353714"/>
                  </a:lnTo>
                  <a:close/>
                  <a:moveTo>
                    <a:pt x="315399" y="1353714"/>
                  </a:moveTo>
                  <a:lnTo>
                    <a:pt x="357186" y="1391577"/>
                  </a:lnTo>
                  <a:lnTo>
                    <a:pt x="335556" y="1363703"/>
                  </a:lnTo>
                  <a:close/>
                  <a:moveTo>
                    <a:pt x="269584" y="1236254"/>
                  </a:moveTo>
                  <a:lnTo>
                    <a:pt x="253833" y="1207819"/>
                  </a:lnTo>
                  <a:lnTo>
                    <a:pt x="239606" y="1250836"/>
                  </a:lnTo>
                  <a:close/>
                  <a:moveTo>
                    <a:pt x="218936" y="1201922"/>
                  </a:moveTo>
                  <a:lnTo>
                    <a:pt x="204191" y="1243003"/>
                  </a:lnTo>
                  <a:lnTo>
                    <a:pt x="253833" y="1207819"/>
                  </a:lnTo>
                  <a:close/>
                  <a:moveTo>
                    <a:pt x="115374" y="1063874"/>
                  </a:moveTo>
                  <a:lnTo>
                    <a:pt x="136959" y="1089234"/>
                  </a:lnTo>
                  <a:lnTo>
                    <a:pt x="141514" y="1100585"/>
                  </a:lnTo>
                  <a:close/>
                  <a:moveTo>
                    <a:pt x="344640" y="1255826"/>
                  </a:moveTo>
                  <a:lnTo>
                    <a:pt x="344031" y="1295905"/>
                  </a:lnTo>
                  <a:lnTo>
                    <a:pt x="363853" y="1273806"/>
                  </a:lnTo>
                  <a:close/>
                  <a:moveTo>
                    <a:pt x="336018" y="1219071"/>
                  </a:moveTo>
                  <a:lnTo>
                    <a:pt x="300814" y="1258897"/>
                  </a:lnTo>
                  <a:lnTo>
                    <a:pt x="313603" y="1273009"/>
                  </a:lnTo>
                  <a:close/>
                  <a:moveTo>
                    <a:pt x="213670" y="1199499"/>
                  </a:moveTo>
                  <a:lnTo>
                    <a:pt x="218936" y="1201922"/>
                  </a:lnTo>
                  <a:lnTo>
                    <a:pt x="219741" y="1198317"/>
                  </a:lnTo>
                  <a:close/>
                  <a:moveTo>
                    <a:pt x="288514" y="1196583"/>
                  </a:moveTo>
                  <a:lnTo>
                    <a:pt x="257125" y="1195014"/>
                  </a:lnTo>
                  <a:lnTo>
                    <a:pt x="304389" y="1228425"/>
                  </a:lnTo>
                  <a:close/>
                  <a:moveTo>
                    <a:pt x="187117" y="1162744"/>
                  </a:moveTo>
                  <a:lnTo>
                    <a:pt x="213670" y="1199499"/>
                  </a:lnTo>
                  <a:lnTo>
                    <a:pt x="219741" y="1198317"/>
                  </a:lnTo>
                  <a:close/>
                  <a:moveTo>
                    <a:pt x="257125" y="1195014"/>
                  </a:moveTo>
                  <a:lnTo>
                    <a:pt x="218936" y="1201922"/>
                  </a:lnTo>
                  <a:lnTo>
                    <a:pt x="253833" y="1207819"/>
                  </a:lnTo>
                  <a:close/>
                  <a:moveTo>
                    <a:pt x="257125" y="1195014"/>
                  </a:moveTo>
                  <a:lnTo>
                    <a:pt x="219741" y="1198317"/>
                  </a:lnTo>
                  <a:lnTo>
                    <a:pt x="218936" y="1201922"/>
                  </a:lnTo>
                  <a:close/>
                  <a:moveTo>
                    <a:pt x="257125" y="1195014"/>
                  </a:moveTo>
                  <a:lnTo>
                    <a:pt x="249999" y="119348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57125" y="1195014"/>
                  </a:lnTo>
                  <a:lnTo>
                    <a:pt x="222937" y="1162744"/>
                  </a:lnTo>
                  <a:close/>
                  <a:moveTo>
                    <a:pt x="215906" y="1156688"/>
                  </a:moveTo>
                  <a:lnTo>
                    <a:pt x="222937" y="1162744"/>
                  </a:lnTo>
                  <a:lnTo>
                    <a:pt x="205408" y="1151345"/>
                  </a:lnTo>
                  <a:close/>
                  <a:moveTo>
                    <a:pt x="179382" y="1089234"/>
                  </a:moveTo>
                  <a:lnTo>
                    <a:pt x="208654" y="1067274"/>
                  </a:lnTo>
                  <a:lnTo>
                    <a:pt x="155913" y="1044132"/>
                  </a:lnTo>
                  <a:close/>
                  <a:moveTo>
                    <a:pt x="155913" y="1044132"/>
                  </a:moveTo>
                  <a:lnTo>
                    <a:pt x="208654" y="1067274"/>
                  </a:lnTo>
                  <a:lnTo>
                    <a:pt x="190743" y="1042904"/>
                  </a:lnTo>
                  <a:close/>
                  <a:moveTo>
                    <a:pt x="179382" y="1089234"/>
                  </a:moveTo>
                  <a:lnTo>
                    <a:pt x="155913" y="1044132"/>
                  </a:lnTo>
                  <a:lnTo>
                    <a:pt x="150793" y="1071723"/>
                  </a:lnTo>
                  <a:close/>
                  <a:moveTo>
                    <a:pt x="208654" y="1067274"/>
                  </a:moveTo>
                  <a:lnTo>
                    <a:pt x="214120" y="1072051"/>
                  </a:lnTo>
                  <a:lnTo>
                    <a:pt x="190743" y="1042904"/>
                  </a:lnTo>
                  <a:close/>
                  <a:moveTo>
                    <a:pt x="190743" y="1042904"/>
                  </a:moveTo>
                  <a:lnTo>
                    <a:pt x="214120" y="1072051"/>
                  </a:lnTo>
                  <a:lnTo>
                    <a:pt x="232806" y="1080543"/>
                  </a:lnTo>
                  <a:close/>
                  <a:moveTo>
                    <a:pt x="155913" y="1044132"/>
                  </a:moveTo>
                  <a:lnTo>
                    <a:pt x="180559" y="1006437"/>
                  </a:lnTo>
                  <a:lnTo>
                    <a:pt x="152872" y="1001857"/>
                  </a:lnTo>
                  <a:close/>
                  <a:moveTo>
                    <a:pt x="397547" y="1292581"/>
                  </a:moveTo>
                  <a:lnTo>
                    <a:pt x="393213" y="1299883"/>
                  </a:lnTo>
                  <a:lnTo>
                    <a:pt x="403058" y="1295809"/>
                  </a:lnTo>
                  <a:close/>
                  <a:moveTo>
                    <a:pt x="477565" y="1392635"/>
                  </a:moveTo>
                  <a:lnTo>
                    <a:pt x="496237" y="1395040"/>
                  </a:lnTo>
                  <a:lnTo>
                    <a:pt x="461527" y="1389842"/>
                  </a:lnTo>
                  <a:close/>
                  <a:moveTo>
                    <a:pt x="477565" y="1392635"/>
                  </a:moveTo>
                  <a:lnTo>
                    <a:pt x="506623" y="1396100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15164" y="1366091"/>
                  </a:lnTo>
                  <a:lnTo>
                    <a:pt x="496237" y="1395040"/>
                  </a:lnTo>
                  <a:close/>
                  <a:moveTo>
                    <a:pt x="506623" y="1396100"/>
                  </a:moveTo>
                  <a:lnTo>
                    <a:pt x="528564" y="1419694"/>
                  </a:lnTo>
                  <a:lnTo>
                    <a:pt x="562439" y="1421775"/>
                  </a:lnTo>
                  <a:close/>
                  <a:moveTo>
                    <a:pt x="492532" y="1318062"/>
                  </a:moveTo>
                  <a:lnTo>
                    <a:pt x="443735" y="1323320"/>
                  </a:lnTo>
                  <a:lnTo>
                    <a:pt x="453571" y="1329336"/>
                  </a:lnTo>
                  <a:close/>
                  <a:moveTo>
                    <a:pt x="397547" y="1292581"/>
                  </a:moveTo>
                  <a:lnTo>
                    <a:pt x="403058" y="1295809"/>
                  </a:lnTo>
                  <a:lnTo>
                    <a:pt x="404496" y="1290710"/>
                  </a:lnTo>
                  <a:close/>
                  <a:moveTo>
                    <a:pt x="404496" y="1290710"/>
                  </a:moveTo>
                  <a:lnTo>
                    <a:pt x="363853" y="1273806"/>
                  </a:lnTo>
                  <a:lnTo>
                    <a:pt x="397547" y="1292581"/>
                  </a:lnTo>
                  <a:close/>
                  <a:moveTo>
                    <a:pt x="452930" y="1278421"/>
                  </a:moveTo>
                  <a:lnTo>
                    <a:pt x="403058" y="1295809"/>
                  </a:lnTo>
                  <a:lnTo>
                    <a:pt x="443735" y="1323320"/>
                  </a:lnTo>
                  <a:close/>
                  <a:moveTo>
                    <a:pt x="359284" y="1210884"/>
                  </a:moveTo>
                  <a:lnTo>
                    <a:pt x="386256" y="1232990"/>
                  </a:lnTo>
                  <a:lnTo>
                    <a:pt x="365546" y="1219071"/>
                  </a:lnTo>
                  <a:close/>
                  <a:moveTo>
                    <a:pt x="402556" y="1247540"/>
                  </a:moveTo>
                  <a:lnTo>
                    <a:pt x="386256" y="1232990"/>
                  </a:lnTo>
                  <a:lnTo>
                    <a:pt x="359284" y="1210884"/>
                  </a:lnTo>
                  <a:close/>
                  <a:moveTo>
                    <a:pt x="359284" y="1210884"/>
                  </a:moveTo>
                  <a:lnTo>
                    <a:pt x="341986" y="1192048"/>
                  </a:lnTo>
                  <a:lnTo>
                    <a:pt x="336018" y="1219071"/>
                  </a:lnTo>
                  <a:close/>
                  <a:moveTo>
                    <a:pt x="245824" y="1025212"/>
                  </a:moveTo>
                  <a:lnTo>
                    <a:pt x="214120" y="1072051"/>
                  </a:lnTo>
                  <a:lnTo>
                    <a:pt x="230875" y="1054147"/>
                  </a:lnTo>
                  <a:close/>
                  <a:moveTo>
                    <a:pt x="230875" y="1054147"/>
                  </a:moveTo>
                  <a:lnTo>
                    <a:pt x="244567" y="1018113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33536" y="990456"/>
                  </a:lnTo>
                  <a:lnTo>
                    <a:pt x="245824" y="1025212"/>
                  </a:lnTo>
                  <a:close/>
                  <a:moveTo>
                    <a:pt x="244567" y="1018113"/>
                  </a:moveTo>
                  <a:lnTo>
                    <a:pt x="216743" y="981358"/>
                  </a:lnTo>
                  <a:lnTo>
                    <a:pt x="233536" y="990456"/>
                  </a:lnTo>
                  <a:close/>
                  <a:moveTo>
                    <a:pt x="550230" y="1348907"/>
                  </a:moveTo>
                  <a:lnTo>
                    <a:pt x="591055" y="1381634"/>
                  </a:lnTo>
                  <a:lnTo>
                    <a:pt x="595091" y="1333606"/>
                  </a:lnTo>
                  <a:close/>
                  <a:moveTo>
                    <a:pt x="595091" y="1333606"/>
                  </a:moveTo>
                  <a:lnTo>
                    <a:pt x="637066" y="1355429"/>
                  </a:lnTo>
                  <a:lnTo>
                    <a:pt x="606082" y="1331724"/>
                  </a:lnTo>
                  <a:close/>
                  <a:moveTo>
                    <a:pt x="428609" y="1201887"/>
                  </a:moveTo>
                  <a:lnTo>
                    <a:pt x="440478" y="1214934"/>
                  </a:lnTo>
                  <a:lnTo>
                    <a:pt x="440423" y="1199096"/>
                  </a:lnTo>
                  <a:close/>
                  <a:moveTo>
                    <a:pt x="440423" y="1199096"/>
                  </a:moveTo>
                  <a:lnTo>
                    <a:pt x="398632" y="1183053"/>
                  </a:lnTo>
                  <a:lnTo>
                    <a:pt x="428609" y="1201887"/>
                  </a:lnTo>
                  <a:close/>
                  <a:moveTo>
                    <a:pt x="404228" y="1156686"/>
                  </a:moveTo>
                  <a:lnTo>
                    <a:pt x="398632" y="1183053"/>
                  </a:lnTo>
                  <a:lnTo>
                    <a:pt x="440423" y="1199096"/>
                  </a:lnTo>
                  <a:close/>
                  <a:moveTo>
                    <a:pt x="434694" y="1159006"/>
                  </a:moveTo>
                  <a:lnTo>
                    <a:pt x="404228" y="1156686"/>
                  </a:lnTo>
                  <a:lnTo>
                    <a:pt x="440423" y="1199096"/>
                  </a:lnTo>
                  <a:close/>
                  <a:moveTo>
                    <a:pt x="262835" y="1011383"/>
                  </a:moveTo>
                  <a:lnTo>
                    <a:pt x="244567" y="1018113"/>
                  </a:lnTo>
                  <a:lnTo>
                    <a:pt x="230875" y="1054147"/>
                  </a:lnTo>
                  <a:close/>
                  <a:moveTo>
                    <a:pt x="216743" y="981358"/>
                  </a:moveTo>
                  <a:lnTo>
                    <a:pt x="219007" y="975179"/>
                  </a:lnTo>
                  <a:lnTo>
                    <a:pt x="219071" y="930380"/>
                  </a:lnTo>
                  <a:close/>
                  <a:moveTo>
                    <a:pt x="645585" y="1314541"/>
                  </a:moveTo>
                  <a:lnTo>
                    <a:pt x="606082" y="1331724"/>
                  </a:lnTo>
                  <a:lnTo>
                    <a:pt x="637066" y="1355429"/>
                  </a:lnTo>
                  <a:close/>
                  <a:moveTo>
                    <a:pt x="230490" y="890664"/>
                  </a:moveTo>
                  <a:lnTo>
                    <a:pt x="222210" y="925539"/>
                  </a:lnTo>
                  <a:lnTo>
                    <a:pt x="220973" y="884087"/>
                  </a:lnTo>
                  <a:close/>
                  <a:moveTo>
                    <a:pt x="694776" y="1306740"/>
                  </a:moveTo>
                  <a:lnTo>
                    <a:pt x="667564" y="1260602"/>
                  </a:lnTo>
                  <a:lnTo>
                    <a:pt x="656766" y="1265807"/>
                  </a:lnTo>
                  <a:close/>
                  <a:moveTo>
                    <a:pt x="656766" y="1265807"/>
                  </a:moveTo>
                  <a:lnTo>
                    <a:pt x="665707" y="1270099"/>
                  </a:lnTo>
                  <a:lnTo>
                    <a:pt x="694776" y="1306740"/>
                  </a:lnTo>
                  <a:close/>
                  <a:moveTo>
                    <a:pt x="636107" y="1187092"/>
                  </a:moveTo>
                  <a:lnTo>
                    <a:pt x="605663" y="1170179"/>
                  </a:lnTo>
                  <a:lnTo>
                    <a:pt x="581374" y="1175574"/>
                  </a:lnTo>
                  <a:close/>
                  <a:moveTo>
                    <a:pt x="585826" y="1150338"/>
                  </a:moveTo>
                  <a:lnTo>
                    <a:pt x="581374" y="1175574"/>
                  </a:lnTo>
                  <a:lnTo>
                    <a:pt x="605663" y="1170179"/>
                  </a:lnTo>
                  <a:close/>
                  <a:moveTo>
                    <a:pt x="540930" y="1113582"/>
                  </a:moveTo>
                  <a:lnTo>
                    <a:pt x="540355" y="1146786"/>
                  </a:lnTo>
                  <a:lnTo>
                    <a:pt x="562220" y="1132330"/>
                  </a:lnTo>
                  <a:close/>
                  <a:moveTo>
                    <a:pt x="540930" y="1113582"/>
                  </a:moveTo>
                  <a:lnTo>
                    <a:pt x="522296" y="1130766"/>
                  </a:lnTo>
                  <a:lnTo>
                    <a:pt x="540355" y="1146786"/>
                  </a:lnTo>
                  <a:close/>
                  <a:moveTo>
                    <a:pt x="514789" y="1079571"/>
                  </a:moveTo>
                  <a:lnTo>
                    <a:pt x="511569" y="1078849"/>
                  </a:lnTo>
                  <a:lnTo>
                    <a:pt x="540930" y="1113582"/>
                  </a:lnTo>
                  <a:close/>
                  <a:moveTo>
                    <a:pt x="540930" y="1113582"/>
                  </a:moveTo>
                  <a:lnTo>
                    <a:pt x="511569" y="1078849"/>
                  </a:lnTo>
                  <a:lnTo>
                    <a:pt x="512557" y="1094011"/>
                  </a:lnTo>
                  <a:close/>
                  <a:moveTo>
                    <a:pt x="540930" y="1113582"/>
                  </a:moveTo>
                  <a:lnTo>
                    <a:pt x="512557" y="1094011"/>
                  </a:lnTo>
                  <a:lnTo>
                    <a:pt x="522296" y="1130766"/>
                  </a:lnTo>
                  <a:close/>
                  <a:moveTo>
                    <a:pt x="511322" y="1076828"/>
                  </a:moveTo>
                  <a:lnTo>
                    <a:pt x="486351" y="1069450"/>
                  </a:lnTo>
                  <a:lnTo>
                    <a:pt x="511569" y="1078849"/>
                  </a:lnTo>
                  <a:close/>
                  <a:moveTo>
                    <a:pt x="465577" y="1057256"/>
                  </a:moveTo>
                  <a:lnTo>
                    <a:pt x="486351" y="1069450"/>
                  </a:lnTo>
                  <a:lnTo>
                    <a:pt x="511322" y="1076828"/>
                  </a:lnTo>
                  <a:close/>
                  <a:moveTo>
                    <a:pt x="511322" y="1076828"/>
                  </a:moveTo>
                  <a:lnTo>
                    <a:pt x="511569" y="1078849"/>
                  </a:lnTo>
                  <a:lnTo>
                    <a:pt x="514789" y="1079571"/>
                  </a:lnTo>
                  <a:close/>
                  <a:moveTo>
                    <a:pt x="648388" y="1138376"/>
                  </a:moveTo>
                  <a:lnTo>
                    <a:pt x="613842" y="1139373"/>
                  </a:lnTo>
                  <a:lnTo>
                    <a:pt x="654307" y="1178312"/>
                  </a:lnTo>
                  <a:close/>
                  <a:moveTo>
                    <a:pt x="654307" y="1178312"/>
                  </a:moveTo>
                  <a:lnTo>
                    <a:pt x="675618" y="1143327"/>
                  </a:lnTo>
                  <a:lnTo>
                    <a:pt x="648388" y="1138376"/>
                  </a:lnTo>
                  <a:close/>
                  <a:moveTo>
                    <a:pt x="585826" y="1150338"/>
                  </a:moveTo>
                  <a:lnTo>
                    <a:pt x="605663" y="1170179"/>
                  </a:lnTo>
                  <a:lnTo>
                    <a:pt x="613842" y="1139373"/>
                  </a:lnTo>
                  <a:close/>
                  <a:moveTo>
                    <a:pt x="613842" y="1139373"/>
                  </a:moveTo>
                  <a:lnTo>
                    <a:pt x="562220" y="1132330"/>
                  </a:lnTo>
                  <a:lnTo>
                    <a:pt x="585826" y="1150338"/>
                  </a:lnTo>
                  <a:close/>
                  <a:moveTo>
                    <a:pt x="575169" y="1098978"/>
                  </a:moveTo>
                  <a:lnTo>
                    <a:pt x="562220" y="1132330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37191" y="1096399"/>
                  </a:lnTo>
                  <a:lnTo>
                    <a:pt x="648388" y="1138376"/>
                  </a:lnTo>
                  <a:close/>
                  <a:moveTo>
                    <a:pt x="648388" y="1138376"/>
                  </a:moveTo>
                  <a:lnTo>
                    <a:pt x="637191" y="1096399"/>
                  </a:lnTo>
                  <a:lnTo>
                    <a:pt x="605109" y="1101726"/>
                  </a:lnTo>
                  <a:close/>
                  <a:moveTo>
                    <a:pt x="648388" y="1138376"/>
                  </a:moveTo>
                  <a:lnTo>
                    <a:pt x="605109" y="1101726"/>
                  </a:lnTo>
                  <a:lnTo>
                    <a:pt x="613842" y="1139373"/>
                  </a:lnTo>
                  <a:close/>
                  <a:moveTo>
                    <a:pt x="648432" y="1109299"/>
                  </a:moveTo>
                  <a:lnTo>
                    <a:pt x="648388" y="1138376"/>
                  </a:lnTo>
                  <a:lnTo>
                    <a:pt x="656674" y="1096399"/>
                  </a:lnTo>
                  <a:close/>
                  <a:moveTo>
                    <a:pt x="593685" y="1066267"/>
                  </a:moveTo>
                  <a:lnTo>
                    <a:pt x="575169" y="1098978"/>
                  </a:lnTo>
                  <a:lnTo>
                    <a:pt x="605109" y="1101726"/>
                  </a:lnTo>
                  <a:close/>
                  <a:moveTo>
                    <a:pt x="643701" y="1091612"/>
                  </a:moveTo>
                  <a:lnTo>
                    <a:pt x="602715" y="1076828"/>
                  </a:lnTo>
                  <a:lnTo>
                    <a:pt x="605109" y="1101726"/>
                  </a:lnTo>
                  <a:close/>
                  <a:moveTo>
                    <a:pt x="511322" y="1076828"/>
                  </a:moveTo>
                  <a:lnTo>
                    <a:pt x="514789" y="1079571"/>
                  </a:lnTo>
                  <a:lnTo>
                    <a:pt x="519834" y="1072130"/>
                  </a:lnTo>
                  <a:close/>
                  <a:moveTo>
                    <a:pt x="405339" y="823299"/>
                  </a:moveTo>
                  <a:lnTo>
                    <a:pt x="381495" y="802359"/>
                  </a:lnTo>
                  <a:lnTo>
                    <a:pt x="403593" y="843973"/>
                  </a:lnTo>
                  <a:close/>
                  <a:moveTo>
                    <a:pt x="539558" y="951392"/>
                  </a:moveTo>
                  <a:lnTo>
                    <a:pt x="573945" y="932196"/>
                  </a:lnTo>
                  <a:lnTo>
                    <a:pt x="541162" y="947637"/>
                  </a:lnTo>
                  <a:close/>
                  <a:moveTo>
                    <a:pt x="534963" y="934212"/>
                  </a:moveTo>
                  <a:lnTo>
                    <a:pt x="541162" y="947637"/>
                  </a:lnTo>
                  <a:lnTo>
                    <a:pt x="573945" y="932196"/>
                  </a:lnTo>
                  <a:close/>
                  <a:moveTo>
                    <a:pt x="496522" y="867347"/>
                  </a:moveTo>
                  <a:lnTo>
                    <a:pt x="495071" y="895441"/>
                  </a:lnTo>
                  <a:lnTo>
                    <a:pt x="494997" y="858686"/>
                  </a:lnTo>
                  <a:close/>
                  <a:moveTo>
                    <a:pt x="505716" y="904619"/>
                  </a:moveTo>
                  <a:lnTo>
                    <a:pt x="495071" y="895441"/>
                  </a:lnTo>
                  <a:lnTo>
                    <a:pt x="496522" y="867347"/>
                  </a:lnTo>
                  <a:close/>
                  <a:moveTo>
                    <a:pt x="381495" y="802359"/>
                  </a:moveTo>
                  <a:lnTo>
                    <a:pt x="405339" y="823299"/>
                  </a:lnTo>
                  <a:lnTo>
                    <a:pt x="409163" y="794697"/>
                  </a:lnTo>
                  <a:close/>
                  <a:moveTo>
                    <a:pt x="409163" y="794697"/>
                  </a:moveTo>
                  <a:lnTo>
                    <a:pt x="405339" y="823299"/>
                  </a:lnTo>
                  <a:lnTo>
                    <a:pt x="417067" y="802359"/>
                  </a:lnTo>
                  <a:close/>
                  <a:moveTo>
                    <a:pt x="409163" y="794697"/>
                  </a:moveTo>
                  <a:lnTo>
                    <a:pt x="417067" y="802359"/>
                  </a:lnTo>
                  <a:lnTo>
                    <a:pt x="393099" y="777535"/>
                  </a:lnTo>
                  <a:close/>
                  <a:moveTo>
                    <a:pt x="739416" y="1104113"/>
                  </a:moveTo>
                  <a:lnTo>
                    <a:pt x="752794" y="1062925"/>
                  </a:lnTo>
                  <a:lnTo>
                    <a:pt x="716005" y="1079216"/>
                  </a:lnTo>
                  <a:close/>
                  <a:moveTo>
                    <a:pt x="752794" y="1062925"/>
                  </a:moveTo>
                  <a:lnTo>
                    <a:pt x="794809" y="1090434"/>
                  </a:lnTo>
                  <a:lnTo>
                    <a:pt x="760514" y="1062032"/>
                  </a:lnTo>
                  <a:close/>
                  <a:moveTo>
                    <a:pt x="696697" y="988522"/>
                  </a:moveTo>
                  <a:lnTo>
                    <a:pt x="671496" y="1005706"/>
                  </a:lnTo>
                  <a:lnTo>
                    <a:pt x="683877" y="1021040"/>
                  </a:lnTo>
                  <a:close/>
                  <a:moveTo>
                    <a:pt x="669615" y="968951"/>
                  </a:moveTo>
                  <a:lnTo>
                    <a:pt x="696697" y="988522"/>
                  </a:lnTo>
                  <a:lnTo>
                    <a:pt x="670467" y="951767"/>
                  </a:lnTo>
                  <a:close/>
                  <a:moveTo>
                    <a:pt x="644458" y="932196"/>
                  </a:moveTo>
                  <a:lnTo>
                    <a:pt x="670467" y="951767"/>
                  </a:lnTo>
                  <a:lnTo>
                    <a:pt x="648816" y="915012"/>
                  </a:lnTo>
                  <a:close/>
                  <a:moveTo>
                    <a:pt x="873203" y="1134387"/>
                  </a:moveTo>
                  <a:lnTo>
                    <a:pt x="840780" y="1135065"/>
                  </a:lnTo>
                  <a:lnTo>
                    <a:pt x="860522" y="1081604"/>
                  </a:lnTo>
                  <a:close/>
                  <a:moveTo>
                    <a:pt x="670467" y="951767"/>
                  </a:moveTo>
                  <a:lnTo>
                    <a:pt x="705540" y="984760"/>
                  </a:lnTo>
                  <a:lnTo>
                    <a:pt x="705026" y="940431"/>
                  </a:lnTo>
                  <a:close/>
                  <a:moveTo>
                    <a:pt x="692059" y="897829"/>
                  </a:moveTo>
                  <a:lnTo>
                    <a:pt x="705026" y="940431"/>
                  </a:lnTo>
                  <a:lnTo>
                    <a:pt x="707876" y="918353"/>
                  </a:lnTo>
                  <a:close/>
                  <a:moveTo>
                    <a:pt x="670467" y="951767"/>
                  </a:moveTo>
                  <a:lnTo>
                    <a:pt x="705026" y="940431"/>
                  </a:lnTo>
                  <a:lnTo>
                    <a:pt x="692059" y="897829"/>
                  </a:lnTo>
                  <a:close/>
                  <a:moveTo>
                    <a:pt x="651760" y="833119"/>
                  </a:moveTo>
                  <a:lnTo>
                    <a:pt x="633545" y="837214"/>
                  </a:lnTo>
                  <a:lnTo>
                    <a:pt x="677808" y="861074"/>
                  </a:lnTo>
                  <a:close/>
                  <a:moveTo>
                    <a:pt x="624172" y="787564"/>
                  </a:moveTo>
                  <a:lnTo>
                    <a:pt x="608846" y="804747"/>
                  </a:lnTo>
                  <a:lnTo>
                    <a:pt x="639855" y="824319"/>
                  </a:lnTo>
                  <a:close/>
                  <a:moveTo>
                    <a:pt x="639855" y="824319"/>
                  </a:moveTo>
                  <a:lnTo>
                    <a:pt x="633545" y="837214"/>
                  </a:lnTo>
                  <a:lnTo>
                    <a:pt x="651760" y="833119"/>
                  </a:lnTo>
                  <a:close/>
                  <a:moveTo>
                    <a:pt x="913143" y="1101176"/>
                  </a:moveTo>
                  <a:lnTo>
                    <a:pt x="860522" y="1081604"/>
                  </a:lnTo>
                  <a:lnTo>
                    <a:pt x="887849" y="1118359"/>
                  </a:lnTo>
                  <a:close/>
                  <a:moveTo>
                    <a:pt x="692059" y="897829"/>
                  </a:moveTo>
                  <a:lnTo>
                    <a:pt x="707876" y="918353"/>
                  </a:lnTo>
                  <a:lnTo>
                    <a:pt x="718750" y="884526"/>
                  </a:lnTo>
                  <a:close/>
                  <a:moveTo>
                    <a:pt x="718750" y="884526"/>
                  </a:moveTo>
                  <a:lnTo>
                    <a:pt x="707876" y="918353"/>
                  </a:lnTo>
                  <a:lnTo>
                    <a:pt x="722691" y="897829"/>
                  </a:lnTo>
                  <a:close/>
                  <a:moveTo>
                    <a:pt x="718750" y="884526"/>
                  </a:moveTo>
                  <a:lnTo>
                    <a:pt x="722691" y="897829"/>
                  </a:lnTo>
                  <a:lnTo>
                    <a:pt x="727046" y="860123"/>
                  </a:lnTo>
                  <a:close/>
                  <a:moveTo>
                    <a:pt x="701297" y="853968"/>
                  </a:moveTo>
                  <a:lnTo>
                    <a:pt x="718750" y="884526"/>
                  </a:lnTo>
                  <a:lnTo>
                    <a:pt x="727046" y="860123"/>
                  </a:lnTo>
                  <a:close/>
                  <a:moveTo>
                    <a:pt x="657541" y="770381"/>
                  </a:moveTo>
                  <a:lnTo>
                    <a:pt x="653425" y="821052"/>
                  </a:lnTo>
                  <a:lnTo>
                    <a:pt x="661768" y="774331"/>
                  </a:lnTo>
                  <a:close/>
                  <a:moveTo>
                    <a:pt x="639855" y="824319"/>
                  </a:moveTo>
                  <a:lnTo>
                    <a:pt x="653425" y="821052"/>
                  </a:lnTo>
                  <a:lnTo>
                    <a:pt x="657541" y="770381"/>
                  </a:lnTo>
                  <a:close/>
                  <a:moveTo>
                    <a:pt x="681271" y="770381"/>
                  </a:moveTo>
                  <a:lnTo>
                    <a:pt x="661768" y="774331"/>
                  </a:lnTo>
                  <a:lnTo>
                    <a:pt x="693095" y="771142"/>
                  </a:lnTo>
                  <a:close/>
                  <a:moveTo>
                    <a:pt x="693095" y="771142"/>
                  </a:moveTo>
                  <a:lnTo>
                    <a:pt x="661768" y="774331"/>
                  </a:lnTo>
                  <a:lnTo>
                    <a:pt x="653425" y="821052"/>
                  </a:lnTo>
                  <a:close/>
                  <a:moveTo>
                    <a:pt x="693095" y="771142"/>
                  </a:moveTo>
                  <a:lnTo>
                    <a:pt x="653425" y="821052"/>
                  </a:lnTo>
                  <a:lnTo>
                    <a:pt x="697618" y="812212"/>
                  </a:lnTo>
                  <a:close/>
                  <a:moveTo>
                    <a:pt x="701238" y="770381"/>
                  </a:moveTo>
                  <a:lnTo>
                    <a:pt x="693095" y="771142"/>
                  </a:lnTo>
                  <a:lnTo>
                    <a:pt x="697618" y="812212"/>
                  </a:lnTo>
                  <a:close/>
                  <a:moveTo>
                    <a:pt x="693410" y="768058"/>
                  </a:moveTo>
                  <a:lnTo>
                    <a:pt x="693095" y="771142"/>
                  </a:lnTo>
                  <a:lnTo>
                    <a:pt x="701238" y="770381"/>
                  </a:lnTo>
                  <a:close/>
                  <a:moveTo>
                    <a:pt x="681271" y="770381"/>
                  </a:moveTo>
                  <a:lnTo>
                    <a:pt x="693095" y="771142"/>
                  </a:lnTo>
                  <a:lnTo>
                    <a:pt x="693410" y="768058"/>
                  </a:lnTo>
                  <a:close/>
                  <a:moveTo>
                    <a:pt x="978294" y="1122192"/>
                  </a:moveTo>
                  <a:lnTo>
                    <a:pt x="1007437" y="1098487"/>
                  </a:lnTo>
                  <a:lnTo>
                    <a:pt x="997088" y="1089255"/>
                  </a:lnTo>
                  <a:close/>
                  <a:moveTo>
                    <a:pt x="978294" y="1122192"/>
                  </a:moveTo>
                  <a:lnTo>
                    <a:pt x="997088" y="1089255"/>
                  </a:lnTo>
                  <a:lnTo>
                    <a:pt x="966958" y="1086661"/>
                  </a:lnTo>
                  <a:close/>
                  <a:moveTo>
                    <a:pt x="923232" y="1095121"/>
                  </a:moveTo>
                  <a:lnTo>
                    <a:pt x="966958" y="1086661"/>
                  </a:lnTo>
                  <a:lnTo>
                    <a:pt x="953946" y="1052493"/>
                  </a:lnTo>
                  <a:close/>
                  <a:moveTo>
                    <a:pt x="966958" y="1086661"/>
                  </a:moveTo>
                  <a:lnTo>
                    <a:pt x="997088" y="1089255"/>
                  </a:lnTo>
                  <a:lnTo>
                    <a:pt x="981274" y="1057364"/>
                  </a:lnTo>
                  <a:close/>
                  <a:moveTo>
                    <a:pt x="966958" y="1086661"/>
                  </a:moveTo>
                  <a:lnTo>
                    <a:pt x="981274" y="1057364"/>
                  </a:lnTo>
                  <a:lnTo>
                    <a:pt x="953946" y="1052493"/>
                  </a:lnTo>
                  <a:close/>
                  <a:moveTo>
                    <a:pt x="769916" y="789952"/>
                  </a:moveTo>
                  <a:lnTo>
                    <a:pt x="739965" y="817543"/>
                  </a:lnTo>
                  <a:lnTo>
                    <a:pt x="776647" y="843891"/>
                  </a:lnTo>
                  <a:close/>
                  <a:moveTo>
                    <a:pt x="769916" y="789952"/>
                  </a:moveTo>
                  <a:lnTo>
                    <a:pt x="776647" y="843891"/>
                  </a:lnTo>
                  <a:lnTo>
                    <a:pt x="777256" y="826707"/>
                  </a:lnTo>
                  <a:close/>
                  <a:moveTo>
                    <a:pt x="657541" y="770381"/>
                  </a:moveTo>
                  <a:lnTo>
                    <a:pt x="661768" y="774331"/>
                  </a:lnTo>
                  <a:lnTo>
                    <a:pt x="663816" y="767857"/>
                  </a:lnTo>
                  <a:close/>
                  <a:moveTo>
                    <a:pt x="663816" y="767857"/>
                  </a:moveTo>
                  <a:lnTo>
                    <a:pt x="661768" y="774331"/>
                  </a:lnTo>
                  <a:lnTo>
                    <a:pt x="681271" y="770381"/>
                  </a:lnTo>
                  <a:close/>
                  <a:moveTo>
                    <a:pt x="696744" y="723428"/>
                  </a:moveTo>
                  <a:lnTo>
                    <a:pt x="681271" y="770381"/>
                  </a:lnTo>
                  <a:lnTo>
                    <a:pt x="693410" y="768058"/>
                  </a:lnTo>
                  <a:close/>
                  <a:moveTo>
                    <a:pt x="663816" y="767857"/>
                  </a:moveTo>
                  <a:lnTo>
                    <a:pt x="681271" y="770381"/>
                  </a:lnTo>
                  <a:lnTo>
                    <a:pt x="696744" y="723428"/>
                  </a:lnTo>
                  <a:close/>
                  <a:moveTo>
                    <a:pt x="722468" y="716442"/>
                  </a:moveTo>
                  <a:lnTo>
                    <a:pt x="693410" y="768058"/>
                  </a:lnTo>
                  <a:lnTo>
                    <a:pt x="701238" y="770381"/>
                  </a:lnTo>
                  <a:close/>
                  <a:moveTo>
                    <a:pt x="582061" y="504689"/>
                  </a:moveTo>
                  <a:lnTo>
                    <a:pt x="546802" y="540329"/>
                  </a:lnTo>
                  <a:lnTo>
                    <a:pt x="553193" y="521330"/>
                  </a:lnTo>
                  <a:close/>
                  <a:moveTo>
                    <a:pt x="1066889" y="1030054"/>
                  </a:moveTo>
                  <a:lnTo>
                    <a:pt x="1084101" y="1072691"/>
                  </a:lnTo>
                  <a:lnTo>
                    <a:pt x="1087900" y="1053963"/>
                  </a:lnTo>
                  <a:close/>
                  <a:moveTo>
                    <a:pt x="1066889" y="1030054"/>
                  </a:moveTo>
                  <a:lnTo>
                    <a:pt x="1044977" y="1018056"/>
                  </a:lnTo>
                  <a:lnTo>
                    <a:pt x="1026632" y="1045674"/>
                  </a:lnTo>
                  <a:close/>
                  <a:moveTo>
                    <a:pt x="769916" y="789952"/>
                  </a:moveTo>
                  <a:lnTo>
                    <a:pt x="813918" y="777049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761076" y="742963"/>
                  </a:lnTo>
                  <a:lnTo>
                    <a:pt x="807621" y="776958"/>
                  </a:lnTo>
                  <a:close/>
                  <a:moveTo>
                    <a:pt x="799100" y="739138"/>
                  </a:moveTo>
                  <a:lnTo>
                    <a:pt x="807621" y="776958"/>
                  </a:lnTo>
                  <a:lnTo>
                    <a:pt x="822413" y="747273"/>
                  </a:lnTo>
                  <a:close/>
                  <a:moveTo>
                    <a:pt x="757235" y="699259"/>
                  </a:moveTo>
                  <a:lnTo>
                    <a:pt x="761076" y="742963"/>
                  </a:lnTo>
                  <a:lnTo>
                    <a:pt x="760767" y="702900"/>
                  </a:lnTo>
                  <a:close/>
                  <a:moveTo>
                    <a:pt x="761076" y="742963"/>
                  </a:moveTo>
                  <a:lnTo>
                    <a:pt x="799100" y="739138"/>
                  </a:lnTo>
                  <a:lnTo>
                    <a:pt x="760767" y="702900"/>
                  </a:lnTo>
                  <a:close/>
                  <a:moveTo>
                    <a:pt x="722468" y="716442"/>
                  </a:moveTo>
                  <a:lnTo>
                    <a:pt x="757235" y="699259"/>
                  </a:lnTo>
                  <a:lnTo>
                    <a:pt x="697909" y="688671"/>
                  </a:lnTo>
                  <a:close/>
                  <a:moveTo>
                    <a:pt x="757235" y="699259"/>
                  </a:moveTo>
                  <a:lnTo>
                    <a:pt x="717877" y="667120"/>
                  </a:lnTo>
                  <a:lnTo>
                    <a:pt x="697909" y="688671"/>
                  </a:lnTo>
                  <a:close/>
                  <a:moveTo>
                    <a:pt x="169468" y="3929"/>
                  </a:moveTo>
                  <a:lnTo>
                    <a:pt x="180519" y="0"/>
                  </a:lnTo>
                  <a:lnTo>
                    <a:pt x="148796" y="5968"/>
                  </a:lnTo>
                  <a:close/>
                  <a:moveTo>
                    <a:pt x="169468" y="3929"/>
                  </a:moveTo>
                  <a:lnTo>
                    <a:pt x="191023" y="13493"/>
                  </a:lnTo>
                  <a:lnTo>
                    <a:pt x="180519" y="0"/>
                  </a:lnTo>
                  <a:close/>
                  <a:moveTo>
                    <a:pt x="1087900" y="1053963"/>
                  </a:moveTo>
                  <a:lnTo>
                    <a:pt x="1096972" y="1017480"/>
                  </a:lnTo>
                  <a:lnTo>
                    <a:pt x="1066889" y="1030054"/>
                  </a:lnTo>
                  <a:close/>
                  <a:moveTo>
                    <a:pt x="1066889" y="1030054"/>
                  </a:moveTo>
                  <a:lnTo>
                    <a:pt x="1096972" y="1017480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96972" y="1017480"/>
                  </a:lnTo>
                  <a:lnTo>
                    <a:pt x="1085808" y="981809"/>
                  </a:lnTo>
                  <a:close/>
                  <a:moveTo>
                    <a:pt x="1066889" y="1030054"/>
                  </a:moveTo>
                  <a:lnTo>
                    <a:pt x="1053649" y="980865"/>
                  </a:lnTo>
                  <a:lnTo>
                    <a:pt x="1044977" y="1018056"/>
                  </a:lnTo>
                  <a:close/>
                  <a:moveTo>
                    <a:pt x="1042014" y="976116"/>
                  </a:moveTo>
                  <a:lnTo>
                    <a:pt x="1044977" y="1018056"/>
                  </a:lnTo>
                  <a:lnTo>
                    <a:pt x="1053649" y="980865"/>
                  </a:lnTo>
                  <a:close/>
                  <a:moveTo>
                    <a:pt x="1053649" y="980865"/>
                  </a:moveTo>
                  <a:lnTo>
                    <a:pt x="1085808" y="981809"/>
                  </a:lnTo>
                  <a:lnTo>
                    <a:pt x="1030854" y="954650"/>
                  </a:lnTo>
                  <a:close/>
                  <a:moveTo>
                    <a:pt x="1010138" y="944403"/>
                  </a:moveTo>
                  <a:lnTo>
                    <a:pt x="1042014" y="976116"/>
                  </a:lnTo>
                  <a:lnTo>
                    <a:pt x="1053649" y="980865"/>
                  </a:lnTo>
                  <a:close/>
                  <a:moveTo>
                    <a:pt x="862945" y="772769"/>
                  </a:moveTo>
                  <a:lnTo>
                    <a:pt x="884066" y="790167"/>
                  </a:lnTo>
                  <a:lnTo>
                    <a:pt x="903285" y="765817"/>
                  </a:lnTo>
                  <a:close/>
                  <a:moveTo>
                    <a:pt x="862945" y="772769"/>
                  </a:moveTo>
                  <a:lnTo>
                    <a:pt x="903285" y="765817"/>
                  </a:lnTo>
                  <a:lnTo>
                    <a:pt x="885939" y="755586"/>
                  </a:lnTo>
                  <a:close/>
                  <a:moveTo>
                    <a:pt x="760552" y="698642"/>
                  </a:moveTo>
                  <a:lnTo>
                    <a:pt x="757235" y="699259"/>
                  </a:lnTo>
                  <a:lnTo>
                    <a:pt x="760767" y="702900"/>
                  </a:lnTo>
                  <a:close/>
                  <a:moveTo>
                    <a:pt x="757235" y="699259"/>
                  </a:moveTo>
                  <a:lnTo>
                    <a:pt x="760552" y="698642"/>
                  </a:lnTo>
                  <a:lnTo>
                    <a:pt x="772238" y="649581"/>
                  </a:lnTo>
                  <a:close/>
                  <a:moveTo>
                    <a:pt x="885939" y="755586"/>
                  </a:moveTo>
                  <a:lnTo>
                    <a:pt x="912204" y="746110"/>
                  </a:lnTo>
                  <a:lnTo>
                    <a:pt x="870148" y="718831"/>
                  </a:lnTo>
                  <a:close/>
                  <a:moveTo>
                    <a:pt x="807235" y="598283"/>
                  </a:moveTo>
                  <a:lnTo>
                    <a:pt x="828560" y="608034"/>
                  </a:lnTo>
                  <a:lnTo>
                    <a:pt x="832093" y="560415"/>
                  </a:lnTo>
                  <a:close/>
                  <a:moveTo>
                    <a:pt x="961588" y="554062"/>
                  </a:moveTo>
                  <a:lnTo>
                    <a:pt x="991977" y="593771"/>
                  </a:lnTo>
                  <a:lnTo>
                    <a:pt x="968952" y="55701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33" name="Input_density__72">
              <a:extLst>
                <a:ext uri="{FF2B5EF4-FFF2-40B4-BE49-F238E27FC236}">
                  <a16:creationId xmlns:a16="http://schemas.microsoft.com/office/drawing/2014/main" id="{6857E792-6913-B090-CCCF-681455B4A491}"/>
                </a:ext>
              </a:extLst>
            </p:cNvPr>
            <p:cNvSpPr>
              <a:spLocks noGrp="1"/>
            </p:cNvSpPr>
            <p:nvPr/>
          </p:nvSpPr>
          <p:spPr>
            <a:xfrm>
              <a:off x="904944" y="2303222"/>
              <a:ext cx="1049061" cy="970305"/>
            </a:xfrm>
            <a:custGeom>
              <a:avLst/>
              <a:gdLst/>
              <a:ahLst/>
              <a:cxnLst/>
              <a:rect l="0" t="0" r="0" b="0"/>
              <a:pathLst>
                <a:path w="1049061" h="970305">
                  <a:moveTo>
                    <a:pt x="11441" y="675613"/>
                  </a:moveTo>
                  <a:lnTo>
                    <a:pt x="0" y="665941"/>
                  </a:lnTo>
                  <a:lnTo>
                    <a:pt x="12374" y="688575"/>
                  </a:lnTo>
                  <a:close/>
                  <a:moveTo>
                    <a:pt x="269168" y="896142"/>
                  </a:moveTo>
                  <a:lnTo>
                    <a:pt x="270886" y="909422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7142" y="932897"/>
                  </a:lnTo>
                  <a:lnTo>
                    <a:pt x="333005" y="942747"/>
                  </a:lnTo>
                  <a:close/>
                  <a:moveTo>
                    <a:pt x="317142" y="932897"/>
                  </a:moveTo>
                  <a:lnTo>
                    <a:pt x="349890" y="915714"/>
                  </a:lnTo>
                  <a:lnTo>
                    <a:pt x="292707" y="916659"/>
                  </a:lnTo>
                  <a:close/>
                  <a:moveTo>
                    <a:pt x="349890" y="915714"/>
                  </a:moveTo>
                  <a:lnTo>
                    <a:pt x="310962" y="888700"/>
                  </a:lnTo>
                  <a:lnTo>
                    <a:pt x="292707" y="916659"/>
                  </a:lnTo>
                  <a:close/>
                  <a:moveTo>
                    <a:pt x="290191" y="878959"/>
                  </a:moveTo>
                  <a:lnTo>
                    <a:pt x="292707" y="916659"/>
                  </a:lnTo>
                  <a:lnTo>
                    <a:pt x="310962" y="888700"/>
                  </a:lnTo>
                  <a:close/>
                  <a:moveTo>
                    <a:pt x="290191" y="878959"/>
                  </a:moveTo>
                  <a:lnTo>
                    <a:pt x="269168" y="896142"/>
                  </a:lnTo>
                  <a:lnTo>
                    <a:pt x="292707" y="916659"/>
                  </a:lnTo>
                  <a:close/>
                  <a:moveTo>
                    <a:pt x="269168" y="896142"/>
                  </a:moveTo>
                  <a:lnTo>
                    <a:pt x="290191" y="878959"/>
                  </a:lnTo>
                  <a:lnTo>
                    <a:pt x="247463" y="872074"/>
                  </a:lnTo>
                  <a:close/>
                  <a:moveTo>
                    <a:pt x="290191" y="878959"/>
                  </a:moveTo>
                  <a:lnTo>
                    <a:pt x="272334" y="868854"/>
                  </a:lnTo>
                  <a:lnTo>
                    <a:pt x="247463" y="872074"/>
                  </a:lnTo>
                  <a:close/>
                  <a:moveTo>
                    <a:pt x="247463" y="872074"/>
                  </a:moveTo>
                  <a:lnTo>
                    <a:pt x="230020" y="843721"/>
                  </a:lnTo>
                  <a:lnTo>
                    <a:pt x="234955" y="859387"/>
                  </a:lnTo>
                  <a:close/>
                  <a:moveTo>
                    <a:pt x="234955" y="859387"/>
                  </a:moveTo>
                  <a:lnTo>
                    <a:pt x="230020" y="843721"/>
                  </a:lnTo>
                  <a:lnTo>
                    <a:pt x="206609" y="818007"/>
                  </a:lnTo>
                  <a:close/>
                  <a:moveTo>
                    <a:pt x="432747" y="970305"/>
                  </a:moveTo>
                  <a:lnTo>
                    <a:pt x="408423" y="941278"/>
                  </a:lnTo>
                  <a:lnTo>
                    <a:pt x="415946" y="952469"/>
                  </a:lnTo>
                  <a:close/>
                  <a:moveTo>
                    <a:pt x="419394" y="948750"/>
                  </a:moveTo>
                  <a:lnTo>
                    <a:pt x="408423" y="941278"/>
                  </a:lnTo>
                  <a:lnTo>
                    <a:pt x="432747" y="970305"/>
                  </a:lnTo>
                  <a:close/>
                  <a:moveTo>
                    <a:pt x="458103" y="968900"/>
                  </a:moveTo>
                  <a:lnTo>
                    <a:pt x="419394" y="948750"/>
                  </a:lnTo>
                  <a:lnTo>
                    <a:pt x="432747" y="970305"/>
                  </a:lnTo>
                  <a:close/>
                  <a:moveTo>
                    <a:pt x="415946" y="952469"/>
                  </a:moveTo>
                  <a:lnTo>
                    <a:pt x="408423" y="941278"/>
                  </a:lnTo>
                  <a:lnTo>
                    <a:pt x="385887" y="914852"/>
                  </a:lnTo>
                  <a:close/>
                  <a:moveTo>
                    <a:pt x="408423" y="941278"/>
                  </a:moveTo>
                  <a:lnTo>
                    <a:pt x="367077" y="915714"/>
                  </a:lnTo>
                  <a:lnTo>
                    <a:pt x="385887" y="914852"/>
                  </a:lnTo>
                  <a:close/>
                  <a:moveTo>
                    <a:pt x="366542" y="875723"/>
                  </a:moveTo>
                  <a:lnTo>
                    <a:pt x="385887" y="914852"/>
                  </a:lnTo>
                  <a:lnTo>
                    <a:pt x="366457" y="878959"/>
                  </a:lnTo>
                  <a:close/>
                  <a:moveTo>
                    <a:pt x="366457" y="878959"/>
                  </a:moveTo>
                  <a:lnTo>
                    <a:pt x="385887" y="914852"/>
                  </a:lnTo>
                  <a:lnTo>
                    <a:pt x="367077" y="915714"/>
                  </a:lnTo>
                  <a:close/>
                  <a:moveTo>
                    <a:pt x="366542" y="875723"/>
                  </a:moveTo>
                  <a:lnTo>
                    <a:pt x="366457" y="878959"/>
                  </a:lnTo>
                  <a:lnTo>
                    <a:pt x="352599" y="870079"/>
                  </a:lnTo>
                  <a:close/>
                  <a:moveTo>
                    <a:pt x="400311" y="877401"/>
                  </a:moveTo>
                  <a:lnTo>
                    <a:pt x="387763" y="915714"/>
                  </a:lnTo>
                  <a:lnTo>
                    <a:pt x="385887" y="914852"/>
                  </a:lnTo>
                  <a:close/>
                  <a:moveTo>
                    <a:pt x="352599" y="870079"/>
                  </a:moveTo>
                  <a:lnTo>
                    <a:pt x="366457" y="878959"/>
                  </a:lnTo>
                  <a:lnTo>
                    <a:pt x="332328" y="844011"/>
                  </a:lnTo>
                  <a:close/>
                  <a:moveTo>
                    <a:pt x="330969" y="842204"/>
                  </a:moveTo>
                  <a:lnTo>
                    <a:pt x="352599" y="870079"/>
                  </a:lnTo>
                  <a:lnTo>
                    <a:pt x="332328" y="844011"/>
                  </a:lnTo>
                  <a:close/>
                  <a:moveTo>
                    <a:pt x="310812" y="832215"/>
                  </a:moveTo>
                  <a:lnTo>
                    <a:pt x="291545" y="816105"/>
                  </a:lnTo>
                  <a:lnTo>
                    <a:pt x="273405" y="790791"/>
                  </a:lnTo>
                  <a:close/>
                  <a:moveTo>
                    <a:pt x="310812" y="832215"/>
                  </a:moveTo>
                  <a:lnTo>
                    <a:pt x="330969" y="842204"/>
                  </a:lnTo>
                  <a:lnTo>
                    <a:pt x="291545" y="816105"/>
                  </a:lnTo>
                  <a:close/>
                  <a:moveTo>
                    <a:pt x="264997" y="714756"/>
                  </a:moveTo>
                  <a:lnTo>
                    <a:pt x="271656" y="741743"/>
                  </a:lnTo>
                  <a:lnTo>
                    <a:pt x="296226" y="737399"/>
                  </a:lnTo>
                  <a:close/>
                  <a:moveTo>
                    <a:pt x="241444" y="731939"/>
                  </a:moveTo>
                  <a:lnTo>
                    <a:pt x="264997" y="714756"/>
                  </a:lnTo>
                  <a:lnTo>
                    <a:pt x="235018" y="729337"/>
                  </a:lnTo>
                  <a:close/>
                  <a:moveTo>
                    <a:pt x="214348" y="680424"/>
                  </a:moveTo>
                  <a:lnTo>
                    <a:pt x="165299" y="717821"/>
                  </a:lnTo>
                  <a:lnTo>
                    <a:pt x="199604" y="721505"/>
                  </a:lnTo>
                  <a:close/>
                  <a:moveTo>
                    <a:pt x="199604" y="721505"/>
                  </a:moveTo>
                  <a:lnTo>
                    <a:pt x="235018" y="729337"/>
                  </a:lnTo>
                  <a:lnTo>
                    <a:pt x="249245" y="686321"/>
                  </a:lnTo>
                  <a:close/>
                  <a:moveTo>
                    <a:pt x="200821" y="629847"/>
                  </a:moveTo>
                  <a:lnTo>
                    <a:pt x="166093" y="621674"/>
                  </a:lnTo>
                  <a:lnTo>
                    <a:pt x="168685" y="642762"/>
                  </a:lnTo>
                  <a:close/>
                  <a:moveTo>
                    <a:pt x="168685" y="642762"/>
                  </a:moveTo>
                  <a:lnTo>
                    <a:pt x="166093" y="621674"/>
                  </a:lnTo>
                  <a:lnTo>
                    <a:pt x="156027" y="608306"/>
                  </a:lnTo>
                  <a:close/>
                  <a:moveTo>
                    <a:pt x="136927" y="579087"/>
                  </a:moveTo>
                  <a:lnTo>
                    <a:pt x="186902" y="577806"/>
                  </a:lnTo>
                  <a:lnTo>
                    <a:pt x="174794" y="567736"/>
                  </a:lnTo>
                  <a:close/>
                  <a:moveTo>
                    <a:pt x="136927" y="579087"/>
                  </a:moveTo>
                  <a:lnTo>
                    <a:pt x="132372" y="567736"/>
                  </a:lnTo>
                  <a:lnTo>
                    <a:pt x="139213" y="604491"/>
                  </a:lnTo>
                  <a:close/>
                  <a:moveTo>
                    <a:pt x="136927" y="579087"/>
                  </a:moveTo>
                  <a:lnTo>
                    <a:pt x="174794" y="567736"/>
                  </a:lnTo>
                  <a:lnTo>
                    <a:pt x="146205" y="550224"/>
                  </a:lnTo>
                  <a:close/>
                  <a:moveTo>
                    <a:pt x="146205" y="550224"/>
                  </a:moveTo>
                  <a:lnTo>
                    <a:pt x="115947" y="530981"/>
                  </a:lnTo>
                  <a:lnTo>
                    <a:pt x="136927" y="579087"/>
                  </a:lnTo>
                  <a:close/>
                  <a:moveTo>
                    <a:pt x="340053" y="734327"/>
                  </a:moveTo>
                  <a:lnTo>
                    <a:pt x="309015" y="751511"/>
                  </a:lnTo>
                  <a:lnTo>
                    <a:pt x="339444" y="774406"/>
                  </a:lnTo>
                  <a:close/>
                  <a:moveTo>
                    <a:pt x="388625" y="778384"/>
                  </a:moveTo>
                  <a:lnTo>
                    <a:pt x="392959" y="771082"/>
                  </a:lnTo>
                  <a:lnTo>
                    <a:pt x="373981" y="778959"/>
                  </a:lnTo>
                  <a:close/>
                  <a:moveTo>
                    <a:pt x="373981" y="778959"/>
                  </a:moveTo>
                  <a:lnTo>
                    <a:pt x="392959" y="771082"/>
                  </a:lnTo>
                  <a:lnTo>
                    <a:pt x="359266" y="752308"/>
                  </a:lnTo>
                  <a:close/>
                  <a:moveTo>
                    <a:pt x="337398" y="670549"/>
                  </a:moveTo>
                  <a:lnTo>
                    <a:pt x="282703" y="678001"/>
                  </a:lnTo>
                  <a:lnTo>
                    <a:pt x="299801" y="706926"/>
                  </a:lnTo>
                  <a:close/>
                  <a:moveTo>
                    <a:pt x="299801" y="706926"/>
                  </a:moveTo>
                  <a:lnTo>
                    <a:pt x="282703" y="678001"/>
                  </a:lnTo>
                  <a:lnTo>
                    <a:pt x="283926" y="675085"/>
                  </a:lnTo>
                  <a:close/>
                  <a:moveTo>
                    <a:pt x="252537" y="673515"/>
                  </a:moveTo>
                  <a:lnTo>
                    <a:pt x="283926" y="675085"/>
                  </a:lnTo>
                  <a:lnTo>
                    <a:pt x="279481" y="674790"/>
                  </a:lnTo>
                  <a:close/>
                  <a:moveTo>
                    <a:pt x="245411" y="671986"/>
                  </a:moveTo>
                  <a:lnTo>
                    <a:pt x="252537" y="673515"/>
                  </a:lnTo>
                  <a:lnTo>
                    <a:pt x="279481" y="674790"/>
                  </a:lnTo>
                  <a:close/>
                  <a:moveTo>
                    <a:pt x="174794" y="567736"/>
                  </a:moveTo>
                  <a:lnTo>
                    <a:pt x="186902" y="577806"/>
                  </a:lnTo>
                  <a:lnTo>
                    <a:pt x="190138" y="587308"/>
                  </a:lnTo>
                  <a:close/>
                  <a:moveTo>
                    <a:pt x="198633" y="550552"/>
                  </a:moveTo>
                  <a:lnTo>
                    <a:pt x="204067" y="545775"/>
                  </a:lnTo>
                  <a:lnTo>
                    <a:pt x="174794" y="567736"/>
                  </a:lnTo>
                  <a:close/>
                  <a:moveTo>
                    <a:pt x="222943" y="587982"/>
                  </a:moveTo>
                  <a:lnTo>
                    <a:pt x="202569" y="597556"/>
                  </a:lnTo>
                  <a:lnTo>
                    <a:pt x="186902" y="577806"/>
                  </a:lnTo>
                  <a:close/>
                  <a:moveTo>
                    <a:pt x="151326" y="522634"/>
                  </a:moveTo>
                  <a:lnTo>
                    <a:pt x="186156" y="521406"/>
                  </a:lnTo>
                  <a:lnTo>
                    <a:pt x="175971" y="484938"/>
                  </a:lnTo>
                  <a:close/>
                  <a:moveTo>
                    <a:pt x="354696" y="689385"/>
                  </a:moveTo>
                  <a:lnTo>
                    <a:pt x="360959" y="697572"/>
                  </a:lnTo>
                  <a:lnTo>
                    <a:pt x="337398" y="670549"/>
                  </a:lnTo>
                  <a:close/>
                  <a:moveTo>
                    <a:pt x="241237" y="503714"/>
                  </a:moveTo>
                  <a:lnTo>
                    <a:pt x="255717" y="513797"/>
                  </a:lnTo>
                  <a:lnTo>
                    <a:pt x="253482" y="538506"/>
                  </a:lnTo>
                  <a:close/>
                  <a:moveTo>
                    <a:pt x="199466" y="423104"/>
                  </a:moveTo>
                  <a:lnTo>
                    <a:pt x="194014" y="440287"/>
                  </a:lnTo>
                  <a:lnTo>
                    <a:pt x="212156" y="459859"/>
                  </a:lnTo>
                  <a:close/>
                  <a:moveTo>
                    <a:pt x="545643" y="827409"/>
                  </a:moveTo>
                  <a:lnTo>
                    <a:pt x="572736" y="864164"/>
                  </a:lnTo>
                  <a:lnTo>
                    <a:pt x="586468" y="860136"/>
                  </a:lnTo>
                  <a:close/>
                  <a:moveTo>
                    <a:pt x="586468" y="860136"/>
                  </a:moveTo>
                  <a:lnTo>
                    <a:pt x="585739" y="864164"/>
                  </a:lnTo>
                  <a:lnTo>
                    <a:pt x="590503" y="812108"/>
                  </a:lnTo>
                  <a:close/>
                  <a:moveTo>
                    <a:pt x="399640" y="635188"/>
                  </a:moveTo>
                  <a:lnTo>
                    <a:pt x="360892" y="662179"/>
                  </a:lnTo>
                  <a:lnTo>
                    <a:pt x="394044" y="661555"/>
                  </a:lnTo>
                  <a:close/>
                  <a:moveTo>
                    <a:pt x="399640" y="635188"/>
                  </a:moveTo>
                  <a:lnTo>
                    <a:pt x="364330" y="636806"/>
                  </a:lnTo>
                  <a:lnTo>
                    <a:pt x="360892" y="662179"/>
                  </a:lnTo>
                  <a:close/>
                  <a:moveTo>
                    <a:pt x="376516" y="589696"/>
                  </a:moveTo>
                  <a:lnTo>
                    <a:pt x="368090" y="592884"/>
                  </a:lnTo>
                  <a:lnTo>
                    <a:pt x="396725" y="592811"/>
                  </a:lnTo>
                  <a:close/>
                  <a:moveTo>
                    <a:pt x="396725" y="592811"/>
                  </a:moveTo>
                  <a:lnTo>
                    <a:pt x="368090" y="592884"/>
                  </a:lnTo>
                  <a:lnTo>
                    <a:pt x="364330" y="636806"/>
                  </a:lnTo>
                  <a:close/>
                  <a:moveTo>
                    <a:pt x="399640" y="635188"/>
                  </a:moveTo>
                  <a:lnTo>
                    <a:pt x="417179" y="603270"/>
                  </a:lnTo>
                  <a:lnTo>
                    <a:pt x="396725" y="592811"/>
                  </a:lnTo>
                  <a:close/>
                  <a:moveTo>
                    <a:pt x="212156" y="459859"/>
                  </a:moveTo>
                  <a:lnTo>
                    <a:pt x="239979" y="496614"/>
                  </a:lnTo>
                  <a:lnTo>
                    <a:pt x="268157" y="468404"/>
                  </a:lnTo>
                  <a:close/>
                  <a:moveTo>
                    <a:pt x="268157" y="468404"/>
                  </a:moveTo>
                  <a:lnTo>
                    <a:pt x="239979" y="496614"/>
                  </a:lnTo>
                  <a:lnTo>
                    <a:pt x="258247" y="489885"/>
                  </a:lnTo>
                  <a:close/>
                  <a:moveTo>
                    <a:pt x="214419" y="453680"/>
                  </a:moveTo>
                  <a:lnTo>
                    <a:pt x="212156" y="459859"/>
                  </a:lnTo>
                  <a:lnTo>
                    <a:pt x="268157" y="468404"/>
                  </a:lnTo>
                  <a:close/>
                  <a:moveTo>
                    <a:pt x="440590" y="539490"/>
                  </a:moveTo>
                  <a:lnTo>
                    <a:pt x="430485" y="577019"/>
                  </a:lnTo>
                  <a:lnTo>
                    <a:pt x="460990" y="535757"/>
                  </a:lnTo>
                  <a:close/>
                  <a:moveTo>
                    <a:pt x="440590" y="539490"/>
                  </a:moveTo>
                  <a:lnTo>
                    <a:pt x="388376" y="516186"/>
                  </a:lnTo>
                  <a:lnTo>
                    <a:pt x="403843" y="505774"/>
                  </a:lnTo>
                  <a:close/>
                  <a:moveTo>
                    <a:pt x="581238" y="628839"/>
                  </a:moveTo>
                  <a:lnTo>
                    <a:pt x="568045" y="646022"/>
                  </a:lnTo>
                  <a:lnTo>
                    <a:pt x="576786" y="654076"/>
                  </a:lnTo>
                  <a:close/>
                  <a:moveTo>
                    <a:pt x="568045" y="646022"/>
                  </a:moveTo>
                  <a:lnTo>
                    <a:pt x="581238" y="628839"/>
                  </a:lnTo>
                  <a:lnTo>
                    <a:pt x="535767" y="625288"/>
                  </a:lnTo>
                  <a:close/>
                  <a:moveTo>
                    <a:pt x="581238" y="628839"/>
                  </a:moveTo>
                  <a:lnTo>
                    <a:pt x="557633" y="610832"/>
                  </a:lnTo>
                  <a:lnTo>
                    <a:pt x="535767" y="625288"/>
                  </a:lnTo>
                  <a:close/>
                  <a:moveTo>
                    <a:pt x="481763" y="547951"/>
                  </a:moveTo>
                  <a:lnTo>
                    <a:pt x="507969" y="572512"/>
                  </a:lnTo>
                  <a:lnTo>
                    <a:pt x="506981" y="557351"/>
                  </a:lnTo>
                  <a:close/>
                  <a:moveTo>
                    <a:pt x="440986" y="494421"/>
                  </a:moveTo>
                  <a:lnTo>
                    <a:pt x="465913" y="517061"/>
                  </a:lnTo>
                  <a:lnTo>
                    <a:pt x="423941" y="481819"/>
                  </a:lnTo>
                  <a:close/>
                  <a:moveTo>
                    <a:pt x="467469" y="518574"/>
                  </a:moveTo>
                  <a:lnTo>
                    <a:pt x="460990" y="535757"/>
                  </a:lnTo>
                  <a:lnTo>
                    <a:pt x="506735" y="555329"/>
                  </a:lnTo>
                  <a:close/>
                  <a:moveTo>
                    <a:pt x="467469" y="518574"/>
                  </a:moveTo>
                  <a:lnTo>
                    <a:pt x="473676" y="517714"/>
                  </a:lnTo>
                  <a:lnTo>
                    <a:pt x="460990" y="535757"/>
                  </a:lnTo>
                  <a:close/>
                  <a:moveTo>
                    <a:pt x="467469" y="518574"/>
                  </a:moveTo>
                  <a:lnTo>
                    <a:pt x="465913" y="517061"/>
                  </a:lnTo>
                  <a:lnTo>
                    <a:pt x="440986" y="494421"/>
                  </a:lnTo>
                  <a:close/>
                  <a:moveTo>
                    <a:pt x="662977" y="739104"/>
                  </a:moveTo>
                  <a:lnTo>
                    <a:pt x="699517" y="767587"/>
                  </a:lnTo>
                  <a:lnTo>
                    <a:pt x="694893" y="721921"/>
                  </a:lnTo>
                  <a:close/>
                  <a:moveTo>
                    <a:pt x="580163" y="538146"/>
                  </a:moveTo>
                  <a:lnTo>
                    <a:pt x="571369" y="565982"/>
                  </a:lnTo>
                  <a:lnTo>
                    <a:pt x="589097" y="544768"/>
                  </a:lnTo>
                  <a:close/>
                  <a:moveTo>
                    <a:pt x="589097" y="544768"/>
                  </a:moveTo>
                  <a:lnTo>
                    <a:pt x="571369" y="565982"/>
                  </a:lnTo>
                  <a:lnTo>
                    <a:pt x="570582" y="577480"/>
                  </a:lnTo>
                  <a:close/>
                  <a:moveTo>
                    <a:pt x="600522" y="580227"/>
                  </a:moveTo>
                  <a:lnTo>
                    <a:pt x="598127" y="555329"/>
                  </a:lnTo>
                  <a:lnTo>
                    <a:pt x="589097" y="544768"/>
                  </a:lnTo>
                  <a:close/>
                  <a:moveTo>
                    <a:pt x="540247" y="538146"/>
                  </a:moveTo>
                  <a:lnTo>
                    <a:pt x="556969" y="512144"/>
                  </a:lnTo>
                  <a:lnTo>
                    <a:pt x="550666" y="504177"/>
                  </a:lnTo>
                  <a:close/>
                  <a:moveTo>
                    <a:pt x="556969" y="512144"/>
                  </a:moveTo>
                  <a:lnTo>
                    <a:pt x="580163" y="538146"/>
                  </a:lnTo>
                  <a:lnTo>
                    <a:pt x="550666" y="504177"/>
                  </a:lnTo>
                  <a:close/>
                  <a:moveTo>
                    <a:pt x="399005" y="322474"/>
                  </a:moveTo>
                  <a:lnTo>
                    <a:pt x="358070" y="283919"/>
                  </a:lnTo>
                  <a:lnTo>
                    <a:pt x="354146" y="331856"/>
                  </a:lnTo>
                  <a:close/>
                  <a:moveTo>
                    <a:pt x="400752" y="301801"/>
                  </a:moveTo>
                  <a:lnTo>
                    <a:pt x="399005" y="322474"/>
                  </a:lnTo>
                  <a:lnTo>
                    <a:pt x="412480" y="280861"/>
                  </a:lnTo>
                  <a:close/>
                  <a:moveTo>
                    <a:pt x="571561" y="531937"/>
                  </a:moveTo>
                  <a:lnTo>
                    <a:pt x="580163" y="538146"/>
                  </a:lnTo>
                  <a:lnTo>
                    <a:pt x="556969" y="512144"/>
                  </a:lnTo>
                  <a:close/>
                  <a:moveTo>
                    <a:pt x="590116" y="415289"/>
                  </a:moveTo>
                  <a:lnTo>
                    <a:pt x="569357" y="410697"/>
                  </a:lnTo>
                  <a:lnTo>
                    <a:pt x="534970" y="429893"/>
                  </a:lnTo>
                  <a:close/>
                  <a:moveTo>
                    <a:pt x="554428" y="406435"/>
                  </a:moveTo>
                  <a:lnTo>
                    <a:pt x="525037" y="390771"/>
                  </a:lnTo>
                  <a:lnTo>
                    <a:pt x="569357" y="410697"/>
                  </a:lnTo>
                  <a:close/>
                  <a:moveTo>
                    <a:pt x="748207" y="541427"/>
                  </a:moveTo>
                  <a:lnTo>
                    <a:pt x="734828" y="582615"/>
                  </a:lnTo>
                  <a:lnTo>
                    <a:pt x="790221" y="568936"/>
                  </a:lnTo>
                  <a:close/>
                  <a:moveTo>
                    <a:pt x="569357" y="410697"/>
                  </a:moveTo>
                  <a:lnTo>
                    <a:pt x="590116" y="415289"/>
                  </a:lnTo>
                  <a:lnTo>
                    <a:pt x="591975" y="408187"/>
                  </a:lnTo>
                  <a:close/>
                  <a:moveTo>
                    <a:pt x="591975" y="408187"/>
                  </a:moveTo>
                  <a:lnTo>
                    <a:pt x="590116" y="415289"/>
                  </a:lnTo>
                  <a:lnTo>
                    <a:pt x="601845" y="410697"/>
                  </a:lnTo>
                  <a:close/>
                  <a:moveTo>
                    <a:pt x="582032" y="320004"/>
                  </a:moveTo>
                  <a:lnTo>
                    <a:pt x="584636" y="324660"/>
                  </a:lnTo>
                  <a:lnTo>
                    <a:pt x="526175" y="300801"/>
                  </a:lnTo>
                  <a:close/>
                  <a:moveTo>
                    <a:pt x="769222" y="569089"/>
                  </a:moveTo>
                  <a:lnTo>
                    <a:pt x="790069" y="577289"/>
                  </a:lnTo>
                  <a:lnTo>
                    <a:pt x="749906" y="542779"/>
                  </a:lnTo>
                  <a:close/>
                  <a:moveTo>
                    <a:pt x="755927" y="540534"/>
                  </a:moveTo>
                  <a:lnTo>
                    <a:pt x="790221" y="568936"/>
                  </a:lnTo>
                  <a:lnTo>
                    <a:pt x="789018" y="535336"/>
                  </a:lnTo>
                  <a:close/>
                  <a:moveTo>
                    <a:pt x="789031" y="490579"/>
                  </a:moveTo>
                  <a:lnTo>
                    <a:pt x="754476" y="491583"/>
                  </a:lnTo>
                  <a:lnTo>
                    <a:pt x="789018" y="535336"/>
                  </a:lnTo>
                  <a:close/>
                  <a:moveTo>
                    <a:pt x="754476" y="491583"/>
                  </a:moveTo>
                  <a:lnTo>
                    <a:pt x="789031" y="490579"/>
                  </a:lnTo>
                  <a:lnTo>
                    <a:pt x="741386" y="457478"/>
                  </a:lnTo>
                  <a:close/>
                  <a:moveTo>
                    <a:pt x="700952" y="463262"/>
                  </a:moveTo>
                  <a:lnTo>
                    <a:pt x="741386" y="457478"/>
                  </a:lnTo>
                  <a:lnTo>
                    <a:pt x="733266" y="419332"/>
                  </a:lnTo>
                  <a:close/>
                  <a:moveTo>
                    <a:pt x="718103" y="376331"/>
                  </a:moveTo>
                  <a:lnTo>
                    <a:pt x="703289" y="396854"/>
                  </a:lnTo>
                  <a:lnTo>
                    <a:pt x="722002" y="383743"/>
                  </a:lnTo>
                  <a:close/>
                  <a:moveTo>
                    <a:pt x="908556" y="579677"/>
                  </a:moveTo>
                  <a:lnTo>
                    <a:pt x="854458" y="553970"/>
                  </a:lnTo>
                  <a:lnTo>
                    <a:pt x="855934" y="560105"/>
                  </a:lnTo>
                  <a:close/>
                  <a:moveTo>
                    <a:pt x="829737" y="523351"/>
                  </a:moveTo>
                  <a:lnTo>
                    <a:pt x="854458" y="553970"/>
                  </a:lnTo>
                  <a:lnTo>
                    <a:pt x="813884" y="515121"/>
                  </a:lnTo>
                  <a:close/>
                  <a:moveTo>
                    <a:pt x="796843" y="484227"/>
                  </a:moveTo>
                  <a:lnTo>
                    <a:pt x="813884" y="515121"/>
                  </a:lnTo>
                  <a:lnTo>
                    <a:pt x="772738" y="476736"/>
                  </a:lnTo>
                  <a:close/>
                  <a:moveTo>
                    <a:pt x="992500" y="567756"/>
                  </a:moveTo>
                  <a:lnTo>
                    <a:pt x="1002850" y="576988"/>
                  </a:lnTo>
                  <a:lnTo>
                    <a:pt x="1012634" y="616432"/>
                  </a:lnTo>
                  <a:close/>
                  <a:moveTo>
                    <a:pt x="920119" y="527677"/>
                  </a:moveTo>
                  <a:lnTo>
                    <a:pt x="949358" y="530995"/>
                  </a:lnTo>
                  <a:lnTo>
                    <a:pt x="907550" y="493148"/>
                  </a:lnTo>
                  <a:close/>
                  <a:moveTo>
                    <a:pt x="772059" y="322392"/>
                  </a:moveTo>
                  <a:lnTo>
                    <a:pt x="777814" y="330130"/>
                  </a:lnTo>
                  <a:lnTo>
                    <a:pt x="772668" y="305209"/>
                  </a:lnTo>
                  <a:close/>
                  <a:moveTo>
                    <a:pt x="591179" y="34432"/>
                  </a:moveTo>
                  <a:lnTo>
                    <a:pt x="555500" y="25611"/>
                  </a:lnTo>
                  <a:lnTo>
                    <a:pt x="567994" y="43955"/>
                  </a:lnTo>
                  <a:close/>
                  <a:moveTo>
                    <a:pt x="1005138" y="489337"/>
                  </a:moveTo>
                  <a:lnTo>
                    <a:pt x="981254" y="487404"/>
                  </a:lnTo>
                  <a:lnTo>
                    <a:pt x="1022044" y="524176"/>
                  </a:lnTo>
                  <a:close/>
                  <a:moveTo>
                    <a:pt x="1040389" y="496558"/>
                  </a:moveTo>
                  <a:lnTo>
                    <a:pt x="1005138" y="489337"/>
                  </a:lnTo>
                  <a:lnTo>
                    <a:pt x="1022044" y="524176"/>
                  </a:lnTo>
                  <a:close/>
                  <a:moveTo>
                    <a:pt x="972439" y="463288"/>
                  </a:moveTo>
                  <a:lnTo>
                    <a:pt x="981254" y="487404"/>
                  </a:lnTo>
                  <a:lnTo>
                    <a:pt x="963738" y="474557"/>
                  </a:lnTo>
                  <a:close/>
                  <a:moveTo>
                    <a:pt x="803033" y="255459"/>
                  </a:moveTo>
                  <a:lnTo>
                    <a:pt x="804992" y="268454"/>
                  </a:lnTo>
                  <a:lnTo>
                    <a:pt x="817825" y="225775"/>
                  </a:lnTo>
                  <a:close/>
                  <a:moveTo>
                    <a:pt x="794512" y="217640"/>
                  </a:moveTo>
                  <a:lnTo>
                    <a:pt x="794268" y="199232"/>
                  </a:lnTo>
                  <a:lnTo>
                    <a:pt x="756179" y="181402"/>
                  </a:lnTo>
                  <a:close/>
                  <a:moveTo>
                    <a:pt x="794268" y="199232"/>
                  </a:moveTo>
                  <a:lnTo>
                    <a:pt x="794512" y="217640"/>
                  </a:lnTo>
                  <a:lnTo>
                    <a:pt x="795535" y="177761"/>
                  </a:lnTo>
                  <a:close/>
                  <a:moveTo>
                    <a:pt x="598695" y="0"/>
                  </a:moveTo>
                  <a:lnTo>
                    <a:pt x="591179" y="34432"/>
                  </a:lnTo>
                  <a:lnTo>
                    <a:pt x="630283" y="46155"/>
                  </a:lnTo>
                  <a:close/>
                  <a:moveTo>
                    <a:pt x="1005138" y="489337"/>
                  </a:moveTo>
                  <a:lnTo>
                    <a:pt x="1040389" y="496558"/>
                  </a:lnTo>
                  <a:lnTo>
                    <a:pt x="1037426" y="454617"/>
                  </a:lnTo>
                  <a:close/>
                  <a:moveTo>
                    <a:pt x="1005551" y="422905"/>
                  </a:moveTo>
                  <a:lnTo>
                    <a:pt x="1049061" y="459367"/>
                  </a:lnTo>
                  <a:lnTo>
                    <a:pt x="1026267" y="433151"/>
                  </a:lnTo>
                  <a:close/>
                  <a:moveTo>
                    <a:pt x="977047" y="418990"/>
                  </a:moveTo>
                  <a:lnTo>
                    <a:pt x="1005551" y="422905"/>
                  </a:lnTo>
                  <a:lnTo>
                    <a:pt x="985579" y="416210"/>
                  </a:lnTo>
                  <a:close/>
                  <a:moveTo>
                    <a:pt x="1005551" y="422905"/>
                  </a:moveTo>
                  <a:lnTo>
                    <a:pt x="1026267" y="433151"/>
                  </a:lnTo>
                  <a:lnTo>
                    <a:pt x="1022965" y="431413"/>
                  </a:lnTo>
                  <a:close/>
                  <a:moveTo>
                    <a:pt x="879478" y="268669"/>
                  </a:moveTo>
                  <a:lnTo>
                    <a:pt x="935691" y="258052"/>
                  </a:lnTo>
                  <a:lnTo>
                    <a:pt x="898698" y="244318"/>
                  </a:lnTo>
                  <a:close/>
                  <a:moveTo>
                    <a:pt x="793857" y="173426"/>
                  </a:moveTo>
                  <a:lnTo>
                    <a:pt x="756179" y="181402"/>
                  </a:lnTo>
                  <a:lnTo>
                    <a:pt x="794268" y="199232"/>
                  </a:lnTo>
                  <a:close/>
                  <a:moveTo>
                    <a:pt x="793857" y="173426"/>
                  </a:moveTo>
                  <a:lnTo>
                    <a:pt x="755964" y="177144"/>
                  </a:lnTo>
                  <a:lnTo>
                    <a:pt x="756179" y="181402"/>
                  </a:lnTo>
                  <a:close/>
                  <a:moveTo>
                    <a:pt x="755964" y="177144"/>
                  </a:moveTo>
                  <a:lnTo>
                    <a:pt x="793857" y="173426"/>
                  </a:lnTo>
                  <a:lnTo>
                    <a:pt x="767650" y="128082"/>
                  </a:lnTo>
                  <a:close/>
                  <a:moveTo>
                    <a:pt x="793857" y="173426"/>
                  </a:moveTo>
                  <a:lnTo>
                    <a:pt x="802600" y="134177"/>
                  </a:lnTo>
                  <a:lnTo>
                    <a:pt x="767650" y="128082"/>
                  </a:lnTo>
                  <a:close/>
                  <a:moveTo>
                    <a:pt x="881351" y="234087"/>
                  </a:moveTo>
                  <a:lnTo>
                    <a:pt x="898698" y="244318"/>
                  </a:lnTo>
                  <a:lnTo>
                    <a:pt x="907616" y="224612"/>
                  </a:lnTo>
                  <a:close/>
                  <a:moveTo>
                    <a:pt x="865561" y="197332"/>
                  </a:moveTo>
                  <a:lnTo>
                    <a:pt x="867559" y="185342"/>
                  </a:lnTo>
                  <a:lnTo>
                    <a:pt x="849709" y="155107"/>
                  </a:lnTo>
                  <a:close/>
                  <a:moveTo>
                    <a:pt x="802600" y="134177"/>
                  </a:moveTo>
                  <a:lnTo>
                    <a:pt x="812136" y="113818"/>
                  </a:lnTo>
                  <a:lnTo>
                    <a:pt x="767650" y="128082"/>
                  </a:lnTo>
                  <a:close/>
                  <a:moveTo>
                    <a:pt x="802648" y="76785"/>
                  </a:moveTo>
                  <a:lnTo>
                    <a:pt x="812136" y="113818"/>
                  </a:lnTo>
                  <a:lnTo>
                    <a:pt x="823973" y="86536"/>
                  </a:lnTo>
                  <a:close/>
                  <a:moveTo>
                    <a:pt x="964365" y="35517"/>
                  </a:moveTo>
                  <a:lnTo>
                    <a:pt x="974175" y="45689"/>
                  </a:lnTo>
                  <a:lnTo>
                    <a:pt x="929839" y="989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34" name="Input_density__73">
              <a:extLst>
                <a:ext uri="{FF2B5EF4-FFF2-40B4-BE49-F238E27FC236}">
                  <a16:creationId xmlns:a16="http://schemas.microsoft.com/office/drawing/2014/main" id="{7B7FC6A4-F3E4-B206-E404-51C5678B1498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1787692"/>
              <a:ext cx="968801" cy="1317351"/>
            </a:xfrm>
            <a:custGeom>
              <a:avLst/>
              <a:gdLst/>
              <a:ahLst/>
              <a:cxnLst/>
              <a:rect l="0" t="0" r="0" b="0"/>
              <a:pathLst>
                <a:path w="968801" h="1317351">
                  <a:moveTo>
                    <a:pt x="19172" y="1140357"/>
                  </a:moveTo>
                  <a:lnTo>
                    <a:pt x="0" y="1171571"/>
                  </a:lnTo>
                  <a:lnTo>
                    <a:pt x="13270" y="1154387"/>
                  </a:lnTo>
                  <a:close/>
                  <a:moveTo>
                    <a:pt x="19172" y="1140357"/>
                  </a:moveTo>
                  <a:lnTo>
                    <a:pt x="394" y="1166357"/>
                  </a:lnTo>
                  <a:lnTo>
                    <a:pt x="0" y="1171571"/>
                  </a:lnTo>
                  <a:close/>
                  <a:moveTo>
                    <a:pt x="394" y="1166357"/>
                  </a:moveTo>
                  <a:lnTo>
                    <a:pt x="19172" y="1140357"/>
                  </a:lnTo>
                  <a:lnTo>
                    <a:pt x="8259" y="1134816"/>
                  </a:lnTo>
                  <a:close/>
                  <a:moveTo>
                    <a:pt x="37437" y="1084072"/>
                  </a:moveTo>
                  <a:lnTo>
                    <a:pt x="8259" y="1134816"/>
                  </a:lnTo>
                  <a:lnTo>
                    <a:pt x="21714" y="1117633"/>
                  </a:lnTo>
                  <a:close/>
                  <a:moveTo>
                    <a:pt x="62027" y="1079801"/>
                  </a:moveTo>
                  <a:lnTo>
                    <a:pt x="75830" y="1063694"/>
                  </a:lnTo>
                  <a:lnTo>
                    <a:pt x="58090" y="1080877"/>
                  </a:lnTo>
                  <a:close/>
                  <a:moveTo>
                    <a:pt x="173122" y="1158292"/>
                  </a:moveTo>
                  <a:lnTo>
                    <a:pt x="186965" y="1156776"/>
                  </a:lnTo>
                  <a:lnTo>
                    <a:pt x="205257" y="1145377"/>
                  </a:lnTo>
                  <a:close/>
                  <a:moveTo>
                    <a:pt x="141363" y="1094617"/>
                  </a:moveTo>
                  <a:lnTo>
                    <a:pt x="120383" y="1046511"/>
                  </a:lnTo>
                  <a:lnTo>
                    <a:pt x="104617" y="1052655"/>
                  </a:lnTo>
                  <a:close/>
                  <a:moveTo>
                    <a:pt x="104617" y="1052655"/>
                  </a:moveTo>
                  <a:lnTo>
                    <a:pt x="115223" y="1057906"/>
                  </a:lnTo>
                  <a:lnTo>
                    <a:pt x="141363" y="1094617"/>
                  </a:lnTo>
                  <a:close/>
                  <a:moveTo>
                    <a:pt x="304237" y="1222456"/>
                  </a:moveTo>
                  <a:lnTo>
                    <a:pt x="300662" y="1252929"/>
                  </a:lnTo>
                  <a:lnTo>
                    <a:pt x="335867" y="1213102"/>
                  </a:lnTo>
                  <a:close/>
                  <a:moveTo>
                    <a:pt x="335867" y="1213102"/>
                  </a:moveTo>
                  <a:lnTo>
                    <a:pt x="313452" y="1267041"/>
                  </a:lnTo>
                  <a:lnTo>
                    <a:pt x="344489" y="1249857"/>
                  </a:lnTo>
                  <a:close/>
                  <a:moveTo>
                    <a:pt x="269433" y="1230286"/>
                  </a:moveTo>
                  <a:lnTo>
                    <a:pt x="300662" y="1252929"/>
                  </a:lnTo>
                  <a:lnTo>
                    <a:pt x="304237" y="1222456"/>
                  </a:lnTo>
                  <a:close/>
                  <a:moveTo>
                    <a:pt x="256973" y="1189045"/>
                  </a:moveTo>
                  <a:lnTo>
                    <a:pt x="253681" y="1201851"/>
                  </a:lnTo>
                  <a:lnTo>
                    <a:pt x="304237" y="1222456"/>
                  </a:lnTo>
                  <a:close/>
                  <a:moveTo>
                    <a:pt x="304237" y="1222456"/>
                  </a:moveTo>
                  <a:lnTo>
                    <a:pt x="335867" y="1213102"/>
                  </a:lnTo>
                  <a:lnTo>
                    <a:pt x="341834" y="1186079"/>
                  </a:lnTo>
                  <a:close/>
                  <a:moveTo>
                    <a:pt x="186965" y="1156776"/>
                  </a:moveTo>
                  <a:lnTo>
                    <a:pt x="219590" y="1192349"/>
                  </a:lnTo>
                  <a:lnTo>
                    <a:pt x="215755" y="1150720"/>
                  </a:lnTo>
                  <a:close/>
                  <a:moveTo>
                    <a:pt x="219590" y="1192349"/>
                  </a:moveTo>
                  <a:lnTo>
                    <a:pt x="256973" y="1189045"/>
                  </a:lnTo>
                  <a:lnTo>
                    <a:pt x="215755" y="1150720"/>
                  </a:lnTo>
                  <a:close/>
                  <a:moveTo>
                    <a:pt x="186965" y="1156776"/>
                  </a:moveTo>
                  <a:lnTo>
                    <a:pt x="215755" y="1150720"/>
                  </a:lnTo>
                  <a:lnTo>
                    <a:pt x="205257" y="1145377"/>
                  </a:lnTo>
                  <a:close/>
                  <a:moveTo>
                    <a:pt x="120383" y="1046511"/>
                  </a:moveTo>
                  <a:lnTo>
                    <a:pt x="150641" y="1065754"/>
                  </a:lnTo>
                  <a:lnTo>
                    <a:pt x="155762" y="1038164"/>
                  </a:lnTo>
                  <a:close/>
                  <a:moveTo>
                    <a:pt x="108982" y="1009756"/>
                  </a:moveTo>
                  <a:lnTo>
                    <a:pt x="155762" y="1038164"/>
                  </a:lnTo>
                  <a:lnTo>
                    <a:pt x="152721" y="995889"/>
                  </a:lnTo>
                  <a:close/>
                  <a:moveTo>
                    <a:pt x="452779" y="1272453"/>
                  </a:moveTo>
                  <a:lnTo>
                    <a:pt x="443584" y="1317351"/>
                  </a:lnTo>
                  <a:lnTo>
                    <a:pt x="492380" y="1312093"/>
                  </a:lnTo>
                  <a:close/>
                  <a:moveTo>
                    <a:pt x="489186" y="1269943"/>
                  </a:moveTo>
                  <a:lnTo>
                    <a:pt x="452779" y="1272453"/>
                  </a:lnTo>
                  <a:lnTo>
                    <a:pt x="492380" y="1312093"/>
                  </a:lnTo>
                  <a:close/>
                  <a:moveTo>
                    <a:pt x="366927" y="1243326"/>
                  </a:moveTo>
                  <a:lnTo>
                    <a:pt x="363702" y="1267838"/>
                  </a:lnTo>
                  <a:lnTo>
                    <a:pt x="404345" y="1284741"/>
                  </a:lnTo>
                  <a:close/>
                  <a:moveTo>
                    <a:pt x="402404" y="1241571"/>
                  </a:moveTo>
                  <a:lnTo>
                    <a:pt x="366927" y="1243326"/>
                  </a:lnTo>
                  <a:lnTo>
                    <a:pt x="404345" y="1284741"/>
                  </a:lnTo>
                  <a:close/>
                  <a:moveTo>
                    <a:pt x="452779" y="1272453"/>
                  </a:moveTo>
                  <a:lnTo>
                    <a:pt x="404345" y="1284741"/>
                  </a:lnTo>
                  <a:lnTo>
                    <a:pt x="402906" y="1289841"/>
                  </a:lnTo>
                  <a:close/>
                  <a:moveTo>
                    <a:pt x="404345" y="1284741"/>
                  </a:moveTo>
                  <a:lnTo>
                    <a:pt x="452779" y="1272453"/>
                  </a:lnTo>
                  <a:lnTo>
                    <a:pt x="436984" y="1240547"/>
                  </a:lnTo>
                  <a:close/>
                  <a:moveTo>
                    <a:pt x="404345" y="1284741"/>
                  </a:moveTo>
                  <a:lnTo>
                    <a:pt x="436984" y="1240547"/>
                  </a:lnTo>
                  <a:lnTo>
                    <a:pt x="402404" y="1241571"/>
                  </a:lnTo>
                  <a:close/>
                  <a:moveTo>
                    <a:pt x="344489" y="1249857"/>
                  </a:moveTo>
                  <a:lnTo>
                    <a:pt x="363702" y="1267838"/>
                  </a:lnTo>
                  <a:lnTo>
                    <a:pt x="366927" y="1243326"/>
                  </a:lnTo>
                  <a:close/>
                  <a:moveTo>
                    <a:pt x="335867" y="1213102"/>
                  </a:moveTo>
                  <a:lnTo>
                    <a:pt x="366927" y="1243326"/>
                  </a:lnTo>
                  <a:lnTo>
                    <a:pt x="359133" y="1204915"/>
                  </a:lnTo>
                  <a:close/>
                  <a:moveTo>
                    <a:pt x="366927" y="1243326"/>
                  </a:moveTo>
                  <a:lnTo>
                    <a:pt x="402404" y="1241571"/>
                  </a:lnTo>
                  <a:lnTo>
                    <a:pt x="359133" y="1204915"/>
                  </a:lnTo>
                  <a:close/>
                  <a:moveTo>
                    <a:pt x="203902" y="938634"/>
                  </a:moveTo>
                  <a:lnTo>
                    <a:pt x="216592" y="975389"/>
                  </a:lnTo>
                  <a:lnTo>
                    <a:pt x="218919" y="924412"/>
                  </a:lnTo>
                  <a:close/>
                  <a:moveTo>
                    <a:pt x="226854" y="900302"/>
                  </a:moveTo>
                  <a:lnTo>
                    <a:pt x="225182" y="902879"/>
                  </a:lnTo>
                  <a:lnTo>
                    <a:pt x="222058" y="919570"/>
                  </a:lnTo>
                  <a:close/>
                  <a:moveTo>
                    <a:pt x="222058" y="919570"/>
                  </a:moveTo>
                  <a:lnTo>
                    <a:pt x="225182" y="902879"/>
                  </a:lnTo>
                  <a:lnTo>
                    <a:pt x="218919" y="924412"/>
                  </a:lnTo>
                  <a:close/>
                  <a:moveTo>
                    <a:pt x="218919" y="924412"/>
                  </a:moveTo>
                  <a:lnTo>
                    <a:pt x="225182" y="902879"/>
                  </a:lnTo>
                  <a:lnTo>
                    <a:pt x="203902" y="938634"/>
                  </a:lnTo>
                  <a:close/>
                  <a:moveTo>
                    <a:pt x="617327" y="1235062"/>
                  </a:moveTo>
                  <a:lnTo>
                    <a:pt x="637323" y="1271817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17327" y="1235062"/>
                  </a:lnTo>
                  <a:lnTo>
                    <a:pt x="647950" y="1217879"/>
                  </a:lnTo>
                  <a:close/>
                  <a:moveTo>
                    <a:pt x="605283" y="1198307"/>
                  </a:moveTo>
                  <a:lnTo>
                    <a:pt x="647950" y="1217879"/>
                  </a:lnTo>
                  <a:lnTo>
                    <a:pt x="635956" y="1181124"/>
                  </a:lnTo>
                  <a:close/>
                  <a:moveTo>
                    <a:pt x="314983" y="825432"/>
                  </a:moveTo>
                  <a:lnTo>
                    <a:pt x="290712" y="830894"/>
                  </a:lnTo>
                  <a:lnTo>
                    <a:pt x="258188" y="833868"/>
                  </a:lnTo>
                  <a:close/>
                  <a:moveTo>
                    <a:pt x="314983" y="825432"/>
                  </a:moveTo>
                  <a:lnTo>
                    <a:pt x="258188" y="833868"/>
                  </a:lnTo>
                  <a:lnTo>
                    <a:pt x="282047" y="826864"/>
                  </a:lnTo>
                  <a:close/>
                  <a:moveTo>
                    <a:pt x="654156" y="1172343"/>
                  </a:moveTo>
                  <a:lnTo>
                    <a:pt x="605511" y="1164210"/>
                  </a:lnTo>
                  <a:lnTo>
                    <a:pt x="635956" y="1181124"/>
                  </a:lnTo>
                  <a:close/>
                  <a:moveTo>
                    <a:pt x="613691" y="1133405"/>
                  </a:moveTo>
                  <a:lnTo>
                    <a:pt x="605511" y="1164210"/>
                  </a:lnTo>
                  <a:lnTo>
                    <a:pt x="654156" y="1172343"/>
                  </a:lnTo>
                  <a:close/>
                  <a:moveTo>
                    <a:pt x="670860" y="1163941"/>
                  </a:moveTo>
                  <a:lnTo>
                    <a:pt x="692638" y="1144602"/>
                  </a:lnTo>
                  <a:lnTo>
                    <a:pt x="654156" y="1172343"/>
                  </a:lnTo>
                  <a:close/>
                  <a:moveTo>
                    <a:pt x="654156" y="1172343"/>
                  </a:moveTo>
                  <a:lnTo>
                    <a:pt x="692638" y="1144602"/>
                  </a:lnTo>
                  <a:lnTo>
                    <a:pt x="675467" y="1137359"/>
                  </a:lnTo>
                  <a:close/>
                  <a:moveTo>
                    <a:pt x="604958" y="1095757"/>
                  </a:moveTo>
                  <a:lnTo>
                    <a:pt x="575018" y="1093010"/>
                  </a:lnTo>
                  <a:lnTo>
                    <a:pt x="613691" y="1133405"/>
                  </a:lnTo>
                  <a:close/>
                  <a:moveTo>
                    <a:pt x="604958" y="1095757"/>
                  </a:moveTo>
                  <a:lnTo>
                    <a:pt x="637040" y="1090431"/>
                  </a:lnTo>
                  <a:lnTo>
                    <a:pt x="643550" y="1085644"/>
                  </a:lnTo>
                  <a:close/>
                  <a:moveTo>
                    <a:pt x="539406" y="945423"/>
                  </a:moveTo>
                  <a:lnTo>
                    <a:pt x="537678" y="943411"/>
                  </a:lnTo>
                  <a:lnTo>
                    <a:pt x="538046" y="944079"/>
                  </a:lnTo>
                  <a:close/>
                  <a:moveTo>
                    <a:pt x="403442" y="838004"/>
                  </a:moveTo>
                  <a:lnTo>
                    <a:pt x="381344" y="796391"/>
                  </a:lnTo>
                  <a:lnTo>
                    <a:pt x="362506" y="799449"/>
                  </a:lnTo>
                  <a:close/>
                  <a:moveTo>
                    <a:pt x="362506" y="799449"/>
                  </a:moveTo>
                  <a:lnTo>
                    <a:pt x="392948" y="771566"/>
                  </a:lnTo>
                  <a:lnTo>
                    <a:pt x="385269" y="763284"/>
                  </a:lnTo>
                  <a:close/>
                  <a:moveTo>
                    <a:pt x="637040" y="1090431"/>
                  </a:moveTo>
                  <a:lnTo>
                    <a:pt x="648280" y="1103331"/>
                  </a:lnTo>
                  <a:lnTo>
                    <a:pt x="648646" y="1087328"/>
                  </a:lnTo>
                  <a:close/>
                  <a:moveTo>
                    <a:pt x="643550" y="1085644"/>
                  </a:moveTo>
                  <a:lnTo>
                    <a:pt x="637040" y="1090431"/>
                  </a:lnTo>
                  <a:lnTo>
                    <a:pt x="648646" y="1087328"/>
                  </a:lnTo>
                  <a:close/>
                  <a:moveTo>
                    <a:pt x="648646" y="1087328"/>
                  </a:moveTo>
                  <a:lnTo>
                    <a:pt x="648280" y="1103331"/>
                  </a:lnTo>
                  <a:lnTo>
                    <a:pt x="656523" y="1090431"/>
                  </a:lnTo>
                  <a:close/>
                  <a:moveTo>
                    <a:pt x="648646" y="1087328"/>
                  </a:moveTo>
                  <a:lnTo>
                    <a:pt x="656523" y="1090431"/>
                  </a:lnTo>
                  <a:lnTo>
                    <a:pt x="643550" y="1085644"/>
                  </a:lnTo>
                  <a:close/>
                  <a:moveTo>
                    <a:pt x="537678" y="943411"/>
                  </a:moveTo>
                  <a:lnTo>
                    <a:pt x="539406" y="945423"/>
                  </a:lnTo>
                  <a:lnTo>
                    <a:pt x="541011" y="941669"/>
                  </a:lnTo>
                  <a:close/>
                  <a:moveTo>
                    <a:pt x="392948" y="771566"/>
                  </a:moveTo>
                  <a:lnTo>
                    <a:pt x="381344" y="796391"/>
                  </a:lnTo>
                  <a:lnTo>
                    <a:pt x="409012" y="788729"/>
                  </a:lnTo>
                  <a:close/>
                  <a:moveTo>
                    <a:pt x="715853" y="1073247"/>
                  </a:moveTo>
                  <a:lnTo>
                    <a:pt x="752643" y="105695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15853" y="1073247"/>
                  </a:lnTo>
                  <a:lnTo>
                    <a:pt x="727701" y="1019309"/>
                  </a:lnTo>
                  <a:close/>
                  <a:moveTo>
                    <a:pt x="701942" y="1036492"/>
                  </a:moveTo>
                  <a:lnTo>
                    <a:pt x="727701" y="1019309"/>
                  </a:lnTo>
                  <a:lnTo>
                    <a:pt x="683726" y="1015071"/>
                  </a:lnTo>
                  <a:close/>
                  <a:moveTo>
                    <a:pt x="727701" y="1019309"/>
                  </a:moveTo>
                  <a:lnTo>
                    <a:pt x="702517" y="989122"/>
                  </a:lnTo>
                  <a:lnTo>
                    <a:pt x="683726" y="1015071"/>
                  </a:lnTo>
                  <a:close/>
                  <a:moveTo>
                    <a:pt x="696546" y="982554"/>
                  </a:moveTo>
                  <a:lnTo>
                    <a:pt x="683726" y="1015071"/>
                  </a:lnTo>
                  <a:lnTo>
                    <a:pt x="702517" y="989122"/>
                  </a:lnTo>
                  <a:close/>
                  <a:moveTo>
                    <a:pt x="840629" y="1129097"/>
                  </a:moveTo>
                  <a:lnTo>
                    <a:pt x="837508" y="1129574"/>
                  </a:lnTo>
                  <a:lnTo>
                    <a:pt x="870896" y="1148726"/>
                  </a:lnTo>
                  <a:close/>
                  <a:moveTo>
                    <a:pt x="839646" y="1128092"/>
                  </a:moveTo>
                  <a:lnTo>
                    <a:pt x="837508" y="1129574"/>
                  </a:lnTo>
                  <a:lnTo>
                    <a:pt x="840629" y="1129097"/>
                  </a:lnTo>
                  <a:close/>
                  <a:moveTo>
                    <a:pt x="860370" y="1075635"/>
                  </a:moveTo>
                  <a:lnTo>
                    <a:pt x="840629" y="1129097"/>
                  </a:lnTo>
                  <a:lnTo>
                    <a:pt x="887697" y="1112390"/>
                  </a:lnTo>
                  <a:close/>
                  <a:moveTo>
                    <a:pt x="840629" y="1129097"/>
                  </a:moveTo>
                  <a:lnTo>
                    <a:pt x="870896" y="1148726"/>
                  </a:lnTo>
                  <a:lnTo>
                    <a:pt x="887697" y="1112390"/>
                  </a:lnTo>
                  <a:close/>
                  <a:moveTo>
                    <a:pt x="793455" y="1050866"/>
                  </a:moveTo>
                  <a:lnTo>
                    <a:pt x="753273" y="1054312"/>
                  </a:lnTo>
                  <a:lnTo>
                    <a:pt x="760363" y="1056064"/>
                  </a:lnTo>
                  <a:close/>
                  <a:moveTo>
                    <a:pt x="758912" y="1007113"/>
                  </a:moveTo>
                  <a:lnTo>
                    <a:pt x="753273" y="1054312"/>
                  </a:lnTo>
                  <a:lnTo>
                    <a:pt x="793455" y="1050866"/>
                  </a:lnTo>
                  <a:close/>
                  <a:moveTo>
                    <a:pt x="727701" y="1019309"/>
                  </a:moveTo>
                  <a:lnTo>
                    <a:pt x="753273" y="1054312"/>
                  </a:lnTo>
                  <a:lnTo>
                    <a:pt x="758912" y="1007113"/>
                  </a:lnTo>
                  <a:close/>
                  <a:moveTo>
                    <a:pt x="758912" y="1007113"/>
                  </a:moveTo>
                  <a:lnTo>
                    <a:pt x="702517" y="989122"/>
                  </a:lnTo>
                  <a:lnTo>
                    <a:pt x="727701" y="1019309"/>
                  </a:lnTo>
                  <a:close/>
                  <a:moveTo>
                    <a:pt x="705388" y="978792"/>
                  </a:moveTo>
                  <a:lnTo>
                    <a:pt x="702517" y="989122"/>
                  </a:lnTo>
                  <a:lnTo>
                    <a:pt x="758912" y="1007113"/>
                  </a:lnTo>
                  <a:close/>
                  <a:moveTo>
                    <a:pt x="745823" y="973008"/>
                  </a:moveTo>
                  <a:lnTo>
                    <a:pt x="705388" y="978792"/>
                  </a:lnTo>
                  <a:lnTo>
                    <a:pt x="758912" y="1007113"/>
                  </a:lnTo>
                  <a:close/>
                  <a:moveTo>
                    <a:pt x="696546" y="982554"/>
                  </a:moveTo>
                  <a:lnTo>
                    <a:pt x="702517" y="989122"/>
                  </a:lnTo>
                  <a:lnTo>
                    <a:pt x="705388" y="978792"/>
                  </a:lnTo>
                  <a:close/>
                  <a:moveTo>
                    <a:pt x="670316" y="945799"/>
                  </a:moveTo>
                  <a:lnTo>
                    <a:pt x="696546" y="982554"/>
                  </a:lnTo>
                  <a:lnTo>
                    <a:pt x="705388" y="978792"/>
                  </a:lnTo>
                  <a:close/>
                  <a:moveTo>
                    <a:pt x="648664" y="909044"/>
                  </a:moveTo>
                  <a:lnTo>
                    <a:pt x="670316" y="945799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48664" y="909044"/>
                  </a:lnTo>
                  <a:lnTo>
                    <a:pt x="691908" y="891861"/>
                  </a:lnTo>
                  <a:close/>
                  <a:moveTo>
                    <a:pt x="651137" y="872289"/>
                  </a:moveTo>
                  <a:lnTo>
                    <a:pt x="691908" y="891861"/>
                  </a:lnTo>
                  <a:lnTo>
                    <a:pt x="677656" y="855106"/>
                  </a:lnTo>
                  <a:close/>
                  <a:moveTo>
                    <a:pt x="887697" y="1112390"/>
                  </a:moveTo>
                  <a:lnTo>
                    <a:pt x="870896" y="1148726"/>
                  </a:lnTo>
                  <a:lnTo>
                    <a:pt x="920641" y="1135883"/>
                  </a:lnTo>
                  <a:close/>
                  <a:moveTo>
                    <a:pt x="912992" y="1095207"/>
                  </a:moveTo>
                  <a:lnTo>
                    <a:pt x="887697" y="1112390"/>
                  </a:lnTo>
                  <a:lnTo>
                    <a:pt x="920641" y="1135883"/>
                  </a:lnTo>
                  <a:close/>
                  <a:moveTo>
                    <a:pt x="677656" y="855106"/>
                  </a:moveTo>
                  <a:lnTo>
                    <a:pt x="718598" y="878558"/>
                  </a:lnTo>
                  <a:lnTo>
                    <a:pt x="701145" y="848000"/>
                  </a:lnTo>
                  <a:close/>
                  <a:moveTo>
                    <a:pt x="677656" y="855106"/>
                  </a:moveTo>
                  <a:lnTo>
                    <a:pt x="691908" y="891861"/>
                  </a:lnTo>
                  <a:lnTo>
                    <a:pt x="718598" y="878558"/>
                  </a:lnTo>
                  <a:close/>
                  <a:moveTo>
                    <a:pt x="701145" y="848000"/>
                  </a:moveTo>
                  <a:lnTo>
                    <a:pt x="651608" y="827150"/>
                  </a:lnTo>
                  <a:lnTo>
                    <a:pt x="677656" y="855106"/>
                  </a:lnTo>
                  <a:close/>
                  <a:moveTo>
                    <a:pt x="653274" y="815083"/>
                  </a:moveTo>
                  <a:lnTo>
                    <a:pt x="651608" y="827150"/>
                  </a:lnTo>
                  <a:lnTo>
                    <a:pt x="701145" y="848000"/>
                  </a:lnTo>
                  <a:close/>
                  <a:moveTo>
                    <a:pt x="697467" y="806243"/>
                  </a:moveTo>
                  <a:lnTo>
                    <a:pt x="653274" y="815083"/>
                  </a:lnTo>
                  <a:lnTo>
                    <a:pt x="701145" y="848000"/>
                  </a:lnTo>
                  <a:close/>
                  <a:moveTo>
                    <a:pt x="726895" y="854154"/>
                  </a:moveTo>
                  <a:lnTo>
                    <a:pt x="722376" y="801167"/>
                  </a:lnTo>
                  <a:lnTo>
                    <a:pt x="697467" y="806243"/>
                  </a:lnTo>
                  <a:close/>
                  <a:moveTo>
                    <a:pt x="726895" y="854154"/>
                  </a:moveTo>
                  <a:lnTo>
                    <a:pt x="697467" y="806243"/>
                  </a:lnTo>
                  <a:lnTo>
                    <a:pt x="701145" y="848000"/>
                  </a:lnTo>
                  <a:close/>
                  <a:moveTo>
                    <a:pt x="639704" y="818351"/>
                  </a:moveTo>
                  <a:lnTo>
                    <a:pt x="651608" y="827150"/>
                  </a:lnTo>
                  <a:lnTo>
                    <a:pt x="653274" y="815083"/>
                  </a:lnTo>
                  <a:close/>
                  <a:moveTo>
                    <a:pt x="624021" y="781596"/>
                  </a:moveTo>
                  <a:lnTo>
                    <a:pt x="639704" y="818351"/>
                  </a:lnTo>
                  <a:lnTo>
                    <a:pt x="657390" y="764412"/>
                  </a:lnTo>
                  <a:close/>
                  <a:moveTo>
                    <a:pt x="722376" y="801167"/>
                  </a:moveTo>
                  <a:lnTo>
                    <a:pt x="701086" y="764412"/>
                  </a:lnTo>
                  <a:lnTo>
                    <a:pt x="697467" y="806243"/>
                  </a:lnTo>
                  <a:close/>
                  <a:moveTo>
                    <a:pt x="605512" y="744840"/>
                  </a:moveTo>
                  <a:lnTo>
                    <a:pt x="624021" y="781596"/>
                  </a:lnTo>
                  <a:lnTo>
                    <a:pt x="657390" y="764412"/>
                  </a:lnTo>
                  <a:close/>
                  <a:moveTo>
                    <a:pt x="605512" y="744840"/>
                  </a:moveTo>
                  <a:lnTo>
                    <a:pt x="657390" y="764412"/>
                  </a:lnTo>
                  <a:lnTo>
                    <a:pt x="638574" y="727657"/>
                  </a:lnTo>
                  <a:close/>
                  <a:moveTo>
                    <a:pt x="593659" y="702219"/>
                  </a:moveTo>
                  <a:lnTo>
                    <a:pt x="587870" y="713419"/>
                  </a:lnTo>
                  <a:lnTo>
                    <a:pt x="611798" y="690902"/>
                  </a:lnTo>
                  <a:close/>
                  <a:moveTo>
                    <a:pt x="611798" y="690902"/>
                  </a:moveTo>
                  <a:lnTo>
                    <a:pt x="587870" y="713419"/>
                  </a:lnTo>
                  <a:lnTo>
                    <a:pt x="605512" y="744840"/>
                  </a:lnTo>
                  <a:close/>
                  <a:moveTo>
                    <a:pt x="611798" y="690902"/>
                  </a:moveTo>
                  <a:lnTo>
                    <a:pt x="605512" y="744840"/>
                  </a:lnTo>
                  <a:lnTo>
                    <a:pt x="638574" y="727657"/>
                  </a:lnTo>
                  <a:close/>
                  <a:moveTo>
                    <a:pt x="583680" y="708086"/>
                  </a:moveTo>
                  <a:lnTo>
                    <a:pt x="587870" y="713419"/>
                  </a:lnTo>
                  <a:lnTo>
                    <a:pt x="593659" y="702219"/>
                  </a:lnTo>
                  <a:close/>
                  <a:moveTo>
                    <a:pt x="583640" y="671331"/>
                  </a:moveTo>
                  <a:lnTo>
                    <a:pt x="593659" y="702219"/>
                  </a:lnTo>
                  <a:lnTo>
                    <a:pt x="611798" y="690902"/>
                  </a:lnTo>
                  <a:close/>
                  <a:moveTo>
                    <a:pt x="749246" y="791236"/>
                  </a:moveTo>
                  <a:lnTo>
                    <a:pt x="739814" y="811575"/>
                  </a:lnTo>
                  <a:lnTo>
                    <a:pt x="769765" y="783984"/>
                  </a:lnTo>
                  <a:close/>
                  <a:moveTo>
                    <a:pt x="722376" y="801167"/>
                  </a:moveTo>
                  <a:lnTo>
                    <a:pt x="739814" y="811575"/>
                  </a:lnTo>
                  <a:lnTo>
                    <a:pt x="749246" y="791236"/>
                  </a:lnTo>
                  <a:close/>
                  <a:moveTo>
                    <a:pt x="737721" y="747229"/>
                  </a:moveTo>
                  <a:lnTo>
                    <a:pt x="749246" y="791236"/>
                  </a:lnTo>
                  <a:lnTo>
                    <a:pt x="754462" y="770133"/>
                  </a:lnTo>
                  <a:close/>
                  <a:moveTo>
                    <a:pt x="722376" y="801167"/>
                  </a:moveTo>
                  <a:lnTo>
                    <a:pt x="749246" y="791236"/>
                  </a:lnTo>
                  <a:lnTo>
                    <a:pt x="737721" y="747229"/>
                  </a:lnTo>
                  <a:close/>
                  <a:moveTo>
                    <a:pt x="701086" y="764412"/>
                  </a:moveTo>
                  <a:lnTo>
                    <a:pt x="722376" y="801167"/>
                  </a:lnTo>
                  <a:lnTo>
                    <a:pt x="737721" y="747229"/>
                  </a:lnTo>
                  <a:close/>
                  <a:moveTo>
                    <a:pt x="749246" y="791236"/>
                  </a:moveTo>
                  <a:lnTo>
                    <a:pt x="769765" y="783984"/>
                  </a:lnTo>
                  <a:lnTo>
                    <a:pt x="754462" y="770133"/>
                  </a:lnTo>
                  <a:close/>
                  <a:moveTo>
                    <a:pt x="638574" y="727657"/>
                  </a:moveTo>
                  <a:lnTo>
                    <a:pt x="663665" y="761888"/>
                  </a:lnTo>
                  <a:lnTo>
                    <a:pt x="660002" y="720119"/>
                  </a:lnTo>
                  <a:close/>
                  <a:moveTo>
                    <a:pt x="638574" y="727657"/>
                  </a:moveTo>
                  <a:lnTo>
                    <a:pt x="657390" y="764412"/>
                  </a:lnTo>
                  <a:lnTo>
                    <a:pt x="663665" y="761888"/>
                  </a:lnTo>
                  <a:close/>
                  <a:moveTo>
                    <a:pt x="660002" y="720119"/>
                  </a:moveTo>
                  <a:lnTo>
                    <a:pt x="663665" y="761888"/>
                  </a:lnTo>
                  <a:lnTo>
                    <a:pt x="696592" y="717460"/>
                  </a:lnTo>
                  <a:close/>
                  <a:moveTo>
                    <a:pt x="696592" y="717460"/>
                  </a:moveTo>
                  <a:lnTo>
                    <a:pt x="693259" y="762090"/>
                  </a:lnTo>
                  <a:lnTo>
                    <a:pt x="722317" y="710474"/>
                  </a:lnTo>
                  <a:close/>
                  <a:moveTo>
                    <a:pt x="722317" y="710474"/>
                  </a:moveTo>
                  <a:lnTo>
                    <a:pt x="701086" y="764412"/>
                  </a:lnTo>
                  <a:lnTo>
                    <a:pt x="737721" y="747229"/>
                  </a:lnTo>
                  <a:close/>
                  <a:moveTo>
                    <a:pt x="658874" y="673719"/>
                  </a:moveTo>
                  <a:lnTo>
                    <a:pt x="660002" y="720119"/>
                  </a:lnTo>
                  <a:lnTo>
                    <a:pt x="663359" y="678666"/>
                  </a:lnTo>
                  <a:close/>
                  <a:moveTo>
                    <a:pt x="638574" y="727657"/>
                  </a:moveTo>
                  <a:lnTo>
                    <a:pt x="660002" y="720119"/>
                  </a:lnTo>
                  <a:lnTo>
                    <a:pt x="658874" y="673719"/>
                  </a:lnTo>
                  <a:close/>
                  <a:moveTo>
                    <a:pt x="660002" y="720119"/>
                  </a:moveTo>
                  <a:lnTo>
                    <a:pt x="696592" y="717460"/>
                  </a:lnTo>
                  <a:lnTo>
                    <a:pt x="663359" y="678666"/>
                  </a:lnTo>
                  <a:close/>
                  <a:moveTo>
                    <a:pt x="696592" y="717460"/>
                  </a:moveTo>
                  <a:lnTo>
                    <a:pt x="697758" y="682702"/>
                  </a:lnTo>
                  <a:lnTo>
                    <a:pt x="663359" y="678666"/>
                  </a:lnTo>
                  <a:close/>
                  <a:moveTo>
                    <a:pt x="697758" y="682702"/>
                  </a:moveTo>
                  <a:lnTo>
                    <a:pt x="696592" y="717460"/>
                  </a:lnTo>
                  <a:lnTo>
                    <a:pt x="722317" y="710474"/>
                  </a:lnTo>
                  <a:close/>
                  <a:moveTo>
                    <a:pt x="148645" y="0"/>
                  </a:moveTo>
                  <a:lnTo>
                    <a:pt x="93525" y="14703"/>
                  </a:lnTo>
                  <a:lnTo>
                    <a:pt x="117163" y="6871"/>
                  </a:lnTo>
                  <a:close/>
                  <a:moveTo>
                    <a:pt x="807470" y="770989"/>
                  </a:moveTo>
                  <a:lnTo>
                    <a:pt x="754462" y="770133"/>
                  </a:lnTo>
                  <a:lnTo>
                    <a:pt x="769765" y="783984"/>
                  </a:lnTo>
                  <a:close/>
                  <a:moveTo>
                    <a:pt x="760925" y="736994"/>
                  </a:moveTo>
                  <a:lnTo>
                    <a:pt x="754462" y="770133"/>
                  </a:lnTo>
                  <a:lnTo>
                    <a:pt x="807470" y="770989"/>
                  </a:lnTo>
                  <a:close/>
                  <a:moveTo>
                    <a:pt x="737721" y="747229"/>
                  </a:moveTo>
                  <a:lnTo>
                    <a:pt x="754462" y="770133"/>
                  </a:lnTo>
                  <a:lnTo>
                    <a:pt x="760925" y="736994"/>
                  </a:lnTo>
                  <a:close/>
                  <a:moveTo>
                    <a:pt x="737721" y="747229"/>
                  </a:moveTo>
                  <a:lnTo>
                    <a:pt x="760925" y="736994"/>
                  </a:lnTo>
                  <a:lnTo>
                    <a:pt x="757084" y="693290"/>
                  </a:lnTo>
                  <a:close/>
                  <a:moveTo>
                    <a:pt x="722317" y="710474"/>
                  </a:moveTo>
                  <a:lnTo>
                    <a:pt x="737721" y="747229"/>
                  </a:lnTo>
                  <a:lnTo>
                    <a:pt x="757084" y="693290"/>
                  </a:lnTo>
                  <a:close/>
                  <a:moveTo>
                    <a:pt x="717726" y="661152"/>
                  </a:moveTo>
                  <a:lnTo>
                    <a:pt x="663359" y="678666"/>
                  </a:lnTo>
                  <a:lnTo>
                    <a:pt x="697758" y="682702"/>
                  </a:lnTo>
                  <a:close/>
                  <a:moveTo>
                    <a:pt x="680307" y="596458"/>
                  </a:moveTo>
                  <a:lnTo>
                    <a:pt x="645811" y="597415"/>
                  </a:lnTo>
                  <a:lnTo>
                    <a:pt x="694137" y="629962"/>
                  </a:lnTo>
                  <a:close/>
                  <a:moveTo>
                    <a:pt x="634719" y="561685"/>
                  </a:moveTo>
                  <a:lnTo>
                    <a:pt x="595616" y="549962"/>
                  </a:lnTo>
                  <a:lnTo>
                    <a:pt x="626063" y="563454"/>
                  </a:lnTo>
                  <a:close/>
                  <a:moveTo>
                    <a:pt x="543995" y="385329"/>
                  </a:moveTo>
                  <a:lnTo>
                    <a:pt x="518198" y="416434"/>
                  </a:lnTo>
                  <a:lnTo>
                    <a:pt x="530368" y="399251"/>
                  </a:lnTo>
                  <a:close/>
                  <a:moveTo>
                    <a:pt x="857143" y="730046"/>
                  </a:moveTo>
                  <a:lnTo>
                    <a:pt x="862793" y="766801"/>
                  </a:lnTo>
                  <a:lnTo>
                    <a:pt x="885787" y="749617"/>
                  </a:lnTo>
                  <a:close/>
                  <a:moveTo>
                    <a:pt x="857143" y="730046"/>
                  </a:moveTo>
                  <a:lnTo>
                    <a:pt x="885787" y="749617"/>
                  </a:lnTo>
                  <a:lnTo>
                    <a:pt x="869997" y="712862"/>
                  </a:lnTo>
                  <a:close/>
                  <a:moveTo>
                    <a:pt x="563604" y="362436"/>
                  </a:moveTo>
                  <a:lnTo>
                    <a:pt x="530368" y="399251"/>
                  </a:lnTo>
                  <a:lnTo>
                    <a:pt x="545085" y="382067"/>
                  </a:lnTo>
                  <a:close/>
                  <a:moveTo>
                    <a:pt x="563604" y="362436"/>
                  </a:moveTo>
                  <a:lnTo>
                    <a:pt x="543995" y="385329"/>
                  </a:lnTo>
                  <a:lnTo>
                    <a:pt x="530368" y="399251"/>
                  </a:lnTo>
                  <a:close/>
                  <a:moveTo>
                    <a:pt x="807084" y="592315"/>
                  </a:moveTo>
                  <a:lnTo>
                    <a:pt x="765373" y="602597"/>
                  </a:lnTo>
                  <a:lnTo>
                    <a:pt x="776005" y="635240"/>
                  </a:lnTo>
                  <a:close/>
                  <a:moveTo>
                    <a:pt x="877741" y="597069"/>
                  </a:moveTo>
                  <a:lnTo>
                    <a:pt x="893636" y="576125"/>
                  </a:lnTo>
                  <a:lnTo>
                    <a:pt x="883350" y="589671"/>
                  </a:lnTo>
                  <a:close/>
                  <a:moveTo>
                    <a:pt x="877741" y="597069"/>
                  </a:moveTo>
                  <a:lnTo>
                    <a:pt x="883350" y="589671"/>
                  </a:lnTo>
                  <a:lnTo>
                    <a:pt x="855833" y="611366"/>
                  </a:lnTo>
                  <a:close/>
                  <a:moveTo>
                    <a:pt x="934275" y="525428"/>
                  </a:moveTo>
                  <a:lnTo>
                    <a:pt x="895950" y="531475"/>
                  </a:lnTo>
                  <a:lnTo>
                    <a:pt x="955676" y="543092"/>
                  </a:lnTo>
                  <a:close/>
                  <a:moveTo>
                    <a:pt x="955676" y="543092"/>
                  </a:moveTo>
                  <a:lnTo>
                    <a:pt x="968801" y="551047"/>
                  </a:lnTo>
                  <a:lnTo>
                    <a:pt x="934275" y="525428"/>
                  </a:lnTo>
                  <a:close/>
                  <a:moveTo>
                    <a:pt x="955676" y="543092"/>
                  </a:moveTo>
                  <a:lnTo>
                    <a:pt x="945668" y="551047"/>
                  </a:lnTo>
                  <a:lnTo>
                    <a:pt x="961436" y="548094"/>
                  </a:lnTo>
                  <a:close/>
                  <a:moveTo>
                    <a:pt x="961436" y="548094"/>
                  </a:moveTo>
                  <a:lnTo>
                    <a:pt x="968801" y="551047"/>
                  </a:lnTo>
                  <a:lnTo>
                    <a:pt x="955676" y="54309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35" name="Input_density__74">
              <a:extLst>
                <a:ext uri="{FF2B5EF4-FFF2-40B4-BE49-F238E27FC236}">
                  <a16:creationId xmlns:a16="http://schemas.microsoft.com/office/drawing/2014/main" id="{A0A9C3EC-4A7A-9AA8-3CEF-1FE0BC781F87}"/>
                </a:ext>
              </a:extLst>
            </p:cNvPr>
            <p:cNvSpPr>
              <a:spLocks noGrp="1"/>
            </p:cNvSpPr>
            <p:nvPr/>
          </p:nvSpPr>
          <p:spPr>
            <a:xfrm>
              <a:off x="908766" y="2319168"/>
              <a:ext cx="947417" cy="811463"/>
            </a:xfrm>
            <a:custGeom>
              <a:avLst/>
              <a:gdLst/>
              <a:ahLst/>
              <a:cxnLst/>
              <a:rect l="0" t="0" r="0" b="0"/>
              <a:pathLst>
                <a:path w="947417" h="811463">
                  <a:moveTo>
                    <a:pt x="10913" y="608881"/>
                  </a:moveTo>
                  <a:lnTo>
                    <a:pt x="13455" y="586157"/>
                  </a:lnTo>
                  <a:lnTo>
                    <a:pt x="0" y="603340"/>
                  </a:lnTo>
                  <a:close/>
                  <a:moveTo>
                    <a:pt x="53768" y="548325"/>
                  </a:moveTo>
                  <a:lnTo>
                    <a:pt x="13455" y="586157"/>
                  </a:lnTo>
                  <a:lnTo>
                    <a:pt x="45767" y="568974"/>
                  </a:lnTo>
                  <a:close/>
                  <a:moveTo>
                    <a:pt x="53768" y="548325"/>
                  </a:moveTo>
                  <a:lnTo>
                    <a:pt x="29178" y="552597"/>
                  </a:lnTo>
                  <a:lnTo>
                    <a:pt x="13455" y="586157"/>
                  </a:lnTo>
                  <a:close/>
                  <a:moveTo>
                    <a:pt x="96358" y="521180"/>
                  </a:moveTo>
                  <a:lnTo>
                    <a:pt x="67571" y="532219"/>
                  </a:lnTo>
                  <a:lnTo>
                    <a:pt x="106963" y="526430"/>
                  </a:lnTo>
                  <a:close/>
                  <a:moveTo>
                    <a:pt x="67571" y="532219"/>
                  </a:moveTo>
                  <a:lnTo>
                    <a:pt x="53768" y="548325"/>
                  </a:lnTo>
                  <a:lnTo>
                    <a:pt x="106963" y="526430"/>
                  </a:lnTo>
                  <a:close/>
                  <a:moveTo>
                    <a:pt x="106963" y="526430"/>
                  </a:moveTo>
                  <a:lnTo>
                    <a:pt x="53768" y="548325"/>
                  </a:lnTo>
                  <a:lnTo>
                    <a:pt x="99683" y="551790"/>
                  </a:lnTo>
                  <a:close/>
                  <a:moveTo>
                    <a:pt x="75639" y="505523"/>
                  </a:moveTo>
                  <a:lnTo>
                    <a:pt x="67571" y="532219"/>
                  </a:lnTo>
                  <a:lnTo>
                    <a:pt x="96358" y="521180"/>
                  </a:lnTo>
                  <a:close/>
                  <a:moveTo>
                    <a:pt x="75793" y="495464"/>
                  </a:moveTo>
                  <a:lnTo>
                    <a:pt x="96358" y="521180"/>
                  </a:lnTo>
                  <a:lnTo>
                    <a:pt x="112124" y="515035"/>
                  </a:lnTo>
                  <a:close/>
                  <a:moveTo>
                    <a:pt x="75793" y="495464"/>
                  </a:moveTo>
                  <a:lnTo>
                    <a:pt x="112124" y="515035"/>
                  </a:lnTo>
                  <a:lnTo>
                    <a:pt x="100723" y="478280"/>
                  </a:lnTo>
                  <a:close/>
                  <a:moveTo>
                    <a:pt x="295978" y="690981"/>
                  </a:moveTo>
                  <a:lnTo>
                    <a:pt x="245422" y="670375"/>
                  </a:lnTo>
                  <a:lnTo>
                    <a:pt x="261174" y="698810"/>
                  </a:lnTo>
                  <a:close/>
                  <a:moveTo>
                    <a:pt x="100723" y="478280"/>
                  </a:moveTo>
                  <a:lnTo>
                    <a:pt x="112124" y="515035"/>
                  </a:lnTo>
                  <a:lnTo>
                    <a:pt x="147503" y="506688"/>
                  </a:lnTo>
                  <a:close/>
                  <a:moveTo>
                    <a:pt x="94216" y="441525"/>
                  </a:moveTo>
                  <a:lnTo>
                    <a:pt x="144462" y="464413"/>
                  </a:lnTo>
                  <a:lnTo>
                    <a:pt x="129608" y="431743"/>
                  </a:lnTo>
                  <a:close/>
                  <a:moveTo>
                    <a:pt x="94216" y="441525"/>
                  </a:moveTo>
                  <a:lnTo>
                    <a:pt x="100723" y="478280"/>
                  </a:lnTo>
                  <a:lnTo>
                    <a:pt x="144462" y="464413"/>
                  </a:lnTo>
                  <a:close/>
                  <a:moveTo>
                    <a:pt x="327607" y="681627"/>
                  </a:moveTo>
                  <a:lnTo>
                    <a:pt x="336230" y="718382"/>
                  </a:lnTo>
                  <a:lnTo>
                    <a:pt x="358668" y="711851"/>
                  </a:lnTo>
                  <a:close/>
                  <a:moveTo>
                    <a:pt x="586681" y="796162"/>
                  </a:moveTo>
                  <a:lnTo>
                    <a:pt x="525598" y="778033"/>
                  </a:lnTo>
                  <a:lnTo>
                    <a:pt x="541820" y="811463"/>
                  </a:lnTo>
                  <a:close/>
                  <a:moveTo>
                    <a:pt x="601642" y="757525"/>
                  </a:moveTo>
                  <a:lnTo>
                    <a:pt x="597671" y="794280"/>
                  </a:lnTo>
                  <a:lnTo>
                    <a:pt x="637174" y="777097"/>
                  </a:lnTo>
                  <a:close/>
                  <a:moveTo>
                    <a:pt x="601642" y="757525"/>
                  </a:moveTo>
                  <a:lnTo>
                    <a:pt x="637174" y="777097"/>
                  </a:lnTo>
                  <a:lnTo>
                    <a:pt x="629064" y="740342"/>
                  </a:lnTo>
                  <a:close/>
                  <a:moveTo>
                    <a:pt x="629064" y="740342"/>
                  </a:moveTo>
                  <a:lnTo>
                    <a:pt x="657297" y="732655"/>
                  </a:lnTo>
                  <a:lnTo>
                    <a:pt x="648355" y="728363"/>
                  </a:lnTo>
                  <a:close/>
                  <a:moveTo>
                    <a:pt x="650993" y="759914"/>
                  </a:moveTo>
                  <a:lnTo>
                    <a:pt x="657297" y="732655"/>
                  </a:lnTo>
                  <a:lnTo>
                    <a:pt x="629064" y="740342"/>
                  </a:lnTo>
                  <a:close/>
                  <a:moveTo>
                    <a:pt x="637174" y="777097"/>
                  </a:moveTo>
                  <a:lnTo>
                    <a:pt x="650993" y="759914"/>
                  </a:lnTo>
                  <a:lnTo>
                    <a:pt x="629064" y="740342"/>
                  </a:lnTo>
                  <a:close/>
                  <a:moveTo>
                    <a:pt x="639691" y="686404"/>
                  </a:moveTo>
                  <a:lnTo>
                    <a:pt x="648355" y="728363"/>
                  </a:lnTo>
                  <a:lnTo>
                    <a:pt x="652707" y="715495"/>
                  </a:lnTo>
                  <a:close/>
                  <a:moveTo>
                    <a:pt x="629064" y="740342"/>
                  </a:moveTo>
                  <a:lnTo>
                    <a:pt x="648355" y="728363"/>
                  </a:lnTo>
                  <a:lnTo>
                    <a:pt x="639691" y="686404"/>
                  </a:lnTo>
                  <a:close/>
                  <a:moveTo>
                    <a:pt x="648355" y="728363"/>
                  </a:moveTo>
                  <a:lnTo>
                    <a:pt x="659154" y="723159"/>
                  </a:lnTo>
                  <a:lnTo>
                    <a:pt x="652707" y="715495"/>
                  </a:lnTo>
                  <a:close/>
                  <a:moveTo>
                    <a:pt x="282453" y="299419"/>
                  </a:moveTo>
                  <a:lnTo>
                    <a:pt x="306724" y="293956"/>
                  </a:lnTo>
                  <a:lnTo>
                    <a:pt x="282531" y="299282"/>
                  </a:lnTo>
                  <a:close/>
                  <a:moveTo>
                    <a:pt x="306724" y="293956"/>
                  </a:moveTo>
                  <a:lnTo>
                    <a:pt x="308818" y="282099"/>
                  </a:lnTo>
                  <a:lnTo>
                    <a:pt x="282531" y="299282"/>
                  </a:lnTo>
                  <a:close/>
                  <a:moveTo>
                    <a:pt x="272749" y="262527"/>
                  </a:moveTo>
                  <a:lnTo>
                    <a:pt x="282531" y="299282"/>
                  </a:lnTo>
                  <a:lnTo>
                    <a:pt x="308818" y="282099"/>
                  </a:lnTo>
                  <a:close/>
                  <a:moveTo>
                    <a:pt x="272749" y="262527"/>
                  </a:moveTo>
                  <a:lnTo>
                    <a:pt x="308818" y="282099"/>
                  </a:lnTo>
                  <a:lnTo>
                    <a:pt x="305589" y="245344"/>
                  </a:lnTo>
                  <a:close/>
                  <a:moveTo>
                    <a:pt x="655589" y="677735"/>
                  </a:moveTo>
                  <a:lnTo>
                    <a:pt x="652707" y="715495"/>
                  </a:lnTo>
                  <a:lnTo>
                    <a:pt x="670941" y="669220"/>
                  </a:lnTo>
                  <a:close/>
                  <a:moveTo>
                    <a:pt x="670941" y="669220"/>
                  </a:moveTo>
                  <a:lnTo>
                    <a:pt x="652707" y="715495"/>
                  </a:lnTo>
                  <a:lnTo>
                    <a:pt x="659154" y="723159"/>
                  </a:lnTo>
                  <a:close/>
                  <a:moveTo>
                    <a:pt x="639691" y="686404"/>
                  </a:moveTo>
                  <a:lnTo>
                    <a:pt x="652707" y="715495"/>
                  </a:lnTo>
                  <a:lnTo>
                    <a:pt x="655589" y="677735"/>
                  </a:lnTo>
                  <a:close/>
                  <a:moveTo>
                    <a:pt x="627697" y="649649"/>
                  </a:moveTo>
                  <a:lnTo>
                    <a:pt x="655589" y="677735"/>
                  </a:lnTo>
                  <a:lnTo>
                    <a:pt x="645897" y="640868"/>
                  </a:lnTo>
                  <a:close/>
                  <a:moveTo>
                    <a:pt x="627697" y="649649"/>
                  </a:moveTo>
                  <a:lnTo>
                    <a:pt x="639691" y="686404"/>
                  </a:lnTo>
                  <a:lnTo>
                    <a:pt x="655589" y="677735"/>
                  </a:lnTo>
                  <a:close/>
                  <a:moveTo>
                    <a:pt x="670941" y="669220"/>
                  </a:moveTo>
                  <a:lnTo>
                    <a:pt x="662600" y="632465"/>
                  </a:lnTo>
                  <a:lnTo>
                    <a:pt x="655589" y="677735"/>
                  </a:lnTo>
                  <a:close/>
                  <a:moveTo>
                    <a:pt x="662600" y="632465"/>
                  </a:moveTo>
                  <a:lnTo>
                    <a:pt x="645897" y="640868"/>
                  </a:lnTo>
                  <a:lnTo>
                    <a:pt x="655589" y="677735"/>
                  </a:lnTo>
                  <a:close/>
                  <a:moveTo>
                    <a:pt x="305589" y="245344"/>
                  </a:moveTo>
                  <a:lnTo>
                    <a:pt x="354247" y="267973"/>
                  </a:lnTo>
                  <a:lnTo>
                    <a:pt x="342072" y="233125"/>
                  </a:lnTo>
                  <a:close/>
                  <a:moveTo>
                    <a:pt x="305589" y="245344"/>
                  </a:moveTo>
                  <a:lnTo>
                    <a:pt x="308818" y="282099"/>
                  </a:lnTo>
                  <a:lnTo>
                    <a:pt x="354247" y="267973"/>
                  </a:lnTo>
                  <a:close/>
                  <a:moveTo>
                    <a:pt x="373085" y="264915"/>
                  </a:moveTo>
                  <a:lnTo>
                    <a:pt x="384689" y="240091"/>
                  </a:lnTo>
                  <a:lnTo>
                    <a:pt x="354247" y="267973"/>
                  </a:lnTo>
                  <a:close/>
                  <a:moveTo>
                    <a:pt x="354247" y="267973"/>
                  </a:moveTo>
                  <a:lnTo>
                    <a:pt x="377010" y="231809"/>
                  </a:lnTo>
                  <a:lnTo>
                    <a:pt x="342072" y="233125"/>
                  </a:lnTo>
                  <a:close/>
                  <a:moveTo>
                    <a:pt x="321024" y="222844"/>
                  </a:moveTo>
                  <a:lnTo>
                    <a:pt x="305589" y="245344"/>
                  </a:lnTo>
                  <a:lnTo>
                    <a:pt x="342072" y="233125"/>
                  </a:lnTo>
                  <a:close/>
                  <a:moveTo>
                    <a:pt x="719442" y="487833"/>
                  </a:moveTo>
                  <a:lnTo>
                    <a:pt x="744384" y="525481"/>
                  </a:lnTo>
                  <a:lnTo>
                    <a:pt x="745014" y="522836"/>
                  </a:lnTo>
                  <a:close/>
                  <a:moveTo>
                    <a:pt x="744384" y="525481"/>
                  </a:moveTo>
                  <a:lnTo>
                    <a:pt x="752104" y="524588"/>
                  </a:lnTo>
                  <a:lnTo>
                    <a:pt x="745014" y="522836"/>
                  </a:lnTo>
                  <a:close/>
                  <a:moveTo>
                    <a:pt x="575381" y="139855"/>
                  </a:moveTo>
                  <a:lnTo>
                    <a:pt x="603539" y="159427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30315" y="196182"/>
                  </a:lnTo>
                  <a:lnTo>
                    <a:pt x="650615" y="142243"/>
                  </a:lnTo>
                  <a:close/>
                  <a:moveTo>
                    <a:pt x="598882" y="122672"/>
                  </a:moveTo>
                  <a:lnTo>
                    <a:pt x="648930" y="124123"/>
                  </a:lnTo>
                  <a:lnTo>
                    <a:pt x="642367" y="106772"/>
                  </a:lnTo>
                  <a:close/>
                  <a:moveTo>
                    <a:pt x="650615" y="142243"/>
                  </a:moveTo>
                  <a:lnTo>
                    <a:pt x="648930" y="124123"/>
                  </a:lnTo>
                  <a:lnTo>
                    <a:pt x="598882" y="122672"/>
                  </a:lnTo>
                  <a:close/>
                  <a:moveTo>
                    <a:pt x="603539" y="159427"/>
                  </a:moveTo>
                  <a:lnTo>
                    <a:pt x="650615" y="142243"/>
                  </a:lnTo>
                  <a:lnTo>
                    <a:pt x="598882" y="122672"/>
                  </a:lnTo>
                  <a:close/>
                  <a:moveTo>
                    <a:pt x="580093" y="85565"/>
                  </a:moveTo>
                  <a:lnTo>
                    <a:pt x="579984" y="87131"/>
                  </a:lnTo>
                  <a:lnTo>
                    <a:pt x="629103" y="68733"/>
                  </a:lnTo>
                  <a:close/>
                  <a:moveTo>
                    <a:pt x="579984" y="87131"/>
                  </a:moveTo>
                  <a:lnTo>
                    <a:pt x="598882" y="122672"/>
                  </a:lnTo>
                  <a:lnTo>
                    <a:pt x="629103" y="68733"/>
                  </a:lnTo>
                  <a:close/>
                  <a:moveTo>
                    <a:pt x="629103" y="68733"/>
                  </a:moveTo>
                  <a:lnTo>
                    <a:pt x="598882" y="122672"/>
                  </a:lnTo>
                  <a:lnTo>
                    <a:pt x="639858" y="90206"/>
                  </a:lnTo>
                  <a:close/>
                  <a:moveTo>
                    <a:pt x="639858" y="90206"/>
                  </a:moveTo>
                  <a:lnTo>
                    <a:pt x="598882" y="122672"/>
                  </a:lnTo>
                  <a:lnTo>
                    <a:pt x="642367" y="106772"/>
                  </a:lnTo>
                  <a:close/>
                  <a:moveTo>
                    <a:pt x="642367" y="106772"/>
                  </a:moveTo>
                  <a:lnTo>
                    <a:pt x="652321" y="105488"/>
                  </a:lnTo>
                  <a:lnTo>
                    <a:pt x="639858" y="90206"/>
                  </a:lnTo>
                  <a:close/>
                  <a:moveTo>
                    <a:pt x="642367" y="106772"/>
                  </a:moveTo>
                  <a:lnTo>
                    <a:pt x="648930" y="124123"/>
                  </a:lnTo>
                  <a:lnTo>
                    <a:pt x="652321" y="105488"/>
                  </a:lnTo>
                  <a:close/>
                  <a:moveTo>
                    <a:pt x="655100" y="147190"/>
                  </a:moveTo>
                  <a:lnTo>
                    <a:pt x="660766" y="136561"/>
                  </a:lnTo>
                  <a:lnTo>
                    <a:pt x="650615" y="142243"/>
                  </a:lnTo>
                  <a:close/>
                  <a:moveTo>
                    <a:pt x="648930" y="124123"/>
                  </a:moveTo>
                  <a:lnTo>
                    <a:pt x="650615" y="14224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52321" y="105488"/>
                  </a:lnTo>
                  <a:lnTo>
                    <a:pt x="707112" y="120871"/>
                  </a:lnTo>
                  <a:close/>
                  <a:moveTo>
                    <a:pt x="652321" y="105488"/>
                  </a:moveTo>
                  <a:lnTo>
                    <a:pt x="648930" y="124123"/>
                  </a:lnTo>
                  <a:lnTo>
                    <a:pt x="707112" y="120871"/>
                  </a:lnTo>
                  <a:close/>
                  <a:moveTo>
                    <a:pt x="707112" y="120871"/>
                  </a:moveTo>
                  <a:lnTo>
                    <a:pt x="648930" y="124123"/>
                  </a:lnTo>
                  <a:lnTo>
                    <a:pt x="700881" y="125060"/>
                  </a:lnTo>
                  <a:close/>
                  <a:moveTo>
                    <a:pt x="700881" y="125060"/>
                  </a:moveTo>
                  <a:lnTo>
                    <a:pt x="648930" y="124123"/>
                  </a:lnTo>
                  <a:lnTo>
                    <a:pt x="660766" y="136561"/>
                  </a:lnTo>
                  <a:close/>
                  <a:moveTo>
                    <a:pt x="685878" y="98486"/>
                  </a:moveTo>
                  <a:lnTo>
                    <a:pt x="639858" y="90206"/>
                  </a:lnTo>
                  <a:lnTo>
                    <a:pt x="652321" y="105488"/>
                  </a:lnTo>
                  <a:close/>
                  <a:moveTo>
                    <a:pt x="637552" y="65939"/>
                  </a:moveTo>
                  <a:lnTo>
                    <a:pt x="639858" y="90206"/>
                  </a:lnTo>
                  <a:lnTo>
                    <a:pt x="685878" y="98486"/>
                  </a:lnTo>
                  <a:close/>
                  <a:moveTo>
                    <a:pt x="685878" y="98486"/>
                  </a:moveTo>
                  <a:lnTo>
                    <a:pt x="718277" y="88305"/>
                  </a:lnTo>
                  <a:lnTo>
                    <a:pt x="725366" y="64543"/>
                  </a:lnTo>
                  <a:close/>
                  <a:moveTo>
                    <a:pt x="685878" y="98486"/>
                  </a:moveTo>
                  <a:lnTo>
                    <a:pt x="707112" y="120871"/>
                  </a:lnTo>
                  <a:lnTo>
                    <a:pt x="718277" y="88305"/>
                  </a:lnTo>
                  <a:close/>
                  <a:moveTo>
                    <a:pt x="629103" y="68733"/>
                  </a:moveTo>
                  <a:lnTo>
                    <a:pt x="639858" y="90206"/>
                  </a:lnTo>
                  <a:lnTo>
                    <a:pt x="637552" y="65939"/>
                  </a:lnTo>
                  <a:close/>
                  <a:moveTo>
                    <a:pt x="617804" y="31978"/>
                  </a:moveTo>
                  <a:lnTo>
                    <a:pt x="637552" y="65939"/>
                  </a:lnTo>
                  <a:lnTo>
                    <a:pt x="626460" y="30210"/>
                  </a:lnTo>
                  <a:close/>
                  <a:moveTo>
                    <a:pt x="617804" y="31978"/>
                  </a:moveTo>
                  <a:lnTo>
                    <a:pt x="629103" y="68733"/>
                  </a:lnTo>
                  <a:lnTo>
                    <a:pt x="637552" y="65939"/>
                  </a:lnTo>
                  <a:close/>
                  <a:moveTo>
                    <a:pt x="747950" y="75112"/>
                  </a:moveTo>
                  <a:lnTo>
                    <a:pt x="718277" y="88305"/>
                  </a:lnTo>
                  <a:lnTo>
                    <a:pt x="757166" y="87230"/>
                  </a:lnTo>
                  <a:close/>
                  <a:moveTo>
                    <a:pt x="757166" y="87230"/>
                  </a:moveTo>
                  <a:lnTo>
                    <a:pt x="718277" y="88305"/>
                  </a:lnTo>
                  <a:lnTo>
                    <a:pt x="707112" y="120871"/>
                  </a:lnTo>
                  <a:close/>
                  <a:moveTo>
                    <a:pt x="725366" y="64543"/>
                  </a:moveTo>
                  <a:lnTo>
                    <a:pt x="718277" y="88305"/>
                  </a:lnTo>
                  <a:lnTo>
                    <a:pt x="747950" y="75112"/>
                  </a:lnTo>
                  <a:close/>
                  <a:moveTo>
                    <a:pt x="725366" y="64543"/>
                  </a:moveTo>
                  <a:lnTo>
                    <a:pt x="747950" y="75112"/>
                  </a:lnTo>
                  <a:lnTo>
                    <a:pt x="732046" y="51550"/>
                  </a:lnTo>
                  <a:close/>
                  <a:moveTo>
                    <a:pt x="732046" y="51550"/>
                  </a:moveTo>
                  <a:lnTo>
                    <a:pt x="747950" y="75112"/>
                  </a:lnTo>
                  <a:lnTo>
                    <a:pt x="757113" y="71122"/>
                  </a:lnTo>
                  <a:close/>
                  <a:moveTo>
                    <a:pt x="732046" y="51550"/>
                  </a:moveTo>
                  <a:lnTo>
                    <a:pt x="757113" y="71122"/>
                  </a:lnTo>
                  <a:lnTo>
                    <a:pt x="761542" y="34367"/>
                  </a:lnTo>
                  <a:close/>
                  <a:moveTo>
                    <a:pt x="747950" y="75112"/>
                  </a:moveTo>
                  <a:lnTo>
                    <a:pt x="757166" y="87230"/>
                  </a:lnTo>
                  <a:lnTo>
                    <a:pt x="757113" y="71122"/>
                  </a:lnTo>
                  <a:close/>
                  <a:moveTo>
                    <a:pt x="761542" y="34367"/>
                  </a:moveTo>
                  <a:lnTo>
                    <a:pt x="798825" y="60839"/>
                  </a:lnTo>
                  <a:lnTo>
                    <a:pt x="785953" y="26557"/>
                  </a:lnTo>
                  <a:close/>
                  <a:moveTo>
                    <a:pt x="761542" y="34367"/>
                  </a:moveTo>
                  <a:lnTo>
                    <a:pt x="757113" y="71122"/>
                  </a:lnTo>
                  <a:lnTo>
                    <a:pt x="798825" y="60839"/>
                  </a:lnTo>
                  <a:close/>
                  <a:moveTo>
                    <a:pt x="798825" y="60839"/>
                  </a:moveTo>
                  <a:lnTo>
                    <a:pt x="823683" y="22971"/>
                  </a:lnTo>
                  <a:lnTo>
                    <a:pt x="785953" y="26557"/>
                  </a:lnTo>
                  <a:close/>
                  <a:moveTo>
                    <a:pt x="772713" y="20782"/>
                  </a:moveTo>
                  <a:lnTo>
                    <a:pt x="761542" y="34367"/>
                  </a:lnTo>
                  <a:lnTo>
                    <a:pt x="785953" y="26557"/>
                  </a:lnTo>
                  <a:close/>
                  <a:moveTo>
                    <a:pt x="892115" y="36755"/>
                  </a:moveTo>
                  <a:lnTo>
                    <a:pt x="885377" y="44650"/>
                  </a:lnTo>
                  <a:lnTo>
                    <a:pt x="869482" y="65593"/>
                  </a:lnTo>
                  <a:close/>
                  <a:moveTo>
                    <a:pt x="887156" y="7097"/>
                  </a:moveTo>
                  <a:lnTo>
                    <a:pt x="885377" y="44650"/>
                  </a:lnTo>
                  <a:lnTo>
                    <a:pt x="892115" y="36755"/>
                  </a:lnTo>
                  <a:close/>
                  <a:moveTo>
                    <a:pt x="887691" y="0"/>
                  </a:moveTo>
                  <a:lnTo>
                    <a:pt x="885377" y="44650"/>
                  </a:lnTo>
                  <a:lnTo>
                    <a:pt x="887156" y="7097"/>
                  </a:lnTo>
                  <a:close/>
                  <a:moveTo>
                    <a:pt x="887691" y="0"/>
                  </a:moveTo>
                  <a:lnTo>
                    <a:pt x="883801" y="1185"/>
                  </a:lnTo>
                  <a:lnTo>
                    <a:pt x="871329" y="44129"/>
                  </a:lnTo>
                  <a:close/>
                  <a:moveTo>
                    <a:pt x="900804" y="32108"/>
                  </a:moveTo>
                  <a:lnTo>
                    <a:pt x="892115" y="36755"/>
                  </a:lnTo>
                  <a:lnTo>
                    <a:pt x="922505" y="43055"/>
                  </a:lnTo>
                  <a:close/>
                  <a:moveTo>
                    <a:pt x="887156" y="7097"/>
                  </a:moveTo>
                  <a:lnTo>
                    <a:pt x="892115" y="36755"/>
                  </a:lnTo>
                  <a:lnTo>
                    <a:pt x="900804" y="32108"/>
                  </a:lnTo>
                  <a:close/>
                  <a:moveTo>
                    <a:pt x="887691" y="0"/>
                  </a:moveTo>
                  <a:lnTo>
                    <a:pt x="887156" y="7097"/>
                  </a:lnTo>
                  <a:lnTo>
                    <a:pt x="947417" y="11616"/>
                  </a:lnTo>
                  <a:close/>
                  <a:moveTo>
                    <a:pt x="947417" y="11616"/>
                  </a:moveTo>
                  <a:lnTo>
                    <a:pt x="887156" y="7097"/>
                  </a:lnTo>
                  <a:lnTo>
                    <a:pt x="937409" y="19572"/>
                  </a:lnTo>
                  <a:close/>
                  <a:moveTo>
                    <a:pt x="937409" y="19572"/>
                  </a:moveTo>
                  <a:lnTo>
                    <a:pt x="887156" y="7097"/>
                  </a:lnTo>
                  <a:lnTo>
                    <a:pt x="900804" y="3210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36" name="Input_density__75">
              <a:extLst>
                <a:ext uri="{FF2B5EF4-FFF2-40B4-BE49-F238E27FC236}">
                  <a16:creationId xmlns:a16="http://schemas.microsoft.com/office/drawing/2014/main" id="{6302D566-BB8F-1F22-9265-E34A1B96AA48}"/>
                </a:ext>
              </a:extLst>
            </p:cNvPr>
            <p:cNvSpPr>
              <a:spLocks noGrp="1"/>
            </p:cNvSpPr>
            <p:nvPr/>
          </p:nvSpPr>
          <p:spPr>
            <a:xfrm>
              <a:off x="1036040" y="1785653"/>
              <a:ext cx="874042" cy="1506794"/>
            </a:xfrm>
            <a:custGeom>
              <a:avLst/>
              <a:gdLst/>
              <a:ahLst/>
              <a:cxnLst/>
              <a:rect l="0" t="0" r="0" b="0"/>
              <a:pathLst>
                <a:path w="874042" h="1506794">
                  <a:moveTo>
                    <a:pt x="218793" y="1433284"/>
                  </a:moveTo>
                  <a:lnTo>
                    <a:pt x="201908" y="1460316"/>
                  </a:lnTo>
                  <a:lnTo>
                    <a:pt x="220778" y="1434660"/>
                  </a:lnTo>
                  <a:close/>
                  <a:moveTo>
                    <a:pt x="220778" y="1434660"/>
                  </a:moveTo>
                  <a:lnTo>
                    <a:pt x="252257" y="1434481"/>
                  </a:lnTo>
                  <a:lnTo>
                    <a:pt x="235980" y="1433284"/>
                  </a:lnTo>
                  <a:close/>
                  <a:moveTo>
                    <a:pt x="0" y="1212754"/>
                  </a:moveTo>
                  <a:lnTo>
                    <a:pt x="16564" y="1222171"/>
                  </a:lnTo>
                  <a:lnTo>
                    <a:pt x="34202" y="1235390"/>
                  </a:lnTo>
                  <a:close/>
                  <a:moveTo>
                    <a:pt x="68507" y="1239074"/>
                  </a:moveTo>
                  <a:lnTo>
                    <a:pt x="34202" y="1235390"/>
                  </a:lnTo>
                  <a:lnTo>
                    <a:pt x="16564" y="1222171"/>
                  </a:lnTo>
                  <a:close/>
                  <a:moveTo>
                    <a:pt x="332260" y="1506794"/>
                  </a:moveTo>
                  <a:lnTo>
                    <a:pt x="336567" y="1489610"/>
                  </a:lnTo>
                  <a:lnTo>
                    <a:pt x="301650" y="1487875"/>
                  </a:lnTo>
                  <a:close/>
                  <a:moveTo>
                    <a:pt x="336567" y="1489610"/>
                  </a:moveTo>
                  <a:lnTo>
                    <a:pt x="327006" y="1486470"/>
                  </a:lnTo>
                  <a:lnTo>
                    <a:pt x="301650" y="1487875"/>
                  </a:lnTo>
                  <a:close/>
                  <a:moveTo>
                    <a:pt x="220778" y="1434660"/>
                  </a:moveTo>
                  <a:lnTo>
                    <a:pt x="204518" y="1419115"/>
                  </a:lnTo>
                  <a:lnTo>
                    <a:pt x="218793" y="1433284"/>
                  </a:lnTo>
                  <a:close/>
                  <a:moveTo>
                    <a:pt x="249214" y="1444770"/>
                  </a:moveTo>
                  <a:lnTo>
                    <a:pt x="235980" y="1433284"/>
                  </a:lnTo>
                  <a:lnTo>
                    <a:pt x="277326" y="1458847"/>
                  </a:lnTo>
                  <a:close/>
                  <a:moveTo>
                    <a:pt x="220778" y="1434660"/>
                  </a:moveTo>
                  <a:lnTo>
                    <a:pt x="235980" y="1433284"/>
                  </a:lnTo>
                  <a:lnTo>
                    <a:pt x="249214" y="1444770"/>
                  </a:lnTo>
                  <a:close/>
                  <a:moveTo>
                    <a:pt x="177919" y="1269080"/>
                  </a:moveTo>
                  <a:lnTo>
                    <a:pt x="165129" y="1254969"/>
                  </a:lnTo>
                  <a:lnTo>
                    <a:pt x="188833" y="1279967"/>
                  </a:lnTo>
                  <a:close/>
                  <a:moveTo>
                    <a:pt x="24930" y="1125876"/>
                  </a:moveTo>
                  <a:lnTo>
                    <a:pt x="5830" y="1096657"/>
                  </a:lnTo>
                  <a:lnTo>
                    <a:pt x="8116" y="1122060"/>
                  </a:lnTo>
                  <a:close/>
                  <a:moveTo>
                    <a:pt x="360781" y="1472427"/>
                  </a:moveTo>
                  <a:lnTo>
                    <a:pt x="336567" y="1489610"/>
                  </a:lnTo>
                  <a:lnTo>
                    <a:pt x="363649" y="1498892"/>
                  </a:lnTo>
                  <a:close/>
                  <a:moveTo>
                    <a:pt x="336567" y="1489610"/>
                  </a:moveTo>
                  <a:lnTo>
                    <a:pt x="360781" y="1472427"/>
                  </a:lnTo>
                  <a:lnTo>
                    <a:pt x="327006" y="1486470"/>
                  </a:lnTo>
                  <a:close/>
                  <a:moveTo>
                    <a:pt x="242885" y="1296529"/>
                  </a:moveTo>
                  <a:lnTo>
                    <a:pt x="228169" y="1269877"/>
                  </a:lnTo>
                  <a:lnTo>
                    <a:pt x="208347" y="1291976"/>
                  </a:lnTo>
                  <a:close/>
                  <a:moveTo>
                    <a:pt x="67537" y="1068122"/>
                  </a:moveTo>
                  <a:lnTo>
                    <a:pt x="43698" y="1085305"/>
                  </a:lnTo>
                  <a:lnTo>
                    <a:pt x="59042" y="1104877"/>
                  </a:lnTo>
                  <a:close/>
                  <a:moveTo>
                    <a:pt x="78435" y="1068122"/>
                  </a:moveTo>
                  <a:lnTo>
                    <a:pt x="71473" y="1115125"/>
                  </a:lnTo>
                  <a:lnTo>
                    <a:pt x="91847" y="1105552"/>
                  </a:lnTo>
                  <a:close/>
                  <a:moveTo>
                    <a:pt x="208844" y="1174204"/>
                  </a:moveTo>
                  <a:lnTo>
                    <a:pt x="229795" y="1179749"/>
                  </a:lnTo>
                  <a:lnTo>
                    <a:pt x="181999" y="1168940"/>
                  </a:lnTo>
                  <a:close/>
                  <a:moveTo>
                    <a:pt x="215022" y="1178387"/>
                  </a:moveTo>
                  <a:lnTo>
                    <a:pt x="240971" y="1193167"/>
                  </a:lnTo>
                  <a:lnTo>
                    <a:pt x="229795" y="1179749"/>
                  </a:lnTo>
                  <a:close/>
                  <a:moveTo>
                    <a:pt x="229795" y="1179749"/>
                  </a:moveTo>
                  <a:lnTo>
                    <a:pt x="240971" y="1193167"/>
                  </a:lnTo>
                  <a:lnTo>
                    <a:pt x="262947" y="1179124"/>
                  </a:lnTo>
                  <a:close/>
                  <a:moveTo>
                    <a:pt x="215022" y="1178387"/>
                  </a:moveTo>
                  <a:lnTo>
                    <a:pt x="229795" y="1179749"/>
                  </a:lnTo>
                  <a:lnTo>
                    <a:pt x="208844" y="1174204"/>
                  </a:lnTo>
                  <a:close/>
                  <a:moveTo>
                    <a:pt x="427477" y="1418041"/>
                  </a:moveTo>
                  <a:lnTo>
                    <a:pt x="427171" y="1419400"/>
                  </a:lnTo>
                  <a:lnTo>
                    <a:pt x="427177" y="1418489"/>
                  </a:lnTo>
                  <a:close/>
                  <a:moveTo>
                    <a:pt x="427477" y="1418041"/>
                  </a:moveTo>
                  <a:lnTo>
                    <a:pt x="427177" y="1418489"/>
                  </a:lnTo>
                  <a:lnTo>
                    <a:pt x="426755" y="1417846"/>
                  </a:lnTo>
                  <a:close/>
                  <a:moveTo>
                    <a:pt x="459407" y="1329677"/>
                  </a:moveTo>
                  <a:lnTo>
                    <a:pt x="454642" y="1381734"/>
                  </a:lnTo>
                  <a:lnTo>
                    <a:pt x="501382" y="1351500"/>
                  </a:lnTo>
                  <a:close/>
                  <a:moveTo>
                    <a:pt x="265628" y="1110380"/>
                  </a:moveTo>
                  <a:lnTo>
                    <a:pt x="233234" y="1154376"/>
                  </a:lnTo>
                  <a:lnTo>
                    <a:pt x="268544" y="1152758"/>
                  </a:lnTo>
                  <a:close/>
                  <a:moveTo>
                    <a:pt x="205200" y="1087694"/>
                  </a:moveTo>
                  <a:lnTo>
                    <a:pt x="268066" y="1102055"/>
                  </a:lnTo>
                  <a:lnTo>
                    <a:pt x="245419" y="1107265"/>
                  </a:lnTo>
                  <a:close/>
                  <a:moveTo>
                    <a:pt x="245419" y="1107265"/>
                  </a:moveTo>
                  <a:lnTo>
                    <a:pt x="265628" y="1110380"/>
                  </a:lnTo>
                  <a:lnTo>
                    <a:pt x="205200" y="1087694"/>
                  </a:lnTo>
                  <a:close/>
                  <a:moveTo>
                    <a:pt x="127151" y="1007454"/>
                  </a:moveTo>
                  <a:lnTo>
                    <a:pt x="144063" y="1038452"/>
                  </a:lnTo>
                  <a:lnTo>
                    <a:pt x="164200" y="1004422"/>
                  </a:lnTo>
                  <a:close/>
                  <a:moveTo>
                    <a:pt x="127151" y="1007454"/>
                  </a:moveTo>
                  <a:lnTo>
                    <a:pt x="164200" y="1004422"/>
                  </a:lnTo>
                  <a:lnTo>
                    <a:pt x="137060" y="985974"/>
                  </a:lnTo>
                  <a:close/>
                  <a:moveTo>
                    <a:pt x="164200" y="1004422"/>
                  </a:moveTo>
                  <a:lnTo>
                    <a:pt x="187950" y="1012202"/>
                  </a:lnTo>
                  <a:lnTo>
                    <a:pt x="168903" y="980453"/>
                  </a:lnTo>
                  <a:close/>
                  <a:moveTo>
                    <a:pt x="509900" y="1310612"/>
                  </a:moveTo>
                  <a:lnTo>
                    <a:pt x="501382" y="1351500"/>
                  </a:lnTo>
                  <a:lnTo>
                    <a:pt x="522854" y="1335573"/>
                  </a:lnTo>
                  <a:close/>
                  <a:moveTo>
                    <a:pt x="286021" y="1072977"/>
                  </a:moveTo>
                  <a:lnTo>
                    <a:pt x="309494" y="1057060"/>
                  </a:lnTo>
                  <a:lnTo>
                    <a:pt x="304340" y="1053327"/>
                  </a:lnTo>
                  <a:close/>
                  <a:moveTo>
                    <a:pt x="299389" y="1094588"/>
                  </a:moveTo>
                  <a:lnTo>
                    <a:pt x="309494" y="1057060"/>
                  </a:lnTo>
                  <a:lnTo>
                    <a:pt x="286021" y="1072977"/>
                  </a:lnTo>
                  <a:close/>
                  <a:moveTo>
                    <a:pt x="268066" y="1102055"/>
                  </a:moveTo>
                  <a:lnTo>
                    <a:pt x="299389" y="1094588"/>
                  </a:lnTo>
                  <a:lnTo>
                    <a:pt x="286021" y="1072977"/>
                  </a:lnTo>
                  <a:close/>
                  <a:moveTo>
                    <a:pt x="309494" y="1057060"/>
                  </a:moveTo>
                  <a:lnTo>
                    <a:pt x="272746" y="1023344"/>
                  </a:lnTo>
                  <a:lnTo>
                    <a:pt x="304340" y="1053327"/>
                  </a:lnTo>
                  <a:close/>
                  <a:moveTo>
                    <a:pt x="198525" y="958858"/>
                  </a:moveTo>
                  <a:lnTo>
                    <a:pt x="170510" y="954545"/>
                  </a:lnTo>
                  <a:lnTo>
                    <a:pt x="168903" y="980453"/>
                  </a:lnTo>
                  <a:close/>
                  <a:moveTo>
                    <a:pt x="568421" y="1285156"/>
                  </a:moveTo>
                  <a:lnTo>
                    <a:pt x="531880" y="1256674"/>
                  </a:lnTo>
                  <a:lnTo>
                    <a:pt x="559092" y="1302811"/>
                  </a:lnTo>
                  <a:close/>
                  <a:moveTo>
                    <a:pt x="530023" y="1266170"/>
                  </a:moveTo>
                  <a:lnTo>
                    <a:pt x="557319" y="1293429"/>
                  </a:lnTo>
                  <a:lnTo>
                    <a:pt x="559092" y="1302811"/>
                  </a:lnTo>
                  <a:close/>
                  <a:moveTo>
                    <a:pt x="296054" y="1040898"/>
                  </a:moveTo>
                  <a:lnTo>
                    <a:pt x="304340" y="1053327"/>
                  </a:lnTo>
                  <a:lnTo>
                    <a:pt x="272746" y="1023344"/>
                  </a:lnTo>
                  <a:close/>
                  <a:moveTo>
                    <a:pt x="220655" y="856953"/>
                  </a:moveTo>
                  <a:lnTo>
                    <a:pt x="198401" y="869956"/>
                  </a:lnTo>
                  <a:lnTo>
                    <a:pt x="257160" y="868863"/>
                  </a:lnTo>
                  <a:close/>
                  <a:moveTo>
                    <a:pt x="104268" y="767163"/>
                  </a:moveTo>
                  <a:lnTo>
                    <a:pt x="78869" y="751135"/>
                  </a:lnTo>
                  <a:lnTo>
                    <a:pt x="91890" y="759287"/>
                  </a:lnTo>
                  <a:close/>
                  <a:moveTo>
                    <a:pt x="418103" y="1018960"/>
                  </a:moveTo>
                  <a:lnTo>
                    <a:pt x="398082" y="1050387"/>
                  </a:lnTo>
                  <a:lnTo>
                    <a:pt x="419569" y="1021747"/>
                  </a:lnTo>
                  <a:close/>
                  <a:moveTo>
                    <a:pt x="449067" y="1055715"/>
                  </a:moveTo>
                  <a:lnTo>
                    <a:pt x="458001" y="1062338"/>
                  </a:lnTo>
                  <a:lnTo>
                    <a:pt x="419569" y="1021747"/>
                  </a:lnTo>
                  <a:close/>
                  <a:moveTo>
                    <a:pt x="267909" y="840044"/>
                  </a:moveTo>
                  <a:lnTo>
                    <a:pt x="220655" y="856953"/>
                  </a:lnTo>
                  <a:lnTo>
                    <a:pt x="257160" y="868863"/>
                  </a:lnTo>
                  <a:close/>
                  <a:moveTo>
                    <a:pt x="223049" y="849426"/>
                  </a:moveTo>
                  <a:lnTo>
                    <a:pt x="220655" y="856953"/>
                  </a:lnTo>
                  <a:lnTo>
                    <a:pt x="267909" y="840044"/>
                  </a:lnTo>
                  <a:close/>
                  <a:moveTo>
                    <a:pt x="370032" y="900690"/>
                  </a:moveTo>
                  <a:lnTo>
                    <a:pt x="423331" y="924004"/>
                  </a:lnTo>
                  <a:lnTo>
                    <a:pt x="384612" y="903813"/>
                  </a:lnTo>
                  <a:close/>
                  <a:moveTo>
                    <a:pt x="393941" y="908341"/>
                  </a:moveTo>
                  <a:lnTo>
                    <a:pt x="423331" y="924004"/>
                  </a:lnTo>
                  <a:lnTo>
                    <a:pt x="370032" y="900690"/>
                  </a:lnTo>
                  <a:close/>
                  <a:moveTo>
                    <a:pt x="163137" y="634227"/>
                  </a:moveTo>
                  <a:lnTo>
                    <a:pt x="145347" y="651411"/>
                  </a:lnTo>
                  <a:lnTo>
                    <a:pt x="176559" y="670982"/>
                  </a:lnTo>
                  <a:close/>
                  <a:moveTo>
                    <a:pt x="423331" y="924004"/>
                  </a:moveTo>
                  <a:lnTo>
                    <a:pt x="438261" y="928267"/>
                  </a:lnTo>
                  <a:lnTo>
                    <a:pt x="443450" y="903014"/>
                  </a:lnTo>
                  <a:close/>
                  <a:moveTo>
                    <a:pt x="464338" y="878197"/>
                  </a:moveTo>
                  <a:lnTo>
                    <a:pt x="438261" y="928267"/>
                  </a:lnTo>
                  <a:lnTo>
                    <a:pt x="460879" y="925757"/>
                  </a:lnTo>
                  <a:close/>
                  <a:moveTo>
                    <a:pt x="464338" y="878197"/>
                  </a:moveTo>
                  <a:lnTo>
                    <a:pt x="460879" y="925757"/>
                  </a:lnTo>
                  <a:lnTo>
                    <a:pt x="470749" y="928267"/>
                  </a:lnTo>
                  <a:close/>
                  <a:moveTo>
                    <a:pt x="464338" y="878197"/>
                  </a:moveTo>
                  <a:lnTo>
                    <a:pt x="453539" y="842230"/>
                  </a:lnTo>
                  <a:lnTo>
                    <a:pt x="461880" y="874328"/>
                  </a:lnTo>
                  <a:close/>
                  <a:moveTo>
                    <a:pt x="453539" y="842230"/>
                  </a:moveTo>
                  <a:lnTo>
                    <a:pt x="450936" y="837574"/>
                  </a:lnTo>
                  <a:lnTo>
                    <a:pt x="461880" y="874328"/>
                  </a:lnTo>
                  <a:close/>
                  <a:moveTo>
                    <a:pt x="659125" y="1086505"/>
                  </a:moveTo>
                  <a:lnTo>
                    <a:pt x="659677" y="1058103"/>
                  </a:lnTo>
                  <a:lnTo>
                    <a:pt x="657922" y="1052906"/>
                  </a:lnTo>
                  <a:close/>
                  <a:moveTo>
                    <a:pt x="657922" y="1052906"/>
                  </a:moveTo>
                  <a:lnTo>
                    <a:pt x="659677" y="1058103"/>
                  </a:lnTo>
                  <a:lnTo>
                    <a:pt x="657934" y="1008148"/>
                  </a:lnTo>
                  <a:close/>
                  <a:moveTo>
                    <a:pt x="569855" y="980831"/>
                  </a:moveTo>
                  <a:lnTo>
                    <a:pt x="602169" y="936902"/>
                  </a:lnTo>
                  <a:lnTo>
                    <a:pt x="569342" y="936502"/>
                  </a:lnTo>
                  <a:close/>
                  <a:moveTo>
                    <a:pt x="590905" y="901312"/>
                  </a:moveTo>
                  <a:lnTo>
                    <a:pt x="572192" y="914424"/>
                  </a:lnTo>
                  <a:lnTo>
                    <a:pt x="569342" y="936502"/>
                  </a:lnTo>
                  <a:close/>
                  <a:moveTo>
                    <a:pt x="450936" y="837574"/>
                  </a:moveTo>
                  <a:lnTo>
                    <a:pt x="468157" y="820390"/>
                  </a:lnTo>
                  <a:lnTo>
                    <a:pt x="461880" y="874328"/>
                  </a:lnTo>
                  <a:close/>
                  <a:moveTo>
                    <a:pt x="736687" y="896288"/>
                  </a:moveTo>
                  <a:lnTo>
                    <a:pt x="754858" y="906658"/>
                  </a:lnTo>
                  <a:lnTo>
                    <a:pt x="761600" y="888552"/>
                  </a:lnTo>
                  <a:close/>
                  <a:moveTo>
                    <a:pt x="761600" y="888552"/>
                  </a:moveTo>
                  <a:lnTo>
                    <a:pt x="754858" y="906658"/>
                  </a:lnTo>
                  <a:lnTo>
                    <a:pt x="770511" y="896288"/>
                  </a:lnTo>
                  <a:close/>
                  <a:moveTo>
                    <a:pt x="496262" y="521355"/>
                  </a:moveTo>
                  <a:lnTo>
                    <a:pt x="467599" y="517570"/>
                  </a:lnTo>
                  <a:lnTo>
                    <a:pt x="499186" y="563725"/>
                  </a:lnTo>
                  <a:close/>
                  <a:moveTo>
                    <a:pt x="446377" y="500760"/>
                  </a:moveTo>
                  <a:lnTo>
                    <a:pt x="462371" y="511555"/>
                  </a:lnTo>
                  <a:lnTo>
                    <a:pt x="467599" y="517570"/>
                  </a:lnTo>
                  <a:close/>
                  <a:moveTo>
                    <a:pt x="428492" y="462257"/>
                  </a:moveTo>
                  <a:lnTo>
                    <a:pt x="413955" y="444599"/>
                  </a:lnTo>
                  <a:lnTo>
                    <a:pt x="440612" y="479205"/>
                  </a:lnTo>
                  <a:close/>
                  <a:moveTo>
                    <a:pt x="459007" y="451771"/>
                  </a:moveTo>
                  <a:lnTo>
                    <a:pt x="428492" y="462257"/>
                  </a:lnTo>
                  <a:lnTo>
                    <a:pt x="440612" y="479205"/>
                  </a:lnTo>
                  <a:close/>
                  <a:moveTo>
                    <a:pt x="55339" y="9564"/>
                  </a:moveTo>
                  <a:lnTo>
                    <a:pt x="72337" y="40492"/>
                  </a:lnTo>
                  <a:lnTo>
                    <a:pt x="74491" y="50924"/>
                  </a:lnTo>
                  <a:close/>
                  <a:moveTo>
                    <a:pt x="33784" y="0"/>
                  </a:moveTo>
                  <a:lnTo>
                    <a:pt x="72337" y="40492"/>
                  </a:lnTo>
                  <a:lnTo>
                    <a:pt x="55339" y="9564"/>
                  </a:lnTo>
                  <a:close/>
                  <a:moveTo>
                    <a:pt x="874042" y="1006906"/>
                  </a:moveTo>
                  <a:lnTo>
                    <a:pt x="832642" y="992126"/>
                  </a:lnTo>
                  <a:lnTo>
                    <a:pt x="850158" y="1004974"/>
                  </a:lnTo>
                  <a:close/>
                  <a:moveTo>
                    <a:pt x="662760" y="690995"/>
                  </a:moveTo>
                  <a:lnTo>
                    <a:pt x="663171" y="716801"/>
                  </a:lnTo>
                  <a:lnTo>
                    <a:pt x="664438" y="695330"/>
                  </a:lnTo>
                  <a:close/>
                  <a:moveTo>
                    <a:pt x="664438" y="695330"/>
                  </a:moveTo>
                  <a:lnTo>
                    <a:pt x="671503" y="651747"/>
                  </a:lnTo>
                  <a:lnTo>
                    <a:pt x="662760" y="690995"/>
                  </a:lnTo>
                  <a:close/>
                  <a:moveTo>
                    <a:pt x="811784" y="740601"/>
                  </a:moveTo>
                  <a:lnTo>
                    <a:pt x="767601" y="761888"/>
                  </a:lnTo>
                  <a:lnTo>
                    <a:pt x="804594" y="775622"/>
                  </a:lnTo>
                  <a:close/>
                  <a:moveTo>
                    <a:pt x="811784" y="740601"/>
                  </a:moveTo>
                  <a:lnTo>
                    <a:pt x="776520" y="742181"/>
                  </a:lnTo>
                  <a:lnTo>
                    <a:pt x="767601" y="761888"/>
                  </a:lnTo>
                  <a:close/>
                  <a:moveTo>
                    <a:pt x="776520" y="742181"/>
                  </a:moveTo>
                  <a:lnTo>
                    <a:pt x="811784" y="740601"/>
                  </a:lnTo>
                  <a:lnTo>
                    <a:pt x="783777" y="726159"/>
                  </a:lnTo>
                  <a:close/>
                  <a:moveTo>
                    <a:pt x="671503" y="651747"/>
                  </a:moveTo>
                  <a:lnTo>
                    <a:pt x="682512" y="641392"/>
                  </a:lnTo>
                  <a:lnTo>
                    <a:pt x="681039" y="631388"/>
                  </a:lnTo>
                  <a:close/>
                  <a:moveTo>
                    <a:pt x="681039" y="631388"/>
                  </a:moveTo>
                  <a:lnTo>
                    <a:pt x="682512" y="641392"/>
                  </a:lnTo>
                  <a:lnTo>
                    <a:pt x="692577" y="605961"/>
                  </a:lnTo>
                  <a:close/>
                  <a:moveTo>
                    <a:pt x="692876" y="604105"/>
                  </a:moveTo>
                  <a:lnTo>
                    <a:pt x="681039" y="631388"/>
                  </a:lnTo>
                  <a:lnTo>
                    <a:pt x="692577" y="605961"/>
                  </a:lnTo>
                  <a:close/>
                  <a:moveTo>
                    <a:pt x="844203" y="607025"/>
                  </a:moveTo>
                  <a:lnTo>
                    <a:pt x="833268" y="553087"/>
                  </a:lnTo>
                  <a:lnTo>
                    <a:pt x="856292" y="589842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37" name="Input_density__76">
              <a:extLst>
                <a:ext uri="{FF2B5EF4-FFF2-40B4-BE49-F238E27FC236}">
                  <a16:creationId xmlns:a16="http://schemas.microsoft.com/office/drawing/2014/main" id="{AD90C01C-C785-0D34-5E49-932335B0417C}"/>
                </a:ext>
              </a:extLst>
            </p:cNvPr>
            <p:cNvSpPr>
              <a:spLocks noGrp="1"/>
            </p:cNvSpPr>
            <p:nvPr/>
          </p:nvSpPr>
          <p:spPr>
            <a:xfrm>
              <a:off x="1001307" y="1785653"/>
              <a:ext cx="849480" cy="1509997"/>
            </a:xfrm>
            <a:custGeom>
              <a:avLst/>
              <a:gdLst/>
              <a:ahLst/>
              <a:cxnLst/>
              <a:rect l="0" t="0" r="0" b="0"/>
              <a:pathLst>
                <a:path w="849480" h="1509997">
                  <a:moveTo>
                    <a:pt x="0" y="1192039"/>
                  </a:moveTo>
                  <a:lnTo>
                    <a:pt x="34733" y="1212754"/>
                  </a:lnTo>
                  <a:lnTo>
                    <a:pt x="28481" y="1208717"/>
                  </a:lnTo>
                  <a:close/>
                  <a:moveTo>
                    <a:pt x="0" y="1192039"/>
                  </a:moveTo>
                  <a:lnTo>
                    <a:pt x="51297" y="1222171"/>
                  </a:lnTo>
                  <a:lnTo>
                    <a:pt x="34733" y="1212754"/>
                  </a:lnTo>
                  <a:close/>
                  <a:moveTo>
                    <a:pt x="103240" y="1239074"/>
                  </a:moveTo>
                  <a:lnTo>
                    <a:pt x="51297" y="1222171"/>
                  </a:lnTo>
                  <a:lnTo>
                    <a:pt x="79131" y="1226631"/>
                  </a:lnTo>
                  <a:close/>
                  <a:moveTo>
                    <a:pt x="371300" y="1489610"/>
                  </a:moveTo>
                  <a:lnTo>
                    <a:pt x="375619" y="1509997"/>
                  </a:lnTo>
                  <a:lnTo>
                    <a:pt x="398381" y="1498892"/>
                  </a:lnTo>
                  <a:close/>
                  <a:moveTo>
                    <a:pt x="395514" y="1472427"/>
                  </a:moveTo>
                  <a:lnTo>
                    <a:pt x="398381" y="1498892"/>
                  </a:lnTo>
                  <a:lnTo>
                    <a:pt x="420410" y="1485046"/>
                  </a:lnTo>
                  <a:close/>
                  <a:moveTo>
                    <a:pt x="454220" y="1455243"/>
                  </a:moveTo>
                  <a:lnTo>
                    <a:pt x="439389" y="1472427"/>
                  </a:lnTo>
                  <a:lnTo>
                    <a:pt x="461904" y="1419400"/>
                  </a:lnTo>
                  <a:close/>
                  <a:moveTo>
                    <a:pt x="216732" y="1168940"/>
                  </a:moveTo>
                  <a:lnTo>
                    <a:pt x="199346" y="1161204"/>
                  </a:lnTo>
                  <a:lnTo>
                    <a:pt x="195839" y="1143717"/>
                  </a:lnTo>
                  <a:close/>
                  <a:moveTo>
                    <a:pt x="236950" y="1172846"/>
                  </a:moveTo>
                  <a:lnTo>
                    <a:pt x="243577" y="1174204"/>
                  </a:lnTo>
                  <a:lnTo>
                    <a:pt x="216732" y="1168940"/>
                  </a:lnTo>
                  <a:close/>
                  <a:moveTo>
                    <a:pt x="476373" y="1381734"/>
                  </a:moveTo>
                  <a:lnTo>
                    <a:pt x="486446" y="1386583"/>
                  </a:lnTo>
                  <a:lnTo>
                    <a:pt x="490104" y="1377705"/>
                  </a:lnTo>
                  <a:close/>
                  <a:moveTo>
                    <a:pt x="198933" y="1004422"/>
                  </a:moveTo>
                  <a:lnTo>
                    <a:pt x="171951" y="1050939"/>
                  </a:lnTo>
                  <a:lnTo>
                    <a:pt x="191225" y="1030258"/>
                  </a:lnTo>
                  <a:close/>
                  <a:moveTo>
                    <a:pt x="198933" y="1004422"/>
                  </a:moveTo>
                  <a:lnTo>
                    <a:pt x="203636" y="980453"/>
                  </a:lnTo>
                  <a:lnTo>
                    <a:pt x="171793" y="985974"/>
                  </a:lnTo>
                  <a:close/>
                  <a:moveTo>
                    <a:pt x="203636" y="980453"/>
                  </a:moveTo>
                  <a:lnTo>
                    <a:pt x="205243" y="954545"/>
                  </a:lnTo>
                  <a:lnTo>
                    <a:pt x="194370" y="974178"/>
                  </a:lnTo>
                  <a:close/>
                  <a:moveTo>
                    <a:pt x="233258" y="958858"/>
                  </a:moveTo>
                  <a:lnTo>
                    <a:pt x="203636" y="980453"/>
                  </a:lnTo>
                  <a:lnTo>
                    <a:pt x="232194" y="962652"/>
                  </a:lnTo>
                  <a:close/>
                  <a:moveTo>
                    <a:pt x="205243" y="954545"/>
                  </a:moveTo>
                  <a:lnTo>
                    <a:pt x="229516" y="952638"/>
                  </a:lnTo>
                  <a:lnTo>
                    <a:pt x="209849" y="906307"/>
                  </a:lnTo>
                  <a:close/>
                  <a:moveTo>
                    <a:pt x="200955" y="943062"/>
                  </a:moveTo>
                  <a:lnTo>
                    <a:pt x="205243" y="954545"/>
                  </a:lnTo>
                  <a:lnTo>
                    <a:pt x="209607" y="906571"/>
                  </a:lnTo>
                  <a:close/>
                  <a:moveTo>
                    <a:pt x="129109" y="758546"/>
                  </a:moveTo>
                  <a:lnTo>
                    <a:pt x="113602" y="751135"/>
                  </a:lnTo>
                  <a:lnTo>
                    <a:pt x="139001" y="767163"/>
                  </a:lnTo>
                  <a:close/>
                  <a:moveTo>
                    <a:pt x="161120" y="753652"/>
                  </a:moveTo>
                  <a:lnTo>
                    <a:pt x="129109" y="758546"/>
                  </a:lnTo>
                  <a:lnTo>
                    <a:pt x="139001" y="767163"/>
                  </a:lnTo>
                  <a:close/>
                  <a:moveTo>
                    <a:pt x="148998" y="759287"/>
                  </a:moveTo>
                  <a:lnTo>
                    <a:pt x="161120" y="753652"/>
                  </a:lnTo>
                  <a:lnTo>
                    <a:pt x="139001" y="767163"/>
                  </a:lnTo>
                  <a:close/>
                  <a:moveTo>
                    <a:pt x="693706" y="1094858"/>
                  </a:moveTo>
                  <a:lnTo>
                    <a:pt x="649269" y="1105837"/>
                  </a:lnTo>
                  <a:lnTo>
                    <a:pt x="653542" y="1060348"/>
                  </a:lnTo>
                  <a:close/>
                  <a:moveTo>
                    <a:pt x="478182" y="903014"/>
                  </a:moveTo>
                  <a:lnTo>
                    <a:pt x="472994" y="928267"/>
                  </a:lnTo>
                  <a:lnTo>
                    <a:pt x="499071" y="878197"/>
                  </a:lnTo>
                  <a:close/>
                  <a:moveTo>
                    <a:pt x="499071" y="878197"/>
                  </a:moveTo>
                  <a:lnTo>
                    <a:pt x="496613" y="874328"/>
                  </a:lnTo>
                  <a:lnTo>
                    <a:pt x="478182" y="903014"/>
                  </a:lnTo>
                  <a:close/>
                  <a:moveTo>
                    <a:pt x="625638" y="901312"/>
                  </a:moveTo>
                  <a:lnTo>
                    <a:pt x="604075" y="936502"/>
                  </a:lnTo>
                  <a:lnTo>
                    <a:pt x="636902" y="936902"/>
                  </a:lnTo>
                  <a:close/>
                  <a:moveTo>
                    <a:pt x="750504" y="885097"/>
                  </a:moveTo>
                  <a:lnTo>
                    <a:pt x="771420" y="896288"/>
                  </a:lnTo>
                  <a:lnTo>
                    <a:pt x="772582" y="871435"/>
                  </a:lnTo>
                  <a:close/>
                  <a:moveTo>
                    <a:pt x="494816" y="552001"/>
                  </a:moveTo>
                  <a:lnTo>
                    <a:pt x="502332" y="517570"/>
                  </a:lnTo>
                  <a:lnTo>
                    <a:pt x="483598" y="538432"/>
                  </a:lnTo>
                  <a:close/>
                  <a:moveTo>
                    <a:pt x="459137" y="543181"/>
                  </a:moveTo>
                  <a:lnTo>
                    <a:pt x="494816" y="552001"/>
                  </a:lnTo>
                  <a:lnTo>
                    <a:pt x="483598" y="538432"/>
                  </a:lnTo>
                  <a:close/>
                  <a:moveTo>
                    <a:pt x="83961" y="40863"/>
                  </a:moveTo>
                  <a:lnTo>
                    <a:pt x="96029" y="57617"/>
                  </a:lnTo>
                  <a:lnTo>
                    <a:pt x="107070" y="40492"/>
                  </a:lnTo>
                  <a:close/>
                  <a:moveTo>
                    <a:pt x="79314" y="87679"/>
                  </a:moveTo>
                  <a:lnTo>
                    <a:pt x="96029" y="57617"/>
                  </a:lnTo>
                  <a:lnTo>
                    <a:pt x="78953" y="81010"/>
                  </a:lnTo>
                  <a:close/>
                  <a:moveTo>
                    <a:pt x="107070" y="40492"/>
                  </a:moveTo>
                  <a:lnTo>
                    <a:pt x="96029" y="57617"/>
                  </a:lnTo>
                  <a:lnTo>
                    <a:pt x="109224" y="50924"/>
                  </a:lnTo>
                  <a:close/>
                  <a:moveTo>
                    <a:pt x="68517" y="0"/>
                  </a:moveTo>
                  <a:lnTo>
                    <a:pt x="97927" y="33740"/>
                  </a:lnTo>
                  <a:lnTo>
                    <a:pt x="107070" y="40492"/>
                  </a:lnTo>
                  <a:close/>
                  <a:moveTo>
                    <a:pt x="717245" y="641392"/>
                  </a:moveTo>
                  <a:lnTo>
                    <a:pt x="706236" y="651747"/>
                  </a:lnTo>
                  <a:lnTo>
                    <a:pt x="699171" y="695330"/>
                  </a:lnTo>
                  <a:close/>
                  <a:moveTo>
                    <a:pt x="846517" y="740601"/>
                  </a:moveTo>
                  <a:lnTo>
                    <a:pt x="845192" y="701343"/>
                  </a:lnTo>
                  <a:lnTo>
                    <a:pt x="818510" y="726159"/>
                  </a:lnTo>
                  <a:close/>
                  <a:moveTo>
                    <a:pt x="846517" y="740601"/>
                  </a:moveTo>
                  <a:lnTo>
                    <a:pt x="839327" y="775622"/>
                  </a:lnTo>
                  <a:lnTo>
                    <a:pt x="849480" y="751657"/>
                  </a:lnTo>
                  <a:close/>
                  <a:moveTo>
                    <a:pt x="849480" y="751657"/>
                  </a:moveTo>
                  <a:lnTo>
                    <a:pt x="845192" y="701343"/>
                  </a:lnTo>
                  <a:lnTo>
                    <a:pt x="846517" y="740601"/>
                  </a:lnTo>
                  <a:close/>
                  <a:moveTo>
                    <a:pt x="846611" y="697719"/>
                  </a:moveTo>
                  <a:lnTo>
                    <a:pt x="845192" y="701343"/>
                  </a:lnTo>
                  <a:lnTo>
                    <a:pt x="849480" y="751657"/>
                  </a:lnTo>
                  <a:close/>
                  <a:moveTo>
                    <a:pt x="846244" y="696075"/>
                  </a:moveTo>
                  <a:lnTo>
                    <a:pt x="847813" y="680535"/>
                  </a:lnTo>
                  <a:lnTo>
                    <a:pt x="845192" y="701343"/>
                  </a:lnTo>
                  <a:close/>
                  <a:moveTo>
                    <a:pt x="846244" y="696075"/>
                  </a:moveTo>
                  <a:lnTo>
                    <a:pt x="845192" y="701343"/>
                  </a:lnTo>
                  <a:lnTo>
                    <a:pt x="846611" y="69771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38" name="Input_density__77">
              <a:extLst>
                <a:ext uri="{FF2B5EF4-FFF2-40B4-BE49-F238E27FC236}">
                  <a16:creationId xmlns:a16="http://schemas.microsoft.com/office/drawing/2014/main" id="{234603CB-0677-51F7-F191-EAF405E7E4AC}"/>
                </a:ext>
              </a:extLst>
            </p:cNvPr>
            <p:cNvSpPr>
              <a:spLocks noGrp="1"/>
            </p:cNvSpPr>
            <p:nvPr/>
          </p:nvSpPr>
          <p:spPr>
            <a:xfrm>
              <a:off x="1076346" y="1843270"/>
              <a:ext cx="784159" cy="1441275"/>
            </a:xfrm>
            <a:custGeom>
              <a:avLst/>
              <a:gdLst/>
              <a:ahLst/>
              <a:cxnLst/>
              <a:rect l="0" t="0" r="0" b="0"/>
              <a:pathLst>
                <a:path w="784159" h="1441275">
                  <a:moveTo>
                    <a:pt x="342355" y="1431993"/>
                  </a:moveTo>
                  <a:lnTo>
                    <a:pt x="345372" y="1427429"/>
                  </a:lnTo>
                  <a:lnTo>
                    <a:pt x="323343" y="1441275"/>
                  </a:lnTo>
                  <a:close/>
                  <a:moveTo>
                    <a:pt x="342355" y="1431993"/>
                  </a:moveTo>
                  <a:lnTo>
                    <a:pt x="364350" y="1414810"/>
                  </a:lnTo>
                  <a:lnTo>
                    <a:pt x="345372" y="1427429"/>
                  </a:lnTo>
                  <a:close/>
                  <a:moveTo>
                    <a:pt x="364350" y="1414810"/>
                  </a:moveTo>
                  <a:lnTo>
                    <a:pt x="371735" y="1401421"/>
                  </a:lnTo>
                  <a:lnTo>
                    <a:pt x="386865" y="1361783"/>
                  </a:lnTo>
                  <a:close/>
                  <a:moveTo>
                    <a:pt x="482548" y="1277955"/>
                  </a:moveTo>
                  <a:lnTo>
                    <a:pt x="461076" y="1293883"/>
                  </a:lnTo>
                  <a:lnTo>
                    <a:pt x="510820" y="1259082"/>
                  </a:lnTo>
                  <a:close/>
                  <a:moveTo>
                    <a:pt x="510820" y="1259082"/>
                  </a:moveTo>
                  <a:lnTo>
                    <a:pt x="494337" y="1282730"/>
                  </a:lnTo>
                  <a:lnTo>
                    <a:pt x="482548" y="1277955"/>
                  </a:lnTo>
                  <a:close/>
                  <a:moveTo>
                    <a:pt x="134810" y="848690"/>
                  </a:moveTo>
                  <a:lnTo>
                    <a:pt x="158095" y="812339"/>
                  </a:lnTo>
                  <a:lnTo>
                    <a:pt x="180350" y="799336"/>
                  </a:lnTo>
                  <a:close/>
                  <a:moveTo>
                    <a:pt x="178213" y="831507"/>
                  </a:moveTo>
                  <a:lnTo>
                    <a:pt x="180350" y="799336"/>
                  </a:lnTo>
                  <a:lnTo>
                    <a:pt x="182744" y="791809"/>
                  </a:lnTo>
                  <a:close/>
                  <a:moveTo>
                    <a:pt x="728467" y="1189693"/>
                  </a:moveTo>
                  <a:lnTo>
                    <a:pt x="700174" y="1178994"/>
                  </a:lnTo>
                  <a:lnTo>
                    <a:pt x="706632" y="1184261"/>
                  </a:lnTo>
                  <a:close/>
                  <a:moveTo>
                    <a:pt x="734438" y="1184261"/>
                  </a:moveTo>
                  <a:lnTo>
                    <a:pt x="750889" y="1177316"/>
                  </a:lnTo>
                  <a:lnTo>
                    <a:pt x="728467" y="1189693"/>
                  </a:lnTo>
                  <a:close/>
                  <a:moveTo>
                    <a:pt x="734438" y="1184261"/>
                  </a:moveTo>
                  <a:lnTo>
                    <a:pt x="762332" y="1167078"/>
                  </a:lnTo>
                  <a:lnTo>
                    <a:pt x="750889" y="1177316"/>
                  </a:lnTo>
                  <a:close/>
                  <a:moveTo>
                    <a:pt x="5593" y="47245"/>
                  </a:moveTo>
                  <a:lnTo>
                    <a:pt x="4275" y="30062"/>
                  </a:lnTo>
                  <a:lnTo>
                    <a:pt x="0" y="46094"/>
                  </a:lnTo>
                  <a:close/>
                  <a:moveTo>
                    <a:pt x="4275" y="30062"/>
                  </a:moveTo>
                  <a:lnTo>
                    <a:pt x="5593" y="47245"/>
                  </a:lnTo>
                  <a:lnTo>
                    <a:pt x="20991" y="0"/>
                  </a:lnTo>
                  <a:close/>
                  <a:moveTo>
                    <a:pt x="450827" y="389689"/>
                  </a:moveTo>
                  <a:lnTo>
                    <a:pt x="440702" y="404305"/>
                  </a:lnTo>
                  <a:lnTo>
                    <a:pt x="418701" y="394154"/>
                  </a:lnTo>
                  <a:close/>
                  <a:moveTo>
                    <a:pt x="771573" y="640102"/>
                  </a:moveTo>
                  <a:lnTo>
                    <a:pt x="784159" y="599880"/>
                  </a:lnTo>
                  <a:lnTo>
                    <a:pt x="771206" y="638458"/>
                  </a:lnTo>
                  <a:close/>
                  <a:moveTo>
                    <a:pt x="772775" y="622918"/>
                  </a:moveTo>
                  <a:lnTo>
                    <a:pt x="771206" y="638458"/>
                  </a:lnTo>
                  <a:lnTo>
                    <a:pt x="784159" y="59988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39" name="Input_density__78">
              <a:extLst>
                <a:ext uri="{FF2B5EF4-FFF2-40B4-BE49-F238E27FC236}">
                  <a16:creationId xmlns:a16="http://schemas.microsoft.com/office/drawing/2014/main" id="{95DF01CC-440C-2DE5-4FF6-6727EE6CCD1F}"/>
                </a:ext>
              </a:extLst>
            </p:cNvPr>
            <p:cNvSpPr>
              <a:spLocks noGrp="1"/>
            </p:cNvSpPr>
            <p:nvPr/>
          </p:nvSpPr>
          <p:spPr>
            <a:xfrm>
              <a:off x="900507" y="2126919"/>
              <a:ext cx="1048031" cy="1122003"/>
            </a:xfrm>
            <a:custGeom>
              <a:avLst/>
              <a:gdLst/>
              <a:ahLst/>
              <a:cxnLst/>
              <a:rect l="0" t="0" r="0" b="0"/>
              <a:pathLst>
                <a:path w="1048031" h="1122003">
                  <a:moveTo>
                    <a:pt x="13270" y="815161"/>
                  </a:moveTo>
                  <a:lnTo>
                    <a:pt x="0" y="832345"/>
                  </a:lnTo>
                  <a:lnTo>
                    <a:pt x="15878" y="851916"/>
                  </a:lnTo>
                  <a:close/>
                  <a:moveTo>
                    <a:pt x="15878" y="851916"/>
                  </a:moveTo>
                  <a:lnTo>
                    <a:pt x="42358" y="797978"/>
                  </a:lnTo>
                  <a:lnTo>
                    <a:pt x="13270" y="815161"/>
                  </a:lnTo>
                  <a:close/>
                  <a:moveTo>
                    <a:pt x="175672" y="861739"/>
                  </a:moveTo>
                  <a:lnTo>
                    <a:pt x="218785" y="856728"/>
                  </a:lnTo>
                  <a:lnTo>
                    <a:pt x="213519" y="854304"/>
                  </a:lnTo>
                  <a:close/>
                  <a:moveTo>
                    <a:pt x="213519" y="854304"/>
                  </a:moveTo>
                  <a:lnTo>
                    <a:pt x="186965" y="817550"/>
                  </a:lnTo>
                  <a:lnTo>
                    <a:pt x="175672" y="861739"/>
                  </a:lnTo>
                  <a:close/>
                  <a:moveTo>
                    <a:pt x="186965" y="817550"/>
                  </a:moveTo>
                  <a:lnTo>
                    <a:pt x="173122" y="819065"/>
                  </a:lnTo>
                  <a:lnTo>
                    <a:pt x="175672" y="861739"/>
                  </a:lnTo>
                  <a:close/>
                  <a:moveTo>
                    <a:pt x="138274" y="820307"/>
                  </a:moveTo>
                  <a:lnTo>
                    <a:pt x="113210" y="780794"/>
                  </a:lnTo>
                  <a:lnTo>
                    <a:pt x="95709" y="783077"/>
                  </a:lnTo>
                  <a:close/>
                  <a:moveTo>
                    <a:pt x="95709" y="783077"/>
                  </a:moveTo>
                  <a:lnTo>
                    <a:pt x="100898" y="789698"/>
                  </a:lnTo>
                  <a:lnTo>
                    <a:pt x="138274" y="820307"/>
                  </a:lnTo>
                  <a:close/>
                  <a:moveTo>
                    <a:pt x="135547" y="733031"/>
                  </a:moveTo>
                  <a:lnTo>
                    <a:pt x="136808" y="744039"/>
                  </a:lnTo>
                  <a:lnTo>
                    <a:pt x="115223" y="718679"/>
                  </a:lnTo>
                  <a:close/>
                  <a:moveTo>
                    <a:pt x="490738" y="1081355"/>
                  </a:moveTo>
                  <a:lnTo>
                    <a:pt x="482066" y="1122003"/>
                  </a:lnTo>
                  <a:lnTo>
                    <a:pt x="524004" y="1077223"/>
                  </a:lnTo>
                  <a:close/>
                  <a:moveTo>
                    <a:pt x="447447" y="1089461"/>
                  </a:moveTo>
                  <a:lnTo>
                    <a:pt x="490738" y="1081355"/>
                  </a:lnTo>
                  <a:lnTo>
                    <a:pt x="477413" y="1047440"/>
                  </a:lnTo>
                  <a:close/>
                  <a:moveTo>
                    <a:pt x="490738" y="1081355"/>
                  </a:moveTo>
                  <a:lnTo>
                    <a:pt x="528412" y="1074500"/>
                  </a:lnTo>
                  <a:lnTo>
                    <a:pt x="506471" y="1050905"/>
                  </a:lnTo>
                  <a:close/>
                  <a:moveTo>
                    <a:pt x="490738" y="1081355"/>
                  </a:moveTo>
                  <a:lnTo>
                    <a:pt x="506471" y="1050905"/>
                  </a:lnTo>
                  <a:lnTo>
                    <a:pt x="477413" y="1047440"/>
                  </a:lnTo>
                  <a:close/>
                  <a:moveTo>
                    <a:pt x="524004" y="1077223"/>
                  </a:moveTo>
                  <a:lnTo>
                    <a:pt x="549492" y="1105425"/>
                  </a:lnTo>
                  <a:lnTo>
                    <a:pt x="531859" y="1075013"/>
                  </a:lnTo>
                  <a:close/>
                  <a:moveTo>
                    <a:pt x="528412" y="1074500"/>
                  </a:moveTo>
                  <a:lnTo>
                    <a:pt x="524004" y="1077223"/>
                  </a:lnTo>
                  <a:lnTo>
                    <a:pt x="531859" y="1075013"/>
                  </a:lnTo>
                  <a:close/>
                  <a:moveTo>
                    <a:pt x="222161" y="618979"/>
                  </a:moveTo>
                  <a:lnTo>
                    <a:pt x="221769" y="582224"/>
                  </a:lnTo>
                  <a:lnTo>
                    <a:pt x="218919" y="585185"/>
                  </a:lnTo>
                  <a:close/>
                  <a:moveTo>
                    <a:pt x="222058" y="580344"/>
                  </a:moveTo>
                  <a:lnTo>
                    <a:pt x="218919" y="585185"/>
                  </a:lnTo>
                  <a:lnTo>
                    <a:pt x="221769" y="582224"/>
                  </a:lnTo>
                  <a:close/>
                  <a:moveTo>
                    <a:pt x="221769" y="582224"/>
                  </a:moveTo>
                  <a:lnTo>
                    <a:pt x="222161" y="618979"/>
                  </a:lnTo>
                  <a:lnTo>
                    <a:pt x="225222" y="601796"/>
                  </a:lnTo>
                  <a:close/>
                  <a:moveTo>
                    <a:pt x="221769" y="582224"/>
                  </a:moveTo>
                  <a:lnTo>
                    <a:pt x="225222" y="601796"/>
                  </a:lnTo>
                  <a:lnTo>
                    <a:pt x="231029" y="565041"/>
                  </a:lnTo>
                  <a:close/>
                  <a:moveTo>
                    <a:pt x="221769" y="582224"/>
                  </a:moveTo>
                  <a:lnTo>
                    <a:pt x="220821" y="538892"/>
                  </a:lnTo>
                  <a:lnTo>
                    <a:pt x="222058" y="580344"/>
                  </a:lnTo>
                  <a:close/>
                  <a:moveTo>
                    <a:pt x="221131" y="528286"/>
                  </a:moveTo>
                  <a:lnTo>
                    <a:pt x="220821" y="538892"/>
                  </a:lnTo>
                  <a:lnTo>
                    <a:pt x="221769" y="582224"/>
                  </a:lnTo>
                  <a:close/>
                  <a:moveTo>
                    <a:pt x="231029" y="565041"/>
                  </a:moveTo>
                  <a:lnTo>
                    <a:pt x="221131" y="528286"/>
                  </a:lnTo>
                  <a:lnTo>
                    <a:pt x="221769" y="582224"/>
                  </a:lnTo>
                  <a:close/>
                  <a:moveTo>
                    <a:pt x="227472" y="504376"/>
                  </a:moveTo>
                  <a:lnTo>
                    <a:pt x="220821" y="538892"/>
                  </a:lnTo>
                  <a:lnTo>
                    <a:pt x="221131" y="528286"/>
                  </a:lnTo>
                  <a:close/>
                  <a:moveTo>
                    <a:pt x="659252" y="952163"/>
                  </a:moveTo>
                  <a:lnTo>
                    <a:pt x="645433" y="969346"/>
                  </a:lnTo>
                  <a:lnTo>
                    <a:pt x="665306" y="988917"/>
                  </a:lnTo>
                  <a:close/>
                  <a:moveTo>
                    <a:pt x="282047" y="487637"/>
                  </a:moveTo>
                  <a:lnTo>
                    <a:pt x="258188" y="494642"/>
                  </a:lnTo>
                  <a:lnTo>
                    <a:pt x="227472" y="504376"/>
                  </a:lnTo>
                  <a:close/>
                  <a:moveTo>
                    <a:pt x="282047" y="487637"/>
                  </a:moveTo>
                  <a:lnTo>
                    <a:pt x="227472" y="504376"/>
                  </a:lnTo>
                  <a:lnTo>
                    <a:pt x="251464" y="497870"/>
                  </a:lnTo>
                  <a:close/>
                  <a:moveTo>
                    <a:pt x="309254" y="494086"/>
                  </a:moveTo>
                  <a:lnTo>
                    <a:pt x="314983" y="486205"/>
                  </a:lnTo>
                  <a:lnTo>
                    <a:pt x="282047" y="487637"/>
                  </a:lnTo>
                  <a:close/>
                  <a:moveTo>
                    <a:pt x="309254" y="494086"/>
                  </a:moveTo>
                  <a:lnTo>
                    <a:pt x="338681" y="497250"/>
                  </a:lnTo>
                  <a:lnTo>
                    <a:pt x="314983" y="486205"/>
                  </a:lnTo>
                  <a:close/>
                  <a:moveTo>
                    <a:pt x="362506" y="460222"/>
                  </a:moveTo>
                  <a:lnTo>
                    <a:pt x="317077" y="474348"/>
                  </a:lnTo>
                  <a:lnTo>
                    <a:pt x="338681" y="497250"/>
                  </a:lnTo>
                  <a:close/>
                  <a:moveTo>
                    <a:pt x="210797" y="400838"/>
                  </a:moveTo>
                  <a:lnTo>
                    <a:pt x="209047" y="367649"/>
                  </a:lnTo>
                  <a:lnTo>
                    <a:pt x="212369" y="346899"/>
                  </a:lnTo>
                  <a:close/>
                  <a:moveTo>
                    <a:pt x="212369" y="346899"/>
                  </a:moveTo>
                  <a:lnTo>
                    <a:pt x="228031" y="314049"/>
                  </a:lnTo>
                  <a:lnTo>
                    <a:pt x="187700" y="364083"/>
                  </a:lnTo>
                  <a:close/>
                  <a:moveTo>
                    <a:pt x="720542" y="881041"/>
                  </a:moveTo>
                  <a:lnTo>
                    <a:pt x="699329" y="898224"/>
                  </a:lnTo>
                  <a:lnTo>
                    <a:pt x="744837" y="917796"/>
                  </a:lnTo>
                  <a:close/>
                  <a:moveTo>
                    <a:pt x="679200" y="861469"/>
                  </a:moveTo>
                  <a:lnTo>
                    <a:pt x="699329" y="898224"/>
                  </a:lnTo>
                  <a:lnTo>
                    <a:pt x="720542" y="881041"/>
                  </a:lnTo>
                  <a:close/>
                  <a:moveTo>
                    <a:pt x="679200" y="861469"/>
                  </a:moveTo>
                  <a:lnTo>
                    <a:pt x="720542" y="881041"/>
                  </a:lnTo>
                  <a:lnTo>
                    <a:pt x="702775" y="844286"/>
                  </a:lnTo>
                  <a:close/>
                  <a:moveTo>
                    <a:pt x="670860" y="824714"/>
                  </a:moveTo>
                  <a:lnTo>
                    <a:pt x="702775" y="844286"/>
                  </a:lnTo>
                  <a:lnTo>
                    <a:pt x="685722" y="807531"/>
                  </a:lnTo>
                  <a:close/>
                  <a:moveTo>
                    <a:pt x="256367" y="331005"/>
                  </a:moveTo>
                  <a:lnTo>
                    <a:pt x="262123" y="316937"/>
                  </a:lnTo>
                  <a:lnTo>
                    <a:pt x="228031" y="314049"/>
                  </a:lnTo>
                  <a:close/>
                  <a:moveTo>
                    <a:pt x="256367" y="331005"/>
                  </a:moveTo>
                  <a:lnTo>
                    <a:pt x="286460" y="333629"/>
                  </a:lnTo>
                  <a:lnTo>
                    <a:pt x="262123" y="316937"/>
                  </a:lnTo>
                  <a:close/>
                  <a:moveTo>
                    <a:pt x="286460" y="333629"/>
                  </a:moveTo>
                  <a:lnTo>
                    <a:pt x="256367" y="331005"/>
                  </a:lnTo>
                  <a:lnTo>
                    <a:pt x="295835" y="346775"/>
                  </a:lnTo>
                  <a:close/>
                  <a:moveTo>
                    <a:pt x="513210" y="533062"/>
                  </a:moveTo>
                  <a:lnTo>
                    <a:pt x="494846" y="513491"/>
                  </a:lnTo>
                  <a:lnTo>
                    <a:pt x="494920" y="550246"/>
                  </a:lnTo>
                  <a:close/>
                  <a:moveTo>
                    <a:pt x="343146" y="312533"/>
                  </a:moveTo>
                  <a:lnTo>
                    <a:pt x="351681" y="307693"/>
                  </a:lnTo>
                  <a:lnTo>
                    <a:pt x="340739" y="293878"/>
                  </a:lnTo>
                  <a:close/>
                  <a:moveTo>
                    <a:pt x="920641" y="796657"/>
                  </a:moveTo>
                  <a:lnTo>
                    <a:pt x="931480" y="792736"/>
                  </a:lnTo>
                  <a:lnTo>
                    <a:pt x="918158" y="765417"/>
                  </a:lnTo>
                  <a:close/>
                  <a:moveTo>
                    <a:pt x="978143" y="776997"/>
                  </a:moveTo>
                  <a:lnTo>
                    <a:pt x="931480" y="792736"/>
                  </a:lnTo>
                  <a:lnTo>
                    <a:pt x="980618" y="778160"/>
                  </a:lnTo>
                  <a:close/>
                  <a:moveTo>
                    <a:pt x="980618" y="778160"/>
                  </a:moveTo>
                  <a:lnTo>
                    <a:pt x="929324" y="807168"/>
                  </a:lnTo>
                  <a:lnTo>
                    <a:pt x="969678" y="812307"/>
                  </a:lnTo>
                  <a:close/>
                  <a:moveTo>
                    <a:pt x="978143" y="776997"/>
                  </a:moveTo>
                  <a:lnTo>
                    <a:pt x="918158" y="765417"/>
                  </a:lnTo>
                  <a:lnTo>
                    <a:pt x="931480" y="792736"/>
                  </a:lnTo>
                  <a:close/>
                  <a:moveTo>
                    <a:pt x="981831" y="775552"/>
                  </a:moveTo>
                  <a:lnTo>
                    <a:pt x="1007286" y="753292"/>
                  </a:lnTo>
                  <a:lnTo>
                    <a:pt x="978143" y="776997"/>
                  </a:lnTo>
                  <a:close/>
                  <a:moveTo>
                    <a:pt x="978143" y="776997"/>
                  </a:moveTo>
                  <a:lnTo>
                    <a:pt x="980618" y="778160"/>
                  </a:lnTo>
                  <a:lnTo>
                    <a:pt x="981831" y="775552"/>
                  </a:lnTo>
                  <a:close/>
                  <a:moveTo>
                    <a:pt x="834225" y="700760"/>
                  </a:moveTo>
                  <a:lnTo>
                    <a:pt x="893578" y="702077"/>
                  </a:lnTo>
                  <a:lnTo>
                    <a:pt x="893593" y="701943"/>
                  </a:lnTo>
                  <a:close/>
                  <a:moveTo>
                    <a:pt x="834225" y="700760"/>
                  </a:moveTo>
                  <a:lnTo>
                    <a:pt x="893593" y="701943"/>
                  </a:lnTo>
                  <a:lnTo>
                    <a:pt x="850662" y="666005"/>
                  </a:lnTo>
                  <a:close/>
                  <a:moveTo>
                    <a:pt x="850078" y="665287"/>
                  </a:moveTo>
                  <a:lnTo>
                    <a:pt x="821634" y="682471"/>
                  </a:lnTo>
                  <a:lnTo>
                    <a:pt x="834225" y="700760"/>
                  </a:lnTo>
                  <a:close/>
                  <a:moveTo>
                    <a:pt x="792451" y="476733"/>
                  </a:moveTo>
                  <a:lnTo>
                    <a:pt x="791830" y="464329"/>
                  </a:lnTo>
                  <a:lnTo>
                    <a:pt x="777105" y="481513"/>
                  </a:lnTo>
                  <a:close/>
                  <a:moveTo>
                    <a:pt x="765425" y="279479"/>
                  </a:moveTo>
                  <a:lnTo>
                    <a:pt x="715371" y="313120"/>
                  </a:lnTo>
                  <a:lnTo>
                    <a:pt x="736210" y="294826"/>
                  </a:lnTo>
                  <a:close/>
                  <a:moveTo>
                    <a:pt x="1011704" y="630921"/>
                  </a:moveTo>
                  <a:lnTo>
                    <a:pt x="1048031" y="657774"/>
                  </a:lnTo>
                  <a:lnTo>
                    <a:pt x="1033124" y="625146"/>
                  </a:lnTo>
                  <a:close/>
                  <a:moveTo>
                    <a:pt x="1021793" y="615116"/>
                  </a:moveTo>
                  <a:lnTo>
                    <a:pt x="1011704" y="630921"/>
                  </a:lnTo>
                  <a:lnTo>
                    <a:pt x="1033124" y="625146"/>
                  </a:lnTo>
                  <a:close/>
                  <a:moveTo>
                    <a:pt x="1033124" y="625146"/>
                  </a:moveTo>
                  <a:lnTo>
                    <a:pt x="1041862" y="630921"/>
                  </a:lnTo>
                  <a:lnTo>
                    <a:pt x="1021793" y="615116"/>
                  </a:lnTo>
                  <a:close/>
                  <a:moveTo>
                    <a:pt x="776005" y="296014"/>
                  </a:moveTo>
                  <a:lnTo>
                    <a:pt x="765373" y="263371"/>
                  </a:lnTo>
                  <a:lnTo>
                    <a:pt x="765425" y="279479"/>
                  </a:lnTo>
                  <a:close/>
                  <a:moveTo>
                    <a:pt x="842370" y="282942"/>
                  </a:moveTo>
                  <a:lnTo>
                    <a:pt x="832121" y="322228"/>
                  </a:lnTo>
                  <a:lnTo>
                    <a:pt x="831496" y="305723"/>
                  </a:lnTo>
                  <a:close/>
                  <a:moveTo>
                    <a:pt x="583128" y="0"/>
                  </a:moveTo>
                  <a:lnTo>
                    <a:pt x="545085" y="42841"/>
                  </a:lnTo>
                  <a:lnTo>
                    <a:pt x="568972" y="25657"/>
                  </a:lnTo>
                  <a:close/>
                  <a:moveTo>
                    <a:pt x="852334" y="287426"/>
                  </a:moveTo>
                  <a:lnTo>
                    <a:pt x="831496" y="305723"/>
                  </a:lnTo>
                  <a:lnTo>
                    <a:pt x="829060" y="319697"/>
                  </a:lnTo>
                  <a:close/>
                  <a:moveTo>
                    <a:pt x="877741" y="257842"/>
                  </a:moveTo>
                  <a:lnTo>
                    <a:pt x="855833" y="272139"/>
                  </a:lnTo>
                  <a:lnTo>
                    <a:pt x="842370" y="282942"/>
                  </a:lnTo>
                  <a:close/>
                  <a:moveTo>
                    <a:pt x="980106" y="238436"/>
                  </a:moveTo>
                  <a:lnTo>
                    <a:pt x="961436" y="208867"/>
                  </a:lnTo>
                  <a:lnTo>
                    <a:pt x="939493" y="2443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40" name="Input_density__79">
              <a:extLst>
                <a:ext uri="{FF2B5EF4-FFF2-40B4-BE49-F238E27FC236}">
                  <a16:creationId xmlns:a16="http://schemas.microsoft.com/office/drawing/2014/main" id="{35529FCC-C044-723A-D1D9-639CBEDE4AA0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785653"/>
              <a:ext cx="1053304" cy="1485046"/>
            </a:xfrm>
            <a:custGeom>
              <a:avLst/>
              <a:gdLst/>
              <a:ahLst/>
              <a:cxnLst/>
              <a:rect l="0" t="0" r="0" b="0"/>
              <a:pathLst>
                <a:path w="1053304" h="1485046">
                  <a:moveTo>
                    <a:pt x="0" y="1193182"/>
                  </a:moveTo>
                  <a:lnTo>
                    <a:pt x="933" y="1206145"/>
                  </a:lnTo>
                  <a:lnTo>
                    <a:pt x="23529" y="1218052"/>
                  </a:lnTo>
                  <a:close/>
                  <a:moveTo>
                    <a:pt x="23529" y="1218052"/>
                  </a:moveTo>
                  <a:lnTo>
                    <a:pt x="44052" y="1215837"/>
                  </a:lnTo>
                  <a:lnTo>
                    <a:pt x="0" y="1193182"/>
                  </a:lnTo>
                  <a:close/>
                  <a:moveTo>
                    <a:pt x="217048" y="1359774"/>
                  </a:moveTo>
                  <a:lnTo>
                    <a:pt x="218579" y="1361291"/>
                  </a:lnTo>
                  <a:lnTo>
                    <a:pt x="221092" y="1362193"/>
                  </a:lnTo>
                  <a:close/>
                  <a:moveTo>
                    <a:pt x="217048" y="1359774"/>
                  </a:moveTo>
                  <a:lnTo>
                    <a:pt x="195168" y="1335576"/>
                  </a:lnTo>
                  <a:lnTo>
                    <a:pt x="218579" y="1361291"/>
                  </a:lnTo>
                  <a:close/>
                  <a:moveTo>
                    <a:pt x="329716" y="1422959"/>
                  </a:moveTo>
                  <a:lnTo>
                    <a:pt x="324173" y="1419115"/>
                  </a:lnTo>
                  <a:lnTo>
                    <a:pt x="340433" y="1434660"/>
                  </a:lnTo>
                  <a:close/>
                  <a:moveTo>
                    <a:pt x="368869" y="1444770"/>
                  </a:moveTo>
                  <a:lnTo>
                    <a:pt x="329716" y="1422959"/>
                  </a:lnTo>
                  <a:lnTo>
                    <a:pt x="340433" y="1434660"/>
                  </a:lnTo>
                  <a:close/>
                  <a:moveTo>
                    <a:pt x="299520" y="1406270"/>
                  </a:moveTo>
                  <a:lnTo>
                    <a:pt x="338448" y="1433284"/>
                  </a:lnTo>
                  <a:lnTo>
                    <a:pt x="324173" y="1419115"/>
                  </a:lnTo>
                  <a:close/>
                  <a:moveTo>
                    <a:pt x="383864" y="1452855"/>
                  </a:moveTo>
                  <a:lnTo>
                    <a:pt x="368869" y="1444770"/>
                  </a:lnTo>
                  <a:lnTo>
                    <a:pt x="396981" y="1458847"/>
                  </a:lnTo>
                  <a:close/>
                  <a:moveTo>
                    <a:pt x="309246" y="1416100"/>
                  </a:moveTo>
                  <a:lnTo>
                    <a:pt x="299520" y="1406270"/>
                  </a:lnTo>
                  <a:lnTo>
                    <a:pt x="324173" y="1419115"/>
                  </a:lnTo>
                  <a:close/>
                  <a:moveTo>
                    <a:pt x="278749" y="1396529"/>
                  </a:moveTo>
                  <a:lnTo>
                    <a:pt x="299520" y="1406270"/>
                  </a:lnTo>
                  <a:lnTo>
                    <a:pt x="309246" y="1416100"/>
                  </a:lnTo>
                  <a:close/>
                  <a:moveTo>
                    <a:pt x="217048" y="1359774"/>
                  </a:moveTo>
                  <a:lnTo>
                    <a:pt x="221092" y="1362193"/>
                  </a:lnTo>
                  <a:lnTo>
                    <a:pt x="230040" y="1351973"/>
                  </a:lnTo>
                  <a:close/>
                  <a:moveTo>
                    <a:pt x="217048" y="1359774"/>
                  </a:moveTo>
                  <a:lnTo>
                    <a:pt x="230040" y="1351973"/>
                  </a:lnTo>
                  <a:lnTo>
                    <a:pt x="182317" y="1323019"/>
                  </a:lnTo>
                  <a:close/>
                  <a:moveTo>
                    <a:pt x="259203" y="1305835"/>
                  </a:moveTo>
                  <a:lnTo>
                    <a:pt x="240560" y="1338772"/>
                  </a:lnTo>
                  <a:lnTo>
                    <a:pt x="261964" y="1308361"/>
                  </a:lnTo>
                  <a:close/>
                  <a:moveTo>
                    <a:pt x="261964" y="1308361"/>
                  </a:moveTo>
                  <a:lnTo>
                    <a:pt x="240560" y="1338772"/>
                  </a:lnTo>
                  <a:lnTo>
                    <a:pt x="230040" y="1351973"/>
                  </a:lnTo>
                  <a:close/>
                  <a:moveTo>
                    <a:pt x="261964" y="1308361"/>
                  </a:moveTo>
                  <a:lnTo>
                    <a:pt x="230040" y="1351973"/>
                  </a:lnTo>
                  <a:lnTo>
                    <a:pt x="265601" y="1350151"/>
                  </a:lnTo>
                  <a:close/>
                  <a:moveTo>
                    <a:pt x="122397" y="1161573"/>
                  </a:moveTo>
                  <a:lnTo>
                    <a:pt x="117322" y="1158816"/>
                  </a:lnTo>
                  <a:lnTo>
                    <a:pt x="113403" y="1208717"/>
                  </a:lnTo>
                  <a:close/>
                  <a:moveTo>
                    <a:pt x="383864" y="1452855"/>
                  </a:moveTo>
                  <a:lnTo>
                    <a:pt x="396981" y="1458847"/>
                  </a:lnTo>
                  <a:lnTo>
                    <a:pt x="407952" y="1466319"/>
                  </a:lnTo>
                  <a:close/>
                  <a:moveTo>
                    <a:pt x="407952" y="1466319"/>
                  </a:moveTo>
                  <a:lnTo>
                    <a:pt x="382655" y="1443406"/>
                  </a:lnTo>
                  <a:lnTo>
                    <a:pt x="383864" y="1452855"/>
                  </a:lnTo>
                  <a:close/>
                  <a:moveTo>
                    <a:pt x="393801" y="1441778"/>
                  </a:moveTo>
                  <a:lnTo>
                    <a:pt x="382655" y="1443406"/>
                  </a:lnTo>
                  <a:lnTo>
                    <a:pt x="407952" y="1466319"/>
                  </a:lnTo>
                  <a:close/>
                  <a:moveTo>
                    <a:pt x="427797" y="1444307"/>
                  </a:moveTo>
                  <a:lnTo>
                    <a:pt x="393801" y="1441778"/>
                  </a:lnTo>
                  <a:lnTo>
                    <a:pt x="407952" y="1466319"/>
                  </a:lnTo>
                  <a:close/>
                  <a:moveTo>
                    <a:pt x="368869" y="1444770"/>
                  </a:moveTo>
                  <a:lnTo>
                    <a:pt x="383864" y="1452855"/>
                  </a:lnTo>
                  <a:lnTo>
                    <a:pt x="382655" y="1443406"/>
                  </a:lnTo>
                  <a:close/>
                  <a:moveTo>
                    <a:pt x="255834" y="1288652"/>
                  </a:moveTo>
                  <a:lnTo>
                    <a:pt x="259203" y="1305835"/>
                  </a:lnTo>
                  <a:lnTo>
                    <a:pt x="241631" y="1269080"/>
                  </a:lnTo>
                  <a:close/>
                  <a:moveTo>
                    <a:pt x="97332" y="1122060"/>
                  </a:moveTo>
                  <a:lnTo>
                    <a:pt x="121299" y="1142028"/>
                  </a:lnTo>
                  <a:lnTo>
                    <a:pt x="138631" y="1110622"/>
                  </a:lnTo>
                  <a:close/>
                  <a:moveTo>
                    <a:pt x="127771" y="1122060"/>
                  </a:moveTo>
                  <a:lnTo>
                    <a:pt x="138631" y="1110622"/>
                  </a:lnTo>
                  <a:lnTo>
                    <a:pt x="121299" y="1142028"/>
                  </a:lnTo>
                  <a:close/>
                  <a:moveTo>
                    <a:pt x="504324" y="1455243"/>
                  </a:moveTo>
                  <a:lnTo>
                    <a:pt x="505332" y="1485046"/>
                  </a:lnTo>
                  <a:lnTo>
                    <a:pt x="524433" y="1460251"/>
                  </a:lnTo>
                  <a:close/>
                  <a:moveTo>
                    <a:pt x="504324" y="1455243"/>
                  </a:moveTo>
                  <a:lnTo>
                    <a:pt x="480436" y="1472427"/>
                  </a:lnTo>
                  <a:lnTo>
                    <a:pt x="505332" y="1485046"/>
                  </a:lnTo>
                  <a:close/>
                  <a:moveTo>
                    <a:pt x="301655" y="1168940"/>
                  </a:moveTo>
                  <a:lnTo>
                    <a:pt x="349450" y="1179749"/>
                  </a:lnTo>
                  <a:lnTo>
                    <a:pt x="317150" y="1183563"/>
                  </a:lnTo>
                  <a:close/>
                  <a:moveTo>
                    <a:pt x="254736" y="1170989"/>
                  </a:moveTo>
                  <a:lnTo>
                    <a:pt x="228377" y="1129589"/>
                  </a:lnTo>
                  <a:lnTo>
                    <a:pt x="226598" y="1141632"/>
                  </a:lnTo>
                  <a:close/>
                  <a:moveTo>
                    <a:pt x="236113" y="1129731"/>
                  </a:moveTo>
                  <a:lnTo>
                    <a:pt x="228377" y="1129589"/>
                  </a:lnTo>
                  <a:lnTo>
                    <a:pt x="254736" y="1170989"/>
                  </a:lnTo>
                  <a:close/>
                  <a:moveTo>
                    <a:pt x="277287" y="1159097"/>
                  </a:moveTo>
                  <a:lnTo>
                    <a:pt x="236113" y="1129731"/>
                  </a:lnTo>
                  <a:lnTo>
                    <a:pt x="254736" y="1170989"/>
                  </a:lnTo>
                  <a:close/>
                  <a:moveTo>
                    <a:pt x="210039" y="1128453"/>
                  </a:moveTo>
                  <a:lnTo>
                    <a:pt x="229853" y="1104877"/>
                  </a:lnTo>
                  <a:lnTo>
                    <a:pt x="228377" y="1129589"/>
                  </a:lnTo>
                  <a:close/>
                  <a:moveTo>
                    <a:pt x="239419" y="1113721"/>
                  </a:moveTo>
                  <a:lnTo>
                    <a:pt x="226598" y="1141632"/>
                  </a:lnTo>
                  <a:lnTo>
                    <a:pt x="228377" y="1129589"/>
                  </a:lnTo>
                  <a:close/>
                  <a:moveTo>
                    <a:pt x="280761" y="1143717"/>
                  </a:moveTo>
                  <a:lnTo>
                    <a:pt x="284268" y="1161204"/>
                  </a:lnTo>
                  <a:lnTo>
                    <a:pt x="277287" y="1159097"/>
                  </a:lnTo>
                  <a:close/>
                  <a:moveTo>
                    <a:pt x="173404" y="1102447"/>
                  </a:moveTo>
                  <a:lnTo>
                    <a:pt x="228377" y="1129589"/>
                  </a:lnTo>
                  <a:lnTo>
                    <a:pt x="213491" y="1124449"/>
                  </a:lnTo>
                  <a:close/>
                  <a:moveTo>
                    <a:pt x="178697" y="1104877"/>
                  </a:moveTo>
                  <a:lnTo>
                    <a:pt x="228377" y="1129589"/>
                  </a:lnTo>
                  <a:lnTo>
                    <a:pt x="173404" y="1102447"/>
                  </a:lnTo>
                  <a:close/>
                  <a:moveTo>
                    <a:pt x="210039" y="1128453"/>
                  </a:moveTo>
                  <a:lnTo>
                    <a:pt x="228377" y="1129589"/>
                  </a:lnTo>
                  <a:lnTo>
                    <a:pt x="178697" y="1104877"/>
                  </a:lnTo>
                  <a:close/>
                  <a:moveTo>
                    <a:pt x="284268" y="1161204"/>
                  </a:moveTo>
                  <a:lnTo>
                    <a:pt x="301655" y="1168940"/>
                  </a:lnTo>
                  <a:lnTo>
                    <a:pt x="317150" y="1183563"/>
                  </a:lnTo>
                  <a:close/>
                  <a:moveTo>
                    <a:pt x="533614" y="1446691"/>
                  </a:moveTo>
                  <a:lnTo>
                    <a:pt x="524433" y="1460251"/>
                  </a:lnTo>
                  <a:lnTo>
                    <a:pt x="539143" y="1455243"/>
                  </a:lnTo>
                  <a:close/>
                  <a:moveTo>
                    <a:pt x="533614" y="1446691"/>
                  </a:moveTo>
                  <a:lnTo>
                    <a:pt x="539143" y="1455243"/>
                  </a:lnTo>
                  <a:lnTo>
                    <a:pt x="547132" y="1418041"/>
                  </a:lnTo>
                  <a:close/>
                  <a:moveTo>
                    <a:pt x="284268" y="1161204"/>
                  </a:moveTo>
                  <a:lnTo>
                    <a:pt x="317150" y="1183563"/>
                  </a:lnTo>
                  <a:lnTo>
                    <a:pt x="322253" y="1152194"/>
                  </a:lnTo>
                  <a:close/>
                  <a:moveTo>
                    <a:pt x="352889" y="1154376"/>
                  </a:moveTo>
                  <a:lnTo>
                    <a:pt x="317150" y="1183563"/>
                  </a:lnTo>
                  <a:lnTo>
                    <a:pt x="349450" y="1179749"/>
                  </a:lnTo>
                  <a:close/>
                  <a:moveTo>
                    <a:pt x="352889" y="1154376"/>
                  </a:moveTo>
                  <a:lnTo>
                    <a:pt x="322253" y="1152194"/>
                  </a:lnTo>
                  <a:lnTo>
                    <a:pt x="317150" y="1183563"/>
                  </a:lnTo>
                  <a:close/>
                  <a:moveTo>
                    <a:pt x="317799" y="1111068"/>
                  </a:moveTo>
                  <a:lnTo>
                    <a:pt x="310245" y="1072461"/>
                  </a:lnTo>
                  <a:lnTo>
                    <a:pt x="310074" y="1107265"/>
                  </a:lnTo>
                  <a:close/>
                  <a:moveTo>
                    <a:pt x="340432" y="1078192"/>
                  </a:moveTo>
                  <a:lnTo>
                    <a:pt x="358224" y="1105291"/>
                  </a:lnTo>
                  <a:lnTo>
                    <a:pt x="373972" y="1079016"/>
                  </a:lnTo>
                  <a:close/>
                  <a:moveTo>
                    <a:pt x="320769" y="1070510"/>
                  </a:moveTo>
                  <a:lnTo>
                    <a:pt x="358224" y="1105291"/>
                  </a:lnTo>
                  <a:lnTo>
                    <a:pt x="340432" y="1078192"/>
                  </a:lnTo>
                  <a:close/>
                  <a:moveTo>
                    <a:pt x="373972" y="1079016"/>
                  </a:moveTo>
                  <a:lnTo>
                    <a:pt x="365074" y="1107265"/>
                  </a:lnTo>
                  <a:lnTo>
                    <a:pt x="387721" y="1102055"/>
                  </a:lnTo>
                  <a:close/>
                  <a:moveTo>
                    <a:pt x="390424" y="1044319"/>
                  </a:moveTo>
                  <a:lnTo>
                    <a:pt x="415709" y="1040898"/>
                  </a:lnTo>
                  <a:lnTo>
                    <a:pt x="401193" y="1036144"/>
                  </a:lnTo>
                  <a:close/>
                  <a:moveTo>
                    <a:pt x="151715" y="672608"/>
                  </a:moveTo>
                  <a:lnTo>
                    <a:pt x="171822" y="705349"/>
                  </a:lnTo>
                  <a:lnTo>
                    <a:pt x="161876" y="688123"/>
                  </a:lnTo>
                  <a:close/>
                  <a:moveTo>
                    <a:pt x="676974" y="1293429"/>
                  </a:moveTo>
                  <a:lnTo>
                    <a:pt x="669881" y="1282931"/>
                  </a:lnTo>
                  <a:lnTo>
                    <a:pt x="705587" y="1313000"/>
                  </a:lnTo>
                  <a:close/>
                  <a:moveTo>
                    <a:pt x="683451" y="1239490"/>
                  </a:moveTo>
                  <a:lnTo>
                    <a:pt x="688076" y="1285156"/>
                  </a:lnTo>
                  <a:lnTo>
                    <a:pt x="709573" y="1269323"/>
                  </a:lnTo>
                  <a:close/>
                  <a:moveTo>
                    <a:pt x="412406" y="998836"/>
                  </a:moveTo>
                  <a:lnTo>
                    <a:pt x="437921" y="1022840"/>
                  </a:lnTo>
                  <a:lnTo>
                    <a:pt x="385475" y="993642"/>
                  </a:lnTo>
                  <a:close/>
                  <a:moveTo>
                    <a:pt x="437921" y="1022840"/>
                  </a:moveTo>
                  <a:lnTo>
                    <a:pt x="412500" y="999389"/>
                  </a:lnTo>
                  <a:lnTo>
                    <a:pt x="474536" y="1013441"/>
                  </a:lnTo>
                  <a:close/>
                  <a:moveTo>
                    <a:pt x="412406" y="998836"/>
                  </a:moveTo>
                  <a:lnTo>
                    <a:pt x="412500" y="999389"/>
                  </a:lnTo>
                  <a:lnTo>
                    <a:pt x="437921" y="1022840"/>
                  </a:lnTo>
                  <a:close/>
                  <a:moveTo>
                    <a:pt x="171822" y="705349"/>
                  </a:moveTo>
                  <a:lnTo>
                    <a:pt x="167376" y="659876"/>
                  </a:lnTo>
                  <a:lnTo>
                    <a:pt x="161876" y="688123"/>
                  </a:lnTo>
                  <a:close/>
                  <a:moveTo>
                    <a:pt x="728959" y="1259062"/>
                  </a:moveTo>
                  <a:lnTo>
                    <a:pt x="709573" y="1269323"/>
                  </a:lnTo>
                  <a:lnTo>
                    <a:pt x="728348" y="1262487"/>
                  </a:lnTo>
                  <a:close/>
                  <a:moveTo>
                    <a:pt x="520598" y="982205"/>
                  </a:moveTo>
                  <a:lnTo>
                    <a:pt x="508186" y="975145"/>
                  </a:lnTo>
                  <a:lnTo>
                    <a:pt x="538240" y="1001777"/>
                  </a:lnTo>
                  <a:close/>
                  <a:moveTo>
                    <a:pt x="537758" y="1018960"/>
                  </a:moveTo>
                  <a:lnTo>
                    <a:pt x="520598" y="982205"/>
                  </a:lnTo>
                  <a:lnTo>
                    <a:pt x="538240" y="1001777"/>
                  </a:lnTo>
                  <a:close/>
                  <a:moveTo>
                    <a:pt x="484047" y="928267"/>
                  </a:moveTo>
                  <a:lnTo>
                    <a:pt x="494342" y="962916"/>
                  </a:lnTo>
                  <a:lnTo>
                    <a:pt x="481542" y="945450"/>
                  </a:lnTo>
                  <a:close/>
                  <a:moveTo>
                    <a:pt x="483158" y="968404"/>
                  </a:moveTo>
                  <a:lnTo>
                    <a:pt x="494342" y="962916"/>
                  </a:lnTo>
                  <a:lnTo>
                    <a:pt x="484047" y="928267"/>
                  </a:lnTo>
                  <a:close/>
                  <a:moveTo>
                    <a:pt x="508186" y="975145"/>
                  </a:moveTo>
                  <a:lnTo>
                    <a:pt x="494342" y="962916"/>
                  </a:lnTo>
                  <a:lnTo>
                    <a:pt x="483158" y="968404"/>
                  </a:lnTo>
                  <a:close/>
                  <a:moveTo>
                    <a:pt x="481748" y="944194"/>
                  </a:moveTo>
                  <a:lnTo>
                    <a:pt x="483158" y="968404"/>
                  </a:lnTo>
                  <a:lnTo>
                    <a:pt x="484047" y="928267"/>
                  </a:lnTo>
                  <a:close/>
                  <a:moveTo>
                    <a:pt x="190214" y="601658"/>
                  </a:moveTo>
                  <a:lnTo>
                    <a:pt x="174850" y="640422"/>
                  </a:lnTo>
                  <a:lnTo>
                    <a:pt x="229637" y="624479"/>
                  </a:lnTo>
                  <a:close/>
                  <a:moveTo>
                    <a:pt x="769821" y="1273794"/>
                  </a:moveTo>
                  <a:lnTo>
                    <a:pt x="734865" y="1267678"/>
                  </a:lnTo>
                  <a:lnTo>
                    <a:pt x="728348" y="1262487"/>
                  </a:lnTo>
                  <a:close/>
                  <a:moveTo>
                    <a:pt x="776559" y="1250381"/>
                  </a:moveTo>
                  <a:lnTo>
                    <a:pt x="734865" y="1267678"/>
                  </a:lnTo>
                  <a:lnTo>
                    <a:pt x="769821" y="1273794"/>
                  </a:lnTo>
                  <a:close/>
                  <a:moveTo>
                    <a:pt x="497332" y="874328"/>
                  </a:moveTo>
                  <a:lnTo>
                    <a:pt x="504267" y="903813"/>
                  </a:lnTo>
                  <a:lnTo>
                    <a:pt x="531059" y="907778"/>
                  </a:lnTo>
                  <a:close/>
                  <a:moveTo>
                    <a:pt x="504267" y="903813"/>
                  </a:moveTo>
                  <a:lnTo>
                    <a:pt x="542986" y="924004"/>
                  </a:lnTo>
                  <a:lnTo>
                    <a:pt x="563105" y="903014"/>
                  </a:lnTo>
                  <a:close/>
                  <a:moveTo>
                    <a:pt x="282792" y="634227"/>
                  </a:moveTo>
                  <a:lnTo>
                    <a:pt x="327268" y="653799"/>
                  </a:lnTo>
                  <a:lnTo>
                    <a:pt x="317451" y="619133"/>
                  </a:lnTo>
                  <a:close/>
                  <a:moveTo>
                    <a:pt x="229637" y="624479"/>
                  </a:moveTo>
                  <a:lnTo>
                    <a:pt x="263169" y="625271"/>
                  </a:lnTo>
                  <a:lnTo>
                    <a:pt x="249386" y="620292"/>
                  </a:lnTo>
                  <a:close/>
                  <a:moveTo>
                    <a:pt x="574099" y="859153"/>
                  </a:moveTo>
                  <a:lnTo>
                    <a:pt x="563105" y="903014"/>
                  </a:lnTo>
                  <a:lnTo>
                    <a:pt x="581536" y="874328"/>
                  </a:lnTo>
                  <a:close/>
                  <a:moveTo>
                    <a:pt x="581536" y="874328"/>
                  </a:moveTo>
                  <a:lnTo>
                    <a:pt x="575163" y="851890"/>
                  </a:lnTo>
                  <a:lnTo>
                    <a:pt x="574099" y="859153"/>
                  </a:lnTo>
                  <a:close/>
                  <a:moveTo>
                    <a:pt x="587812" y="820390"/>
                  </a:moveTo>
                  <a:lnTo>
                    <a:pt x="575163" y="851890"/>
                  </a:lnTo>
                  <a:lnTo>
                    <a:pt x="581536" y="874328"/>
                  </a:lnTo>
                  <a:close/>
                  <a:moveTo>
                    <a:pt x="748111" y="960279"/>
                  </a:moveTo>
                  <a:lnTo>
                    <a:pt x="761296" y="994306"/>
                  </a:lnTo>
                  <a:lnTo>
                    <a:pt x="723102" y="953522"/>
                  </a:lnTo>
                  <a:close/>
                  <a:moveTo>
                    <a:pt x="719012" y="950227"/>
                  </a:moveTo>
                  <a:lnTo>
                    <a:pt x="723102" y="953522"/>
                  </a:lnTo>
                  <a:lnTo>
                    <a:pt x="728544" y="955420"/>
                  </a:lnTo>
                  <a:close/>
                  <a:moveTo>
                    <a:pt x="719012" y="950227"/>
                  </a:moveTo>
                  <a:lnTo>
                    <a:pt x="701584" y="926269"/>
                  </a:lnTo>
                  <a:lnTo>
                    <a:pt x="723102" y="953522"/>
                  </a:lnTo>
                  <a:close/>
                  <a:moveTo>
                    <a:pt x="880731" y="958274"/>
                  </a:moveTo>
                  <a:lnTo>
                    <a:pt x="867085" y="962478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46567" y="989370"/>
                  </a:lnTo>
                  <a:lnTo>
                    <a:pt x="919633" y="979149"/>
                  </a:lnTo>
                  <a:close/>
                  <a:moveTo>
                    <a:pt x="900287" y="962573"/>
                  </a:moveTo>
                  <a:lnTo>
                    <a:pt x="952297" y="992126"/>
                  </a:lnTo>
                  <a:lnTo>
                    <a:pt x="946567" y="989370"/>
                  </a:lnTo>
                  <a:close/>
                  <a:moveTo>
                    <a:pt x="141073" y="72459"/>
                  </a:moveTo>
                  <a:lnTo>
                    <a:pt x="163876" y="81010"/>
                  </a:lnTo>
                  <a:lnTo>
                    <a:pt x="138484" y="51784"/>
                  </a:lnTo>
                  <a:close/>
                  <a:moveTo>
                    <a:pt x="163876" y="81010"/>
                  </a:moveTo>
                  <a:lnTo>
                    <a:pt x="168883" y="40863"/>
                  </a:lnTo>
                  <a:lnTo>
                    <a:pt x="138484" y="51784"/>
                  </a:lnTo>
                  <a:close/>
                  <a:moveTo>
                    <a:pt x="160428" y="9252"/>
                  </a:moveTo>
                  <a:lnTo>
                    <a:pt x="182850" y="33740"/>
                  </a:lnTo>
                  <a:lnTo>
                    <a:pt x="153439" y="0"/>
                  </a:lnTo>
                  <a:close/>
                  <a:moveTo>
                    <a:pt x="946567" y="989370"/>
                  </a:moveTo>
                  <a:lnTo>
                    <a:pt x="952297" y="992126"/>
                  </a:lnTo>
                  <a:lnTo>
                    <a:pt x="956358" y="991879"/>
                  </a:lnTo>
                  <a:close/>
                  <a:moveTo>
                    <a:pt x="993697" y="1006906"/>
                  </a:moveTo>
                  <a:lnTo>
                    <a:pt x="956358" y="991879"/>
                  </a:lnTo>
                  <a:lnTo>
                    <a:pt x="952297" y="992126"/>
                  </a:lnTo>
                  <a:close/>
                  <a:moveTo>
                    <a:pt x="946567" y="989370"/>
                  </a:moveTo>
                  <a:lnTo>
                    <a:pt x="956358" y="991879"/>
                  </a:lnTo>
                  <a:lnTo>
                    <a:pt x="961388" y="984735"/>
                  </a:lnTo>
                  <a:close/>
                  <a:moveTo>
                    <a:pt x="993697" y="1006906"/>
                  </a:moveTo>
                  <a:lnTo>
                    <a:pt x="1016315" y="1011916"/>
                  </a:lnTo>
                  <a:lnTo>
                    <a:pt x="956358" y="991879"/>
                  </a:lnTo>
                  <a:close/>
                  <a:moveTo>
                    <a:pt x="876207" y="865568"/>
                  </a:moveTo>
                  <a:lnTo>
                    <a:pt x="871994" y="861922"/>
                  </a:lnTo>
                  <a:lnTo>
                    <a:pt x="857504" y="871435"/>
                  </a:lnTo>
                  <a:close/>
                  <a:moveTo>
                    <a:pt x="885067" y="861922"/>
                  </a:moveTo>
                  <a:lnTo>
                    <a:pt x="876207" y="865568"/>
                  </a:lnTo>
                  <a:lnTo>
                    <a:pt x="878907" y="842350"/>
                  </a:lnTo>
                  <a:close/>
                  <a:moveTo>
                    <a:pt x="882351" y="825167"/>
                  </a:moveTo>
                  <a:lnTo>
                    <a:pt x="885067" y="861922"/>
                  </a:lnTo>
                  <a:lnTo>
                    <a:pt x="878907" y="842350"/>
                  </a:lnTo>
                  <a:close/>
                  <a:moveTo>
                    <a:pt x="756209" y="645652"/>
                  </a:moveTo>
                  <a:lnTo>
                    <a:pt x="718684" y="688631"/>
                  </a:lnTo>
                  <a:lnTo>
                    <a:pt x="701848" y="663191"/>
                  </a:lnTo>
                  <a:close/>
                  <a:moveTo>
                    <a:pt x="282040" y="173362"/>
                  </a:moveTo>
                  <a:lnTo>
                    <a:pt x="288062" y="213213"/>
                  </a:lnTo>
                  <a:lnTo>
                    <a:pt x="312141" y="202753"/>
                  </a:lnTo>
                  <a:close/>
                  <a:moveTo>
                    <a:pt x="296908" y="143615"/>
                  </a:moveTo>
                  <a:lnTo>
                    <a:pt x="322176" y="167820"/>
                  </a:lnTo>
                  <a:lnTo>
                    <a:pt x="291238" y="152969"/>
                  </a:lnTo>
                  <a:close/>
                  <a:moveTo>
                    <a:pt x="1032153" y="999040"/>
                  </a:moveTo>
                  <a:lnTo>
                    <a:pt x="1036635" y="1040143"/>
                  </a:lnTo>
                  <a:lnTo>
                    <a:pt x="1053304" y="1008932"/>
                  </a:lnTo>
                  <a:close/>
                  <a:moveTo>
                    <a:pt x="867176" y="715180"/>
                  </a:moveTo>
                  <a:lnTo>
                    <a:pt x="896175" y="742181"/>
                  </a:lnTo>
                  <a:lnTo>
                    <a:pt x="903432" y="726159"/>
                  </a:lnTo>
                  <a:close/>
                  <a:moveTo>
                    <a:pt x="854119" y="714902"/>
                  </a:moveTo>
                  <a:lnTo>
                    <a:pt x="896175" y="742181"/>
                  </a:lnTo>
                  <a:lnTo>
                    <a:pt x="867176" y="715180"/>
                  </a:lnTo>
                  <a:close/>
                  <a:moveTo>
                    <a:pt x="756209" y="645652"/>
                  </a:moveTo>
                  <a:lnTo>
                    <a:pt x="760127" y="637280"/>
                  </a:lnTo>
                  <a:lnTo>
                    <a:pt x="745312" y="678147"/>
                  </a:lnTo>
                  <a:close/>
                  <a:moveTo>
                    <a:pt x="401466" y="200332"/>
                  </a:moveTo>
                  <a:lnTo>
                    <a:pt x="389014" y="185317"/>
                  </a:lnTo>
                  <a:lnTo>
                    <a:pt x="408782" y="219904"/>
                  </a:lnTo>
                  <a:close/>
                  <a:moveTo>
                    <a:pt x="376444" y="150789"/>
                  </a:moveTo>
                  <a:lnTo>
                    <a:pt x="388443" y="142671"/>
                  </a:lnTo>
                  <a:lnTo>
                    <a:pt x="388256" y="109639"/>
                  </a:lnTo>
                  <a:close/>
                  <a:moveTo>
                    <a:pt x="404363" y="155180"/>
                  </a:moveTo>
                  <a:lnTo>
                    <a:pt x="388443" y="142671"/>
                  </a:lnTo>
                  <a:lnTo>
                    <a:pt x="376444" y="150789"/>
                  </a:lnTo>
                  <a:close/>
                  <a:moveTo>
                    <a:pt x="385839" y="98404"/>
                  </a:moveTo>
                  <a:lnTo>
                    <a:pt x="388256" y="109639"/>
                  </a:lnTo>
                  <a:lnTo>
                    <a:pt x="364258" y="80615"/>
                  </a:lnTo>
                  <a:close/>
                  <a:moveTo>
                    <a:pt x="685583" y="342124"/>
                  </a:moveTo>
                  <a:lnTo>
                    <a:pt x="704775" y="341962"/>
                  </a:lnTo>
                  <a:lnTo>
                    <a:pt x="692643" y="332557"/>
                  </a:lnTo>
                  <a:close/>
                  <a:moveTo>
                    <a:pt x="964229" y="579702"/>
                  </a:moveTo>
                  <a:lnTo>
                    <a:pt x="977852" y="626597"/>
                  </a:lnTo>
                  <a:lnTo>
                    <a:pt x="975948" y="589842"/>
                  </a:lnTo>
                  <a:close/>
                  <a:moveTo>
                    <a:pt x="964229" y="579702"/>
                  </a:moveTo>
                  <a:lnTo>
                    <a:pt x="978820" y="612586"/>
                  </a:lnTo>
                  <a:lnTo>
                    <a:pt x="977852" y="6265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41" name="Input_density__80">
              <a:extLst>
                <a:ext uri="{FF2B5EF4-FFF2-40B4-BE49-F238E27FC236}">
                  <a16:creationId xmlns:a16="http://schemas.microsoft.com/office/drawing/2014/main" id="{ED08EBFC-29EA-F34B-ABF5-807E422D404E}"/>
                </a:ext>
              </a:extLst>
            </p:cNvPr>
            <p:cNvSpPr>
              <a:spLocks noGrp="1"/>
            </p:cNvSpPr>
            <p:nvPr/>
          </p:nvSpPr>
          <p:spPr>
            <a:xfrm>
              <a:off x="1029788" y="1866268"/>
              <a:ext cx="939901" cy="1405855"/>
            </a:xfrm>
            <a:custGeom>
              <a:avLst/>
              <a:gdLst/>
              <a:ahLst/>
              <a:cxnLst/>
              <a:rect l="0" t="0" r="0" b="0"/>
              <a:pathLst>
                <a:path w="939901" h="1405855">
                  <a:moveTo>
                    <a:pt x="107688" y="1281578"/>
                  </a:moveTo>
                  <a:lnTo>
                    <a:pt x="105175" y="1280676"/>
                  </a:lnTo>
                  <a:lnTo>
                    <a:pt x="122618" y="1309028"/>
                  </a:lnTo>
                  <a:close/>
                  <a:moveTo>
                    <a:pt x="147489" y="1305809"/>
                  </a:moveTo>
                  <a:lnTo>
                    <a:pt x="107688" y="1281578"/>
                  </a:lnTo>
                  <a:lnTo>
                    <a:pt x="122618" y="1309028"/>
                  </a:lnTo>
                  <a:close/>
                  <a:moveTo>
                    <a:pt x="103645" y="1279159"/>
                  </a:moveTo>
                  <a:lnTo>
                    <a:pt x="68914" y="1242404"/>
                  </a:lnTo>
                  <a:lnTo>
                    <a:pt x="81764" y="1254961"/>
                  </a:lnTo>
                  <a:close/>
                  <a:moveTo>
                    <a:pt x="45346" y="1212734"/>
                  </a:moveTo>
                  <a:lnTo>
                    <a:pt x="68914" y="1242404"/>
                  </a:lnTo>
                  <a:lnTo>
                    <a:pt x="61350" y="1232903"/>
                  </a:lnTo>
                  <a:close/>
                  <a:moveTo>
                    <a:pt x="165346" y="1315914"/>
                  </a:moveTo>
                  <a:lnTo>
                    <a:pt x="202986" y="1292519"/>
                  </a:lnTo>
                  <a:lnTo>
                    <a:pt x="152197" y="1269536"/>
                  </a:lnTo>
                  <a:close/>
                  <a:moveTo>
                    <a:pt x="165346" y="1315914"/>
                  </a:moveTo>
                  <a:lnTo>
                    <a:pt x="152197" y="1269536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07688" y="1281578"/>
                  </a:lnTo>
                  <a:lnTo>
                    <a:pt x="147489" y="1305809"/>
                  </a:lnTo>
                  <a:close/>
                  <a:moveTo>
                    <a:pt x="152197" y="1269536"/>
                  </a:moveTo>
                  <a:lnTo>
                    <a:pt x="116637" y="1271358"/>
                  </a:lnTo>
                  <a:lnTo>
                    <a:pt x="107688" y="1281578"/>
                  </a:lnTo>
                  <a:close/>
                  <a:moveTo>
                    <a:pt x="152197" y="1269536"/>
                  </a:moveTo>
                  <a:lnTo>
                    <a:pt x="185967" y="1269170"/>
                  </a:lnTo>
                  <a:lnTo>
                    <a:pt x="148560" y="1227746"/>
                  </a:lnTo>
                  <a:close/>
                  <a:moveTo>
                    <a:pt x="61350" y="1232903"/>
                  </a:moveTo>
                  <a:lnTo>
                    <a:pt x="68914" y="1242404"/>
                  </a:lnTo>
                  <a:lnTo>
                    <a:pt x="80706" y="1228733"/>
                  </a:lnTo>
                  <a:close/>
                  <a:moveTo>
                    <a:pt x="61350" y="1232903"/>
                  </a:moveTo>
                  <a:lnTo>
                    <a:pt x="80706" y="1228733"/>
                  </a:lnTo>
                  <a:lnTo>
                    <a:pt x="40748" y="1205649"/>
                  </a:lnTo>
                  <a:close/>
                  <a:moveTo>
                    <a:pt x="40454" y="1154775"/>
                  </a:moveTo>
                  <a:lnTo>
                    <a:pt x="46391" y="1122390"/>
                  </a:lnTo>
                  <a:lnTo>
                    <a:pt x="6252" y="1132139"/>
                  </a:lnTo>
                  <a:close/>
                  <a:moveTo>
                    <a:pt x="46391" y="1122390"/>
                  </a:moveTo>
                  <a:lnTo>
                    <a:pt x="0" y="1128102"/>
                  </a:lnTo>
                  <a:lnTo>
                    <a:pt x="6252" y="1132139"/>
                  </a:lnTo>
                  <a:close/>
                  <a:moveTo>
                    <a:pt x="8993" y="1080958"/>
                  </a:moveTo>
                  <a:lnTo>
                    <a:pt x="0" y="1128102"/>
                  </a:lnTo>
                  <a:lnTo>
                    <a:pt x="46391" y="1122390"/>
                  </a:lnTo>
                  <a:close/>
                  <a:moveTo>
                    <a:pt x="14368" y="1041445"/>
                  </a:moveTo>
                  <a:lnTo>
                    <a:pt x="7895" y="1061413"/>
                  </a:lnTo>
                  <a:lnTo>
                    <a:pt x="31182" y="1045261"/>
                  </a:lnTo>
                  <a:close/>
                  <a:moveTo>
                    <a:pt x="31182" y="1045261"/>
                  </a:moveTo>
                  <a:lnTo>
                    <a:pt x="7895" y="1061413"/>
                  </a:lnTo>
                  <a:lnTo>
                    <a:pt x="8993" y="1080958"/>
                  </a:lnTo>
                  <a:close/>
                  <a:moveTo>
                    <a:pt x="367033" y="1391812"/>
                  </a:moveTo>
                  <a:lnTo>
                    <a:pt x="352785" y="1382654"/>
                  </a:lnTo>
                  <a:lnTo>
                    <a:pt x="333258" y="1405855"/>
                  </a:lnTo>
                  <a:close/>
                  <a:moveTo>
                    <a:pt x="294549" y="1385704"/>
                  </a:moveTo>
                  <a:lnTo>
                    <a:pt x="333258" y="1405855"/>
                  </a:lnTo>
                  <a:lnTo>
                    <a:pt x="352785" y="1382654"/>
                  </a:lnTo>
                  <a:close/>
                  <a:moveTo>
                    <a:pt x="314394" y="1363692"/>
                  </a:moveTo>
                  <a:lnTo>
                    <a:pt x="294549" y="1385704"/>
                  </a:lnTo>
                  <a:lnTo>
                    <a:pt x="352785" y="1382654"/>
                  </a:lnTo>
                  <a:close/>
                  <a:moveTo>
                    <a:pt x="7527" y="1004690"/>
                  </a:moveTo>
                  <a:lnTo>
                    <a:pt x="6265" y="993682"/>
                  </a:lnTo>
                  <a:lnTo>
                    <a:pt x="33041" y="1024262"/>
                  </a:lnTo>
                  <a:close/>
                  <a:moveTo>
                    <a:pt x="14368" y="1041445"/>
                  </a:moveTo>
                  <a:lnTo>
                    <a:pt x="7527" y="1004690"/>
                  </a:lnTo>
                  <a:lnTo>
                    <a:pt x="33041" y="1024262"/>
                  </a:lnTo>
                  <a:close/>
                  <a:moveTo>
                    <a:pt x="286411" y="1304094"/>
                  </a:moveTo>
                  <a:lnTo>
                    <a:pt x="296830" y="1298025"/>
                  </a:lnTo>
                  <a:lnTo>
                    <a:pt x="260547" y="1286943"/>
                  </a:lnTo>
                  <a:close/>
                  <a:moveTo>
                    <a:pt x="390921" y="1374628"/>
                  </a:moveTo>
                  <a:lnTo>
                    <a:pt x="411029" y="1379636"/>
                  </a:lnTo>
                  <a:lnTo>
                    <a:pt x="420210" y="1366076"/>
                  </a:lnTo>
                  <a:close/>
                  <a:moveTo>
                    <a:pt x="402578" y="1335664"/>
                  </a:moveTo>
                  <a:lnTo>
                    <a:pt x="420210" y="1366076"/>
                  </a:lnTo>
                  <a:lnTo>
                    <a:pt x="433729" y="1337426"/>
                  </a:lnTo>
                  <a:close/>
                  <a:moveTo>
                    <a:pt x="402578" y="1335664"/>
                  </a:moveTo>
                  <a:lnTo>
                    <a:pt x="433729" y="1337426"/>
                  </a:lnTo>
                  <a:lnTo>
                    <a:pt x="433007" y="1337231"/>
                  </a:lnTo>
                  <a:close/>
                  <a:moveTo>
                    <a:pt x="183835" y="1056870"/>
                  </a:moveTo>
                  <a:lnTo>
                    <a:pt x="170864" y="1080589"/>
                  </a:lnTo>
                  <a:lnTo>
                    <a:pt x="204395" y="1030453"/>
                  </a:lnTo>
                  <a:close/>
                  <a:moveTo>
                    <a:pt x="204395" y="1030453"/>
                  </a:moveTo>
                  <a:lnTo>
                    <a:pt x="170864" y="1080589"/>
                  </a:lnTo>
                  <a:lnTo>
                    <a:pt x="208850" y="1071579"/>
                  </a:lnTo>
                  <a:close/>
                  <a:moveTo>
                    <a:pt x="204395" y="1030453"/>
                  </a:moveTo>
                  <a:lnTo>
                    <a:pt x="196671" y="1026650"/>
                  </a:lnTo>
                  <a:lnTo>
                    <a:pt x="183835" y="1056870"/>
                  </a:lnTo>
                  <a:close/>
                  <a:moveTo>
                    <a:pt x="243245" y="1029839"/>
                  </a:moveTo>
                  <a:lnTo>
                    <a:pt x="236606" y="1026650"/>
                  </a:lnTo>
                  <a:lnTo>
                    <a:pt x="239485" y="1073761"/>
                  </a:lnTo>
                  <a:close/>
                  <a:moveTo>
                    <a:pt x="239485" y="1073761"/>
                  </a:moveTo>
                  <a:lnTo>
                    <a:pt x="236606" y="1026650"/>
                  </a:lnTo>
                  <a:lnTo>
                    <a:pt x="204395" y="1030453"/>
                  </a:lnTo>
                  <a:close/>
                  <a:moveTo>
                    <a:pt x="239485" y="1073761"/>
                  </a:moveTo>
                  <a:lnTo>
                    <a:pt x="204395" y="1030453"/>
                  </a:lnTo>
                  <a:lnTo>
                    <a:pt x="208850" y="1071579"/>
                  </a:lnTo>
                  <a:close/>
                  <a:moveTo>
                    <a:pt x="236606" y="1026650"/>
                  </a:moveTo>
                  <a:lnTo>
                    <a:pt x="207366" y="989895"/>
                  </a:lnTo>
                  <a:lnTo>
                    <a:pt x="204395" y="1030453"/>
                  </a:lnTo>
                  <a:close/>
                  <a:moveTo>
                    <a:pt x="103234" y="969024"/>
                  </a:moveTo>
                  <a:lnTo>
                    <a:pt x="133402" y="926839"/>
                  </a:lnTo>
                  <a:lnTo>
                    <a:pt x="101443" y="969603"/>
                  </a:lnTo>
                  <a:close/>
                  <a:moveTo>
                    <a:pt x="195439" y="989895"/>
                  </a:moveTo>
                  <a:lnTo>
                    <a:pt x="184884" y="1019227"/>
                  </a:lnTo>
                  <a:lnTo>
                    <a:pt x="196671" y="1026650"/>
                  </a:lnTo>
                  <a:close/>
                  <a:moveTo>
                    <a:pt x="236606" y="1026650"/>
                  </a:moveTo>
                  <a:lnTo>
                    <a:pt x="244820" y="1024676"/>
                  </a:lnTo>
                  <a:lnTo>
                    <a:pt x="207366" y="989895"/>
                  </a:lnTo>
                  <a:close/>
                  <a:moveTo>
                    <a:pt x="244820" y="1024676"/>
                  </a:moveTo>
                  <a:lnTo>
                    <a:pt x="251671" y="1026650"/>
                  </a:lnTo>
                  <a:lnTo>
                    <a:pt x="260569" y="998401"/>
                  </a:lnTo>
                  <a:close/>
                  <a:moveTo>
                    <a:pt x="516152" y="1229997"/>
                  </a:moveTo>
                  <a:lnTo>
                    <a:pt x="529105" y="1254957"/>
                  </a:lnTo>
                  <a:lnTo>
                    <a:pt x="536025" y="1249568"/>
                  </a:lnTo>
                  <a:close/>
                  <a:moveTo>
                    <a:pt x="366477" y="938345"/>
                  </a:moveTo>
                  <a:lnTo>
                    <a:pt x="390402" y="987586"/>
                  </a:lnTo>
                  <a:lnTo>
                    <a:pt x="404334" y="969772"/>
                  </a:lnTo>
                  <a:close/>
                  <a:moveTo>
                    <a:pt x="381890" y="992284"/>
                  </a:moveTo>
                  <a:lnTo>
                    <a:pt x="390402" y="987586"/>
                  </a:lnTo>
                  <a:lnTo>
                    <a:pt x="366477" y="938345"/>
                  </a:lnTo>
                  <a:close/>
                  <a:moveTo>
                    <a:pt x="342624" y="955529"/>
                  </a:moveTo>
                  <a:lnTo>
                    <a:pt x="381890" y="992284"/>
                  </a:lnTo>
                  <a:lnTo>
                    <a:pt x="366477" y="938345"/>
                  </a:lnTo>
                  <a:close/>
                  <a:moveTo>
                    <a:pt x="425821" y="941132"/>
                  </a:moveTo>
                  <a:lnTo>
                    <a:pt x="404334" y="969772"/>
                  </a:lnTo>
                  <a:lnTo>
                    <a:pt x="390402" y="987586"/>
                  </a:lnTo>
                  <a:close/>
                  <a:moveTo>
                    <a:pt x="390402" y="987586"/>
                  </a:moveTo>
                  <a:lnTo>
                    <a:pt x="415402" y="975100"/>
                  </a:lnTo>
                  <a:lnTo>
                    <a:pt x="425821" y="941132"/>
                  </a:lnTo>
                  <a:close/>
                  <a:moveTo>
                    <a:pt x="342624" y="955529"/>
                  </a:moveTo>
                  <a:lnTo>
                    <a:pt x="366477" y="938345"/>
                  </a:lnTo>
                  <a:lnTo>
                    <a:pt x="341068" y="954016"/>
                  </a:lnTo>
                  <a:close/>
                  <a:moveTo>
                    <a:pt x="366477" y="938345"/>
                  </a:moveTo>
                  <a:lnTo>
                    <a:pt x="361133" y="932826"/>
                  </a:lnTo>
                  <a:lnTo>
                    <a:pt x="341068" y="954016"/>
                  </a:lnTo>
                  <a:close/>
                  <a:moveTo>
                    <a:pt x="361133" y="932826"/>
                  </a:moveTo>
                  <a:lnTo>
                    <a:pt x="299096" y="918774"/>
                  </a:lnTo>
                  <a:lnTo>
                    <a:pt x="341068" y="954016"/>
                  </a:lnTo>
                  <a:close/>
                  <a:moveTo>
                    <a:pt x="296836" y="913214"/>
                  </a:moveTo>
                  <a:lnTo>
                    <a:pt x="299096" y="918774"/>
                  </a:lnTo>
                  <a:lnTo>
                    <a:pt x="299002" y="918221"/>
                  </a:lnTo>
                  <a:close/>
                  <a:moveTo>
                    <a:pt x="278726" y="882018"/>
                  </a:moveTo>
                  <a:lnTo>
                    <a:pt x="296836" y="913214"/>
                  </a:lnTo>
                  <a:lnTo>
                    <a:pt x="272616" y="867837"/>
                  </a:lnTo>
                  <a:close/>
                  <a:moveTo>
                    <a:pt x="272616" y="867837"/>
                  </a:moveTo>
                  <a:lnTo>
                    <a:pt x="296836" y="913214"/>
                  </a:lnTo>
                  <a:lnTo>
                    <a:pt x="299002" y="918221"/>
                  </a:lnTo>
                  <a:close/>
                  <a:moveTo>
                    <a:pt x="272616" y="867837"/>
                  </a:moveTo>
                  <a:lnTo>
                    <a:pt x="299002" y="918221"/>
                  </a:lnTo>
                  <a:lnTo>
                    <a:pt x="272071" y="913027"/>
                  </a:lnTo>
                  <a:close/>
                  <a:moveTo>
                    <a:pt x="278726" y="882018"/>
                  </a:moveTo>
                  <a:lnTo>
                    <a:pt x="272616" y="867837"/>
                  </a:lnTo>
                  <a:lnTo>
                    <a:pt x="250574" y="841010"/>
                  </a:lnTo>
                  <a:close/>
                  <a:moveTo>
                    <a:pt x="58419" y="624734"/>
                  </a:moveTo>
                  <a:lnTo>
                    <a:pt x="98749" y="574700"/>
                  </a:lnTo>
                  <a:lnTo>
                    <a:pt x="53973" y="579261"/>
                  </a:lnTo>
                  <a:close/>
                  <a:moveTo>
                    <a:pt x="53973" y="579261"/>
                  </a:moveTo>
                  <a:lnTo>
                    <a:pt x="98749" y="574700"/>
                  </a:lnTo>
                  <a:lnTo>
                    <a:pt x="89102" y="577789"/>
                  </a:lnTo>
                  <a:close/>
                  <a:moveTo>
                    <a:pt x="272569" y="864835"/>
                  </a:moveTo>
                  <a:lnTo>
                    <a:pt x="250574" y="841010"/>
                  </a:lnTo>
                  <a:lnTo>
                    <a:pt x="272616" y="867837"/>
                  </a:lnTo>
                  <a:close/>
                  <a:moveTo>
                    <a:pt x="570048" y="1158875"/>
                  </a:moveTo>
                  <a:lnTo>
                    <a:pt x="596170" y="1188708"/>
                  </a:lnTo>
                  <a:lnTo>
                    <a:pt x="615556" y="1178447"/>
                  </a:lnTo>
                  <a:close/>
                  <a:moveTo>
                    <a:pt x="556441" y="1068182"/>
                  </a:moveTo>
                  <a:lnTo>
                    <a:pt x="581944" y="1039311"/>
                  </a:lnTo>
                  <a:lnTo>
                    <a:pt x="541578" y="1085365"/>
                  </a:lnTo>
                  <a:close/>
                  <a:moveTo>
                    <a:pt x="421032" y="935995"/>
                  </a:moveTo>
                  <a:lnTo>
                    <a:pt x="424355" y="938345"/>
                  </a:lnTo>
                  <a:lnTo>
                    <a:pt x="424837" y="921162"/>
                  </a:lnTo>
                  <a:close/>
                  <a:moveTo>
                    <a:pt x="404334" y="969772"/>
                  </a:moveTo>
                  <a:lnTo>
                    <a:pt x="424355" y="938345"/>
                  </a:lnTo>
                  <a:lnTo>
                    <a:pt x="421032" y="935995"/>
                  </a:lnTo>
                  <a:close/>
                  <a:moveTo>
                    <a:pt x="432124" y="949098"/>
                  </a:moveTo>
                  <a:lnTo>
                    <a:pt x="415402" y="975100"/>
                  </a:lnTo>
                  <a:lnTo>
                    <a:pt x="446716" y="968891"/>
                  </a:lnTo>
                  <a:close/>
                  <a:moveTo>
                    <a:pt x="402984" y="921162"/>
                  </a:moveTo>
                  <a:lnTo>
                    <a:pt x="404334" y="969772"/>
                  </a:lnTo>
                  <a:lnTo>
                    <a:pt x="421032" y="935995"/>
                  </a:lnTo>
                  <a:close/>
                  <a:moveTo>
                    <a:pt x="366477" y="938345"/>
                  </a:moveTo>
                  <a:lnTo>
                    <a:pt x="414422" y="911281"/>
                  </a:lnTo>
                  <a:lnTo>
                    <a:pt x="369754" y="887789"/>
                  </a:lnTo>
                  <a:close/>
                  <a:moveTo>
                    <a:pt x="369754" y="887789"/>
                  </a:moveTo>
                  <a:lnTo>
                    <a:pt x="414422" y="911281"/>
                  </a:lnTo>
                  <a:lnTo>
                    <a:pt x="394783" y="894530"/>
                  </a:lnTo>
                  <a:close/>
                  <a:moveTo>
                    <a:pt x="366477" y="938345"/>
                  </a:moveTo>
                  <a:lnTo>
                    <a:pt x="369754" y="887789"/>
                  </a:lnTo>
                  <a:lnTo>
                    <a:pt x="361133" y="932826"/>
                  </a:lnTo>
                  <a:close/>
                  <a:moveTo>
                    <a:pt x="424837" y="921162"/>
                  </a:moveTo>
                  <a:lnTo>
                    <a:pt x="394783" y="894530"/>
                  </a:lnTo>
                  <a:lnTo>
                    <a:pt x="414422" y="911281"/>
                  </a:lnTo>
                  <a:close/>
                  <a:moveTo>
                    <a:pt x="376284" y="820075"/>
                  </a:moveTo>
                  <a:lnTo>
                    <a:pt x="390863" y="823198"/>
                  </a:lnTo>
                  <a:lnTo>
                    <a:pt x="365638" y="810897"/>
                  </a:lnTo>
                  <a:close/>
                  <a:moveTo>
                    <a:pt x="359324" y="829853"/>
                  </a:moveTo>
                  <a:lnTo>
                    <a:pt x="370644" y="847652"/>
                  </a:lnTo>
                  <a:lnTo>
                    <a:pt x="350805" y="828080"/>
                  </a:lnTo>
                  <a:close/>
                  <a:moveTo>
                    <a:pt x="166554" y="607426"/>
                  </a:moveTo>
                  <a:lnTo>
                    <a:pt x="172155" y="607550"/>
                  </a:lnTo>
                  <a:lnTo>
                    <a:pt x="157179" y="594280"/>
                  </a:lnTo>
                  <a:close/>
                  <a:moveTo>
                    <a:pt x="166554" y="607426"/>
                  </a:moveTo>
                  <a:lnTo>
                    <a:pt x="182811" y="590367"/>
                  </a:lnTo>
                  <a:lnTo>
                    <a:pt x="179821" y="602960"/>
                  </a:lnTo>
                  <a:close/>
                  <a:moveTo>
                    <a:pt x="61447" y="559807"/>
                  </a:moveTo>
                  <a:lnTo>
                    <a:pt x="95914" y="564100"/>
                  </a:lnTo>
                  <a:lnTo>
                    <a:pt x="116234" y="543863"/>
                  </a:lnTo>
                  <a:close/>
                  <a:moveTo>
                    <a:pt x="116234" y="543863"/>
                  </a:moveTo>
                  <a:lnTo>
                    <a:pt x="95914" y="564100"/>
                  </a:lnTo>
                  <a:lnTo>
                    <a:pt x="149766" y="544656"/>
                  </a:lnTo>
                  <a:close/>
                  <a:moveTo>
                    <a:pt x="549974" y="983868"/>
                  </a:moveTo>
                  <a:lnTo>
                    <a:pt x="513796" y="1031427"/>
                  </a:lnTo>
                  <a:lnTo>
                    <a:pt x="514059" y="1030725"/>
                  </a:lnTo>
                  <a:close/>
                  <a:moveTo>
                    <a:pt x="329855" y="803644"/>
                  </a:moveTo>
                  <a:lnTo>
                    <a:pt x="359324" y="829853"/>
                  </a:lnTo>
                  <a:lnTo>
                    <a:pt x="338404" y="810897"/>
                  </a:lnTo>
                  <a:close/>
                  <a:moveTo>
                    <a:pt x="370216" y="842667"/>
                  </a:moveTo>
                  <a:lnTo>
                    <a:pt x="368344" y="863579"/>
                  </a:lnTo>
                  <a:lnTo>
                    <a:pt x="370644" y="847652"/>
                  </a:lnTo>
                  <a:close/>
                  <a:moveTo>
                    <a:pt x="370644" y="847652"/>
                  </a:moveTo>
                  <a:lnTo>
                    <a:pt x="359324" y="829853"/>
                  </a:lnTo>
                  <a:lnTo>
                    <a:pt x="370216" y="842667"/>
                  </a:lnTo>
                  <a:close/>
                  <a:moveTo>
                    <a:pt x="320763" y="774142"/>
                  </a:moveTo>
                  <a:lnTo>
                    <a:pt x="332079" y="757089"/>
                  </a:lnTo>
                  <a:lnTo>
                    <a:pt x="338404" y="810897"/>
                  </a:lnTo>
                  <a:close/>
                  <a:moveTo>
                    <a:pt x="383929" y="793713"/>
                  </a:moveTo>
                  <a:lnTo>
                    <a:pt x="354722" y="765769"/>
                  </a:lnTo>
                  <a:lnTo>
                    <a:pt x="365565" y="774142"/>
                  </a:lnTo>
                  <a:close/>
                  <a:moveTo>
                    <a:pt x="460696" y="778538"/>
                  </a:moveTo>
                  <a:lnTo>
                    <a:pt x="419929" y="784592"/>
                  </a:lnTo>
                  <a:lnTo>
                    <a:pt x="417656" y="827163"/>
                  </a:lnTo>
                  <a:close/>
                  <a:moveTo>
                    <a:pt x="791359" y="1057308"/>
                  </a:moveTo>
                  <a:lnTo>
                    <a:pt x="757137" y="1031977"/>
                  </a:lnTo>
                  <a:lnTo>
                    <a:pt x="791132" y="1053387"/>
                  </a:lnTo>
                  <a:close/>
                  <a:moveTo>
                    <a:pt x="748788" y="1000759"/>
                  </a:moveTo>
                  <a:lnTo>
                    <a:pt x="729613" y="990925"/>
                  </a:lnTo>
                  <a:lnTo>
                    <a:pt x="783711" y="1016632"/>
                  </a:lnTo>
                  <a:close/>
                  <a:moveTo>
                    <a:pt x="726426" y="979877"/>
                  </a:moveTo>
                  <a:lnTo>
                    <a:pt x="729613" y="990925"/>
                  </a:lnTo>
                  <a:lnTo>
                    <a:pt x="748788" y="1000759"/>
                  </a:lnTo>
                  <a:close/>
                  <a:moveTo>
                    <a:pt x="609698" y="872907"/>
                  </a:moveTo>
                  <a:lnTo>
                    <a:pt x="650087" y="906367"/>
                  </a:lnTo>
                  <a:lnTo>
                    <a:pt x="615141" y="874805"/>
                  </a:lnTo>
                  <a:close/>
                  <a:moveTo>
                    <a:pt x="647893" y="913691"/>
                  </a:moveTo>
                  <a:lnTo>
                    <a:pt x="650087" y="906367"/>
                  </a:lnTo>
                  <a:lnTo>
                    <a:pt x="609698" y="872907"/>
                  </a:lnTo>
                  <a:close/>
                  <a:moveTo>
                    <a:pt x="605609" y="869612"/>
                  </a:moveTo>
                  <a:lnTo>
                    <a:pt x="577028" y="832857"/>
                  </a:lnTo>
                  <a:lnTo>
                    <a:pt x="588180" y="845654"/>
                  </a:lnTo>
                  <a:close/>
                  <a:moveTo>
                    <a:pt x="776509" y="1042294"/>
                  </a:moveTo>
                  <a:lnTo>
                    <a:pt x="812364" y="1084979"/>
                  </a:lnTo>
                  <a:lnTo>
                    <a:pt x="791132" y="1053387"/>
                  </a:lnTo>
                  <a:close/>
                  <a:moveTo>
                    <a:pt x="791132" y="1053387"/>
                  </a:moveTo>
                  <a:lnTo>
                    <a:pt x="812364" y="1084979"/>
                  </a:lnTo>
                  <a:lnTo>
                    <a:pt x="800043" y="1067819"/>
                  </a:lnTo>
                  <a:close/>
                  <a:moveTo>
                    <a:pt x="793800" y="1010577"/>
                  </a:moveTo>
                  <a:lnTo>
                    <a:pt x="748788" y="1000759"/>
                  </a:lnTo>
                  <a:lnTo>
                    <a:pt x="783711" y="1016632"/>
                  </a:lnTo>
                  <a:close/>
                  <a:moveTo>
                    <a:pt x="774370" y="925938"/>
                  </a:moveTo>
                  <a:lnTo>
                    <a:pt x="764312" y="962594"/>
                  </a:lnTo>
                  <a:lnTo>
                    <a:pt x="782705" y="930103"/>
                  </a:lnTo>
                  <a:close/>
                  <a:moveTo>
                    <a:pt x="650087" y="906367"/>
                  </a:moveTo>
                  <a:lnTo>
                    <a:pt x="667851" y="897466"/>
                  </a:lnTo>
                  <a:lnTo>
                    <a:pt x="615141" y="874805"/>
                  </a:lnTo>
                  <a:close/>
                  <a:moveTo>
                    <a:pt x="759688" y="921727"/>
                  </a:moveTo>
                  <a:lnTo>
                    <a:pt x="747565" y="899980"/>
                  </a:lnTo>
                  <a:lnTo>
                    <a:pt x="735845" y="889183"/>
                  </a:lnTo>
                  <a:close/>
                  <a:moveTo>
                    <a:pt x="731188" y="873062"/>
                  </a:moveTo>
                  <a:lnTo>
                    <a:pt x="759688" y="921727"/>
                  </a:lnTo>
                  <a:lnTo>
                    <a:pt x="735845" y="889183"/>
                  </a:lnTo>
                  <a:close/>
                  <a:moveTo>
                    <a:pt x="806230" y="898534"/>
                  </a:moveTo>
                  <a:lnTo>
                    <a:pt x="833164" y="908755"/>
                  </a:lnTo>
                  <a:lnTo>
                    <a:pt x="826759" y="879079"/>
                  </a:lnTo>
                  <a:close/>
                  <a:moveTo>
                    <a:pt x="826759" y="879079"/>
                  </a:moveTo>
                  <a:lnTo>
                    <a:pt x="833164" y="908755"/>
                  </a:lnTo>
                  <a:lnTo>
                    <a:pt x="852202" y="855944"/>
                  </a:lnTo>
                  <a:close/>
                  <a:moveTo>
                    <a:pt x="852202" y="855944"/>
                  </a:moveTo>
                  <a:lnTo>
                    <a:pt x="833164" y="908755"/>
                  </a:lnTo>
                  <a:lnTo>
                    <a:pt x="847985" y="904120"/>
                  </a:lnTo>
                  <a:close/>
                  <a:moveTo>
                    <a:pt x="852202" y="855944"/>
                  </a:moveTo>
                  <a:lnTo>
                    <a:pt x="850241" y="854817"/>
                  </a:lnTo>
                  <a:lnTo>
                    <a:pt x="826759" y="879079"/>
                  </a:lnTo>
                  <a:close/>
                  <a:moveTo>
                    <a:pt x="882423" y="891572"/>
                  </a:moveTo>
                  <a:lnTo>
                    <a:pt x="902911" y="931301"/>
                  </a:lnTo>
                  <a:lnTo>
                    <a:pt x="897392" y="928327"/>
                  </a:lnTo>
                  <a:close/>
                  <a:moveTo>
                    <a:pt x="842955" y="911264"/>
                  </a:moveTo>
                  <a:lnTo>
                    <a:pt x="902911" y="931301"/>
                  </a:lnTo>
                  <a:lnTo>
                    <a:pt x="882423" y="891572"/>
                  </a:lnTo>
                  <a:close/>
                  <a:moveTo>
                    <a:pt x="882423" y="891572"/>
                  </a:moveTo>
                  <a:lnTo>
                    <a:pt x="847985" y="904120"/>
                  </a:lnTo>
                  <a:lnTo>
                    <a:pt x="842955" y="911264"/>
                  </a:lnTo>
                  <a:close/>
                  <a:moveTo>
                    <a:pt x="847985" y="904120"/>
                  </a:moveTo>
                  <a:lnTo>
                    <a:pt x="892512" y="875767"/>
                  </a:lnTo>
                  <a:lnTo>
                    <a:pt x="880706" y="859860"/>
                  </a:lnTo>
                  <a:close/>
                  <a:moveTo>
                    <a:pt x="847985" y="904120"/>
                  </a:moveTo>
                  <a:lnTo>
                    <a:pt x="880706" y="859860"/>
                  </a:lnTo>
                  <a:lnTo>
                    <a:pt x="852202" y="855944"/>
                  </a:lnTo>
                  <a:close/>
                  <a:moveTo>
                    <a:pt x="902911" y="931301"/>
                  </a:moveTo>
                  <a:lnTo>
                    <a:pt x="880293" y="926291"/>
                  </a:lnTo>
                  <a:lnTo>
                    <a:pt x="912581" y="891572"/>
                  </a:lnTo>
                  <a:close/>
                  <a:moveTo>
                    <a:pt x="852202" y="855944"/>
                  </a:moveTo>
                  <a:lnTo>
                    <a:pt x="823785" y="839593"/>
                  </a:lnTo>
                  <a:lnTo>
                    <a:pt x="850241" y="854817"/>
                  </a:lnTo>
                  <a:close/>
                  <a:moveTo>
                    <a:pt x="850241" y="854817"/>
                  </a:moveTo>
                  <a:lnTo>
                    <a:pt x="813840" y="835245"/>
                  </a:lnTo>
                  <a:lnTo>
                    <a:pt x="813996" y="818062"/>
                  </a:lnTo>
                  <a:close/>
                  <a:moveTo>
                    <a:pt x="782796" y="810919"/>
                  </a:moveTo>
                  <a:lnTo>
                    <a:pt x="808863" y="812170"/>
                  </a:lnTo>
                  <a:lnTo>
                    <a:pt x="813996" y="818062"/>
                  </a:lnTo>
                  <a:close/>
                  <a:moveTo>
                    <a:pt x="744101" y="790820"/>
                  </a:moveTo>
                  <a:lnTo>
                    <a:pt x="732407" y="775465"/>
                  </a:lnTo>
                  <a:lnTo>
                    <a:pt x="705830" y="772307"/>
                  </a:lnTo>
                  <a:close/>
                  <a:moveTo>
                    <a:pt x="579859" y="577960"/>
                  </a:moveTo>
                  <a:lnTo>
                    <a:pt x="588445" y="582576"/>
                  </a:lnTo>
                  <a:lnTo>
                    <a:pt x="605280" y="608016"/>
                  </a:lnTo>
                  <a:close/>
                  <a:moveTo>
                    <a:pt x="903842" y="885797"/>
                  </a:moveTo>
                  <a:lnTo>
                    <a:pt x="939885" y="928310"/>
                  </a:lnTo>
                  <a:lnTo>
                    <a:pt x="912581" y="891572"/>
                  </a:lnTo>
                  <a:close/>
                  <a:moveTo>
                    <a:pt x="918749" y="918425"/>
                  </a:moveTo>
                  <a:lnTo>
                    <a:pt x="939901" y="928317"/>
                  </a:lnTo>
                  <a:lnTo>
                    <a:pt x="903842" y="885797"/>
                  </a:lnTo>
                  <a:close/>
                  <a:moveTo>
                    <a:pt x="742714" y="622297"/>
                  </a:moveTo>
                  <a:lnTo>
                    <a:pt x="740716" y="634287"/>
                  </a:lnTo>
                  <a:lnTo>
                    <a:pt x="753773" y="634565"/>
                  </a:lnTo>
                  <a:close/>
                  <a:moveTo>
                    <a:pt x="636144" y="540130"/>
                  </a:moveTo>
                  <a:lnTo>
                    <a:pt x="653526" y="543593"/>
                  </a:lnTo>
                  <a:lnTo>
                    <a:pt x="646724" y="556665"/>
                  </a:lnTo>
                  <a:close/>
                  <a:moveTo>
                    <a:pt x="620709" y="510792"/>
                  </a:moveTo>
                  <a:lnTo>
                    <a:pt x="653526" y="543593"/>
                  </a:lnTo>
                  <a:lnTo>
                    <a:pt x="636144" y="540130"/>
                  </a:lnTo>
                  <a:close/>
                  <a:moveTo>
                    <a:pt x="263041" y="70174"/>
                  </a:moveTo>
                  <a:lnTo>
                    <a:pt x="275610" y="104702"/>
                  </a:lnTo>
                  <a:lnTo>
                    <a:pt x="290959" y="74565"/>
                  </a:lnTo>
                  <a:close/>
                  <a:moveTo>
                    <a:pt x="264586" y="51342"/>
                  </a:moveTo>
                  <a:lnTo>
                    <a:pt x="263041" y="70174"/>
                  </a:lnTo>
                  <a:lnTo>
                    <a:pt x="274853" y="29024"/>
                  </a:lnTo>
                  <a:close/>
                  <a:moveTo>
                    <a:pt x="227997" y="10748"/>
                  </a:moveTo>
                  <a:lnTo>
                    <a:pt x="222053" y="16894"/>
                  </a:lnTo>
                  <a:lnTo>
                    <a:pt x="250854" y="0"/>
                  </a:lnTo>
                  <a:close/>
                  <a:moveTo>
                    <a:pt x="742714" y="622297"/>
                  </a:moveTo>
                  <a:lnTo>
                    <a:pt x="734340" y="617103"/>
                  </a:lnTo>
                  <a:lnTo>
                    <a:pt x="702840" y="582878"/>
                  </a:lnTo>
                  <a:close/>
                  <a:moveTo>
                    <a:pt x="724864" y="592062"/>
                  </a:moveTo>
                  <a:lnTo>
                    <a:pt x="742714" y="622297"/>
                  </a:lnTo>
                  <a:lnTo>
                    <a:pt x="702840" y="582878"/>
                  </a:lnTo>
                  <a:close/>
                  <a:moveTo>
                    <a:pt x="272436" y="17789"/>
                  </a:moveTo>
                  <a:lnTo>
                    <a:pt x="264586" y="51342"/>
                  </a:lnTo>
                  <a:lnTo>
                    <a:pt x="274853" y="29024"/>
                  </a:lnTo>
                  <a:close/>
                  <a:moveTo>
                    <a:pt x="567350" y="243449"/>
                  </a:moveTo>
                  <a:lnTo>
                    <a:pt x="579239" y="251942"/>
                  </a:lnTo>
                  <a:lnTo>
                    <a:pt x="544671" y="227478"/>
                  </a:lnTo>
                  <a:close/>
                  <a:moveTo>
                    <a:pt x="832155" y="469518"/>
                  </a:moveTo>
                  <a:lnTo>
                    <a:pt x="850825" y="499087"/>
                  </a:lnTo>
                  <a:lnTo>
                    <a:pt x="862544" y="509227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42" name="Input_density__81">
              <a:extLst>
                <a:ext uri="{FF2B5EF4-FFF2-40B4-BE49-F238E27FC236}">
                  <a16:creationId xmlns:a16="http://schemas.microsoft.com/office/drawing/2014/main" id="{E59AAB91-195F-51CF-1949-734E5CBD41B8}"/>
                </a:ext>
              </a:extLst>
            </p:cNvPr>
            <p:cNvSpPr>
              <a:spLocks noGrp="1"/>
            </p:cNvSpPr>
            <p:nvPr/>
          </p:nvSpPr>
          <p:spPr>
            <a:xfrm>
              <a:off x="939914" y="1819393"/>
              <a:ext cx="958604" cy="1451305"/>
            </a:xfrm>
            <a:custGeom>
              <a:avLst/>
              <a:gdLst/>
              <a:ahLst/>
              <a:cxnLst/>
              <a:rect l="0" t="0" r="0" b="0"/>
              <a:pathLst>
                <a:path w="958604" h="1451305">
                  <a:moveTo>
                    <a:pt x="57239" y="1177534"/>
                  </a:moveTo>
                  <a:lnTo>
                    <a:pt x="20523" y="1182096"/>
                  </a:lnTo>
                  <a:lnTo>
                    <a:pt x="0" y="1184311"/>
                  </a:lnTo>
                  <a:close/>
                  <a:moveTo>
                    <a:pt x="93792" y="1125075"/>
                  </a:moveTo>
                  <a:lnTo>
                    <a:pt x="59433" y="1177551"/>
                  </a:lnTo>
                  <a:lnTo>
                    <a:pt x="89874" y="1174976"/>
                  </a:lnTo>
                  <a:close/>
                  <a:moveTo>
                    <a:pt x="500782" y="1438686"/>
                  </a:moveTo>
                  <a:lnTo>
                    <a:pt x="500904" y="1426510"/>
                  </a:lnTo>
                  <a:lnTo>
                    <a:pt x="481803" y="1451305"/>
                  </a:lnTo>
                  <a:close/>
                  <a:moveTo>
                    <a:pt x="500782" y="1438686"/>
                  </a:moveTo>
                  <a:lnTo>
                    <a:pt x="515613" y="1421503"/>
                  </a:lnTo>
                  <a:lnTo>
                    <a:pt x="500904" y="1426510"/>
                  </a:lnTo>
                  <a:close/>
                  <a:moveTo>
                    <a:pt x="257232" y="1109976"/>
                  </a:moveTo>
                  <a:lnTo>
                    <a:pt x="253758" y="1125357"/>
                  </a:lnTo>
                  <a:lnTo>
                    <a:pt x="231207" y="1137249"/>
                  </a:lnTo>
                  <a:close/>
                  <a:moveTo>
                    <a:pt x="523603" y="1384301"/>
                  </a:moveTo>
                  <a:lnTo>
                    <a:pt x="515613" y="1421503"/>
                  </a:lnTo>
                  <a:lnTo>
                    <a:pt x="523297" y="1385660"/>
                  </a:lnTo>
                  <a:close/>
                  <a:moveTo>
                    <a:pt x="198440" y="966817"/>
                  </a:moveTo>
                  <a:lnTo>
                    <a:pt x="179449" y="937510"/>
                  </a:lnTo>
                  <a:lnTo>
                    <a:pt x="233186" y="952234"/>
                  </a:lnTo>
                  <a:close/>
                  <a:moveTo>
                    <a:pt x="350443" y="1045276"/>
                  </a:moveTo>
                  <a:lnTo>
                    <a:pt x="364192" y="1068314"/>
                  </a:lnTo>
                  <a:lnTo>
                    <a:pt x="382147" y="1039237"/>
                  </a:lnTo>
                  <a:close/>
                  <a:moveTo>
                    <a:pt x="255763" y="940438"/>
                  </a:moveTo>
                  <a:lnTo>
                    <a:pt x="266636" y="920804"/>
                  </a:lnTo>
                  <a:lnTo>
                    <a:pt x="262348" y="909322"/>
                  </a:lnTo>
                  <a:close/>
                  <a:moveTo>
                    <a:pt x="233186" y="952234"/>
                  </a:moveTo>
                  <a:lnTo>
                    <a:pt x="265029" y="946712"/>
                  </a:lnTo>
                  <a:lnTo>
                    <a:pt x="255763" y="940438"/>
                  </a:lnTo>
                  <a:close/>
                  <a:moveTo>
                    <a:pt x="382147" y="1039237"/>
                  </a:moveTo>
                  <a:lnTo>
                    <a:pt x="392180" y="1007157"/>
                  </a:lnTo>
                  <a:lnTo>
                    <a:pt x="366895" y="1010578"/>
                  </a:lnTo>
                  <a:close/>
                  <a:moveTo>
                    <a:pt x="350443" y="1045276"/>
                  </a:moveTo>
                  <a:lnTo>
                    <a:pt x="382147" y="1039237"/>
                  </a:lnTo>
                  <a:lnTo>
                    <a:pt x="366895" y="1010578"/>
                  </a:lnTo>
                  <a:close/>
                  <a:moveTo>
                    <a:pt x="392180" y="1007157"/>
                  </a:moveTo>
                  <a:lnTo>
                    <a:pt x="382147" y="1039237"/>
                  </a:lnTo>
                  <a:lnTo>
                    <a:pt x="400466" y="1019587"/>
                  </a:lnTo>
                  <a:close/>
                  <a:moveTo>
                    <a:pt x="377664" y="1002403"/>
                  </a:moveTo>
                  <a:lnTo>
                    <a:pt x="392180" y="1007157"/>
                  </a:lnTo>
                  <a:lnTo>
                    <a:pt x="353079" y="967110"/>
                  </a:lnTo>
                  <a:close/>
                  <a:moveTo>
                    <a:pt x="319175" y="815685"/>
                  </a:moveTo>
                  <a:lnTo>
                    <a:pt x="299274" y="804776"/>
                  </a:lnTo>
                  <a:lnTo>
                    <a:pt x="314645" y="855383"/>
                  </a:lnTo>
                  <a:close/>
                  <a:moveTo>
                    <a:pt x="143847" y="626135"/>
                  </a:moveTo>
                  <a:lnTo>
                    <a:pt x="140904" y="617670"/>
                  </a:lnTo>
                  <a:lnTo>
                    <a:pt x="138347" y="654382"/>
                  </a:lnTo>
                  <a:close/>
                  <a:moveTo>
                    <a:pt x="686044" y="1235582"/>
                  </a:moveTo>
                  <a:lnTo>
                    <a:pt x="718997" y="1234211"/>
                  </a:lnTo>
                  <a:lnTo>
                    <a:pt x="704819" y="1228746"/>
                  </a:lnTo>
                  <a:close/>
                  <a:moveTo>
                    <a:pt x="746292" y="1240053"/>
                  </a:moveTo>
                  <a:lnTo>
                    <a:pt x="704819" y="1228746"/>
                  </a:lnTo>
                  <a:lnTo>
                    <a:pt x="731238" y="1234356"/>
                  </a:lnTo>
                  <a:close/>
                  <a:moveTo>
                    <a:pt x="321650" y="710752"/>
                  </a:moveTo>
                  <a:lnTo>
                    <a:pt x="327138" y="719717"/>
                  </a:lnTo>
                  <a:lnTo>
                    <a:pt x="341278" y="722385"/>
                  </a:lnTo>
                  <a:close/>
                  <a:moveTo>
                    <a:pt x="753029" y="1216640"/>
                  </a:moveTo>
                  <a:lnTo>
                    <a:pt x="761880" y="1225321"/>
                  </a:lnTo>
                  <a:lnTo>
                    <a:pt x="762153" y="1203147"/>
                  </a:lnTo>
                  <a:close/>
                  <a:moveTo>
                    <a:pt x="507530" y="874037"/>
                  </a:moveTo>
                  <a:lnTo>
                    <a:pt x="480738" y="870073"/>
                  </a:lnTo>
                  <a:lnTo>
                    <a:pt x="539576" y="869274"/>
                  </a:lnTo>
                  <a:close/>
                  <a:moveTo>
                    <a:pt x="295234" y="578605"/>
                  </a:moveTo>
                  <a:lnTo>
                    <a:pt x="254678" y="590208"/>
                  </a:lnTo>
                  <a:lnTo>
                    <a:pt x="239640" y="591531"/>
                  </a:lnTo>
                  <a:close/>
                  <a:moveTo>
                    <a:pt x="239640" y="591531"/>
                  </a:moveTo>
                  <a:lnTo>
                    <a:pt x="259263" y="600487"/>
                  </a:lnTo>
                  <a:lnTo>
                    <a:pt x="295234" y="578605"/>
                  </a:lnTo>
                  <a:close/>
                  <a:moveTo>
                    <a:pt x="239640" y="591531"/>
                  </a:moveTo>
                  <a:lnTo>
                    <a:pt x="254678" y="590208"/>
                  </a:lnTo>
                  <a:lnTo>
                    <a:pt x="225857" y="586551"/>
                  </a:lnTo>
                  <a:close/>
                  <a:moveTo>
                    <a:pt x="828844" y="1203344"/>
                  </a:moveTo>
                  <a:lnTo>
                    <a:pt x="843063" y="1208138"/>
                  </a:lnTo>
                  <a:lnTo>
                    <a:pt x="836606" y="1202871"/>
                  </a:lnTo>
                  <a:close/>
                  <a:moveTo>
                    <a:pt x="791826" y="1189513"/>
                  </a:moveTo>
                  <a:lnTo>
                    <a:pt x="807038" y="1199821"/>
                  </a:lnTo>
                  <a:lnTo>
                    <a:pt x="762153" y="1203147"/>
                  </a:lnTo>
                  <a:close/>
                  <a:moveTo>
                    <a:pt x="791826" y="1189513"/>
                  </a:moveTo>
                  <a:lnTo>
                    <a:pt x="828844" y="1203344"/>
                  </a:lnTo>
                  <a:lnTo>
                    <a:pt x="807038" y="1199821"/>
                  </a:lnTo>
                  <a:close/>
                  <a:moveTo>
                    <a:pt x="828844" y="1203344"/>
                  </a:moveTo>
                  <a:lnTo>
                    <a:pt x="836606" y="1202871"/>
                  </a:lnTo>
                  <a:lnTo>
                    <a:pt x="807038" y="1199821"/>
                  </a:lnTo>
                  <a:close/>
                  <a:moveTo>
                    <a:pt x="550570" y="825412"/>
                  </a:moveTo>
                  <a:lnTo>
                    <a:pt x="507530" y="874037"/>
                  </a:lnTo>
                  <a:lnTo>
                    <a:pt x="539576" y="869274"/>
                  </a:lnTo>
                  <a:close/>
                  <a:moveTo>
                    <a:pt x="855903" y="1208304"/>
                  </a:moveTo>
                  <a:lnTo>
                    <a:pt x="807038" y="1199821"/>
                  </a:lnTo>
                  <a:lnTo>
                    <a:pt x="836606" y="1202871"/>
                  </a:lnTo>
                  <a:close/>
                  <a:moveTo>
                    <a:pt x="892585" y="1184449"/>
                  </a:moveTo>
                  <a:lnTo>
                    <a:pt x="898763" y="1190954"/>
                  </a:lnTo>
                  <a:lnTo>
                    <a:pt x="899135" y="1149156"/>
                  </a:lnTo>
                  <a:close/>
                  <a:moveTo>
                    <a:pt x="899135" y="1149156"/>
                  </a:moveTo>
                  <a:lnTo>
                    <a:pt x="915148" y="1180657"/>
                  </a:lnTo>
                  <a:lnTo>
                    <a:pt x="935238" y="1159562"/>
                  </a:lnTo>
                  <a:close/>
                  <a:moveTo>
                    <a:pt x="887287" y="1173771"/>
                  </a:moveTo>
                  <a:lnTo>
                    <a:pt x="892585" y="1184449"/>
                  </a:lnTo>
                  <a:lnTo>
                    <a:pt x="899135" y="1149156"/>
                  </a:lnTo>
                  <a:close/>
                  <a:moveTo>
                    <a:pt x="557949" y="774666"/>
                  </a:moveTo>
                  <a:lnTo>
                    <a:pt x="551634" y="818149"/>
                  </a:lnTo>
                  <a:lnTo>
                    <a:pt x="564283" y="786650"/>
                  </a:lnTo>
                  <a:close/>
                  <a:moveTo>
                    <a:pt x="935238" y="1159562"/>
                  </a:moveTo>
                  <a:lnTo>
                    <a:pt x="958604" y="1150715"/>
                  </a:lnTo>
                  <a:lnTo>
                    <a:pt x="899135" y="1149156"/>
                  </a:lnTo>
                  <a:close/>
                  <a:moveTo>
                    <a:pt x="785957" y="858982"/>
                  </a:moveTo>
                  <a:lnTo>
                    <a:pt x="795704" y="819181"/>
                  </a:lnTo>
                  <a:lnTo>
                    <a:pt x="766625" y="835037"/>
                  </a:lnTo>
                  <a:close/>
                  <a:moveTo>
                    <a:pt x="795704" y="819181"/>
                  </a:moveTo>
                  <a:lnTo>
                    <a:pt x="811897" y="851357"/>
                  </a:lnTo>
                  <a:lnTo>
                    <a:pt x="833975" y="837695"/>
                  </a:lnTo>
                  <a:close/>
                  <a:moveTo>
                    <a:pt x="120606" y="80976"/>
                  </a:moveTo>
                  <a:lnTo>
                    <a:pt x="134641" y="90693"/>
                  </a:lnTo>
                  <a:lnTo>
                    <a:pt x="140346" y="47269"/>
                  </a:lnTo>
                  <a:close/>
                  <a:moveTo>
                    <a:pt x="145354" y="7123"/>
                  </a:moveTo>
                  <a:lnTo>
                    <a:pt x="168463" y="6752"/>
                  </a:lnTo>
                  <a:lnTo>
                    <a:pt x="159321" y="0"/>
                  </a:lnTo>
                  <a:close/>
                  <a:moveTo>
                    <a:pt x="140346" y="47269"/>
                  </a:moveTo>
                  <a:lnTo>
                    <a:pt x="157422" y="23877"/>
                  </a:lnTo>
                  <a:lnTo>
                    <a:pt x="145354" y="7123"/>
                  </a:lnTo>
                  <a:close/>
                  <a:moveTo>
                    <a:pt x="855377" y="808610"/>
                  </a:moveTo>
                  <a:lnTo>
                    <a:pt x="852677" y="831828"/>
                  </a:lnTo>
                  <a:lnTo>
                    <a:pt x="833975" y="837695"/>
                  </a:lnTo>
                  <a:close/>
                  <a:moveTo>
                    <a:pt x="145354" y="7123"/>
                  </a:moveTo>
                  <a:lnTo>
                    <a:pt x="159321" y="0"/>
                  </a:lnTo>
                  <a:lnTo>
                    <a:pt x="203734" y="4613"/>
                  </a:lnTo>
                  <a:close/>
                  <a:moveTo>
                    <a:pt x="856878" y="783665"/>
                  </a:moveTo>
                  <a:lnTo>
                    <a:pt x="861537" y="828181"/>
                  </a:lnTo>
                  <a:lnTo>
                    <a:pt x="858822" y="791426"/>
                  </a:lnTo>
                  <a:close/>
                  <a:moveTo>
                    <a:pt x="858822" y="791426"/>
                  </a:moveTo>
                  <a:lnTo>
                    <a:pt x="862951" y="753614"/>
                  </a:lnTo>
                  <a:lnTo>
                    <a:pt x="856878" y="783665"/>
                  </a:lnTo>
                  <a:close/>
                  <a:moveTo>
                    <a:pt x="868271" y="737488"/>
                  </a:moveTo>
                  <a:lnTo>
                    <a:pt x="862951" y="753614"/>
                  </a:lnTo>
                  <a:lnTo>
                    <a:pt x="858822" y="791426"/>
                  </a:lnTo>
                  <a:close/>
                  <a:moveTo>
                    <a:pt x="721782" y="644406"/>
                  </a:moveTo>
                  <a:lnTo>
                    <a:pt x="736598" y="603539"/>
                  </a:lnTo>
                  <a:lnTo>
                    <a:pt x="743401" y="590468"/>
                  </a:lnTo>
                  <a:close/>
                  <a:moveTo>
                    <a:pt x="365485" y="151577"/>
                  </a:moveTo>
                  <a:lnTo>
                    <a:pt x="377936" y="166591"/>
                  </a:lnTo>
                  <a:lnTo>
                    <a:pt x="380834" y="121440"/>
                  </a:lnTo>
                  <a:close/>
                  <a:moveTo>
                    <a:pt x="879903" y="692419"/>
                  </a:moveTo>
                  <a:lnTo>
                    <a:pt x="901932" y="683550"/>
                  </a:lnTo>
                  <a:lnTo>
                    <a:pt x="863918" y="661022"/>
                  </a:lnTo>
                  <a:close/>
                  <a:moveTo>
                    <a:pt x="879903" y="692419"/>
                  </a:moveTo>
                  <a:lnTo>
                    <a:pt x="863918" y="661022"/>
                  </a:lnTo>
                  <a:lnTo>
                    <a:pt x="843647" y="681440"/>
                  </a:lnTo>
                  <a:close/>
                  <a:moveTo>
                    <a:pt x="906586" y="667603"/>
                  </a:moveTo>
                  <a:lnTo>
                    <a:pt x="902879" y="683861"/>
                  </a:lnTo>
                  <a:lnTo>
                    <a:pt x="879903" y="692419"/>
                  </a:lnTo>
                  <a:close/>
                  <a:moveTo>
                    <a:pt x="909207" y="646795"/>
                  </a:moveTo>
                  <a:lnTo>
                    <a:pt x="902879" y="683861"/>
                  </a:lnTo>
                  <a:lnTo>
                    <a:pt x="906586" y="667603"/>
                  </a:lnTo>
                  <a:close/>
                  <a:moveTo>
                    <a:pt x="909690" y="633577"/>
                  </a:moveTo>
                  <a:lnTo>
                    <a:pt x="903611" y="683550"/>
                  </a:lnTo>
                  <a:lnTo>
                    <a:pt x="909207" y="646795"/>
                  </a:lnTo>
                  <a:close/>
                  <a:moveTo>
                    <a:pt x="909690" y="633577"/>
                  </a:moveTo>
                  <a:lnTo>
                    <a:pt x="909207" y="646795"/>
                  </a:lnTo>
                  <a:lnTo>
                    <a:pt x="913095" y="624101"/>
                  </a:lnTo>
                  <a:close/>
                  <a:moveTo>
                    <a:pt x="653106" y="348758"/>
                  </a:moveTo>
                  <a:lnTo>
                    <a:pt x="662015" y="389510"/>
                  </a:lnTo>
                  <a:lnTo>
                    <a:pt x="654957" y="352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43" name="Input_density__82">
              <a:extLst>
                <a:ext uri="{FF2B5EF4-FFF2-40B4-BE49-F238E27FC236}">
                  <a16:creationId xmlns:a16="http://schemas.microsoft.com/office/drawing/2014/main" id="{7D7F5AB9-9DC8-88D9-FC72-109E6FCAD314}"/>
                </a:ext>
              </a:extLst>
            </p:cNvPr>
            <p:cNvSpPr>
              <a:spLocks noGrp="1"/>
            </p:cNvSpPr>
            <p:nvPr/>
          </p:nvSpPr>
          <p:spPr>
            <a:xfrm>
              <a:off x="913778" y="2169760"/>
              <a:ext cx="948166" cy="1038514"/>
            </a:xfrm>
            <a:custGeom>
              <a:avLst/>
              <a:gdLst/>
              <a:ahLst/>
              <a:cxnLst/>
              <a:rect l="0" t="0" r="0" b="0"/>
              <a:pathLst>
                <a:path w="948166" h="1038514">
                  <a:moveTo>
                    <a:pt x="30467" y="753929"/>
                  </a:moveTo>
                  <a:lnTo>
                    <a:pt x="0" y="772320"/>
                  </a:lnTo>
                  <a:lnTo>
                    <a:pt x="29088" y="755137"/>
                  </a:lnTo>
                  <a:close/>
                  <a:moveTo>
                    <a:pt x="30467" y="753929"/>
                  </a:moveTo>
                  <a:lnTo>
                    <a:pt x="5902" y="758290"/>
                  </a:lnTo>
                  <a:lnTo>
                    <a:pt x="0" y="772320"/>
                  </a:lnTo>
                  <a:close/>
                  <a:moveTo>
                    <a:pt x="5902" y="758290"/>
                  </a:moveTo>
                  <a:lnTo>
                    <a:pt x="30467" y="753929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40755" y="718382"/>
                  </a:lnTo>
                  <a:lnTo>
                    <a:pt x="8444" y="735565"/>
                  </a:lnTo>
                  <a:close/>
                  <a:moveTo>
                    <a:pt x="30467" y="753929"/>
                  </a:moveTo>
                  <a:lnTo>
                    <a:pt x="29088" y="755137"/>
                  </a:lnTo>
                  <a:lnTo>
                    <a:pt x="32950" y="753382"/>
                  </a:lnTo>
                  <a:close/>
                  <a:moveTo>
                    <a:pt x="32950" y="753382"/>
                  </a:moveTo>
                  <a:lnTo>
                    <a:pt x="40755" y="718382"/>
                  </a:lnTo>
                  <a:lnTo>
                    <a:pt x="30467" y="753929"/>
                  </a:lnTo>
                  <a:close/>
                  <a:moveTo>
                    <a:pt x="64292" y="710242"/>
                  </a:moveTo>
                  <a:lnTo>
                    <a:pt x="40755" y="71838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64292" y="710242"/>
                  </a:lnTo>
                  <a:lnTo>
                    <a:pt x="32950" y="753382"/>
                  </a:lnTo>
                  <a:close/>
                  <a:moveTo>
                    <a:pt x="82439" y="740236"/>
                  </a:moveTo>
                  <a:lnTo>
                    <a:pt x="32950" y="753382"/>
                  </a:lnTo>
                  <a:lnTo>
                    <a:pt x="87628" y="746857"/>
                  </a:lnTo>
                  <a:close/>
                  <a:moveTo>
                    <a:pt x="99940" y="737953"/>
                  </a:moveTo>
                  <a:lnTo>
                    <a:pt x="94672" y="701198"/>
                  </a:lnTo>
                  <a:lnTo>
                    <a:pt x="82439" y="740236"/>
                  </a:lnTo>
                  <a:close/>
                  <a:moveTo>
                    <a:pt x="94672" y="701198"/>
                  </a:moveTo>
                  <a:lnTo>
                    <a:pt x="64292" y="710242"/>
                  </a:lnTo>
                  <a:lnTo>
                    <a:pt x="82439" y="740236"/>
                  </a:lnTo>
                  <a:close/>
                  <a:moveTo>
                    <a:pt x="48757" y="697733"/>
                  </a:moveTo>
                  <a:lnTo>
                    <a:pt x="40755" y="718382"/>
                  </a:lnTo>
                  <a:lnTo>
                    <a:pt x="64292" y="710242"/>
                  </a:lnTo>
                  <a:close/>
                  <a:moveTo>
                    <a:pt x="94672" y="701198"/>
                  </a:moveTo>
                  <a:lnTo>
                    <a:pt x="48757" y="697733"/>
                  </a:lnTo>
                  <a:lnTo>
                    <a:pt x="64292" y="710242"/>
                  </a:lnTo>
                  <a:close/>
                  <a:moveTo>
                    <a:pt x="101952" y="675838"/>
                  </a:moveTo>
                  <a:lnTo>
                    <a:pt x="94672" y="701198"/>
                  </a:lnTo>
                  <a:lnTo>
                    <a:pt x="122276" y="690190"/>
                  </a:lnTo>
                  <a:close/>
                  <a:moveTo>
                    <a:pt x="510733" y="1034382"/>
                  </a:moveTo>
                  <a:lnTo>
                    <a:pt x="515142" y="1031659"/>
                  </a:lnTo>
                  <a:lnTo>
                    <a:pt x="477468" y="1038514"/>
                  </a:lnTo>
                  <a:close/>
                  <a:moveTo>
                    <a:pt x="238194" y="455030"/>
                  </a:moveTo>
                  <a:lnTo>
                    <a:pt x="214202" y="461535"/>
                  </a:lnTo>
                  <a:lnTo>
                    <a:pt x="207861" y="485445"/>
                  </a:lnTo>
                  <a:close/>
                  <a:moveTo>
                    <a:pt x="645982" y="909322"/>
                  </a:moveTo>
                  <a:lnTo>
                    <a:pt x="685438" y="909805"/>
                  </a:lnTo>
                  <a:lnTo>
                    <a:pt x="672489" y="898824"/>
                  </a:lnTo>
                  <a:close/>
                  <a:moveTo>
                    <a:pt x="652286" y="882063"/>
                  </a:moveTo>
                  <a:lnTo>
                    <a:pt x="645982" y="909322"/>
                  </a:lnTo>
                  <a:lnTo>
                    <a:pt x="672489" y="898824"/>
                  </a:lnTo>
                  <a:close/>
                  <a:moveTo>
                    <a:pt x="665930" y="818628"/>
                  </a:moveTo>
                  <a:lnTo>
                    <a:pt x="654143" y="872567"/>
                  </a:lnTo>
                  <a:lnTo>
                    <a:pt x="686059" y="855383"/>
                  </a:lnTo>
                  <a:close/>
                  <a:moveTo>
                    <a:pt x="325411" y="454409"/>
                  </a:moveTo>
                  <a:lnTo>
                    <a:pt x="303807" y="431507"/>
                  </a:lnTo>
                  <a:lnTo>
                    <a:pt x="301713" y="443364"/>
                  </a:lnTo>
                  <a:close/>
                  <a:moveTo>
                    <a:pt x="657589" y="781873"/>
                  </a:moveTo>
                  <a:lnTo>
                    <a:pt x="665930" y="818628"/>
                  </a:lnTo>
                  <a:lnTo>
                    <a:pt x="689505" y="801445"/>
                  </a:lnTo>
                  <a:close/>
                  <a:moveTo>
                    <a:pt x="214760" y="271208"/>
                  </a:moveTo>
                  <a:lnTo>
                    <a:pt x="199099" y="304058"/>
                  </a:lnTo>
                  <a:lnTo>
                    <a:pt x="243097" y="288164"/>
                  </a:lnTo>
                  <a:close/>
                  <a:moveTo>
                    <a:pt x="655755" y="285969"/>
                  </a:moveTo>
                  <a:lnTo>
                    <a:pt x="650089" y="296599"/>
                  </a:lnTo>
                  <a:lnTo>
                    <a:pt x="704456" y="279084"/>
                  </a:lnTo>
                  <a:close/>
                  <a:moveTo>
                    <a:pt x="655755" y="285969"/>
                  </a:moveTo>
                  <a:lnTo>
                    <a:pt x="704456" y="279084"/>
                  </a:lnTo>
                  <a:lnTo>
                    <a:pt x="695870" y="274468"/>
                  </a:lnTo>
                  <a:close/>
                  <a:moveTo>
                    <a:pt x="517098" y="17183"/>
                  </a:moveTo>
                  <a:lnTo>
                    <a:pt x="536908" y="36755"/>
                  </a:lnTo>
                  <a:lnTo>
                    <a:pt x="531815" y="0"/>
                  </a:lnTo>
                  <a:close/>
                  <a:moveTo>
                    <a:pt x="531815" y="0"/>
                  </a:moveTo>
                  <a:lnTo>
                    <a:pt x="536908" y="36755"/>
                  </a:lnTo>
                  <a:lnTo>
                    <a:pt x="570602" y="19571"/>
                  </a:lnTo>
                  <a:close/>
                  <a:moveTo>
                    <a:pt x="818226" y="262882"/>
                  </a:moveTo>
                  <a:lnTo>
                    <a:pt x="839064" y="244585"/>
                  </a:lnTo>
                  <a:lnTo>
                    <a:pt x="829100" y="240101"/>
                  </a:lnTo>
                  <a:close/>
                  <a:moveTo>
                    <a:pt x="839064" y="244585"/>
                  </a:moveTo>
                  <a:lnTo>
                    <a:pt x="855345" y="222918"/>
                  </a:lnTo>
                  <a:lnTo>
                    <a:pt x="829100" y="240101"/>
                  </a:lnTo>
                  <a:close/>
                  <a:moveTo>
                    <a:pt x="864471" y="215001"/>
                  </a:moveTo>
                  <a:lnTo>
                    <a:pt x="829100" y="240101"/>
                  </a:lnTo>
                  <a:lnTo>
                    <a:pt x="855345" y="222918"/>
                  </a:lnTo>
                  <a:close/>
                  <a:moveTo>
                    <a:pt x="874416" y="216554"/>
                  </a:moveTo>
                  <a:lnTo>
                    <a:pt x="855345" y="222918"/>
                  </a:lnTo>
                  <a:lnTo>
                    <a:pt x="891573" y="220123"/>
                  </a:lnTo>
                  <a:close/>
                  <a:moveTo>
                    <a:pt x="864471" y="215001"/>
                  </a:moveTo>
                  <a:lnTo>
                    <a:pt x="855345" y="222918"/>
                  </a:lnTo>
                  <a:lnTo>
                    <a:pt x="874416" y="216554"/>
                  </a:lnTo>
                  <a:close/>
                  <a:moveTo>
                    <a:pt x="887104" y="186163"/>
                  </a:moveTo>
                  <a:lnTo>
                    <a:pt x="864471" y="215001"/>
                  </a:lnTo>
                  <a:lnTo>
                    <a:pt x="917494" y="192463"/>
                  </a:lnTo>
                  <a:close/>
                  <a:moveTo>
                    <a:pt x="917494" y="192463"/>
                  </a:moveTo>
                  <a:lnTo>
                    <a:pt x="864471" y="215001"/>
                  </a:lnTo>
                  <a:lnTo>
                    <a:pt x="912965" y="205735"/>
                  </a:lnTo>
                  <a:close/>
                  <a:moveTo>
                    <a:pt x="912965" y="205735"/>
                  </a:moveTo>
                  <a:lnTo>
                    <a:pt x="864471" y="215001"/>
                  </a:lnTo>
                  <a:lnTo>
                    <a:pt x="874416" y="216554"/>
                  </a:lnTo>
                  <a:close/>
                  <a:moveTo>
                    <a:pt x="895793" y="181516"/>
                  </a:moveTo>
                  <a:lnTo>
                    <a:pt x="917494" y="192463"/>
                  </a:lnTo>
                  <a:lnTo>
                    <a:pt x="932398" y="168980"/>
                  </a:lnTo>
                  <a:close/>
                  <a:moveTo>
                    <a:pt x="917494" y="192463"/>
                  </a:moveTo>
                  <a:lnTo>
                    <a:pt x="912965" y="205735"/>
                  </a:lnTo>
                  <a:lnTo>
                    <a:pt x="926223" y="201524"/>
                  </a:lnTo>
                  <a:close/>
                  <a:moveTo>
                    <a:pt x="926223" y="201524"/>
                  </a:moveTo>
                  <a:lnTo>
                    <a:pt x="932398" y="168980"/>
                  </a:lnTo>
                  <a:lnTo>
                    <a:pt x="917494" y="192463"/>
                  </a:lnTo>
                  <a:close/>
                  <a:moveTo>
                    <a:pt x="948166" y="166026"/>
                  </a:moveTo>
                  <a:lnTo>
                    <a:pt x="932398" y="168980"/>
                  </a:lnTo>
                  <a:lnTo>
                    <a:pt x="926223" y="20152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44" name="Input_density__83">
              <a:extLst>
                <a:ext uri="{FF2B5EF4-FFF2-40B4-BE49-F238E27FC236}">
                  <a16:creationId xmlns:a16="http://schemas.microsoft.com/office/drawing/2014/main" id="{0EA0E248-13E5-3246-E3C0-E60188F242F0}"/>
                </a:ext>
              </a:extLst>
            </p:cNvPr>
            <p:cNvSpPr>
              <a:spLocks noGrp="1"/>
            </p:cNvSpPr>
            <p:nvPr/>
          </p:nvSpPr>
          <p:spPr>
            <a:xfrm>
              <a:off x="1001405" y="1840643"/>
              <a:ext cx="947133" cy="1417437"/>
            </a:xfrm>
            <a:custGeom>
              <a:avLst/>
              <a:gdLst/>
              <a:ahLst/>
              <a:cxnLst/>
              <a:rect l="0" t="0" r="0" b="0"/>
              <a:pathLst>
                <a:path w="947133" h="1417437">
                  <a:moveTo>
                    <a:pt x="180580" y="1295161"/>
                  </a:moveTo>
                  <a:lnTo>
                    <a:pt x="231369" y="1318144"/>
                  </a:lnTo>
                  <a:lnTo>
                    <a:pt x="214350" y="1294795"/>
                  </a:lnTo>
                  <a:close/>
                  <a:moveTo>
                    <a:pt x="72224" y="1105341"/>
                  </a:moveTo>
                  <a:lnTo>
                    <a:pt x="37376" y="1106583"/>
                  </a:lnTo>
                  <a:lnTo>
                    <a:pt x="74774" y="1148015"/>
                  </a:lnTo>
                  <a:close/>
                  <a:moveTo>
                    <a:pt x="74774" y="1148015"/>
                  </a:moveTo>
                  <a:lnTo>
                    <a:pt x="68837" y="1180400"/>
                  </a:lnTo>
                  <a:lnTo>
                    <a:pt x="117886" y="1143004"/>
                  </a:lnTo>
                  <a:close/>
                  <a:moveTo>
                    <a:pt x="59565" y="1070886"/>
                  </a:moveTo>
                  <a:lnTo>
                    <a:pt x="37376" y="1106583"/>
                  </a:lnTo>
                  <a:lnTo>
                    <a:pt x="72224" y="1105341"/>
                  </a:lnTo>
                  <a:close/>
                  <a:moveTo>
                    <a:pt x="36279" y="1087038"/>
                  </a:moveTo>
                  <a:lnTo>
                    <a:pt x="12312" y="1067070"/>
                  </a:lnTo>
                  <a:lnTo>
                    <a:pt x="37376" y="1106583"/>
                  </a:lnTo>
                  <a:close/>
                  <a:moveTo>
                    <a:pt x="0" y="1075974"/>
                  </a:moveTo>
                  <a:lnTo>
                    <a:pt x="32301" y="1103826"/>
                  </a:lnTo>
                  <a:lnTo>
                    <a:pt x="37376" y="1106583"/>
                  </a:lnTo>
                  <a:close/>
                  <a:moveTo>
                    <a:pt x="7044" y="1030315"/>
                  </a:moveTo>
                  <a:lnTo>
                    <a:pt x="49052" y="1038588"/>
                  </a:lnTo>
                  <a:lnTo>
                    <a:pt x="34649" y="1019307"/>
                  </a:lnTo>
                  <a:close/>
                  <a:moveTo>
                    <a:pt x="12312" y="1067070"/>
                  </a:moveTo>
                  <a:lnTo>
                    <a:pt x="32994" y="1049887"/>
                  </a:lnTo>
                  <a:lnTo>
                    <a:pt x="7044" y="1030315"/>
                  </a:lnTo>
                  <a:close/>
                  <a:moveTo>
                    <a:pt x="423105" y="1363499"/>
                  </a:moveTo>
                  <a:lnTo>
                    <a:pt x="381168" y="1408279"/>
                  </a:lnTo>
                  <a:lnTo>
                    <a:pt x="395416" y="1417437"/>
                  </a:lnTo>
                  <a:close/>
                  <a:moveTo>
                    <a:pt x="423105" y="1363499"/>
                  </a:moveTo>
                  <a:lnTo>
                    <a:pt x="395416" y="1417437"/>
                  </a:lnTo>
                  <a:lnTo>
                    <a:pt x="419304" y="1400253"/>
                  </a:lnTo>
                  <a:close/>
                  <a:moveTo>
                    <a:pt x="389840" y="1367631"/>
                  </a:moveTo>
                  <a:lnTo>
                    <a:pt x="342777" y="1389317"/>
                  </a:lnTo>
                  <a:lnTo>
                    <a:pt x="381168" y="1408279"/>
                  </a:lnTo>
                  <a:close/>
                  <a:moveTo>
                    <a:pt x="389840" y="1367631"/>
                  </a:moveTo>
                  <a:lnTo>
                    <a:pt x="346549" y="1375737"/>
                  </a:lnTo>
                  <a:lnTo>
                    <a:pt x="342777" y="1389317"/>
                  </a:lnTo>
                  <a:close/>
                  <a:moveTo>
                    <a:pt x="346549" y="1375737"/>
                  </a:moveTo>
                  <a:lnTo>
                    <a:pt x="376515" y="1333716"/>
                  </a:lnTo>
                  <a:lnTo>
                    <a:pt x="345107" y="1332163"/>
                  </a:lnTo>
                  <a:close/>
                  <a:moveTo>
                    <a:pt x="314794" y="1329719"/>
                  </a:moveTo>
                  <a:lnTo>
                    <a:pt x="345107" y="133216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60478" y="1330923"/>
                  </a:lnTo>
                  <a:lnTo>
                    <a:pt x="325213" y="1323650"/>
                  </a:lnTo>
                  <a:close/>
                  <a:moveTo>
                    <a:pt x="345107" y="1332163"/>
                  </a:moveTo>
                  <a:lnTo>
                    <a:pt x="376515" y="1333716"/>
                  </a:lnTo>
                  <a:lnTo>
                    <a:pt x="360478" y="1330923"/>
                  </a:lnTo>
                  <a:close/>
                  <a:moveTo>
                    <a:pt x="423105" y="1363499"/>
                  </a:moveTo>
                  <a:lnTo>
                    <a:pt x="419304" y="1400253"/>
                  </a:lnTo>
                  <a:lnTo>
                    <a:pt x="448594" y="1391701"/>
                  </a:lnTo>
                  <a:close/>
                  <a:moveTo>
                    <a:pt x="430961" y="1361289"/>
                  </a:moveTo>
                  <a:lnTo>
                    <a:pt x="461390" y="1362856"/>
                  </a:lnTo>
                  <a:lnTo>
                    <a:pt x="427514" y="1360776"/>
                  </a:lnTo>
                  <a:close/>
                  <a:moveTo>
                    <a:pt x="121263" y="905255"/>
                  </a:moveTo>
                  <a:lnTo>
                    <a:pt x="118021" y="871461"/>
                  </a:lnTo>
                  <a:lnTo>
                    <a:pt x="117958" y="916260"/>
                  </a:lnTo>
                  <a:close/>
                  <a:moveTo>
                    <a:pt x="264989" y="1052275"/>
                  </a:moveTo>
                  <a:lnTo>
                    <a:pt x="271628" y="1055464"/>
                  </a:lnTo>
                  <a:lnTo>
                    <a:pt x="273203" y="1050301"/>
                  </a:lnTo>
                  <a:close/>
                  <a:moveTo>
                    <a:pt x="273203" y="1050301"/>
                  </a:moveTo>
                  <a:lnTo>
                    <a:pt x="271628" y="1055464"/>
                  </a:lnTo>
                  <a:lnTo>
                    <a:pt x="280054" y="1052275"/>
                  </a:lnTo>
                  <a:close/>
                  <a:moveTo>
                    <a:pt x="564408" y="1275194"/>
                  </a:moveTo>
                  <a:lnTo>
                    <a:pt x="587258" y="1258010"/>
                  </a:lnTo>
                  <a:lnTo>
                    <a:pt x="558354" y="1238439"/>
                  </a:lnTo>
                  <a:close/>
                  <a:moveTo>
                    <a:pt x="620567" y="1258010"/>
                  </a:moveTo>
                  <a:lnTo>
                    <a:pt x="584861" y="1227941"/>
                  </a:lnTo>
                  <a:lnTo>
                    <a:pt x="597810" y="1238922"/>
                  </a:lnTo>
                  <a:close/>
                  <a:moveTo>
                    <a:pt x="591954" y="1238439"/>
                  </a:moveTo>
                  <a:lnTo>
                    <a:pt x="564658" y="1211180"/>
                  </a:lnTo>
                  <a:lnTo>
                    <a:pt x="584861" y="1227941"/>
                  </a:lnTo>
                  <a:close/>
                  <a:moveTo>
                    <a:pt x="439881" y="1054664"/>
                  </a:moveTo>
                  <a:lnTo>
                    <a:pt x="461171" y="1073412"/>
                  </a:lnTo>
                  <a:lnTo>
                    <a:pt x="474120" y="1040060"/>
                  </a:lnTo>
                  <a:close/>
                  <a:moveTo>
                    <a:pt x="418785" y="1013211"/>
                  </a:moveTo>
                  <a:lnTo>
                    <a:pt x="413740" y="1020652"/>
                  </a:lnTo>
                  <a:lnTo>
                    <a:pt x="443786" y="1000725"/>
                  </a:lnTo>
                  <a:close/>
                  <a:moveTo>
                    <a:pt x="413740" y="1020652"/>
                  </a:moveTo>
                  <a:lnTo>
                    <a:pt x="439881" y="1054664"/>
                  </a:lnTo>
                  <a:lnTo>
                    <a:pt x="443786" y="1000725"/>
                  </a:lnTo>
                  <a:close/>
                  <a:moveTo>
                    <a:pt x="443786" y="1000725"/>
                  </a:moveTo>
                  <a:lnTo>
                    <a:pt x="439881" y="1054664"/>
                  </a:lnTo>
                  <a:lnTo>
                    <a:pt x="474907" y="1028561"/>
                  </a:lnTo>
                  <a:close/>
                  <a:moveTo>
                    <a:pt x="474907" y="1028561"/>
                  </a:moveTo>
                  <a:lnTo>
                    <a:pt x="439881" y="1054664"/>
                  </a:lnTo>
                  <a:lnTo>
                    <a:pt x="474120" y="1040060"/>
                  </a:lnTo>
                  <a:close/>
                  <a:moveTo>
                    <a:pt x="257684" y="794436"/>
                  </a:moveTo>
                  <a:lnTo>
                    <a:pt x="261608" y="746498"/>
                  </a:lnTo>
                  <a:lnTo>
                    <a:pt x="237783" y="783526"/>
                  </a:lnTo>
                  <a:close/>
                  <a:moveTo>
                    <a:pt x="109899" y="687114"/>
                  </a:moveTo>
                  <a:lnTo>
                    <a:pt x="111471" y="633175"/>
                  </a:lnTo>
                  <a:lnTo>
                    <a:pt x="86802" y="650359"/>
                  </a:lnTo>
                  <a:close/>
                  <a:moveTo>
                    <a:pt x="443786" y="1000725"/>
                  </a:moveTo>
                  <a:lnTo>
                    <a:pt x="474907" y="1028561"/>
                  </a:lnTo>
                  <a:lnTo>
                    <a:pt x="475099" y="994516"/>
                  </a:lnTo>
                  <a:close/>
                  <a:moveTo>
                    <a:pt x="475099" y="994516"/>
                  </a:moveTo>
                  <a:lnTo>
                    <a:pt x="474907" y="1028561"/>
                  </a:lnTo>
                  <a:lnTo>
                    <a:pt x="483701" y="1000725"/>
                  </a:lnTo>
                  <a:close/>
                  <a:moveTo>
                    <a:pt x="431367" y="946787"/>
                  </a:moveTo>
                  <a:lnTo>
                    <a:pt x="394860" y="963970"/>
                  </a:lnTo>
                  <a:lnTo>
                    <a:pt x="432717" y="995397"/>
                  </a:lnTo>
                  <a:close/>
                  <a:moveTo>
                    <a:pt x="431367" y="946787"/>
                  </a:moveTo>
                  <a:lnTo>
                    <a:pt x="442805" y="936906"/>
                  </a:lnTo>
                  <a:lnTo>
                    <a:pt x="394860" y="963970"/>
                  </a:lnTo>
                  <a:close/>
                  <a:moveTo>
                    <a:pt x="387707" y="855479"/>
                  </a:moveTo>
                  <a:lnTo>
                    <a:pt x="375352" y="842444"/>
                  </a:lnTo>
                  <a:lnTo>
                    <a:pt x="366788" y="836522"/>
                  </a:lnTo>
                  <a:close/>
                  <a:moveTo>
                    <a:pt x="277659" y="789389"/>
                  </a:moveTo>
                  <a:lnTo>
                    <a:pt x="243102" y="784761"/>
                  </a:lnTo>
                  <a:lnTo>
                    <a:pt x="299167" y="773593"/>
                  </a:lnTo>
                  <a:close/>
                  <a:moveTo>
                    <a:pt x="623920" y="1113378"/>
                  </a:moveTo>
                  <a:lnTo>
                    <a:pt x="584786" y="1093761"/>
                  </a:lnTo>
                  <a:lnTo>
                    <a:pt x="584824" y="1093807"/>
                  </a:lnTo>
                  <a:close/>
                  <a:moveTo>
                    <a:pt x="542179" y="1057052"/>
                  </a:moveTo>
                  <a:lnTo>
                    <a:pt x="584786" y="1093761"/>
                  </a:lnTo>
                  <a:lnTo>
                    <a:pt x="542442" y="1056350"/>
                  </a:lnTo>
                  <a:close/>
                  <a:moveTo>
                    <a:pt x="584699" y="1093696"/>
                  </a:moveTo>
                  <a:lnTo>
                    <a:pt x="584786" y="1093761"/>
                  </a:lnTo>
                  <a:lnTo>
                    <a:pt x="542179" y="1057052"/>
                  </a:lnTo>
                  <a:close/>
                  <a:moveTo>
                    <a:pt x="394022" y="836522"/>
                  </a:moveTo>
                  <a:lnTo>
                    <a:pt x="419247" y="848823"/>
                  </a:lnTo>
                  <a:lnTo>
                    <a:pt x="412312" y="819339"/>
                  </a:lnTo>
                  <a:close/>
                  <a:moveTo>
                    <a:pt x="400717" y="807914"/>
                  </a:moveTo>
                  <a:lnTo>
                    <a:pt x="383105" y="791394"/>
                  </a:lnTo>
                  <a:lnTo>
                    <a:pt x="412312" y="819339"/>
                  </a:lnTo>
                  <a:close/>
                  <a:moveTo>
                    <a:pt x="388259" y="761336"/>
                  </a:moveTo>
                  <a:lnTo>
                    <a:pt x="383105" y="791394"/>
                  </a:lnTo>
                  <a:lnTo>
                    <a:pt x="360722" y="782584"/>
                  </a:lnTo>
                  <a:close/>
                  <a:moveTo>
                    <a:pt x="211194" y="615992"/>
                  </a:moveTo>
                  <a:lnTo>
                    <a:pt x="242248" y="598809"/>
                  </a:lnTo>
                  <a:lnTo>
                    <a:pt x="197772" y="579237"/>
                  </a:lnTo>
                  <a:close/>
                  <a:moveTo>
                    <a:pt x="643710" y="1028198"/>
                  </a:moveTo>
                  <a:lnTo>
                    <a:pt x="653444" y="1005358"/>
                  </a:lnTo>
                  <a:lnTo>
                    <a:pt x="624021" y="1019926"/>
                  </a:lnTo>
                  <a:close/>
                  <a:moveTo>
                    <a:pt x="643710" y="1028198"/>
                  </a:moveTo>
                  <a:lnTo>
                    <a:pt x="672760" y="1031669"/>
                  </a:lnTo>
                  <a:lnTo>
                    <a:pt x="653444" y="1005358"/>
                  </a:lnTo>
                  <a:close/>
                  <a:moveTo>
                    <a:pt x="819743" y="1082933"/>
                  </a:moveTo>
                  <a:lnTo>
                    <a:pt x="817260" y="1051694"/>
                  </a:lnTo>
                  <a:lnTo>
                    <a:pt x="812094" y="1042257"/>
                  </a:lnTo>
                  <a:close/>
                  <a:moveTo>
                    <a:pt x="819743" y="1082933"/>
                  </a:moveTo>
                  <a:lnTo>
                    <a:pt x="828426" y="1093444"/>
                  </a:lnTo>
                  <a:lnTo>
                    <a:pt x="830582" y="1079012"/>
                  </a:lnTo>
                  <a:close/>
                  <a:moveTo>
                    <a:pt x="828426" y="1093444"/>
                  </a:moveTo>
                  <a:lnTo>
                    <a:pt x="819743" y="1082933"/>
                  </a:lnTo>
                  <a:lnTo>
                    <a:pt x="819515" y="1079012"/>
                  </a:lnTo>
                  <a:close/>
                  <a:moveTo>
                    <a:pt x="717422" y="977700"/>
                  </a:moveTo>
                  <a:lnTo>
                    <a:pt x="754809" y="1005502"/>
                  </a:lnTo>
                  <a:lnTo>
                    <a:pt x="733327" y="987036"/>
                  </a:lnTo>
                  <a:close/>
                  <a:moveTo>
                    <a:pt x="717422" y="977700"/>
                  </a:moveTo>
                  <a:lnTo>
                    <a:pt x="757996" y="1016550"/>
                  </a:lnTo>
                  <a:lnTo>
                    <a:pt x="754809" y="1005502"/>
                  </a:lnTo>
                  <a:close/>
                  <a:moveTo>
                    <a:pt x="720736" y="968747"/>
                  </a:moveTo>
                  <a:lnTo>
                    <a:pt x="717422" y="977700"/>
                  </a:lnTo>
                  <a:lnTo>
                    <a:pt x="733327" y="987036"/>
                  </a:lnTo>
                  <a:close/>
                  <a:moveTo>
                    <a:pt x="676276" y="939316"/>
                  </a:moveTo>
                  <a:lnTo>
                    <a:pt x="720736" y="968747"/>
                  </a:lnTo>
                  <a:lnTo>
                    <a:pt x="686787" y="937608"/>
                  </a:lnTo>
                  <a:close/>
                  <a:moveTo>
                    <a:pt x="717422" y="977700"/>
                  </a:moveTo>
                  <a:lnTo>
                    <a:pt x="720736" y="968747"/>
                  </a:lnTo>
                  <a:lnTo>
                    <a:pt x="676276" y="939316"/>
                  </a:lnTo>
                  <a:close/>
                  <a:moveTo>
                    <a:pt x="678470" y="931992"/>
                  </a:moveTo>
                  <a:lnTo>
                    <a:pt x="676276" y="939316"/>
                  </a:lnTo>
                  <a:lnTo>
                    <a:pt x="686787" y="937608"/>
                  </a:lnTo>
                  <a:close/>
                  <a:moveTo>
                    <a:pt x="830582" y="1079012"/>
                  </a:moveTo>
                  <a:lnTo>
                    <a:pt x="828426" y="1093444"/>
                  </a:lnTo>
                  <a:lnTo>
                    <a:pt x="879720" y="1064436"/>
                  </a:lnTo>
                  <a:close/>
                  <a:moveTo>
                    <a:pt x="868780" y="1098583"/>
                  </a:moveTo>
                  <a:lnTo>
                    <a:pt x="828426" y="1093444"/>
                  </a:lnTo>
                  <a:lnTo>
                    <a:pt x="840747" y="1110604"/>
                  </a:lnTo>
                  <a:close/>
                  <a:moveTo>
                    <a:pt x="812094" y="1042257"/>
                  </a:moveTo>
                  <a:lnTo>
                    <a:pt x="817260" y="1051694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17260" y="1051694"/>
                  </a:lnTo>
                  <a:lnTo>
                    <a:pt x="877245" y="1063273"/>
                  </a:lnTo>
                  <a:close/>
                  <a:moveTo>
                    <a:pt x="865909" y="1027743"/>
                  </a:moveTo>
                  <a:lnTo>
                    <a:pt x="822183" y="1036203"/>
                  </a:lnTo>
                  <a:lnTo>
                    <a:pt x="877245" y="1063273"/>
                  </a:lnTo>
                  <a:close/>
                  <a:moveTo>
                    <a:pt x="792680" y="988353"/>
                  </a:moveTo>
                  <a:lnTo>
                    <a:pt x="777171" y="1026384"/>
                  </a:lnTo>
                  <a:lnTo>
                    <a:pt x="822183" y="1036203"/>
                  </a:lnTo>
                  <a:close/>
                  <a:moveTo>
                    <a:pt x="823657" y="990257"/>
                  </a:moveTo>
                  <a:lnTo>
                    <a:pt x="792680" y="988353"/>
                  </a:lnTo>
                  <a:lnTo>
                    <a:pt x="822183" y="1036203"/>
                  </a:lnTo>
                  <a:close/>
                  <a:moveTo>
                    <a:pt x="822183" y="1036203"/>
                  </a:moveTo>
                  <a:lnTo>
                    <a:pt x="852896" y="993574"/>
                  </a:lnTo>
                  <a:lnTo>
                    <a:pt x="823657" y="990257"/>
                  </a:lnTo>
                  <a:close/>
                  <a:moveTo>
                    <a:pt x="754809" y="1005502"/>
                  </a:moveTo>
                  <a:lnTo>
                    <a:pt x="777171" y="1026384"/>
                  </a:lnTo>
                  <a:lnTo>
                    <a:pt x="792680" y="988353"/>
                  </a:lnTo>
                  <a:close/>
                  <a:moveTo>
                    <a:pt x="754809" y="1005502"/>
                  </a:moveTo>
                  <a:lnTo>
                    <a:pt x="792680" y="988353"/>
                  </a:lnTo>
                  <a:lnTo>
                    <a:pt x="733327" y="987036"/>
                  </a:lnTo>
                  <a:close/>
                  <a:moveTo>
                    <a:pt x="811088" y="955728"/>
                  </a:moveTo>
                  <a:lnTo>
                    <a:pt x="792695" y="988219"/>
                  </a:lnTo>
                  <a:lnTo>
                    <a:pt x="792680" y="988353"/>
                  </a:lnTo>
                  <a:close/>
                  <a:moveTo>
                    <a:pt x="811088" y="955728"/>
                  </a:moveTo>
                  <a:lnTo>
                    <a:pt x="792680" y="988353"/>
                  </a:lnTo>
                  <a:lnTo>
                    <a:pt x="823657" y="990257"/>
                  </a:lnTo>
                  <a:close/>
                  <a:moveTo>
                    <a:pt x="719424" y="914808"/>
                  </a:moveTo>
                  <a:lnTo>
                    <a:pt x="686787" y="937608"/>
                  </a:lnTo>
                  <a:lnTo>
                    <a:pt x="720736" y="968747"/>
                  </a:lnTo>
                  <a:close/>
                  <a:moveTo>
                    <a:pt x="678470" y="931992"/>
                  </a:moveTo>
                  <a:lnTo>
                    <a:pt x="686787" y="937608"/>
                  </a:lnTo>
                  <a:lnTo>
                    <a:pt x="696234" y="923091"/>
                  </a:lnTo>
                  <a:close/>
                  <a:moveTo>
                    <a:pt x="879746" y="1061240"/>
                  </a:moveTo>
                  <a:lnTo>
                    <a:pt x="879720" y="1064436"/>
                  </a:lnTo>
                  <a:lnTo>
                    <a:pt x="865541" y="1045700"/>
                  </a:lnTo>
                  <a:close/>
                  <a:moveTo>
                    <a:pt x="880933" y="1061828"/>
                  </a:moveTo>
                  <a:lnTo>
                    <a:pt x="879720" y="1064436"/>
                  </a:lnTo>
                  <a:lnTo>
                    <a:pt x="879746" y="1061240"/>
                  </a:lnTo>
                  <a:close/>
                  <a:moveTo>
                    <a:pt x="788072" y="947352"/>
                  </a:moveTo>
                  <a:lnTo>
                    <a:pt x="792695" y="988219"/>
                  </a:lnTo>
                  <a:lnTo>
                    <a:pt x="802753" y="951563"/>
                  </a:lnTo>
                  <a:close/>
                  <a:moveTo>
                    <a:pt x="775948" y="925605"/>
                  </a:moveTo>
                  <a:lnTo>
                    <a:pt x="788072" y="947352"/>
                  </a:lnTo>
                  <a:lnTo>
                    <a:pt x="802753" y="951563"/>
                  </a:lnTo>
                  <a:close/>
                  <a:moveTo>
                    <a:pt x="690932" y="750605"/>
                  </a:moveTo>
                  <a:lnTo>
                    <a:pt x="712869" y="718130"/>
                  </a:lnTo>
                  <a:lnTo>
                    <a:pt x="668867" y="731033"/>
                  </a:lnTo>
                  <a:close/>
                  <a:moveTo>
                    <a:pt x="676206" y="767789"/>
                  </a:moveTo>
                  <a:lnTo>
                    <a:pt x="690932" y="750605"/>
                  </a:lnTo>
                  <a:lnTo>
                    <a:pt x="668867" y="731033"/>
                  </a:lnTo>
                  <a:close/>
                  <a:moveTo>
                    <a:pt x="910806" y="917197"/>
                  </a:moveTo>
                  <a:lnTo>
                    <a:pt x="920895" y="901392"/>
                  </a:lnTo>
                  <a:lnTo>
                    <a:pt x="876368" y="929745"/>
                  </a:lnTo>
                  <a:close/>
                  <a:moveTo>
                    <a:pt x="920895" y="901392"/>
                  </a:moveTo>
                  <a:lnTo>
                    <a:pt x="940964" y="917197"/>
                  </a:lnTo>
                  <a:lnTo>
                    <a:pt x="909089" y="885485"/>
                  </a:lnTo>
                  <a:close/>
                  <a:moveTo>
                    <a:pt x="616828" y="608201"/>
                  </a:moveTo>
                  <a:lnTo>
                    <a:pt x="656186" y="640340"/>
                  </a:lnTo>
                  <a:lnTo>
                    <a:pt x="671188" y="590662"/>
                  </a:lnTo>
                  <a:close/>
                  <a:moveTo>
                    <a:pt x="614473" y="599396"/>
                  </a:moveTo>
                  <a:lnTo>
                    <a:pt x="608242" y="603585"/>
                  </a:lnTo>
                  <a:lnTo>
                    <a:pt x="594648" y="553642"/>
                  </a:lnTo>
                  <a:close/>
                  <a:moveTo>
                    <a:pt x="449280" y="365872"/>
                  </a:moveTo>
                  <a:lnTo>
                    <a:pt x="441789" y="383055"/>
                  </a:lnTo>
                  <a:lnTo>
                    <a:pt x="457017" y="402627"/>
                  </a:lnTo>
                  <a:close/>
                  <a:moveTo>
                    <a:pt x="429470" y="346300"/>
                  </a:moveTo>
                  <a:lnTo>
                    <a:pt x="441789" y="383055"/>
                  </a:lnTo>
                  <a:lnTo>
                    <a:pt x="449280" y="365872"/>
                  </a:lnTo>
                  <a:close/>
                  <a:moveTo>
                    <a:pt x="236909" y="145342"/>
                  </a:moveTo>
                  <a:lnTo>
                    <a:pt x="237107" y="108587"/>
                  </a:lnTo>
                  <a:lnTo>
                    <a:pt x="227121" y="147763"/>
                  </a:lnTo>
                  <a:close/>
                  <a:moveTo>
                    <a:pt x="227121" y="147763"/>
                  </a:moveTo>
                  <a:lnTo>
                    <a:pt x="237107" y="108587"/>
                  </a:lnTo>
                  <a:lnTo>
                    <a:pt x="237156" y="112830"/>
                  </a:lnTo>
                  <a:close/>
                  <a:moveTo>
                    <a:pt x="203042" y="158223"/>
                  </a:moveTo>
                  <a:lnTo>
                    <a:pt x="236909" y="145342"/>
                  </a:lnTo>
                  <a:lnTo>
                    <a:pt x="227121" y="147763"/>
                  </a:lnTo>
                  <a:close/>
                  <a:moveTo>
                    <a:pt x="206218" y="97979"/>
                  </a:moveTo>
                  <a:lnTo>
                    <a:pt x="237156" y="112830"/>
                  </a:lnTo>
                  <a:lnTo>
                    <a:pt x="237107" y="108587"/>
                  </a:lnTo>
                  <a:close/>
                  <a:moveTo>
                    <a:pt x="925775" y="953952"/>
                  </a:moveTo>
                  <a:lnTo>
                    <a:pt x="947133" y="944050"/>
                  </a:lnTo>
                  <a:lnTo>
                    <a:pt x="910806" y="917197"/>
                  </a:lnTo>
                  <a:close/>
                  <a:moveTo>
                    <a:pt x="839991" y="842736"/>
                  </a:moveTo>
                  <a:lnTo>
                    <a:pt x="878624" y="880442"/>
                  </a:lnTo>
                  <a:lnTo>
                    <a:pt x="842379" y="843687"/>
                  </a:lnTo>
                  <a:close/>
                  <a:moveTo>
                    <a:pt x="839991" y="842736"/>
                  </a:moveTo>
                  <a:lnTo>
                    <a:pt x="837246" y="837795"/>
                  </a:lnTo>
                  <a:lnTo>
                    <a:pt x="829790" y="843687"/>
                  </a:lnTo>
                  <a:close/>
                  <a:moveTo>
                    <a:pt x="839991" y="842736"/>
                  </a:moveTo>
                  <a:lnTo>
                    <a:pt x="842379" y="843687"/>
                  </a:lnTo>
                  <a:lnTo>
                    <a:pt x="837246" y="837795"/>
                  </a:lnTo>
                  <a:close/>
                  <a:moveTo>
                    <a:pt x="671188" y="590662"/>
                  </a:moveTo>
                  <a:lnTo>
                    <a:pt x="715674" y="576398"/>
                  </a:lnTo>
                  <a:lnTo>
                    <a:pt x="675107" y="582290"/>
                  </a:lnTo>
                  <a:close/>
                  <a:moveTo>
                    <a:pt x="730598" y="591999"/>
                  </a:moveTo>
                  <a:lnTo>
                    <a:pt x="731223" y="608504"/>
                  </a:lnTo>
                  <a:lnTo>
                    <a:pt x="728162" y="605973"/>
                  </a:lnTo>
                  <a:close/>
                  <a:moveTo>
                    <a:pt x="715674" y="576398"/>
                  </a:moveTo>
                  <a:lnTo>
                    <a:pt x="706186" y="539364"/>
                  </a:lnTo>
                  <a:lnTo>
                    <a:pt x="675107" y="582290"/>
                  </a:lnTo>
                  <a:close/>
                  <a:moveTo>
                    <a:pt x="256380" y="36374"/>
                  </a:moveTo>
                  <a:lnTo>
                    <a:pt x="237807" y="22806"/>
                  </a:lnTo>
                  <a:lnTo>
                    <a:pt x="250436" y="42519"/>
                  </a:lnTo>
                  <a:close/>
                  <a:moveTo>
                    <a:pt x="160102" y="31803"/>
                  </a:moveTo>
                  <a:lnTo>
                    <a:pt x="199949" y="26496"/>
                  </a:lnTo>
                  <a:lnTo>
                    <a:pt x="180012" y="0"/>
                  </a:lnTo>
                  <a:close/>
                  <a:moveTo>
                    <a:pt x="199949" y="26496"/>
                  </a:moveTo>
                  <a:lnTo>
                    <a:pt x="237807" y="22806"/>
                  </a:lnTo>
                  <a:lnTo>
                    <a:pt x="216789" y="12925"/>
                  </a:lnTo>
                  <a:close/>
                  <a:moveTo>
                    <a:pt x="838595" y="530641"/>
                  </a:moveTo>
                  <a:lnTo>
                    <a:pt x="893800" y="557596"/>
                  </a:lnTo>
                  <a:lnTo>
                    <a:pt x="879208" y="52471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45" name="Input_density__84">
              <a:extLst>
                <a:ext uri="{FF2B5EF4-FFF2-40B4-BE49-F238E27FC236}">
                  <a16:creationId xmlns:a16="http://schemas.microsoft.com/office/drawing/2014/main" id="{F4163D42-94B6-126A-E86D-03F0E3DAB8B3}"/>
                </a:ext>
              </a:extLst>
            </p:cNvPr>
            <p:cNvSpPr>
              <a:spLocks noGrp="1"/>
            </p:cNvSpPr>
            <p:nvPr/>
          </p:nvSpPr>
          <p:spPr>
            <a:xfrm>
              <a:off x="997153" y="1866662"/>
              <a:ext cx="979830" cy="1259337"/>
            </a:xfrm>
            <a:custGeom>
              <a:avLst/>
              <a:gdLst/>
              <a:ahLst/>
              <a:cxnLst/>
              <a:rect l="0" t="0" r="0" b="0"/>
              <a:pathLst>
                <a:path w="979830" h="1259337">
                  <a:moveTo>
                    <a:pt x="32635" y="1127707"/>
                  </a:moveTo>
                  <a:lnTo>
                    <a:pt x="2194" y="1130282"/>
                  </a:lnTo>
                  <a:lnTo>
                    <a:pt x="0" y="1130265"/>
                  </a:lnTo>
                  <a:close/>
                  <a:moveTo>
                    <a:pt x="568660" y="1249174"/>
                  </a:moveTo>
                  <a:lnTo>
                    <a:pt x="561741" y="1254563"/>
                  </a:lnTo>
                  <a:lnTo>
                    <a:pt x="573530" y="1259337"/>
                  </a:lnTo>
                  <a:close/>
                  <a:moveTo>
                    <a:pt x="211565" y="844869"/>
                  </a:moveTo>
                  <a:lnTo>
                    <a:pt x="205109" y="862052"/>
                  </a:lnTo>
                  <a:lnTo>
                    <a:pt x="239410" y="825248"/>
                  </a:lnTo>
                  <a:close/>
                  <a:moveTo>
                    <a:pt x="568660" y="1249174"/>
                  </a:moveTo>
                  <a:lnTo>
                    <a:pt x="573530" y="1259337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586908" y="1252452"/>
                  </a:lnTo>
                  <a:lnTo>
                    <a:pt x="573530" y="1259337"/>
                  </a:lnTo>
                  <a:close/>
                  <a:moveTo>
                    <a:pt x="592569" y="1249174"/>
                  </a:moveTo>
                  <a:lnTo>
                    <a:pt x="609330" y="1240074"/>
                  </a:lnTo>
                  <a:lnTo>
                    <a:pt x="586908" y="1252452"/>
                  </a:lnTo>
                  <a:close/>
                  <a:moveTo>
                    <a:pt x="592569" y="1249174"/>
                  </a:moveTo>
                  <a:lnTo>
                    <a:pt x="624819" y="1231991"/>
                  </a:lnTo>
                  <a:lnTo>
                    <a:pt x="609330" y="1240074"/>
                  </a:lnTo>
                  <a:close/>
                  <a:moveTo>
                    <a:pt x="83665" y="570401"/>
                  </a:moveTo>
                  <a:lnTo>
                    <a:pt x="86608" y="578866"/>
                  </a:lnTo>
                  <a:lnTo>
                    <a:pt x="94082" y="559412"/>
                  </a:lnTo>
                  <a:close/>
                  <a:moveTo>
                    <a:pt x="661758" y="1186942"/>
                  </a:moveTo>
                  <a:lnTo>
                    <a:pt x="673999" y="1187087"/>
                  </a:lnTo>
                  <a:lnTo>
                    <a:pt x="647580" y="1181477"/>
                  </a:lnTo>
                  <a:close/>
                  <a:moveTo>
                    <a:pt x="704641" y="1178052"/>
                  </a:moveTo>
                  <a:lnTo>
                    <a:pt x="689053" y="1192784"/>
                  </a:lnTo>
                  <a:lnTo>
                    <a:pt x="673999" y="1187087"/>
                  </a:lnTo>
                  <a:close/>
                  <a:moveTo>
                    <a:pt x="695790" y="1169371"/>
                  </a:moveTo>
                  <a:lnTo>
                    <a:pt x="689053" y="1192784"/>
                  </a:lnTo>
                  <a:lnTo>
                    <a:pt x="704641" y="1178052"/>
                  </a:lnTo>
                  <a:close/>
                  <a:moveTo>
                    <a:pt x="704914" y="1155877"/>
                  </a:moveTo>
                  <a:lnTo>
                    <a:pt x="704641" y="1178052"/>
                  </a:lnTo>
                  <a:lnTo>
                    <a:pt x="716779" y="1171872"/>
                  </a:lnTo>
                  <a:close/>
                  <a:moveTo>
                    <a:pt x="704914" y="1155877"/>
                  </a:moveTo>
                  <a:lnTo>
                    <a:pt x="716779" y="1171872"/>
                  </a:lnTo>
                  <a:lnTo>
                    <a:pt x="734587" y="1142244"/>
                  </a:lnTo>
                  <a:close/>
                  <a:moveTo>
                    <a:pt x="309350" y="673540"/>
                  </a:moveTo>
                  <a:lnTo>
                    <a:pt x="284039" y="675116"/>
                  </a:lnTo>
                  <a:lnTo>
                    <a:pt x="336405" y="650119"/>
                  </a:lnTo>
                  <a:close/>
                  <a:moveTo>
                    <a:pt x="233875" y="536034"/>
                  </a:moveTo>
                  <a:lnTo>
                    <a:pt x="208858" y="546972"/>
                  </a:lnTo>
                  <a:lnTo>
                    <a:pt x="197439" y="542939"/>
                  </a:lnTo>
                  <a:close/>
                  <a:moveTo>
                    <a:pt x="798664" y="1161035"/>
                  </a:moveTo>
                  <a:lnTo>
                    <a:pt x="779367" y="1155601"/>
                  </a:lnTo>
                  <a:lnTo>
                    <a:pt x="807660" y="1166300"/>
                  </a:lnTo>
                  <a:close/>
                  <a:moveTo>
                    <a:pt x="830082" y="1153923"/>
                  </a:moveTo>
                  <a:lnTo>
                    <a:pt x="798664" y="1161035"/>
                  </a:lnTo>
                  <a:lnTo>
                    <a:pt x="807660" y="1166300"/>
                  </a:lnTo>
                  <a:close/>
                  <a:moveTo>
                    <a:pt x="835346" y="1137179"/>
                  </a:moveTo>
                  <a:lnTo>
                    <a:pt x="830048" y="1126502"/>
                  </a:lnTo>
                  <a:lnTo>
                    <a:pt x="830082" y="1153923"/>
                  </a:lnTo>
                  <a:close/>
                  <a:moveTo>
                    <a:pt x="835346" y="1137179"/>
                  </a:moveTo>
                  <a:lnTo>
                    <a:pt x="830082" y="1153923"/>
                  </a:lnTo>
                  <a:lnTo>
                    <a:pt x="841524" y="1143685"/>
                  </a:lnTo>
                  <a:close/>
                  <a:moveTo>
                    <a:pt x="841896" y="1101887"/>
                  </a:moveTo>
                  <a:lnTo>
                    <a:pt x="841524" y="1143685"/>
                  </a:lnTo>
                  <a:lnTo>
                    <a:pt x="857909" y="1133388"/>
                  </a:lnTo>
                  <a:close/>
                  <a:moveTo>
                    <a:pt x="901365" y="1103446"/>
                  </a:moveTo>
                  <a:lnTo>
                    <a:pt x="877999" y="1112293"/>
                  </a:lnTo>
                  <a:lnTo>
                    <a:pt x="931594" y="1091890"/>
                  </a:lnTo>
                  <a:close/>
                  <a:moveTo>
                    <a:pt x="901365" y="1103446"/>
                  </a:moveTo>
                  <a:lnTo>
                    <a:pt x="931594" y="1091890"/>
                  </a:lnTo>
                  <a:lnTo>
                    <a:pt x="953283" y="1076777"/>
                  </a:lnTo>
                  <a:close/>
                  <a:moveTo>
                    <a:pt x="79192" y="22701"/>
                  </a:moveTo>
                  <a:lnTo>
                    <a:pt x="83468" y="6669"/>
                  </a:lnTo>
                  <a:lnTo>
                    <a:pt x="83107" y="0"/>
                  </a:lnTo>
                  <a:close/>
                  <a:moveTo>
                    <a:pt x="967059" y="1018625"/>
                  </a:moveTo>
                  <a:lnTo>
                    <a:pt x="979830" y="1001442"/>
                  </a:lnTo>
                  <a:lnTo>
                    <a:pt x="963904" y="1055380"/>
                  </a:lnTo>
                  <a:close/>
                  <a:moveTo>
                    <a:pt x="845640" y="636592"/>
                  </a:moveTo>
                  <a:lnTo>
                    <a:pt x="846106" y="636589"/>
                  </a:lnTo>
                  <a:lnTo>
                    <a:pt x="844693" y="636280"/>
                  </a:lnTo>
                  <a:close/>
                  <a:moveTo>
                    <a:pt x="845640" y="636592"/>
                  </a:moveTo>
                  <a:lnTo>
                    <a:pt x="844693" y="636280"/>
                  </a:lnTo>
                  <a:lnTo>
                    <a:pt x="822664" y="645150"/>
                  </a:lnTo>
                  <a:close/>
                  <a:moveTo>
                    <a:pt x="846372" y="636280"/>
                  </a:moveTo>
                  <a:lnTo>
                    <a:pt x="845640" y="636592"/>
                  </a:lnTo>
                  <a:lnTo>
                    <a:pt x="851968" y="599525"/>
                  </a:lnTo>
                  <a:close/>
                  <a:moveTo>
                    <a:pt x="846372" y="636280"/>
                  </a:moveTo>
                  <a:lnTo>
                    <a:pt x="846106" y="636589"/>
                  </a:lnTo>
                  <a:lnTo>
                    <a:pt x="845640" y="636592"/>
                  </a:lnTo>
                  <a:close/>
                  <a:moveTo>
                    <a:pt x="844693" y="636280"/>
                  </a:moveTo>
                  <a:lnTo>
                    <a:pt x="846106" y="636589"/>
                  </a:lnTo>
                  <a:lnTo>
                    <a:pt x="846352" y="636013"/>
                  </a:lnTo>
                  <a:close/>
                  <a:moveTo>
                    <a:pt x="846352" y="636013"/>
                  </a:moveTo>
                  <a:lnTo>
                    <a:pt x="846106" y="636589"/>
                  </a:lnTo>
                  <a:lnTo>
                    <a:pt x="846372" y="636280"/>
                  </a:lnTo>
                  <a:close/>
                  <a:moveTo>
                    <a:pt x="855856" y="576832"/>
                  </a:moveTo>
                  <a:lnTo>
                    <a:pt x="851968" y="599525"/>
                  </a:lnTo>
                  <a:lnTo>
                    <a:pt x="863351" y="576487"/>
                  </a:lnTo>
                  <a:close/>
                  <a:moveTo>
                    <a:pt x="855856" y="576832"/>
                  </a:moveTo>
                  <a:lnTo>
                    <a:pt x="863351" y="576487"/>
                  </a:lnTo>
                  <a:lnTo>
                    <a:pt x="885734" y="563964"/>
                  </a:lnTo>
                  <a:close/>
                  <a:moveTo>
                    <a:pt x="595867" y="301489"/>
                  </a:moveTo>
                  <a:lnTo>
                    <a:pt x="618137" y="282556"/>
                  </a:lnTo>
                  <a:lnTo>
                    <a:pt x="604815" y="261114"/>
                  </a:lnTo>
                  <a:close/>
                  <a:moveTo>
                    <a:pt x="898052" y="531576"/>
                  </a:moveTo>
                  <a:lnTo>
                    <a:pt x="885734" y="563964"/>
                  </a:lnTo>
                  <a:lnTo>
                    <a:pt x="897084" y="545587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46" name="Input_density__85">
              <a:extLst>
                <a:ext uri="{FF2B5EF4-FFF2-40B4-BE49-F238E27FC236}">
                  <a16:creationId xmlns:a16="http://schemas.microsoft.com/office/drawing/2014/main" id="{50989303-E47A-38D0-0373-DC0BA4C1CEC9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66268"/>
              <a:ext cx="978136" cy="1351324"/>
            </a:xfrm>
            <a:custGeom>
              <a:avLst/>
              <a:gdLst/>
              <a:ahLst/>
              <a:cxnLst/>
              <a:rect l="0" t="0" r="0" b="0"/>
              <a:pathLst>
                <a:path w="978136" h="1351324">
                  <a:moveTo>
                    <a:pt x="0" y="1095951"/>
                  </a:moveTo>
                  <a:lnTo>
                    <a:pt x="35256" y="1132139"/>
                  </a:lnTo>
                  <a:lnTo>
                    <a:pt x="1676" y="1099042"/>
                  </a:lnTo>
                  <a:close/>
                  <a:moveTo>
                    <a:pt x="22594" y="1078200"/>
                  </a:moveTo>
                  <a:lnTo>
                    <a:pt x="1676" y="1099042"/>
                  </a:lnTo>
                  <a:lnTo>
                    <a:pt x="35256" y="1132139"/>
                  </a:lnTo>
                  <a:close/>
                  <a:moveTo>
                    <a:pt x="392763" y="1351324"/>
                  </a:moveTo>
                  <a:lnTo>
                    <a:pt x="426131" y="1306538"/>
                  </a:lnTo>
                  <a:lnTo>
                    <a:pt x="395818" y="1304094"/>
                  </a:lnTo>
                  <a:close/>
                  <a:moveTo>
                    <a:pt x="232117" y="1049116"/>
                  </a:moveTo>
                  <a:lnTo>
                    <a:pt x="263033" y="1026650"/>
                  </a:lnTo>
                  <a:lnTo>
                    <a:pt x="238368" y="1037603"/>
                  </a:lnTo>
                  <a:close/>
                  <a:moveTo>
                    <a:pt x="238368" y="1037603"/>
                  </a:moveTo>
                  <a:lnTo>
                    <a:pt x="263033" y="1026650"/>
                  </a:lnTo>
                  <a:lnTo>
                    <a:pt x="247582" y="1010730"/>
                  </a:lnTo>
                  <a:close/>
                  <a:moveTo>
                    <a:pt x="263033" y="1026650"/>
                  </a:moveTo>
                  <a:lnTo>
                    <a:pt x="293242" y="1056870"/>
                  </a:lnTo>
                  <a:lnTo>
                    <a:pt x="294291" y="1019227"/>
                  </a:lnTo>
                  <a:close/>
                  <a:moveTo>
                    <a:pt x="249669" y="983668"/>
                  </a:moveTo>
                  <a:lnTo>
                    <a:pt x="247582" y="1010730"/>
                  </a:lnTo>
                  <a:lnTo>
                    <a:pt x="278029" y="972712"/>
                  </a:lnTo>
                  <a:close/>
                  <a:moveTo>
                    <a:pt x="247582" y="1010730"/>
                  </a:moveTo>
                  <a:lnTo>
                    <a:pt x="263033" y="1026650"/>
                  </a:lnTo>
                  <a:lnTo>
                    <a:pt x="278029" y="972712"/>
                  </a:lnTo>
                  <a:close/>
                  <a:moveTo>
                    <a:pt x="278029" y="972712"/>
                  </a:moveTo>
                  <a:lnTo>
                    <a:pt x="263033" y="1026650"/>
                  </a:lnTo>
                  <a:lnTo>
                    <a:pt x="301609" y="991943"/>
                  </a:lnTo>
                  <a:close/>
                  <a:moveTo>
                    <a:pt x="301609" y="991943"/>
                  </a:moveTo>
                  <a:lnTo>
                    <a:pt x="263033" y="1026650"/>
                  </a:lnTo>
                  <a:lnTo>
                    <a:pt x="294291" y="1019227"/>
                  </a:lnTo>
                  <a:close/>
                  <a:moveTo>
                    <a:pt x="294291" y="1019227"/>
                  </a:moveTo>
                  <a:lnTo>
                    <a:pt x="293242" y="1056870"/>
                  </a:lnTo>
                  <a:lnTo>
                    <a:pt x="306078" y="1026650"/>
                  </a:lnTo>
                  <a:close/>
                  <a:moveTo>
                    <a:pt x="381478" y="913027"/>
                  </a:moveTo>
                  <a:lnTo>
                    <a:pt x="396158" y="903875"/>
                  </a:lnTo>
                  <a:lnTo>
                    <a:pt x="391981" y="901590"/>
                  </a:lnTo>
                  <a:close/>
                  <a:moveTo>
                    <a:pt x="381478" y="913027"/>
                  </a:moveTo>
                  <a:lnTo>
                    <a:pt x="391981" y="901590"/>
                  </a:lnTo>
                  <a:lnTo>
                    <a:pt x="382023" y="867837"/>
                  </a:lnTo>
                  <a:close/>
                  <a:moveTo>
                    <a:pt x="257982" y="842668"/>
                  </a:moveTo>
                  <a:lnTo>
                    <a:pt x="288295" y="845113"/>
                  </a:lnTo>
                  <a:lnTo>
                    <a:pt x="299308" y="791412"/>
                  </a:lnTo>
                  <a:close/>
                  <a:moveTo>
                    <a:pt x="299308" y="791412"/>
                  </a:moveTo>
                  <a:lnTo>
                    <a:pt x="288337" y="845264"/>
                  </a:lnTo>
                  <a:lnTo>
                    <a:pt x="338600" y="813252"/>
                  </a:lnTo>
                  <a:close/>
                  <a:moveTo>
                    <a:pt x="184245" y="651792"/>
                  </a:moveTo>
                  <a:lnTo>
                    <a:pt x="189173" y="628300"/>
                  </a:lnTo>
                  <a:lnTo>
                    <a:pt x="190922" y="661489"/>
                  </a:lnTo>
                  <a:close/>
                  <a:moveTo>
                    <a:pt x="185201" y="681060"/>
                  </a:moveTo>
                  <a:lnTo>
                    <a:pt x="184245" y="651792"/>
                  </a:lnTo>
                  <a:lnTo>
                    <a:pt x="195763" y="687175"/>
                  </a:lnTo>
                  <a:close/>
                  <a:moveTo>
                    <a:pt x="668282" y="1232385"/>
                  </a:moveTo>
                  <a:lnTo>
                    <a:pt x="686101" y="1240469"/>
                  </a:lnTo>
                  <a:lnTo>
                    <a:pt x="700058" y="1219281"/>
                  </a:lnTo>
                  <a:close/>
                  <a:moveTo>
                    <a:pt x="396158" y="903875"/>
                  </a:moveTo>
                  <a:lnTo>
                    <a:pt x="432414" y="938345"/>
                  </a:lnTo>
                  <a:lnTo>
                    <a:pt x="440762" y="884407"/>
                  </a:lnTo>
                  <a:close/>
                  <a:moveTo>
                    <a:pt x="381976" y="864835"/>
                  </a:moveTo>
                  <a:lnTo>
                    <a:pt x="396718" y="900638"/>
                  </a:lnTo>
                  <a:lnTo>
                    <a:pt x="391079" y="860475"/>
                  </a:lnTo>
                  <a:close/>
                  <a:moveTo>
                    <a:pt x="376971" y="810897"/>
                  </a:moveTo>
                  <a:lnTo>
                    <a:pt x="391079" y="860475"/>
                  </a:lnTo>
                  <a:lnTo>
                    <a:pt x="404216" y="837797"/>
                  </a:lnTo>
                  <a:close/>
                  <a:moveTo>
                    <a:pt x="381976" y="864835"/>
                  </a:moveTo>
                  <a:lnTo>
                    <a:pt x="391079" y="860475"/>
                  </a:lnTo>
                  <a:lnTo>
                    <a:pt x="376971" y="810897"/>
                  </a:lnTo>
                  <a:close/>
                  <a:moveTo>
                    <a:pt x="352383" y="828080"/>
                  </a:moveTo>
                  <a:lnTo>
                    <a:pt x="381976" y="864835"/>
                  </a:lnTo>
                  <a:lnTo>
                    <a:pt x="376971" y="810897"/>
                  </a:lnTo>
                  <a:close/>
                  <a:moveTo>
                    <a:pt x="391079" y="860475"/>
                  </a:moveTo>
                  <a:lnTo>
                    <a:pt x="432029" y="847652"/>
                  </a:lnTo>
                  <a:lnTo>
                    <a:pt x="404216" y="837797"/>
                  </a:lnTo>
                  <a:close/>
                  <a:moveTo>
                    <a:pt x="726997" y="1124508"/>
                  </a:moveTo>
                  <a:lnTo>
                    <a:pt x="729992" y="1177286"/>
                  </a:lnTo>
                  <a:lnTo>
                    <a:pt x="745632" y="1146052"/>
                  </a:lnTo>
                  <a:close/>
                  <a:moveTo>
                    <a:pt x="724963" y="1178447"/>
                  </a:moveTo>
                  <a:lnTo>
                    <a:pt x="729992" y="1177286"/>
                  </a:lnTo>
                  <a:lnTo>
                    <a:pt x="726997" y="1124508"/>
                  </a:lnTo>
                  <a:close/>
                  <a:moveTo>
                    <a:pt x="694122" y="1078039"/>
                  </a:moveTo>
                  <a:lnTo>
                    <a:pt x="665809" y="1068136"/>
                  </a:lnTo>
                  <a:lnTo>
                    <a:pt x="704943" y="1087753"/>
                  </a:lnTo>
                  <a:close/>
                  <a:moveTo>
                    <a:pt x="623466" y="1030725"/>
                  </a:moveTo>
                  <a:lnTo>
                    <a:pt x="669674" y="1050998"/>
                  </a:lnTo>
                  <a:lnTo>
                    <a:pt x="646572" y="1024837"/>
                  </a:lnTo>
                  <a:close/>
                  <a:moveTo>
                    <a:pt x="623466" y="1030725"/>
                  </a:moveTo>
                  <a:lnTo>
                    <a:pt x="665809" y="1068136"/>
                  </a:lnTo>
                  <a:lnTo>
                    <a:pt x="669674" y="1050998"/>
                  </a:lnTo>
                  <a:close/>
                  <a:moveTo>
                    <a:pt x="512391" y="921162"/>
                  </a:moveTo>
                  <a:lnTo>
                    <a:pt x="530439" y="935995"/>
                  </a:lnTo>
                  <a:lnTo>
                    <a:pt x="534920" y="914294"/>
                  </a:lnTo>
                  <a:close/>
                  <a:moveTo>
                    <a:pt x="523829" y="911281"/>
                  </a:moveTo>
                  <a:lnTo>
                    <a:pt x="512391" y="921162"/>
                  </a:lnTo>
                  <a:lnTo>
                    <a:pt x="534920" y="914294"/>
                  </a:lnTo>
                  <a:close/>
                  <a:moveTo>
                    <a:pt x="530439" y="935995"/>
                  </a:moveTo>
                  <a:lnTo>
                    <a:pt x="534244" y="921162"/>
                  </a:lnTo>
                  <a:lnTo>
                    <a:pt x="534920" y="914294"/>
                  </a:lnTo>
                  <a:close/>
                  <a:moveTo>
                    <a:pt x="534920" y="914294"/>
                  </a:moveTo>
                  <a:lnTo>
                    <a:pt x="534244" y="921162"/>
                  </a:lnTo>
                  <a:lnTo>
                    <a:pt x="523829" y="911281"/>
                  </a:lnTo>
                  <a:close/>
                  <a:moveTo>
                    <a:pt x="455429" y="879995"/>
                  </a:moveTo>
                  <a:lnTo>
                    <a:pt x="458987" y="917999"/>
                  </a:lnTo>
                  <a:lnTo>
                    <a:pt x="462402" y="884407"/>
                  </a:lnTo>
                  <a:close/>
                  <a:moveTo>
                    <a:pt x="455429" y="879995"/>
                  </a:moveTo>
                  <a:lnTo>
                    <a:pt x="462402" y="884407"/>
                  </a:lnTo>
                  <a:lnTo>
                    <a:pt x="479623" y="842667"/>
                  </a:lnTo>
                  <a:close/>
                  <a:moveTo>
                    <a:pt x="439262" y="803644"/>
                  </a:moveTo>
                  <a:lnTo>
                    <a:pt x="411716" y="798950"/>
                  </a:lnTo>
                  <a:lnTo>
                    <a:pt x="442982" y="845367"/>
                  </a:lnTo>
                  <a:close/>
                  <a:moveTo>
                    <a:pt x="442982" y="845367"/>
                  </a:moveTo>
                  <a:lnTo>
                    <a:pt x="479623" y="842667"/>
                  </a:lnTo>
                  <a:lnTo>
                    <a:pt x="439262" y="803644"/>
                  </a:lnTo>
                  <a:close/>
                  <a:moveTo>
                    <a:pt x="447811" y="810897"/>
                  </a:moveTo>
                  <a:lnTo>
                    <a:pt x="441486" y="757089"/>
                  </a:lnTo>
                  <a:lnTo>
                    <a:pt x="439262" y="803644"/>
                  </a:lnTo>
                  <a:close/>
                  <a:moveTo>
                    <a:pt x="441745" y="756958"/>
                  </a:moveTo>
                  <a:lnTo>
                    <a:pt x="464129" y="765769"/>
                  </a:lnTo>
                  <a:lnTo>
                    <a:pt x="481741" y="782289"/>
                  </a:lnTo>
                  <a:close/>
                  <a:moveTo>
                    <a:pt x="402290" y="761866"/>
                  </a:moveTo>
                  <a:lnTo>
                    <a:pt x="416161" y="757880"/>
                  </a:lnTo>
                  <a:lnTo>
                    <a:pt x="380190" y="747968"/>
                  </a:lnTo>
                  <a:close/>
                  <a:moveTo>
                    <a:pt x="402290" y="761866"/>
                  </a:moveTo>
                  <a:lnTo>
                    <a:pt x="441486" y="757089"/>
                  </a:lnTo>
                  <a:lnTo>
                    <a:pt x="416161" y="757880"/>
                  </a:lnTo>
                  <a:close/>
                  <a:moveTo>
                    <a:pt x="669674" y="1050998"/>
                  </a:moveTo>
                  <a:lnTo>
                    <a:pt x="665809" y="1068136"/>
                  </a:lnTo>
                  <a:lnTo>
                    <a:pt x="694122" y="1078039"/>
                  </a:lnTo>
                  <a:close/>
                  <a:moveTo>
                    <a:pt x="637624" y="1014243"/>
                  </a:moveTo>
                  <a:lnTo>
                    <a:pt x="623466" y="1030725"/>
                  </a:lnTo>
                  <a:lnTo>
                    <a:pt x="646572" y="1024837"/>
                  </a:lnTo>
                  <a:close/>
                  <a:moveTo>
                    <a:pt x="637624" y="1014243"/>
                  </a:moveTo>
                  <a:lnTo>
                    <a:pt x="622326" y="986905"/>
                  </a:lnTo>
                  <a:lnTo>
                    <a:pt x="623466" y="1030725"/>
                  </a:lnTo>
                  <a:close/>
                  <a:moveTo>
                    <a:pt x="786413" y="1113758"/>
                  </a:moveTo>
                  <a:lnTo>
                    <a:pt x="745632" y="1146052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26570" y="1152946"/>
                  </a:lnTo>
                  <a:lnTo>
                    <a:pt x="824811" y="1144080"/>
                  </a:lnTo>
                  <a:close/>
                  <a:moveTo>
                    <a:pt x="814549" y="1107325"/>
                  </a:moveTo>
                  <a:lnTo>
                    <a:pt x="786413" y="1113758"/>
                  </a:lnTo>
                  <a:lnTo>
                    <a:pt x="781685" y="1156272"/>
                  </a:lnTo>
                  <a:close/>
                  <a:moveTo>
                    <a:pt x="814549" y="1107325"/>
                  </a:moveTo>
                  <a:lnTo>
                    <a:pt x="819004" y="1075017"/>
                  </a:lnTo>
                  <a:lnTo>
                    <a:pt x="786413" y="1113758"/>
                  </a:lnTo>
                  <a:close/>
                  <a:moveTo>
                    <a:pt x="786413" y="1113758"/>
                  </a:moveTo>
                  <a:lnTo>
                    <a:pt x="814298" y="1073429"/>
                  </a:lnTo>
                  <a:lnTo>
                    <a:pt x="780411" y="1073890"/>
                  </a:lnTo>
                  <a:close/>
                  <a:moveTo>
                    <a:pt x="694122" y="1078039"/>
                  </a:moveTo>
                  <a:lnTo>
                    <a:pt x="743514" y="1076798"/>
                  </a:lnTo>
                  <a:lnTo>
                    <a:pt x="741695" y="1035125"/>
                  </a:lnTo>
                  <a:close/>
                  <a:moveTo>
                    <a:pt x="694122" y="1078039"/>
                  </a:moveTo>
                  <a:lnTo>
                    <a:pt x="741695" y="1035125"/>
                  </a:lnTo>
                  <a:lnTo>
                    <a:pt x="708769" y="1036594"/>
                  </a:lnTo>
                  <a:close/>
                  <a:moveTo>
                    <a:pt x="764716" y="1041903"/>
                  </a:moveTo>
                  <a:lnTo>
                    <a:pt x="743514" y="1076798"/>
                  </a:lnTo>
                  <a:lnTo>
                    <a:pt x="780411" y="1073890"/>
                  </a:lnTo>
                  <a:close/>
                  <a:moveTo>
                    <a:pt x="705213" y="1033815"/>
                  </a:moveTo>
                  <a:lnTo>
                    <a:pt x="669674" y="1050998"/>
                  </a:lnTo>
                  <a:lnTo>
                    <a:pt x="694122" y="1078039"/>
                  </a:lnTo>
                  <a:close/>
                  <a:moveTo>
                    <a:pt x="669674" y="1050998"/>
                  </a:moveTo>
                  <a:lnTo>
                    <a:pt x="705213" y="1033815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37624" y="1014243"/>
                  </a:lnTo>
                  <a:lnTo>
                    <a:pt x="646572" y="1024837"/>
                  </a:lnTo>
                  <a:close/>
                  <a:moveTo>
                    <a:pt x="658344" y="997060"/>
                  </a:moveTo>
                  <a:lnTo>
                    <a:pt x="611568" y="977488"/>
                  </a:lnTo>
                  <a:lnTo>
                    <a:pt x="637624" y="1014243"/>
                  </a:lnTo>
                  <a:close/>
                  <a:moveTo>
                    <a:pt x="493335" y="793713"/>
                  </a:moveTo>
                  <a:lnTo>
                    <a:pt x="529336" y="784592"/>
                  </a:lnTo>
                  <a:lnTo>
                    <a:pt x="481741" y="782289"/>
                  </a:lnTo>
                  <a:close/>
                  <a:moveTo>
                    <a:pt x="481741" y="782289"/>
                  </a:moveTo>
                  <a:lnTo>
                    <a:pt x="529336" y="784592"/>
                  </a:lnTo>
                  <a:lnTo>
                    <a:pt x="536764" y="767225"/>
                  </a:lnTo>
                  <a:close/>
                  <a:moveTo>
                    <a:pt x="481741" y="782289"/>
                  </a:moveTo>
                  <a:lnTo>
                    <a:pt x="536764" y="767225"/>
                  </a:lnTo>
                  <a:lnTo>
                    <a:pt x="501206" y="758859"/>
                  </a:lnTo>
                  <a:close/>
                  <a:moveTo>
                    <a:pt x="204322" y="456481"/>
                  </a:moveTo>
                  <a:lnTo>
                    <a:pt x="227580" y="454906"/>
                  </a:lnTo>
                  <a:lnTo>
                    <a:pt x="192953" y="450018"/>
                  </a:lnTo>
                  <a:close/>
                  <a:moveTo>
                    <a:pt x="791201" y="1065118"/>
                  </a:moveTo>
                  <a:lnTo>
                    <a:pt x="819004" y="1075017"/>
                  </a:lnTo>
                  <a:lnTo>
                    <a:pt x="825998" y="1090142"/>
                  </a:lnTo>
                  <a:close/>
                  <a:moveTo>
                    <a:pt x="825998" y="1090142"/>
                  </a:moveTo>
                  <a:lnTo>
                    <a:pt x="819004" y="1075017"/>
                  </a:lnTo>
                  <a:lnTo>
                    <a:pt x="814549" y="1107325"/>
                  </a:lnTo>
                  <a:close/>
                  <a:moveTo>
                    <a:pt x="765096" y="1026407"/>
                  </a:moveTo>
                  <a:lnTo>
                    <a:pt x="742540" y="1033815"/>
                  </a:lnTo>
                  <a:lnTo>
                    <a:pt x="791201" y="1065118"/>
                  </a:lnTo>
                  <a:close/>
                  <a:moveTo>
                    <a:pt x="372446" y="554966"/>
                  </a:moveTo>
                  <a:lnTo>
                    <a:pt x="374089" y="556000"/>
                  </a:lnTo>
                  <a:lnTo>
                    <a:pt x="347811" y="559069"/>
                  </a:lnTo>
                  <a:close/>
                  <a:moveTo>
                    <a:pt x="309587" y="444522"/>
                  </a:moveTo>
                  <a:lnTo>
                    <a:pt x="251082" y="445735"/>
                  </a:lnTo>
                  <a:lnTo>
                    <a:pt x="250871" y="445778"/>
                  </a:lnTo>
                  <a:close/>
                  <a:moveTo>
                    <a:pt x="918668" y="1102282"/>
                  </a:moveTo>
                  <a:lnTo>
                    <a:pt x="949804" y="1072958"/>
                  </a:lnTo>
                  <a:lnTo>
                    <a:pt x="921771" y="1084979"/>
                  </a:lnTo>
                  <a:close/>
                  <a:moveTo>
                    <a:pt x="777257" y="897466"/>
                  </a:moveTo>
                  <a:lnTo>
                    <a:pt x="767811" y="911983"/>
                  </a:lnTo>
                  <a:lnTo>
                    <a:pt x="800448" y="889183"/>
                  </a:lnTo>
                  <a:close/>
                  <a:moveTo>
                    <a:pt x="800448" y="889183"/>
                  </a:moveTo>
                  <a:lnTo>
                    <a:pt x="801759" y="943122"/>
                  </a:lnTo>
                  <a:lnTo>
                    <a:pt x="830204" y="925938"/>
                  </a:lnTo>
                  <a:close/>
                  <a:moveTo>
                    <a:pt x="777257" y="897466"/>
                  </a:moveTo>
                  <a:lnTo>
                    <a:pt x="800448" y="889183"/>
                  </a:lnTo>
                  <a:lnTo>
                    <a:pt x="784983" y="879979"/>
                  </a:lnTo>
                  <a:close/>
                  <a:moveTo>
                    <a:pt x="686435" y="832857"/>
                  </a:moveTo>
                  <a:lnTo>
                    <a:pt x="730087" y="852428"/>
                  </a:lnTo>
                  <a:lnTo>
                    <a:pt x="706087" y="815673"/>
                  </a:lnTo>
                  <a:close/>
                  <a:moveTo>
                    <a:pt x="682261" y="786279"/>
                  </a:moveTo>
                  <a:lnTo>
                    <a:pt x="704601" y="800227"/>
                  </a:lnTo>
                  <a:lnTo>
                    <a:pt x="706087" y="815673"/>
                  </a:lnTo>
                  <a:close/>
                  <a:moveTo>
                    <a:pt x="706087" y="815673"/>
                  </a:moveTo>
                  <a:lnTo>
                    <a:pt x="704601" y="800227"/>
                  </a:lnTo>
                  <a:lnTo>
                    <a:pt x="686435" y="832857"/>
                  </a:lnTo>
                  <a:close/>
                  <a:moveTo>
                    <a:pt x="706087" y="815673"/>
                  </a:moveTo>
                  <a:lnTo>
                    <a:pt x="698285" y="804981"/>
                  </a:lnTo>
                  <a:lnTo>
                    <a:pt x="682261" y="786279"/>
                  </a:lnTo>
                  <a:close/>
                  <a:moveTo>
                    <a:pt x="678713" y="778918"/>
                  </a:moveTo>
                  <a:lnTo>
                    <a:pt x="682261" y="786279"/>
                  </a:lnTo>
                  <a:lnTo>
                    <a:pt x="698285" y="804981"/>
                  </a:lnTo>
                  <a:close/>
                  <a:moveTo>
                    <a:pt x="946565" y="1020075"/>
                  </a:moveTo>
                  <a:lnTo>
                    <a:pt x="948811" y="1022565"/>
                  </a:lnTo>
                  <a:lnTo>
                    <a:pt x="945857" y="1019020"/>
                  </a:lnTo>
                  <a:close/>
                  <a:moveTo>
                    <a:pt x="967275" y="1055775"/>
                  </a:moveTo>
                  <a:lnTo>
                    <a:pt x="949804" y="1072958"/>
                  </a:lnTo>
                  <a:lnTo>
                    <a:pt x="978136" y="1103840"/>
                  </a:lnTo>
                  <a:close/>
                  <a:moveTo>
                    <a:pt x="946565" y="1020075"/>
                  </a:moveTo>
                  <a:lnTo>
                    <a:pt x="960743" y="1038811"/>
                  </a:lnTo>
                  <a:lnTo>
                    <a:pt x="967275" y="1055775"/>
                  </a:lnTo>
                  <a:close/>
                  <a:moveTo>
                    <a:pt x="967275" y="1055775"/>
                  </a:moveTo>
                  <a:lnTo>
                    <a:pt x="948811" y="1022565"/>
                  </a:lnTo>
                  <a:lnTo>
                    <a:pt x="946565" y="1020075"/>
                  </a:lnTo>
                  <a:close/>
                  <a:moveTo>
                    <a:pt x="800448" y="889183"/>
                  </a:moveTo>
                  <a:lnTo>
                    <a:pt x="830900" y="925690"/>
                  </a:lnTo>
                  <a:lnTo>
                    <a:pt x="840594" y="873062"/>
                  </a:lnTo>
                  <a:close/>
                  <a:moveTo>
                    <a:pt x="830900" y="925690"/>
                  </a:moveTo>
                  <a:lnTo>
                    <a:pt x="869095" y="921727"/>
                  </a:lnTo>
                  <a:lnTo>
                    <a:pt x="840594" y="873062"/>
                  </a:lnTo>
                  <a:close/>
                  <a:moveTo>
                    <a:pt x="938263" y="965082"/>
                  </a:moveTo>
                  <a:lnTo>
                    <a:pt x="935487" y="972751"/>
                  </a:lnTo>
                  <a:lnTo>
                    <a:pt x="927561" y="982265"/>
                  </a:lnTo>
                  <a:close/>
                  <a:moveTo>
                    <a:pt x="844356" y="784972"/>
                  </a:moveTo>
                  <a:lnTo>
                    <a:pt x="790144" y="803066"/>
                  </a:lnTo>
                  <a:lnTo>
                    <a:pt x="813390" y="793772"/>
                  </a:lnTo>
                  <a:close/>
                  <a:moveTo>
                    <a:pt x="753296" y="755616"/>
                  </a:moveTo>
                  <a:lnTo>
                    <a:pt x="786158" y="788162"/>
                  </a:lnTo>
                  <a:lnTo>
                    <a:pt x="787768" y="754679"/>
                  </a:lnTo>
                  <a:close/>
                  <a:moveTo>
                    <a:pt x="753296" y="755616"/>
                  </a:moveTo>
                  <a:lnTo>
                    <a:pt x="772576" y="737384"/>
                  </a:lnTo>
                  <a:lnTo>
                    <a:pt x="736572" y="727345"/>
                  </a:lnTo>
                  <a:close/>
                  <a:moveTo>
                    <a:pt x="777208" y="718518"/>
                  </a:moveTo>
                  <a:lnTo>
                    <a:pt x="794038" y="721417"/>
                  </a:lnTo>
                  <a:lnTo>
                    <a:pt x="785051" y="707797"/>
                  </a:lnTo>
                  <a:close/>
                  <a:moveTo>
                    <a:pt x="786158" y="788162"/>
                  </a:moveTo>
                  <a:lnTo>
                    <a:pt x="809488" y="744552"/>
                  </a:lnTo>
                  <a:lnTo>
                    <a:pt x="787768" y="754679"/>
                  </a:lnTo>
                  <a:close/>
                  <a:moveTo>
                    <a:pt x="815237" y="772307"/>
                  </a:moveTo>
                  <a:lnTo>
                    <a:pt x="841813" y="775465"/>
                  </a:lnTo>
                  <a:lnTo>
                    <a:pt x="786158" y="788162"/>
                  </a:lnTo>
                  <a:close/>
                  <a:moveTo>
                    <a:pt x="853508" y="790820"/>
                  </a:moveTo>
                  <a:lnTo>
                    <a:pt x="867997" y="781307"/>
                  </a:lnTo>
                  <a:lnTo>
                    <a:pt x="841813" y="775465"/>
                  </a:lnTo>
                  <a:close/>
                  <a:moveTo>
                    <a:pt x="536095" y="379894"/>
                  </a:moveTo>
                  <a:lnTo>
                    <a:pt x="528753" y="382342"/>
                  </a:lnTo>
                  <a:lnTo>
                    <a:pt x="533654" y="377002"/>
                  </a:lnTo>
                  <a:close/>
                  <a:moveTo>
                    <a:pt x="264784" y="165932"/>
                  </a:moveTo>
                  <a:lnTo>
                    <a:pt x="284066" y="132598"/>
                  </a:lnTo>
                  <a:lnTo>
                    <a:pt x="255222" y="128959"/>
                  </a:lnTo>
                  <a:close/>
                  <a:moveTo>
                    <a:pt x="785051" y="707797"/>
                  </a:moveTo>
                  <a:lnTo>
                    <a:pt x="767651" y="681540"/>
                  </a:lnTo>
                  <a:lnTo>
                    <a:pt x="777208" y="718518"/>
                  </a:lnTo>
                  <a:close/>
                  <a:moveTo>
                    <a:pt x="921015" y="817111"/>
                  </a:moveTo>
                  <a:lnTo>
                    <a:pt x="910814" y="818062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21015" y="817111"/>
                  </a:lnTo>
                  <a:lnTo>
                    <a:pt x="904592" y="848121"/>
                  </a:lnTo>
                  <a:close/>
                  <a:moveTo>
                    <a:pt x="941687" y="845052"/>
                  </a:moveTo>
                  <a:lnTo>
                    <a:pt x="936165" y="879079"/>
                  </a:lnTo>
                  <a:lnTo>
                    <a:pt x="959648" y="854817"/>
                  </a:lnTo>
                  <a:close/>
                  <a:moveTo>
                    <a:pt x="921015" y="817111"/>
                  </a:moveTo>
                  <a:lnTo>
                    <a:pt x="941687" y="845052"/>
                  </a:lnTo>
                  <a:lnTo>
                    <a:pt x="959648" y="854817"/>
                  </a:lnTo>
                  <a:close/>
                  <a:moveTo>
                    <a:pt x="877899" y="780328"/>
                  </a:moveTo>
                  <a:lnTo>
                    <a:pt x="841813" y="775465"/>
                  </a:lnTo>
                  <a:lnTo>
                    <a:pt x="867997" y="781307"/>
                  </a:lnTo>
                  <a:close/>
                  <a:moveTo>
                    <a:pt x="850994" y="730366"/>
                  </a:moveTo>
                  <a:lnTo>
                    <a:pt x="841813" y="775465"/>
                  </a:lnTo>
                  <a:lnTo>
                    <a:pt x="877899" y="780328"/>
                  </a:lnTo>
                  <a:close/>
                  <a:moveTo>
                    <a:pt x="809488" y="744552"/>
                  </a:moveTo>
                  <a:lnTo>
                    <a:pt x="841813" y="775465"/>
                  </a:lnTo>
                  <a:lnTo>
                    <a:pt x="850994" y="730366"/>
                  </a:lnTo>
                  <a:close/>
                  <a:moveTo>
                    <a:pt x="809488" y="744552"/>
                  </a:moveTo>
                  <a:lnTo>
                    <a:pt x="850994" y="730366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85051" y="707797"/>
                  </a:lnTo>
                  <a:lnTo>
                    <a:pt x="794038" y="721417"/>
                  </a:lnTo>
                  <a:close/>
                  <a:moveTo>
                    <a:pt x="795495" y="690613"/>
                  </a:moveTo>
                  <a:lnTo>
                    <a:pt x="760521" y="671042"/>
                  </a:lnTo>
                  <a:lnTo>
                    <a:pt x="785051" y="707797"/>
                  </a:lnTo>
                  <a:close/>
                  <a:moveTo>
                    <a:pt x="530668" y="359818"/>
                  </a:moveTo>
                  <a:lnTo>
                    <a:pt x="536095" y="379894"/>
                  </a:lnTo>
                  <a:lnTo>
                    <a:pt x="533654" y="377002"/>
                  </a:lnTo>
                  <a:close/>
                  <a:moveTo>
                    <a:pt x="550586" y="409339"/>
                  </a:moveTo>
                  <a:lnTo>
                    <a:pt x="536095" y="379894"/>
                  </a:lnTo>
                  <a:lnTo>
                    <a:pt x="514336" y="411722"/>
                  </a:lnTo>
                  <a:close/>
                  <a:moveTo>
                    <a:pt x="600198" y="398780"/>
                  </a:moveTo>
                  <a:lnTo>
                    <a:pt x="586267" y="442901"/>
                  </a:lnTo>
                  <a:lnTo>
                    <a:pt x="639704" y="421910"/>
                  </a:lnTo>
                  <a:close/>
                  <a:moveTo>
                    <a:pt x="530668" y="359818"/>
                  </a:moveTo>
                  <a:lnTo>
                    <a:pt x="533654" y="377002"/>
                  </a:lnTo>
                  <a:lnTo>
                    <a:pt x="514212" y="340247"/>
                  </a:lnTo>
                  <a:close/>
                  <a:moveTo>
                    <a:pt x="404785" y="139289"/>
                  </a:moveTo>
                  <a:lnTo>
                    <a:pt x="385017" y="104702"/>
                  </a:lnTo>
                  <a:lnTo>
                    <a:pt x="391553" y="116993"/>
                  </a:lnTo>
                  <a:close/>
                  <a:moveTo>
                    <a:pt x="287242" y="72354"/>
                  </a:moveTo>
                  <a:lnTo>
                    <a:pt x="318131" y="82962"/>
                  </a:lnTo>
                  <a:lnTo>
                    <a:pt x="318307" y="29024"/>
                  </a:lnTo>
                  <a:close/>
                  <a:moveTo>
                    <a:pt x="372448" y="70174"/>
                  </a:moveTo>
                  <a:lnTo>
                    <a:pt x="373993" y="51342"/>
                  </a:lnTo>
                  <a:lnTo>
                    <a:pt x="336984" y="37548"/>
                  </a:lnTo>
                  <a:close/>
                  <a:moveTo>
                    <a:pt x="241126" y="6177"/>
                  </a:moveTo>
                  <a:lnTo>
                    <a:pt x="294572" y="29024"/>
                  </a:lnTo>
                  <a:lnTo>
                    <a:pt x="299378" y="30655"/>
                  </a:lnTo>
                  <a:close/>
                  <a:moveTo>
                    <a:pt x="757290" y="528634"/>
                  </a:moveTo>
                  <a:lnTo>
                    <a:pt x="730116" y="510792"/>
                  </a:lnTo>
                  <a:lnTo>
                    <a:pt x="721654" y="530517"/>
                  </a:lnTo>
                  <a:close/>
                  <a:moveTo>
                    <a:pt x="643110" y="343548"/>
                  </a:moveTo>
                  <a:lnTo>
                    <a:pt x="613139" y="305880"/>
                  </a:lnTo>
                  <a:lnTo>
                    <a:pt x="595052" y="310783"/>
                  </a:lnTo>
                  <a:close/>
                  <a:moveTo>
                    <a:pt x="549098" y="286308"/>
                  </a:moveTo>
                  <a:lnTo>
                    <a:pt x="595052" y="310783"/>
                  </a:lnTo>
                  <a:lnTo>
                    <a:pt x="559957" y="276693"/>
                  </a:lnTo>
                  <a:close/>
                  <a:moveTo>
                    <a:pt x="551064" y="274710"/>
                  </a:moveTo>
                  <a:lnTo>
                    <a:pt x="549098" y="286308"/>
                  </a:lnTo>
                  <a:lnTo>
                    <a:pt x="559957" y="276693"/>
                  </a:lnTo>
                  <a:close/>
                  <a:moveTo>
                    <a:pt x="567398" y="243771"/>
                  </a:moveTo>
                  <a:lnTo>
                    <a:pt x="549098" y="286308"/>
                  </a:lnTo>
                  <a:lnTo>
                    <a:pt x="551064" y="274710"/>
                  </a:lnTo>
                  <a:close/>
                  <a:moveTo>
                    <a:pt x="383428" y="139289"/>
                  </a:moveTo>
                  <a:lnTo>
                    <a:pt x="401208" y="153093"/>
                  </a:lnTo>
                  <a:lnTo>
                    <a:pt x="403092" y="134755"/>
                  </a:lnTo>
                  <a:close/>
                  <a:moveTo>
                    <a:pt x="391553" y="116993"/>
                  </a:moveTo>
                  <a:lnTo>
                    <a:pt x="383428" y="139289"/>
                  </a:lnTo>
                  <a:lnTo>
                    <a:pt x="403092" y="134755"/>
                  </a:lnTo>
                  <a:close/>
                  <a:moveTo>
                    <a:pt x="381843" y="17789"/>
                  </a:moveTo>
                  <a:lnTo>
                    <a:pt x="336984" y="37548"/>
                  </a:lnTo>
                  <a:lnTo>
                    <a:pt x="373993" y="51342"/>
                  </a:lnTo>
                  <a:close/>
                  <a:moveTo>
                    <a:pt x="344779" y="20833"/>
                  </a:moveTo>
                  <a:lnTo>
                    <a:pt x="336984" y="37548"/>
                  </a:lnTo>
                  <a:lnTo>
                    <a:pt x="381843" y="17789"/>
                  </a:lnTo>
                  <a:close/>
                  <a:moveTo>
                    <a:pt x="344779" y="20833"/>
                  </a:moveTo>
                  <a:lnTo>
                    <a:pt x="381843" y="17789"/>
                  </a:lnTo>
                  <a:lnTo>
                    <a:pt x="360261" y="0"/>
                  </a:lnTo>
                  <a:close/>
                  <a:moveTo>
                    <a:pt x="679884" y="340740"/>
                  </a:moveTo>
                  <a:lnTo>
                    <a:pt x="657392" y="342635"/>
                  </a:lnTo>
                  <a:lnTo>
                    <a:pt x="668740" y="367458"/>
                  </a:lnTo>
                  <a:close/>
                  <a:moveTo>
                    <a:pt x="642764" y="337143"/>
                  </a:moveTo>
                  <a:lnTo>
                    <a:pt x="620950" y="289728"/>
                  </a:lnTo>
                  <a:lnTo>
                    <a:pt x="613139" y="305880"/>
                  </a:lnTo>
                  <a:close/>
                  <a:moveTo>
                    <a:pt x="903952" y="535413"/>
                  </a:moveTo>
                  <a:lnTo>
                    <a:pt x="920636" y="582737"/>
                  </a:lnTo>
                  <a:lnTo>
                    <a:pt x="948104" y="538881"/>
                  </a:lnTo>
                  <a:close/>
                  <a:moveTo>
                    <a:pt x="948104" y="538881"/>
                  </a:moveTo>
                  <a:lnTo>
                    <a:pt x="974824" y="531971"/>
                  </a:lnTo>
                  <a:lnTo>
                    <a:pt x="949934" y="5287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47" name="Input_density__86">
              <a:extLst>
                <a:ext uri="{FF2B5EF4-FFF2-40B4-BE49-F238E27FC236}">
                  <a16:creationId xmlns:a16="http://schemas.microsoft.com/office/drawing/2014/main" id="{495ADE68-E535-2D2D-5867-E3D5CC351303}"/>
                </a:ext>
              </a:extLst>
            </p:cNvPr>
            <p:cNvSpPr>
              <a:spLocks noGrp="1"/>
            </p:cNvSpPr>
            <p:nvPr/>
          </p:nvSpPr>
          <p:spPr>
            <a:xfrm>
              <a:off x="920382" y="1823982"/>
              <a:ext cx="1045367" cy="1406440"/>
            </a:xfrm>
            <a:custGeom>
              <a:avLst/>
              <a:gdLst/>
              <a:ahLst/>
              <a:cxnLst/>
              <a:rect l="0" t="0" r="0" b="0"/>
              <a:pathLst>
                <a:path w="1045367" h="1406440">
                  <a:moveTo>
                    <a:pt x="0" y="1138236"/>
                  </a:moveTo>
                  <a:lnTo>
                    <a:pt x="40055" y="1177507"/>
                  </a:lnTo>
                  <a:lnTo>
                    <a:pt x="35256" y="1174424"/>
                  </a:lnTo>
                  <a:close/>
                  <a:moveTo>
                    <a:pt x="195343" y="1270901"/>
                  </a:moveTo>
                  <a:lnTo>
                    <a:pt x="226044" y="1313643"/>
                  </a:lnTo>
                  <a:lnTo>
                    <a:pt x="236563" y="1300442"/>
                  </a:lnTo>
                  <a:close/>
                  <a:moveTo>
                    <a:pt x="146035" y="1235018"/>
                  </a:moveTo>
                  <a:lnTo>
                    <a:pt x="142292" y="1230751"/>
                  </a:lnTo>
                  <a:lnTo>
                    <a:pt x="106354" y="1195443"/>
                  </a:lnTo>
                  <a:close/>
                  <a:moveTo>
                    <a:pt x="316597" y="1378891"/>
                  </a:moveTo>
                  <a:lnTo>
                    <a:pt x="295430" y="1373816"/>
                  </a:lnTo>
                  <a:lnTo>
                    <a:pt x="325719" y="1384629"/>
                  </a:lnTo>
                  <a:close/>
                  <a:moveTo>
                    <a:pt x="352159" y="1387273"/>
                  </a:moveTo>
                  <a:lnTo>
                    <a:pt x="316597" y="1378891"/>
                  </a:lnTo>
                  <a:lnTo>
                    <a:pt x="325719" y="1384629"/>
                  </a:lnTo>
                  <a:close/>
                  <a:moveTo>
                    <a:pt x="378659" y="1405076"/>
                  </a:moveTo>
                  <a:lnTo>
                    <a:pt x="374637" y="1397342"/>
                  </a:lnTo>
                  <a:lnTo>
                    <a:pt x="364873" y="1406440"/>
                  </a:lnTo>
                  <a:close/>
                  <a:moveTo>
                    <a:pt x="364873" y="1406440"/>
                  </a:moveTo>
                  <a:lnTo>
                    <a:pt x="374637" y="1397342"/>
                  </a:lnTo>
                  <a:lnTo>
                    <a:pt x="352159" y="1387273"/>
                  </a:lnTo>
                  <a:close/>
                  <a:moveTo>
                    <a:pt x="364873" y="1406440"/>
                  </a:moveTo>
                  <a:lnTo>
                    <a:pt x="352159" y="1387273"/>
                  </a:lnTo>
                  <a:lnTo>
                    <a:pt x="325719" y="1384629"/>
                  </a:lnTo>
                  <a:close/>
                  <a:moveTo>
                    <a:pt x="255206" y="1267505"/>
                  </a:moveTo>
                  <a:lnTo>
                    <a:pt x="251513" y="1260129"/>
                  </a:lnTo>
                  <a:lnTo>
                    <a:pt x="236563" y="1300442"/>
                  </a:lnTo>
                  <a:close/>
                  <a:moveTo>
                    <a:pt x="239209" y="1213567"/>
                  </a:moveTo>
                  <a:lnTo>
                    <a:pt x="251837" y="1250322"/>
                  </a:lnTo>
                  <a:lnTo>
                    <a:pt x="237634" y="1230751"/>
                  </a:lnTo>
                  <a:close/>
                  <a:moveTo>
                    <a:pt x="374637" y="1397342"/>
                  </a:moveTo>
                  <a:lnTo>
                    <a:pt x="378659" y="1405076"/>
                  </a:lnTo>
                  <a:lnTo>
                    <a:pt x="389805" y="1403449"/>
                  </a:lnTo>
                  <a:close/>
                  <a:moveTo>
                    <a:pt x="374637" y="1397342"/>
                  </a:moveTo>
                  <a:lnTo>
                    <a:pt x="389805" y="1403449"/>
                  </a:lnTo>
                  <a:lnTo>
                    <a:pt x="392763" y="1393609"/>
                  </a:lnTo>
                  <a:close/>
                  <a:moveTo>
                    <a:pt x="392763" y="1393609"/>
                  </a:moveTo>
                  <a:lnTo>
                    <a:pt x="352159" y="1387273"/>
                  </a:lnTo>
                  <a:lnTo>
                    <a:pt x="374637" y="1397342"/>
                  </a:lnTo>
                  <a:close/>
                  <a:moveTo>
                    <a:pt x="239229" y="1213430"/>
                  </a:moveTo>
                  <a:lnTo>
                    <a:pt x="251837" y="1250322"/>
                  </a:lnTo>
                  <a:lnTo>
                    <a:pt x="239209" y="1213567"/>
                  </a:lnTo>
                  <a:close/>
                  <a:moveTo>
                    <a:pt x="220678" y="1201423"/>
                  </a:moveTo>
                  <a:lnTo>
                    <a:pt x="239229" y="1213430"/>
                  </a:lnTo>
                  <a:lnTo>
                    <a:pt x="209256" y="1165962"/>
                  </a:lnTo>
                  <a:close/>
                  <a:moveTo>
                    <a:pt x="209494" y="1086119"/>
                  </a:moveTo>
                  <a:lnTo>
                    <a:pt x="238368" y="1079888"/>
                  </a:lnTo>
                  <a:lnTo>
                    <a:pt x="196760" y="1083784"/>
                  </a:lnTo>
                  <a:close/>
                  <a:moveTo>
                    <a:pt x="196760" y="1083784"/>
                  </a:moveTo>
                  <a:lnTo>
                    <a:pt x="247582" y="1053016"/>
                  </a:lnTo>
                  <a:lnTo>
                    <a:pt x="216449" y="1061191"/>
                  </a:lnTo>
                  <a:close/>
                  <a:moveTo>
                    <a:pt x="336435" y="1039863"/>
                  </a:moveTo>
                  <a:lnTo>
                    <a:pt x="294291" y="1061512"/>
                  </a:lnTo>
                  <a:lnTo>
                    <a:pt x="304846" y="1032180"/>
                  </a:lnTo>
                  <a:close/>
                  <a:moveTo>
                    <a:pt x="225010" y="1018912"/>
                  </a:moveTo>
                  <a:lnTo>
                    <a:pt x="249669" y="1025953"/>
                  </a:lnTo>
                  <a:lnTo>
                    <a:pt x="226350" y="995426"/>
                  </a:lnTo>
                  <a:close/>
                  <a:moveTo>
                    <a:pt x="301609" y="1034228"/>
                  </a:moveTo>
                  <a:lnTo>
                    <a:pt x="336435" y="1039863"/>
                  </a:lnTo>
                  <a:lnTo>
                    <a:pt x="355745" y="1015848"/>
                  </a:lnTo>
                  <a:close/>
                  <a:moveTo>
                    <a:pt x="355745" y="1015848"/>
                  </a:moveTo>
                  <a:lnTo>
                    <a:pt x="336435" y="1039863"/>
                  </a:lnTo>
                  <a:lnTo>
                    <a:pt x="386427" y="1005989"/>
                  </a:lnTo>
                  <a:close/>
                  <a:moveTo>
                    <a:pt x="668282" y="1274670"/>
                  </a:moveTo>
                  <a:lnTo>
                    <a:pt x="663680" y="1295132"/>
                  </a:lnTo>
                  <a:lnTo>
                    <a:pt x="686101" y="1282754"/>
                  </a:lnTo>
                  <a:close/>
                  <a:moveTo>
                    <a:pt x="668282" y="1274670"/>
                  </a:moveTo>
                  <a:lnTo>
                    <a:pt x="645432" y="1291854"/>
                  </a:lnTo>
                  <a:lnTo>
                    <a:pt x="663680" y="1295132"/>
                  </a:lnTo>
                  <a:close/>
                  <a:moveTo>
                    <a:pt x="391351" y="992033"/>
                  </a:moveTo>
                  <a:lnTo>
                    <a:pt x="355745" y="1015848"/>
                  </a:lnTo>
                  <a:lnTo>
                    <a:pt x="386427" y="1005989"/>
                  </a:lnTo>
                  <a:close/>
                  <a:moveTo>
                    <a:pt x="391351" y="992033"/>
                  </a:moveTo>
                  <a:lnTo>
                    <a:pt x="364741" y="986578"/>
                  </a:lnTo>
                  <a:lnTo>
                    <a:pt x="355745" y="1015848"/>
                  </a:lnTo>
                  <a:close/>
                  <a:moveTo>
                    <a:pt x="359242" y="946302"/>
                  </a:moveTo>
                  <a:lnTo>
                    <a:pt x="391351" y="992033"/>
                  </a:lnTo>
                  <a:lnTo>
                    <a:pt x="374083" y="961059"/>
                  </a:lnTo>
                  <a:close/>
                  <a:moveTo>
                    <a:pt x="386427" y="1005989"/>
                  </a:moveTo>
                  <a:lnTo>
                    <a:pt x="397196" y="997814"/>
                  </a:lnTo>
                  <a:lnTo>
                    <a:pt x="391351" y="992033"/>
                  </a:lnTo>
                  <a:close/>
                  <a:moveTo>
                    <a:pt x="391351" y="992033"/>
                  </a:moveTo>
                  <a:lnTo>
                    <a:pt x="397196" y="997814"/>
                  </a:lnTo>
                  <a:lnTo>
                    <a:pt x="375016" y="963325"/>
                  </a:lnTo>
                  <a:close/>
                  <a:moveTo>
                    <a:pt x="470540" y="975111"/>
                  </a:moveTo>
                  <a:lnTo>
                    <a:pt x="448886" y="980631"/>
                  </a:lnTo>
                  <a:lnTo>
                    <a:pt x="433925" y="984510"/>
                  </a:lnTo>
                  <a:close/>
                  <a:moveTo>
                    <a:pt x="288337" y="887549"/>
                  </a:moveTo>
                  <a:lnTo>
                    <a:pt x="288295" y="887398"/>
                  </a:lnTo>
                  <a:lnTo>
                    <a:pt x="322392" y="907120"/>
                  </a:lnTo>
                  <a:close/>
                  <a:moveTo>
                    <a:pt x="338600" y="855537"/>
                  </a:moveTo>
                  <a:lnTo>
                    <a:pt x="288337" y="887549"/>
                  </a:lnTo>
                  <a:lnTo>
                    <a:pt x="316181" y="867928"/>
                  </a:lnTo>
                  <a:close/>
                  <a:moveTo>
                    <a:pt x="184245" y="694077"/>
                  </a:moveTo>
                  <a:lnTo>
                    <a:pt x="220595" y="736361"/>
                  </a:lnTo>
                  <a:lnTo>
                    <a:pt x="195763" y="729461"/>
                  </a:lnTo>
                  <a:close/>
                  <a:moveTo>
                    <a:pt x="195763" y="729461"/>
                  </a:moveTo>
                  <a:lnTo>
                    <a:pt x="241622" y="760100"/>
                  </a:lnTo>
                  <a:lnTo>
                    <a:pt x="206887" y="736816"/>
                  </a:lnTo>
                  <a:close/>
                  <a:moveTo>
                    <a:pt x="700058" y="1261566"/>
                  </a:moveTo>
                  <a:lnTo>
                    <a:pt x="686101" y="1282754"/>
                  </a:lnTo>
                  <a:lnTo>
                    <a:pt x="701590" y="1274670"/>
                  </a:lnTo>
                  <a:close/>
                  <a:moveTo>
                    <a:pt x="458987" y="960284"/>
                  </a:moveTo>
                  <a:lnTo>
                    <a:pt x="432414" y="980631"/>
                  </a:lnTo>
                  <a:lnTo>
                    <a:pt x="456674" y="966015"/>
                  </a:lnTo>
                  <a:close/>
                  <a:moveTo>
                    <a:pt x="456674" y="966015"/>
                  </a:moveTo>
                  <a:lnTo>
                    <a:pt x="439675" y="984290"/>
                  </a:lnTo>
                  <a:lnTo>
                    <a:pt x="448886" y="980631"/>
                  </a:lnTo>
                  <a:close/>
                  <a:moveTo>
                    <a:pt x="448886" y="980631"/>
                  </a:moveTo>
                  <a:lnTo>
                    <a:pt x="470540" y="975111"/>
                  </a:lnTo>
                  <a:lnTo>
                    <a:pt x="456674" y="966015"/>
                  </a:lnTo>
                  <a:close/>
                  <a:moveTo>
                    <a:pt x="772562" y="1212051"/>
                  </a:moveTo>
                  <a:lnTo>
                    <a:pt x="729992" y="1219571"/>
                  </a:lnTo>
                  <a:lnTo>
                    <a:pt x="730869" y="1229348"/>
                  </a:lnTo>
                  <a:close/>
                  <a:moveTo>
                    <a:pt x="206275" y="542112"/>
                  </a:moveTo>
                  <a:lnTo>
                    <a:pt x="179169" y="595897"/>
                  </a:lnTo>
                  <a:lnTo>
                    <a:pt x="186218" y="563328"/>
                  </a:lnTo>
                  <a:close/>
                  <a:moveTo>
                    <a:pt x="245389" y="581962"/>
                  </a:moveTo>
                  <a:lnTo>
                    <a:pt x="246495" y="578714"/>
                  </a:lnTo>
                  <a:lnTo>
                    <a:pt x="225641" y="586149"/>
                  </a:lnTo>
                  <a:close/>
                  <a:moveTo>
                    <a:pt x="225641" y="586149"/>
                  </a:moveTo>
                  <a:lnTo>
                    <a:pt x="246495" y="578714"/>
                  </a:lnTo>
                  <a:lnTo>
                    <a:pt x="206275" y="542112"/>
                  </a:lnTo>
                  <a:close/>
                  <a:moveTo>
                    <a:pt x="225641" y="586149"/>
                  </a:moveTo>
                  <a:lnTo>
                    <a:pt x="206275" y="542112"/>
                  </a:lnTo>
                  <a:lnTo>
                    <a:pt x="186218" y="563328"/>
                  </a:lnTo>
                  <a:close/>
                  <a:moveTo>
                    <a:pt x="246495" y="578714"/>
                  </a:moveTo>
                  <a:lnTo>
                    <a:pt x="245389" y="581962"/>
                  </a:lnTo>
                  <a:lnTo>
                    <a:pt x="249977" y="580928"/>
                  </a:lnTo>
                  <a:close/>
                  <a:moveTo>
                    <a:pt x="285630" y="589652"/>
                  </a:moveTo>
                  <a:lnTo>
                    <a:pt x="249977" y="580928"/>
                  </a:lnTo>
                  <a:lnTo>
                    <a:pt x="245389" y="581962"/>
                  </a:lnTo>
                  <a:close/>
                  <a:moveTo>
                    <a:pt x="742540" y="1076100"/>
                  </a:moveTo>
                  <a:lnTo>
                    <a:pt x="741695" y="1077410"/>
                  </a:lnTo>
                  <a:lnTo>
                    <a:pt x="764716" y="1084188"/>
                  </a:lnTo>
                  <a:close/>
                  <a:moveTo>
                    <a:pt x="724734" y="1044858"/>
                  </a:moveTo>
                  <a:lnTo>
                    <a:pt x="742540" y="1076100"/>
                  </a:lnTo>
                  <a:lnTo>
                    <a:pt x="764716" y="1084188"/>
                  </a:lnTo>
                  <a:close/>
                  <a:moveTo>
                    <a:pt x="321469" y="574287"/>
                  </a:moveTo>
                  <a:lnTo>
                    <a:pt x="342300" y="580751"/>
                  </a:lnTo>
                  <a:lnTo>
                    <a:pt x="285630" y="589652"/>
                  </a:lnTo>
                  <a:close/>
                  <a:moveTo>
                    <a:pt x="285630" y="589652"/>
                  </a:moveTo>
                  <a:lnTo>
                    <a:pt x="342300" y="580751"/>
                  </a:lnTo>
                  <a:lnTo>
                    <a:pt x="307480" y="575139"/>
                  </a:lnTo>
                  <a:close/>
                  <a:moveTo>
                    <a:pt x="824811" y="1186365"/>
                  </a:moveTo>
                  <a:lnTo>
                    <a:pt x="826570" y="1195232"/>
                  </a:lnTo>
                  <a:lnTo>
                    <a:pt x="844053" y="1210957"/>
                  </a:lnTo>
                  <a:close/>
                  <a:moveTo>
                    <a:pt x="740992" y="1074783"/>
                  </a:moveTo>
                  <a:lnTo>
                    <a:pt x="786841" y="1066201"/>
                  </a:lnTo>
                  <a:lnTo>
                    <a:pt x="742540" y="1076100"/>
                  </a:lnTo>
                  <a:close/>
                  <a:moveTo>
                    <a:pt x="558416" y="794256"/>
                  </a:moveTo>
                  <a:lnTo>
                    <a:pt x="501206" y="801144"/>
                  </a:lnTo>
                  <a:lnTo>
                    <a:pt x="536764" y="809510"/>
                  </a:lnTo>
                  <a:close/>
                  <a:moveTo>
                    <a:pt x="918668" y="1144567"/>
                  </a:moveTo>
                  <a:lnTo>
                    <a:pt x="921771" y="1127264"/>
                  </a:lnTo>
                  <a:lnTo>
                    <a:pt x="906819" y="1169182"/>
                  </a:lnTo>
                  <a:close/>
                  <a:moveTo>
                    <a:pt x="906819" y="1169182"/>
                  </a:moveTo>
                  <a:lnTo>
                    <a:pt x="921771" y="1127264"/>
                  </a:lnTo>
                  <a:lnTo>
                    <a:pt x="905592" y="1115244"/>
                  </a:lnTo>
                  <a:close/>
                  <a:moveTo>
                    <a:pt x="906819" y="1169182"/>
                  </a:moveTo>
                  <a:lnTo>
                    <a:pt x="905592" y="1115244"/>
                  </a:lnTo>
                  <a:lnTo>
                    <a:pt x="927582" y="1151998"/>
                  </a:lnTo>
                  <a:close/>
                  <a:moveTo>
                    <a:pt x="730087" y="894714"/>
                  </a:moveTo>
                  <a:lnTo>
                    <a:pt x="724548" y="917090"/>
                  </a:lnTo>
                  <a:lnTo>
                    <a:pt x="747035" y="904957"/>
                  </a:lnTo>
                  <a:close/>
                  <a:moveTo>
                    <a:pt x="730087" y="894714"/>
                  </a:moveTo>
                  <a:lnTo>
                    <a:pt x="715016" y="911897"/>
                  </a:lnTo>
                  <a:lnTo>
                    <a:pt x="724548" y="917090"/>
                  </a:lnTo>
                  <a:close/>
                  <a:moveTo>
                    <a:pt x="637513" y="793108"/>
                  </a:moveTo>
                  <a:lnTo>
                    <a:pt x="678713" y="821204"/>
                  </a:lnTo>
                  <a:lnTo>
                    <a:pt x="652671" y="801301"/>
                  </a:lnTo>
                  <a:close/>
                  <a:moveTo>
                    <a:pt x="967275" y="1098060"/>
                  </a:moveTo>
                  <a:lnTo>
                    <a:pt x="978136" y="1146125"/>
                  </a:lnTo>
                  <a:lnTo>
                    <a:pt x="999901" y="1131292"/>
                  </a:lnTo>
                  <a:close/>
                  <a:moveTo>
                    <a:pt x="863088" y="924149"/>
                  </a:moveTo>
                  <a:lnTo>
                    <a:pt x="876734" y="919944"/>
                  </a:lnTo>
                  <a:lnTo>
                    <a:pt x="845878" y="914285"/>
                  </a:lnTo>
                  <a:close/>
                  <a:moveTo>
                    <a:pt x="784983" y="922264"/>
                  </a:moveTo>
                  <a:lnTo>
                    <a:pt x="841462" y="912643"/>
                  </a:lnTo>
                  <a:lnTo>
                    <a:pt x="804058" y="897372"/>
                  </a:lnTo>
                  <a:close/>
                  <a:moveTo>
                    <a:pt x="840594" y="915347"/>
                  </a:moveTo>
                  <a:lnTo>
                    <a:pt x="864916" y="877530"/>
                  </a:lnTo>
                  <a:lnTo>
                    <a:pt x="841462" y="912643"/>
                  </a:lnTo>
                  <a:close/>
                  <a:moveTo>
                    <a:pt x="747035" y="904957"/>
                  </a:moveTo>
                  <a:lnTo>
                    <a:pt x="784983" y="922264"/>
                  </a:lnTo>
                  <a:lnTo>
                    <a:pt x="804058" y="897372"/>
                  </a:lnTo>
                  <a:close/>
                  <a:moveTo>
                    <a:pt x="787707" y="841761"/>
                  </a:moveTo>
                  <a:lnTo>
                    <a:pt x="805489" y="854393"/>
                  </a:lnTo>
                  <a:lnTo>
                    <a:pt x="786158" y="830447"/>
                  </a:lnTo>
                  <a:close/>
                  <a:moveTo>
                    <a:pt x="137077" y="34129"/>
                  </a:moveTo>
                  <a:lnTo>
                    <a:pt x="140139" y="76387"/>
                  </a:lnTo>
                  <a:lnTo>
                    <a:pt x="159879" y="42680"/>
                  </a:lnTo>
                  <a:close/>
                  <a:moveTo>
                    <a:pt x="137077" y="34129"/>
                  </a:moveTo>
                  <a:lnTo>
                    <a:pt x="134488" y="13454"/>
                  </a:lnTo>
                  <a:lnTo>
                    <a:pt x="101254" y="13777"/>
                  </a:lnTo>
                  <a:close/>
                  <a:moveTo>
                    <a:pt x="95123" y="32166"/>
                  </a:moveTo>
                  <a:lnTo>
                    <a:pt x="102406" y="35228"/>
                  </a:lnTo>
                  <a:lnTo>
                    <a:pt x="101254" y="13777"/>
                  </a:lnTo>
                  <a:close/>
                  <a:moveTo>
                    <a:pt x="1032606" y="1080877"/>
                  </a:moveTo>
                  <a:lnTo>
                    <a:pt x="1039700" y="1085566"/>
                  </a:lnTo>
                  <a:lnTo>
                    <a:pt x="1042804" y="1070916"/>
                  </a:lnTo>
                  <a:close/>
                  <a:moveTo>
                    <a:pt x="876734" y="919944"/>
                  </a:moveTo>
                  <a:lnTo>
                    <a:pt x="842889" y="913483"/>
                  </a:lnTo>
                  <a:lnTo>
                    <a:pt x="845878" y="914285"/>
                  </a:lnTo>
                  <a:close/>
                  <a:moveTo>
                    <a:pt x="867297" y="913029"/>
                  </a:moveTo>
                  <a:lnTo>
                    <a:pt x="842889" y="913483"/>
                  </a:lnTo>
                  <a:lnTo>
                    <a:pt x="876734" y="919944"/>
                  </a:lnTo>
                  <a:close/>
                  <a:moveTo>
                    <a:pt x="898624" y="905578"/>
                  </a:moveTo>
                  <a:lnTo>
                    <a:pt x="867297" y="913029"/>
                  </a:lnTo>
                  <a:lnTo>
                    <a:pt x="876734" y="919944"/>
                  </a:lnTo>
                  <a:close/>
                  <a:moveTo>
                    <a:pt x="882617" y="860347"/>
                  </a:moveTo>
                  <a:lnTo>
                    <a:pt x="890761" y="876181"/>
                  </a:lnTo>
                  <a:lnTo>
                    <a:pt x="842889" y="913483"/>
                  </a:lnTo>
                  <a:close/>
                  <a:moveTo>
                    <a:pt x="841462" y="912643"/>
                  </a:moveTo>
                  <a:lnTo>
                    <a:pt x="842889" y="913483"/>
                  </a:lnTo>
                  <a:lnTo>
                    <a:pt x="817781" y="906806"/>
                  </a:lnTo>
                  <a:close/>
                  <a:moveTo>
                    <a:pt x="881070" y="823592"/>
                  </a:moveTo>
                  <a:lnTo>
                    <a:pt x="878931" y="831952"/>
                  </a:lnTo>
                  <a:lnTo>
                    <a:pt x="872210" y="827239"/>
                  </a:lnTo>
                  <a:close/>
                  <a:moveTo>
                    <a:pt x="718743" y="754157"/>
                  </a:moveTo>
                  <a:lnTo>
                    <a:pt x="753296" y="797902"/>
                  </a:lnTo>
                  <a:lnTo>
                    <a:pt x="735104" y="767265"/>
                  </a:lnTo>
                  <a:close/>
                  <a:moveTo>
                    <a:pt x="278043" y="135032"/>
                  </a:moveTo>
                  <a:lnTo>
                    <a:pt x="255222" y="171244"/>
                  </a:lnTo>
                  <a:lnTo>
                    <a:pt x="284066" y="174883"/>
                  </a:lnTo>
                  <a:close/>
                  <a:moveTo>
                    <a:pt x="134488" y="13454"/>
                  </a:moveTo>
                  <a:lnTo>
                    <a:pt x="164886" y="2534"/>
                  </a:lnTo>
                  <a:lnTo>
                    <a:pt x="189941" y="0"/>
                  </a:lnTo>
                  <a:close/>
                  <a:moveTo>
                    <a:pt x="1045367" y="1036212"/>
                  </a:moveTo>
                  <a:lnTo>
                    <a:pt x="1032606" y="1080877"/>
                  </a:lnTo>
                  <a:lnTo>
                    <a:pt x="1042804" y="1070916"/>
                  </a:lnTo>
                  <a:close/>
                  <a:moveTo>
                    <a:pt x="1032638" y="1001813"/>
                  </a:moveTo>
                  <a:lnTo>
                    <a:pt x="1017731" y="1031592"/>
                  </a:lnTo>
                  <a:lnTo>
                    <a:pt x="1045367" y="1036212"/>
                  </a:lnTo>
                  <a:close/>
                  <a:moveTo>
                    <a:pt x="1032638" y="1001813"/>
                  </a:moveTo>
                  <a:lnTo>
                    <a:pt x="1028156" y="960710"/>
                  </a:lnTo>
                  <a:lnTo>
                    <a:pt x="987953" y="990410"/>
                  </a:lnTo>
                  <a:close/>
                  <a:moveTo>
                    <a:pt x="878931" y="831952"/>
                  </a:moveTo>
                  <a:lnTo>
                    <a:pt x="881070" y="823592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50994" y="772651"/>
                  </a:lnTo>
                  <a:lnTo>
                    <a:pt x="877899" y="822613"/>
                  </a:lnTo>
                  <a:close/>
                  <a:moveTo>
                    <a:pt x="876411" y="779076"/>
                  </a:moveTo>
                  <a:lnTo>
                    <a:pt x="877899" y="822613"/>
                  </a:lnTo>
                  <a:lnTo>
                    <a:pt x="881070" y="823592"/>
                  </a:lnTo>
                  <a:close/>
                  <a:moveTo>
                    <a:pt x="850994" y="772651"/>
                  </a:moveTo>
                  <a:lnTo>
                    <a:pt x="876411" y="779076"/>
                  </a:lnTo>
                  <a:lnTo>
                    <a:pt x="852621" y="761949"/>
                  </a:lnTo>
                  <a:close/>
                  <a:moveTo>
                    <a:pt x="876411" y="779076"/>
                  </a:moveTo>
                  <a:lnTo>
                    <a:pt x="882484" y="749025"/>
                  </a:lnTo>
                  <a:lnTo>
                    <a:pt x="852621" y="761949"/>
                  </a:lnTo>
                  <a:close/>
                  <a:moveTo>
                    <a:pt x="586267" y="485186"/>
                  </a:moveTo>
                  <a:lnTo>
                    <a:pt x="620588" y="488933"/>
                  </a:lnTo>
                  <a:lnTo>
                    <a:pt x="639704" y="464195"/>
                  </a:lnTo>
                  <a:close/>
                  <a:moveTo>
                    <a:pt x="359340" y="185522"/>
                  </a:moveTo>
                  <a:lnTo>
                    <a:pt x="379255" y="235512"/>
                  </a:lnTo>
                  <a:lnTo>
                    <a:pt x="401208" y="195378"/>
                  </a:lnTo>
                  <a:close/>
                  <a:moveTo>
                    <a:pt x="885044" y="727310"/>
                  </a:moveTo>
                  <a:lnTo>
                    <a:pt x="852621" y="761949"/>
                  </a:lnTo>
                  <a:lnTo>
                    <a:pt x="882484" y="749025"/>
                  </a:lnTo>
                  <a:close/>
                  <a:moveTo>
                    <a:pt x="885044" y="727310"/>
                  </a:moveTo>
                  <a:lnTo>
                    <a:pt x="863595" y="717660"/>
                  </a:lnTo>
                  <a:lnTo>
                    <a:pt x="852621" y="761949"/>
                  </a:lnTo>
                  <a:close/>
                  <a:moveTo>
                    <a:pt x="757290" y="570919"/>
                  </a:moveTo>
                  <a:lnTo>
                    <a:pt x="757263" y="622634"/>
                  </a:lnTo>
                  <a:lnTo>
                    <a:pt x="762933" y="585878"/>
                  </a:lnTo>
                  <a:close/>
                  <a:moveTo>
                    <a:pt x="757290" y="570919"/>
                  </a:moveTo>
                  <a:lnTo>
                    <a:pt x="757544" y="615460"/>
                  </a:lnTo>
                  <a:lnTo>
                    <a:pt x="757263" y="622634"/>
                  </a:lnTo>
                  <a:close/>
                  <a:moveTo>
                    <a:pt x="857699" y="632959"/>
                  </a:moveTo>
                  <a:lnTo>
                    <a:pt x="879757" y="678960"/>
                  </a:lnTo>
                  <a:lnTo>
                    <a:pt x="903116" y="633748"/>
                  </a:lnTo>
                  <a:close/>
                  <a:moveTo>
                    <a:pt x="948104" y="581166"/>
                  </a:moveTo>
                  <a:lnTo>
                    <a:pt x="920636" y="625022"/>
                  </a:lnTo>
                  <a:lnTo>
                    <a:pt x="932627" y="619512"/>
                  </a:lnTo>
                  <a:close/>
                  <a:moveTo>
                    <a:pt x="962505" y="606644"/>
                  </a:moveTo>
                  <a:lnTo>
                    <a:pt x="974824" y="574256"/>
                  </a:lnTo>
                  <a:lnTo>
                    <a:pt x="948104" y="581166"/>
                  </a:lnTo>
                  <a:close/>
                  <a:moveTo>
                    <a:pt x="932627" y="619512"/>
                  </a:moveTo>
                  <a:lnTo>
                    <a:pt x="962505" y="606644"/>
                  </a:lnTo>
                  <a:lnTo>
                    <a:pt x="948104" y="581166"/>
                  </a:lnTo>
                  <a:close/>
                  <a:moveTo>
                    <a:pt x="682673" y="291263"/>
                  </a:moveTo>
                  <a:lnTo>
                    <a:pt x="676992" y="330982"/>
                  </a:lnTo>
                  <a:lnTo>
                    <a:pt x="681587" y="303794"/>
                  </a:lnTo>
                  <a:close/>
                  <a:moveTo>
                    <a:pt x="671254" y="318206"/>
                  </a:moveTo>
                  <a:lnTo>
                    <a:pt x="676992" y="330982"/>
                  </a:lnTo>
                  <a:lnTo>
                    <a:pt x="682673" y="291263"/>
                  </a:lnTo>
                  <a:close/>
                  <a:moveTo>
                    <a:pt x="655747" y="286065"/>
                  </a:moveTo>
                  <a:lnTo>
                    <a:pt x="671254" y="318206"/>
                  </a:lnTo>
                  <a:lnTo>
                    <a:pt x="682673" y="291263"/>
                  </a:lnTo>
                  <a:close/>
                  <a:moveTo>
                    <a:pt x="665001" y="240289"/>
                  </a:moveTo>
                  <a:lnTo>
                    <a:pt x="676756" y="285735"/>
                  </a:lnTo>
                  <a:lnTo>
                    <a:pt x="653649" y="257472"/>
                  </a:lnTo>
                  <a:close/>
                  <a:moveTo>
                    <a:pt x="655747" y="286065"/>
                  </a:moveTo>
                  <a:lnTo>
                    <a:pt x="676756" y="285735"/>
                  </a:lnTo>
                  <a:lnTo>
                    <a:pt x="665001" y="24028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48" name="Input_density__87">
              <a:extLst>
                <a:ext uri="{FF2B5EF4-FFF2-40B4-BE49-F238E27FC236}">
                  <a16:creationId xmlns:a16="http://schemas.microsoft.com/office/drawing/2014/main" id="{1D30157B-15E4-876F-4317-D3C6C608B156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37759"/>
              <a:ext cx="982133" cy="1392201"/>
            </a:xfrm>
            <a:custGeom>
              <a:avLst/>
              <a:gdLst/>
              <a:ahLst/>
              <a:cxnLst/>
              <a:rect l="0" t="0" r="0" b="0"/>
              <a:pathLst>
                <a:path w="982133" h="1392201">
                  <a:moveTo>
                    <a:pt x="0" y="1141076"/>
                  </a:moveTo>
                  <a:lnTo>
                    <a:pt x="44052" y="1163730"/>
                  </a:lnTo>
                  <a:lnTo>
                    <a:pt x="3997" y="1124459"/>
                  </a:lnTo>
                  <a:close/>
                  <a:moveTo>
                    <a:pt x="182317" y="1270912"/>
                  </a:moveTo>
                  <a:lnTo>
                    <a:pt x="230040" y="1299866"/>
                  </a:lnTo>
                  <a:lnTo>
                    <a:pt x="199339" y="1257125"/>
                  </a:lnTo>
                  <a:close/>
                  <a:moveTo>
                    <a:pt x="194110" y="1257242"/>
                  </a:moveTo>
                  <a:lnTo>
                    <a:pt x="182317" y="1270912"/>
                  </a:lnTo>
                  <a:lnTo>
                    <a:pt x="199339" y="1257125"/>
                  </a:lnTo>
                  <a:close/>
                  <a:moveTo>
                    <a:pt x="150032" y="1221241"/>
                  </a:moveTo>
                  <a:lnTo>
                    <a:pt x="194624" y="1253728"/>
                  </a:lnTo>
                  <a:lnTo>
                    <a:pt x="159379" y="1232296"/>
                  </a:lnTo>
                  <a:close/>
                  <a:moveTo>
                    <a:pt x="150032" y="1221241"/>
                  </a:moveTo>
                  <a:lnTo>
                    <a:pt x="194110" y="1257242"/>
                  </a:lnTo>
                  <a:lnTo>
                    <a:pt x="194624" y="1253728"/>
                  </a:lnTo>
                  <a:close/>
                  <a:moveTo>
                    <a:pt x="154151" y="1234157"/>
                  </a:moveTo>
                  <a:lnTo>
                    <a:pt x="194110" y="1257242"/>
                  </a:lnTo>
                  <a:lnTo>
                    <a:pt x="150032" y="1221241"/>
                  </a:lnTo>
                  <a:close/>
                  <a:moveTo>
                    <a:pt x="194624" y="1253728"/>
                  </a:moveTo>
                  <a:lnTo>
                    <a:pt x="194110" y="1257242"/>
                  </a:lnTo>
                  <a:lnTo>
                    <a:pt x="199339" y="1257125"/>
                  </a:lnTo>
                  <a:close/>
                  <a:moveTo>
                    <a:pt x="146289" y="1216974"/>
                  </a:moveTo>
                  <a:lnTo>
                    <a:pt x="150032" y="1221241"/>
                  </a:lnTo>
                  <a:lnTo>
                    <a:pt x="159379" y="1232296"/>
                  </a:lnTo>
                  <a:close/>
                  <a:moveTo>
                    <a:pt x="194624" y="1253728"/>
                  </a:moveTo>
                  <a:lnTo>
                    <a:pt x="199339" y="1257125"/>
                  </a:lnTo>
                  <a:lnTo>
                    <a:pt x="200512" y="1252037"/>
                  </a:lnTo>
                  <a:close/>
                  <a:moveTo>
                    <a:pt x="194624" y="1253728"/>
                  </a:moveTo>
                  <a:lnTo>
                    <a:pt x="200512" y="1252037"/>
                  </a:lnTo>
                  <a:lnTo>
                    <a:pt x="159379" y="1232296"/>
                  </a:lnTo>
                  <a:close/>
                  <a:moveTo>
                    <a:pt x="159379" y="1232296"/>
                  </a:moveTo>
                  <a:lnTo>
                    <a:pt x="200512" y="1252037"/>
                  </a:lnTo>
                  <a:lnTo>
                    <a:pt x="216150" y="1223770"/>
                  </a:lnTo>
                  <a:close/>
                  <a:moveTo>
                    <a:pt x="199339" y="1257125"/>
                  </a:moveTo>
                  <a:lnTo>
                    <a:pt x="247660" y="1236545"/>
                  </a:lnTo>
                  <a:lnTo>
                    <a:pt x="200512" y="1252037"/>
                  </a:lnTo>
                  <a:close/>
                  <a:moveTo>
                    <a:pt x="255510" y="1246352"/>
                  </a:moveTo>
                  <a:lnTo>
                    <a:pt x="247660" y="1236545"/>
                  </a:lnTo>
                  <a:lnTo>
                    <a:pt x="199339" y="1257125"/>
                  </a:lnTo>
                  <a:close/>
                  <a:moveTo>
                    <a:pt x="240560" y="1286665"/>
                  </a:moveTo>
                  <a:lnTo>
                    <a:pt x="255510" y="1246352"/>
                  </a:lnTo>
                  <a:lnTo>
                    <a:pt x="199339" y="1257125"/>
                  </a:lnTo>
                  <a:close/>
                  <a:moveTo>
                    <a:pt x="200512" y="1252037"/>
                  </a:moveTo>
                  <a:lnTo>
                    <a:pt x="247660" y="1236545"/>
                  </a:lnTo>
                  <a:lnTo>
                    <a:pt x="216150" y="1223770"/>
                  </a:lnTo>
                  <a:close/>
                  <a:moveTo>
                    <a:pt x="259203" y="1253728"/>
                  </a:moveTo>
                  <a:lnTo>
                    <a:pt x="255834" y="1236545"/>
                  </a:lnTo>
                  <a:lnTo>
                    <a:pt x="255510" y="1246352"/>
                  </a:lnTo>
                  <a:close/>
                  <a:moveTo>
                    <a:pt x="117322" y="1106709"/>
                  </a:moveTo>
                  <a:lnTo>
                    <a:pt x="85020" y="1078858"/>
                  </a:lnTo>
                  <a:lnTo>
                    <a:pt x="125232" y="1089525"/>
                  </a:lnTo>
                  <a:close/>
                  <a:moveTo>
                    <a:pt x="369130" y="1330459"/>
                  </a:moveTo>
                  <a:lnTo>
                    <a:pt x="356155" y="1373496"/>
                  </a:lnTo>
                  <a:lnTo>
                    <a:pt x="396759" y="1379833"/>
                  </a:lnTo>
                  <a:close/>
                  <a:moveTo>
                    <a:pt x="399814" y="1332602"/>
                  </a:moveTo>
                  <a:lnTo>
                    <a:pt x="369130" y="1330459"/>
                  </a:lnTo>
                  <a:lnTo>
                    <a:pt x="396759" y="1379833"/>
                  </a:lnTo>
                  <a:close/>
                  <a:moveTo>
                    <a:pt x="431570" y="1378620"/>
                  </a:moveTo>
                  <a:lnTo>
                    <a:pt x="393801" y="1389672"/>
                  </a:lnTo>
                  <a:lnTo>
                    <a:pt x="427797" y="1392201"/>
                  </a:lnTo>
                  <a:close/>
                  <a:moveTo>
                    <a:pt x="431570" y="1378620"/>
                  </a:moveTo>
                  <a:lnTo>
                    <a:pt x="396759" y="1379833"/>
                  </a:lnTo>
                  <a:lnTo>
                    <a:pt x="393801" y="1389672"/>
                  </a:lnTo>
                  <a:close/>
                  <a:moveTo>
                    <a:pt x="396759" y="1379833"/>
                  </a:moveTo>
                  <a:lnTo>
                    <a:pt x="431570" y="1378620"/>
                  </a:lnTo>
                  <a:lnTo>
                    <a:pt x="430127" y="1335046"/>
                  </a:lnTo>
                  <a:close/>
                  <a:moveTo>
                    <a:pt x="399814" y="1332602"/>
                  </a:moveTo>
                  <a:lnTo>
                    <a:pt x="373950" y="1315451"/>
                  </a:lnTo>
                  <a:lnTo>
                    <a:pt x="346880" y="1303802"/>
                  </a:lnTo>
                  <a:close/>
                  <a:moveTo>
                    <a:pt x="369130" y="1330459"/>
                  </a:moveTo>
                  <a:lnTo>
                    <a:pt x="399814" y="1332602"/>
                  </a:lnTo>
                  <a:lnTo>
                    <a:pt x="346880" y="1303802"/>
                  </a:lnTo>
                  <a:close/>
                  <a:moveTo>
                    <a:pt x="247660" y="1236545"/>
                  </a:moveTo>
                  <a:lnTo>
                    <a:pt x="255510" y="1246352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16150" y="1223770"/>
                  </a:lnTo>
                  <a:lnTo>
                    <a:pt x="247660" y="1236545"/>
                  </a:lnTo>
                  <a:close/>
                  <a:moveTo>
                    <a:pt x="243225" y="1199653"/>
                  </a:moveTo>
                  <a:lnTo>
                    <a:pt x="224675" y="1187646"/>
                  </a:lnTo>
                  <a:lnTo>
                    <a:pt x="255047" y="1234788"/>
                  </a:lnTo>
                  <a:close/>
                  <a:moveTo>
                    <a:pt x="255047" y="1234788"/>
                  </a:moveTo>
                  <a:lnTo>
                    <a:pt x="255510" y="1246352"/>
                  </a:lnTo>
                  <a:lnTo>
                    <a:pt x="255834" y="1236545"/>
                  </a:lnTo>
                  <a:close/>
                  <a:moveTo>
                    <a:pt x="243225" y="1199653"/>
                  </a:moveTo>
                  <a:lnTo>
                    <a:pt x="255047" y="1234788"/>
                  </a:lnTo>
                  <a:lnTo>
                    <a:pt x="255834" y="1236545"/>
                  </a:lnTo>
                  <a:close/>
                  <a:moveTo>
                    <a:pt x="213491" y="1072342"/>
                  </a:moveTo>
                  <a:lnTo>
                    <a:pt x="228377" y="1077483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84268" y="1109097"/>
                  </a:lnTo>
                  <a:lnTo>
                    <a:pt x="297239" y="1085378"/>
                  </a:lnTo>
                  <a:close/>
                  <a:moveTo>
                    <a:pt x="213491" y="1072342"/>
                  </a:moveTo>
                  <a:lnTo>
                    <a:pt x="236113" y="1077624"/>
                  </a:lnTo>
                  <a:lnTo>
                    <a:pt x="242365" y="1066111"/>
                  </a:lnTo>
                  <a:close/>
                  <a:moveTo>
                    <a:pt x="200757" y="1070007"/>
                  </a:moveTo>
                  <a:lnTo>
                    <a:pt x="242365" y="1066111"/>
                  </a:lnTo>
                  <a:lnTo>
                    <a:pt x="251579" y="1039239"/>
                  </a:lnTo>
                  <a:close/>
                  <a:moveTo>
                    <a:pt x="297239" y="1085378"/>
                  </a:moveTo>
                  <a:lnTo>
                    <a:pt x="267029" y="1055159"/>
                  </a:lnTo>
                  <a:lnTo>
                    <a:pt x="236113" y="1077624"/>
                  </a:lnTo>
                  <a:close/>
                  <a:moveTo>
                    <a:pt x="277287" y="1106991"/>
                  </a:moveTo>
                  <a:lnTo>
                    <a:pt x="297239" y="1085378"/>
                  </a:lnTo>
                  <a:lnTo>
                    <a:pt x="236113" y="1077624"/>
                  </a:lnTo>
                  <a:close/>
                  <a:moveTo>
                    <a:pt x="305605" y="1020451"/>
                  </a:moveTo>
                  <a:lnTo>
                    <a:pt x="298287" y="1047735"/>
                  </a:lnTo>
                  <a:lnTo>
                    <a:pt x="340432" y="1026086"/>
                  </a:lnTo>
                  <a:close/>
                  <a:moveTo>
                    <a:pt x="253666" y="1012176"/>
                  </a:moveTo>
                  <a:lnTo>
                    <a:pt x="220446" y="1047414"/>
                  </a:lnTo>
                  <a:lnTo>
                    <a:pt x="251579" y="1039239"/>
                  </a:lnTo>
                  <a:close/>
                  <a:moveTo>
                    <a:pt x="282025" y="1001220"/>
                  </a:moveTo>
                  <a:lnTo>
                    <a:pt x="239504" y="994094"/>
                  </a:lnTo>
                  <a:lnTo>
                    <a:pt x="253666" y="1012176"/>
                  </a:lnTo>
                  <a:close/>
                  <a:moveTo>
                    <a:pt x="368738" y="972801"/>
                  </a:moveTo>
                  <a:lnTo>
                    <a:pt x="395348" y="978256"/>
                  </a:lnTo>
                  <a:lnTo>
                    <a:pt x="363238" y="932525"/>
                  </a:lnTo>
                  <a:close/>
                  <a:moveTo>
                    <a:pt x="437921" y="970733"/>
                  </a:moveTo>
                  <a:lnTo>
                    <a:pt x="436411" y="966854"/>
                  </a:lnTo>
                  <a:lnTo>
                    <a:pt x="400154" y="932383"/>
                  </a:lnTo>
                  <a:close/>
                  <a:moveTo>
                    <a:pt x="385475" y="941536"/>
                  </a:moveTo>
                  <a:lnTo>
                    <a:pt x="437921" y="970733"/>
                  </a:lnTo>
                  <a:lnTo>
                    <a:pt x="400154" y="932383"/>
                  </a:lnTo>
                  <a:close/>
                  <a:moveTo>
                    <a:pt x="363238" y="932525"/>
                  </a:moveTo>
                  <a:lnTo>
                    <a:pt x="339598" y="926759"/>
                  </a:lnTo>
                  <a:lnTo>
                    <a:pt x="357646" y="930099"/>
                  </a:lnTo>
                  <a:close/>
                  <a:moveTo>
                    <a:pt x="292292" y="873621"/>
                  </a:moveTo>
                  <a:lnTo>
                    <a:pt x="292333" y="873772"/>
                  </a:lnTo>
                  <a:lnTo>
                    <a:pt x="303305" y="819921"/>
                  </a:lnTo>
                  <a:close/>
                  <a:moveTo>
                    <a:pt x="356379" y="856589"/>
                  </a:moveTo>
                  <a:lnTo>
                    <a:pt x="342596" y="841760"/>
                  </a:lnTo>
                  <a:lnTo>
                    <a:pt x="363977" y="869519"/>
                  </a:lnTo>
                  <a:close/>
                  <a:moveTo>
                    <a:pt x="385973" y="893344"/>
                  </a:moveTo>
                  <a:lnTo>
                    <a:pt x="356379" y="856589"/>
                  </a:lnTo>
                  <a:lnTo>
                    <a:pt x="363977" y="869519"/>
                  </a:lnTo>
                  <a:close/>
                  <a:moveTo>
                    <a:pt x="189198" y="709569"/>
                  </a:moveTo>
                  <a:lnTo>
                    <a:pt x="199759" y="715684"/>
                  </a:lnTo>
                  <a:lnTo>
                    <a:pt x="210884" y="723040"/>
                  </a:lnTo>
                  <a:close/>
                  <a:moveTo>
                    <a:pt x="704055" y="1247789"/>
                  </a:moveTo>
                  <a:lnTo>
                    <a:pt x="705587" y="1260894"/>
                  </a:lnTo>
                  <a:lnTo>
                    <a:pt x="682830" y="1241805"/>
                  </a:lnTo>
                  <a:close/>
                  <a:moveTo>
                    <a:pt x="728348" y="1210380"/>
                  </a:moveTo>
                  <a:lnTo>
                    <a:pt x="734865" y="1215571"/>
                  </a:lnTo>
                  <a:lnTo>
                    <a:pt x="728959" y="1206955"/>
                  </a:lnTo>
                  <a:close/>
                  <a:moveTo>
                    <a:pt x="444759" y="912915"/>
                  </a:moveTo>
                  <a:lnTo>
                    <a:pt x="436411" y="966854"/>
                  </a:lnTo>
                  <a:lnTo>
                    <a:pt x="462983" y="946507"/>
                  </a:lnTo>
                  <a:close/>
                  <a:moveTo>
                    <a:pt x="462983" y="946507"/>
                  </a:moveTo>
                  <a:lnTo>
                    <a:pt x="483158" y="916297"/>
                  </a:lnTo>
                  <a:lnTo>
                    <a:pt x="466398" y="912915"/>
                  </a:lnTo>
                  <a:close/>
                  <a:moveTo>
                    <a:pt x="462983" y="946507"/>
                  </a:moveTo>
                  <a:lnTo>
                    <a:pt x="474536" y="961334"/>
                  </a:lnTo>
                  <a:lnTo>
                    <a:pt x="483158" y="916297"/>
                  </a:lnTo>
                  <a:close/>
                  <a:moveTo>
                    <a:pt x="460671" y="952238"/>
                  </a:moveTo>
                  <a:lnTo>
                    <a:pt x="474536" y="961334"/>
                  </a:lnTo>
                  <a:lnTo>
                    <a:pt x="462983" y="946507"/>
                  </a:lnTo>
                  <a:close/>
                  <a:moveTo>
                    <a:pt x="466398" y="912915"/>
                  </a:moveTo>
                  <a:lnTo>
                    <a:pt x="483158" y="916297"/>
                  </a:lnTo>
                  <a:lnTo>
                    <a:pt x="481748" y="892088"/>
                  </a:lnTo>
                  <a:close/>
                  <a:moveTo>
                    <a:pt x="728959" y="1206955"/>
                  </a:moveTo>
                  <a:lnTo>
                    <a:pt x="734865" y="1215571"/>
                  </a:lnTo>
                  <a:lnTo>
                    <a:pt x="733989" y="1205794"/>
                  </a:lnTo>
                  <a:close/>
                  <a:moveTo>
                    <a:pt x="733989" y="1205794"/>
                  </a:moveTo>
                  <a:lnTo>
                    <a:pt x="776559" y="1198274"/>
                  </a:lnTo>
                  <a:lnTo>
                    <a:pt x="749629" y="1174560"/>
                  </a:lnTo>
                  <a:close/>
                  <a:moveTo>
                    <a:pt x="776559" y="1198274"/>
                  </a:moveTo>
                  <a:lnTo>
                    <a:pt x="785682" y="1184780"/>
                  </a:lnTo>
                  <a:lnTo>
                    <a:pt x="749629" y="1174560"/>
                  </a:lnTo>
                  <a:close/>
                  <a:moveTo>
                    <a:pt x="483619" y="871175"/>
                  </a:moveTo>
                  <a:lnTo>
                    <a:pt x="466398" y="912915"/>
                  </a:lnTo>
                  <a:lnTo>
                    <a:pt x="481748" y="892088"/>
                  </a:lnTo>
                  <a:close/>
                  <a:moveTo>
                    <a:pt x="483619" y="871175"/>
                  </a:moveTo>
                  <a:lnTo>
                    <a:pt x="472727" y="858362"/>
                  </a:lnTo>
                  <a:lnTo>
                    <a:pt x="443258" y="832153"/>
                  </a:lnTo>
                  <a:close/>
                  <a:moveTo>
                    <a:pt x="641621" y="1042752"/>
                  </a:moveTo>
                  <a:lnTo>
                    <a:pt x="615565" y="1005997"/>
                  </a:lnTo>
                  <a:lnTo>
                    <a:pt x="626323" y="1015413"/>
                  </a:lnTo>
                  <a:close/>
                  <a:moveTo>
                    <a:pt x="785682" y="1184780"/>
                  </a:moveTo>
                  <a:lnTo>
                    <a:pt x="830567" y="1181455"/>
                  </a:lnTo>
                  <a:lnTo>
                    <a:pt x="818546" y="1135833"/>
                  </a:lnTo>
                  <a:close/>
                  <a:moveTo>
                    <a:pt x="768713" y="1070411"/>
                  </a:moveTo>
                  <a:lnTo>
                    <a:pt x="745692" y="1063634"/>
                  </a:lnTo>
                  <a:lnTo>
                    <a:pt x="747511" y="1105307"/>
                  </a:lnTo>
                  <a:close/>
                  <a:moveTo>
                    <a:pt x="744989" y="1061006"/>
                  </a:moveTo>
                  <a:lnTo>
                    <a:pt x="746537" y="1062323"/>
                  </a:lnTo>
                  <a:lnTo>
                    <a:pt x="728730" y="1031081"/>
                  </a:lnTo>
                  <a:close/>
                  <a:moveTo>
                    <a:pt x="744989" y="1061006"/>
                  </a:moveTo>
                  <a:lnTo>
                    <a:pt x="728730" y="1031081"/>
                  </a:lnTo>
                  <a:lnTo>
                    <a:pt x="723391" y="1025568"/>
                  </a:lnTo>
                  <a:close/>
                  <a:moveTo>
                    <a:pt x="615565" y="1005997"/>
                  </a:moveTo>
                  <a:lnTo>
                    <a:pt x="619082" y="994211"/>
                  </a:lnTo>
                  <a:lnTo>
                    <a:pt x="595819" y="968376"/>
                  </a:lnTo>
                  <a:close/>
                  <a:moveTo>
                    <a:pt x="497332" y="822222"/>
                  </a:moveTo>
                  <a:lnTo>
                    <a:pt x="531059" y="855671"/>
                  </a:lnTo>
                  <a:lnTo>
                    <a:pt x="533332" y="813101"/>
                  </a:lnTo>
                  <a:close/>
                  <a:moveTo>
                    <a:pt x="533332" y="813101"/>
                  </a:moveTo>
                  <a:lnTo>
                    <a:pt x="574099" y="807046"/>
                  </a:lnTo>
                  <a:lnTo>
                    <a:pt x="540760" y="795733"/>
                  </a:lnTo>
                  <a:close/>
                  <a:moveTo>
                    <a:pt x="574099" y="807046"/>
                  </a:moveTo>
                  <a:lnTo>
                    <a:pt x="575163" y="799783"/>
                  </a:lnTo>
                  <a:lnTo>
                    <a:pt x="540760" y="795733"/>
                  </a:lnTo>
                  <a:close/>
                  <a:moveTo>
                    <a:pt x="744989" y="1061006"/>
                  </a:moveTo>
                  <a:lnTo>
                    <a:pt x="723391" y="1025568"/>
                  </a:lnTo>
                  <a:lnTo>
                    <a:pt x="764468" y="1037625"/>
                  </a:lnTo>
                  <a:close/>
                  <a:moveTo>
                    <a:pt x="764468" y="1037625"/>
                  </a:moveTo>
                  <a:lnTo>
                    <a:pt x="723391" y="1025568"/>
                  </a:lnTo>
                  <a:lnTo>
                    <a:pt x="715281" y="1059674"/>
                  </a:lnTo>
                  <a:close/>
                  <a:moveTo>
                    <a:pt x="795198" y="1093626"/>
                  </a:moveTo>
                  <a:lnTo>
                    <a:pt x="746537" y="1062323"/>
                  </a:lnTo>
                  <a:lnTo>
                    <a:pt x="790837" y="1052424"/>
                  </a:lnTo>
                  <a:close/>
                  <a:moveTo>
                    <a:pt x="745692" y="1063634"/>
                  </a:moveTo>
                  <a:lnTo>
                    <a:pt x="746537" y="1062323"/>
                  </a:lnTo>
                  <a:lnTo>
                    <a:pt x="769092" y="1054915"/>
                  </a:lnTo>
                  <a:close/>
                  <a:moveTo>
                    <a:pt x="414959" y="604336"/>
                  </a:moveTo>
                  <a:lnTo>
                    <a:pt x="378086" y="584508"/>
                  </a:lnTo>
                  <a:lnTo>
                    <a:pt x="376443" y="583475"/>
                  </a:lnTo>
                  <a:close/>
                  <a:moveTo>
                    <a:pt x="982133" y="1132349"/>
                  </a:moveTo>
                  <a:lnTo>
                    <a:pt x="953801" y="1101467"/>
                  </a:lnTo>
                  <a:lnTo>
                    <a:pt x="922664" y="1130790"/>
                  </a:lnTo>
                  <a:close/>
                  <a:moveTo>
                    <a:pt x="906430" y="1098459"/>
                  </a:moveTo>
                  <a:lnTo>
                    <a:pt x="909588" y="1101467"/>
                  </a:lnTo>
                  <a:lnTo>
                    <a:pt x="889912" y="1070802"/>
                  </a:lnTo>
                  <a:close/>
                  <a:moveTo>
                    <a:pt x="909588" y="1101467"/>
                  </a:moveTo>
                  <a:lnTo>
                    <a:pt x="925767" y="1113487"/>
                  </a:lnTo>
                  <a:lnTo>
                    <a:pt x="889912" y="1070802"/>
                  </a:lnTo>
                  <a:close/>
                  <a:moveTo>
                    <a:pt x="906430" y="1098459"/>
                  </a:moveTo>
                  <a:lnTo>
                    <a:pt x="889912" y="1070802"/>
                  </a:lnTo>
                  <a:lnTo>
                    <a:pt x="881861" y="1064712"/>
                  </a:lnTo>
                  <a:close/>
                  <a:moveTo>
                    <a:pt x="728544" y="903314"/>
                  </a:moveTo>
                  <a:lnTo>
                    <a:pt x="781254" y="925974"/>
                  </a:lnTo>
                  <a:lnTo>
                    <a:pt x="788980" y="908487"/>
                  </a:lnTo>
                  <a:close/>
                  <a:moveTo>
                    <a:pt x="728544" y="903314"/>
                  </a:moveTo>
                  <a:lnTo>
                    <a:pt x="788980" y="908487"/>
                  </a:lnTo>
                  <a:lnTo>
                    <a:pt x="751031" y="891180"/>
                  </a:lnTo>
                  <a:close/>
                  <a:moveTo>
                    <a:pt x="690431" y="861365"/>
                  </a:moveTo>
                  <a:lnTo>
                    <a:pt x="719012" y="898120"/>
                  </a:lnTo>
                  <a:lnTo>
                    <a:pt x="734083" y="880937"/>
                  </a:lnTo>
                  <a:close/>
                  <a:moveTo>
                    <a:pt x="50873" y="89510"/>
                  </a:moveTo>
                  <a:lnTo>
                    <a:pt x="50827" y="84292"/>
                  </a:lnTo>
                  <a:lnTo>
                    <a:pt x="38347" y="49691"/>
                  </a:lnTo>
                  <a:close/>
                  <a:moveTo>
                    <a:pt x="804444" y="917692"/>
                  </a:moveTo>
                  <a:lnTo>
                    <a:pt x="844591" y="901571"/>
                  </a:lnTo>
                  <a:lnTo>
                    <a:pt x="788980" y="908487"/>
                  </a:lnTo>
                  <a:close/>
                  <a:moveTo>
                    <a:pt x="788980" y="908487"/>
                  </a:moveTo>
                  <a:lnTo>
                    <a:pt x="844591" y="901571"/>
                  </a:lnTo>
                  <a:lnTo>
                    <a:pt x="845458" y="898866"/>
                  </a:lnTo>
                  <a:close/>
                  <a:moveTo>
                    <a:pt x="789288" y="826998"/>
                  </a:moveTo>
                  <a:lnTo>
                    <a:pt x="791704" y="827984"/>
                  </a:lnTo>
                  <a:lnTo>
                    <a:pt x="790154" y="816670"/>
                  </a:lnTo>
                  <a:close/>
                  <a:moveTo>
                    <a:pt x="794140" y="831574"/>
                  </a:moveTo>
                  <a:lnTo>
                    <a:pt x="791704" y="827984"/>
                  </a:lnTo>
                  <a:lnTo>
                    <a:pt x="789288" y="826998"/>
                  </a:lnTo>
                  <a:close/>
                  <a:moveTo>
                    <a:pt x="115825" y="58538"/>
                  </a:moveTo>
                  <a:lnTo>
                    <a:pt x="144135" y="62610"/>
                  </a:lnTo>
                  <a:lnTo>
                    <a:pt x="141073" y="20352"/>
                  </a:lnTo>
                  <a:close/>
                  <a:moveTo>
                    <a:pt x="115825" y="58538"/>
                  </a:moveTo>
                  <a:lnTo>
                    <a:pt x="141073" y="20352"/>
                  </a:lnTo>
                  <a:lnTo>
                    <a:pt x="106402" y="21451"/>
                  </a:lnTo>
                  <a:close/>
                  <a:moveTo>
                    <a:pt x="106402" y="21451"/>
                  </a:moveTo>
                  <a:lnTo>
                    <a:pt x="141073" y="20352"/>
                  </a:lnTo>
                  <a:lnTo>
                    <a:pt x="105251" y="0"/>
                  </a:lnTo>
                  <a:close/>
                  <a:moveTo>
                    <a:pt x="949853" y="1047528"/>
                  </a:moveTo>
                  <a:lnTo>
                    <a:pt x="923933" y="1025484"/>
                  </a:lnTo>
                  <a:lnTo>
                    <a:pt x="950561" y="1048583"/>
                  </a:lnTo>
                  <a:close/>
                  <a:moveTo>
                    <a:pt x="949853" y="1047528"/>
                  </a:moveTo>
                  <a:lnTo>
                    <a:pt x="931557" y="1010773"/>
                  </a:lnTo>
                  <a:lnTo>
                    <a:pt x="923933" y="1025484"/>
                  </a:lnTo>
                  <a:close/>
                  <a:moveTo>
                    <a:pt x="880731" y="906167"/>
                  </a:moveTo>
                  <a:lnTo>
                    <a:pt x="919633" y="927043"/>
                  </a:lnTo>
                  <a:lnTo>
                    <a:pt x="940162" y="907587"/>
                  </a:lnTo>
                  <a:close/>
                  <a:moveTo>
                    <a:pt x="902620" y="891801"/>
                  </a:moveTo>
                  <a:lnTo>
                    <a:pt x="880731" y="906167"/>
                  </a:lnTo>
                  <a:lnTo>
                    <a:pt x="940162" y="907587"/>
                  </a:lnTo>
                  <a:close/>
                  <a:moveTo>
                    <a:pt x="794140" y="831574"/>
                  </a:moveTo>
                  <a:lnTo>
                    <a:pt x="789288" y="826998"/>
                  </a:lnTo>
                  <a:lnTo>
                    <a:pt x="798423" y="809815"/>
                  </a:lnTo>
                  <a:close/>
                  <a:moveTo>
                    <a:pt x="882928" y="818175"/>
                  </a:moveTo>
                  <a:lnTo>
                    <a:pt x="871994" y="809815"/>
                  </a:lnTo>
                  <a:lnTo>
                    <a:pt x="876207" y="813462"/>
                  </a:lnTo>
                  <a:close/>
                  <a:moveTo>
                    <a:pt x="798423" y="809815"/>
                  </a:moveTo>
                  <a:lnTo>
                    <a:pt x="790154" y="816670"/>
                  </a:lnTo>
                  <a:lnTo>
                    <a:pt x="757293" y="784125"/>
                  </a:lnTo>
                  <a:close/>
                  <a:moveTo>
                    <a:pt x="789288" y="826998"/>
                  </a:moveTo>
                  <a:lnTo>
                    <a:pt x="790154" y="816670"/>
                  </a:lnTo>
                  <a:lnTo>
                    <a:pt x="798423" y="809815"/>
                  </a:lnTo>
                  <a:close/>
                  <a:moveTo>
                    <a:pt x="581463" y="515775"/>
                  </a:moveTo>
                  <a:lnTo>
                    <a:pt x="551100" y="530173"/>
                  </a:lnTo>
                  <a:lnTo>
                    <a:pt x="566431" y="569713"/>
                  </a:lnTo>
                  <a:close/>
                  <a:moveTo>
                    <a:pt x="615112" y="564314"/>
                  </a:moveTo>
                  <a:lnTo>
                    <a:pt x="594257" y="582549"/>
                  </a:lnTo>
                  <a:lnTo>
                    <a:pt x="650975" y="573824"/>
                  </a:lnTo>
                  <a:close/>
                  <a:moveTo>
                    <a:pt x="545636" y="525339"/>
                  </a:moveTo>
                  <a:lnTo>
                    <a:pt x="551100" y="530173"/>
                  </a:lnTo>
                  <a:lnTo>
                    <a:pt x="594417" y="486937"/>
                  </a:lnTo>
                  <a:close/>
                  <a:moveTo>
                    <a:pt x="517402" y="448145"/>
                  </a:moveTo>
                  <a:lnTo>
                    <a:pt x="504024" y="494337"/>
                  </a:lnTo>
                  <a:lnTo>
                    <a:pt x="554836" y="463529"/>
                  </a:lnTo>
                  <a:close/>
                  <a:moveTo>
                    <a:pt x="554836" y="463529"/>
                  </a:moveTo>
                  <a:lnTo>
                    <a:pt x="535121" y="486026"/>
                  </a:lnTo>
                  <a:lnTo>
                    <a:pt x="590264" y="471409"/>
                  </a:lnTo>
                  <a:close/>
                  <a:moveTo>
                    <a:pt x="789048" y="736305"/>
                  </a:moveTo>
                  <a:lnTo>
                    <a:pt x="764518" y="699550"/>
                  </a:lnTo>
                  <a:lnTo>
                    <a:pt x="771647" y="710049"/>
                  </a:lnTo>
                  <a:close/>
                  <a:moveTo>
                    <a:pt x="940162" y="907587"/>
                  </a:moveTo>
                  <a:lnTo>
                    <a:pt x="945684" y="873560"/>
                  </a:lnTo>
                  <a:lnTo>
                    <a:pt x="902620" y="891801"/>
                  </a:lnTo>
                  <a:close/>
                  <a:moveTo>
                    <a:pt x="902620" y="891801"/>
                  </a:moveTo>
                  <a:lnTo>
                    <a:pt x="945684" y="873560"/>
                  </a:lnTo>
                  <a:lnTo>
                    <a:pt x="908589" y="876630"/>
                  </a:lnTo>
                  <a:close/>
                  <a:moveTo>
                    <a:pt x="908589" y="876630"/>
                  </a:moveTo>
                  <a:lnTo>
                    <a:pt x="914811" y="846570"/>
                  </a:lnTo>
                  <a:lnTo>
                    <a:pt x="894757" y="862404"/>
                  </a:lnTo>
                  <a:close/>
                  <a:moveTo>
                    <a:pt x="873761" y="833109"/>
                  </a:moveTo>
                  <a:lnTo>
                    <a:pt x="886614" y="846570"/>
                  </a:lnTo>
                  <a:lnTo>
                    <a:pt x="848353" y="813480"/>
                  </a:lnTo>
                  <a:close/>
                  <a:moveTo>
                    <a:pt x="871994" y="809815"/>
                  </a:moveTo>
                  <a:lnTo>
                    <a:pt x="882928" y="818175"/>
                  </a:lnTo>
                  <a:lnTo>
                    <a:pt x="881896" y="808837"/>
                  </a:lnTo>
                  <a:close/>
                  <a:moveTo>
                    <a:pt x="798035" y="749925"/>
                  </a:moveTo>
                  <a:lnTo>
                    <a:pt x="854991" y="758874"/>
                  </a:lnTo>
                  <a:lnTo>
                    <a:pt x="856617" y="748172"/>
                  </a:lnTo>
                  <a:close/>
                  <a:moveTo>
                    <a:pt x="612728" y="507159"/>
                  </a:moveTo>
                  <a:lnTo>
                    <a:pt x="627438" y="485822"/>
                  </a:lnTo>
                  <a:lnTo>
                    <a:pt x="594417" y="486937"/>
                  </a:lnTo>
                  <a:close/>
                  <a:moveTo>
                    <a:pt x="533040" y="351572"/>
                  </a:moveTo>
                  <a:lnTo>
                    <a:pt x="534664" y="388327"/>
                  </a:lnTo>
                  <a:lnTo>
                    <a:pt x="518209" y="368755"/>
                  </a:lnTo>
                  <a:close/>
                  <a:moveTo>
                    <a:pt x="298569" y="57532"/>
                  </a:moveTo>
                  <a:lnTo>
                    <a:pt x="291238" y="100862"/>
                  </a:lnTo>
                  <a:lnTo>
                    <a:pt x="303374" y="59163"/>
                  </a:lnTo>
                  <a:close/>
                  <a:moveTo>
                    <a:pt x="322303" y="57532"/>
                  </a:moveTo>
                  <a:lnTo>
                    <a:pt x="303374" y="59163"/>
                  </a:lnTo>
                  <a:lnTo>
                    <a:pt x="291238" y="100862"/>
                  </a:lnTo>
                  <a:close/>
                  <a:moveTo>
                    <a:pt x="267193" y="39328"/>
                  </a:moveTo>
                  <a:lnTo>
                    <a:pt x="298569" y="57532"/>
                  </a:lnTo>
                  <a:lnTo>
                    <a:pt x="245123" y="34686"/>
                  </a:lnTo>
                  <a:close/>
                  <a:moveTo>
                    <a:pt x="643701" y="450418"/>
                  </a:moveTo>
                  <a:lnTo>
                    <a:pt x="664209" y="430887"/>
                  </a:lnTo>
                  <a:lnTo>
                    <a:pt x="604195" y="427289"/>
                  </a:lnTo>
                  <a:close/>
                  <a:moveTo>
                    <a:pt x="563954" y="305202"/>
                  </a:moveTo>
                  <a:lnTo>
                    <a:pt x="599049" y="339292"/>
                  </a:lnTo>
                  <a:lnTo>
                    <a:pt x="604116" y="330785"/>
                  </a:lnTo>
                  <a:close/>
                  <a:moveTo>
                    <a:pt x="599049" y="339292"/>
                  </a:moveTo>
                  <a:lnTo>
                    <a:pt x="617135" y="334388"/>
                  </a:lnTo>
                  <a:lnTo>
                    <a:pt x="604116" y="330785"/>
                  </a:lnTo>
                  <a:close/>
                  <a:moveTo>
                    <a:pt x="407089" y="163263"/>
                  </a:moveTo>
                  <a:lnTo>
                    <a:pt x="405205" y="181601"/>
                  </a:lnTo>
                  <a:lnTo>
                    <a:pt x="408782" y="167797"/>
                  </a:lnTo>
                  <a:close/>
                  <a:moveTo>
                    <a:pt x="407089" y="163263"/>
                  </a:moveTo>
                  <a:lnTo>
                    <a:pt x="408782" y="167797"/>
                  </a:lnTo>
                  <a:lnTo>
                    <a:pt x="395549" y="145501"/>
                  </a:lnTo>
                  <a:close/>
                  <a:moveTo>
                    <a:pt x="694447" y="405405"/>
                  </a:moveTo>
                  <a:lnTo>
                    <a:pt x="683881" y="369248"/>
                  </a:lnTo>
                  <a:lnTo>
                    <a:pt x="672737" y="395967"/>
                  </a:lnTo>
                  <a:close/>
                  <a:moveTo>
                    <a:pt x="663709" y="332811"/>
                  </a:moveTo>
                  <a:lnTo>
                    <a:pt x="661388" y="371143"/>
                  </a:lnTo>
                  <a:lnTo>
                    <a:pt x="676635" y="330392"/>
                  </a:lnTo>
                  <a:close/>
                  <a:moveTo>
                    <a:pt x="676635" y="330392"/>
                  </a:moveTo>
                  <a:lnTo>
                    <a:pt x="661388" y="371143"/>
                  </a:lnTo>
                  <a:lnTo>
                    <a:pt x="683881" y="369248"/>
                  </a:lnTo>
                  <a:close/>
                  <a:moveTo>
                    <a:pt x="686670" y="277486"/>
                  </a:moveTo>
                  <a:lnTo>
                    <a:pt x="680753" y="271958"/>
                  </a:lnTo>
                  <a:lnTo>
                    <a:pt x="659744" y="272289"/>
                  </a:lnTo>
                  <a:close/>
                  <a:moveTo>
                    <a:pt x="686670" y="277486"/>
                  </a:moveTo>
                  <a:lnTo>
                    <a:pt x="685583" y="290017"/>
                  </a:lnTo>
                  <a:lnTo>
                    <a:pt x="692643" y="280450"/>
                  </a:lnTo>
                  <a:close/>
                  <a:moveTo>
                    <a:pt x="686670" y="277486"/>
                  </a:moveTo>
                  <a:lnTo>
                    <a:pt x="692643" y="280450"/>
                  </a:lnTo>
                  <a:lnTo>
                    <a:pt x="680753" y="27195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49" name="Input_density__88">
              <a:extLst>
                <a:ext uri="{FF2B5EF4-FFF2-40B4-BE49-F238E27FC236}">
                  <a16:creationId xmlns:a16="http://schemas.microsoft.com/office/drawing/2014/main" id="{6349DA77-B93B-F9F6-501B-B4D0EBC58190}"/>
                </a:ext>
              </a:extLst>
            </p:cNvPr>
            <p:cNvSpPr>
              <a:spLocks noGrp="1"/>
            </p:cNvSpPr>
            <p:nvPr/>
          </p:nvSpPr>
          <p:spPr>
            <a:xfrm>
              <a:off x="916385" y="1852985"/>
              <a:ext cx="978820" cy="1245667"/>
            </a:xfrm>
            <a:custGeom>
              <a:avLst/>
              <a:gdLst/>
              <a:ahLst/>
              <a:cxnLst/>
              <a:rect l="0" t="0" r="0" b="0"/>
              <a:pathLst>
                <a:path w="978820" h="1245667">
                  <a:moveTo>
                    <a:pt x="3997" y="1109233"/>
                  </a:moveTo>
                  <a:lnTo>
                    <a:pt x="4418" y="1107632"/>
                  </a:lnTo>
                  <a:lnTo>
                    <a:pt x="0" y="1125849"/>
                  </a:lnTo>
                  <a:close/>
                  <a:moveTo>
                    <a:pt x="0" y="1125849"/>
                  </a:moveTo>
                  <a:lnTo>
                    <a:pt x="4418" y="1107632"/>
                  </a:lnTo>
                  <a:lnTo>
                    <a:pt x="26480" y="1071911"/>
                  </a:lnTo>
                  <a:close/>
                  <a:moveTo>
                    <a:pt x="4284" y="1108666"/>
                  </a:moveTo>
                  <a:lnTo>
                    <a:pt x="3997" y="1109233"/>
                  </a:lnTo>
                  <a:lnTo>
                    <a:pt x="5672" y="1112324"/>
                  </a:lnTo>
                  <a:close/>
                  <a:moveTo>
                    <a:pt x="4418" y="1107632"/>
                  </a:moveTo>
                  <a:lnTo>
                    <a:pt x="3997" y="1109233"/>
                  </a:lnTo>
                  <a:lnTo>
                    <a:pt x="4284" y="1108666"/>
                  </a:lnTo>
                  <a:close/>
                  <a:moveTo>
                    <a:pt x="4284" y="1108666"/>
                  </a:moveTo>
                  <a:lnTo>
                    <a:pt x="5672" y="1112324"/>
                  </a:lnTo>
                  <a:lnTo>
                    <a:pt x="16900" y="1098743"/>
                  </a:lnTo>
                  <a:close/>
                  <a:moveTo>
                    <a:pt x="4418" y="1107632"/>
                  </a:moveTo>
                  <a:lnTo>
                    <a:pt x="4284" y="1108666"/>
                  </a:lnTo>
                  <a:lnTo>
                    <a:pt x="16900" y="1098743"/>
                  </a:lnTo>
                  <a:close/>
                  <a:moveTo>
                    <a:pt x="85020" y="1063631"/>
                  </a:moveTo>
                  <a:lnTo>
                    <a:pt x="52690" y="1067331"/>
                  </a:lnTo>
                  <a:lnTo>
                    <a:pt x="105791" y="1045082"/>
                  </a:lnTo>
                  <a:close/>
                  <a:moveTo>
                    <a:pt x="122197" y="983606"/>
                  </a:moveTo>
                  <a:lnTo>
                    <a:pt x="134211" y="995142"/>
                  </a:lnTo>
                  <a:lnTo>
                    <a:pt x="116883" y="990347"/>
                  </a:lnTo>
                  <a:close/>
                  <a:moveTo>
                    <a:pt x="144790" y="970110"/>
                  </a:moveTo>
                  <a:lnTo>
                    <a:pt x="134211" y="995142"/>
                  </a:lnTo>
                  <a:lnTo>
                    <a:pt x="122197" y="983606"/>
                  </a:lnTo>
                  <a:close/>
                  <a:moveTo>
                    <a:pt x="193147" y="930124"/>
                  </a:moveTo>
                  <a:lnTo>
                    <a:pt x="161083" y="973295"/>
                  </a:lnTo>
                  <a:lnTo>
                    <a:pt x="177199" y="966423"/>
                  </a:lnTo>
                  <a:close/>
                  <a:moveTo>
                    <a:pt x="144790" y="970110"/>
                  </a:moveTo>
                  <a:lnTo>
                    <a:pt x="161083" y="973295"/>
                  </a:lnTo>
                  <a:lnTo>
                    <a:pt x="193147" y="930124"/>
                  </a:lnTo>
                  <a:close/>
                  <a:moveTo>
                    <a:pt x="194779" y="929668"/>
                  </a:moveTo>
                  <a:lnTo>
                    <a:pt x="207063" y="885945"/>
                  </a:lnTo>
                  <a:lnTo>
                    <a:pt x="209345" y="875729"/>
                  </a:lnTo>
                  <a:close/>
                  <a:moveTo>
                    <a:pt x="386020" y="881119"/>
                  </a:moveTo>
                  <a:lnTo>
                    <a:pt x="395978" y="914873"/>
                  </a:lnTo>
                  <a:lnTo>
                    <a:pt x="385973" y="878117"/>
                  </a:lnTo>
                  <a:close/>
                  <a:moveTo>
                    <a:pt x="261979" y="855950"/>
                  </a:moveTo>
                  <a:lnTo>
                    <a:pt x="303305" y="804694"/>
                  </a:lnTo>
                  <a:lnTo>
                    <a:pt x="262413" y="810850"/>
                  </a:lnTo>
                  <a:close/>
                  <a:moveTo>
                    <a:pt x="303305" y="804694"/>
                  </a:moveTo>
                  <a:lnTo>
                    <a:pt x="342596" y="826534"/>
                  </a:lnTo>
                  <a:lnTo>
                    <a:pt x="303662" y="804608"/>
                  </a:lnTo>
                  <a:close/>
                  <a:moveTo>
                    <a:pt x="262413" y="810850"/>
                  </a:moveTo>
                  <a:lnTo>
                    <a:pt x="303305" y="804694"/>
                  </a:lnTo>
                  <a:lnTo>
                    <a:pt x="293377" y="768019"/>
                  </a:lnTo>
                  <a:close/>
                  <a:moveTo>
                    <a:pt x="303662" y="804608"/>
                  </a:moveTo>
                  <a:lnTo>
                    <a:pt x="328122" y="772418"/>
                  </a:lnTo>
                  <a:lnTo>
                    <a:pt x="303305" y="804694"/>
                  </a:lnTo>
                  <a:close/>
                  <a:moveTo>
                    <a:pt x="303305" y="804694"/>
                  </a:moveTo>
                  <a:lnTo>
                    <a:pt x="328122" y="772418"/>
                  </a:lnTo>
                  <a:lnTo>
                    <a:pt x="322804" y="771184"/>
                  </a:lnTo>
                  <a:close/>
                  <a:moveTo>
                    <a:pt x="303305" y="804694"/>
                  </a:moveTo>
                  <a:lnTo>
                    <a:pt x="322804" y="771184"/>
                  </a:lnTo>
                  <a:lnTo>
                    <a:pt x="293377" y="768019"/>
                  </a:lnTo>
                  <a:close/>
                  <a:moveTo>
                    <a:pt x="266169" y="761570"/>
                  </a:moveTo>
                  <a:lnTo>
                    <a:pt x="250019" y="776180"/>
                  </a:lnTo>
                  <a:lnTo>
                    <a:pt x="293377" y="768019"/>
                  </a:lnTo>
                  <a:close/>
                  <a:moveTo>
                    <a:pt x="189198" y="694343"/>
                  </a:moveTo>
                  <a:lnTo>
                    <a:pt x="182768" y="657588"/>
                  </a:lnTo>
                  <a:lnTo>
                    <a:pt x="188242" y="665074"/>
                  </a:lnTo>
                  <a:close/>
                  <a:moveTo>
                    <a:pt x="188242" y="665074"/>
                  </a:moveTo>
                  <a:lnTo>
                    <a:pt x="182768" y="657588"/>
                  </a:lnTo>
                  <a:lnTo>
                    <a:pt x="193170" y="641582"/>
                  </a:lnTo>
                  <a:close/>
                  <a:moveTo>
                    <a:pt x="682830" y="1226579"/>
                  </a:moveTo>
                  <a:lnTo>
                    <a:pt x="672279" y="1245667"/>
                  </a:lnTo>
                  <a:lnTo>
                    <a:pt x="704055" y="1232563"/>
                  </a:lnTo>
                  <a:close/>
                  <a:moveTo>
                    <a:pt x="400714" y="913920"/>
                  </a:moveTo>
                  <a:lnTo>
                    <a:pt x="400154" y="917157"/>
                  </a:lnTo>
                  <a:lnTo>
                    <a:pt x="444759" y="897689"/>
                  </a:lnTo>
                  <a:close/>
                  <a:moveTo>
                    <a:pt x="395978" y="914873"/>
                  </a:moveTo>
                  <a:lnTo>
                    <a:pt x="400154" y="917157"/>
                  </a:lnTo>
                  <a:lnTo>
                    <a:pt x="400714" y="913920"/>
                  </a:lnTo>
                  <a:close/>
                  <a:moveTo>
                    <a:pt x="385973" y="878117"/>
                  </a:moveTo>
                  <a:lnTo>
                    <a:pt x="395978" y="914873"/>
                  </a:lnTo>
                  <a:lnTo>
                    <a:pt x="400714" y="913920"/>
                  </a:lnTo>
                  <a:close/>
                  <a:moveTo>
                    <a:pt x="444759" y="897689"/>
                  </a:moveTo>
                  <a:lnTo>
                    <a:pt x="436025" y="860934"/>
                  </a:lnTo>
                  <a:lnTo>
                    <a:pt x="400714" y="913920"/>
                  </a:lnTo>
                  <a:close/>
                  <a:moveTo>
                    <a:pt x="436025" y="860934"/>
                  </a:moveTo>
                  <a:lnTo>
                    <a:pt x="395076" y="873757"/>
                  </a:lnTo>
                  <a:lnTo>
                    <a:pt x="400714" y="913920"/>
                  </a:lnTo>
                  <a:close/>
                  <a:moveTo>
                    <a:pt x="368675" y="787424"/>
                  </a:moveTo>
                  <a:lnTo>
                    <a:pt x="342596" y="826534"/>
                  </a:lnTo>
                  <a:lnTo>
                    <a:pt x="356379" y="841363"/>
                  </a:lnTo>
                  <a:close/>
                  <a:moveTo>
                    <a:pt x="368675" y="787424"/>
                  </a:moveTo>
                  <a:lnTo>
                    <a:pt x="356379" y="841363"/>
                  </a:lnTo>
                  <a:lnTo>
                    <a:pt x="380967" y="824179"/>
                  </a:lnTo>
                  <a:close/>
                  <a:moveTo>
                    <a:pt x="303662" y="804608"/>
                  </a:moveTo>
                  <a:lnTo>
                    <a:pt x="342596" y="826534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03662" y="804608"/>
                  </a:lnTo>
                  <a:lnTo>
                    <a:pt x="350805" y="793166"/>
                  </a:lnTo>
                  <a:close/>
                  <a:moveTo>
                    <a:pt x="328122" y="772418"/>
                  </a:moveTo>
                  <a:lnTo>
                    <a:pt x="350805" y="793166"/>
                  </a:lnTo>
                  <a:lnTo>
                    <a:pt x="384187" y="761250"/>
                  </a:lnTo>
                  <a:close/>
                  <a:moveTo>
                    <a:pt x="240490" y="604938"/>
                  </a:moveTo>
                  <a:lnTo>
                    <a:pt x="243723" y="609808"/>
                  </a:lnTo>
                  <a:lnTo>
                    <a:pt x="279958" y="620708"/>
                  </a:lnTo>
                  <a:close/>
                  <a:moveTo>
                    <a:pt x="704664" y="1154974"/>
                  </a:moveTo>
                  <a:lnTo>
                    <a:pt x="728959" y="1191729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04664" y="1154974"/>
                  </a:lnTo>
                  <a:lnTo>
                    <a:pt x="730993" y="1137790"/>
                  </a:lnTo>
                  <a:close/>
                  <a:moveTo>
                    <a:pt x="686898" y="1118219"/>
                  </a:moveTo>
                  <a:lnTo>
                    <a:pt x="730993" y="1137790"/>
                  </a:lnTo>
                  <a:lnTo>
                    <a:pt x="708940" y="1101036"/>
                  </a:lnTo>
                  <a:close/>
                  <a:moveTo>
                    <a:pt x="708940" y="1101036"/>
                  </a:moveTo>
                  <a:lnTo>
                    <a:pt x="669844" y="1081464"/>
                  </a:lnTo>
                  <a:lnTo>
                    <a:pt x="686898" y="1118219"/>
                  </a:lnTo>
                  <a:close/>
                  <a:moveTo>
                    <a:pt x="436025" y="860934"/>
                  </a:moveTo>
                  <a:lnTo>
                    <a:pt x="459425" y="893277"/>
                  </a:lnTo>
                  <a:lnTo>
                    <a:pt x="446978" y="858650"/>
                  </a:lnTo>
                  <a:close/>
                  <a:moveTo>
                    <a:pt x="436025" y="860934"/>
                  </a:moveTo>
                  <a:lnTo>
                    <a:pt x="444759" y="897689"/>
                  </a:lnTo>
                  <a:lnTo>
                    <a:pt x="459425" y="893277"/>
                  </a:lnTo>
                  <a:close/>
                  <a:moveTo>
                    <a:pt x="446978" y="858650"/>
                  </a:moveTo>
                  <a:lnTo>
                    <a:pt x="459425" y="893277"/>
                  </a:lnTo>
                  <a:lnTo>
                    <a:pt x="483619" y="855949"/>
                  </a:lnTo>
                  <a:close/>
                  <a:moveTo>
                    <a:pt x="446978" y="858650"/>
                  </a:moveTo>
                  <a:lnTo>
                    <a:pt x="408213" y="851079"/>
                  </a:lnTo>
                  <a:lnTo>
                    <a:pt x="436025" y="860934"/>
                  </a:lnTo>
                  <a:close/>
                  <a:moveTo>
                    <a:pt x="415713" y="812232"/>
                  </a:moveTo>
                  <a:lnTo>
                    <a:pt x="408213" y="851079"/>
                  </a:lnTo>
                  <a:lnTo>
                    <a:pt x="446978" y="858650"/>
                  </a:lnTo>
                  <a:close/>
                  <a:moveTo>
                    <a:pt x="368675" y="787424"/>
                  </a:moveTo>
                  <a:lnTo>
                    <a:pt x="380967" y="824179"/>
                  </a:lnTo>
                  <a:lnTo>
                    <a:pt x="415713" y="812232"/>
                  </a:lnTo>
                  <a:close/>
                  <a:moveTo>
                    <a:pt x="415713" y="812232"/>
                  </a:moveTo>
                  <a:lnTo>
                    <a:pt x="443258" y="816927"/>
                  </a:lnTo>
                  <a:lnTo>
                    <a:pt x="445482" y="770372"/>
                  </a:lnTo>
                  <a:close/>
                  <a:moveTo>
                    <a:pt x="279958" y="620708"/>
                  </a:moveTo>
                  <a:lnTo>
                    <a:pt x="243723" y="609808"/>
                  </a:lnTo>
                  <a:lnTo>
                    <a:pt x="302093" y="607260"/>
                  </a:lnTo>
                  <a:close/>
                  <a:moveTo>
                    <a:pt x="279958" y="620708"/>
                  </a:moveTo>
                  <a:lnTo>
                    <a:pt x="302093" y="607260"/>
                  </a:lnTo>
                  <a:lnTo>
                    <a:pt x="296214" y="603649"/>
                  </a:lnTo>
                  <a:close/>
                  <a:moveTo>
                    <a:pt x="302093" y="607260"/>
                  </a:moveTo>
                  <a:lnTo>
                    <a:pt x="327268" y="586466"/>
                  </a:lnTo>
                  <a:lnTo>
                    <a:pt x="296214" y="603649"/>
                  </a:lnTo>
                  <a:close/>
                  <a:moveTo>
                    <a:pt x="730993" y="1137790"/>
                  </a:moveTo>
                  <a:lnTo>
                    <a:pt x="749629" y="1159334"/>
                  </a:lnTo>
                  <a:lnTo>
                    <a:pt x="752548" y="1130733"/>
                  </a:lnTo>
                  <a:close/>
                  <a:moveTo>
                    <a:pt x="708940" y="1101036"/>
                  </a:moveTo>
                  <a:lnTo>
                    <a:pt x="752548" y="1130733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30993" y="1137790"/>
                  </a:lnTo>
                  <a:lnTo>
                    <a:pt x="752548" y="1130733"/>
                  </a:lnTo>
                  <a:close/>
                  <a:moveTo>
                    <a:pt x="790410" y="1127040"/>
                  </a:moveTo>
                  <a:lnTo>
                    <a:pt x="752548" y="1130733"/>
                  </a:lnTo>
                  <a:lnTo>
                    <a:pt x="749629" y="1159334"/>
                  </a:lnTo>
                  <a:close/>
                  <a:moveTo>
                    <a:pt x="752548" y="1130733"/>
                  </a:moveTo>
                  <a:lnTo>
                    <a:pt x="790410" y="1127040"/>
                  </a:lnTo>
                  <a:lnTo>
                    <a:pt x="784408" y="1087172"/>
                  </a:lnTo>
                  <a:close/>
                  <a:moveTo>
                    <a:pt x="752548" y="1130733"/>
                  </a:moveTo>
                  <a:lnTo>
                    <a:pt x="784408" y="1087172"/>
                  </a:lnTo>
                  <a:lnTo>
                    <a:pt x="747511" y="1090081"/>
                  </a:lnTo>
                  <a:close/>
                  <a:moveTo>
                    <a:pt x="708940" y="1101036"/>
                  </a:moveTo>
                  <a:lnTo>
                    <a:pt x="747511" y="1090081"/>
                  </a:lnTo>
                  <a:lnTo>
                    <a:pt x="698118" y="1091322"/>
                  </a:lnTo>
                  <a:close/>
                  <a:moveTo>
                    <a:pt x="483325" y="753057"/>
                  </a:moveTo>
                  <a:lnTo>
                    <a:pt x="485737" y="795571"/>
                  </a:lnTo>
                  <a:lnTo>
                    <a:pt x="505203" y="772141"/>
                  </a:lnTo>
                  <a:close/>
                  <a:moveTo>
                    <a:pt x="483325" y="753057"/>
                  </a:moveTo>
                  <a:lnTo>
                    <a:pt x="445742" y="770241"/>
                  </a:lnTo>
                  <a:lnTo>
                    <a:pt x="485737" y="795571"/>
                  </a:lnTo>
                  <a:close/>
                  <a:moveTo>
                    <a:pt x="493081" y="726821"/>
                  </a:moveTo>
                  <a:lnTo>
                    <a:pt x="473280" y="748993"/>
                  </a:lnTo>
                  <a:lnTo>
                    <a:pt x="445742" y="770241"/>
                  </a:lnTo>
                  <a:close/>
                  <a:moveTo>
                    <a:pt x="335803" y="581627"/>
                  </a:moveTo>
                  <a:lnTo>
                    <a:pt x="327268" y="586466"/>
                  </a:lnTo>
                  <a:lnTo>
                    <a:pt x="351808" y="572352"/>
                  </a:lnTo>
                  <a:close/>
                  <a:moveTo>
                    <a:pt x="351808" y="572352"/>
                  </a:moveTo>
                  <a:lnTo>
                    <a:pt x="302093" y="607260"/>
                  </a:lnTo>
                  <a:lnTo>
                    <a:pt x="321971" y="585372"/>
                  </a:lnTo>
                  <a:close/>
                  <a:moveTo>
                    <a:pt x="335803" y="581627"/>
                  </a:moveTo>
                  <a:lnTo>
                    <a:pt x="351808" y="572352"/>
                  </a:lnTo>
                  <a:lnTo>
                    <a:pt x="378086" y="569282"/>
                  </a:lnTo>
                  <a:close/>
                  <a:moveTo>
                    <a:pt x="208319" y="469764"/>
                  </a:moveTo>
                  <a:lnTo>
                    <a:pt x="254715" y="459132"/>
                  </a:lnTo>
                  <a:lnTo>
                    <a:pt x="231577" y="468188"/>
                  </a:lnTo>
                  <a:close/>
                  <a:moveTo>
                    <a:pt x="254715" y="459132"/>
                  </a:moveTo>
                  <a:lnTo>
                    <a:pt x="208319" y="469764"/>
                  </a:lnTo>
                  <a:lnTo>
                    <a:pt x="254868" y="459060"/>
                  </a:lnTo>
                  <a:close/>
                  <a:moveTo>
                    <a:pt x="286563" y="452988"/>
                  </a:moveTo>
                  <a:lnTo>
                    <a:pt x="254715" y="459132"/>
                  </a:lnTo>
                  <a:lnTo>
                    <a:pt x="255078" y="459017"/>
                  </a:lnTo>
                  <a:close/>
                  <a:moveTo>
                    <a:pt x="231577" y="468188"/>
                  </a:moveTo>
                  <a:lnTo>
                    <a:pt x="254715" y="459132"/>
                  </a:lnTo>
                  <a:lnTo>
                    <a:pt x="286563" y="452988"/>
                  </a:lnTo>
                  <a:close/>
                  <a:moveTo>
                    <a:pt x="254715" y="459132"/>
                  </a:moveTo>
                  <a:lnTo>
                    <a:pt x="254868" y="459060"/>
                  </a:lnTo>
                  <a:lnTo>
                    <a:pt x="255078" y="459017"/>
                  </a:lnTo>
                  <a:close/>
                  <a:moveTo>
                    <a:pt x="818546" y="1120607"/>
                  </a:moveTo>
                  <a:lnTo>
                    <a:pt x="828808" y="1157362"/>
                  </a:lnTo>
                  <a:lnTo>
                    <a:pt x="832111" y="1140179"/>
                  </a:lnTo>
                  <a:close/>
                  <a:moveTo>
                    <a:pt x="483325" y="753057"/>
                  </a:moveTo>
                  <a:lnTo>
                    <a:pt x="509355" y="700786"/>
                  </a:lnTo>
                  <a:lnTo>
                    <a:pt x="493081" y="726821"/>
                  </a:lnTo>
                  <a:close/>
                  <a:moveTo>
                    <a:pt x="834201" y="939220"/>
                  </a:moveTo>
                  <a:lnTo>
                    <a:pt x="818347" y="974693"/>
                  </a:lnTo>
                  <a:lnTo>
                    <a:pt x="834784" y="939938"/>
                  </a:lnTo>
                  <a:close/>
                  <a:moveTo>
                    <a:pt x="971272" y="1069057"/>
                  </a:moveTo>
                  <a:lnTo>
                    <a:pt x="964740" y="1052093"/>
                  </a:lnTo>
                  <a:lnTo>
                    <a:pt x="953801" y="1086241"/>
                  </a:lnTo>
                  <a:close/>
                  <a:moveTo>
                    <a:pt x="834201" y="939220"/>
                  </a:moveTo>
                  <a:lnTo>
                    <a:pt x="834784" y="939938"/>
                  </a:lnTo>
                  <a:lnTo>
                    <a:pt x="834897" y="938973"/>
                  </a:lnTo>
                  <a:close/>
                  <a:moveTo>
                    <a:pt x="804444" y="902466"/>
                  </a:moveTo>
                  <a:lnTo>
                    <a:pt x="834201" y="939220"/>
                  </a:lnTo>
                  <a:lnTo>
                    <a:pt x="834897" y="938973"/>
                  </a:lnTo>
                  <a:close/>
                  <a:moveTo>
                    <a:pt x="873092" y="935009"/>
                  </a:moveTo>
                  <a:lnTo>
                    <a:pt x="834784" y="939938"/>
                  </a:lnTo>
                  <a:lnTo>
                    <a:pt x="877716" y="975877"/>
                  </a:lnTo>
                  <a:close/>
                  <a:moveTo>
                    <a:pt x="873092" y="935009"/>
                  </a:moveTo>
                  <a:lnTo>
                    <a:pt x="834897" y="938973"/>
                  </a:lnTo>
                  <a:lnTo>
                    <a:pt x="834784" y="939938"/>
                  </a:lnTo>
                  <a:close/>
                  <a:moveTo>
                    <a:pt x="791765" y="767961"/>
                  </a:moveTo>
                  <a:lnTo>
                    <a:pt x="776573" y="750666"/>
                  </a:lnTo>
                  <a:lnTo>
                    <a:pt x="757293" y="768899"/>
                  </a:lnTo>
                  <a:close/>
                  <a:moveTo>
                    <a:pt x="845810" y="788747"/>
                  </a:moveTo>
                  <a:lnTo>
                    <a:pt x="813484" y="757834"/>
                  </a:lnTo>
                  <a:lnTo>
                    <a:pt x="790154" y="801444"/>
                  </a:lnTo>
                  <a:close/>
                  <a:moveTo>
                    <a:pt x="798035" y="734699"/>
                  </a:moveTo>
                  <a:lnTo>
                    <a:pt x="781204" y="731800"/>
                  </a:lnTo>
                  <a:lnTo>
                    <a:pt x="813484" y="757834"/>
                  </a:lnTo>
                  <a:close/>
                  <a:moveTo>
                    <a:pt x="813484" y="757834"/>
                  </a:moveTo>
                  <a:lnTo>
                    <a:pt x="781204" y="731800"/>
                  </a:lnTo>
                  <a:lnTo>
                    <a:pt x="775952" y="738262"/>
                  </a:lnTo>
                  <a:close/>
                  <a:moveTo>
                    <a:pt x="776573" y="750666"/>
                  </a:moveTo>
                  <a:lnTo>
                    <a:pt x="791765" y="767961"/>
                  </a:lnTo>
                  <a:lnTo>
                    <a:pt x="813484" y="757834"/>
                  </a:lnTo>
                  <a:close/>
                  <a:moveTo>
                    <a:pt x="775952" y="738262"/>
                  </a:moveTo>
                  <a:lnTo>
                    <a:pt x="776573" y="750666"/>
                  </a:lnTo>
                  <a:lnTo>
                    <a:pt x="813484" y="757834"/>
                  </a:lnTo>
                  <a:close/>
                  <a:moveTo>
                    <a:pt x="594417" y="471711"/>
                  </a:moveTo>
                  <a:lnTo>
                    <a:pt x="551100" y="514947"/>
                  </a:lnTo>
                  <a:lnTo>
                    <a:pt x="581463" y="500549"/>
                  </a:lnTo>
                  <a:close/>
                  <a:moveTo>
                    <a:pt x="268781" y="179215"/>
                  </a:moveTo>
                  <a:lnTo>
                    <a:pt x="310148" y="172672"/>
                  </a:lnTo>
                  <a:lnTo>
                    <a:pt x="288062" y="145880"/>
                  </a:lnTo>
                  <a:close/>
                  <a:moveTo>
                    <a:pt x="235014" y="0"/>
                  </a:moveTo>
                  <a:lnTo>
                    <a:pt x="211372" y="39917"/>
                  </a:lnTo>
                  <a:lnTo>
                    <a:pt x="230176" y="22734"/>
                  </a:lnTo>
                  <a:close/>
                  <a:moveTo>
                    <a:pt x="554836" y="448302"/>
                  </a:moveTo>
                  <a:lnTo>
                    <a:pt x="602016" y="409855"/>
                  </a:lnTo>
                  <a:lnTo>
                    <a:pt x="554583" y="422621"/>
                  </a:lnTo>
                  <a:close/>
                  <a:moveTo>
                    <a:pt x="604195" y="412063"/>
                  </a:moveTo>
                  <a:lnTo>
                    <a:pt x="602016" y="409855"/>
                  </a:lnTo>
                  <a:lnTo>
                    <a:pt x="554836" y="448302"/>
                  </a:lnTo>
                  <a:close/>
                  <a:moveTo>
                    <a:pt x="590264" y="456183"/>
                  </a:moveTo>
                  <a:lnTo>
                    <a:pt x="604195" y="412063"/>
                  </a:lnTo>
                  <a:lnTo>
                    <a:pt x="554836" y="448302"/>
                  </a:lnTo>
                  <a:close/>
                  <a:moveTo>
                    <a:pt x="540092" y="393176"/>
                  </a:moveTo>
                  <a:lnTo>
                    <a:pt x="554583" y="422621"/>
                  </a:lnTo>
                  <a:lnTo>
                    <a:pt x="542037" y="390284"/>
                  </a:lnTo>
                  <a:close/>
                  <a:moveTo>
                    <a:pt x="542037" y="390284"/>
                  </a:moveTo>
                  <a:lnTo>
                    <a:pt x="554583" y="422621"/>
                  </a:lnTo>
                  <a:lnTo>
                    <a:pt x="602016" y="409855"/>
                  </a:lnTo>
                  <a:close/>
                  <a:moveTo>
                    <a:pt x="542037" y="390284"/>
                  </a:moveTo>
                  <a:lnTo>
                    <a:pt x="602016" y="409855"/>
                  </a:lnTo>
                  <a:lnTo>
                    <a:pt x="581445" y="373101"/>
                  </a:lnTo>
                  <a:close/>
                  <a:moveTo>
                    <a:pt x="534301" y="353529"/>
                  </a:moveTo>
                  <a:lnTo>
                    <a:pt x="542037" y="390284"/>
                  </a:lnTo>
                  <a:lnTo>
                    <a:pt x="581445" y="373101"/>
                  </a:lnTo>
                  <a:close/>
                  <a:moveTo>
                    <a:pt x="529207" y="316774"/>
                  </a:moveTo>
                  <a:lnTo>
                    <a:pt x="567994" y="336346"/>
                  </a:lnTo>
                  <a:lnTo>
                    <a:pt x="553095" y="299590"/>
                  </a:lnTo>
                  <a:close/>
                  <a:moveTo>
                    <a:pt x="363336" y="156519"/>
                  </a:moveTo>
                  <a:lnTo>
                    <a:pt x="405205" y="166375"/>
                  </a:lnTo>
                  <a:lnTo>
                    <a:pt x="387425" y="152571"/>
                  </a:lnTo>
                  <a:close/>
                  <a:moveTo>
                    <a:pt x="387425" y="152571"/>
                  </a:moveTo>
                  <a:lnTo>
                    <a:pt x="395549" y="130275"/>
                  </a:lnTo>
                  <a:lnTo>
                    <a:pt x="363336" y="156519"/>
                  </a:lnTo>
                  <a:close/>
                  <a:moveTo>
                    <a:pt x="363336" y="156519"/>
                  </a:moveTo>
                  <a:lnTo>
                    <a:pt x="395549" y="130275"/>
                  </a:lnTo>
                  <a:lnTo>
                    <a:pt x="389014" y="117985"/>
                  </a:lnTo>
                  <a:close/>
                  <a:moveTo>
                    <a:pt x="348990" y="123435"/>
                  </a:moveTo>
                  <a:lnTo>
                    <a:pt x="389014" y="117985"/>
                  </a:lnTo>
                  <a:lnTo>
                    <a:pt x="376444" y="83456"/>
                  </a:lnTo>
                  <a:close/>
                  <a:moveTo>
                    <a:pt x="322303" y="42306"/>
                  </a:moveTo>
                  <a:lnTo>
                    <a:pt x="322127" y="96244"/>
                  </a:lnTo>
                  <a:lnTo>
                    <a:pt x="340981" y="50830"/>
                  </a:lnTo>
                  <a:close/>
                  <a:moveTo>
                    <a:pt x="331296" y="93073"/>
                  </a:moveTo>
                  <a:lnTo>
                    <a:pt x="376444" y="83456"/>
                  </a:lnTo>
                  <a:lnTo>
                    <a:pt x="340981" y="50830"/>
                  </a:lnTo>
                  <a:close/>
                  <a:moveTo>
                    <a:pt x="245123" y="19460"/>
                  </a:moveTo>
                  <a:lnTo>
                    <a:pt x="230176" y="22734"/>
                  </a:lnTo>
                  <a:lnTo>
                    <a:pt x="215461" y="51470"/>
                  </a:lnTo>
                  <a:close/>
                  <a:moveTo>
                    <a:pt x="322303" y="42306"/>
                  </a:moveTo>
                  <a:lnTo>
                    <a:pt x="335457" y="30176"/>
                  </a:lnTo>
                  <a:lnTo>
                    <a:pt x="303374" y="43937"/>
                  </a:lnTo>
                  <a:close/>
                  <a:moveTo>
                    <a:pt x="303374" y="43937"/>
                  </a:moveTo>
                  <a:lnTo>
                    <a:pt x="335457" y="30176"/>
                  </a:lnTo>
                  <a:lnTo>
                    <a:pt x="322827" y="10463"/>
                  </a:lnTo>
                  <a:close/>
                  <a:moveTo>
                    <a:pt x="303374" y="43937"/>
                  </a:moveTo>
                  <a:lnTo>
                    <a:pt x="322827" y="10463"/>
                  </a:lnTo>
                  <a:lnTo>
                    <a:pt x="284969" y="14154"/>
                  </a:lnTo>
                  <a:close/>
                  <a:moveTo>
                    <a:pt x="245123" y="19460"/>
                  </a:moveTo>
                  <a:lnTo>
                    <a:pt x="303374" y="43937"/>
                  </a:lnTo>
                  <a:lnTo>
                    <a:pt x="284969" y="14154"/>
                  </a:lnTo>
                  <a:close/>
                  <a:moveTo>
                    <a:pt x="836456" y="561359"/>
                  </a:moveTo>
                  <a:lnTo>
                    <a:pt x="813182" y="593631"/>
                  </a:lnTo>
                  <a:lnTo>
                    <a:pt x="827742" y="576447"/>
                  </a:lnTo>
                  <a:close/>
                  <a:moveTo>
                    <a:pt x="602016" y="409855"/>
                  </a:moveTo>
                  <a:lnTo>
                    <a:pt x="604195" y="412063"/>
                  </a:lnTo>
                  <a:lnTo>
                    <a:pt x="605115" y="408627"/>
                  </a:lnTo>
                  <a:close/>
                  <a:moveTo>
                    <a:pt x="581445" y="373101"/>
                  </a:moveTo>
                  <a:lnTo>
                    <a:pt x="602016" y="409855"/>
                  </a:lnTo>
                  <a:lnTo>
                    <a:pt x="605115" y="408627"/>
                  </a:lnTo>
                  <a:close/>
                  <a:moveTo>
                    <a:pt x="567994" y="336346"/>
                  </a:moveTo>
                  <a:lnTo>
                    <a:pt x="599697" y="368286"/>
                  </a:lnTo>
                  <a:lnTo>
                    <a:pt x="599049" y="324066"/>
                  </a:lnTo>
                  <a:close/>
                  <a:moveTo>
                    <a:pt x="646761" y="350425"/>
                  </a:moveTo>
                  <a:lnTo>
                    <a:pt x="617135" y="319162"/>
                  </a:lnTo>
                  <a:lnTo>
                    <a:pt x="647106" y="356831"/>
                  </a:lnTo>
                  <a:close/>
                  <a:moveTo>
                    <a:pt x="647106" y="356831"/>
                  </a:moveTo>
                  <a:lnTo>
                    <a:pt x="599049" y="324066"/>
                  </a:lnTo>
                  <a:lnTo>
                    <a:pt x="599697" y="368286"/>
                  </a:lnTo>
                  <a:close/>
                  <a:moveTo>
                    <a:pt x="567994" y="336346"/>
                  </a:moveTo>
                  <a:lnTo>
                    <a:pt x="599049" y="324066"/>
                  </a:lnTo>
                  <a:lnTo>
                    <a:pt x="553095" y="299590"/>
                  </a:lnTo>
                  <a:close/>
                  <a:moveTo>
                    <a:pt x="322303" y="42306"/>
                  </a:moveTo>
                  <a:lnTo>
                    <a:pt x="340981" y="50830"/>
                  </a:lnTo>
                  <a:lnTo>
                    <a:pt x="348775" y="34115"/>
                  </a:lnTo>
                  <a:close/>
                  <a:moveTo>
                    <a:pt x="348775" y="34115"/>
                  </a:moveTo>
                  <a:lnTo>
                    <a:pt x="364258" y="13282"/>
                  </a:lnTo>
                  <a:lnTo>
                    <a:pt x="335457" y="30176"/>
                  </a:lnTo>
                  <a:close/>
                  <a:moveTo>
                    <a:pt x="850408" y="568386"/>
                  </a:moveTo>
                  <a:lnTo>
                    <a:pt x="827742" y="576447"/>
                  </a:lnTo>
                  <a:lnTo>
                    <a:pt x="861696" y="603956"/>
                  </a:lnTo>
                  <a:close/>
                  <a:moveTo>
                    <a:pt x="873931" y="559264"/>
                  </a:moveTo>
                  <a:lnTo>
                    <a:pt x="850408" y="568386"/>
                  </a:lnTo>
                  <a:lnTo>
                    <a:pt x="861696" y="603956"/>
                  </a:lnTo>
                  <a:close/>
                  <a:moveTo>
                    <a:pt x="646761" y="350425"/>
                  </a:moveTo>
                  <a:lnTo>
                    <a:pt x="661388" y="355917"/>
                  </a:lnTo>
                  <a:lnTo>
                    <a:pt x="663709" y="317585"/>
                  </a:lnTo>
                  <a:close/>
                  <a:moveTo>
                    <a:pt x="923615" y="518299"/>
                  </a:moveTo>
                  <a:lnTo>
                    <a:pt x="953930" y="542080"/>
                  </a:lnTo>
                  <a:lnTo>
                    <a:pt x="978820" y="545253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50" name="Input_density__89">
              <a:extLst>
                <a:ext uri="{FF2B5EF4-FFF2-40B4-BE49-F238E27FC236}">
                  <a16:creationId xmlns:a16="http://schemas.microsoft.com/office/drawing/2014/main" id="{4C6F8DF6-4290-EFB7-FCC8-7A89B3773374}"/>
                </a:ext>
              </a:extLst>
            </p:cNvPr>
            <p:cNvSpPr>
              <a:spLocks noGrp="1"/>
            </p:cNvSpPr>
            <p:nvPr/>
          </p:nvSpPr>
          <p:spPr>
            <a:xfrm>
              <a:off x="960437" y="2243164"/>
              <a:ext cx="1000620" cy="788020"/>
            </a:xfrm>
            <a:custGeom>
              <a:avLst/>
              <a:gdLst/>
              <a:ahLst/>
              <a:cxnLst/>
              <a:rect l="0" t="0" r="0" b="0"/>
              <a:pathLst>
                <a:path w="1000620" h="788020">
                  <a:moveTo>
                    <a:pt x="23465" y="755242"/>
                  </a:moveTo>
                  <a:lnTo>
                    <a:pt x="0" y="758325"/>
                  </a:lnTo>
                  <a:lnTo>
                    <a:pt x="36716" y="753763"/>
                  </a:lnTo>
                  <a:close/>
                  <a:moveTo>
                    <a:pt x="23465" y="755242"/>
                  </a:moveTo>
                  <a:lnTo>
                    <a:pt x="5174" y="760408"/>
                  </a:lnTo>
                  <a:lnTo>
                    <a:pt x="0" y="758325"/>
                  </a:lnTo>
                  <a:close/>
                  <a:moveTo>
                    <a:pt x="38910" y="753780"/>
                  </a:moveTo>
                  <a:lnTo>
                    <a:pt x="23465" y="755242"/>
                  </a:lnTo>
                  <a:lnTo>
                    <a:pt x="36716" y="753763"/>
                  </a:lnTo>
                  <a:close/>
                  <a:moveTo>
                    <a:pt x="142245" y="666937"/>
                  </a:moveTo>
                  <a:lnTo>
                    <a:pt x="156705" y="664602"/>
                  </a:lnTo>
                  <a:lnTo>
                    <a:pt x="176394" y="642009"/>
                  </a:lnTo>
                  <a:close/>
                  <a:moveTo>
                    <a:pt x="122446" y="230653"/>
                  </a:moveTo>
                  <a:lnTo>
                    <a:pt x="127690" y="199659"/>
                  </a:lnTo>
                  <a:lnTo>
                    <a:pt x="118408" y="224020"/>
                  </a:lnTo>
                  <a:close/>
                  <a:moveTo>
                    <a:pt x="139114" y="176715"/>
                  </a:moveTo>
                  <a:lnTo>
                    <a:pt x="127690" y="199659"/>
                  </a:lnTo>
                  <a:lnTo>
                    <a:pt x="122446" y="230653"/>
                  </a:lnTo>
                  <a:close/>
                  <a:moveTo>
                    <a:pt x="120381" y="193899"/>
                  </a:moveTo>
                  <a:lnTo>
                    <a:pt x="139114" y="176715"/>
                  </a:lnTo>
                  <a:lnTo>
                    <a:pt x="122446" y="230653"/>
                  </a:lnTo>
                  <a:close/>
                  <a:moveTo>
                    <a:pt x="346066" y="297038"/>
                  </a:moveTo>
                  <a:lnTo>
                    <a:pt x="311045" y="290676"/>
                  </a:lnTo>
                  <a:lnTo>
                    <a:pt x="320755" y="298614"/>
                  </a:lnTo>
                  <a:close/>
                  <a:moveTo>
                    <a:pt x="311045" y="290676"/>
                  </a:moveTo>
                  <a:lnTo>
                    <a:pt x="346066" y="297038"/>
                  </a:lnTo>
                  <a:lnTo>
                    <a:pt x="364960" y="271473"/>
                  </a:lnTo>
                  <a:close/>
                  <a:moveTo>
                    <a:pt x="364960" y="271473"/>
                  </a:moveTo>
                  <a:lnTo>
                    <a:pt x="374730" y="267658"/>
                  </a:lnTo>
                  <a:lnTo>
                    <a:pt x="377530" y="252614"/>
                  </a:lnTo>
                  <a:close/>
                  <a:moveTo>
                    <a:pt x="346066" y="297038"/>
                  </a:moveTo>
                  <a:lnTo>
                    <a:pt x="373121" y="273617"/>
                  </a:lnTo>
                  <a:lnTo>
                    <a:pt x="364960" y="271473"/>
                  </a:lnTo>
                  <a:close/>
                  <a:moveTo>
                    <a:pt x="860151" y="788020"/>
                  </a:moveTo>
                  <a:lnTo>
                    <a:pt x="856301" y="786755"/>
                  </a:lnTo>
                  <a:lnTo>
                    <a:pt x="835380" y="784533"/>
                  </a:lnTo>
                  <a:close/>
                  <a:moveTo>
                    <a:pt x="866798" y="777421"/>
                  </a:moveTo>
                  <a:lnTo>
                    <a:pt x="860151" y="788020"/>
                  </a:lnTo>
                  <a:lnTo>
                    <a:pt x="835380" y="784533"/>
                  </a:lnTo>
                  <a:close/>
                  <a:moveTo>
                    <a:pt x="866764" y="750000"/>
                  </a:moveTo>
                  <a:lnTo>
                    <a:pt x="860151" y="788020"/>
                  </a:lnTo>
                  <a:lnTo>
                    <a:pt x="866798" y="777421"/>
                  </a:lnTo>
                  <a:close/>
                  <a:moveTo>
                    <a:pt x="863889" y="786755"/>
                  </a:moveTo>
                  <a:lnTo>
                    <a:pt x="860151" y="788020"/>
                  </a:lnTo>
                  <a:lnTo>
                    <a:pt x="866764" y="750000"/>
                  </a:lnTo>
                  <a:close/>
                  <a:moveTo>
                    <a:pt x="377064" y="238672"/>
                  </a:moveTo>
                  <a:lnTo>
                    <a:pt x="364960" y="271473"/>
                  </a:lnTo>
                  <a:lnTo>
                    <a:pt x="377530" y="252614"/>
                  </a:lnTo>
                  <a:close/>
                  <a:moveTo>
                    <a:pt x="866764" y="750000"/>
                  </a:moveTo>
                  <a:lnTo>
                    <a:pt x="887526" y="732816"/>
                  </a:lnTo>
                  <a:lnTo>
                    <a:pt x="863889" y="786755"/>
                  </a:lnTo>
                  <a:close/>
                  <a:moveTo>
                    <a:pt x="959846" y="712110"/>
                  </a:moveTo>
                  <a:lnTo>
                    <a:pt x="938081" y="726943"/>
                  </a:lnTo>
                  <a:lnTo>
                    <a:pt x="990000" y="700275"/>
                  </a:lnTo>
                  <a:close/>
                  <a:moveTo>
                    <a:pt x="999645" y="666384"/>
                  </a:moveTo>
                  <a:lnTo>
                    <a:pt x="990000" y="700275"/>
                  </a:lnTo>
                  <a:lnTo>
                    <a:pt x="1000620" y="678878"/>
                  </a:lnTo>
                  <a:close/>
                  <a:moveTo>
                    <a:pt x="599649" y="45013"/>
                  </a:moveTo>
                  <a:lnTo>
                    <a:pt x="626980" y="22624"/>
                  </a:lnTo>
                  <a:lnTo>
                    <a:pt x="648325" y="6220"/>
                  </a:lnTo>
                  <a:close/>
                  <a:moveTo>
                    <a:pt x="889167" y="209806"/>
                  </a:moveTo>
                  <a:lnTo>
                    <a:pt x="881409" y="259778"/>
                  </a:lnTo>
                  <a:lnTo>
                    <a:pt x="883068" y="259511"/>
                  </a:lnTo>
                  <a:close/>
                  <a:moveTo>
                    <a:pt x="889167" y="209806"/>
                  </a:moveTo>
                  <a:lnTo>
                    <a:pt x="883068" y="259511"/>
                  </a:lnTo>
                  <a:lnTo>
                    <a:pt x="883089" y="259778"/>
                  </a:lnTo>
                  <a:close/>
                  <a:moveTo>
                    <a:pt x="650395" y="0"/>
                  </a:moveTo>
                  <a:lnTo>
                    <a:pt x="648325" y="6220"/>
                  </a:lnTo>
                  <a:lnTo>
                    <a:pt x="650670" y="249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51" name="Input_density__90">
              <a:extLst>
                <a:ext uri="{FF2B5EF4-FFF2-40B4-BE49-F238E27FC236}">
                  <a16:creationId xmlns:a16="http://schemas.microsoft.com/office/drawing/2014/main" id="{22BE41CB-1CF1-07FE-A78F-BBEB71780907}"/>
                </a:ext>
              </a:extLst>
            </p:cNvPr>
            <p:cNvSpPr>
              <a:spLocks noGrp="1"/>
            </p:cNvSpPr>
            <p:nvPr/>
          </p:nvSpPr>
          <p:spPr>
            <a:xfrm>
              <a:off x="955638" y="1823982"/>
              <a:ext cx="1021345" cy="1210957"/>
            </a:xfrm>
            <a:custGeom>
              <a:avLst/>
              <a:gdLst/>
              <a:ahLst/>
              <a:cxnLst/>
              <a:rect l="0" t="0" r="0" b="0"/>
              <a:pathLst>
                <a:path w="1021345" h="1210957">
                  <a:moveTo>
                    <a:pt x="0" y="1174424"/>
                  </a:moveTo>
                  <a:lnTo>
                    <a:pt x="4799" y="1177507"/>
                  </a:lnTo>
                  <a:lnTo>
                    <a:pt x="9973" y="1179590"/>
                  </a:lnTo>
                  <a:close/>
                  <a:moveTo>
                    <a:pt x="0" y="1174424"/>
                  </a:moveTo>
                  <a:lnTo>
                    <a:pt x="9973" y="1179590"/>
                  </a:lnTo>
                  <a:lnTo>
                    <a:pt x="38449" y="1193996"/>
                  </a:lnTo>
                  <a:close/>
                  <a:moveTo>
                    <a:pt x="134151" y="1064117"/>
                  </a:moveTo>
                  <a:lnTo>
                    <a:pt x="174238" y="1086119"/>
                  </a:lnTo>
                  <a:lnTo>
                    <a:pt x="161504" y="1083784"/>
                  </a:lnTo>
                  <a:close/>
                  <a:moveTo>
                    <a:pt x="222667" y="995472"/>
                  </a:moveTo>
                  <a:lnTo>
                    <a:pt x="188691" y="993016"/>
                  </a:lnTo>
                  <a:lnTo>
                    <a:pt x="191094" y="995426"/>
                  </a:lnTo>
                  <a:close/>
                  <a:moveTo>
                    <a:pt x="242772" y="1014997"/>
                  </a:moveTo>
                  <a:lnTo>
                    <a:pt x="222667" y="995472"/>
                  </a:lnTo>
                  <a:lnTo>
                    <a:pt x="202164" y="991164"/>
                  </a:lnTo>
                  <a:close/>
                  <a:moveTo>
                    <a:pt x="301179" y="1039863"/>
                  </a:moveTo>
                  <a:lnTo>
                    <a:pt x="334719" y="1040686"/>
                  </a:lnTo>
                  <a:lnTo>
                    <a:pt x="351171" y="1005989"/>
                  </a:lnTo>
                  <a:close/>
                  <a:moveTo>
                    <a:pt x="397158" y="980631"/>
                  </a:moveTo>
                  <a:lnTo>
                    <a:pt x="398668" y="984510"/>
                  </a:lnTo>
                  <a:lnTo>
                    <a:pt x="404419" y="984290"/>
                  </a:lnTo>
                  <a:close/>
                  <a:moveTo>
                    <a:pt x="413630" y="980631"/>
                  </a:moveTo>
                  <a:lnTo>
                    <a:pt x="404419" y="984290"/>
                  </a:lnTo>
                  <a:lnTo>
                    <a:pt x="398668" y="984510"/>
                  </a:lnTo>
                  <a:close/>
                  <a:moveTo>
                    <a:pt x="397158" y="980631"/>
                  </a:moveTo>
                  <a:lnTo>
                    <a:pt x="404419" y="984290"/>
                  </a:lnTo>
                  <a:lnTo>
                    <a:pt x="421418" y="966015"/>
                  </a:lnTo>
                  <a:close/>
                  <a:moveTo>
                    <a:pt x="143913" y="595897"/>
                  </a:moveTo>
                  <a:lnTo>
                    <a:pt x="125180" y="613081"/>
                  </a:lnTo>
                  <a:lnTo>
                    <a:pt x="150961" y="563328"/>
                  </a:lnTo>
                  <a:close/>
                  <a:moveTo>
                    <a:pt x="125180" y="613081"/>
                  </a:moveTo>
                  <a:lnTo>
                    <a:pt x="135597" y="602092"/>
                  </a:lnTo>
                  <a:lnTo>
                    <a:pt x="150961" y="563328"/>
                  </a:lnTo>
                  <a:close/>
                  <a:moveTo>
                    <a:pt x="250373" y="589652"/>
                  </a:moveTo>
                  <a:lnTo>
                    <a:pt x="210133" y="581962"/>
                  </a:lnTo>
                  <a:lnTo>
                    <a:pt x="238954" y="585619"/>
                  </a:lnTo>
                  <a:close/>
                  <a:moveTo>
                    <a:pt x="214720" y="580928"/>
                  </a:moveTo>
                  <a:lnTo>
                    <a:pt x="250373" y="589652"/>
                  </a:lnTo>
                  <a:lnTo>
                    <a:pt x="272224" y="575139"/>
                  </a:lnTo>
                  <a:close/>
                  <a:moveTo>
                    <a:pt x="840179" y="1203715"/>
                  </a:moveTo>
                  <a:lnTo>
                    <a:pt x="808797" y="1210957"/>
                  </a:lnTo>
                  <a:lnTo>
                    <a:pt x="791314" y="1195232"/>
                  </a:lnTo>
                  <a:close/>
                  <a:moveTo>
                    <a:pt x="840179" y="1203715"/>
                  </a:moveTo>
                  <a:lnTo>
                    <a:pt x="861100" y="1205937"/>
                  </a:lnTo>
                  <a:lnTo>
                    <a:pt x="831419" y="1199328"/>
                  </a:lnTo>
                  <a:close/>
                  <a:moveTo>
                    <a:pt x="840179" y="1203715"/>
                  </a:moveTo>
                  <a:lnTo>
                    <a:pt x="831419" y="1199328"/>
                  </a:lnTo>
                  <a:lnTo>
                    <a:pt x="808797" y="1210957"/>
                  </a:lnTo>
                  <a:close/>
                  <a:moveTo>
                    <a:pt x="535910" y="813560"/>
                  </a:moveTo>
                  <a:lnTo>
                    <a:pt x="542225" y="770077"/>
                  </a:lnTo>
                  <a:lnTo>
                    <a:pt x="523160" y="794256"/>
                  </a:lnTo>
                  <a:close/>
                  <a:moveTo>
                    <a:pt x="501507" y="809510"/>
                  </a:moveTo>
                  <a:lnTo>
                    <a:pt x="535910" y="813560"/>
                  </a:lnTo>
                  <a:lnTo>
                    <a:pt x="523160" y="794256"/>
                  </a:lnTo>
                  <a:close/>
                  <a:moveTo>
                    <a:pt x="218461" y="261961"/>
                  </a:moveTo>
                  <a:lnTo>
                    <a:pt x="206630" y="252695"/>
                  </a:lnTo>
                  <a:lnTo>
                    <a:pt x="203255" y="249436"/>
                  </a:lnTo>
                  <a:close/>
                  <a:moveTo>
                    <a:pt x="994799" y="1119457"/>
                  </a:moveTo>
                  <a:lnTo>
                    <a:pt x="1004444" y="1085566"/>
                  </a:lnTo>
                  <a:lnTo>
                    <a:pt x="982243" y="1100882"/>
                  </a:lnTo>
                  <a:close/>
                  <a:moveTo>
                    <a:pt x="964645" y="1131292"/>
                  </a:moveTo>
                  <a:lnTo>
                    <a:pt x="994799" y="1119457"/>
                  </a:lnTo>
                  <a:lnTo>
                    <a:pt x="982243" y="1100882"/>
                  </a:lnTo>
                  <a:close/>
                  <a:moveTo>
                    <a:pt x="1005419" y="1098060"/>
                  </a:moveTo>
                  <a:lnTo>
                    <a:pt x="1007548" y="1070916"/>
                  </a:lnTo>
                  <a:lnTo>
                    <a:pt x="1004444" y="1085566"/>
                  </a:lnTo>
                  <a:close/>
                  <a:moveTo>
                    <a:pt x="1021345" y="1044122"/>
                  </a:moveTo>
                  <a:lnTo>
                    <a:pt x="1007548" y="1070916"/>
                  </a:lnTo>
                  <a:lnTo>
                    <a:pt x="1005419" y="1098060"/>
                  </a:lnTo>
                  <a:close/>
                  <a:moveTo>
                    <a:pt x="807632" y="913483"/>
                  </a:moveTo>
                  <a:lnTo>
                    <a:pt x="830528" y="879006"/>
                  </a:lnTo>
                  <a:lnTo>
                    <a:pt x="810622" y="914285"/>
                  </a:lnTo>
                  <a:close/>
                  <a:moveTo>
                    <a:pt x="807632" y="913483"/>
                  </a:moveTo>
                  <a:lnTo>
                    <a:pt x="806205" y="912643"/>
                  </a:lnTo>
                  <a:lnTo>
                    <a:pt x="829660" y="877530"/>
                  </a:lnTo>
                  <a:close/>
                  <a:moveTo>
                    <a:pt x="464772" y="508114"/>
                  </a:moveTo>
                  <a:lnTo>
                    <a:pt x="495868" y="499803"/>
                  </a:lnTo>
                  <a:lnTo>
                    <a:pt x="515583" y="477305"/>
                  </a:lnTo>
                  <a:close/>
                  <a:moveTo>
                    <a:pt x="495868" y="499803"/>
                  </a:moveTo>
                  <a:lnTo>
                    <a:pt x="529268" y="500102"/>
                  </a:lnTo>
                  <a:lnTo>
                    <a:pt x="551011" y="485186"/>
                  </a:lnTo>
                  <a:close/>
                  <a:moveTo>
                    <a:pt x="237843" y="125247"/>
                  </a:moveTo>
                  <a:lnTo>
                    <a:pt x="226404" y="143572"/>
                  </a:lnTo>
                  <a:lnTo>
                    <a:pt x="242787" y="135032"/>
                  </a:lnTo>
                  <a:close/>
                  <a:moveTo>
                    <a:pt x="242787" y="135032"/>
                  </a:moveTo>
                  <a:lnTo>
                    <a:pt x="226404" y="143572"/>
                  </a:lnTo>
                  <a:lnTo>
                    <a:pt x="219965" y="171244"/>
                  </a:lnTo>
                  <a:close/>
                  <a:moveTo>
                    <a:pt x="237843" y="125247"/>
                  </a:moveTo>
                  <a:lnTo>
                    <a:pt x="242787" y="135032"/>
                  </a:lnTo>
                  <a:lnTo>
                    <a:pt x="251985" y="114639"/>
                  </a:lnTo>
                  <a:close/>
                  <a:moveTo>
                    <a:pt x="65998" y="13777"/>
                  </a:moveTo>
                  <a:lnTo>
                    <a:pt x="99231" y="13454"/>
                  </a:lnTo>
                  <a:lnTo>
                    <a:pt x="123313" y="7282"/>
                  </a:lnTo>
                  <a:close/>
                  <a:moveTo>
                    <a:pt x="123313" y="7282"/>
                  </a:moveTo>
                  <a:lnTo>
                    <a:pt x="99231" y="13454"/>
                  </a:lnTo>
                  <a:lnTo>
                    <a:pt x="154685" y="0"/>
                  </a:lnTo>
                  <a:close/>
                  <a:moveTo>
                    <a:pt x="1010111" y="1036212"/>
                  </a:moveTo>
                  <a:lnTo>
                    <a:pt x="1007548" y="1070916"/>
                  </a:lnTo>
                  <a:lnTo>
                    <a:pt x="1021345" y="1044122"/>
                  </a:lnTo>
                  <a:close/>
                  <a:moveTo>
                    <a:pt x="997382" y="1001813"/>
                  </a:moveTo>
                  <a:lnTo>
                    <a:pt x="1010111" y="1036212"/>
                  </a:lnTo>
                  <a:lnTo>
                    <a:pt x="1021345" y="1044122"/>
                  </a:lnTo>
                  <a:close/>
                  <a:moveTo>
                    <a:pt x="834508" y="846885"/>
                  </a:moveTo>
                  <a:lnTo>
                    <a:pt x="855505" y="876181"/>
                  </a:lnTo>
                  <a:lnTo>
                    <a:pt x="847361" y="860347"/>
                  </a:lnTo>
                  <a:close/>
                  <a:moveTo>
                    <a:pt x="333935" y="222260"/>
                  </a:moveTo>
                  <a:lnTo>
                    <a:pt x="341153" y="272267"/>
                  </a:lnTo>
                  <a:lnTo>
                    <a:pt x="343999" y="235512"/>
                  </a:lnTo>
                  <a:close/>
                  <a:moveTo>
                    <a:pt x="357726" y="198757"/>
                  </a:moveTo>
                  <a:lnTo>
                    <a:pt x="369529" y="181574"/>
                  </a:lnTo>
                  <a:lnTo>
                    <a:pt x="365952" y="195378"/>
                  </a:lnTo>
                  <a:close/>
                  <a:moveTo>
                    <a:pt x="237682" y="89529"/>
                  </a:moveTo>
                  <a:lnTo>
                    <a:pt x="251985" y="114639"/>
                  </a:lnTo>
                  <a:lnTo>
                    <a:pt x="259316" y="71309"/>
                  </a:lnTo>
                  <a:close/>
                  <a:moveTo>
                    <a:pt x="237843" y="125247"/>
                  </a:moveTo>
                  <a:lnTo>
                    <a:pt x="251985" y="114639"/>
                  </a:lnTo>
                  <a:lnTo>
                    <a:pt x="237682" y="89529"/>
                  </a:lnTo>
                  <a:close/>
                  <a:moveTo>
                    <a:pt x="828339" y="717660"/>
                  </a:moveTo>
                  <a:lnTo>
                    <a:pt x="837366" y="712155"/>
                  </a:lnTo>
                  <a:lnTo>
                    <a:pt x="844501" y="678960"/>
                  </a:lnTo>
                  <a:close/>
                  <a:moveTo>
                    <a:pt x="849788" y="727310"/>
                  </a:moveTo>
                  <a:lnTo>
                    <a:pt x="837366" y="712155"/>
                  </a:lnTo>
                  <a:lnTo>
                    <a:pt x="828339" y="717660"/>
                  </a:lnTo>
                  <a:close/>
                  <a:moveTo>
                    <a:pt x="849788" y="727310"/>
                  </a:moveTo>
                  <a:lnTo>
                    <a:pt x="847227" y="749025"/>
                  </a:lnTo>
                  <a:lnTo>
                    <a:pt x="852547" y="732899"/>
                  </a:lnTo>
                  <a:close/>
                  <a:moveTo>
                    <a:pt x="849788" y="727310"/>
                  </a:moveTo>
                  <a:lnTo>
                    <a:pt x="852547" y="732899"/>
                  </a:lnTo>
                  <a:lnTo>
                    <a:pt x="837366" y="712155"/>
                  </a:lnTo>
                  <a:close/>
                  <a:moveTo>
                    <a:pt x="624956" y="444664"/>
                  </a:moveTo>
                  <a:lnTo>
                    <a:pt x="604448" y="464195"/>
                  </a:lnTo>
                  <a:lnTo>
                    <a:pt x="653124" y="425401"/>
                  </a:lnTo>
                  <a:close/>
                  <a:moveTo>
                    <a:pt x="867859" y="633748"/>
                  </a:moveTo>
                  <a:lnTo>
                    <a:pt x="844501" y="678960"/>
                  </a:lnTo>
                  <a:lnTo>
                    <a:pt x="848194" y="656432"/>
                  </a:lnTo>
                  <a:close/>
                  <a:moveTo>
                    <a:pt x="848194" y="656432"/>
                  </a:moveTo>
                  <a:lnTo>
                    <a:pt x="886208" y="678960"/>
                  </a:lnTo>
                  <a:lnTo>
                    <a:pt x="867859" y="633748"/>
                  </a:lnTo>
                  <a:close/>
                  <a:moveTo>
                    <a:pt x="867859" y="633748"/>
                  </a:moveTo>
                  <a:lnTo>
                    <a:pt x="886208" y="678960"/>
                  </a:lnTo>
                  <a:lnTo>
                    <a:pt x="893966" y="628988"/>
                  </a:lnTo>
                  <a:close/>
                  <a:moveTo>
                    <a:pt x="893966" y="628988"/>
                  </a:moveTo>
                  <a:lnTo>
                    <a:pt x="885380" y="625022"/>
                  </a:lnTo>
                  <a:lnTo>
                    <a:pt x="867859" y="633748"/>
                  </a:lnTo>
                  <a:close/>
                  <a:moveTo>
                    <a:pt x="885380" y="625022"/>
                  </a:moveTo>
                  <a:lnTo>
                    <a:pt x="893966" y="628988"/>
                  </a:lnTo>
                  <a:lnTo>
                    <a:pt x="897371" y="619512"/>
                  </a:lnTo>
                  <a:close/>
                  <a:moveTo>
                    <a:pt x="655194" y="419182"/>
                  </a:moveTo>
                  <a:lnTo>
                    <a:pt x="624956" y="444664"/>
                  </a:lnTo>
                  <a:lnTo>
                    <a:pt x="653124" y="425401"/>
                  </a:lnTo>
                  <a:close/>
                  <a:moveTo>
                    <a:pt x="644628" y="383025"/>
                  </a:moveTo>
                  <a:lnTo>
                    <a:pt x="655469" y="421675"/>
                  </a:lnTo>
                  <a:lnTo>
                    <a:pt x="646292" y="384920"/>
                  </a:lnTo>
                  <a:close/>
                  <a:moveTo>
                    <a:pt x="644628" y="383025"/>
                  </a:moveTo>
                  <a:lnTo>
                    <a:pt x="655194" y="419182"/>
                  </a:lnTo>
                  <a:lnTo>
                    <a:pt x="655469" y="421675"/>
                  </a:lnTo>
                  <a:close/>
                  <a:moveTo>
                    <a:pt x="637382" y="344169"/>
                  </a:moveTo>
                  <a:lnTo>
                    <a:pt x="641736" y="330982"/>
                  </a:lnTo>
                  <a:lnTo>
                    <a:pt x="624456" y="346588"/>
                  </a:lnTo>
                  <a:close/>
                  <a:moveTo>
                    <a:pt x="637382" y="344169"/>
                  </a:moveTo>
                  <a:lnTo>
                    <a:pt x="644628" y="383025"/>
                  </a:lnTo>
                  <a:lnTo>
                    <a:pt x="646292" y="384920"/>
                  </a:lnTo>
                  <a:close/>
                  <a:moveTo>
                    <a:pt x="641736" y="330982"/>
                  </a:moveTo>
                  <a:lnTo>
                    <a:pt x="637382" y="344169"/>
                  </a:lnTo>
                  <a:lnTo>
                    <a:pt x="646330" y="3037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52" name="Input_density__91">
              <a:extLst>
                <a:ext uri="{FF2B5EF4-FFF2-40B4-BE49-F238E27FC236}">
                  <a16:creationId xmlns:a16="http://schemas.microsoft.com/office/drawing/2014/main" id="{401F9C7A-B41D-D6A4-6853-24A29A89E4AC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1852985"/>
              <a:ext cx="949513" cy="1245667"/>
            </a:xfrm>
            <a:custGeom>
              <a:avLst/>
              <a:gdLst/>
              <a:ahLst/>
              <a:cxnLst/>
              <a:rect l="0" t="0" r="0" b="0"/>
              <a:pathLst>
                <a:path w="949513" h="1245667">
                  <a:moveTo>
                    <a:pt x="25925" y="1070156"/>
                  </a:moveTo>
                  <a:lnTo>
                    <a:pt x="22063" y="1071911"/>
                  </a:lnTo>
                  <a:lnTo>
                    <a:pt x="48273" y="1067331"/>
                  </a:lnTo>
                  <a:close/>
                  <a:moveTo>
                    <a:pt x="22063" y="1071911"/>
                  </a:moveTo>
                  <a:lnTo>
                    <a:pt x="0" y="1107632"/>
                  </a:lnTo>
                  <a:lnTo>
                    <a:pt x="48273" y="1067331"/>
                  </a:lnTo>
                  <a:close/>
                  <a:moveTo>
                    <a:pt x="48273" y="1067331"/>
                  </a:moveTo>
                  <a:lnTo>
                    <a:pt x="0" y="1107632"/>
                  </a:lnTo>
                  <a:lnTo>
                    <a:pt x="22173" y="1091483"/>
                  </a:lnTo>
                  <a:close/>
                  <a:moveTo>
                    <a:pt x="25925" y="1070156"/>
                  </a:moveTo>
                  <a:lnTo>
                    <a:pt x="48273" y="1067331"/>
                  </a:lnTo>
                  <a:lnTo>
                    <a:pt x="80603" y="1063631"/>
                  </a:lnTo>
                  <a:close/>
                  <a:moveTo>
                    <a:pt x="140373" y="970110"/>
                  </a:moveTo>
                  <a:lnTo>
                    <a:pt x="117779" y="983606"/>
                  </a:lnTo>
                  <a:lnTo>
                    <a:pt x="156665" y="973295"/>
                  </a:lnTo>
                  <a:close/>
                  <a:moveTo>
                    <a:pt x="210734" y="838974"/>
                  </a:moveTo>
                  <a:lnTo>
                    <a:pt x="204927" y="875729"/>
                  </a:lnTo>
                  <a:lnTo>
                    <a:pt x="247090" y="858546"/>
                  </a:lnTo>
                  <a:close/>
                  <a:moveTo>
                    <a:pt x="210734" y="838974"/>
                  </a:moveTo>
                  <a:lnTo>
                    <a:pt x="247090" y="858546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10734" y="838974"/>
                  </a:lnTo>
                  <a:lnTo>
                    <a:pt x="229284" y="821791"/>
                  </a:lnTo>
                  <a:close/>
                  <a:moveTo>
                    <a:pt x="200835" y="802219"/>
                  </a:moveTo>
                  <a:lnTo>
                    <a:pt x="229284" y="821791"/>
                  </a:lnTo>
                  <a:lnTo>
                    <a:pt x="227262" y="785036"/>
                  </a:lnTo>
                  <a:close/>
                  <a:moveTo>
                    <a:pt x="231169" y="771804"/>
                  </a:moveTo>
                  <a:lnTo>
                    <a:pt x="200835" y="802219"/>
                  </a:lnTo>
                  <a:lnTo>
                    <a:pt x="227262" y="785036"/>
                  </a:lnTo>
                  <a:close/>
                  <a:moveTo>
                    <a:pt x="667861" y="1245667"/>
                  </a:moveTo>
                  <a:lnTo>
                    <a:pt x="678413" y="1226579"/>
                  </a:lnTo>
                  <a:lnTo>
                    <a:pt x="638957" y="1226096"/>
                  </a:lnTo>
                  <a:close/>
                  <a:moveTo>
                    <a:pt x="229284" y="821791"/>
                  </a:moveTo>
                  <a:lnTo>
                    <a:pt x="257561" y="855950"/>
                  </a:lnTo>
                  <a:lnTo>
                    <a:pt x="257995" y="810850"/>
                  </a:lnTo>
                  <a:close/>
                  <a:moveTo>
                    <a:pt x="229284" y="821791"/>
                  </a:moveTo>
                  <a:lnTo>
                    <a:pt x="247090" y="858546"/>
                  </a:lnTo>
                  <a:lnTo>
                    <a:pt x="257561" y="855950"/>
                  </a:lnTo>
                  <a:close/>
                  <a:moveTo>
                    <a:pt x="227262" y="785036"/>
                  </a:moveTo>
                  <a:lnTo>
                    <a:pt x="257995" y="810850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29284" y="821791"/>
                  </a:lnTo>
                  <a:lnTo>
                    <a:pt x="257995" y="810850"/>
                  </a:lnTo>
                  <a:close/>
                  <a:moveTo>
                    <a:pt x="257995" y="810850"/>
                  </a:moveTo>
                  <a:lnTo>
                    <a:pt x="288959" y="768019"/>
                  </a:lnTo>
                  <a:lnTo>
                    <a:pt x="245601" y="776180"/>
                  </a:lnTo>
                  <a:close/>
                  <a:moveTo>
                    <a:pt x="227262" y="785036"/>
                  </a:moveTo>
                  <a:lnTo>
                    <a:pt x="245601" y="776180"/>
                  </a:lnTo>
                  <a:lnTo>
                    <a:pt x="231169" y="771804"/>
                  </a:lnTo>
                  <a:close/>
                  <a:moveTo>
                    <a:pt x="231169" y="771804"/>
                  </a:moveTo>
                  <a:lnTo>
                    <a:pt x="245601" y="776180"/>
                  </a:lnTo>
                  <a:lnTo>
                    <a:pt x="261751" y="761570"/>
                  </a:lnTo>
                  <a:close/>
                  <a:moveTo>
                    <a:pt x="346388" y="793166"/>
                  </a:moveTo>
                  <a:lnTo>
                    <a:pt x="338179" y="826534"/>
                  </a:lnTo>
                  <a:lnTo>
                    <a:pt x="364257" y="787424"/>
                  </a:lnTo>
                  <a:close/>
                  <a:moveTo>
                    <a:pt x="379769" y="761250"/>
                  </a:moveTo>
                  <a:lnTo>
                    <a:pt x="346388" y="793166"/>
                  </a:lnTo>
                  <a:lnTo>
                    <a:pt x="364257" y="787424"/>
                  </a:lnTo>
                  <a:close/>
                  <a:moveTo>
                    <a:pt x="178351" y="657588"/>
                  </a:moveTo>
                  <a:lnTo>
                    <a:pt x="214843" y="684604"/>
                  </a:lnTo>
                  <a:lnTo>
                    <a:pt x="204087" y="648601"/>
                  </a:lnTo>
                  <a:close/>
                  <a:moveTo>
                    <a:pt x="204087" y="648601"/>
                  </a:moveTo>
                  <a:lnTo>
                    <a:pt x="188752" y="641582"/>
                  </a:lnTo>
                  <a:lnTo>
                    <a:pt x="178351" y="657588"/>
                  </a:lnTo>
                  <a:close/>
                  <a:moveTo>
                    <a:pt x="236072" y="604938"/>
                  </a:moveTo>
                  <a:lnTo>
                    <a:pt x="192074" y="620832"/>
                  </a:lnTo>
                  <a:lnTo>
                    <a:pt x="239305" y="609808"/>
                  </a:lnTo>
                  <a:close/>
                  <a:moveTo>
                    <a:pt x="192074" y="620832"/>
                  </a:moveTo>
                  <a:lnTo>
                    <a:pt x="188752" y="641582"/>
                  </a:lnTo>
                  <a:lnTo>
                    <a:pt x="239305" y="609808"/>
                  </a:lnTo>
                  <a:close/>
                  <a:moveTo>
                    <a:pt x="239305" y="609808"/>
                  </a:moveTo>
                  <a:lnTo>
                    <a:pt x="188752" y="641582"/>
                  </a:lnTo>
                  <a:lnTo>
                    <a:pt x="227091" y="640404"/>
                  </a:lnTo>
                  <a:close/>
                  <a:moveTo>
                    <a:pt x="227091" y="640404"/>
                  </a:moveTo>
                  <a:lnTo>
                    <a:pt x="188752" y="641582"/>
                  </a:lnTo>
                  <a:lnTo>
                    <a:pt x="204087" y="648601"/>
                  </a:lnTo>
                  <a:close/>
                  <a:moveTo>
                    <a:pt x="364257" y="787424"/>
                  </a:moveTo>
                  <a:lnTo>
                    <a:pt x="411295" y="812232"/>
                  </a:lnTo>
                  <a:lnTo>
                    <a:pt x="401869" y="775148"/>
                  </a:lnTo>
                  <a:close/>
                  <a:moveTo>
                    <a:pt x="411295" y="812232"/>
                  </a:moveTo>
                  <a:lnTo>
                    <a:pt x="441065" y="770372"/>
                  </a:lnTo>
                  <a:lnTo>
                    <a:pt x="401869" y="775148"/>
                  </a:lnTo>
                  <a:close/>
                  <a:moveTo>
                    <a:pt x="379769" y="761250"/>
                  </a:moveTo>
                  <a:lnTo>
                    <a:pt x="364257" y="787424"/>
                  </a:lnTo>
                  <a:lnTo>
                    <a:pt x="401869" y="775148"/>
                  </a:lnTo>
                  <a:close/>
                  <a:moveTo>
                    <a:pt x="239305" y="609808"/>
                  </a:moveTo>
                  <a:lnTo>
                    <a:pt x="227091" y="640404"/>
                  </a:lnTo>
                  <a:lnTo>
                    <a:pt x="255982" y="633499"/>
                  </a:lnTo>
                  <a:close/>
                  <a:moveTo>
                    <a:pt x="297675" y="607260"/>
                  </a:moveTo>
                  <a:lnTo>
                    <a:pt x="255982" y="633499"/>
                  </a:lnTo>
                  <a:lnTo>
                    <a:pt x="289102" y="623221"/>
                  </a:lnTo>
                  <a:close/>
                  <a:moveTo>
                    <a:pt x="239305" y="609808"/>
                  </a:moveTo>
                  <a:lnTo>
                    <a:pt x="255982" y="633499"/>
                  </a:lnTo>
                  <a:lnTo>
                    <a:pt x="297675" y="607260"/>
                  </a:lnTo>
                  <a:close/>
                  <a:moveTo>
                    <a:pt x="488664" y="726821"/>
                  </a:moveTo>
                  <a:lnTo>
                    <a:pt x="441324" y="770241"/>
                  </a:lnTo>
                  <a:lnTo>
                    <a:pt x="478908" y="753057"/>
                  </a:lnTo>
                  <a:close/>
                  <a:moveTo>
                    <a:pt x="347390" y="572352"/>
                  </a:moveTo>
                  <a:lnTo>
                    <a:pt x="322851" y="586466"/>
                  </a:lnTo>
                  <a:lnTo>
                    <a:pt x="297675" y="607260"/>
                  </a:lnTo>
                  <a:close/>
                  <a:moveTo>
                    <a:pt x="312893" y="169754"/>
                  </a:moveTo>
                  <a:lnTo>
                    <a:pt x="317512" y="132999"/>
                  </a:lnTo>
                  <a:lnTo>
                    <a:pt x="305731" y="172672"/>
                  </a:lnTo>
                  <a:close/>
                  <a:moveTo>
                    <a:pt x="317512" y="132999"/>
                  </a:moveTo>
                  <a:lnTo>
                    <a:pt x="283645" y="145880"/>
                  </a:lnTo>
                  <a:lnTo>
                    <a:pt x="305731" y="172672"/>
                  </a:lnTo>
                  <a:close/>
                  <a:moveTo>
                    <a:pt x="589999" y="471711"/>
                  </a:moveTo>
                  <a:lnTo>
                    <a:pt x="577045" y="500549"/>
                  </a:lnTo>
                  <a:lnTo>
                    <a:pt x="608310" y="491933"/>
                  </a:lnTo>
                  <a:close/>
                  <a:moveTo>
                    <a:pt x="529883" y="353529"/>
                  </a:moveTo>
                  <a:lnTo>
                    <a:pt x="577027" y="373101"/>
                  </a:lnTo>
                  <a:lnTo>
                    <a:pt x="563576" y="336346"/>
                  </a:lnTo>
                  <a:close/>
                  <a:moveTo>
                    <a:pt x="317512" y="132999"/>
                  </a:moveTo>
                  <a:lnTo>
                    <a:pt x="358919" y="156519"/>
                  </a:lnTo>
                  <a:lnTo>
                    <a:pt x="344573" y="123435"/>
                  </a:lnTo>
                  <a:close/>
                  <a:moveTo>
                    <a:pt x="317512" y="132999"/>
                  </a:moveTo>
                  <a:lnTo>
                    <a:pt x="312893" y="169754"/>
                  </a:lnTo>
                  <a:lnTo>
                    <a:pt x="358919" y="156519"/>
                  </a:lnTo>
                  <a:close/>
                  <a:moveTo>
                    <a:pt x="358919" y="156519"/>
                  </a:moveTo>
                  <a:lnTo>
                    <a:pt x="384596" y="117985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17710" y="96244"/>
                  </a:lnTo>
                  <a:lnTo>
                    <a:pt x="317512" y="132999"/>
                  </a:lnTo>
                  <a:close/>
                  <a:moveTo>
                    <a:pt x="326878" y="93073"/>
                  </a:moveTo>
                  <a:lnTo>
                    <a:pt x="317710" y="96244"/>
                  </a:lnTo>
                  <a:lnTo>
                    <a:pt x="344573" y="123435"/>
                  </a:lnTo>
                  <a:close/>
                  <a:moveTo>
                    <a:pt x="344573" y="123435"/>
                  </a:moveTo>
                  <a:lnTo>
                    <a:pt x="372027" y="83456"/>
                  </a:lnTo>
                  <a:lnTo>
                    <a:pt x="326878" y="93073"/>
                  </a:lnTo>
                  <a:close/>
                  <a:moveTo>
                    <a:pt x="336563" y="50830"/>
                  </a:moveTo>
                  <a:lnTo>
                    <a:pt x="317710" y="96244"/>
                  </a:lnTo>
                  <a:lnTo>
                    <a:pt x="326878" y="93073"/>
                  </a:lnTo>
                  <a:close/>
                  <a:moveTo>
                    <a:pt x="225758" y="22734"/>
                  </a:moveTo>
                  <a:lnTo>
                    <a:pt x="240705" y="19460"/>
                  </a:lnTo>
                  <a:lnTo>
                    <a:pt x="230597" y="0"/>
                  </a:lnTo>
                  <a:close/>
                  <a:moveTo>
                    <a:pt x="577027" y="373101"/>
                  </a:moveTo>
                  <a:lnTo>
                    <a:pt x="600698" y="408627"/>
                  </a:lnTo>
                  <a:lnTo>
                    <a:pt x="595279" y="368286"/>
                  </a:lnTo>
                  <a:close/>
                  <a:moveTo>
                    <a:pt x="599777" y="412063"/>
                  </a:moveTo>
                  <a:lnTo>
                    <a:pt x="643085" y="392672"/>
                  </a:lnTo>
                  <a:lnTo>
                    <a:pt x="600698" y="408627"/>
                  </a:lnTo>
                  <a:close/>
                  <a:moveTo>
                    <a:pt x="643085" y="392672"/>
                  </a:moveTo>
                  <a:lnTo>
                    <a:pt x="644857" y="359823"/>
                  </a:lnTo>
                  <a:lnTo>
                    <a:pt x="600698" y="408627"/>
                  </a:lnTo>
                  <a:close/>
                  <a:moveTo>
                    <a:pt x="600698" y="408627"/>
                  </a:moveTo>
                  <a:lnTo>
                    <a:pt x="644857" y="359823"/>
                  </a:lnTo>
                  <a:lnTo>
                    <a:pt x="642689" y="356831"/>
                  </a:lnTo>
                  <a:close/>
                  <a:moveTo>
                    <a:pt x="600698" y="408627"/>
                  </a:moveTo>
                  <a:lnTo>
                    <a:pt x="642689" y="356831"/>
                  </a:lnTo>
                  <a:lnTo>
                    <a:pt x="595279" y="368286"/>
                  </a:lnTo>
                  <a:close/>
                  <a:moveTo>
                    <a:pt x="563576" y="336346"/>
                  </a:moveTo>
                  <a:lnTo>
                    <a:pt x="577027" y="373101"/>
                  </a:lnTo>
                  <a:lnTo>
                    <a:pt x="595279" y="368286"/>
                  </a:lnTo>
                  <a:close/>
                  <a:moveTo>
                    <a:pt x="642689" y="356831"/>
                  </a:moveTo>
                  <a:lnTo>
                    <a:pt x="656971" y="355917"/>
                  </a:lnTo>
                  <a:lnTo>
                    <a:pt x="642343" y="350425"/>
                  </a:lnTo>
                  <a:close/>
                  <a:moveTo>
                    <a:pt x="642689" y="356831"/>
                  </a:moveTo>
                  <a:lnTo>
                    <a:pt x="644857" y="359823"/>
                  </a:lnTo>
                  <a:lnTo>
                    <a:pt x="656971" y="355917"/>
                  </a:lnTo>
                  <a:close/>
                  <a:moveTo>
                    <a:pt x="331039" y="30176"/>
                  </a:moveTo>
                  <a:lnTo>
                    <a:pt x="317886" y="42306"/>
                  </a:lnTo>
                  <a:lnTo>
                    <a:pt x="344358" y="34115"/>
                  </a:lnTo>
                  <a:close/>
                  <a:moveTo>
                    <a:pt x="832039" y="561359"/>
                  </a:moveTo>
                  <a:lnTo>
                    <a:pt x="823325" y="576447"/>
                  </a:lnTo>
                  <a:lnTo>
                    <a:pt x="845990" y="568386"/>
                  </a:lnTo>
                  <a:close/>
                  <a:moveTo>
                    <a:pt x="848320" y="539692"/>
                  </a:moveTo>
                  <a:lnTo>
                    <a:pt x="832039" y="561359"/>
                  </a:lnTo>
                  <a:lnTo>
                    <a:pt x="884548" y="536897"/>
                  </a:lnTo>
                  <a:close/>
                  <a:moveTo>
                    <a:pt x="884548" y="536897"/>
                  </a:moveTo>
                  <a:lnTo>
                    <a:pt x="832039" y="561359"/>
                  </a:lnTo>
                  <a:lnTo>
                    <a:pt x="869513" y="559264"/>
                  </a:lnTo>
                  <a:close/>
                  <a:moveTo>
                    <a:pt x="869513" y="559264"/>
                  </a:moveTo>
                  <a:lnTo>
                    <a:pt x="832039" y="561359"/>
                  </a:lnTo>
                  <a:lnTo>
                    <a:pt x="845990" y="568386"/>
                  </a:lnTo>
                  <a:close/>
                  <a:moveTo>
                    <a:pt x="867391" y="533328"/>
                  </a:moveTo>
                  <a:lnTo>
                    <a:pt x="884548" y="536897"/>
                  </a:lnTo>
                  <a:lnTo>
                    <a:pt x="905940" y="522509"/>
                  </a:lnTo>
                  <a:close/>
                  <a:moveTo>
                    <a:pt x="668319" y="380741"/>
                  </a:moveTo>
                  <a:lnTo>
                    <a:pt x="656971" y="355917"/>
                  </a:lnTo>
                  <a:lnTo>
                    <a:pt x="644857" y="359823"/>
                  </a:lnTo>
                  <a:close/>
                  <a:moveTo>
                    <a:pt x="903531" y="548695"/>
                  </a:moveTo>
                  <a:lnTo>
                    <a:pt x="947683" y="552163"/>
                  </a:lnTo>
                  <a:lnTo>
                    <a:pt x="943867" y="542080"/>
                  </a:lnTo>
                  <a:close/>
                  <a:moveTo>
                    <a:pt x="884548" y="536897"/>
                  </a:moveTo>
                  <a:lnTo>
                    <a:pt x="869513" y="559264"/>
                  </a:lnTo>
                  <a:lnTo>
                    <a:pt x="903531" y="548695"/>
                  </a:lnTo>
                  <a:close/>
                  <a:moveTo>
                    <a:pt x="919198" y="518299"/>
                  </a:moveTo>
                  <a:lnTo>
                    <a:pt x="905940" y="522509"/>
                  </a:lnTo>
                  <a:lnTo>
                    <a:pt x="944660" y="540863"/>
                  </a:lnTo>
                  <a:close/>
                  <a:moveTo>
                    <a:pt x="905940" y="522509"/>
                  </a:moveTo>
                  <a:lnTo>
                    <a:pt x="884548" y="536897"/>
                  </a:lnTo>
                  <a:lnTo>
                    <a:pt x="944660" y="540863"/>
                  </a:lnTo>
                  <a:close/>
                  <a:moveTo>
                    <a:pt x="944660" y="540863"/>
                  </a:moveTo>
                  <a:lnTo>
                    <a:pt x="884548" y="536897"/>
                  </a:lnTo>
                  <a:lnTo>
                    <a:pt x="943867" y="542080"/>
                  </a:lnTo>
                  <a:close/>
                  <a:moveTo>
                    <a:pt x="943867" y="542080"/>
                  </a:moveTo>
                  <a:lnTo>
                    <a:pt x="884548" y="536897"/>
                  </a:lnTo>
                  <a:lnTo>
                    <a:pt x="903531" y="548695"/>
                  </a:lnTo>
                  <a:close/>
                  <a:moveTo>
                    <a:pt x="944660" y="540863"/>
                  </a:moveTo>
                  <a:lnTo>
                    <a:pt x="949513" y="542080"/>
                  </a:lnTo>
                  <a:lnTo>
                    <a:pt x="919198" y="518299"/>
                  </a:lnTo>
                  <a:close/>
                  <a:moveTo>
                    <a:pt x="943867" y="542080"/>
                  </a:moveTo>
                  <a:lnTo>
                    <a:pt x="947683" y="552163"/>
                  </a:lnTo>
                  <a:lnTo>
                    <a:pt x="945613" y="541571"/>
                  </a:lnTo>
                  <a:close/>
                  <a:moveTo>
                    <a:pt x="944660" y="540863"/>
                  </a:moveTo>
                  <a:lnTo>
                    <a:pt x="943867" y="542080"/>
                  </a:lnTo>
                  <a:lnTo>
                    <a:pt x="945613" y="541571"/>
                  </a:lnTo>
                  <a:close/>
                  <a:moveTo>
                    <a:pt x="945613" y="541571"/>
                  </a:moveTo>
                  <a:lnTo>
                    <a:pt x="947683" y="552163"/>
                  </a:lnTo>
                  <a:lnTo>
                    <a:pt x="949513" y="542080"/>
                  </a:lnTo>
                  <a:close/>
                  <a:moveTo>
                    <a:pt x="945613" y="541571"/>
                  </a:moveTo>
                  <a:lnTo>
                    <a:pt x="949513" y="542080"/>
                  </a:lnTo>
                  <a:lnTo>
                    <a:pt x="944660" y="54086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53" name="Input_density__92">
              <a:extLst>
                <a:ext uri="{FF2B5EF4-FFF2-40B4-BE49-F238E27FC236}">
                  <a16:creationId xmlns:a16="http://schemas.microsoft.com/office/drawing/2014/main" id="{0951939F-B3F3-DE89-245C-1CBE4F4BDB65}"/>
                </a:ext>
              </a:extLst>
            </p:cNvPr>
            <p:cNvSpPr>
              <a:spLocks noGrp="1"/>
            </p:cNvSpPr>
            <p:nvPr/>
          </p:nvSpPr>
          <p:spPr>
            <a:xfrm>
              <a:off x="953092" y="1835683"/>
              <a:ext cx="1012656" cy="1375573"/>
            </a:xfrm>
            <a:custGeom>
              <a:avLst/>
              <a:gdLst/>
              <a:ahLst/>
              <a:cxnLst/>
              <a:rect l="0" t="0" r="0" b="0"/>
              <a:pathLst>
                <a:path w="1012656" h="1375573">
                  <a:moveTo>
                    <a:pt x="4232" y="1145540"/>
                  </a:moveTo>
                  <a:lnTo>
                    <a:pt x="2546" y="1162724"/>
                  </a:lnTo>
                  <a:lnTo>
                    <a:pt x="40995" y="1182295"/>
                  </a:lnTo>
                  <a:close/>
                  <a:moveTo>
                    <a:pt x="122671" y="1234372"/>
                  </a:moveTo>
                  <a:lnTo>
                    <a:pt x="179443" y="1225846"/>
                  </a:lnTo>
                  <a:lnTo>
                    <a:pt x="143735" y="1216917"/>
                  </a:lnTo>
                  <a:close/>
                  <a:moveTo>
                    <a:pt x="47996" y="1165112"/>
                  </a:moveTo>
                  <a:lnTo>
                    <a:pt x="40995" y="1182295"/>
                  </a:lnTo>
                  <a:lnTo>
                    <a:pt x="43048" y="1185827"/>
                  </a:lnTo>
                  <a:close/>
                  <a:moveTo>
                    <a:pt x="246753" y="1352931"/>
                  </a:moveTo>
                  <a:lnTo>
                    <a:pt x="290963" y="1331704"/>
                  </a:lnTo>
                  <a:lnTo>
                    <a:pt x="251582" y="1344082"/>
                  </a:lnTo>
                  <a:close/>
                  <a:moveTo>
                    <a:pt x="301636" y="1337346"/>
                  </a:moveTo>
                  <a:lnTo>
                    <a:pt x="290963" y="1331704"/>
                  </a:lnTo>
                  <a:lnTo>
                    <a:pt x="246753" y="1352931"/>
                  </a:lnTo>
                  <a:close/>
                  <a:moveTo>
                    <a:pt x="283886" y="1367191"/>
                  </a:moveTo>
                  <a:lnTo>
                    <a:pt x="301636" y="1337346"/>
                  </a:lnTo>
                  <a:lnTo>
                    <a:pt x="246753" y="1352931"/>
                  </a:lnTo>
                  <a:close/>
                  <a:moveTo>
                    <a:pt x="319448" y="1375573"/>
                  </a:moveTo>
                  <a:lnTo>
                    <a:pt x="332423" y="1332536"/>
                  </a:lnTo>
                  <a:lnTo>
                    <a:pt x="301636" y="1337346"/>
                  </a:lnTo>
                  <a:close/>
                  <a:moveTo>
                    <a:pt x="283886" y="1367191"/>
                  </a:moveTo>
                  <a:lnTo>
                    <a:pt x="319448" y="1375573"/>
                  </a:lnTo>
                  <a:lnTo>
                    <a:pt x="301636" y="1337346"/>
                  </a:lnTo>
                  <a:close/>
                  <a:moveTo>
                    <a:pt x="332423" y="1332536"/>
                  </a:moveTo>
                  <a:lnTo>
                    <a:pt x="310172" y="1305878"/>
                  </a:lnTo>
                  <a:lnTo>
                    <a:pt x="324416" y="1331704"/>
                  </a:lnTo>
                  <a:close/>
                  <a:moveTo>
                    <a:pt x="310172" y="1305878"/>
                  </a:moveTo>
                  <a:lnTo>
                    <a:pt x="304161" y="1294949"/>
                  </a:lnTo>
                  <a:lnTo>
                    <a:pt x="324416" y="1331704"/>
                  </a:lnTo>
                  <a:close/>
                  <a:moveTo>
                    <a:pt x="187968" y="1189723"/>
                  </a:moveTo>
                  <a:lnTo>
                    <a:pt x="179443" y="1225846"/>
                  </a:lnTo>
                  <a:lnTo>
                    <a:pt x="218340" y="1236865"/>
                  </a:lnTo>
                  <a:close/>
                  <a:moveTo>
                    <a:pt x="187968" y="1189723"/>
                  </a:moveTo>
                  <a:lnTo>
                    <a:pt x="143735" y="1216917"/>
                  </a:lnTo>
                  <a:lnTo>
                    <a:pt x="179443" y="1225846"/>
                  </a:lnTo>
                  <a:close/>
                  <a:moveTo>
                    <a:pt x="187968" y="1189723"/>
                  </a:moveTo>
                  <a:lnTo>
                    <a:pt x="152586" y="1191399"/>
                  </a:lnTo>
                  <a:lnTo>
                    <a:pt x="143735" y="1216917"/>
                  </a:lnTo>
                  <a:close/>
                  <a:moveTo>
                    <a:pt x="298514" y="1288268"/>
                  </a:moveTo>
                  <a:lnTo>
                    <a:pt x="324416" y="1331704"/>
                  </a:lnTo>
                  <a:lnTo>
                    <a:pt x="304161" y="1294949"/>
                  </a:lnTo>
                  <a:close/>
                  <a:moveTo>
                    <a:pt x="298514" y="1288268"/>
                  </a:moveTo>
                  <a:lnTo>
                    <a:pt x="303663" y="1328829"/>
                  </a:lnTo>
                  <a:lnTo>
                    <a:pt x="324416" y="1331704"/>
                  </a:lnTo>
                  <a:close/>
                  <a:moveTo>
                    <a:pt x="298514" y="1288268"/>
                  </a:moveTo>
                  <a:lnTo>
                    <a:pt x="304161" y="1294949"/>
                  </a:lnTo>
                  <a:lnTo>
                    <a:pt x="286153" y="1279458"/>
                  </a:lnTo>
                  <a:close/>
                  <a:moveTo>
                    <a:pt x="151214" y="1013525"/>
                  </a:moveTo>
                  <a:lnTo>
                    <a:pt x="183738" y="1049491"/>
                  </a:lnTo>
                  <a:lnTo>
                    <a:pt x="192300" y="1007212"/>
                  </a:lnTo>
                  <a:close/>
                  <a:moveTo>
                    <a:pt x="187220" y="1040052"/>
                  </a:moveTo>
                  <a:lnTo>
                    <a:pt x="183738" y="1049491"/>
                  </a:lnTo>
                  <a:lnTo>
                    <a:pt x="151214" y="1013525"/>
                  </a:lnTo>
                  <a:close/>
                  <a:moveTo>
                    <a:pt x="216958" y="1014253"/>
                  </a:moveTo>
                  <a:lnTo>
                    <a:pt x="192300" y="1007212"/>
                  </a:lnTo>
                  <a:lnTo>
                    <a:pt x="183738" y="1049491"/>
                  </a:lnTo>
                  <a:close/>
                  <a:moveTo>
                    <a:pt x="268898" y="1022528"/>
                  </a:moveTo>
                  <a:lnTo>
                    <a:pt x="250683" y="986836"/>
                  </a:lnTo>
                  <a:lnTo>
                    <a:pt x="245318" y="1003297"/>
                  </a:lnTo>
                  <a:close/>
                  <a:moveTo>
                    <a:pt x="251957" y="987557"/>
                  </a:moveTo>
                  <a:lnTo>
                    <a:pt x="250683" y="986836"/>
                  </a:lnTo>
                  <a:lnTo>
                    <a:pt x="268898" y="1022528"/>
                  </a:lnTo>
                  <a:close/>
                  <a:moveTo>
                    <a:pt x="172746" y="966542"/>
                  </a:moveTo>
                  <a:lnTo>
                    <a:pt x="191236" y="981316"/>
                  </a:lnTo>
                  <a:lnTo>
                    <a:pt x="161117" y="960728"/>
                  </a:lnTo>
                  <a:close/>
                  <a:moveTo>
                    <a:pt x="172746" y="966542"/>
                  </a:moveTo>
                  <a:lnTo>
                    <a:pt x="161117" y="960728"/>
                  </a:lnTo>
                  <a:lnTo>
                    <a:pt x="144294" y="929657"/>
                  </a:lnTo>
                  <a:close/>
                  <a:moveTo>
                    <a:pt x="332030" y="974878"/>
                  </a:moveTo>
                  <a:lnTo>
                    <a:pt x="326531" y="934602"/>
                  </a:lnTo>
                  <a:lnTo>
                    <a:pt x="321061" y="968930"/>
                  </a:lnTo>
                  <a:close/>
                  <a:moveTo>
                    <a:pt x="326531" y="934602"/>
                  </a:moveTo>
                  <a:lnTo>
                    <a:pt x="320938" y="932175"/>
                  </a:lnTo>
                  <a:lnTo>
                    <a:pt x="321061" y="968930"/>
                  </a:lnTo>
                  <a:close/>
                  <a:moveTo>
                    <a:pt x="249141" y="898595"/>
                  </a:moveTo>
                  <a:lnTo>
                    <a:pt x="285419" y="891881"/>
                  </a:lnTo>
                  <a:lnTo>
                    <a:pt x="255585" y="875698"/>
                  </a:lnTo>
                  <a:close/>
                  <a:moveTo>
                    <a:pt x="289682" y="895420"/>
                  </a:moveTo>
                  <a:lnTo>
                    <a:pt x="255585" y="875698"/>
                  </a:lnTo>
                  <a:lnTo>
                    <a:pt x="285419" y="891881"/>
                  </a:lnTo>
                  <a:close/>
                  <a:moveTo>
                    <a:pt x="309342" y="921488"/>
                  </a:moveTo>
                  <a:lnTo>
                    <a:pt x="321061" y="968930"/>
                  </a:lnTo>
                  <a:lnTo>
                    <a:pt x="320938" y="932175"/>
                  </a:lnTo>
                  <a:close/>
                  <a:moveTo>
                    <a:pt x="289125" y="893177"/>
                  </a:moveTo>
                  <a:lnTo>
                    <a:pt x="320938" y="932175"/>
                  </a:lnTo>
                  <a:lnTo>
                    <a:pt x="289682" y="895420"/>
                  </a:lnTo>
                  <a:close/>
                  <a:moveTo>
                    <a:pt x="289125" y="893177"/>
                  </a:moveTo>
                  <a:lnTo>
                    <a:pt x="309342" y="921488"/>
                  </a:lnTo>
                  <a:lnTo>
                    <a:pt x="320938" y="932175"/>
                  </a:lnTo>
                  <a:close/>
                  <a:moveTo>
                    <a:pt x="199123" y="733183"/>
                  </a:moveTo>
                  <a:lnTo>
                    <a:pt x="216546" y="758952"/>
                  </a:lnTo>
                  <a:lnTo>
                    <a:pt x="230047" y="779877"/>
                  </a:lnTo>
                  <a:close/>
                  <a:moveTo>
                    <a:pt x="182553" y="701907"/>
                  </a:moveTo>
                  <a:lnTo>
                    <a:pt x="174177" y="725116"/>
                  </a:lnTo>
                  <a:lnTo>
                    <a:pt x="208911" y="748400"/>
                  </a:lnTo>
                  <a:close/>
                  <a:moveTo>
                    <a:pt x="590609" y="996853"/>
                  </a:moveTo>
                  <a:lnTo>
                    <a:pt x="582375" y="996288"/>
                  </a:lnTo>
                  <a:lnTo>
                    <a:pt x="625634" y="1027645"/>
                  </a:lnTo>
                  <a:close/>
                  <a:moveTo>
                    <a:pt x="625634" y="1027645"/>
                  </a:moveTo>
                  <a:lnTo>
                    <a:pt x="582375" y="996288"/>
                  </a:lnTo>
                  <a:lnTo>
                    <a:pt x="578857" y="1008073"/>
                  </a:lnTo>
                  <a:close/>
                  <a:moveTo>
                    <a:pt x="522391" y="928471"/>
                  </a:moveTo>
                  <a:lnTo>
                    <a:pt x="548960" y="954135"/>
                  </a:lnTo>
                  <a:lnTo>
                    <a:pt x="544286" y="948235"/>
                  </a:lnTo>
                  <a:close/>
                  <a:moveTo>
                    <a:pt x="522391" y="928471"/>
                  </a:moveTo>
                  <a:lnTo>
                    <a:pt x="559112" y="970453"/>
                  </a:lnTo>
                  <a:lnTo>
                    <a:pt x="548960" y="954135"/>
                  </a:lnTo>
                  <a:close/>
                  <a:moveTo>
                    <a:pt x="222916" y="549830"/>
                  </a:moveTo>
                  <a:lnTo>
                    <a:pt x="195755" y="517170"/>
                  </a:lnTo>
                  <a:lnTo>
                    <a:pt x="173565" y="530412"/>
                  </a:lnTo>
                  <a:close/>
                  <a:moveTo>
                    <a:pt x="169482" y="530259"/>
                  </a:moveTo>
                  <a:lnTo>
                    <a:pt x="193815" y="509915"/>
                  </a:lnTo>
                  <a:lnTo>
                    <a:pt x="150816" y="476884"/>
                  </a:lnTo>
                  <a:close/>
                  <a:moveTo>
                    <a:pt x="160243" y="480603"/>
                  </a:moveTo>
                  <a:lnTo>
                    <a:pt x="150816" y="476884"/>
                  </a:lnTo>
                  <a:lnTo>
                    <a:pt x="171611" y="487067"/>
                  </a:lnTo>
                  <a:close/>
                  <a:moveTo>
                    <a:pt x="583551" y="990890"/>
                  </a:moveTo>
                  <a:lnTo>
                    <a:pt x="582375" y="996288"/>
                  </a:lnTo>
                  <a:lnTo>
                    <a:pt x="590609" y="996853"/>
                  </a:lnTo>
                  <a:close/>
                  <a:moveTo>
                    <a:pt x="583551" y="990890"/>
                  </a:moveTo>
                  <a:lnTo>
                    <a:pt x="559112" y="970453"/>
                  </a:lnTo>
                  <a:lnTo>
                    <a:pt x="582375" y="996288"/>
                  </a:lnTo>
                  <a:close/>
                  <a:moveTo>
                    <a:pt x="583551" y="990890"/>
                  </a:moveTo>
                  <a:lnTo>
                    <a:pt x="548960" y="954135"/>
                  </a:lnTo>
                  <a:lnTo>
                    <a:pt x="559112" y="970453"/>
                  </a:lnTo>
                  <a:close/>
                  <a:moveTo>
                    <a:pt x="511363" y="917380"/>
                  </a:moveTo>
                  <a:lnTo>
                    <a:pt x="522391" y="928471"/>
                  </a:lnTo>
                  <a:lnTo>
                    <a:pt x="544286" y="948235"/>
                  </a:lnTo>
                  <a:close/>
                  <a:moveTo>
                    <a:pt x="795403" y="1157482"/>
                  </a:moveTo>
                  <a:lnTo>
                    <a:pt x="811343" y="1199257"/>
                  </a:lnTo>
                  <a:lnTo>
                    <a:pt x="833964" y="1187628"/>
                  </a:lnTo>
                  <a:close/>
                  <a:moveTo>
                    <a:pt x="795403" y="1157482"/>
                  </a:moveTo>
                  <a:lnTo>
                    <a:pt x="792100" y="1174665"/>
                  </a:lnTo>
                  <a:lnTo>
                    <a:pt x="811343" y="1199257"/>
                  </a:lnTo>
                  <a:close/>
                  <a:moveTo>
                    <a:pt x="732385" y="1056992"/>
                  </a:moveTo>
                  <a:lnTo>
                    <a:pt x="718669" y="1047217"/>
                  </a:lnTo>
                  <a:lnTo>
                    <a:pt x="676058" y="1067180"/>
                  </a:lnTo>
                  <a:close/>
                  <a:moveTo>
                    <a:pt x="708985" y="1065710"/>
                  </a:moveTo>
                  <a:lnTo>
                    <a:pt x="732385" y="1056992"/>
                  </a:lnTo>
                  <a:lnTo>
                    <a:pt x="676058" y="1067180"/>
                  </a:lnTo>
                  <a:close/>
                  <a:moveTo>
                    <a:pt x="678574" y="1061751"/>
                  </a:moveTo>
                  <a:lnTo>
                    <a:pt x="718669" y="1047217"/>
                  </a:lnTo>
                  <a:lnTo>
                    <a:pt x="727760" y="1039702"/>
                  </a:lnTo>
                  <a:close/>
                  <a:moveTo>
                    <a:pt x="590609" y="996853"/>
                  </a:moveTo>
                  <a:lnTo>
                    <a:pt x="625634" y="1027645"/>
                  </a:lnTo>
                  <a:lnTo>
                    <a:pt x="611361" y="978233"/>
                  </a:lnTo>
                  <a:close/>
                  <a:moveTo>
                    <a:pt x="641696" y="975149"/>
                  </a:moveTo>
                  <a:lnTo>
                    <a:pt x="625634" y="1027645"/>
                  </a:lnTo>
                  <a:lnTo>
                    <a:pt x="638677" y="1022350"/>
                  </a:lnTo>
                  <a:close/>
                  <a:moveTo>
                    <a:pt x="548960" y="954135"/>
                  </a:moveTo>
                  <a:lnTo>
                    <a:pt x="592490" y="936952"/>
                  </a:lnTo>
                  <a:lnTo>
                    <a:pt x="544286" y="948235"/>
                  </a:lnTo>
                  <a:close/>
                  <a:moveTo>
                    <a:pt x="629420" y="940382"/>
                  </a:moveTo>
                  <a:lnTo>
                    <a:pt x="609175" y="912094"/>
                  </a:lnTo>
                  <a:lnTo>
                    <a:pt x="610112" y="936952"/>
                  </a:lnTo>
                  <a:close/>
                  <a:moveTo>
                    <a:pt x="609175" y="912094"/>
                  </a:moveTo>
                  <a:lnTo>
                    <a:pt x="599882" y="900197"/>
                  </a:lnTo>
                  <a:lnTo>
                    <a:pt x="610112" y="936952"/>
                  </a:lnTo>
                  <a:close/>
                  <a:moveTo>
                    <a:pt x="755649" y="1083972"/>
                  </a:moveTo>
                  <a:lnTo>
                    <a:pt x="761130" y="1066788"/>
                  </a:lnTo>
                  <a:lnTo>
                    <a:pt x="732385" y="1056992"/>
                  </a:lnTo>
                  <a:close/>
                  <a:moveTo>
                    <a:pt x="732385" y="1056992"/>
                  </a:moveTo>
                  <a:lnTo>
                    <a:pt x="707632" y="1038127"/>
                  </a:lnTo>
                  <a:lnTo>
                    <a:pt x="718669" y="1047217"/>
                  </a:lnTo>
                  <a:close/>
                  <a:moveTo>
                    <a:pt x="359091" y="594902"/>
                  </a:moveTo>
                  <a:lnTo>
                    <a:pt x="377866" y="606157"/>
                  </a:lnTo>
                  <a:lnTo>
                    <a:pt x="339735" y="585552"/>
                  </a:lnTo>
                  <a:close/>
                  <a:moveTo>
                    <a:pt x="372237" y="521808"/>
                  </a:moveTo>
                  <a:lnTo>
                    <a:pt x="390366" y="552218"/>
                  </a:lnTo>
                  <a:lnTo>
                    <a:pt x="389497" y="550817"/>
                  </a:lnTo>
                  <a:close/>
                  <a:moveTo>
                    <a:pt x="2576" y="113412"/>
                  </a:moveTo>
                  <a:lnTo>
                    <a:pt x="0" y="91164"/>
                  </a:lnTo>
                  <a:lnTo>
                    <a:pt x="14120" y="86368"/>
                  </a:lnTo>
                  <a:close/>
                  <a:moveTo>
                    <a:pt x="23569" y="123434"/>
                  </a:moveTo>
                  <a:lnTo>
                    <a:pt x="2576" y="113412"/>
                  </a:lnTo>
                  <a:lnTo>
                    <a:pt x="14120" y="86368"/>
                  </a:lnTo>
                  <a:close/>
                  <a:moveTo>
                    <a:pt x="890045" y="1132422"/>
                  </a:moveTo>
                  <a:lnTo>
                    <a:pt x="887542" y="1167162"/>
                  </a:lnTo>
                  <a:lnTo>
                    <a:pt x="894871" y="1140298"/>
                  </a:lnTo>
                  <a:close/>
                  <a:moveTo>
                    <a:pt x="871546" y="1102715"/>
                  </a:moveTo>
                  <a:lnTo>
                    <a:pt x="894871" y="1140298"/>
                  </a:lnTo>
                  <a:lnTo>
                    <a:pt x="872881" y="1103543"/>
                  </a:lnTo>
                  <a:close/>
                  <a:moveTo>
                    <a:pt x="833156" y="1062089"/>
                  </a:moveTo>
                  <a:lnTo>
                    <a:pt x="869722" y="1100536"/>
                  </a:lnTo>
                  <a:lnTo>
                    <a:pt x="845153" y="1066788"/>
                  </a:lnTo>
                  <a:close/>
                  <a:moveTo>
                    <a:pt x="795216" y="1021099"/>
                  </a:moveTo>
                  <a:lnTo>
                    <a:pt x="822267" y="1047685"/>
                  </a:lnTo>
                  <a:lnTo>
                    <a:pt x="809280" y="1030033"/>
                  </a:lnTo>
                  <a:close/>
                  <a:moveTo>
                    <a:pt x="833156" y="1062089"/>
                  </a:moveTo>
                  <a:lnTo>
                    <a:pt x="822267" y="1047685"/>
                  </a:lnTo>
                  <a:lnTo>
                    <a:pt x="795216" y="1021099"/>
                  </a:lnTo>
                  <a:close/>
                  <a:moveTo>
                    <a:pt x="833156" y="1062089"/>
                  </a:moveTo>
                  <a:lnTo>
                    <a:pt x="845153" y="1066788"/>
                  </a:lnTo>
                  <a:lnTo>
                    <a:pt x="822267" y="1047685"/>
                  </a:lnTo>
                  <a:close/>
                  <a:moveTo>
                    <a:pt x="714324" y="893257"/>
                  </a:moveTo>
                  <a:lnTo>
                    <a:pt x="692165" y="871713"/>
                  </a:lnTo>
                  <a:lnTo>
                    <a:pt x="697376" y="883014"/>
                  </a:lnTo>
                  <a:close/>
                  <a:moveTo>
                    <a:pt x="692165" y="871713"/>
                  </a:moveTo>
                  <a:lnTo>
                    <a:pt x="691180" y="835092"/>
                  </a:lnTo>
                  <a:lnTo>
                    <a:pt x="697376" y="883014"/>
                  </a:lnTo>
                  <a:close/>
                  <a:moveTo>
                    <a:pt x="697376" y="883014"/>
                  </a:moveTo>
                  <a:lnTo>
                    <a:pt x="691180" y="835092"/>
                  </a:lnTo>
                  <a:lnTo>
                    <a:pt x="692233" y="829075"/>
                  </a:lnTo>
                  <a:close/>
                  <a:moveTo>
                    <a:pt x="658220" y="792320"/>
                  </a:moveTo>
                  <a:lnTo>
                    <a:pt x="646002" y="809503"/>
                  </a:lnTo>
                  <a:lnTo>
                    <a:pt x="665574" y="835566"/>
                  </a:lnTo>
                  <a:close/>
                  <a:moveTo>
                    <a:pt x="438996" y="571790"/>
                  </a:moveTo>
                  <a:lnTo>
                    <a:pt x="390366" y="552218"/>
                  </a:lnTo>
                  <a:lnTo>
                    <a:pt x="420239" y="588973"/>
                  </a:lnTo>
                  <a:close/>
                  <a:moveTo>
                    <a:pt x="363493" y="515464"/>
                  </a:moveTo>
                  <a:lnTo>
                    <a:pt x="389497" y="550817"/>
                  </a:lnTo>
                  <a:lnTo>
                    <a:pt x="401736" y="535035"/>
                  </a:lnTo>
                  <a:close/>
                  <a:moveTo>
                    <a:pt x="69508" y="147914"/>
                  </a:moveTo>
                  <a:lnTo>
                    <a:pt x="92574" y="94422"/>
                  </a:lnTo>
                  <a:lnTo>
                    <a:pt x="90496" y="93975"/>
                  </a:lnTo>
                  <a:close/>
                  <a:moveTo>
                    <a:pt x="90496" y="93975"/>
                  </a:moveTo>
                  <a:lnTo>
                    <a:pt x="93886" y="96829"/>
                  </a:lnTo>
                  <a:lnTo>
                    <a:pt x="69508" y="147914"/>
                  </a:lnTo>
                  <a:close/>
                  <a:moveTo>
                    <a:pt x="79118" y="60615"/>
                  </a:moveTo>
                  <a:lnTo>
                    <a:pt x="69695" y="23528"/>
                  </a:lnTo>
                  <a:lnTo>
                    <a:pt x="63176" y="57220"/>
                  </a:lnTo>
                  <a:close/>
                  <a:moveTo>
                    <a:pt x="691180" y="835092"/>
                  </a:moveTo>
                  <a:lnTo>
                    <a:pt x="692165" y="871713"/>
                  </a:lnTo>
                  <a:lnTo>
                    <a:pt x="690249" y="865830"/>
                  </a:lnTo>
                  <a:close/>
                  <a:moveTo>
                    <a:pt x="967932" y="1069177"/>
                  </a:moveTo>
                  <a:lnTo>
                    <a:pt x="967190" y="1119592"/>
                  </a:lnTo>
                  <a:lnTo>
                    <a:pt x="984789" y="1089182"/>
                  </a:lnTo>
                  <a:close/>
                  <a:moveTo>
                    <a:pt x="967932" y="1069177"/>
                  </a:moveTo>
                  <a:lnTo>
                    <a:pt x="934565" y="1086360"/>
                  </a:lnTo>
                  <a:lnTo>
                    <a:pt x="967190" y="1119592"/>
                  </a:lnTo>
                  <a:close/>
                  <a:moveTo>
                    <a:pt x="692233" y="829075"/>
                  </a:moveTo>
                  <a:lnTo>
                    <a:pt x="691180" y="835092"/>
                  </a:lnTo>
                  <a:lnTo>
                    <a:pt x="691099" y="827833"/>
                  </a:lnTo>
                  <a:close/>
                  <a:moveTo>
                    <a:pt x="663970" y="778052"/>
                  </a:moveTo>
                  <a:lnTo>
                    <a:pt x="689063" y="827179"/>
                  </a:lnTo>
                  <a:lnTo>
                    <a:pt x="691099" y="827833"/>
                  </a:lnTo>
                  <a:close/>
                  <a:moveTo>
                    <a:pt x="705976" y="775137"/>
                  </a:moveTo>
                  <a:lnTo>
                    <a:pt x="720585" y="786201"/>
                  </a:lnTo>
                  <a:lnTo>
                    <a:pt x="686032" y="742457"/>
                  </a:lnTo>
                  <a:close/>
                  <a:moveTo>
                    <a:pt x="209175" y="240995"/>
                  </a:moveTo>
                  <a:lnTo>
                    <a:pt x="252339" y="219322"/>
                  </a:lnTo>
                  <a:lnTo>
                    <a:pt x="206303" y="190380"/>
                  </a:lnTo>
                  <a:close/>
                  <a:moveTo>
                    <a:pt x="222511" y="159544"/>
                  </a:moveTo>
                  <a:lnTo>
                    <a:pt x="206303" y="190380"/>
                  </a:lnTo>
                  <a:lnTo>
                    <a:pt x="232073" y="196517"/>
                  </a:lnTo>
                  <a:close/>
                  <a:moveTo>
                    <a:pt x="55088" y="53062"/>
                  </a:moveTo>
                  <a:lnTo>
                    <a:pt x="90496" y="93975"/>
                  </a:lnTo>
                  <a:lnTo>
                    <a:pt x="63176" y="57220"/>
                  </a:lnTo>
                  <a:close/>
                  <a:moveTo>
                    <a:pt x="985020" y="1019892"/>
                  </a:moveTo>
                  <a:lnTo>
                    <a:pt x="956486" y="1016001"/>
                  </a:lnTo>
                  <a:lnTo>
                    <a:pt x="988894" y="1061490"/>
                  </a:lnTo>
                  <a:close/>
                  <a:moveTo>
                    <a:pt x="988894" y="1061490"/>
                  </a:moveTo>
                  <a:lnTo>
                    <a:pt x="984789" y="1089182"/>
                  </a:lnTo>
                  <a:lnTo>
                    <a:pt x="999895" y="1069177"/>
                  </a:lnTo>
                  <a:close/>
                  <a:moveTo>
                    <a:pt x="988894" y="1061490"/>
                  </a:moveTo>
                  <a:lnTo>
                    <a:pt x="999895" y="1069177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8894" y="1061490"/>
                  </a:lnTo>
                  <a:lnTo>
                    <a:pt x="1012656" y="1024512"/>
                  </a:lnTo>
                  <a:close/>
                  <a:moveTo>
                    <a:pt x="985020" y="1019892"/>
                  </a:moveTo>
                  <a:lnTo>
                    <a:pt x="984367" y="991396"/>
                  </a:lnTo>
                  <a:lnTo>
                    <a:pt x="957182" y="1014333"/>
                  </a:lnTo>
                  <a:close/>
                  <a:moveTo>
                    <a:pt x="887958" y="941728"/>
                  </a:moveTo>
                  <a:lnTo>
                    <a:pt x="880211" y="947335"/>
                  </a:lnTo>
                  <a:lnTo>
                    <a:pt x="874467" y="958912"/>
                  </a:lnTo>
                  <a:close/>
                  <a:moveTo>
                    <a:pt x="761327" y="752002"/>
                  </a:moveTo>
                  <a:lnTo>
                    <a:pt x="819910" y="750248"/>
                  </a:lnTo>
                  <a:lnTo>
                    <a:pt x="788026" y="755617"/>
                  </a:lnTo>
                  <a:close/>
                  <a:moveTo>
                    <a:pt x="738180" y="693828"/>
                  </a:moveTo>
                  <a:lnTo>
                    <a:pt x="727872" y="690783"/>
                  </a:lnTo>
                  <a:lnTo>
                    <a:pt x="762785" y="721198"/>
                  </a:lnTo>
                  <a:close/>
                  <a:moveTo>
                    <a:pt x="762785" y="721198"/>
                  </a:moveTo>
                  <a:lnTo>
                    <a:pt x="727872" y="690783"/>
                  </a:lnTo>
                  <a:lnTo>
                    <a:pt x="727810" y="701627"/>
                  </a:lnTo>
                  <a:close/>
                  <a:moveTo>
                    <a:pt x="662598" y="689673"/>
                  </a:moveTo>
                  <a:lnTo>
                    <a:pt x="671527" y="701627"/>
                  </a:lnTo>
                  <a:lnTo>
                    <a:pt x="691660" y="648388"/>
                  </a:lnTo>
                  <a:close/>
                  <a:moveTo>
                    <a:pt x="691660" y="648388"/>
                  </a:moveTo>
                  <a:lnTo>
                    <a:pt x="692240" y="646640"/>
                  </a:lnTo>
                  <a:lnTo>
                    <a:pt x="658409" y="644729"/>
                  </a:lnTo>
                  <a:close/>
                  <a:moveTo>
                    <a:pt x="693263" y="647689"/>
                  </a:moveTo>
                  <a:lnTo>
                    <a:pt x="727872" y="690783"/>
                  </a:lnTo>
                  <a:lnTo>
                    <a:pt x="714044" y="684443"/>
                  </a:lnTo>
                  <a:close/>
                  <a:moveTo>
                    <a:pt x="693263" y="647689"/>
                  </a:moveTo>
                  <a:lnTo>
                    <a:pt x="691660" y="648388"/>
                  </a:lnTo>
                  <a:lnTo>
                    <a:pt x="676306" y="683274"/>
                  </a:lnTo>
                  <a:close/>
                  <a:moveTo>
                    <a:pt x="584174" y="547354"/>
                  </a:moveTo>
                  <a:lnTo>
                    <a:pt x="544755" y="517852"/>
                  </a:lnTo>
                  <a:lnTo>
                    <a:pt x="556305" y="512129"/>
                  </a:lnTo>
                  <a:close/>
                  <a:moveTo>
                    <a:pt x="481625" y="442307"/>
                  </a:moveTo>
                  <a:lnTo>
                    <a:pt x="450762" y="462883"/>
                  </a:lnTo>
                  <a:lnTo>
                    <a:pt x="480694" y="450222"/>
                  </a:lnTo>
                  <a:close/>
                  <a:moveTo>
                    <a:pt x="452170" y="439165"/>
                  </a:moveTo>
                  <a:lnTo>
                    <a:pt x="481625" y="442307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492458" y="397994"/>
                  </a:lnTo>
                  <a:lnTo>
                    <a:pt x="457336" y="391257"/>
                  </a:lnTo>
                  <a:close/>
                  <a:moveTo>
                    <a:pt x="481625" y="442307"/>
                  </a:moveTo>
                  <a:lnTo>
                    <a:pt x="503385" y="410479"/>
                  </a:lnTo>
                  <a:lnTo>
                    <a:pt x="497957" y="390404"/>
                  </a:lnTo>
                  <a:close/>
                  <a:moveTo>
                    <a:pt x="492458" y="397994"/>
                  </a:moveTo>
                  <a:lnTo>
                    <a:pt x="481625" y="442307"/>
                  </a:lnTo>
                  <a:lnTo>
                    <a:pt x="497957" y="390404"/>
                  </a:lnTo>
                  <a:close/>
                  <a:moveTo>
                    <a:pt x="317147" y="243937"/>
                  </a:moveTo>
                  <a:lnTo>
                    <a:pt x="343651" y="249477"/>
                  </a:lnTo>
                  <a:lnTo>
                    <a:pt x="336481" y="210560"/>
                  </a:lnTo>
                  <a:close/>
                  <a:moveTo>
                    <a:pt x="336481" y="210560"/>
                  </a:moveTo>
                  <a:lnTo>
                    <a:pt x="346544" y="223812"/>
                  </a:lnTo>
                  <a:lnTo>
                    <a:pt x="326629" y="173822"/>
                  </a:lnTo>
                  <a:close/>
                  <a:moveTo>
                    <a:pt x="183281" y="30108"/>
                  </a:moveTo>
                  <a:lnTo>
                    <a:pt x="186007" y="22854"/>
                  </a:lnTo>
                  <a:lnTo>
                    <a:pt x="131955" y="0"/>
                  </a:lnTo>
                  <a:close/>
                  <a:moveTo>
                    <a:pt x="762785" y="721198"/>
                  </a:moveTo>
                  <a:lnTo>
                    <a:pt x="793495" y="704015"/>
                  </a:lnTo>
                  <a:lnTo>
                    <a:pt x="738180" y="693828"/>
                  </a:lnTo>
                  <a:close/>
                  <a:moveTo>
                    <a:pt x="819910" y="750248"/>
                  </a:moveTo>
                  <a:lnTo>
                    <a:pt x="830885" y="705959"/>
                  </a:lnTo>
                  <a:lnTo>
                    <a:pt x="802149" y="712211"/>
                  </a:lnTo>
                  <a:close/>
                  <a:moveTo>
                    <a:pt x="788026" y="755617"/>
                  </a:moveTo>
                  <a:lnTo>
                    <a:pt x="819910" y="750248"/>
                  </a:lnTo>
                  <a:lnTo>
                    <a:pt x="802149" y="712211"/>
                  </a:lnTo>
                  <a:close/>
                  <a:moveTo>
                    <a:pt x="688944" y="561102"/>
                  </a:moveTo>
                  <a:lnTo>
                    <a:pt x="725186" y="593750"/>
                  </a:lnTo>
                  <a:lnTo>
                    <a:pt x="724833" y="603760"/>
                  </a:lnTo>
                  <a:close/>
                  <a:moveTo>
                    <a:pt x="691423" y="547379"/>
                  </a:moveTo>
                  <a:lnTo>
                    <a:pt x="688944" y="561102"/>
                  </a:lnTo>
                  <a:lnTo>
                    <a:pt x="700917" y="520240"/>
                  </a:lnTo>
                  <a:close/>
                  <a:moveTo>
                    <a:pt x="600818" y="489076"/>
                  </a:moveTo>
                  <a:lnTo>
                    <a:pt x="626801" y="526551"/>
                  </a:lnTo>
                  <a:lnTo>
                    <a:pt x="637060" y="520240"/>
                  </a:lnTo>
                  <a:close/>
                  <a:moveTo>
                    <a:pt x="486237" y="349063"/>
                  </a:moveTo>
                  <a:lnTo>
                    <a:pt x="496333" y="353648"/>
                  </a:lnTo>
                  <a:lnTo>
                    <a:pt x="476159" y="337055"/>
                  </a:lnTo>
                  <a:close/>
                  <a:moveTo>
                    <a:pt x="518353" y="305295"/>
                  </a:moveTo>
                  <a:lnTo>
                    <a:pt x="518351" y="299710"/>
                  </a:lnTo>
                  <a:lnTo>
                    <a:pt x="480241" y="264444"/>
                  </a:lnTo>
                  <a:close/>
                  <a:moveTo>
                    <a:pt x="824989" y="621259"/>
                  </a:moveTo>
                  <a:lnTo>
                    <a:pt x="799924" y="607687"/>
                  </a:lnTo>
                  <a:lnTo>
                    <a:pt x="810528" y="613322"/>
                  </a:lnTo>
                  <a:close/>
                  <a:moveTo>
                    <a:pt x="636030" y="398043"/>
                  </a:moveTo>
                  <a:lnTo>
                    <a:pt x="627502" y="432964"/>
                  </a:lnTo>
                  <a:lnTo>
                    <a:pt x="657740" y="407482"/>
                  </a:lnTo>
                  <a:close/>
                  <a:moveTo>
                    <a:pt x="567409" y="332862"/>
                  </a:moveTo>
                  <a:lnTo>
                    <a:pt x="580428" y="336465"/>
                  </a:lnTo>
                  <a:lnTo>
                    <a:pt x="588239" y="320314"/>
                  </a:lnTo>
                  <a:close/>
                  <a:moveTo>
                    <a:pt x="546683" y="283740"/>
                  </a:moveTo>
                  <a:lnTo>
                    <a:pt x="518351" y="299710"/>
                  </a:lnTo>
                  <a:lnTo>
                    <a:pt x="527247" y="307278"/>
                  </a:lnTo>
                  <a:close/>
                  <a:moveTo>
                    <a:pt x="588239" y="320314"/>
                  </a:moveTo>
                  <a:lnTo>
                    <a:pt x="589138" y="319282"/>
                  </a:lnTo>
                  <a:lnTo>
                    <a:pt x="567409" y="332862"/>
                  </a:lnTo>
                  <a:close/>
                  <a:moveTo>
                    <a:pt x="567409" y="332862"/>
                  </a:moveTo>
                  <a:lnTo>
                    <a:pt x="546683" y="283740"/>
                  </a:lnTo>
                  <a:lnTo>
                    <a:pt x="527247" y="307278"/>
                  </a:lnTo>
                  <a:close/>
                  <a:moveTo>
                    <a:pt x="589138" y="319282"/>
                  </a:moveTo>
                  <a:lnTo>
                    <a:pt x="588239" y="320314"/>
                  </a:lnTo>
                  <a:lnTo>
                    <a:pt x="589605" y="319645"/>
                  </a:lnTo>
                  <a:close/>
                  <a:moveTo>
                    <a:pt x="885265" y="599343"/>
                  </a:moveTo>
                  <a:lnTo>
                    <a:pt x="870405" y="622048"/>
                  </a:lnTo>
                  <a:lnTo>
                    <a:pt x="887926" y="613322"/>
                  </a:lnTo>
                  <a:close/>
                  <a:moveTo>
                    <a:pt x="601569" y="175236"/>
                  </a:moveTo>
                  <a:lnTo>
                    <a:pt x="609931" y="191834"/>
                  </a:lnTo>
                  <a:lnTo>
                    <a:pt x="573705" y="163988"/>
                  </a:lnTo>
                  <a:close/>
                  <a:moveTo>
                    <a:pt x="455859" y="44814"/>
                  </a:moveTo>
                  <a:lnTo>
                    <a:pt x="497646" y="71305"/>
                  </a:lnTo>
                  <a:lnTo>
                    <a:pt x="450485" y="37811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54" name="Input_density__93">
              <a:extLst>
                <a:ext uri="{FF2B5EF4-FFF2-40B4-BE49-F238E27FC236}">
                  <a16:creationId xmlns:a16="http://schemas.microsoft.com/office/drawing/2014/main" id="{EF389D8C-8A9E-8992-75B7-BE1023787F49}"/>
                </a:ext>
              </a:extLst>
            </p:cNvPr>
            <p:cNvSpPr>
              <a:spLocks noGrp="1"/>
            </p:cNvSpPr>
            <p:nvPr/>
          </p:nvSpPr>
          <p:spPr>
            <a:xfrm>
              <a:off x="920803" y="2009504"/>
              <a:ext cx="917555" cy="983660"/>
            </a:xfrm>
            <a:custGeom>
              <a:avLst/>
              <a:gdLst/>
              <a:ahLst/>
              <a:cxnLst/>
              <a:rect l="0" t="0" r="0" b="0"/>
              <a:pathLst>
                <a:path w="917555" h="983660">
                  <a:moveTo>
                    <a:pt x="12482" y="942224"/>
                  </a:moveTo>
                  <a:lnTo>
                    <a:pt x="1255" y="955805"/>
                  </a:lnTo>
                  <a:lnTo>
                    <a:pt x="22173" y="934964"/>
                  </a:lnTo>
                  <a:close/>
                  <a:moveTo>
                    <a:pt x="22173" y="934964"/>
                  </a:moveTo>
                  <a:lnTo>
                    <a:pt x="0" y="951113"/>
                  </a:lnTo>
                  <a:lnTo>
                    <a:pt x="12482" y="942224"/>
                  </a:lnTo>
                  <a:close/>
                  <a:moveTo>
                    <a:pt x="22173" y="934964"/>
                  </a:moveTo>
                  <a:lnTo>
                    <a:pt x="76291" y="919358"/>
                  </a:lnTo>
                  <a:lnTo>
                    <a:pt x="74802" y="918648"/>
                  </a:lnTo>
                  <a:close/>
                  <a:moveTo>
                    <a:pt x="54681" y="954535"/>
                  </a:moveTo>
                  <a:lnTo>
                    <a:pt x="76291" y="919358"/>
                  </a:lnTo>
                  <a:lnTo>
                    <a:pt x="22173" y="934964"/>
                  </a:lnTo>
                  <a:close/>
                  <a:moveTo>
                    <a:pt x="36521" y="971719"/>
                  </a:moveTo>
                  <a:lnTo>
                    <a:pt x="54681" y="954535"/>
                  </a:lnTo>
                  <a:lnTo>
                    <a:pt x="22173" y="934964"/>
                  </a:lnTo>
                  <a:close/>
                  <a:moveTo>
                    <a:pt x="48273" y="910813"/>
                  </a:moveTo>
                  <a:lnTo>
                    <a:pt x="22173" y="934964"/>
                  </a:lnTo>
                  <a:lnTo>
                    <a:pt x="74802" y="918648"/>
                  </a:lnTo>
                  <a:close/>
                  <a:moveTo>
                    <a:pt x="74802" y="918648"/>
                  </a:moveTo>
                  <a:lnTo>
                    <a:pt x="76291" y="919358"/>
                  </a:lnTo>
                  <a:lnTo>
                    <a:pt x="78228" y="917780"/>
                  </a:lnTo>
                  <a:close/>
                  <a:moveTo>
                    <a:pt x="76291" y="919358"/>
                  </a:moveTo>
                  <a:lnTo>
                    <a:pt x="100936" y="915295"/>
                  </a:lnTo>
                  <a:lnTo>
                    <a:pt x="78228" y="917780"/>
                  </a:lnTo>
                  <a:close/>
                  <a:moveTo>
                    <a:pt x="103691" y="900597"/>
                  </a:moveTo>
                  <a:lnTo>
                    <a:pt x="104516" y="863842"/>
                  </a:lnTo>
                  <a:lnTo>
                    <a:pt x="78228" y="917780"/>
                  </a:lnTo>
                  <a:close/>
                  <a:moveTo>
                    <a:pt x="136095" y="825965"/>
                  </a:moveTo>
                  <a:lnTo>
                    <a:pt x="112466" y="833828"/>
                  </a:lnTo>
                  <a:lnTo>
                    <a:pt x="104516" y="863842"/>
                  </a:lnTo>
                  <a:close/>
                  <a:moveTo>
                    <a:pt x="156665" y="816776"/>
                  </a:moveTo>
                  <a:lnTo>
                    <a:pt x="117779" y="827087"/>
                  </a:lnTo>
                  <a:lnTo>
                    <a:pt x="169860" y="827630"/>
                  </a:lnTo>
                  <a:close/>
                  <a:moveTo>
                    <a:pt x="169860" y="827630"/>
                  </a:moveTo>
                  <a:lnTo>
                    <a:pt x="117779" y="827087"/>
                  </a:lnTo>
                  <a:lnTo>
                    <a:pt x="112466" y="833828"/>
                  </a:lnTo>
                  <a:close/>
                  <a:moveTo>
                    <a:pt x="169860" y="827630"/>
                  </a:moveTo>
                  <a:lnTo>
                    <a:pt x="112466" y="833828"/>
                  </a:lnTo>
                  <a:lnTo>
                    <a:pt x="136095" y="825965"/>
                  </a:lnTo>
                  <a:close/>
                  <a:moveTo>
                    <a:pt x="156665" y="816776"/>
                  </a:moveTo>
                  <a:lnTo>
                    <a:pt x="169860" y="827630"/>
                  </a:lnTo>
                  <a:lnTo>
                    <a:pt x="172782" y="809904"/>
                  </a:lnTo>
                  <a:close/>
                  <a:moveTo>
                    <a:pt x="172782" y="809904"/>
                  </a:moveTo>
                  <a:lnTo>
                    <a:pt x="169860" y="827630"/>
                  </a:lnTo>
                  <a:lnTo>
                    <a:pt x="183504" y="839704"/>
                  </a:lnTo>
                  <a:close/>
                  <a:moveTo>
                    <a:pt x="231608" y="549086"/>
                  </a:moveTo>
                  <a:lnTo>
                    <a:pt x="231412" y="559361"/>
                  </a:lnTo>
                  <a:lnTo>
                    <a:pt x="230681" y="557395"/>
                  </a:lnTo>
                  <a:close/>
                  <a:moveTo>
                    <a:pt x="229826" y="520640"/>
                  </a:moveTo>
                  <a:lnTo>
                    <a:pt x="227091" y="483885"/>
                  </a:lnTo>
                  <a:lnTo>
                    <a:pt x="214843" y="528085"/>
                  </a:lnTo>
                  <a:close/>
                  <a:moveTo>
                    <a:pt x="227091" y="483885"/>
                  </a:moveTo>
                  <a:lnTo>
                    <a:pt x="204087" y="492082"/>
                  </a:lnTo>
                  <a:lnTo>
                    <a:pt x="214843" y="528085"/>
                  </a:lnTo>
                  <a:close/>
                  <a:moveTo>
                    <a:pt x="102750" y="410375"/>
                  </a:moveTo>
                  <a:lnTo>
                    <a:pt x="97030" y="373620"/>
                  </a:lnTo>
                  <a:lnTo>
                    <a:pt x="85950" y="417366"/>
                  </a:lnTo>
                  <a:close/>
                  <a:moveTo>
                    <a:pt x="231608" y="549086"/>
                  </a:moveTo>
                  <a:lnTo>
                    <a:pt x="230681" y="557395"/>
                  </a:lnTo>
                  <a:lnTo>
                    <a:pt x="236373" y="555328"/>
                  </a:lnTo>
                  <a:close/>
                  <a:moveTo>
                    <a:pt x="278389" y="503511"/>
                  </a:moveTo>
                  <a:lnTo>
                    <a:pt x="229826" y="520640"/>
                  </a:lnTo>
                  <a:lnTo>
                    <a:pt x="278511" y="503664"/>
                  </a:lnTo>
                  <a:close/>
                  <a:moveTo>
                    <a:pt x="229826" y="520640"/>
                  </a:moveTo>
                  <a:lnTo>
                    <a:pt x="231608" y="549086"/>
                  </a:lnTo>
                  <a:lnTo>
                    <a:pt x="278511" y="503664"/>
                  </a:lnTo>
                  <a:close/>
                  <a:moveTo>
                    <a:pt x="227091" y="483885"/>
                  </a:moveTo>
                  <a:lnTo>
                    <a:pt x="278389" y="503511"/>
                  </a:lnTo>
                  <a:lnTo>
                    <a:pt x="255982" y="476980"/>
                  </a:lnTo>
                  <a:close/>
                  <a:moveTo>
                    <a:pt x="227091" y="483885"/>
                  </a:moveTo>
                  <a:lnTo>
                    <a:pt x="229826" y="520640"/>
                  </a:lnTo>
                  <a:lnTo>
                    <a:pt x="278389" y="503511"/>
                  </a:lnTo>
                  <a:close/>
                  <a:moveTo>
                    <a:pt x="278898" y="503457"/>
                  </a:moveTo>
                  <a:lnTo>
                    <a:pt x="289102" y="466702"/>
                  </a:lnTo>
                  <a:lnTo>
                    <a:pt x="278389" y="503511"/>
                  </a:lnTo>
                  <a:close/>
                  <a:moveTo>
                    <a:pt x="289102" y="466702"/>
                  </a:moveTo>
                  <a:lnTo>
                    <a:pt x="255982" y="476980"/>
                  </a:lnTo>
                  <a:lnTo>
                    <a:pt x="278389" y="503511"/>
                  </a:lnTo>
                  <a:close/>
                  <a:moveTo>
                    <a:pt x="278389" y="503511"/>
                  </a:moveTo>
                  <a:lnTo>
                    <a:pt x="278511" y="503664"/>
                  </a:lnTo>
                  <a:lnTo>
                    <a:pt x="278898" y="503457"/>
                  </a:lnTo>
                  <a:close/>
                  <a:moveTo>
                    <a:pt x="278612" y="503330"/>
                  </a:moveTo>
                  <a:lnTo>
                    <a:pt x="278898" y="503457"/>
                  </a:lnTo>
                  <a:lnTo>
                    <a:pt x="278511" y="503664"/>
                  </a:lnTo>
                  <a:close/>
                  <a:moveTo>
                    <a:pt x="278612" y="503330"/>
                  </a:moveTo>
                  <a:lnTo>
                    <a:pt x="294193" y="466089"/>
                  </a:lnTo>
                  <a:lnTo>
                    <a:pt x="278898" y="503457"/>
                  </a:lnTo>
                  <a:close/>
                  <a:moveTo>
                    <a:pt x="278898" y="503457"/>
                  </a:moveTo>
                  <a:lnTo>
                    <a:pt x="301844" y="449519"/>
                  </a:lnTo>
                  <a:lnTo>
                    <a:pt x="289102" y="466702"/>
                  </a:lnTo>
                  <a:close/>
                  <a:moveTo>
                    <a:pt x="814128" y="964088"/>
                  </a:moveTo>
                  <a:lnTo>
                    <a:pt x="827693" y="983660"/>
                  </a:lnTo>
                  <a:lnTo>
                    <a:pt x="825577" y="946905"/>
                  </a:lnTo>
                  <a:close/>
                  <a:moveTo>
                    <a:pt x="220728" y="339254"/>
                  </a:moveTo>
                  <a:lnTo>
                    <a:pt x="228045" y="343348"/>
                  </a:lnTo>
                  <a:lnTo>
                    <a:pt x="231373" y="335658"/>
                  </a:lnTo>
                  <a:close/>
                  <a:moveTo>
                    <a:pt x="226105" y="336094"/>
                  </a:moveTo>
                  <a:lnTo>
                    <a:pt x="220728" y="339254"/>
                  </a:lnTo>
                  <a:lnTo>
                    <a:pt x="231373" y="335658"/>
                  </a:lnTo>
                  <a:close/>
                  <a:moveTo>
                    <a:pt x="305731" y="16153"/>
                  </a:moveTo>
                  <a:lnTo>
                    <a:pt x="264363" y="22696"/>
                  </a:lnTo>
                  <a:lnTo>
                    <a:pt x="310708" y="18427"/>
                  </a:lnTo>
                  <a:close/>
                  <a:moveTo>
                    <a:pt x="264363" y="22696"/>
                  </a:moveTo>
                  <a:lnTo>
                    <a:pt x="284629" y="45500"/>
                  </a:lnTo>
                  <a:lnTo>
                    <a:pt x="310708" y="18427"/>
                  </a:lnTo>
                  <a:close/>
                  <a:moveTo>
                    <a:pt x="305731" y="16153"/>
                  </a:moveTo>
                  <a:lnTo>
                    <a:pt x="310708" y="18427"/>
                  </a:lnTo>
                  <a:lnTo>
                    <a:pt x="312893" y="13235"/>
                  </a:lnTo>
                  <a:close/>
                  <a:moveTo>
                    <a:pt x="289863" y="46712"/>
                  </a:moveTo>
                  <a:lnTo>
                    <a:pt x="310708" y="18427"/>
                  </a:lnTo>
                  <a:lnTo>
                    <a:pt x="284629" y="45500"/>
                  </a:lnTo>
                  <a:close/>
                  <a:moveTo>
                    <a:pt x="289863" y="46712"/>
                  </a:moveTo>
                  <a:lnTo>
                    <a:pt x="331905" y="39621"/>
                  </a:lnTo>
                  <a:lnTo>
                    <a:pt x="310708" y="18427"/>
                  </a:lnTo>
                  <a:close/>
                  <a:moveTo>
                    <a:pt x="331905" y="39621"/>
                  </a:moveTo>
                  <a:lnTo>
                    <a:pt x="312893" y="13235"/>
                  </a:lnTo>
                  <a:lnTo>
                    <a:pt x="310708" y="18427"/>
                  </a:lnTo>
                  <a:close/>
                  <a:moveTo>
                    <a:pt x="358919" y="0"/>
                  </a:moveTo>
                  <a:lnTo>
                    <a:pt x="312893" y="13235"/>
                  </a:lnTo>
                  <a:lnTo>
                    <a:pt x="331905" y="39621"/>
                  </a:lnTo>
                  <a:close/>
                  <a:moveTo>
                    <a:pt x="644857" y="203304"/>
                  </a:moveTo>
                  <a:lnTo>
                    <a:pt x="643085" y="236153"/>
                  </a:lnTo>
                  <a:lnTo>
                    <a:pt x="668319" y="224222"/>
                  </a:lnTo>
                  <a:close/>
                  <a:moveTo>
                    <a:pt x="869513" y="402745"/>
                  </a:moveTo>
                  <a:lnTo>
                    <a:pt x="917555" y="425522"/>
                  </a:lnTo>
                  <a:lnTo>
                    <a:pt x="903531" y="392176"/>
                  </a:lnTo>
                  <a:close/>
                  <a:moveTo>
                    <a:pt x="578103" y="10457"/>
                  </a:moveTo>
                  <a:lnTo>
                    <a:pt x="529025" y="32465"/>
                  </a:lnTo>
                  <a:lnTo>
                    <a:pt x="572725" y="1801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55" name="Input_density__94">
              <a:extLst>
                <a:ext uri="{FF2B5EF4-FFF2-40B4-BE49-F238E27FC236}">
                  <a16:creationId xmlns:a16="http://schemas.microsoft.com/office/drawing/2014/main" id="{FA386F41-77C4-5411-8068-BAD8A05FBBEB}"/>
                </a:ext>
              </a:extLst>
            </p:cNvPr>
            <p:cNvSpPr>
              <a:spLocks noGrp="1"/>
            </p:cNvSpPr>
            <p:nvPr/>
          </p:nvSpPr>
          <p:spPr>
            <a:xfrm>
              <a:off x="882826" y="1888567"/>
              <a:ext cx="1059160" cy="1284462"/>
            </a:xfrm>
            <a:custGeom>
              <a:avLst/>
              <a:gdLst/>
              <a:ahLst/>
              <a:cxnLst/>
              <a:rect l="0" t="0" r="0" b="0"/>
              <a:pathLst>
                <a:path w="1059160" h="1284462">
                  <a:moveTo>
                    <a:pt x="60149" y="1055901"/>
                  </a:moveTo>
                  <a:lnTo>
                    <a:pt x="72812" y="1109839"/>
                  </a:lnTo>
                  <a:lnTo>
                    <a:pt x="74498" y="1092656"/>
                  </a:lnTo>
                  <a:close/>
                  <a:moveTo>
                    <a:pt x="74498" y="1092656"/>
                  </a:moveTo>
                  <a:lnTo>
                    <a:pt x="111261" y="1129411"/>
                  </a:lnTo>
                  <a:lnTo>
                    <a:pt x="118262" y="1112228"/>
                  </a:lnTo>
                  <a:close/>
                  <a:moveTo>
                    <a:pt x="371902" y="1284462"/>
                  </a:moveTo>
                  <a:lnTo>
                    <a:pt x="402689" y="1279652"/>
                  </a:lnTo>
                  <a:lnTo>
                    <a:pt x="394682" y="1278819"/>
                  </a:lnTo>
                  <a:close/>
                  <a:moveTo>
                    <a:pt x="356419" y="1226574"/>
                  </a:moveTo>
                  <a:lnTo>
                    <a:pt x="299264" y="1233664"/>
                  </a:lnTo>
                  <a:lnTo>
                    <a:pt x="324701" y="1232560"/>
                  </a:lnTo>
                  <a:close/>
                  <a:moveTo>
                    <a:pt x="373929" y="1275944"/>
                  </a:moveTo>
                  <a:lnTo>
                    <a:pt x="371902" y="1284462"/>
                  </a:lnTo>
                  <a:lnTo>
                    <a:pt x="394682" y="1278819"/>
                  </a:lnTo>
                  <a:close/>
                  <a:moveTo>
                    <a:pt x="335833" y="1235080"/>
                  </a:moveTo>
                  <a:lnTo>
                    <a:pt x="356419" y="1226574"/>
                  </a:lnTo>
                  <a:lnTo>
                    <a:pt x="324701" y="1232560"/>
                  </a:lnTo>
                  <a:close/>
                  <a:moveTo>
                    <a:pt x="335833" y="1235080"/>
                  </a:moveTo>
                  <a:lnTo>
                    <a:pt x="368780" y="1235384"/>
                  </a:lnTo>
                  <a:lnTo>
                    <a:pt x="356419" y="1226574"/>
                  </a:lnTo>
                  <a:close/>
                  <a:moveTo>
                    <a:pt x="262566" y="954328"/>
                  </a:moveTo>
                  <a:lnTo>
                    <a:pt x="261502" y="928431"/>
                  </a:lnTo>
                  <a:lnTo>
                    <a:pt x="221480" y="960641"/>
                  </a:lnTo>
                  <a:close/>
                  <a:moveTo>
                    <a:pt x="210758" y="930841"/>
                  </a:moveTo>
                  <a:lnTo>
                    <a:pt x="261502" y="928431"/>
                  </a:lnTo>
                  <a:lnTo>
                    <a:pt x="243012" y="913658"/>
                  </a:lnTo>
                  <a:close/>
                  <a:moveTo>
                    <a:pt x="214746" y="876903"/>
                  </a:moveTo>
                  <a:lnTo>
                    <a:pt x="227027" y="893726"/>
                  </a:lnTo>
                  <a:lnTo>
                    <a:pt x="210758" y="930841"/>
                  </a:lnTo>
                  <a:close/>
                  <a:moveTo>
                    <a:pt x="243012" y="913658"/>
                  </a:moveTo>
                  <a:lnTo>
                    <a:pt x="214746" y="876903"/>
                  </a:lnTo>
                  <a:lnTo>
                    <a:pt x="210758" y="930841"/>
                  </a:lnTo>
                  <a:close/>
                  <a:moveTo>
                    <a:pt x="0" y="565680"/>
                  </a:moveTo>
                  <a:lnTo>
                    <a:pt x="767" y="528924"/>
                  </a:lnTo>
                  <a:lnTo>
                    <a:pt x="4255" y="536670"/>
                  </a:lnTo>
                  <a:close/>
                  <a:moveTo>
                    <a:pt x="319407" y="845711"/>
                  </a:moveTo>
                  <a:lnTo>
                    <a:pt x="325851" y="822813"/>
                  </a:lnTo>
                  <a:lnTo>
                    <a:pt x="295538" y="820369"/>
                  </a:lnTo>
                  <a:close/>
                  <a:moveTo>
                    <a:pt x="319407" y="845711"/>
                  </a:moveTo>
                  <a:lnTo>
                    <a:pt x="325303" y="849979"/>
                  </a:lnTo>
                  <a:lnTo>
                    <a:pt x="346504" y="842536"/>
                  </a:lnTo>
                  <a:close/>
                  <a:moveTo>
                    <a:pt x="269389" y="680298"/>
                  </a:moveTo>
                  <a:lnTo>
                    <a:pt x="269584" y="670024"/>
                  </a:lnTo>
                  <a:lnTo>
                    <a:pt x="279177" y="695516"/>
                  </a:lnTo>
                  <a:close/>
                  <a:moveTo>
                    <a:pt x="279177" y="695516"/>
                  </a:moveTo>
                  <a:lnTo>
                    <a:pt x="269584" y="670024"/>
                  </a:lnTo>
                  <a:lnTo>
                    <a:pt x="267802" y="641578"/>
                  </a:lnTo>
                  <a:close/>
                  <a:moveTo>
                    <a:pt x="267802" y="641578"/>
                  </a:moveTo>
                  <a:lnTo>
                    <a:pt x="252819" y="649022"/>
                  </a:lnTo>
                  <a:lnTo>
                    <a:pt x="279177" y="695516"/>
                  </a:lnTo>
                  <a:close/>
                  <a:moveTo>
                    <a:pt x="222756" y="658761"/>
                  </a:moveTo>
                  <a:lnTo>
                    <a:pt x="244443" y="672232"/>
                  </a:lnTo>
                  <a:lnTo>
                    <a:pt x="252819" y="649022"/>
                  </a:lnTo>
                  <a:close/>
                  <a:moveTo>
                    <a:pt x="107179" y="507171"/>
                  </a:moveTo>
                  <a:lnTo>
                    <a:pt x="99011" y="502215"/>
                  </a:lnTo>
                  <a:lnTo>
                    <a:pt x="84688" y="498368"/>
                  </a:lnTo>
                  <a:close/>
                  <a:moveTo>
                    <a:pt x="99011" y="502215"/>
                  </a:moveTo>
                  <a:lnTo>
                    <a:pt x="107179" y="507171"/>
                  </a:lnTo>
                  <a:lnTo>
                    <a:pt x="147765" y="463716"/>
                  </a:lnTo>
                  <a:close/>
                  <a:moveTo>
                    <a:pt x="478317" y="862108"/>
                  </a:moveTo>
                  <a:lnTo>
                    <a:pt x="496542" y="895699"/>
                  </a:lnTo>
                  <a:lnTo>
                    <a:pt x="492984" y="857696"/>
                  </a:lnTo>
                  <a:close/>
                  <a:moveTo>
                    <a:pt x="138810" y="481456"/>
                  </a:moveTo>
                  <a:lnTo>
                    <a:pt x="147765" y="463716"/>
                  </a:lnTo>
                  <a:lnTo>
                    <a:pt x="135006" y="494558"/>
                  </a:lnTo>
                  <a:close/>
                  <a:moveTo>
                    <a:pt x="742769" y="1011516"/>
                  </a:moveTo>
                  <a:lnTo>
                    <a:pt x="731677" y="1055740"/>
                  </a:lnTo>
                  <a:lnTo>
                    <a:pt x="746324" y="1014295"/>
                  </a:lnTo>
                  <a:close/>
                  <a:moveTo>
                    <a:pt x="742769" y="1011516"/>
                  </a:moveTo>
                  <a:lnTo>
                    <a:pt x="704819" y="983692"/>
                  </a:lnTo>
                  <a:lnTo>
                    <a:pt x="684128" y="1002538"/>
                  </a:lnTo>
                  <a:close/>
                  <a:moveTo>
                    <a:pt x="695900" y="974761"/>
                  </a:moveTo>
                  <a:lnTo>
                    <a:pt x="684128" y="1002538"/>
                  </a:lnTo>
                  <a:lnTo>
                    <a:pt x="704819" y="983692"/>
                  </a:lnTo>
                  <a:close/>
                  <a:moveTo>
                    <a:pt x="243831" y="477527"/>
                  </a:moveTo>
                  <a:lnTo>
                    <a:pt x="258704" y="460191"/>
                  </a:lnTo>
                  <a:lnTo>
                    <a:pt x="239748" y="477374"/>
                  </a:lnTo>
                  <a:close/>
                  <a:moveTo>
                    <a:pt x="221082" y="424000"/>
                  </a:moveTo>
                  <a:lnTo>
                    <a:pt x="264081" y="457031"/>
                  </a:lnTo>
                  <a:lnTo>
                    <a:pt x="241877" y="434182"/>
                  </a:lnTo>
                  <a:close/>
                  <a:moveTo>
                    <a:pt x="742769" y="1011516"/>
                  </a:moveTo>
                  <a:lnTo>
                    <a:pt x="746324" y="1014295"/>
                  </a:lnTo>
                  <a:lnTo>
                    <a:pt x="748840" y="1008866"/>
                  </a:lnTo>
                  <a:close/>
                  <a:moveTo>
                    <a:pt x="748840" y="1008866"/>
                  </a:moveTo>
                  <a:lnTo>
                    <a:pt x="704819" y="983692"/>
                  </a:lnTo>
                  <a:lnTo>
                    <a:pt x="742769" y="1011516"/>
                  </a:lnTo>
                  <a:close/>
                  <a:moveTo>
                    <a:pt x="708943" y="969466"/>
                  </a:moveTo>
                  <a:lnTo>
                    <a:pt x="704819" y="983692"/>
                  </a:lnTo>
                  <a:lnTo>
                    <a:pt x="748840" y="1008866"/>
                  </a:lnTo>
                  <a:close/>
                  <a:moveTo>
                    <a:pt x="746324" y="1014295"/>
                  </a:moveTo>
                  <a:lnTo>
                    <a:pt x="788935" y="994333"/>
                  </a:lnTo>
                  <a:lnTo>
                    <a:pt x="748840" y="1008866"/>
                  </a:lnTo>
                  <a:close/>
                  <a:moveTo>
                    <a:pt x="825915" y="1031087"/>
                  </a:moveTo>
                  <a:lnTo>
                    <a:pt x="802651" y="1004108"/>
                  </a:lnTo>
                  <a:lnTo>
                    <a:pt x="828756" y="1042819"/>
                  </a:lnTo>
                  <a:close/>
                  <a:moveTo>
                    <a:pt x="695900" y="974761"/>
                  </a:moveTo>
                  <a:lnTo>
                    <a:pt x="704819" y="983692"/>
                  </a:lnTo>
                  <a:lnTo>
                    <a:pt x="708943" y="969466"/>
                  </a:lnTo>
                  <a:close/>
                  <a:moveTo>
                    <a:pt x="544780" y="700293"/>
                  </a:moveTo>
                  <a:lnTo>
                    <a:pt x="538762" y="736560"/>
                  </a:lnTo>
                  <a:lnTo>
                    <a:pt x="527962" y="739765"/>
                  </a:lnTo>
                  <a:close/>
                  <a:moveTo>
                    <a:pt x="291218" y="443008"/>
                  </a:moveTo>
                  <a:lnTo>
                    <a:pt x="266021" y="464286"/>
                  </a:lnTo>
                  <a:lnTo>
                    <a:pt x="293182" y="496946"/>
                  </a:lnTo>
                  <a:close/>
                  <a:moveTo>
                    <a:pt x="825915" y="1031087"/>
                  </a:moveTo>
                  <a:lnTo>
                    <a:pt x="828756" y="1042819"/>
                  </a:lnTo>
                  <a:lnTo>
                    <a:pt x="849244" y="1053733"/>
                  </a:lnTo>
                  <a:close/>
                  <a:moveTo>
                    <a:pt x="911455" y="1092168"/>
                  </a:moveTo>
                  <a:lnTo>
                    <a:pt x="904230" y="1134743"/>
                  </a:lnTo>
                  <a:lnTo>
                    <a:pt x="934037" y="1087414"/>
                  </a:lnTo>
                  <a:close/>
                  <a:moveTo>
                    <a:pt x="865669" y="1104597"/>
                  </a:moveTo>
                  <a:lnTo>
                    <a:pt x="904230" y="1134743"/>
                  </a:lnTo>
                  <a:lnTo>
                    <a:pt x="911455" y="1092168"/>
                  </a:lnTo>
                  <a:close/>
                  <a:moveTo>
                    <a:pt x="863553" y="1067842"/>
                  </a:moveTo>
                  <a:lnTo>
                    <a:pt x="900883" y="1050659"/>
                  </a:lnTo>
                  <a:lnTo>
                    <a:pt x="849244" y="1053733"/>
                  </a:lnTo>
                  <a:close/>
                  <a:moveTo>
                    <a:pt x="900883" y="1050659"/>
                  </a:moveTo>
                  <a:lnTo>
                    <a:pt x="871558" y="1040957"/>
                  </a:lnTo>
                  <a:lnTo>
                    <a:pt x="849244" y="1053733"/>
                  </a:lnTo>
                  <a:close/>
                  <a:moveTo>
                    <a:pt x="831396" y="1013904"/>
                  </a:moveTo>
                  <a:lnTo>
                    <a:pt x="849244" y="1053733"/>
                  </a:lnTo>
                  <a:lnTo>
                    <a:pt x="871558" y="1040957"/>
                  </a:lnTo>
                  <a:close/>
                  <a:moveTo>
                    <a:pt x="831396" y="1013904"/>
                  </a:moveTo>
                  <a:lnTo>
                    <a:pt x="825915" y="1031087"/>
                  </a:lnTo>
                  <a:lnTo>
                    <a:pt x="849244" y="1053733"/>
                  </a:lnTo>
                  <a:close/>
                  <a:moveTo>
                    <a:pt x="934037" y="1087414"/>
                  </a:moveTo>
                  <a:lnTo>
                    <a:pt x="957808" y="1114278"/>
                  </a:lnTo>
                  <a:lnTo>
                    <a:pt x="960311" y="1079538"/>
                  </a:lnTo>
                  <a:close/>
                  <a:moveTo>
                    <a:pt x="941812" y="1049830"/>
                  </a:moveTo>
                  <a:lnTo>
                    <a:pt x="960311" y="1079538"/>
                  </a:lnTo>
                  <a:lnTo>
                    <a:pt x="965137" y="1087414"/>
                  </a:lnTo>
                  <a:close/>
                  <a:moveTo>
                    <a:pt x="910177" y="1048461"/>
                  </a:moveTo>
                  <a:lnTo>
                    <a:pt x="871558" y="1040957"/>
                  </a:lnTo>
                  <a:lnTo>
                    <a:pt x="900883" y="1050659"/>
                  </a:lnTo>
                  <a:close/>
                  <a:moveTo>
                    <a:pt x="903422" y="1009205"/>
                  </a:moveTo>
                  <a:lnTo>
                    <a:pt x="877301" y="1003353"/>
                  </a:lnTo>
                  <a:lnTo>
                    <a:pt x="910177" y="1048461"/>
                  </a:lnTo>
                  <a:close/>
                  <a:moveTo>
                    <a:pt x="941812" y="1049830"/>
                  </a:moveTo>
                  <a:lnTo>
                    <a:pt x="939988" y="1047651"/>
                  </a:lnTo>
                  <a:lnTo>
                    <a:pt x="903422" y="1009205"/>
                  </a:lnTo>
                  <a:close/>
                  <a:moveTo>
                    <a:pt x="910177" y="1048461"/>
                  </a:moveTo>
                  <a:lnTo>
                    <a:pt x="941812" y="1049830"/>
                  </a:lnTo>
                  <a:lnTo>
                    <a:pt x="903422" y="1009205"/>
                  </a:lnTo>
                  <a:close/>
                  <a:moveTo>
                    <a:pt x="941812" y="1049830"/>
                  </a:moveTo>
                  <a:lnTo>
                    <a:pt x="943147" y="1050659"/>
                  </a:lnTo>
                  <a:lnTo>
                    <a:pt x="939988" y="1047651"/>
                  </a:lnTo>
                  <a:close/>
                  <a:moveTo>
                    <a:pt x="877301" y="1003353"/>
                  </a:moveTo>
                  <a:lnTo>
                    <a:pt x="903422" y="1009205"/>
                  </a:lnTo>
                  <a:lnTo>
                    <a:pt x="865482" y="968215"/>
                  </a:lnTo>
                  <a:close/>
                  <a:moveTo>
                    <a:pt x="767642" y="830129"/>
                  </a:moveTo>
                  <a:lnTo>
                    <a:pt x="762499" y="776191"/>
                  </a:lnTo>
                  <a:lnTo>
                    <a:pt x="743642" y="793374"/>
                  </a:lnTo>
                  <a:close/>
                  <a:moveTo>
                    <a:pt x="743642" y="793374"/>
                  </a:moveTo>
                  <a:lnTo>
                    <a:pt x="762499" y="776191"/>
                  </a:lnTo>
                  <a:lnTo>
                    <a:pt x="735840" y="782681"/>
                  </a:lnTo>
                  <a:close/>
                  <a:moveTo>
                    <a:pt x="762499" y="776191"/>
                  </a:moveTo>
                  <a:lnTo>
                    <a:pt x="759329" y="774294"/>
                  </a:lnTo>
                  <a:lnTo>
                    <a:pt x="735840" y="782681"/>
                  </a:lnTo>
                  <a:close/>
                  <a:moveTo>
                    <a:pt x="728486" y="739436"/>
                  </a:moveTo>
                  <a:lnTo>
                    <a:pt x="735840" y="782681"/>
                  </a:lnTo>
                  <a:lnTo>
                    <a:pt x="759329" y="774294"/>
                  </a:lnTo>
                  <a:close/>
                  <a:moveTo>
                    <a:pt x="509262" y="518906"/>
                  </a:moveTo>
                  <a:lnTo>
                    <a:pt x="461455" y="498263"/>
                  </a:lnTo>
                  <a:lnTo>
                    <a:pt x="460632" y="499334"/>
                  </a:lnTo>
                  <a:close/>
                  <a:moveTo>
                    <a:pt x="459763" y="497933"/>
                  </a:moveTo>
                  <a:lnTo>
                    <a:pt x="460632" y="499334"/>
                  </a:lnTo>
                  <a:lnTo>
                    <a:pt x="461455" y="498263"/>
                  </a:lnTo>
                  <a:close/>
                  <a:moveTo>
                    <a:pt x="472002" y="482151"/>
                  </a:moveTo>
                  <a:lnTo>
                    <a:pt x="459763" y="497933"/>
                  </a:lnTo>
                  <a:lnTo>
                    <a:pt x="461455" y="498263"/>
                  </a:lnTo>
                  <a:close/>
                  <a:moveTo>
                    <a:pt x="162840" y="41538"/>
                  </a:moveTo>
                  <a:lnTo>
                    <a:pt x="196253" y="41462"/>
                  </a:lnTo>
                  <a:lnTo>
                    <a:pt x="177694" y="11802"/>
                  </a:lnTo>
                  <a:close/>
                  <a:moveTo>
                    <a:pt x="162840" y="41538"/>
                  </a:moveTo>
                  <a:lnTo>
                    <a:pt x="177694" y="11802"/>
                  </a:lnTo>
                  <a:lnTo>
                    <a:pt x="149384" y="7730"/>
                  </a:lnTo>
                  <a:close/>
                  <a:moveTo>
                    <a:pt x="162840" y="41538"/>
                  </a:moveTo>
                  <a:lnTo>
                    <a:pt x="149384" y="7730"/>
                  </a:lnTo>
                  <a:lnTo>
                    <a:pt x="160762" y="41091"/>
                  </a:lnTo>
                  <a:close/>
                  <a:moveTo>
                    <a:pt x="149384" y="7730"/>
                  </a:moveTo>
                  <a:lnTo>
                    <a:pt x="133442" y="4336"/>
                  </a:lnTo>
                  <a:lnTo>
                    <a:pt x="160762" y="41091"/>
                  </a:lnTo>
                  <a:close/>
                  <a:moveTo>
                    <a:pt x="1004831" y="1033476"/>
                  </a:moveTo>
                  <a:lnTo>
                    <a:pt x="1038198" y="1016292"/>
                  </a:lnTo>
                  <a:lnTo>
                    <a:pt x="986366" y="1000266"/>
                  </a:lnTo>
                  <a:close/>
                  <a:moveTo>
                    <a:pt x="1038198" y="1016292"/>
                  </a:moveTo>
                  <a:lnTo>
                    <a:pt x="1011069" y="996419"/>
                  </a:lnTo>
                  <a:lnTo>
                    <a:pt x="986366" y="1000266"/>
                  </a:lnTo>
                  <a:close/>
                  <a:moveTo>
                    <a:pt x="994453" y="979537"/>
                  </a:moveTo>
                  <a:lnTo>
                    <a:pt x="986366" y="1000266"/>
                  </a:lnTo>
                  <a:lnTo>
                    <a:pt x="1011069" y="996419"/>
                  </a:lnTo>
                  <a:close/>
                  <a:moveTo>
                    <a:pt x="994453" y="979537"/>
                  </a:moveTo>
                  <a:lnTo>
                    <a:pt x="983412" y="996721"/>
                  </a:lnTo>
                  <a:lnTo>
                    <a:pt x="986366" y="1000266"/>
                  </a:lnTo>
                  <a:close/>
                  <a:moveTo>
                    <a:pt x="965116" y="959966"/>
                  </a:moveTo>
                  <a:lnTo>
                    <a:pt x="983412" y="996721"/>
                  </a:lnTo>
                  <a:lnTo>
                    <a:pt x="994453" y="979537"/>
                  </a:lnTo>
                  <a:close/>
                  <a:moveTo>
                    <a:pt x="947763" y="910751"/>
                  </a:moveTo>
                  <a:lnTo>
                    <a:pt x="973042" y="950452"/>
                  </a:lnTo>
                  <a:lnTo>
                    <a:pt x="975819" y="942782"/>
                  </a:lnTo>
                  <a:close/>
                  <a:moveTo>
                    <a:pt x="975819" y="942782"/>
                  </a:moveTo>
                  <a:lnTo>
                    <a:pt x="957526" y="920808"/>
                  </a:lnTo>
                  <a:lnTo>
                    <a:pt x="947763" y="910751"/>
                  </a:lnTo>
                  <a:close/>
                  <a:moveTo>
                    <a:pt x="759329" y="774294"/>
                  </a:moveTo>
                  <a:lnTo>
                    <a:pt x="762499" y="776191"/>
                  </a:lnTo>
                  <a:lnTo>
                    <a:pt x="761365" y="774948"/>
                  </a:lnTo>
                  <a:close/>
                  <a:moveTo>
                    <a:pt x="639346" y="592416"/>
                  </a:moveTo>
                  <a:lnTo>
                    <a:pt x="669507" y="591411"/>
                  </a:lnTo>
                  <a:lnTo>
                    <a:pt x="660609" y="611988"/>
                  </a:lnTo>
                  <a:close/>
                  <a:moveTo>
                    <a:pt x="670400" y="615736"/>
                  </a:moveTo>
                  <a:lnTo>
                    <a:pt x="644537" y="594258"/>
                  </a:lnTo>
                  <a:lnTo>
                    <a:pt x="639346" y="592416"/>
                  </a:lnTo>
                  <a:close/>
                  <a:moveTo>
                    <a:pt x="660609" y="611988"/>
                  </a:moveTo>
                  <a:lnTo>
                    <a:pt x="670400" y="615736"/>
                  </a:lnTo>
                  <a:lnTo>
                    <a:pt x="639346" y="592416"/>
                  </a:lnTo>
                  <a:close/>
                  <a:moveTo>
                    <a:pt x="689412" y="611988"/>
                  </a:moveTo>
                  <a:lnTo>
                    <a:pt x="648141" y="589085"/>
                  </a:lnTo>
                  <a:lnTo>
                    <a:pt x="648847" y="592416"/>
                  </a:lnTo>
                  <a:close/>
                  <a:moveTo>
                    <a:pt x="644537" y="594258"/>
                  </a:moveTo>
                  <a:lnTo>
                    <a:pt x="670400" y="615736"/>
                  </a:lnTo>
                  <a:lnTo>
                    <a:pt x="689412" y="611988"/>
                  </a:lnTo>
                  <a:close/>
                  <a:moveTo>
                    <a:pt x="648847" y="592416"/>
                  </a:moveTo>
                  <a:lnTo>
                    <a:pt x="644537" y="594258"/>
                  </a:lnTo>
                  <a:lnTo>
                    <a:pt x="689412" y="611988"/>
                  </a:lnTo>
                  <a:close/>
                  <a:moveTo>
                    <a:pt x="599990" y="518906"/>
                  </a:moveTo>
                  <a:lnTo>
                    <a:pt x="607807" y="485300"/>
                  </a:lnTo>
                  <a:lnTo>
                    <a:pt x="615021" y="464967"/>
                  </a:lnTo>
                  <a:close/>
                  <a:moveTo>
                    <a:pt x="276569" y="137496"/>
                  </a:moveTo>
                  <a:lnTo>
                    <a:pt x="322605" y="166438"/>
                  </a:lnTo>
                  <a:lnTo>
                    <a:pt x="302339" y="143633"/>
                  </a:lnTo>
                  <a:close/>
                  <a:moveTo>
                    <a:pt x="160762" y="41091"/>
                  </a:moveTo>
                  <a:lnTo>
                    <a:pt x="135256" y="36875"/>
                  </a:lnTo>
                  <a:lnTo>
                    <a:pt x="164152" y="43945"/>
                  </a:lnTo>
                  <a:close/>
                  <a:moveTo>
                    <a:pt x="190696" y="46980"/>
                  </a:moveTo>
                  <a:lnTo>
                    <a:pt x="196938" y="41950"/>
                  </a:lnTo>
                  <a:lnTo>
                    <a:pt x="164152" y="43945"/>
                  </a:lnTo>
                  <a:close/>
                  <a:moveTo>
                    <a:pt x="1038198" y="1016292"/>
                  </a:moveTo>
                  <a:lnTo>
                    <a:pt x="1055055" y="1036298"/>
                  </a:lnTo>
                  <a:lnTo>
                    <a:pt x="1059160" y="1008605"/>
                  </a:lnTo>
                  <a:close/>
                  <a:moveTo>
                    <a:pt x="1059160" y="1008605"/>
                  </a:moveTo>
                  <a:lnTo>
                    <a:pt x="1011069" y="996419"/>
                  </a:lnTo>
                  <a:lnTo>
                    <a:pt x="1038198" y="1016292"/>
                  </a:lnTo>
                  <a:close/>
                  <a:moveTo>
                    <a:pt x="1026752" y="963116"/>
                  </a:moveTo>
                  <a:lnTo>
                    <a:pt x="1011069" y="996419"/>
                  </a:lnTo>
                  <a:lnTo>
                    <a:pt x="1059160" y="1008605"/>
                  </a:lnTo>
                  <a:close/>
                  <a:moveTo>
                    <a:pt x="994453" y="979537"/>
                  </a:moveTo>
                  <a:lnTo>
                    <a:pt x="1011069" y="996419"/>
                  </a:lnTo>
                  <a:lnTo>
                    <a:pt x="1026752" y="963116"/>
                  </a:lnTo>
                  <a:close/>
                  <a:moveTo>
                    <a:pt x="975819" y="942782"/>
                  </a:moveTo>
                  <a:lnTo>
                    <a:pt x="994453" y="979537"/>
                  </a:lnTo>
                  <a:lnTo>
                    <a:pt x="993794" y="925599"/>
                  </a:lnTo>
                  <a:close/>
                  <a:moveTo>
                    <a:pt x="975819" y="942782"/>
                  </a:moveTo>
                  <a:lnTo>
                    <a:pt x="993794" y="925599"/>
                  </a:lnTo>
                  <a:lnTo>
                    <a:pt x="957526" y="920808"/>
                  </a:lnTo>
                  <a:close/>
                  <a:moveTo>
                    <a:pt x="958224" y="888844"/>
                  </a:moveTo>
                  <a:lnTo>
                    <a:pt x="944733" y="906027"/>
                  </a:lnTo>
                  <a:lnTo>
                    <a:pt x="957526" y="920808"/>
                  </a:lnTo>
                  <a:close/>
                  <a:moveTo>
                    <a:pt x="833051" y="668314"/>
                  </a:moveTo>
                  <a:lnTo>
                    <a:pt x="831593" y="699117"/>
                  </a:lnTo>
                  <a:lnTo>
                    <a:pt x="858292" y="702732"/>
                  </a:lnTo>
                  <a:close/>
                  <a:moveTo>
                    <a:pt x="761926" y="595503"/>
                  </a:moveTo>
                  <a:lnTo>
                    <a:pt x="763529" y="594804"/>
                  </a:lnTo>
                  <a:lnTo>
                    <a:pt x="762506" y="593756"/>
                  </a:lnTo>
                  <a:close/>
                  <a:moveTo>
                    <a:pt x="648671" y="513506"/>
                  </a:moveTo>
                  <a:lnTo>
                    <a:pt x="689371" y="484539"/>
                  </a:lnTo>
                  <a:lnTo>
                    <a:pt x="654440" y="494469"/>
                  </a:lnTo>
                  <a:close/>
                  <a:moveTo>
                    <a:pt x="684534" y="523016"/>
                  </a:moveTo>
                  <a:lnTo>
                    <a:pt x="706372" y="508457"/>
                  </a:lnTo>
                  <a:lnTo>
                    <a:pt x="648671" y="513506"/>
                  </a:lnTo>
                  <a:close/>
                  <a:moveTo>
                    <a:pt x="654440" y="494469"/>
                  </a:moveTo>
                  <a:lnTo>
                    <a:pt x="697067" y="473667"/>
                  </a:lnTo>
                  <a:lnTo>
                    <a:pt x="677323" y="458208"/>
                  </a:lnTo>
                  <a:close/>
                  <a:moveTo>
                    <a:pt x="654440" y="494469"/>
                  </a:moveTo>
                  <a:lnTo>
                    <a:pt x="677323" y="458208"/>
                  </a:lnTo>
                  <a:lnTo>
                    <a:pt x="646287" y="456352"/>
                  </a:lnTo>
                  <a:close/>
                  <a:moveTo>
                    <a:pt x="588142" y="387040"/>
                  </a:moveTo>
                  <a:lnTo>
                    <a:pt x="550960" y="397337"/>
                  </a:lnTo>
                  <a:lnTo>
                    <a:pt x="588395" y="412721"/>
                  </a:lnTo>
                  <a:close/>
                  <a:moveTo>
                    <a:pt x="588142" y="387040"/>
                  </a:moveTo>
                  <a:lnTo>
                    <a:pt x="551891" y="389422"/>
                  </a:lnTo>
                  <a:lnTo>
                    <a:pt x="550960" y="397337"/>
                  </a:lnTo>
                  <a:close/>
                  <a:moveTo>
                    <a:pt x="863761" y="651131"/>
                  </a:moveTo>
                  <a:lnTo>
                    <a:pt x="858292" y="702732"/>
                  </a:lnTo>
                  <a:lnTo>
                    <a:pt x="872415" y="659327"/>
                  </a:lnTo>
                  <a:close/>
                  <a:moveTo>
                    <a:pt x="863761" y="651131"/>
                  </a:moveTo>
                  <a:lnTo>
                    <a:pt x="833051" y="668314"/>
                  </a:lnTo>
                  <a:lnTo>
                    <a:pt x="858292" y="702732"/>
                  </a:lnTo>
                  <a:close/>
                  <a:moveTo>
                    <a:pt x="762506" y="593756"/>
                  </a:moveTo>
                  <a:lnTo>
                    <a:pt x="763529" y="594804"/>
                  </a:lnTo>
                  <a:lnTo>
                    <a:pt x="764201" y="593654"/>
                  </a:lnTo>
                  <a:close/>
                  <a:moveTo>
                    <a:pt x="766627" y="512955"/>
                  </a:moveTo>
                  <a:lnTo>
                    <a:pt x="795452" y="540866"/>
                  </a:lnTo>
                  <a:lnTo>
                    <a:pt x="759210" y="508218"/>
                  </a:lnTo>
                  <a:close/>
                  <a:moveTo>
                    <a:pt x="759210" y="508218"/>
                  </a:moveTo>
                  <a:lnTo>
                    <a:pt x="795099" y="550875"/>
                  </a:lnTo>
                  <a:lnTo>
                    <a:pt x="794846" y="506334"/>
                  </a:lnTo>
                  <a:close/>
                  <a:moveTo>
                    <a:pt x="588619" y="252410"/>
                  </a:moveTo>
                  <a:lnTo>
                    <a:pt x="597513" y="254394"/>
                  </a:lnTo>
                  <a:lnTo>
                    <a:pt x="588617" y="246826"/>
                  </a:lnTo>
                  <a:close/>
                  <a:moveTo>
                    <a:pt x="343575" y="26296"/>
                  </a:moveTo>
                  <a:lnTo>
                    <a:pt x="332992" y="12857"/>
                  </a:lnTo>
                  <a:lnTo>
                    <a:pt x="347211" y="0"/>
                  </a:lnTo>
                  <a:close/>
                  <a:moveTo>
                    <a:pt x="895255" y="568374"/>
                  </a:moveTo>
                  <a:lnTo>
                    <a:pt x="861301" y="540866"/>
                  </a:lnTo>
                  <a:lnTo>
                    <a:pt x="870190" y="554803"/>
                  </a:lnTo>
                  <a:close/>
                  <a:moveTo>
                    <a:pt x="870190" y="554803"/>
                  </a:moveTo>
                  <a:lnTo>
                    <a:pt x="861301" y="540866"/>
                  </a:lnTo>
                  <a:lnTo>
                    <a:pt x="844563" y="555193"/>
                  </a:lnTo>
                  <a:close/>
                  <a:moveTo>
                    <a:pt x="926536" y="560438"/>
                  </a:moveTo>
                  <a:lnTo>
                    <a:pt x="907490" y="523682"/>
                  </a:lnTo>
                  <a:lnTo>
                    <a:pt x="895255" y="568374"/>
                  </a:lnTo>
                  <a:close/>
                  <a:moveTo>
                    <a:pt x="659871" y="266760"/>
                  </a:moveTo>
                  <a:lnTo>
                    <a:pt x="658505" y="267429"/>
                  </a:lnTo>
                  <a:lnTo>
                    <a:pt x="680320" y="314844"/>
                  </a:lnTo>
                  <a:close/>
                  <a:moveTo>
                    <a:pt x="697268" y="282004"/>
                  </a:moveTo>
                  <a:lnTo>
                    <a:pt x="659871" y="266760"/>
                  </a:lnTo>
                  <a:lnTo>
                    <a:pt x="680320" y="314844"/>
                  </a:lnTo>
                  <a:close/>
                  <a:moveTo>
                    <a:pt x="926536" y="560438"/>
                  </a:moveTo>
                  <a:lnTo>
                    <a:pt x="940671" y="569164"/>
                  </a:lnTo>
                  <a:lnTo>
                    <a:pt x="955531" y="546459"/>
                  </a:lnTo>
                  <a:close/>
                  <a:moveTo>
                    <a:pt x="955531" y="546459"/>
                  </a:moveTo>
                  <a:lnTo>
                    <a:pt x="958192" y="560438"/>
                  </a:lnTo>
                  <a:lnTo>
                    <a:pt x="941507" y="51311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56" name="Input_density__95">
              <a:extLst>
                <a:ext uri="{FF2B5EF4-FFF2-40B4-BE49-F238E27FC236}">
                  <a16:creationId xmlns:a16="http://schemas.microsoft.com/office/drawing/2014/main" id="{5D2EBB78-F9A7-A428-79B0-394336A50099}"/>
                </a:ext>
              </a:extLst>
            </p:cNvPr>
            <p:cNvSpPr>
              <a:spLocks noGrp="1"/>
            </p:cNvSpPr>
            <p:nvPr/>
          </p:nvSpPr>
          <p:spPr>
            <a:xfrm>
              <a:off x="967514" y="1835683"/>
              <a:ext cx="992567" cy="1367191"/>
            </a:xfrm>
            <a:custGeom>
              <a:avLst/>
              <a:gdLst/>
              <a:ahLst/>
              <a:cxnLst/>
              <a:rect l="0" t="0" r="0" b="0"/>
              <a:pathLst>
                <a:path w="992567" h="1367191">
                  <a:moveTo>
                    <a:pt x="108249" y="1234372"/>
                  </a:moveTo>
                  <a:lnTo>
                    <a:pt x="91282" y="1202425"/>
                  </a:lnTo>
                  <a:lnTo>
                    <a:pt x="95159" y="1219051"/>
                  </a:lnTo>
                  <a:close/>
                  <a:moveTo>
                    <a:pt x="92636" y="1204363"/>
                  </a:moveTo>
                  <a:lnTo>
                    <a:pt x="91282" y="1202425"/>
                  </a:lnTo>
                  <a:lnTo>
                    <a:pt x="108249" y="1234372"/>
                  </a:lnTo>
                  <a:close/>
                  <a:moveTo>
                    <a:pt x="129313" y="1216917"/>
                  </a:moveTo>
                  <a:lnTo>
                    <a:pt x="92636" y="1204363"/>
                  </a:lnTo>
                  <a:lnTo>
                    <a:pt x="108249" y="1234372"/>
                  </a:lnTo>
                  <a:close/>
                  <a:moveTo>
                    <a:pt x="61745" y="1185077"/>
                  </a:moveTo>
                  <a:lnTo>
                    <a:pt x="57492" y="1197545"/>
                  </a:lnTo>
                  <a:lnTo>
                    <a:pt x="28626" y="1185827"/>
                  </a:lnTo>
                  <a:close/>
                  <a:moveTo>
                    <a:pt x="223527" y="1348887"/>
                  </a:moveTo>
                  <a:lnTo>
                    <a:pt x="228748" y="1350921"/>
                  </a:lnTo>
                  <a:lnTo>
                    <a:pt x="232331" y="1352931"/>
                  </a:lnTo>
                  <a:close/>
                  <a:moveTo>
                    <a:pt x="228748" y="1350921"/>
                  </a:moveTo>
                  <a:lnTo>
                    <a:pt x="223527" y="1348887"/>
                  </a:lnTo>
                  <a:lnTo>
                    <a:pt x="178652" y="1319813"/>
                  </a:lnTo>
                  <a:close/>
                  <a:moveTo>
                    <a:pt x="269464" y="1367191"/>
                  </a:moveTo>
                  <a:lnTo>
                    <a:pt x="228748" y="1350921"/>
                  </a:lnTo>
                  <a:lnTo>
                    <a:pt x="248297" y="1362116"/>
                  </a:lnTo>
                  <a:close/>
                  <a:moveTo>
                    <a:pt x="269464" y="1367191"/>
                  </a:moveTo>
                  <a:lnTo>
                    <a:pt x="232331" y="1352931"/>
                  </a:lnTo>
                  <a:lnTo>
                    <a:pt x="228748" y="1350921"/>
                  </a:lnTo>
                  <a:close/>
                  <a:moveTo>
                    <a:pt x="223527" y="1348887"/>
                  </a:moveTo>
                  <a:lnTo>
                    <a:pt x="232331" y="1352931"/>
                  </a:lnTo>
                  <a:lnTo>
                    <a:pt x="237160" y="1344082"/>
                  </a:lnTo>
                  <a:close/>
                  <a:moveTo>
                    <a:pt x="138164" y="1191399"/>
                  </a:moveTo>
                  <a:lnTo>
                    <a:pt x="92636" y="1204363"/>
                  </a:lnTo>
                  <a:lnTo>
                    <a:pt x="129313" y="1216917"/>
                  </a:lnTo>
                  <a:close/>
                  <a:moveTo>
                    <a:pt x="162123" y="1154262"/>
                  </a:moveTo>
                  <a:lnTo>
                    <a:pt x="138164" y="1191399"/>
                  </a:lnTo>
                  <a:lnTo>
                    <a:pt x="173546" y="1189723"/>
                  </a:lnTo>
                  <a:close/>
                  <a:moveTo>
                    <a:pt x="176814" y="981316"/>
                  </a:moveTo>
                  <a:lnTo>
                    <a:pt x="177877" y="1007212"/>
                  </a:lnTo>
                  <a:lnTo>
                    <a:pt x="179217" y="983725"/>
                  </a:lnTo>
                  <a:close/>
                  <a:moveTo>
                    <a:pt x="276029" y="1006904"/>
                  </a:moveTo>
                  <a:lnTo>
                    <a:pt x="237535" y="987557"/>
                  </a:lnTo>
                  <a:lnTo>
                    <a:pt x="254476" y="1022528"/>
                  </a:lnTo>
                  <a:close/>
                  <a:moveTo>
                    <a:pt x="210791" y="983772"/>
                  </a:moveTo>
                  <a:lnTo>
                    <a:pt x="230896" y="1003297"/>
                  </a:lnTo>
                  <a:lnTo>
                    <a:pt x="236261" y="986836"/>
                  </a:lnTo>
                  <a:close/>
                  <a:moveTo>
                    <a:pt x="276029" y="1006904"/>
                  </a:moveTo>
                  <a:lnTo>
                    <a:pt x="254476" y="1022528"/>
                  </a:lnTo>
                  <a:lnTo>
                    <a:pt x="308612" y="1004148"/>
                  </a:lnTo>
                  <a:close/>
                  <a:moveTo>
                    <a:pt x="296547" y="987407"/>
                  </a:moveTo>
                  <a:lnTo>
                    <a:pt x="317608" y="974878"/>
                  </a:lnTo>
                  <a:lnTo>
                    <a:pt x="306639" y="968930"/>
                  </a:lnTo>
                  <a:close/>
                  <a:moveTo>
                    <a:pt x="194489" y="748400"/>
                  </a:moveTo>
                  <a:lnTo>
                    <a:pt x="202124" y="758952"/>
                  </a:lnTo>
                  <a:lnTo>
                    <a:pt x="184701" y="733183"/>
                  </a:lnTo>
                  <a:close/>
                  <a:moveTo>
                    <a:pt x="184701" y="733183"/>
                  </a:moveTo>
                  <a:lnTo>
                    <a:pt x="215625" y="779877"/>
                  </a:lnTo>
                  <a:lnTo>
                    <a:pt x="192164" y="771862"/>
                  </a:lnTo>
                  <a:close/>
                  <a:moveTo>
                    <a:pt x="0" y="551253"/>
                  </a:moveTo>
                  <a:lnTo>
                    <a:pt x="14322" y="555099"/>
                  </a:lnTo>
                  <a:lnTo>
                    <a:pt x="14858" y="510687"/>
                  </a:lnTo>
                  <a:close/>
                  <a:moveTo>
                    <a:pt x="125189" y="530741"/>
                  </a:moveTo>
                  <a:lnTo>
                    <a:pt x="159143" y="530412"/>
                  </a:lnTo>
                  <a:lnTo>
                    <a:pt x="155060" y="530259"/>
                  </a:lnTo>
                  <a:close/>
                  <a:moveTo>
                    <a:pt x="125189" y="530741"/>
                  </a:moveTo>
                  <a:lnTo>
                    <a:pt x="155060" y="530259"/>
                  </a:lnTo>
                  <a:lnTo>
                    <a:pt x="125599" y="529576"/>
                  </a:lnTo>
                  <a:close/>
                  <a:moveTo>
                    <a:pt x="208494" y="549830"/>
                  </a:moveTo>
                  <a:lnTo>
                    <a:pt x="199362" y="567014"/>
                  </a:lnTo>
                  <a:lnTo>
                    <a:pt x="202844" y="569228"/>
                  </a:lnTo>
                  <a:close/>
                  <a:moveTo>
                    <a:pt x="199362" y="567014"/>
                  </a:moveTo>
                  <a:lnTo>
                    <a:pt x="208494" y="549830"/>
                  </a:lnTo>
                  <a:lnTo>
                    <a:pt x="159143" y="530412"/>
                  </a:lnTo>
                  <a:close/>
                  <a:moveTo>
                    <a:pt x="155060" y="530259"/>
                  </a:moveTo>
                  <a:lnTo>
                    <a:pt x="136394" y="476884"/>
                  </a:lnTo>
                  <a:lnTo>
                    <a:pt x="125599" y="529576"/>
                  </a:lnTo>
                  <a:close/>
                  <a:moveTo>
                    <a:pt x="507969" y="928471"/>
                  </a:moveTo>
                  <a:lnTo>
                    <a:pt x="496941" y="917380"/>
                  </a:lnTo>
                  <a:lnTo>
                    <a:pt x="462346" y="893727"/>
                  </a:lnTo>
                  <a:close/>
                  <a:moveTo>
                    <a:pt x="670290" y="1012013"/>
                  </a:moveTo>
                  <a:lnTo>
                    <a:pt x="624255" y="1022350"/>
                  </a:lnTo>
                  <a:lnTo>
                    <a:pt x="664152" y="1061751"/>
                  </a:lnTo>
                  <a:close/>
                  <a:moveTo>
                    <a:pt x="664152" y="1061751"/>
                  </a:moveTo>
                  <a:lnTo>
                    <a:pt x="672262" y="1027645"/>
                  </a:lnTo>
                  <a:lnTo>
                    <a:pt x="670290" y="1012013"/>
                  </a:lnTo>
                  <a:close/>
                  <a:moveTo>
                    <a:pt x="596939" y="978233"/>
                  </a:moveTo>
                  <a:lnTo>
                    <a:pt x="611212" y="1027645"/>
                  </a:lnTo>
                  <a:lnTo>
                    <a:pt x="627273" y="975149"/>
                  </a:lnTo>
                  <a:close/>
                  <a:moveTo>
                    <a:pt x="624255" y="1022350"/>
                  </a:moveTo>
                  <a:lnTo>
                    <a:pt x="655347" y="979415"/>
                  </a:lnTo>
                  <a:lnTo>
                    <a:pt x="627273" y="975149"/>
                  </a:lnTo>
                  <a:close/>
                  <a:moveTo>
                    <a:pt x="590446" y="973707"/>
                  </a:moveTo>
                  <a:lnTo>
                    <a:pt x="569128" y="990890"/>
                  </a:lnTo>
                  <a:lnTo>
                    <a:pt x="576187" y="996853"/>
                  </a:lnTo>
                  <a:close/>
                  <a:moveTo>
                    <a:pt x="534538" y="954135"/>
                  </a:moveTo>
                  <a:lnTo>
                    <a:pt x="569128" y="990890"/>
                  </a:lnTo>
                  <a:lnTo>
                    <a:pt x="590446" y="973707"/>
                  </a:lnTo>
                  <a:close/>
                  <a:moveTo>
                    <a:pt x="627273" y="975149"/>
                  </a:moveTo>
                  <a:lnTo>
                    <a:pt x="655347" y="979415"/>
                  </a:lnTo>
                  <a:lnTo>
                    <a:pt x="614998" y="940382"/>
                  </a:lnTo>
                  <a:close/>
                  <a:moveTo>
                    <a:pt x="614998" y="940382"/>
                  </a:moveTo>
                  <a:lnTo>
                    <a:pt x="595690" y="936952"/>
                  </a:lnTo>
                  <a:lnTo>
                    <a:pt x="613490" y="973707"/>
                  </a:lnTo>
                  <a:close/>
                  <a:moveTo>
                    <a:pt x="363829" y="606413"/>
                  </a:moveTo>
                  <a:lnTo>
                    <a:pt x="325313" y="585552"/>
                  </a:lnTo>
                  <a:lnTo>
                    <a:pt x="363444" y="606157"/>
                  </a:lnTo>
                  <a:close/>
                  <a:moveTo>
                    <a:pt x="819542" y="1187628"/>
                  </a:moveTo>
                  <a:lnTo>
                    <a:pt x="849224" y="1194237"/>
                  </a:lnTo>
                  <a:lnTo>
                    <a:pt x="849349" y="1140298"/>
                  </a:lnTo>
                  <a:close/>
                  <a:moveTo>
                    <a:pt x="849349" y="1140298"/>
                  </a:moveTo>
                  <a:lnTo>
                    <a:pt x="849224" y="1194237"/>
                  </a:lnTo>
                  <a:lnTo>
                    <a:pt x="873120" y="1167162"/>
                  </a:lnTo>
                  <a:close/>
                  <a:moveTo>
                    <a:pt x="595690" y="936952"/>
                  </a:moveTo>
                  <a:lnTo>
                    <a:pt x="585460" y="900197"/>
                  </a:lnTo>
                  <a:lnTo>
                    <a:pt x="625500" y="919768"/>
                  </a:lnTo>
                  <a:close/>
                  <a:moveTo>
                    <a:pt x="344669" y="594902"/>
                  </a:moveTo>
                  <a:lnTo>
                    <a:pt x="371052" y="642912"/>
                  </a:lnTo>
                  <a:lnTo>
                    <a:pt x="363444" y="606157"/>
                  </a:lnTo>
                  <a:close/>
                  <a:moveTo>
                    <a:pt x="405817" y="588973"/>
                  </a:moveTo>
                  <a:lnTo>
                    <a:pt x="375944" y="552218"/>
                  </a:lnTo>
                  <a:lnTo>
                    <a:pt x="390289" y="567242"/>
                  </a:lnTo>
                  <a:close/>
                  <a:moveTo>
                    <a:pt x="688587" y="879320"/>
                  </a:moveTo>
                  <a:lnTo>
                    <a:pt x="677743" y="871713"/>
                  </a:lnTo>
                  <a:lnTo>
                    <a:pt x="699902" y="893257"/>
                  </a:lnTo>
                  <a:close/>
                  <a:moveTo>
                    <a:pt x="631580" y="809503"/>
                  </a:moveTo>
                  <a:lnTo>
                    <a:pt x="643797" y="792320"/>
                  </a:lnTo>
                  <a:lnTo>
                    <a:pt x="605538" y="789601"/>
                  </a:lnTo>
                  <a:close/>
                  <a:moveTo>
                    <a:pt x="643797" y="792320"/>
                  </a:moveTo>
                  <a:lnTo>
                    <a:pt x="629039" y="781258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605538" y="789601"/>
                  </a:lnTo>
                  <a:lnTo>
                    <a:pt x="629039" y="781258"/>
                  </a:lnTo>
                  <a:close/>
                  <a:moveTo>
                    <a:pt x="595616" y="755565"/>
                  </a:moveTo>
                  <a:lnTo>
                    <a:pt x="580901" y="772749"/>
                  </a:lnTo>
                  <a:lnTo>
                    <a:pt x="605538" y="789601"/>
                  </a:lnTo>
                  <a:close/>
                  <a:moveTo>
                    <a:pt x="595616" y="755565"/>
                  </a:moveTo>
                  <a:lnTo>
                    <a:pt x="587002" y="748664"/>
                  </a:lnTo>
                  <a:lnTo>
                    <a:pt x="558737" y="739194"/>
                  </a:lnTo>
                  <a:close/>
                  <a:moveTo>
                    <a:pt x="424574" y="571790"/>
                  </a:moveTo>
                  <a:lnTo>
                    <a:pt x="419556" y="592547"/>
                  </a:lnTo>
                  <a:lnTo>
                    <a:pt x="442361" y="581603"/>
                  </a:lnTo>
                  <a:close/>
                  <a:moveTo>
                    <a:pt x="66662" y="145171"/>
                  </a:moveTo>
                  <a:lnTo>
                    <a:pt x="111565" y="94346"/>
                  </a:lnTo>
                  <a:lnTo>
                    <a:pt x="78152" y="94422"/>
                  </a:lnTo>
                  <a:close/>
                  <a:moveTo>
                    <a:pt x="55273" y="23528"/>
                  </a:moveTo>
                  <a:lnTo>
                    <a:pt x="47990" y="20465"/>
                  </a:lnTo>
                  <a:lnTo>
                    <a:pt x="48754" y="57220"/>
                  </a:lnTo>
                  <a:close/>
                  <a:moveTo>
                    <a:pt x="970367" y="1089182"/>
                  </a:moveTo>
                  <a:lnTo>
                    <a:pt x="992567" y="1073866"/>
                  </a:lnTo>
                  <a:lnTo>
                    <a:pt x="985473" y="1069177"/>
                  </a:lnTo>
                  <a:close/>
                  <a:moveTo>
                    <a:pt x="770648" y="895106"/>
                  </a:moveTo>
                  <a:lnTo>
                    <a:pt x="759401" y="885402"/>
                  </a:lnTo>
                  <a:lnTo>
                    <a:pt x="756925" y="885672"/>
                  </a:lnTo>
                  <a:close/>
                  <a:moveTo>
                    <a:pt x="756925" y="885672"/>
                  </a:moveTo>
                  <a:lnTo>
                    <a:pt x="794329" y="900943"/>
                  </a:lnTo>
                  <a:lnTo>
                    <a:pt x="770648" y="895106"/>
                  </a:lnTo>
                  <a:close/>
                  <a:moveTo>
                    <a:pt x="643797" y="792320"/>
                  </a:moveTo>
                  <a:lnTo>
                    <a:pt x="674641" y="827179"/>
                  </a:lnTo>
                  <a:lnTo>
                    <a:pt x="649548" y="778052"/>
                  </a:lnTo>
                  <a:close/>
                  <a:moveTo>
                    <a:pt x="629039" y="781258"/>
                  </a:moveTo>
                  <a:lnTo>
                    <a:pt x="643797" y="792320"/>
                  </a:lnTo>
                  <a:lnTo>
                    <a:pt x="649548" y="778052"/>
                  </a:lnTo>
                  <a:close/>
                  <a:moveTo>
                    <a:pt x="663657" y="738382"/>
                  </a:moveTo>
                  <a:lnTo>
                    <a:pt x="683680" y="764766"/>
                  </a:lnTo>
                  <a:lnTo>
                    <a:pt x="671610" y="742457"/>
                  </a:lnTo>
                  <a:close/>
                  <a:moveTo>
                    <a:pt x="671610" y="742457"/>
                  </a:moveTo>
                  <a:lnTo>
                    <a:pt x="652404" y="713324"/>
                  </a:lnTo>
                  <a:lnTo>
                    <a:pt x="663657" y="738382"/>
                  </a:lnTo>
                  <a:close/>
                  <a:moveTo>
                    <a:pt x="437123" y="484420"/>
                  </a:moveTo>
                  <a:lnTo>
                    <a:pt x="473203" y="526923"/>
                  </a:lnTo>
                  <a:lnTo>
                    <a:pt x="452583" y="498280"/>
                  </a:lnTo>
                  <a:close/>
                  <a:moveTo>
                    <a:pt x="437123" y="484420"/>
                  </a:moveTo>
                  <a:lnTo>
                    <a:pt x="452583" y="498280"/>
                  </a:lnTo>
                  <a:lnTo>
                    <a:pt x="436339" y="462883"/>
                  </a:lnTo>
                  <a:close/>
                  <a:moveTo>
                    <a:pt x="436339" y="462883"/>
                  </a:moveTo>
                  <a:lnTo>
                    <a:pt x="452895" y="496414"/>
                  </a:lnTo>
                  <a:lnTo>
                    <a:pt x="466272" y="450222"/>
                  </a:lnTo>
                  <a:close/>
                  <a:moveTo>
                    <a:pt x="194753" y="240995"/>
                  </a:moveTo>
                  <a:lnTo>
                    <a:pt x="225407" y="268757"/>
                  </a:lnTo>
                  <a:lnTo>
                    <a:pt x="243254" y="260567"/>
                  </a:lnTo>
                  <a:close/>
                  <a:moveTo>
                    <a:pt x="194753" y="240995"/>
                  </a:moveTo>
                  <a:lnTo>
                    <a:pt x="191881" y="190380"/>
                  </a:lnTo>
                  <a:lnTo>
                    <a:pt x="181482" y="229103"/>
                  </a:lnTo>
                  <a:close/>
                  <a:moveTo>
                    <a:pt x="286098" y="274885"/>
                  </a:moveTo>
                  <a:lnTo>
                    <a:pt x="243219" y="265226"/>
                  </a:lnTo>
                  <a:lnTo>
                    <a:pt x="267636" y="272463"/>
                  </a:lnTo>
                  <a:close/>
                  <a:moveTo>
                    <a:pt x="985505" y="990113"/>
                  </a:moveTo>
                  <a:lnTo>
                    <a:pt x="969945" y="991396"/>
                  </a:lnTo>
                  <a:lnTo>
                    <a:pt x="970598" y="1019892"/>
                  </a:lnTo>
                  <a:close/>
                  <a:moveTo>
                    <a:pt x="851491" y="893877"/>
                  </a:moveTo>
                  <a:lnTo>
                    <a:pt x="857459" y="878706"/>
                  </a:lnTo>
                  <a:lnTo>
                    <a:pt x="820164" y="901329"/>
                  </a:lnTo>
                  <a:close/>
                  <a:moveTo>
                    <a:pt x="857459" y="878706"/>
                  </a:moveTo>
                  <a:lnTo>
                    <a:pt x="843628" y="864480"/>
                  </a:lnTo>
                  <a:lnTo>
                    <a:pt x="822632" y="835185"/>
                  </a:lnTo>
                  <a:close/>
                  <a:moveTo>
                    <a:pt x="661884" y="683274"/>
                  </a:moveTo>
                  <a:lnTo>
                    <a:pt x="713450" y="690783"/>
                  </a:lnTo>
                  <a:lnTo>
                    <a:pt x="678841" y="647689"/>
                  </a:lnTo>
                  <a:close/>
                  <a:moveTo>
                    <a:pt x="563983" y="566391"/>
                  </a:moveTo>
                  <a:lnTo>
                    <a:pt x="569752" y="547354"/>
                  </a:lnTo>
                  <a:lnTo>
                    <a:pt x="553397" y="555181"/>
                  </a:lnTo>
                  <a:close/>
                  <a:moveTo>
                    <a:pt x="569752" y="547354"/>
                  </a:moveTo>
                  <a:lnTo>
                    <a:pt x="541882" y="512129"/>
                  </a:lnTo>
                  <a:lnTo>
                    <a:pt x="563860" y="537423"/>
                  </a:lnTo>
                  <a:close/>
                  <a:moveTo>
                    <a:pt x="467203" y="442307"/>
                  </a:moveTo>
                  <a:lnTo>
                    <a:pt x="437748" y="439165"/>
                  </a:lnTo>
                  <a:lnTo>
                    <a:pt x="436339" y="462883"/>
                  </a:lnTo>
                  <a:close/>
                  <a:moveTo>
                    <a:pt x="699622" y="684443"/>
                  </a:moveTo>
                  <a:lnTo>
                    <a:pt x="713450" y="690783"/>
                  </a:lnTo>
                  <a:lnTo>
                    <a:pt x="723758" y="693828"/>
                  </a:lnTo>
                  <a:close/>
                  <a:moveTo>
                    <a:pt x="117533" y="0"/>
                  </a:moveTo>
                  <a:lnTo>
                    <a:pt x="171585" y="22854"/>
                  </a:lnTo>
                  <a:lnTo>
                    <a:pt x="138881" y="1984"/>
                  </a:lnTo>
                  <a:close/>
                  <a:moveTo>
                    <a:pt x="971751" y="974207"/>
                  </a:moveTo>
                  <a:lnTo>
                    <a:pt x="942760" y="1014333"/>
                  </a:lnTo>
                  <a:lnTo>
                    <a:pt x="969945" y="991396"/>
                  </a:lnTo>
                  <a:close/>
                  <a:moveTo>
                    <a:pt x="957433" y="941100"/>
                  </a:moveTo>
                  <a:lnTo>
                    <a:pt x="946839" y="967372"/>
                  </a:lnTo>
                  <a:lnTo>
                    <a:pt x="971751" y="974207"/>
                  </a:lnTo>
                  <a:close/>
                  <a:moveTo>
                    <a:pt x="787727" y="712211"/>
                  </a:moveTo>
                  <a:lnTo>
                    <a:pt x="816462" y="705959"/>
                  </a:lnTo>
                  <a:lnTo>
                    <a:pt x="807909" y="704015"/>
                  </a:lnTo>
                  <a:close/>
                  <a:moveTo>
                    <a:pt x="807909" y="704015"/>
                  </a:moveTo>
                  <a:lnTo>
                    <a:pt x="816462" y="705959"/>
                  </a:lnTo>
                  <a:lnTo>
                    <a:pt x="816915" y="696765"/>
                  </a:lnTo>
                  <a:close/>
                  <a:moveTo>
                    <a:pt x="479401" y="387643"/>
                  </a:moveTo>
                  <a:lnTo>
                    <a:pt x="442914" y="391257"/>
                  </a:lnTo>
                  <a:lnTo>
                    <a:pt x="478036" y="397994"/>
                  </a:lnTo>
                  <a:close/>
                  <a:moveTo>
                    <a:pt x="443054" y="390105"/>
                  </a:moveTo>
                  <a:lnTo>
                    <a:pt x="479401" y="387643"/>
                  </a:lnTo>
                  <a:lnTo>
                    <a:pt x="471815" y="349063"/>
                  </a:lnTo>
                  <a:close/>
                  <a:moveTo>
                    <a:pt x="479401" y="387643"/>
                  </a:moveTo>
                  <a:lnTo>
                    <a:pt x="478036" y="397994"/>
                  </a:lnTo>
                  <a:lnTo>
                    <a:pt x="483535" y="390404"/>
                  </a:lnTo>
                  <a:close/>
                  <a:moveTo>
                    <a:pt x="471815" y="349063"/>
                  </a:moveTo>
                  <a:lnTo>
                    <a:pt x="483535" y="390404"/>
                  </a:lnTo>
                  <a:lnTo>
                    <a:pt x="481911" y="353648"/>
                  </a:lnTo>
                  <a:close/>
                  <a:moveTo>
                    <a:pt x="471815" y="349063"/>
                  </a:moveTo>
                  <a:lnTo>
                    <a:pt x="479401" y="387643"/>
                  </a:lnTo>
                  <a:lnTo>
                    <a:pt x="483535" y="390404"/>
                  </a:lnTo>
                  <a:close/>
                  <a:moveTo>
                    <a:pt x="248304" y="65741"/>
                  </a:moveTo>
                  <a:lnTo>
                    <a:pt x="225805" y="77829"/>
                  </a:lnTo>
                  <a:lnTo>
                    <a:pt x="262523" y="52884"/>
                  </a:lnTo>
                  <a:close/>
                  <a:moveTo>
                    <a:pt x="262523" y="52884"/>
                  </a:moveTo>
                  <a:lnTo>
                    <a:pt x="225805" y="77829"/>
                  </a:lnTo>
                  <a:lnTo>
                    <a:pt x="247439" y="59609"/>
                  </a:lnTo>
                  <a:close/>
                  <a:moveTo>
                    <a:pt x="807909" y="704015"/>
                  </a:moveTo>
                  <a:lnTo>
                    <a:pt x="816915" y="696765"/>
                  </a:lnTo>
                  <a:lnTo>
                    <a:pt x="791571" y="699108"/>
                  </a:lnTo>
                  <a:close/>
                  <a:moveTo>
                    <a:pt x="818812" y="659303"/>
                  </a:moveTo>
                  <a:lnTo>
                    <a:pt x="832624" y="667260"/>
                  </a:lnTo>
                  <a:lnTo>
                    <a:pt x="810567" y="621259"/>
                  </a:lnTo>
                  <a:close/>
                  <a:moveTo>
                    <a:pt x="810567" y="621259"/>
                  </a:moveTo>
                  <a:lnTo>
                    <a:pt x="855983" y="622048"/>
                  </a:lnTo>
                  <a:lnTo>
                    <a:pt x="841848" y="613322"/>
                  </a:lnTo>
                  <a:close/>
                  <a:moveTo>
                    <a:pt x="818812" y="659303"/>
                  </a:moveTo>
                  <a:lnTo>
                    <a:pt x="810567" y="621259"/>
                  </a:lnTo>
                  <a:lnTo>
                    <a:pt x="800817" y="650077"/>
                  </a:lnTo>
                  <a:close/>
                  <a:moveTo>
                    <a:pt x="810567" y="621259"/>
                  </a:moveTo>
                  <a:lnTo>
                    <a:pt x="796106" y="613322"/>
                  </a:lnTo>
                  <a:lnTo>
                    <a:pt x="800817" y="650077"/>
                  </a:lnTo>
                  <a:close/>
                  <a:moveTo>
                    <a:pt x="552986" y="332862"/>
                  </a:moveTo>
                  <a:lnTo>
                    <a:pt x="574716" y="319282"/>
                  </a:lnTo>
                  <a:lnTo>
                    <a:pt x="532261" y="283740"/>
                  </a:lnTo>
                  <a:close/>
                  <a:moveTo>
                    <a:pt x="575183" y="319645"/>
                  </a:moveTo>
                  <a:lnTo>
                    <a:pt x="612580" y="334888"/>
                  </a:lnTo>
                  <a:lnTo>
                    <a:pt x="616912" y="302099"/>
                  </a:lnTo>
                  <a:close/>
                  <a:moveTo>
                    <a:pt x="614251" y="211405"/>
                  </a:moveTo>
                  <a:lnTo>
                    <a:pt x="617727" y="222210"/>
                  </a:lnTo>
                  <a:lnTo>
                    <a:pt x="587146" y="175236"/>
                  </a:lnTo>
                  <a:close/>
                  <a:moveTo>
                    <a:pt x="587146" y="175236"/>
                  </a:moveTo>
                  <a:lnTo>
                    <a:pt x="617727" y="222210"/>
                  </a:lnTo>
                  <a:lnTo>
                    <a:pt x="595509" y="19183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57" name="Input_density__96">
              <a:extLst>
                <a:ext uri="{FF2B5EF4-FFF2-40B4-BE49-F238E27FC236}">
                  <a16:creationId xmlns:a16="http://schemas.microsoft.com/office/drawing/2014/main" id="{1CDB21CF-B07B-CD7E-F03F-AD6BE22622D6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937515" cy="1355034"/>
            </a:xfrm>
            <a:custGeom>
              <a:avLst/>
              <a:gdLst/>
              <a:ahLst/>
              <a:cxnLst/>
              <a:rect l="0" t="0" r="0" b="0"/>
              <a:pathLst>
                <a:path w="937515" h="1355034">
                  <a:moveTo>
                    <a:pt x="13755" y="1191224"/>
                  </a:moveTo>
                  <a:lnTo>
                    <a:pt x="47169" y="1225198"/>
                  </a:lnTo>
                  <a:lnTo>
                    <a:pt x="43291" y="1208573"/>
                  </a:lnTo>
                  <a:close/>
                  <a:moveTo>
                    <a:pt x="43291" y="1208573"/>
                  </a:moveTo>
                  <a:lnTo>
                    <a:pt x="30583" y="1208015"/>
                  </a:lnTo>
                  <a:lnTo>
                    <a:pt x="13755" y="1191224"/>
                  </a:lnTo>
                  <a:close/>
                  <a:moveTo>
                    <a:pt x="130661" y="1325960"/>
                  </a:moveTo>
                  <a:lnTo>
                    <a:pt x="175536" y="1355034"/>
                  </a:lnTo>
                  <a:lnTo>
                    <a:pt x="145330" y="1337800"/>
                  </a:lnTo>
                  <a:close/>
                  <a:moveTo>
                    <a:pt x="114133" y="1160409"/>
                  </a:moveTo>
                  <a:lnTo>
                    <a:pt x="95158" y="1178585"/>
                  </a:lnTo>
                  <a:lnTo>
                    <a:pt x="90174" y="1197546"/>
                  </a:lnTo>
                  <a:close/>
                  <a:moveTo>
                    <a:pt x="128824" y="987463"/>
                  </a:moveTo>
                  <a:lnTo>
                    <a:pt x="162800" y="989919"/>
                  </a:lnTo>
                  <a:lnTo>
                    <a:pt x="154148" y="993636"/>
                  </a:lnTo>
                  <a:close/>
                  <a:moveTo>
                    <a:pt x="162800" y="989919"/>
                  </a:moveTo>
                  <a:lnTo>
                    <a:pt x="188271" y="992983"/>
                  </a:lnTo>
                  <a:lnTo>
                    <a:pt x="154148" y="993636"/>
                  </a:lnTo>
                  <a:close/>
                  <a:moveTo>
                    <a:pt x="189545" y="993704"/>
                  </a:moveTo>
                  <a:lnTo>
                    <a:pt x="228039" y="1013051"/>
                  </a:lnTo>
                  <a:lnTo>
                    <a:pt x="248556" y="993555"/>
                  </a:lnTo>
                  <a:close/>
                  <a:moveTo>
                    <a:pt x="260621" y="1010296"/>
                  </a:moveTo>
                  <a:lnTo>
                    <a:pt x="269618" y="981026"/>
                  </a:lnTo>
                  <a:lnTo>
                    <a:pt x="248556" y="993555"/>
                  </a:lnTo>
                  <a:close/>
                  <a:moveTo>
                    <a:pt x="228039" y="1013051"/>
                  </a:moveTo>
                  <a:lnTo>
                    <a:pt x="260621" y="1010296"/>
                  </a:lnTo>
                  <a:lnTo>
                    <a:pt x="248556" y="993555"/>
                  </a:lnTo>
                  <a:close/>
                  <a:moveTo>
                    <a:pt x="77199" y="536888"/>
                  </a:moveTo>
                  <a:lnTo>
                    <a:pt x="84046" y="590345"/>
                  </a:lnTo>
                  <a:lnTo>
                    <a:pt x="111152" y="536559"/>
                  </a:lnTo>
                  <a:close/>
                  <a:moveTo>
                    <a:pt x="76891" y="536406"/>
                  </a:moveTo>
                  <a:lnTo>
                    <a:pt x="77199" y="536888"/>
                  </a:lnTo>
                  <a:lnTo>
                    <a:pt x="77609" y="535723"/>
                  </a:lnTo>
                  <a:close/>
                  <a:moveTo>
                    <a:pt x="160503" y="555978"/>
                  </a:moveTo>
                  <a:lnTo>
                    <a:pt x="154853" y="575376"/>
                  </a:lnTo>
                  <a:lnTo>
                    <a:pt x="178555" y="567785"/>
                  </a:lnTo>
                  <a:close/>
                  <a:moveTo>
                    <a:pt x="178555" y="567785"/>
                  </a:moveTo>
                  <a:lnTo>
                    <a:pt x="154853" y="575376"/>
                  </a:lnTo>
                  <a:lnTo>
                    <a:pt x="212357" y="569586"/>
                  </a:lnTo>
                  <a:close/>
                  <a:moveTo>
                    <a:pt x="77609" y="535723"/>
                  </a:moveTo>
                  <a:lnTo>
                    <a:pt x="88404" y="483031"/>
                  </a:lnTo>
                  <a:lnTo>
                    <a:pt x="76891" y="536406"/>
                  </a:lnTo>
                  <a:close/>
                  <a:moveTo>
                    <a:pt x="76891" y="536406"/>
                  </a:moveTo>
                  <a:lnTo>
                    <a:pt x="88404" y="483031"/>
                  </a:lnTo>
                  <a:lnTo>
                    <a:pt x="87983" y="482468"/>
                  </a:lnTo>
                  <a:close/>
                  <a:moveTo>
                    <a:pt x="576265" y="1028498"/>
                  </a:moveTo>
                  <a:lnTo>
                    <a:pt x="622300" y="1018161"/>
                  </a:lnTo>
                  <a:lnTo>
                    <a:pt x="607356" y="985562"/>
                  </a:lnTo>
                  <a:close/>
                  <a:moveTo>
                    <a:pt x="579283" y="981297"/>
                  </a:moveTo>
                  <a:lnTo>
                    <a:pt x="567008" y="946529"/>
                  </a:lnTo>
                  <a:lnTo>
                    <a:pt x="565500" y="979854"/>
                  </a:lnTo>
                  <a:close/>
                  <a:moveTo>
                    <a:pt x="315839" y="612560"/>
                  </a:moveTo>
                  <a:lnTo>
                    <a:pt x="321996" y="652302"/>
                  </a:lnTo>
                  <a:lnTo>
                    <a:pt x="322462" y="666243"/>
                  </a:lnTo>
                  <a:close/>
                  <a:moveTo>
                    <a:pt x="321996" y="652302"/>
                  </a:moveTo>
                  <a:lnTo>
                    <a:pt x="315839" y="612560"/>
                  </a:lnTo>
                  <a:lnTo>
                    <a:pt x="323062" y="649059"/>
                  </a:lnTo>
                  <a:close/>
                  <a:moveTo>
                    <a:pt x="315839" y="612560"/>
                  </a:moveTo>
                  <a:lnTo>
                    <a:pt x="315454" y="612304"/>
                  </a:lnTo>
                  <a:lnTo>
                    <a:pt x="323062" y="649059"/>
                  </a:lnTo>
                  <a:close/>
                  <a:moveTo>
                    <a:pt x="825130" y="1173310"/>
                  </a:moveTo>
                  <a:lnTo>
                    <a:pt x="801233" y="1200384"/>
                  </a:lnTo>
                  <a:lnTo>
                    <a:pt x="811568" y="1196377"/>
                  </a:lnTo>
                  <a:close/>
                  <a:moveTo>
                    <a:pt x="832458" y="1146446"/>
                  </a:moveTo>
                  <a:lnTo>
                    <a:pt x="825130" y="1173310"/>
                  </a:lnTo>
                  <a:lnTo>
                    <a:pt x="808822" y="1200384"/>
                  </a:lnTo>
                  <a:close/>
                  <a:moveTo>
                    <a:pt x="674471" y="887544"/>
                  </a:moveTo>
                  <a:lnTo>
                    <a:pt x="640596" y="885467"/>
                  </a:lnTo>
                  <a:lnTo>
                    <a:pt x="651911" y="899404"/>
                  </a:lnTo>
                  <a:close/>
                  <a:moveTo>
                    <a:pt x="674471" y="887544"/>
                  </a:moveTo>
                  <a:lnTo>
                    <a:pt x="651911" y="899404"/>
                  </a:lnTo>
                  <a:lnTo>
                    <a:pt x="708935" y="891819"/>
                  </a:lnTo>
                  <a:close/>
                  <a:moveTo>
                    <a:pt x="532911" y="778896"/>
                  </a:moveTo>
                  <a:lnTo>
                    <a:pt x="547626" y="761713"/>
                  </a:lnTo>
                  <a:lnTo>
                    <a:pt x="510747" y="745341"/>
                  </a:lnTo>
                  <a:close/>
                  <a:moveTo>
                    <a:pt x="484370" y="771298"/>
                  </a:moveTo>
                  <a:lnTo>
                    <a:pt x="510747" y="745341"/>
                  </a:lnTo>
                  <a:lnTo>
                    <a:pt x="539012" y="754812"/>
                  </a:lnTo>
                  <a:close/>
                  <a:moveTo>
                    <a:pt x="376583" y="577938"/>
                  </a:moveTo>
                  <a:lnTo>
                    <a:pt x="357827" y="595121"/>
                  </a:lnTo>
                  <a:lnTo>
                    <a:pt x="371565" y="598695"/>
                  </a:lnTo>
                  <a:close/>
                  <a:moveTo>
                    <a:pt x="143388" y="243883"/>
                  </a:moveTo>
                  <a:lnTo>
                    <a:pt x="146763" y="247143"/>
                  </a:lnTo>
                  <a:lnTo>
                    <a:pt x="133492" y="235250"/>
                  </a:lnTo>
                  <a:close/>
                  <a:moveTo>
                    <a:pt x="18672" y="151319"/>
                  </a:moveTo>
                  <a:lnTo>
                    <a:pt x="30162" y="100569"/>
                  </a:lnTo>
                  <a:lnTo>
                    <a:pt x="7096" y="154061"/>
                  </a:lnTo>
                  <a:close/>
                  <a:moveTo>
                    <a:pt x="146763" y="247143"/>
                  </a:moveTo>
                  <a:lnTo>
                    <a:pt x="158594" y="256409"/>
                  </a:lnTo>
                  <a:lnTo>
                    <a:pt x="177417" y="274905"/>
                  </a:lnTo>
                  <a:close/>
                  <a:moveTo>
                    <a:pt x="708935" y="891819"/>
                  </a:moveTo>
                  <a:lnTo>
                    <a:pt x="711411" y="891549"/>
                  </a:lnTo>
                  <a:lnTo>
                    <a:pt x="699442" y="884695"/>
                  </a:lnTo>
                  <a:close/>
                  <a:moveTo>
                    <a:pt x="708935" y="891819"/>
                  </a:moveTo>
                  <a:lnTo>
                    <a:pt x="699442" y="884695"/>
                  </a:lnTo>
                  <a:lnTo>
                    <a:pt x="674471" y="887544"/>
                  </a:lnTo>
                  <a:close/>
                  <a:moveTo>
                    <a:pt x="515992" y="572538"/>
                  </a:moveTo>
                  <a:lnTo>
                    <a:pt x="482644" y="572430"/>
                  </a:lnTo>
                  <a:lnTo>
                    <a:pt x="495137" y="590774"/>
                  </a:lnTo>
                  <a:close/>
                  <a:moveTo>
                    <a:pt x="388349" y="469031"/>
                  </a:moveTo>
                  <a:lnTo>
                    <a:pt x="404593" y="504428"/>
                  </a:lnTo>
                  <a:lnTo>
                    <a:pt x="404905" y="502561"/>
                  </a:lnTo>
                  <a:close/>
                  <a:moveTo>
                    <a:pt x="177417" y="274905"/>
                  </a:moveTo>
                  <a:lnTo>
                    <a:pt x="210110" y="272563"/>
                  </a:lnTo>
                  <a:lnTo>
                    <a:pt x="195228" y="271373"/>
                  </a:lnTo>
                  <a:close/>
                  <a:moveTo>
                    <a:pt x="210110" y="272563"/>
                  </a:moveTo>
                  <a:lnTo>
                    <a:pt x="219645" y="278611"/>
                  </a:lnTo>
                  <a:lnTo>
                    <a:pt x="195228" y="271373"/>
                  </a:lnTo>
                  <a:close/>
                  <a:moveTo>
                    <a:pt x="151412" y="156449"/>
                  </a:moveTo>
                  <a:lnTo>
                    <a:pt x="144084" y="178646"/>
                  </a:lnTo>
                  <a:lnTo>
                    <a:pt x="160099" y="165692"/>
                  </a:lnTo>
                  <a:close/>
                  <a:moveTo>
                    <a:pt x="160099" y="165692"/>
                  </a:moveTo>
                  <a:lnTo>
                    <a:pt x="144084" y="178646"/>
                  </a:lnTo>
                  <a:lnTo>
                    <a:pt x="143891" y="196528"/>
                  </a:lnTo>
                  <a:close/>
                  <a:moveTo>
                    <a:pt x="151412" y="156449"/>
                  </a:moveTo>
                  <a:lnTo>
                    <a:pt x="160099" y="165692"/>
                  </a:lnTo>
                  <a:lnTo>
                    <a:pt x="166537" y="138019"/>
                  </a:lnTo>
                  <a:close/>
                  <a:moveTo>
                    <a:pt x="0" y="26613"/>
                  </a:moveTo>
                  <a:lnTo>
                    <a:pt x="14482" y="9430"/>
                  </a:lnTo>
                  <a:lnTo>
                    <a:pt x="764" y="63368"/>
                  </a:lnTo>
                  <a:close/>
                  <a:moveTo>
                    <a:pt x="0" y="26613"/>
                  </a:moveTo>
                  <a:lnTo>
                    <a:pt x="6131" y="8224"/>
                  </a:lnTo>
                  <a:lnTo>
                    <a:pt x="29715" y="192"/>
                  </a:lnTo>
                  <a:close/>
                  <a:moveTo>
                    <a:pt x="711411" y="891549"/>
                  </a:moveTo>
                  <a:lnTo>
                    <a:pt x="722658" y="901253"/>
                  </a:lnTo>
                  <a:lnTo>
                    <a:pt x="739134" y="908523"/>
                  </a:lnTo>
                  <a:close/>
                  <a:moveTo>
                    <a:pt x="772174" y="907477"/>
                  </a:moveTo>
                  <a:lnTo>
                    <a:pt x="722658" y="901253"/>
                  </a:lnTo>
                  <a:lnTo>
                    <a:pt x="747765" y="907930"/>
                  </a:lnTo>
                  <a:close/>
                  <a:moveTo>
                    <a:pt x="772174" y="907477"/>
                  </a:moveTo>
                  <a:lnTo>
                    <a:pt x="739134" y="908523"/>
                  </a:lnTo>
                  <a:lnTo>
                    <a:pt x="722658" y="901253"/>
                  </a:lnTo>
                  <a:close/>
                  <a:moveTo>
                    <a:pt x="927952" y="984631"/>
                  </a:moveTo>
                  <a:lnTo>
                    <a:pt x="921954" y="997543"/>
                  </a:lnTo>
                  <a:lnTo>
                    <a:pt x="937515" y="996261"/>
                  </a:lnTo>
                  <a:close/>
                  <a:moveTo>
                    <a:pt x="629248" y="654535"/>
                  </a:moveTo>
                  <a:lnTo>
                    <a:pt x="609115" y="707774"/>
                  </a:lnTo>
                  <a:lnTo>
                    <a:pt x="613893" y="689421"/>
                  </a:lnTo>
                  <a:close/>
                  <a:moveTo>
                    <a:pt x="482644" y="572430"/>
                  </a:moveTo>
                  <a:lnTo>
                    <a:pt x="515992" y="572538"/>
                  </a:lnTo>
                  <a:lnTo>
                    <a:pt x="505407" y="561329"/>
                  </a:lnTo>
                  <a:close/>
                  <a:moveTo>
                    <a:pt x="281239" y="255625"/>
                  </a:moveTo>
                  <a:lnTo>
                    <a:pt x="238108" y="281033"/>
                  </a:lnTo>
                  <a:lnTo>
                    <a:pt x="271623" y="281764"/>
                  </a:lnTo>
                  <a:close/>
                  <a:moveTo>
                    <a:pt x="274068" y="216707"/>
                  </a:moveTo>
                  <a:lnTo>
                    <a:pt x="281239" y="255625"/>
                  </a:lnTo>
                  <a:lnTo>
                    <a:pt x="281286" y="266715"/>
                  </a:lnTo>
                  <a:close/>
                  <a:moveTo>
                    <a:pt x="157719" y="133414"/>
                  </a:moveTo>
                  <a:lnTo>
                    <a:pt x="171879" y="111367"/>
                  </a:lnTo>
                  <a:lnTo>
                    <a:pt x="173493" y="102511"/>
                  </a:lnTo>
                  <a:close/>
                  <a:moveTo>
                    <a:pt x="157719" y="133414"/>
                  </a:moveTo>
                  <a:lnTo>
                    <a:pt x="166537" y="138019"/>
                  </a:lnTo>
                  <a:lnTo>
                    <a:pt x="171879" y="111367"/>
                  </a:lnTo>
                  <a:close/>
                  <a:moveTo>
                    <a:pt x="151412" y="156449"/>
                  </a:moveTo>
                  <a:lnTo>
                    <a:pt x="166537" y="138019"/>
                  </a:lnTo>
                  <a:lnTo>
                    <a:pt x="149993" y="146819"/>
                  </a:lnTo>
                  <a:close/>
                  <a:moveTo>
                    <a:pt x="166537" y="138019"/>
                  </a:moveTo>
                  <a:lnTo>
                    <a:pt x="177976" y="119695"/>
                  </a:lnTo>
                  <a:lnTo>
                    <a:pt x="171879" y="111367"/>
                  </a:lnTo>
                  <a:close/>
                  <a:moveTo>
                    <a:pt x="177815" y="83977"/>
                  </a:moveTo>
                  <a:lnTo>
                    <a:pt x="171879" y="111367"/>
                  </a:lnTo>
                  <a:lnTo>
                    <a:pt x="177976" y="119695"/>
                  </a:lnTo>
                  <a:close/>
                  <a:moveTo>
                    <a:pt x="90890" y="8131"/>
                  </a:moveTo>
                  <a:lnTo>
                    <a:pt x="43784" y="0"/>
                  </a:lnTo>
                  <a:lnTo>
                    <a:pt x="69542" y="6148"/>
                  </a:lnTo>
                  <a:close/>
                  <a:moveTo>
                    <a:pt x="898002" y="930693"/>
                  </a:moveTo>
                  <a:lnTo>
                    <a:pt x="897168" y="933240"/>
                  </a:lnTo>
                  <a:lnTo>
                    <a:pt x="909443" y="947248"/>
                  </a:lnTo>
                  <a:close/>
                  <a:moveTo>
                    <a:pt x="923761" y="980355"/>
                  </a:moveTo>
                  <a:lnTo>
                    <a:pt x="921954" y="997543"/>
                  </a:lnTo>
                  <a:lnTo>
                    <a:pt x="927952" y="984631"/>
                  </a:lnTo>
                  <a:close/>
                  <a:moveTo>
                    <a:pt x="768925" y="702913"/>
                  </a:moveTo>
                  <a:lnTo>
                    <a:pt x="768472" y="712107"/>
                  </a:lnTo>
                  <a:lnTo>
                    <a:pt x="784634" y="673408"/>
                  </a:lnTo>
                  <a:close/>
                  <a:moveTo>
                    <a:pt x="749943" y="660310"/>
                  </a:moveTo>
                  <a:lnTo>
                    <a:pt x="768925" y="702913"/>
                  </a:lnTo>
                  <a:lnTo>
                    <a:pt x="770822" y="665450"/>
                  </a:lnTo>
                  <a:close/>
                  <a:moveTo>
                    <a:pt x="770822" y="665450"/>
                  </a:moveTo>
                  <a:lnTo>
                    <a:pt x="768925" y="702913"/>
                  </a:lnTo>
                  <a:lnTo>
                    <a:pt x="784634" y="673408"/>
                  </a:lnTo>
                  <a:close/>
                  <a:moveTo>
                    <a:pt x="460092" y="325727"/>
                  </a:moveTo>
                  <a:lnTo>
                    <a:pt x="455939" y="305858"/>
                  </a:lnTo>
                  <a:lnTo>
                    <a:pt x="484270" y="289887"/>
                  </a:lnTo>
                  <a:close/>
                  <a:moveTo>
                    <a:pt x="568921" y="308246"/>
                  </a:moveTo>
                  <a:lnTo>
                    <a:pt x="564590" y="341035"/>
                  </a:lnTo>
                  <a:lnTo>
                    <a:pt x="576131" y="312654"/>
                  </a:lnTo>
                  <a:close/>
                  <a:moveTo>
                    <a:pt x="576131" y="312654"/>
                  </a:moveTo>
                  <a:lnTo>
                    <a:pt x="564590" y="341035"/>
                  </a:lnTo>
                  <a:lnTo>
                    <a:pt x="581869" y="325429"/>
                  </a:lnTo>
                  <a:close/>
                  <a:moveTo>
                    <a:pt x="576131" y="312654"/>
                  </a:moveTo>
                  <a:lnTo>
                    <a:pt x="560624" y="280513"/>
                  </a:lnTo>
                  <a:lnTo>
                    <a:pt x="568921" y="308246"/>
                  </a:lnTo>
                  <a:close/>
                  <a:moveTo>
                    <a:pt x="560624" y="280513"/>
                  </a:moveTo>
                  <a:lnTo>
                    <a:pt x="551237" y="271491"/>
                  </a:lnTo>
                  <a:lnTo>
                    <a:pt x="568921" y="308246"/>
                  </a:lnTo>
                  <a:close/>
                  <a:moveTo>
                    <a:pt x="565742" y="249136"/>
                  </a:moveTo>
                  <a:lnTo>
                    <a:pt x="560624" y="280513"/>
                  </a:lnTo>
                  <a:lnTo>
                    <a:pt x="569878" y="234736"/>
                  </a:lnTo>
                  <a:close/>
                  <a:moveTo>
                    <a:pt x="551237" y="271491"/>
                  </a:moveTo>
                  <a:lnTo>
                    <a:pt x="560624" y="280513"/>
                  </a:lnTo>
                  <a:lnTo>
                    <a:pt x="565742" y="249136"/>
                  </a:lnTo>
                  <a:close/>
                  <a:moveTo>
                    <a:pt x="565742" y="249136"/>
                  </a:moveTo>
                  <a:lnTo>
                    <a:pt x="569737" y="228357"/>
                  </a:lnTo>
                  <a:lnTo>
                    <a:pt x="551237" y="271491"/>
                  </a:lnTo>
                  <a:close/>
                  <a:moveTo>
                    <a:pt x="551237" y="271491"/>
                  </a:moveTo>
                  <a:lnTo>
                    <a:pt x="569737" y="228357"/>
                  </a:lnTo>
                  <a:lnTo>
                    <a:pt x="566261" y="217553"/>
                  </a:lnTo>
                  <a:close/>
                  <a:moveTo>
                    <a:pt x="569737" y="228357"/>
                  </a:moveTo>
                  <a:lnTo>
                    <a:pt x="565742" y="249136"/>
                  </a:lnTo>
                  <a:lnTo>
                    <a:pt x="569878" y="23473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58" name="Input_density__97">
              <a:extLst>
                <a:ext uri="{FF2B5EF4-FFF2-40B4-BE49-F238E27FC236}">
                  <a16:creationId xmlns:a16="http://schemas.microsoft.com/office/drawing/2014/main" id="{36CA873F-F8AD-C00D-7C5F-86635C8FB9E8}"/>
                </a:ext>
              </a:extLst>
            </p:cNvPr>
            <p:cNvSpPr>
              <a:spLocks noGrp="1"/>
            </p:cNvSpPr>
            <p:nvPr/>
          </p:nvSpPr>
          <p:spPr>
            <a:xfrm>
              <a:off x="957432" y="1724572"/>
              <a:ext cx="919847" cy="1268592"/>
            </a:xfrm>
            <a:custGeom>
              <a:avLst/>
              <a:gdLst/>
              <a:ahLst/>
              <a:cxnLst/>
              <a:rect l="0" t="0" r="0" b="0"/>
              <a:pathLst>
                <a:path w="919847" h="1268592">
                  <a:moveTo>
                    <a:pt x="64744" y="1173495"/>
                  </a:moveTo>
                  <a:lnTo>
                    <a:pt x="38172" y="1203580"/>
                  </a:lnTo>
                  <a:lnTo>
                    <a:pt x="41598" y="1202713"/>
                  </a:lnTo>
                  <a:close/>
                  <a:moveTo>
                    <a:pt x="11643" y="1195745"/>
                  </a:moveTo>
                  <a:lnTo>
                    <a:pt x="38172" y="1203580"/>
                  </a:lnTo>
                  <a:lnTo>
                    <a:pt x="64744" y="1173495"/>
                  </a:lnTo>
                  <a:close/>
                  <a:moveTo>
                    <a:pt x="67887" y="1148774"/>
                  </a:moveTo>
                  <a:lnTo>
                    <a:pt x="65227" y="1163926"/>
                  </a:lnTo>
                  <a:lnTo>
                    <a:pt x="41598" y="1202713"/>
                  </a:lnTo>
                  <a:close/>
                  <a:moveTo>
                    <a:pt x="75836" y="1118760"/>
                  </a:moveTo>
                  <a:lnTo>
                    <a:pt x="65227" y="1163926"/>
                  </a:lnTo>
                  <a:lnTo>
                    <a:pt x="67887" y="1148774"/>
                  </a:lnTo>
                  <a:close/>
                  <a:moveTo>
                    <a:pt x="146874" y="1124636"/>
                  </a:moveTo>
                  <a:lnTo>
                    <a:pt x="186896" y="1092426"/>
                  </a:lnTo>
                  <a:lnTo>
                    <a:pt x="136152" y="1094836"/>
                  </a:lnTo>
                  <a:close/>
                  <a:moveTo>
                    <a:pt x="166016" y="1014359"/>
                  </a:moveTo>
                  <a:lnTo>
                    <a:pt x="140140" y="1040898"/>
                  </a:lnTo>
                  <a:lnTo>
                    <a:pt x="156624" y="1007614"/>
                  </a:lnTo>
                  <a:close/>
                  <a:moveTo>
                    <a:pt x="188671" y="1002854"/>
                  </a:moveTo>
                  <a:lnTo>
                    <a:pt x="166016" y="1014359"/>
                  </a:lnTo>
                  <a:lnTo>
                    <a:pt x="156624" y="1007614"/>
                  </a:lnTo>
                  <a:close/>
                  <a:moveTo>
                    <a:pt x="166016" y="1014359"/>
                  </a:moveTo>
                  <a:lnTo>
                    <a:pt x="188671" y="1002854"/>
                  </a:lnTo>
                  <a:lnTo>
                    <a:pt x="168297" y="1004143"/>
                  </a:lnTo>
                  <a:close/>
                  <a:moveTo>
                    <a:pt x="188671" y="1002854"/>
                  </a:moveTo>
                  <a:lnTo>
                    <a:pt x="210461" y="986960"/>
                  </a:lnTo>
                  <a:lnTo>
                    <a:pt x="168297" y="1004143"/>
                  </a:lnTo>
                  <a:close/>
                  <a:moveTo>
                    <a:pt x="220932" y="984364"/>
                  </a:moveTo>
                  <a:lnTo>
                    <a:pt x="210461" y="986960"/>
                  </a:lnTo>
                  <a:lnTo>
                    <a:pt x="244801" y="1009706"/>
                  </a:lnTo>
                  <a:close/>
                  <a:moveTo>
                    <a:pt x="244801" y="1009706"/>
                  </a:moveTo>
                  <a:lnTo>
                    <a:pt x="210461" y="986960"/>
                  </a:lnTo>
                  <a:lnTo>
                    <a:pt x="210344" y="987678"/>
                  </a:lnTo>
                  <a:close/>
                  <a:moveTo>
                    <a:pt x="210344" y="987678"/>
                  </a:moveTo>
                  <a:lnTo>
                    <a:pt x="210461" y="986960"/>
                  </a:lnTo>
                  <a:lnTo>
                    <a:pt x="188671" y="1002854"/>
                  </a:lnTo>
                  <a:close/>
                  <a:moveTo>
                    <a:pt x="141721" y="786001"/>
                  </a:moveTo>
                  <a:lnTo>
                    <a:pt x="148150" y="822756"/>
                  </a:lnTo>
                  <a:lnTo>
                    <a:pt x="178213" y="813017"/>
                  </a:lnTo>
                  <a:close/>
                  <a:moveTo>
                    <a:pt x="11462" y="705989"/>
                  </a:moveTo>
                  <a:lnTo>
                    <a:pt x="49320" y="702299"/>
                  </a:lnTo>
                  <a:lnTo>
                    <a:pt x="32573" y="671166"/>
                  </a:lnTo>
                  <a:close/>
                  <a:moveTo>
                    <a:pt x="60400" y="658553"/>
                  </a:moveTo>
                  <a:lnTo>
                    <a:pt x="32573" y="671166"/>
                  </a:lnTo>
                  <a:lnTo>
                    <a:pt x="49320" y="702299"/>
                  </a:lnTo>
                  <a:close/>
                  <a:moveTo>
                    <a:pt x="73159" y="627711"/>
                  </a:moveTo>
                  <a:lnTo>
                    <a:pt x="32573" y="671166"/>
                  </a:lnTo>
                  <a:lnTo>
                    <a:pt x="60400" y="658553"/>
                  </a:lnTo>
                  <a:close/>
                  <a:moveTo>
                    <a:pt x="339920" y="952593"/>
                  </a:moveTo>
                  <a:lnTo>
                    <a:pt x="367165" y="979493"/>
                  </a:lnTo>
                  <a:lnTo>
                    <a:pt x="374665" y="940646"/>
                  </a:lnTo>
                  <a:close/>
                  <a:moveTo>
                    <a:pt x="280923" y="713785"/>
                  </a:moveTo>
                  <a:lnTo>
                    <a:pt x="252472" y="751634"/>
                  </a:lnTo>
                  <a:lnTo>
                    <a:pt x="265215" y="734451"/>
                  </a:lnTo>
                  <a:close/>
                  <a:moveTo>
                    <a:pt x="280923" y="713785"/>
                  </a:moveTo>
                  <a:lnTo>
                    <a:pt x="261046" y="735673"/>
                  </a:lnTo>
                  <a:lnTo>
                    <a:pt x="252472" y="751634"/>
                  </a:lnTo>
                  <a:close/>
                  <a:moveTo>
                    <a:pt x="191415" y="628281"/>
                  </a:moveTo>
                  <a:lnTo>
                    <a:pt x="184098" y="624186"/>
                  </a:lnTo>
                  <a:lnTo>
                    <a:pt x="169225" y="641522"/>
                  </a:lnTo>
                  <a:close/>
                  <a:moveTo>
                    <a:pt x="184098" y="624186"/>
                  </a:moveTo>
                  <a:lnTo>
                    <a:pt x="189475" y="621026"/>
                  </a:lnTo>
                  <a:lnTo>
                    <a:pt x="165142" y="641369"/>
                  </a:lnTo>
                  <a:close/>
                  <a:moveTo>
                    <a:pt x="167271" y="598177"/>
                  </a:moveTo>
                  <a:lnTo>
                    <a:pt x="189475" y="621026"/>
                  </a:lnTo>
                  <a:lnTo>
                    <a:pt x="213820" y="587474"/>
                  </a:lnTo>
                  <a:close/>
                  <a:moveTo>
                    <a:pt x="788947" y="1231837"/>
                  </a:moveTo>
                  <a:lnTo>
                    <a:pt x="774638" y="1217728"/>
                  </a:lnTo>
                  <a:lnTo>
                    <a:pt x="754150" y="1206814"/>
                  </a:lnTo>
                  <a:close/>
                  <a:moveTo>
                    <a:pt x="442278" y="881471"/>
                  </a:moveTo>
                  <a:lnTo>
                    <a:pt x="464156" y="900555"/>
                  </a:lnTo>
                  <a:lnTo>
                    <a:pt x="470174" y="864288"/>
                  </a:lnTo>
                  <a:close/>
                  <a:moveTo>
                    <a:pt x="469441" y="827533"/>
                  </a:moveTo>
                  <a:lnTo>
                    <a:pt x="468307" y="829199"/>
                  </a:lnTo>
                  <a:lnTo>
                    <a:pt x="442278" y="881471"/>
                  </a:lnTo>
                  <a:close/>
                  <a:moveTo>
                    <a:pt x="470174" y="864288"/>
                  </a:moveTo>
                  <a:lnTo>
                    <a:pt x="469441" y="827533"/>
                  </a:lnTo>
                  <a:lnTo>
                    <a:pt x="442278" y="881471"/>
                  </a:lnTo>
                  <a:close/>
                  <a:moveTo>
                    <a:pt x="335396" y="696662"/>
                  </a:moveTo>
                  <a:lnTo>
                    <a:pt x="310760" y="700765"/>
                  </a:lnTo>
                  <a:lnTo>
                    <a:pt x="280923" y="713785"/>
                  </a:lnTo>
                  <a:close/>
                  <a:moveTo>
                    <a:pt x="236619" y="576508"/>
                  </a:moveTo>
                  <a:lnTo>
                    <a:pt x="194743" y="620590"/>
                  </a:lnTo>
                  <a:lnTo>
                    <a:pt x="216612" y="607003"/>
                  </a:lnTo>
                  <a:close/>
                  <a:moveTo>
                    <a:pt x="189475" y="621026"/>
                  </a:moveTo>
                  <a:lnTo>
                    <a:pt x="194743" y="620590"/>
                  </a:lnTo>
                  <a:lnTo>
                    <a:pt x="236619" y="576508"/>
                  </a:lnTo>
                  <a:close/>
                  <a:moveTo>
                    <a:pt x="213820" y="587474"/>
                  </a:moveTo>
                  <a:lnTo>
                    <a:pt x="189475" y="621026"/>
                  </a:lnTo>
                  <a:lnTo>
                    <a:pt x="236619" y="576508"/>
                  </a:lnTo>
                  <a:close/>
                  <a:moveTo>
                    <a:pt x="826277" y="1214654"/>
                  </a:moveTo>
                  <a:lnTo>
                    <a:pt x="836850" y="1256163"/>
                  </a:lnTo>
                  <a:lnTo>
                    <a:pt x="836450" y="1228049"/>
                  </a:lnTo>
                  <a:close/>
                  <a:moveTo>
                    <a:pt x="791063" y="1268592"/>
                  </a:moveTo>
                  <a:lnTo>
                    <a:pt x="836850" y="1256163"/>
                  </a:lnTo>
                  <a:lnTo>
                    <a:pt x="826277" y="1214654"/>
                  </a:lnTo>
                  <a:close/>
                  <a:moveTo>
                    <a:pt x="788947" y="1231837"/>
                  </a:moveTo>
                  <a:lnTo>
                    <a:pt x="791063" y="1268592"/>
                  </a:lnTo>
                  <a:lnTo>
                    <a:pt x="826277" y="1214654"/>
                  </a:lnTo>
                  <a:close/>
                  <a:moveTo>
                    <a:pt x="836850" y="1256163"/>
                  </a:moveTo>
                  <a:lnTo>
                    <a:pt x="859431" y="1251409"/>
                  </a:lnTo>
                  <a:lnTo>
                    <a:pt x="836450" y="1228049"/>
                  </a:lnTo>
                  <a:close/>
                  <a:moveTo>
                    <a:pt x="469441" y="827533"/>
                  </a:moveTo>
                  <a:lnTo>
                    <a:pt x="470174" y="864288"/>
                  </a:lnTo>
                  <a:lnTo>
                    <a:pt x="483866" y="847104"/>
                  </a:lnTo>
                  <a:close/>
                  <a:moveTo>
                    <a:pt x="469441" y="827533"/>
                  </a:moveTo>
                  <a:lnTo>
                    <a:pt x="483866" y="847104"/>
                  </a:lnTo>
                  <a:lnTo>
                    <a:pt x="477094" y="810349"/>
                  </a:lnTo>
                  <a:close/>
                  <a:moveTo>
                    <a:pt x="485337" y="787331"/>
                  </a:moveTo>
                  <a:lnTo>
                    <a:pt x="469441" y="827533"/>
                  </a:lnTo>
                  <a:lnTo>
                    <a:pt x="477094" y="810349"/>
                  </a:lnTo>
                  <a:close/>
                  <a:moveTo>
                    <a:pt x="885705" y="1243533"/>
                  </a:moveTo>
                  <a:lnTo>
                    <a:pt x="836450" y="1228049"/>
                  </a:lnTo>
                  <a:lnTo>
                    <a:pt x="859431" y="1251409"/>
                  </a:lnTo>
                  <a:close/>
                  <a:moveTo>
                    <a:pt x="835571" y="1212456"/>
                  </a:moveTo>
                  <a:lnTo>
                    <a:pt x="836450" y="1228049"/>
                  </a:lnTo>
                  <a:lnTo>
                    <a:pt x="885705" y="1243533"/>
                  </a:lnTo>
                  <a:close/>
                  <a:moveTo>
                    <a:pt x="867206" y="1213825"/>
                  </a:moveTo>
                  <a:lnTo>
                    <a:pt x="835571" y="1212456"/>
                  </a:lnTo>
                  <a:lnTo>
                    <a:pt x="885705" y="1243533"/>
                  </a:lnTo>
                  <a:close/>
                  <a:moveTo>
                    <a:pt x="826277" y="1214654"/>
                  </a:moveTo>
                  <a:lnTo>
                    <a:pt x="836450" y="1228049"/>
                  </a:lnTo>
                  <a:lnTo>
                    <a:pt x="835571" y="1212456"/>
                  </a:lnTo>
                  <a:close/>
                  <a:moveTo>
                    <a:pt x="485337" y="787331"/>
                  </a:moveTo>
                  <a:lnTo>
                    <a:pt x="511823" y="790151"/>
                  </a:lnTo>
                  <a:lnTo>
                    <a:pt x="502697" y="773594"/>
                  </a:lnTo>
                  <a:close/>
                  <a:moveTo>
                    <a:pt x="511823" y="790151"/>
                  </a:moveTo>
                  <a:lnTo>
                    <a:pt x="524843" y="756411"/>
                  </a:lnTo>
                  <a:lnTo>
                    <a:pt x="502697" y="773594"/>
                  </a:lnTo>
                  <a:close/>
                  <a:moveTo>
                    <a:pt x="890510" y="1123961"/>
                  </a:moveTo>
                  <a:lnTo>
                    <a:pt x="919847" y="1143532"/>
                  </a:lnTo>
                  <a:lnTo>
                    <a:pt x="901213" y="1106777"/>
                  </a:lnTo>
                  <a:close/>
                  <a:moveTo>
                    <a:pt x="594901" y="755406"/>
                  </a:moveTo>
                  <a:lnTo>
                    <a:pt x="573535" y="753080"/>
                  </a:lnTo>
                  <a:lnTo>
                    <a:pt x="614806" y="775982"/>
                  </a:lnTo>
                  <a:close/>
                  <a:moveTo>
                    <a:pt x="244825" y="334923"/>
                  </a:moveTo>
                  <a:lnTo>
                    <a:pt x="247999" y="330433"/>
                  </a:lnTo>
                  <a:lnTo>
                    <a:pt x="204835" y="352106"/>
                  </a:lnTo>
                  <a:close/>
                  <a:moveTo>
                    <a:pt x="571681" y="620346"/>
                  </a:moveTo>
                  <a:lnTo>
                    <a:pt x="540415" y="628962"/>
                  </a:lnTo>
                  <a:lnTo>
                    <a:pt x="579834" y="658464"/>
                  </a:lnTo>
                  <a:close/>
                  <a:moveTo>
                    <a:pt x="631766" y="672452"/>
                  </a:moveTo>
                  <a:lnTo>
                    <a:pt x="614765" y="648534"/>
                  </a:lnTo>
                  <a:lnTo>
                    <a:pt x="574065" y="677501"/>
                  </a:lnTo>
                  <a:close/>
                  <a:moveTo>
                    <a:pt x="614765" y="648534"/>
                  </a:moveTo>
                  <a:lnTo>
                    <a:pt x="622461" y="637662"/>
                  </a:lnTo>
                  <a:lnTo>
                    <a:pt x="579834" y="658464"/>
                  </a:lnTo>
                  <a:close/>
                  <a:moveTo>
                    <a:pt x="312807" y="355047"/>
                  </a:moveTo>
                  <a:lnTo>
                    <a:pt x="332141" y="321670"/>
                  </a:lnTo>
                  <a:lnTo>
                    <a:pt x="295275" y="324553"/>
                  </a:lnTo>
                  <a:close/>
                  <a:moveTo>
                    <a:pt x="332141" y="321670"/>
                  </a:moveTo>
                  <a:lnTo>
                    <a:pt x="322289" y="284932"/>
                  </a:lnTo>
                  <a:lnTo>
                    <a:pt x="295275" y="324553"/>
                  </a:lnTo>
                  <a:close/>
                  <a:moveTo>
                    <a:pt x="29152" y="10505"/>
                  </a:moveTo>
                  <a:lnTo>
                    <a:pt x="0" y="26085"/>
                  </a:lnTo>
                  <a:lnTo>
                    <a:pt x="54217" y="8009"/>
                  </a:lnTo>
                  <a:close/>
                  <a:moveTo>
                    <a:pt x="85395" y="0"/>
                  </a:moveTo>
                  <a:lnTo>
                    <a:pt x="29152" y="10505"/>
                  </a:lnTo>
                  <a:lnTo>
                    <a:pt x="54217" y="8009"/>
                  </a:lnTo>
                  <a:close/>
                  <a:moveTo>
                    <a:pt x="684604" y="672213"/>
                  </a:moveTo>
                  <a:lnTo>
                    <a:pt x="642748" y="685289"/>
                  </a:lnTo>
                  <a:lnTo>
                    <a:pt x="692021" y="676950"/>
                  </a:lnTo>
                  <a:close/>
                  <a:moveTo>
                    <a:pt x="692021" y="676950"/>
                  </a:moveTo>
                  <a:lnTo>
                    <a:pt x="642748" y="685289"/>
                  </a:lnTo>
                  <a:lnTo>
                    <a:pt x="636021" y="688360"/>
                  </a:lnTo>
                  <a:close/>
                  <a:moveTo>
                    <a:pt x="642748" y="685289"/>
                  </a:moveTo>
                  <a:lnTo>
                    <a:pt x="684604" y="672213"/>
                  </a:lnTo>
                  <a:lnTo>
                    <a:pt x="631766" y="672452"/>
                  </a:lnTo>
                  <a:close/>
                  <a:moveTo>
                    <a:pt x="631766" y="672452"/>
                  </a:moveTo>
                  <a:lnTo>
                    <a:pt x="684604" y="672213"/>
                  </a:lnTo>
                  <a:lnTo>
                    <a:pt x="687083" y="658490"/>
                  </a:lnTo>
                  <a:close/>
                  <a:moveTo>
                    <a:pt x="631766" y="672452"/>
                  </a:moveTo>
                  <a:lnTo>
                    <a:pt x="687083" y="658490"/>
                  </a:lnTo>
                  <a:lnTo>
                    <a:pt x="650903" y="647793"/>
                  </a:lnTo>
                  <a:close/>
                  <a:moveTo>
                    <a:pt x="631766" y="672452"/>
                  </a:moveTo>
                  <a:lnTo>
                    <a:pt x="632720" y="631351"/>
                  </a:lnTo>
                  <a:lnTo>
                    <a:pt x="614765" y="648534"/>
                  </a:lnTo>
                  <a:close/>
                  <a:moveTo>
                    <a:pt x="632720" y="631351"/>
                  </a:moveTo>
                  <a:lnTo>
                    <a:pt x="622461" y="637662"/>
                  </a:lnTo>
                  <a:lnTo>
                    <a:pt x="614765" y="648534"/>
                  </a:lnTo>
                  <a:close/>
                  <a:moveTo>
                    <a:pt x="623162" y="544074"/>
                  </a:moveTo>
                  <a:lnTo>
                    <a:pt x="606456" y="521086"/>
                  </a:lnTo>
                  <a:lnTo>
                    <a:pt x="563148" y="540476"/>
                  </a:lnTo>
                  <a:close/>
                  <a:moveTo>
                    <a:pt x="623162" y="544074"/>
                  </a:moveTo>
                  <a:lnTo>
                    <a:pt x="631690" y="509154"/>
                  </a:lnTo>
                  <a:lnTo>
                    <a:pt x="606456" y="521086"/>
                  </a:lnTo>
                  <a:close/>
                  <a:moveTo>
                    <a:pt x="832884" y="687677"/>
                  </a:moveTo>
                  <a:lnTo>
                    <a:pt x="851930" y="724433"/>
                  </a:lnTo>
                  <a:lnTo>
                    <a:pt x="880925" y="710454"/>
                  </a:lnTo>
                  <a:close/>
                  <a:moveTo>
                    <a:pt x="488191" y="316962"/>
                  </a:moveTo>
                  <a:lnTo>
                    <a:pt x="492395" y="317398"/>
                  </a:lnTo>
                  <a:lnTo>
                    <a:pt x="541473" y="295390"/>
                  </a:lnTo>
                  <a:close/>
                  <a:moveTo>
                    <a:pt x="520344" y="312599"/>
                  </a:moveTo>
                  <a:lnTo>
                    <a:pt x="488191" y="316962"/>
                  </a:lnTo>
                  <a:lnTo>
                    <a:pt x="541473" y="295390"/>
                  </a:lnTo>
                  <a:close/>
                  <a:moveTo>
                    <a:pt x="569365" y="275099"/>
                  </a:moveTo>
                  <a:lnTo>
                    <a:pt x="520344" y="3125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69365" y="275099"/>
                  </a:lnTo>
                  <a:lnTo>
                    <a:pt x="541473" y="295390"/>
                  </a:lnTo>
                  <a:close/>
                  <a:moveTo>
                    <a:pt x="552457" y="295657"/>
                  </a:moveTo>
                  <a:lnTo>
                    <a:pt x="597229" y="286347"/>
                  </a:lnTo>
                  <a:lnTo>
                    <a:pt x="569365" y="275099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59" name="Input_density__98">
              <a:extLst>
                <a:ext uri="{FF2B5EF4-FFF2-40B4-BE49-F238E27FC236}">
                  <a16:creationId xmlns:a16="http://schemas.microsoft.com/office/drawing/2014/main" id="{7AC72648-DA43-06BB-FBEE-45FB155653AE}"/>
                </a:ext>
              </a:extLst>
            </p:cNvPr>
            <p:cNvSpPr>
              <a:spLocks noGrp="1"/>
            </p:cNvSpPr>
            <p:nvPr/>
          </p:nvSpPr>
          <p:spPr>
            <a:xfrm>
              <a:off x="1015505" y="1829535"/>
              <a:ext cx="825130" cy="1202570"/>
            </a:xfrm>
            <a:custGeom>
              <a:avLst/>
              <a:gdLst/>
              <a:ahLst/>
              <a:cxnLst/>
              <a:rect l="0" t="0" r="0" b="0"/>
              <a:pathLst>
                <a:path w="825130" h="1202570">
                  <a:moveTo>
                    <a:pt x="110291" y="1063383"/>
                  </a:moveTo>
                  <a:lnTo>
                    <a:pt x="87178" y="1080566"/>
                  </a:lnTo>
                  <a:lnTo>
                    <a:pt x="121326" y="1055638"/>
                  </a:lnTo>
                  <a:close/>
                  <a:moveTo>
                    <a:pt x="54137" y="681038"/>
                  </a:moveTo>
                  <a:lnTo>
                    <a:pt x="63340" y="637650"/>
                  </a:lnTo>
                  <a:lnTo>
                    <a:pt x="67556" y="627100"/>
                  </a:lnTo>
                  <a:close/>
                  <a:moveTo>
                    <a:pt x="54137" y="681038"/>
                  </a:moveTo>
                  <a:lnTo>
                    <a:pt x="67556" y="627100"/>
                  </a:lnTo>
                  <a:lnTo>
                    <a:pt x="60563" y="663855"/>
                  </a:lnTo>
                  <a:close/>
                  <a:moveTo>
                    <a:pt x="67556" y="627100"/>
                  </a:moveTo>
                  <a:lnTo>
                    <a:pt x="63340" y="637650"/>
                  </a:lnTo>
                  <a:lnTo>
                    <a:pt x="72622" y="613288"/>
                  </a:lnTo>
                  <a:close/>
                  <a:moveTo>
                    <a:pt x="72622" y="613288"/>
                  </a:moveTo>
                  <a:lnTo>
                    <a:pt x="82689" y="577172"/>
                  </a:lnTo>
                  <a:lnTo>
                    <a:pt x="67556" y="627100"/>
                  </a:lnTo>
                  <a:close/>
                  <a:moveTo>
                    <a:pt x="82689" y="577172"/>
                  </a:moveTo>
                  <a:lnTo>
                    <a:pt x="72622" y="613288"/>
                  </a:lnTo>
                  <a:lnTo>
                    <a:pt x="84046" y="590345"/>
                  </a:lnTo>
                  <a:close/>
                  <a:moveTo>
                    <a:pt x="82689" y="577172"/>
                  </a:moveTo>
                  <a:lnTo>
                    <a:pt x="84046" y="590345"/>
                  </a:lnTo>
                  <a:lnTo>
                    <a:pt x="77199" y="536888"/>
                  </a:lnTo>
                  <a:close/>
                  <a:moveTo>
                    <a:pt x="82689" y="577172"/>
                  </a:moveTo>
                  <a:lnTo>
                    <a:pt x="77199" y="536888"/>
                  </a:lnTo>
                  <a:lnTo>
                    <a:pt x="82082" y="573161"/>
                  </a:lnTo>
                  <a:close/>
                  <a:moveTo>
                    <a:pt x="77199" y="536888"/>
                  </a:moveTo>
                  <a:lnTo>
                    <a:pt x="76891" y="536406"/>
                  </a:lnTo>
                  <a:lnTo>
                    <a:pt x="82082" y="573161"/>
                  </a:lnTo>
                  <a:close/>
                  <a:moveTo>
                    <a:pt x="247943" y="702636"/>
                  </a:moveTo>
                  <a:lnTo>
                    <a:pt x="255977" y="704306"/>
                  </a:lnTo>
                  <a:lnTo>
                    <a:pt x="279975" y="697823"/>
                  </a:lnTo>
                  <a:close/>
                  <a:moveTo>
                    <a:pt x="279975" y="697823"/>
                  </a:moveTo>
                  <a:lnTo>
                    <a:pt x="255977" y="704306"/>
                  </a:lnTo>
                  <a:lnTo>
                    <a:pt x="309893" y="685102"/>
                  </a:lnTo>
                  <a:close/>
                  <a:moveTo>
                    <a:pt x="300637" y="678866"/>
                  </a:moveTo>
                  <a:lnTo>
                    <a:pt x="321996" y="652302"/>
                  </a:lnTo>
                  <a:lnTo>
                    <a:pt x="323062" y="649059"/>
                  </a:lnTo>
                  <a:close/>
                  <a:moveTo>
                    <a:pt x="309893" y="685102"/>
                  </a:moveTo>
                  <a:lnTo>
                    <a:pt x="321996" y="652302"/>
                  </a:lnTo>
                  <a:lnTo>
                    <a:pt x="300637" y="678866"/>
                  </a:lnTo>
                  <a:close/>
                  <a:moveTo>
                    <a:pt x="279975" y="697823"/>
                  </a:moveTo>
                  <a:lnTo>
                    <a:pt x="309893" y="685102"/>
                  </a:lnTo>
                  <a:lnTo>
                    <a:pt x="300637" y="678866"/>
                  </a:lnTo>
                  <a:close/>
                  <a:moveTo>
                    <a:pt x="801233" y="1200384"/>
                  </a:moveTo>
                  <a:lnTo>
                    <a:pt x="805083" y="1201649"/>
                  </a:lnTo>
                  <a:lnTo>
                    <a:pt x="807224" y="1202570"/>
                  </a:lnTo>
                  <a:close/>
                  <a:moveTo>
                    <a:pt x="801233" y="1200384"/>
                  </a:moveTo>
                  <a:lnTo>
                    <a:pt x="807224" y="1202570"/>
                  </a:lnTo>
                  <a:lnTo>
                    <a:pt x="811568" y="1196377"/>
                  </a:lnTo>
                  <a:close/>
                  <a:moveTo>
                    <a:pt x="811568" y="1196377"/>
                  </a:moveTo>
                  <a:lnTo>
                    <a:pt x="807224" y="1202570"/>
                  </a:lnTo>
                  <a:lnTo>
                    <a:pt x="808822" y="1200384"/>
                  </a:lnTo>
                  <a:close/>
                  <a:moveTo>
                    <a:pt x="808822" y="1200384"/>
                  </a:moveTo>
                  <a:lnTo>
                    <a:pt x="825130" y="1173310"/>
                  </a:lnTo>
                  <a:lnTo>
                    <a:pt x="811568" y="1196377"/>
                  </a:lnTo>
                  <a:close/>
                  <a:moveTo>
                    <a:pt x="357827" y="595121"/>
                  </a:moveTo>
                  <a:lnTo>
                    <a:pt x="367130" y="597950"/>
                  </a:lnTo>
                  <a:lnTo>
                    <a:pt x="371565" y="598695"/>
                  </a:lnTo>
                  <a:close/>
                  <a:moveTo>
                    <a:pt x="377997" y="595121"/>
                  </a:moveTo>
                  <a:lnTo>
                    <a:pt x="371565" y="598695"/>
                  </a:lnTo>
                  <a:lnTo>
                    <a:pt x="367130" y="597950"/>
                  </a:lnTo>
                  <a:close/>
                  <a:moveTo>
                    <a:pt x="394370" y="587751"/>
                  </a:moveTo>
                  <a:lnTo>
                    <a:pt x="371565" y="598695"/>
                  </a:lnTo>
                  <a:lnTo>
                    <a:pt x="430725" y="599100"/>
                  </a:lnTo>
                  <a:close/>
                  <a:moveTo>
                    <a:pt x="14482" y="9430"/>
                  </a:moveTo>
                  <a:lnTo>
                    <a:pt x="0" y="26613"/>
                  </a:lnTo>
                  <a:lnTo>
                    <a:pt x="29715" y="192"/>
                  </a:lnTo>
                  <a:close/>
                  <a:moveTo>
                    <a:pt x="29715" y="192"/>
                  </a:moveTo>
                  <a:lnTo>
                    <a:pt x="6131" y="8224"/>
                  </a:lnTo>
                  <a:lnTo>
                    <a:pt x="63446" y="1729"/>
                  </a:lnTo>
                  <a:close/>
                  <a:moveTo>
                    <a:pt x="271623" y="281764"/>
                  </a:moveTo>
                  <a:lnTo>
                    <a:pt x="238108" y="281033"/>
                  </a:lnTo>
                  <a:lnTo>
                    <a:pt x="219645" y="278611"/>
                  </a:lnTo>
                  <a:close/>
                  <a:moveTo>
                    <a:pt x="281239" y="255625"/>
                  </a:moveTo>
                  <a:lnTo>
                    <a:pt x="271623" y="281764"/>
                  </a:lnTo>
                  <a:lnTo>
                    <a:pt x="281286" y="266715"/>
                  </a:lnTo>
                  <a:close/>
                  <a:moveTo>
                    <a:pt x="173493" y="102511"/>
                  </a:moveTo>
                  <a:lnTo>
                    <a:pt x="171879" y="111367"/>
                  </a:lnTo>
                  <a:lnTo>
                    <a:pt x="177815" y="83977"/>
                  </a:lnTo>
                  <a:close/>
                  <a:moveTo>
                    <a:pt x="29715" y="192"/>
                  </a:moveTo>
                  <a:lnTo>
                    <a:pt x="63446" y="1729"/>
                  </a:lnTo>
                  <a:lnTo>
                    <a:pt x="43784" y="0"/>
                  </a:lnTo>
                  <a:close/>
                  <a:moveTo>
                    <a:pt x="63446" y="1729"/>
                  </a:moveTo>
                  <a:lnTo>
                    <a:pt x="69542" y="6148"/>
                  </a:lnTo>
                  <a:lnTo>
                    <a:pt x="43784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60" name="Input_density__99">
              <a:extLst>
                <a:ext uri="{FF2B5EF4-FFF2-40B4-BE49-F238E27FC236}">
                  <a16:creationId xmlns:a16="http://schemas.microsoft.com/office/drawing/2014/main" id="{99353DE5-CA77-7891-6E35-682EEB947AB0}"/>
                </a:ext>
              </a:extLst>
            </p:cNvPr>
            <p:cNvSpPr>
              <a:spLocks noGrp="1"/>
            </p:cNvSpPr>
            <p:nvPr/>
          </p:nvSpPr>
          <p:spPr>
            <a:xfrm>
              <a:off x="925801" y="1749863"/>
              <a:ext cx="861878" cy="1417472"/>
            </a:xfrm>
            <a:custGeom>
              <a:avLst/>
              <a:gdLst/>
              <a:ahLst/>
              <a:cxnLst/>
              <a:rect l="0" t="0" r="0" b="0"/>
              <a:pathLst>
                <a:path w="861878" h="1417472">
                  <a:moveTo>
                    <a:pt x="88515" y="1378380"/>
                  </a:moveTo>
                  <a:lnTo>
                    <a:pt x="94114" y="1382260"/>
                  </a:lnTo>
                  <a:lnTo>
                    <a:pt x="100347" y="1383837"/>
                  </a:lnTo>
                  <a:close/>
                  <a:moveTo>
                    <a:pt x="134349" y="1290183"/>
                  </a:moveTo>
                  <a:lnTo>
                    <a:pt x="120287" y="1287687"/>
                  </a:lnTo>
                  <a:lnTo>
                    <a:pt x="132995" y="1288245"/>
                  </a:lnTo>
                  <a:close/>
                  <a:moveTo>
                    <a:pt x="173015" y="1397952"/>
                  </a:moveTo>
                  <a:lnTo>
                    <a:pt x="187529" y="1405239"/>
                  </a:lnTo>
                  <a:lnTo>
                    <a:pt x="199409" y="1408854"/>
                  </a:lnTo>
                  <a:close/>
                  <a:moveTo>
                    <a:pt x="235034" y="1417472"/>
                  </a:moveTo>
                  <a:lnTo>
                    <a:pt x="199409" y="1408854"/>
                  </a:lnTo>
                  <a:lnTo>
                    <a:pt x="187529" y="1405239"/>
                  </a:lnTo>
                  <a:close/>
                  <a:moveTo>
                    <a:pt x="120287" y="1287687"/>
                  </a:moveTo>
                  <a:lnTo>
                    <a:pt x="134349" y="1290183"/>
                  </a:lnTo>
                  <a:lnTo>
                    <a:pt x="146537" y="1277236"/>
                  </a:lnTo>
                  <a:close/>
                  <a:moveTo>
                    <a:pt x="146537" y="1277236"/>
                  </a:moveTo>
                  <a:lnTo>
                    <a:pt x="134349" y="1290183"/>
                  </a:lnTo>
                  <a:lnTo>
                    <a:pt x="179878" y="1277218"/>
                  </a:lnTo>
                  <a:close/>
                  <a:moveTo>
                    <a:pt x="146537" y="1277236"/>
                  </a:moveTo>
                  <a:lnTo>
                    <a:pt x="179878" y="1277218"/>
                  </a:lnTo>
                  <a:lnTo>
                    <a:pt x="154579" y="1269611"/>
                  </a:lnTo>
                  <a:close/>
                  <a:moveTo>
                    <a:pt x="179878" y="1277218"/>
                  </a:moveTo>
                  <a:lnTo>
                    <a:pt x="184862" y="1258257"/>
                  </a:lnTo>
                  <a:lnTo>
                    <a:pt x="154579" y="1269611"/>
                  </a:lnTo>
                  <a:close/>
                  <a:moveTo>
                    <a:pt x="198611" y="1261989"/>
                  </a:moveTo>
                  <a:lnTo>
                    <a:pt x="179472" y="1253320"/>
                  </a:lnTo>
                  <a:lnTo>
                    <a:pt x="184862" y="1258257"/>
                  </a:lnTo>
                  <a:close/>
                  <a:moveTo>
                    <a:pt x="277975" y="1072655"/>
                  </a:moveTo>
                  <a:lnTo>
                    <a:pt x="279249" y="1073376"/>
                  </a:lnTo>
                  <a:lnTo>
                    <a:pt x="247634" y="1114981"/>
                  </a:lnTo>
                  <a:close/>
                  <a:moveTo>
                    <a:pt x="264657" y="1108688"/>
                  </a:moveTo>
                  <a:lnTo>
                    <a:pt x="279249" y="1073376"/>
                  </a:lnTo>
                  <a:lnTo>
                    <a:pt x="300850" y="1057930"/>
                  </a:lnTo>
                  <a:close/>
                  <a:moveTo>
                    <a:pt x="300850" y="1057930"/>
                  </a:moveTo>
                  <a:lnTo>
                    <a:pt x="279249" y="1073376"/>
                  </a:lnTo>
                  <a:lnTo>
                    <a:pt x="338261" y="1073227"/>
                  </a:lnTo>
                  <a:close/>
                  <a:moveTo>
                    <a:pt x="48482" y="737253"/>
                  </a:moveTo>
                  <a:lnTo>
                    <a:pt x="1573" y="776859"/>
                  </a:lnTo>
                  <a:lnTo>
                    <a:pt x="0" y="776770"/>
                  </a:lnTo>
                  <a:close/>
                  <a:moveTo>
                    <a:pt x="300814" y="1054088"/>
                  </a:moveTo>
                  <a:lnTo>
                    <a:pt x="298319" y="1091505"/>
                  </a:lnTo>
                  <a:lnTo>
                    <a:pt x="300850" y="1057930"/>
                  </a:lnTo>
                  <a:close/>
                  <a:moveTo>
                    <a:pt x="12838" y="632353"/>
                  </a:moveTo>
                  <a:lnTo>
                    <a:pt x="43656" y="622998"/>
                  </a:lnTo>
                  <a:lnTo>
                    <a:pt x="60990" y="591600"/>
                  </a:lnTo>
                  <a:close/>
                  <a:moveTo>
                    <a:pt x="56571" y="596507"/>
                  </a:moveTo>
                  <a:lnTo>
                    <a:pt x="60990" y="591600"/>
                  </a:lnTo>
                  <a:lnTo>
                    <a:pt x="43656" y="622998"/>
                  </a:lnTo>
                  <a:close/>
                  <a:moveTo>
                    <a:pt x="328280" y="843496"/>
                  </a:moveTo>
                  <a:lnTo>
                    <a:pt x="331611" y="832403"/>
                  </a:lnTo>
                  <a:lnTo>
                    <a:pt x="316428" y="827550"/>
                  </a:lnTo>
                  <a:close/>
                  <a:moveTo>
                    <a:pt x="300851" y="865519"/>
                  </a:moveTo>
                  <a:lnTo>
                    <a:pt x="328280" y="843496"/>
                  </a:lnTo>
                  <a:lnTo>
                    <a:pt x="316428" y="827550"/>
                  </a:lnTo>
                  <a:close/>
                  <a:moveTo>
                    <a:pt x="331611" y="832403"/>
                  </a:moveTo>
                  <a:lnTo>
                    <a:pt x="333218" y="786350"/>
                  </a:lnTo>
                  <a:lnTo>
                    <a:pt x="324452" y="819425"/>
                  </a:lnTo>
                  <a:close/>
                  <a:moveTo>
                    <a:pt x="333218" y="786350"/>
                  </a:moveTo>
                  <a:lnTo>
                    <a:pt x="335597" y="782670"/>
                  </a:lnTo>
                  <a:lnTo>
                    <a:pt x="324452" y="819425"/>
                  </a:lnTo>
                  <a:close/>
                  <a:moveTo>
                    <a:pt x="166595" y="616078"/>
                  </a:moveTo>
                  <a:lnTo>
                    <a:pt x="177688" y="562140"/>
                  </a:lnTo>
                  <a:lnTo>
                    <a:pt x="175929" y="598895"/>
                  </a:lnTo>
                  <a:close/>
                  <a:moveTo>
                    <a:pt x="559295" y="1016501"/>
                  </a:moveTo>
                  <a:lnTo>
                    <a:pt x="536528" y="997897"/>
                  </a:lnTo>
                  <a:lnTo>
                    <a:pt x="571578" y="1034054"/>
                  </a:lnTo>
                  <a:close/>
                  <a:moveTo>
                    <a:pt x="590483" y="1008529"/>
                  </a:moveTo>
                  <a:lnTo>
                    <a:pt x="559295" y="1016501"/>
                  </a:lnTo>
                  <a:lnTo>
                    <a:pt x="571578" y="1034054"/>
                  </a:lnTo>
                  <a:close/>
                  <a:moveTo>
                    <a:pt x="360997" y="773402"/>
                  </a:moveTo>
                  <a:lnTo>
                    <a:pt x="319401" y="815241"/>
                  </a:lnTo>
                  <a:lnTo>
                    <a:pt x="335597" y="782670"/>
                  </a:lnTo>
                  <a:close/>
                  <a:moveTo>
                    <a:pt x="253528" y="618467"/>
                  </a:moveTo>
                  <a:lnTo>
                    <a:pt x="250207" y="635650"/>
                  </a:lnTo>
                  <a:lnTo>
                    <a:pt x="268259" y="647457"/>
                  </a:lnTo>
                  <a:close/>
                  <a:moveTo>
                    <a:pt x="177946" y="558941"/>
                  </a:moveTo>
                  <a:lnTo>
                    <a:pt x="186734" y="510944"/>
                  </a:lnTo>
                  <a:lnTo>
                    <a:pt x="177688" y="562140"/>
                  </a:lnTo>
                  <a:close/>
                  <a:moveTo>
                    <a:pt x="667534" y="1075825"/>
                  </a:moveTo>
                  <a:lnTo>
                    <a:pt x="655204" y="1059526"/>
                  </a:lnTo>
                  <a:lnTo>
                    <a:pt x="693594" y="1085712"/>
                  </a:lnTo>
                  <a:close/>
                  <a:moveTo>
                    <a:pt x="590483" y="1008529"/>
                  </a:moveTo>
                  <a:lnTo>
                    <a:pt x="619782" y="1022772"/>
                  </a:lnTo>
                  <a:lnTo>
                    <a:pt x="602277" y="1016280"/>
                  </a:lnTo>
                  <a:close/>
                  <a:moveTo>
                    <a:pt x="378635" y="743139"/>
                  </a:moveTo>
                  <a:lnTo>
                    <a:pt x="390341" y="758538"/>
                  </a:lnTo>
                  <a:lnTo>
                    <a:pt x="399893" y="714485"/>
                  </a:lnTo>
                  <a:close/>
                  <a:moveTo>
                    <a:pt x="399893" y="714485"/>
                  </a:moveTo>
                  <a:lnTo>
                    <a:pt x="390341" y="758538"/>
                  </a:lnTo>
                  <a:lnTo>
                    <a:pt x="412766" y="728732"/>
                  </a:lnTo>
                  <a:close/>
                  <a:moveTo>
                    <a:pt x="189520" y="506007"/>
                  </a:moveTo>
                  <a:lnTo>
                    <a:pt x="167877" y="499186"/>
                  </a:lnTo>
                  <a:lnTo>
                    <a:pt x="185292" y="508202"/>
                  </a:lnTo>
                  <a:close/>
                  <a:moveTo>
                    <a:pt x="189520" y="506007"/>
                  </a:moveTo>
                  <a:lnTo>
                    <a:pt x="193588" y="505372"/>
                  </a:lnTo>
                  <a:lnTo>
                    <a:pt x="195048" y="491018"/>
                  </a:lnTo>
                  <a:close/>
                  <a:moveTo>
                    <a:pt x="675127" y="1079098"/>
                  </a:moveTo>
                  <a:lnTo>
                    <a:pt x="693594" y="1085712"/>
                  </a:lnTo>
                  <a:lnTo>
                    <a:pt x="705290" y="1092415"/>
                  </a:lnTo>
                  <a:close/>
                  <a:moveTo>
                    <a:pt x="593279" y="826566"/>
                  </a:moveTo>
                  <a:lnTo>
                    <a:pt x="561545" y="858568"/>
                  </a:lnTo>
                  <a:lnTo>
                    <a:pt x="574074" y="850970"/>
                  </a:lnTo>
                  <a:close/>
                  <a:moveTo>
                    <a:pt x="53670" y="179795"/>
                  </a:moveTo>
                  <a:lnTo>
                    <a:pt x="25545" y="157999"/>
                  </a:lnTo>
                  <a:lnTo>
                    <a:pt x="53742" y="179670"/>
                  </a:lnTo>
                  <a:close/>
                  <a:moveTo>
                    <a:pt x="53742" y="179670"/>
                  </a:moveTo>
                  <a:lnTo>
                    <a:pt x="25545" y="157999"/>
                  </a:lnTo>
                  <a:lnTo>
                    <a:pt x="53990" y="179795"/>
                  </a:lnTo>
                  <a:close/>
                  <a:moveTo>
                    <a:pt x="789146" y="964367"/>
                  </a:moveTo>
                  <a:lnTo>
                    <a:pt x="730301" y="965139"/>
                  </a:lnTo>
                  <a:lnTo>
                    <a:pt x="764176" y="967216"/>
                  </a:lnTo>
                  <a:close/>
                  <a:moveTo>
                    <a:pt x="223196" y="314923"/>
                  </a:moveTo>
                  <a:lnTo>
                    <a:pt x="233595" y="276200"/>
                  </a:lnTo>
                  <a:lnTo>
                    <a:pt x="211816" y="326815"/>
                  </a:lnTo>
                  <a:close/>
                  <a:moveTo>
                    <a:pt x="211816" y="326815"/>
                  </a:moveTo>
                  <a:lnTo>
                    <a:pt x="233595" y="276200"/>
                  </a:lnTo>
                  <a:lnTo>
                    <a:pt x="225532" y="272877"/>
                  </a:lnTo>
                  <a:close/>
                  <a:moveTo>
                    <a:pt x="211816" y="326815"/>
                  </a:moveTo>
                  <a:lnTo>
                    <a:pt x="225532" y="272877"/>
                  </a:lnTo>
                  <a:lnTo>
                    <a:pt x="219392" y="309632"/>
                  </a:lnTo>
                  <a:close/>
                  <a:moveTo>
                    <a:pt x="225532" y="272877"/>
                  </a:moveTo>
                  <a:lnTo>
                    <a:pt x="233595" y="276200"/>
                  </a:lnTo>
                  <a:lnTo>
                    <a:pt x="233788" y="258318"/>
                  </a:lnTo>
                  <a:close/>
                  <a:moveTo>
                    <a:pt x="53670" y="179795"/>
                  </a:moveTo>
                  <a:lnTo>
                    <a:pt x="53742" y="179670"/>
                  </a:lnTo>
                  <a:lnTo>
                    <a:pt x="70326" y="145467"/>
                  </a:lnTo>
                  <a:close/>
                  <a:moveTo>
                    <a:pt x="53742" y="179670"/>
                  </a:moveTo>
                  <a:lnTo>
                    <a:pt x="53990" y="179795"/>
                  </a:lnTo>
                  <a:lnTo>
                    <a:pt x="70326" y="145467"/>
                  </a:lnTo>
                  <a:close/>
                  <a:moveTo>
                    <a:pt x="70326" y="145467"/>
                  </a:moveTo>
                  <a:lnTo>
                    <a:pt x="53990" y="179795"/>
                  </a:lnTo>
                  <a:lnTo>
                    <a:pt x="82379" y="138882"/>
                  </a:lnTo>
                  <a:close/>
                  <a:moveTo>
                    <a:pt x="82379" y="138882"/>
                  </a:moveTo>
                  <a:lnTo>
                    <a:pt x="77106" y="125857"/>
                  </a:lnTo>
                  <a:lnTo>
                    <a:pt x="70326" y="145467"/>
                  </a:lnTo>
                  <a:close/>
                  <a:moveTo>
                    <a:pt x="104186" y="89102"/>
                  </a:moveTo>
                  <a:lnTo>
                    <a:pt x="91361" y="99534"/>
                  </a:lnTo>
                  <a:lnTo>
                    <a:pt x="90468" y="143040"/>
                  </a:lnTo>
                  <a:close/>
                  <a:moveTo>
                    <a:pt x="77106" y="125857"/>
                  </a:moveTo>
                  <a:lnTo>
                    <a:pt x="82379" y="138882"/>
                  </a:lnTo>
                  <a:lnTo>
                    <a:pt x="91361" y="99534"/>
                  </a:lnTo>
                  <a:close/>
                  <a:moveTo>
                    <a:pt x="841730" y="954038"/>
                  </a:moveTo>
                  <a:lnTo>
                    <a:pt x="828838" y="988195"/>
                  </a:lnTo>
                  <a:lnTo>
                    <a:pt x="845875" y="955683"/>
                  </a:lnTo>
                  <a:close/>
                  <a:moveTo>
                    <a:pt x="841730" y="954038"/>
                  </a:moveTo>
                  <a:lnTo>
                    <a:pt x="801115" y="971221"/>
                  </a:lnTo>
                  <a:lnTo>
                    <a:pt x="828838" y="988195"/>
                  </a:lnTo>
                  <a:close/>
                  <a:moveTo>
                    <a:pt x="801115" y="971221"/>
                  </a:moveTo>
                  <a:lnTo>
                    <a:pt x="841730" y="954038"/>
                  </a:lnTo>
                  <a:lnTo>
                    <a:pt x="789146" y="964367"/>
                  </a:lnTo>
                  <a:close/>
                  <a:moveTo>
                    <a:pt x="841730" y="954038"/>
                  </a:moveTo>
                  <a:lnTo>
                    <a:pt x="809667" y="944884"/>
                  </a:lnTo>
                  <a:lnTo>
                    <a:pt x="789146" y="964367"/>
                  </a:lnTo>
                  <a:close/>
                  <a:moveTo>
                    <a:pt x="845875" y="955683"/>
                  </a:moveTo>
                  <a:lnTo>
                    <a:pt x="861878" y="987149"/>
                  </a:lnTo>
                  <a:lnTo>
                    <a:pt x="853683" y="954038"/>
                  </a:lnTo>
                  <a:close/>
                  <a:moveTo>
                    <a:pt x="828838" y="988195"/>
                  </a:moveTo>
                  <a:lnTo>
                    <a:pt x="861878" y="987149"/>
                  </a:lnTo>
                  <a:lnTo>
                    <a:pt x="845875" y="955683"/>
                  </a:lnTo>
                  <a:close/>
                  <a:moveTo>
                    <a:pt x="458098" y="515265"/>
                  </a:moveTo>
                  <a:lnTo>
                    <a:pt x="479462" y="524985"/>
                  </a:lnTo>
                  <a:lnTo>
                    <a:pt x="457623" y="500685"/>
                  </a:lnTo>
                  <a:close/>
                  <a:moveTo>
                    <a:pt x="239698" y="226491"/>
                  </a:moveTo>
                  <a:lnTo>
                    <a:pt x="225532" y="272877"/>
                  </a:lnTo>
                  <a:lnTo>
                    <a:pt x="233788" y="258318"/>
                  </a:lnTo>
                  <a:close/>
                  <a:moveTo>
                    <a:pt x="239698" y="226491"/>
                  </a:moveTo>
                  <a:lnTo>
                    <a:pt x="233788" y="258318"/>
                  </a:lnTo>
                  <a:lnTo>
                    <a:pt x="241116" y="236122"/>
                  </a:lnTo>
                  <a:close/>
                  <a:moveTo>
                    <a:pt x="239698" y="226491"/>
                  </a:moveTo>
                  <a:lnTo>
                    <a:pt x="256242" y="217692"/>
                  </a:lnTo>
                  <a:lnTo>
                    <a:pt x="247423" y="213086"/>
                  </a:lnTo>
                  <a:close/>
                  <a:moveTo>
                    <a:pt x="102614" y="77685"/>
                  </a:moveTo>
                  <a:lnTo>
                    <a:pt x="77106" y="125857"/>
                  </a:lnTo>
                  <a:lnTo>
                    <a:pt x="91361" y="99534"/>
                  </a:lnTo>
                  <a:close/>
                  <a:moveTo>
                    <a:pt x="91361" y="99534"/>
                  </a:moveTo>
                  <a:lnTo>
                    <a:pt x="104186" y="89102"/>
                  </a:lnTo>
                  <a:lnTo>
                    <a:pt x="102614" y="77685"/>
                  </a:lnTo>
                  <a:close/>
                  <a:moveTo>
                    <a:pt x="133489" y="79672"/>
                  </a:moveTo>
                  <a:lnTo>
                    <a:pt x="121415" y="71918"/>
                  </a:lnTo>
                  <a:lnTo>
                    <a:pt x="119419" y="79864"/>
                  </a:lnTo>
                  <a:close/>
                  <a:moveTo>
                    <a:pt x="102614" y="77685"/>
                  </a:moveTo>
                  <a:lnTo>
                    <a:pt x="104186" y="89102"/>
                  </a:lnTo>
                  <a:lnTo>
                    <a:pt x="119419" y="79864"/>
                  </a:lnTo>
                  <a:close/>
                  <a:moveTo>
                    <a:pt x="180594" y="87804"/>
                  </a:moveTo>
                  <a:lnTo>
                    <a:pt x="145186" y="79993"/>
                  </a:lnTo>
                  <a:lnTo>
                    <a:pt x="133489" y="79672"/>
                  </a:lnTo>
                  <a:close/>
                  <a:moveTo>
                    <a:pt x="685701" y="730549"/>
                  </a:moveTo>
                  <a:lnTo>
                    <a:pt x="719532" y="732460"/>
                  </a:lnTo>
                  <a:lnTo>
                    <a:pt x="704189" y="719121"/>
                  </a:lnTo>
                  <a:close/>
                  <a:moveTo>
                    <a:pt x="605920" y="610594"/>
                  </a:moveTo>
                  <a:lnTo>
                    <a:pt x="562559" y="643871"/>
                  </a:lnTo>
                  <a:lnTo>
                    <a:pt x="595111" y="641001"/>
                  </a:lnTo>
                  <a:close/>
                  <a:moveTo>
                    <a:pt x="595111" y="641001"/>
                  </a:moveTo>
                  <a:lnTo>
                    <a:pt x="605574" y="623243"/>
                  </a:lnTo>
                  <a:lnTo>
                    <a:pt x="605920" y="610594"/>
                  </a:lnTo>
                  <a:close/>
                  <a:moveTo>
                    <a:pt x="484628" y="477077"/>
                  </a:moveTo>
                  <a:lnTo>
                    <a:pt x="484768" y="475924"/>
                  </a:lnTo>
                  <a:lnTo>
                    <a:pt x="476255" y="474140"/>
                  </a:lnTo>
                  <a:close/>
                  <a:moveTo>
                    <a:pt x="457623" y="500685"/>
                  </a:moveTo>
                  <a:lnTo>
                    <a:pt x="484628" y="477077"/>
                  </a:lnTo>
                  <a:lnTo>
                    <a:pt x="476255" y="474140"/>
                  </a:lnTo>
                  <a:close/>
                  <a:moveTo>
                    <a:pt x="484768" y="475924"/>
                  </a:moveTo>
                  <a:lnTo>
                    <a:pt x="513529" y="434883"/>
                  </a:lnTo>
                  <a:lnTo>
                    <a:pt x="489835" y="427058"/>
                  </a:lnTo>
                  <a:close/>
                  <a:moveTo>
                    <a:pt x="252536" y="171306"/>
                  </a:moveTo>
                  <a:lnTo>
                    <a:pt x="247423" y="213086"/>
                  </a:lnTo>
                  <a:lnTo>
                    <a:pt x="263197" y="182183"/>
                  </a:lnTo>
                  <a:close/>
                  <a:moveTo>
                    <a:pt x="252536" y="171306"/>
                  </a:moveTo>
                  <a:lnTo>
                    <a:pt x="263197" y="182183"/>
                  </a:lnTo>
                  <a:lnTo>
                    <a:pt x="255249" y="146141"/>
                  </a:lnTo>
                  <a:close/>
                  <a:moveTo>
                    <a:pt x="255249" y="146141"/>
                  </a:moveTo>
                  <a:lnTo>
                    <a:pt x="263197" y="182183"/>
                  </a:lnTo>
                  <a:lnTo>
                    <a:pt x="267519" y="163649"/>
                  </a:lnTo>
                  <a:close/>
                  <a:moveTo>
                    <a:pt x="839647" y="739982"/>
                  </a:moveTo>
                  <a:lnTo>
                    <a:pt x="860526" y="745122"/>
                  </a:lnTo>
                  <a:lnTo>
                    <a:pt x="842531" y="735897"/>
                  </a:lnTo>
                  <a:close/>
                  <a:moveTo>
                    <a:pt x="610053" y="600658"/>
                  </a:moveTo>
                  <a:lnTo>
                    <a:pt x="640411" y="589588"/>
                  </a:lnTo>
                  <a:lnTo>
                    <a:pt x="663061" y="578061"/>
                  </a:lnTo>
                  <a:close/>
                  <a:moveTo>
                    <a:pt x="573975" y="369559"/>
                  </a:moveTo>
                  <a:lnTo>
                    <a:pt x="616430" y="405102"/>
                  </a:lnTo>
                  <a:lnTo>
                    <a:pt x="598912" y="392556"/>
                  </a:lnTo>
                  <a:close/>
                  <a:moveTo>
                    <a:pt x="321183" y="75663"/>
                  </a:moveTo>
                  <a:lnTo>
                    <a:pt x="329500" y="111062"/>
                  </a:lnTo>
                  <a:lnTo>
                    <a:pt x="334808" y="98237"/>
                  </a:lnTo>
                  <a:close/>
                  <a:moveTo>
                    <a:pt x="321183" y="75663"/>
                  </a:moveTo>
                  <a:lnTo>
                    <a:pt x="334808" y="98237"/>
                  </a:lnTo>
                  <a:lnTo>
                    <a:pt x="350581" y="61001"/>
                  </a:lnTo>
                  <a:close/>
                  <a:moveTo>
                    <a:pt x="352991" y="54320"/>
                  </a:moveTo>
                  <a:lnTo>
                    <a:pt x="350581" y="61001"/>
                  </a:lnTo>
                  <a:lnTo>
                    <a:pt x="354818" y="57123"/>
                  </a:lnTo>
                  <a:close/>
                  <a:moveTo>
                    <a:pt x="362619" y="9802"/>
                  </a:moveTo>
                  <a:lnTo>
                    <a:pt x="354818" y="57123"/>
                  </a:lnTo>
                  <a:lnTo>
                    <a:pt x="374931" y="27466"/>
                  </a:lnTo>
                  <a:close/>
                  <a:moveTo>
                    <a:pt x="362619" y="9802"/>
                  </a:moveTo>
                  <a:lnTo>
                    <a:pt x="374931" y="27466"/>
                  </a:lnTo>
                  <a:lnTo>
                    <a:pt x="395415" y="7845"/>
                  </a:lnTo>
                  <a:close/>
                  <a:moveTo>
                    <a:pt x="605270" y="197944"/>
                  </a:moveTo>
                  <a:lnTo>
                    <a:pt x="549546" y="210385"/>
                  </a:lnTo>
                  <a:lnTo>
                    <a:pt x="583882" y="214185"/>
                  </a:lnTo>
                  <a:close/>
                  <a:moveTo>
                    <a:pt x="398086" y="0"/>
                  </a:moveTo>
                  <a:lnTo>
                    <a:pt x="362619" y="9802"/>
                  </a:lnTo>
                  <a:lnTo>
                    <a:pt x="395415" y="7845"/>
                  </a:lnTo>
                  <a:close/>
                  <a:moveTo>
                    <a:pt x="398086" y="0"/>
                  </a:moveTo>
                  <a:lnTo>
                    <a:pt x="395415" y="7845"/>
                  </a:lnTo>
                  <a:lnTo>
                    <a:pt x="400204" y="3185"/>
                  </a:lnTo>
                  <a:close/>
                  <a:moveTo>
                    <a:pt x="637787" y="194943"/>
                  </a:moveTo>
                  <a:lnTo>
                    <a:pt x="650195" y="154216"/>
                  </a:lnTo>
                  <a:lnTo>
                    <a:pt x="620104" y="157199"/>
                  </a:lnTo>
                  <a:close/>
                  <a:moveTo>
                    <a:pt x="605270" y="197944"/>
                  </a:moveTo>
                  <a:lnTo>
                    <a:pt x="637787" y="194943"/>
                  </a:lnTo>
                  <a:lnTo>
                    <a:pt x="620104" y="157199"/>
                  </a:lnTo>
                  <a:close/>
                  <a:moveTo>
                    <a:pt x="652939" y="169777"/>
                  </a:moveTo>
                  <a:lnTo>
                    <a:pt x="647704" y="135813"/>
                  </a:lnTo>
                  <a:lnTo>
                    <a:pt x="650195" y="154216"/>
                  </a:lnTo>
                  <a:close/>
                  <a:moveTo>
                    <a:pt x="652215" y="115838"/>
                  </a:moveTo>
                  <a:lnTo>
                    <a:pt x="647704" y="135813"/>
                  </a:lnTo>
                  <a:lnTo>
                    <a:pt x="652939" y="169777"/>
                  </a:lnTo>
                  <a:close/>
                  <a:moveTo>
                    <a:pt x="657855" y="77559"/>
                  </a:moveTo>
                  <a:lnTo>
                    <a:pt x="652215" y="115838"/>
                  </a:lnTo>
                  <a:lnTo>
                    <a:pt x="672273" y="103095"/>
                  </a:lnTo>
                  <a:close/>
                  <a:moveTo>
                    <a:pt x="657855" y="77559"/>
                  </a:moveTo>
                  <a:lnTo>
                    <a:pt x="672273" y="103095"/>
                  </a:lnTo>
                  <a:lnTo>
                    <a:pt x="692586" y="828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61" name="Input_density__100">
              <a:extLst>
                <a:ext uri="{FF2B5EF4-FFF2-40B4-BE49-F238E27FC236}">
                  <a16:creationId xmlns:a16="http://schemas.microsoft.com/office/drawing/2014/main" id="{F7EC41D5-16D4-1E26-DEA3-12DBEF3CE64C}"/>
                </a:ext>
              </a:extLst>
            </p:cNvPr>
            <p:cNvSpPr>
              <a:spLocks noGrp="1"/>
            </p:cNvSpPr>
            <p:nvPr/>
          </p:nvSpPr>
          <p:spPr>
            <a:xfrm>
              <a:off x="930666" y="1724889"/>
              <a:ext cx="655657" cy="1366599"/>
            </a:xfrm>
            <a:custGeom>
              <a:avLst/>
              <a:gdLst/>
              <a:ahLst/>
              <a:cxnLst/>
              <a:rect l="0" t="0" r="0" b="0"/>
              <a:pathLst>
                <a:path w="655657" h="1366599">
                  <a:moveTo>
                    <a:pt x="99595" y="1327981"/>
                  </a:moveTo>
                  <a:lnTo>
                    <a:pt x="66760" y="1366599"/>
                  </a:lnTo>
                  <a:lnTo>
                    <a:pt x="101961" y="1349416"/>
                  </a:lnTo>
                  <a:close/>
                  <a:moveTo>
                    <a:pt x="109714" y="1349416"/>
                  </a:moveTo>
                  <a:lnTo>
                    <a:pt x="99595" y="1327981"/>
                  </a:lnTo>
                  <a:lnTo>
                    <a:pt x="110513" y="1345200"/>
                  </a:lnTo>
                  <a:close/>
                  <a:moveTo>
                    <a:pt x="44818" y="1239151"/>
                  </a:moveTo>
                  <a:lnTo>
                    <a:pt x="70423" y="1275906"/>
                  </a:lnTo>
                  <a:lnTo>
                    <a:pt x="101625" y="1258722"/>
                  </a:lnTo>
                  <a:close/>
                  <a:moveTo>
                    <a:pt x="44818" y="1239151"/>
                  </a:moveTo>
                  <a:lnTo>
                    <a:pt x="101625" y="1258722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44818" y="1239151"/>
                  </a:lnTo>
                  <a:lnTo>
                    <a:pt x="86553" y="1221967"/>
                  </a:lnTo>
                  <a:close/>
                  <a:moveTo>
                    <a:pt x="91072" y="1199910"/>
                  </a:moveTo>
                  <a:lnTo>
                    <a:pt x="66427" y="1203974"/>
                  </a:lnTo>
                  <a:lnTo>
                    <a:pt x="44818" y="1239151"/>
                  </a:lnTo>
                  <a:close/>
                  <a:moveTo>
                    <a:pt x="91072" y="1199910"/>
                  </a:moveTo>
                  <a:lnTo>
                    <a:pt x="93828" y="1185212"/>
                  </a:lnTo>
                  <a:lnTo>
                    <a:pt x="68364" y="1202396"/>
                  </a:lnTo>
                  <a:close/>
                  <a:moveTo>
                    <a:pt x="91072" y="1199910"/>
                  </a:moveTo>
                  <a:lnTo>
                    <a:pt x="86553" y="1221967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0848" y="1202618"/>
                  </a:lnTo>
                  <a:lnTo>
                    <a:pt x="103665" y="1216526"/>
                  </a:lnTo>
                  <a:close/>
                  <a:moveTo>
                    <a:pt x="103665" y="1216526"/>
                  </a:moveTo>
                  <a:lnTo>
                    <a:pt x="150848" y="1202618"/>
                  </a:lnTo>
                  <a:lnTo>
                    <a:pt x="93828" y="1185212"/>
                  </a:lnTo>
                  <a:close/>
                  <a:moveTo>
                    <a:pt x="93828" y="1185212"/>
                  </a:moveTo>
                  <a:lnTo>
                    <a:pt x="150848" y="1202618"/>
                  </a:lnTo>
                  <a:lnTo>
                    <a:pt x="135441" y="1168029"/>
                  </a:lnTo>
                  <a:close/>
                  <a:moveTo>
                    <a:pt x="93828" y="1185212"/>
                  </a:moveTo>
                  <a:lnTo>
                    <a:pt x="91072" y="1199910"/>
                  </a:lnTo>
                  <a:lnTo>
                    <a:pt x="103665" y="1216526"/>
                  </a:lnTo>
                  <a:close/>
                  <a:moveTo>
                    <a:pt x="151150" y="1205010"/>
                  </a:moveTo>
                  <a:lnTo>
                    <a:pt x="151761" y="1204784"/>
                  </a:lnTo>
                  <a:lnTo>
                    <a:pt x="150848" y="1202618"/>
                  </a:lnTo>
                  <a:close/>
                  <a:moveTo>
                    <a:pt x="151150" y="1205010"/>
                  </a:moveTo>
                  <a:lnTo>
                    <a:pt x="152131" y="1207413"/>
                  </a:lnTo>
                  <a:lnTo>
                    <a:pt x="151761" y="1204784"/>
                  </a:lnTo>
                  <a:close/>
                  <a:moveTo>
                    <a:pt x="94653" y="1148457"/>
                  </a:moveTo>
                  <a:lnTo>
                    <a:pt x="93828" y="1185212"/>
                  </a:lnTo>
                  <a:lnTo>
                    <a:pt x="135441" y="1168029"/>
                  </a:lnTo>
                  <a:close/>
                  <a:moveTo>
                    <a:pt x="94653" y="1148457"/>
                  </a:moveTo>
                  <a:lnTo>
                    <a:pt x="135441" y="1168029"/>
                  </a:lnTo>
                  <a:lnTo>
                    <a:pt x="121379" y="1131274"/>
                  </a:lnTo>
                  <a:close/>
                  <a:moveTo>
                    <a:pt x="126232" y="1110580"/>
                  </a:moveTo>
                  <a:lnTo>
                    <a:pt x="94653" y="1148457"/>
                  </a:lnTo>
                  <a:lnTo>
                    <a:pt x="121379" y="1131274"/>
                  </a:lnTo>
                  <a:close/>
                  <a:moveTo>
                    <a:pt x="149787" y="1161371"/>
                  </a:moveTo>
                  <a:lnTo>
                    <a:pt x="150848" y="1202618"/>
                  </a:lnTo>
                  <a:lnTo>
                    <a:pt x="177615" y="1150846"/>
                  </a:lnTo>
                  <a:close/>
                  <a:moveTo>
                    <a:pt x="177615" y="1150846"/>
                  </a:moveTo>
                  <a:lnTo>
                    <a:pt x="150848" y="1202618"/>
                  </a:lnTo>
                  <a:lnTo>
                    <a:pt x="151761" y="1204784"/>
                  </a:lnTo>
                  <a:close/>
                  <a:moveTo>
                    <a:pt x="135441" y="1168029"/>
                  </a:moveTo>
                  <a:lnTo>
                    <a:pt x="150848" y="1202618"/>
                  </a:lnTo>
                  <a:lnTo>
                    <a:pt x="149787" y="1161371"/>
                  </a:lnTo>
                  <a:close/>
                  <a:moveTo>
                    <a:pt x="121379" y="1131274"/>
                  </a:moveTo>
                  <a:lnTo>
                    <a:pt x="149787" y="1161371"/>
                  </a:lnTo>
                  <a:lnTo>
                    <a:pt x="146921" y="1118953"/>
                  </a:lnTo>
                  <a:close/>
                  <a:moveTo>
                    <a:pt x="121379" y="1131274"/>
                  </a:moveTo>
                  <a:lnTo>
                    <a:pt x="135441" y="1168029"/>
                  </a:lnTo>
                  <a:lnTo>
                    <a:pt x="149787" y="1161371"/>
                  </a:lnTo>
                  <a:close/>
                  <a:moveTo>
                    <a:pt x="149787" y="1161371"/>
                  </a:moveTo>
                  <a:lnTo>
                    <a:pt x="173641" y="1124319"/>
                  </a:lnTo>
                  <a:lnTo>
                    <a:pt x="146921" y="1118953"/>
                  </a:lnTo>
                  <a:close/>
                  <a:moveTo>
                    <a:pt x="126232" y="1110580"/>
                  </a:moveTo>
                  <a:lnTo>
                    <a:pt x="121379" y="1131274"/>
                  </a:lnTo>
                  <a:lnTo>
                    <a:pt x="146921" y="1118953"/>
                  </a:lnTo>
                  <a:close/>
                  <a:moveTo>
                    <a:pt x="146921" y="1118953"/>
                  </a:moveTo>
                  <a:lnTo>
                    <a:pt x="159997" y="1112246"/>
                  </a:lnTo>
                  <a:lnTo>
                    <a:pt x="126232" y="1110580"/>
                  </a:lnTo>
                  <a:close/>
                  <a:moveTo>
                    <a:pt x="146921" y="1118953"/>
                  </a:moveTo>
                  <a:lnTo>
                    <a:pt x="173641" y="1124319"/>
                  </a:lnTo>
                  <a:lnTo>
                    <a:pt x="159997" y="1112246"/>
                  </a:lnTo>
                  <a:close/>
                  <a:moveTo>
                    <a:pt x="207834" y="1002479"/>
                  </a:moveTo>
                  <a:lnTo>
                    <a:pt x="183391" y="1007297"/>
                  </a:lnTo>
                  <a:lnTo>
                    <a:pt x="167411" y="1023397"/>
                  </a:lnTo>
                  <a:close/>
                  <a:moveTo>
                    <a:pt x="210896" y="1004537"/>
                  </a:moveTo>
                  <a:lnTo>
                    <a:pt x="237111" y="987361"/>
                  </a:lnTo>
                  <a:lnTo>
                    <a:pt x="207834" y="1002479"/>
                  </a:lnTo>
                  <a:close/>
                  <a:moveTo>
                    <a:pt x="84469" y="731746"/>
                  </a:moveTo>
                  <a:lnTo>
                    <a:pt x="61183" y="785684"/>
                  </a:lnTo>
                  <a:lnTo>
                    <a:pt x="91318" y="768501"/>
                  </a:lnTo>
                  <a:close/>
                  <a:moveTo>
                    <a:pt x="76087" y="701982"/>
                  </a:moveTo>
                  <a:lnTo>
                    <a:pt x="90617" y="717167"/>
                  </a:lnTo>
                  <a:lnTo>
                    <a:pt x="92887" y="694991"/>
                  </a:lnTo>
                  <a:close/>
                  <a:moveTo>
                    <a:pt x="226509" y="839943"/>
                  </a:moveTo>
                  <a:lnTo>
                    <a:pt x="220818" y="842011"/>
                  </a:lnTo>
                  <a:lnTo>
                    <a:pt x="249208" y="840175"/>
                  </a:lnTo>
                  <a:close/>
                  <a:moveTo>
                    <a:pt x="268647" y="788279"/>
                  </a:moveTo>
                  <a:lnTo>
                    <a:pt x="221745" y="833702"/>
                  </a:lnTo>
                  <a:lnTo>
                    <a:pt x="260089" y="824827"/>
                  </a:lnTo>
                  <a:close/>
                  <a:moveTo>
                    <a:pt x="260089" y="824827"/>
                  </a:moveTo>
                  <a:lnTo>
                    <a:pt x="221745" y="833702"/>
                  </a:lnTo>
                  <a:lnTo>
                    <a:pt x="226509" y="839943"/>
                  </a:lnTo>
                  <a:close/>
                  <a:moveTo>
                    <a:pt x="226509" y="839943"/>
                  </a:moveTo>
                  <a:lnTo>
                    <a:pt x="249208" y="840175"/>
                  </a:lnTo>
                  <a:lnTo>
                    <a:pt x="260089" y="824827"/>
                  </a:lnTo>
                  <a:close/>
                  <a:moveTo>
                    <a:pt x="84469" y="731746"/>
                  </a:moveTo>
                  <a:lnTo>
                    <a:pt x="114186" y="715755"/>
                  </a:lnTo>
                  <a:lnTo>
                    <a:pt x="90617" y="717167"/>
                  </a:lnTo>
                  <a:close/>
                  <a:moveTo>
                    <a:pt x="92887" y="694991"/>
                  </a:moveTo>
                  <a:lnTo>
                    <a:pt x="90617" y="717167"/>
                  </a:lnTo>
                  <a:lnTo>
                    <a:pt x="116104" y="714562"/>
                  </a:lnTo>
                  <a:close/>
                  <a:moveTo>
                    <a:pt x="260089" y="824827"/>
                  </a:moveTo>
                  <a:lnTo>
                    <a:pt x="268748" y="787945"/>
                  </a:lnTo>
                  <a:lnTo>
                    <a:pt x="268647" y="788279"/>
                  </a:lnTo>
                  <a:close/>
                  <a:moveTo>
                    <a:pt x="221509" y="620273"/>
                  </a:moveTo>
                  <a:lnTo>
                    <a:pt x="218181" y="627963"/>
                  </a:lnTo>
                  <a:lnTo>
                    <a:pt x="243379" y="606686"/>
                  </a:lnTo>
                  <a:close/>
                  <a:moveTo>
                    <a:pt x="117090" y="459666"/>
                  </a:moveTo>
                  <a:lnTo>
                    <a:pt x="105022" y="499469"/>
                  </a:lnTo>
                  <a:lnTo>
                    <a:pt x="111761" y="496421"/>
                  </a:lnTo>
                  <a:close/>
                  <a:moveTo>
                    <a:pt x="117090" y="459666"/>
                  </a:moveTo>
                  <a:lnTo>
                    <a:pt x="111761" y="496421"/>
                  </a:lnTo>
                  <a:lnTo>
                    <a:pt x="139855" y="442482"/>
                  </a:lnTo>
                  <a:close/>
                  <a:moveTo>
                    <a:pt x="149896" y="429391"/>
                  </a:moveTo>
                  <a:lnTo>
                    <a:pt x="117090" y="459666"/>
                  </a:lnTo>
                  <a:lnTo>
                    <a:pt x="139855" y="442482"/>
                  </a:lnTo>
                  <a:close/>
                  <a:moveTo>
                    <a:pt x="537668" y="792849"/>
                  </a:moveTo>
                  <a:lnTo>
                    <a:pt x="540208" y="836936"/>
                  </a:lnTo>
                  <a:lnTo>
                    <a:pt x="540480" y="796900"/>
                  </a:lnTo>
                  <a:close/>
                  <a:moveTo>
                    <a:pt x="510633" y="846787"/>
                  </a:moveTo>
                  <a:lnTo>
                    <a:pt x="540208" y="836936"/>
                  </a:lnTo>
                  <a:lnTo>
                    <a:pt x="537668" y="792849"/>
                  </a:lnTo>
                  <a:close/>
                  <a:moveTo>
                    <a:pt x="503861" y="810032"/>
                  </a:moveTo>
                  <a:lnTo>
                    <a:pt x="510633" y="846787"/>
                  </a:lnTo>
                  <a:lnTo>
                    <a:pt x="537668" y="792849"/>
                  </a:lnTo>
                  <a:close/>
                  <a:moveTo>
                    <a:pt x="540208" y="836936"/>
                  </a:moveTo>
                  <a:lnTo>
                    <a:pt x="560299" y="829604"/>
                  </a:lnTo>
                  <a:lnTo>
                    <a:pt x="540480" y="796900"/>
                  </a:lnTo>
                  <a:close/>
                  <a:moveTo>
                    <a:pt x="538590" y="789834"/>
                  </a:moveTo>
                  <a:lnTo>
                    <a:pt x="503861" y="810032"/>
                  </a:lnTo>
                  <a:lnTo>
                    <a:pt x="537668" y="792849"/>
                  </a:lnTo>
                  <a:close/>
                  <a:moveTo>
                    <a:pt x="538590" y="789834"/>
                  </a:moveTo>
                  <a:lnTo>
                    <a:pt x="512103" y="787014"/>
                  </a:lnTo>
                  <a:lnTo>
                    <a:pt x="503861" y="810032"/>
                  </a:lnTo>
                  <a:close/>
                  <a:moveTo>
                    <a:pt x="542629" y="790221"/>
                  </a:moveTo>
                  <a:lnTo>
                    <a:pt x="540480" y="796900"/>
                  </a:lnTo>
                  <a:lnTo>
                    <a:pt x="575826" y="775665"/>
                  </a:lnTo>
                  <a:close/>
                  <a:moveTo>
                    <a:pt x="540480" y="796900"/>
                  </a:moveTo>
                  <a:lnTo>
                    <a:pt x="560299" y="829604"/>
                  </a:lnTo>
                  <a:lnTo>
                    <a:pt x="575826" y="775665"/>
                  </a:lnTo>
                  <a:close/>
                  <a:moveTo>
                    <a:pt x="537668" y="792849"/>
                  </a:moveTo>
                  <a:lnTo>
                    <a:pt x="540480" y="796900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37668" y="792849"/>
                  </a:lnTo>
                  <a:lnTo>
                    <a:pt x="542629" y="790221"/>
                  </a:lnTo>
                  <a:close/>
                  <a:moveTo>
                    <a:pt x="538590" y="789834"/>
                  </a:moveTo>
                  <a:lnTo>
                    <a:pt x="542629" y="790221"/>
                  </a:lnTo>
                  <a:lnTo>
                    <a:pt x="551609" y="756094"/>
                  </a:lnTo>
                  <a:close/>
                  <a:moveTo>
                    <a:pt x="551609" y="756094"/>
                  </a:moveTo>
                  <a:lnTo>
                    <a:pt x="542629" y="790221"/>
                  </a:lnTo>
                  <a:lnTo>
                    <a:pt x="575826" y="775665"/>
                  </a:lnTo>
                  <a:close/>
                  <a:moveTo>
                    <a:pt x="649499" y="849175"/>
                  </a:moveTo>
                  <a:lnTo>
                    <a:pt x="638353" y="811322"/>
                  </a:lnTo>
                  <a:lnTo>
                    <a:pt x="640927" y="827097"/>
                  </a:lnTo>
                  <a:close/>
                  <a:moveTo>
                    <a:pt x="630716" y="812421"/>
                  </a:moveTo>
                  <a:lnTo>
                    <a:pt x="640927" y="827097"/>
                  </a:lnTo>
                  <a:lnTo>
                    <a:pt x="638353" y="811322"/>
                  </a:lnTo>
                  <a:close/>
                  <a:moveTo>
                    <a:pt x="635722" y="807634"/>
                  </a:moveTo>
                  <a:lnTo>
                    <a:pt x="630716" y="812421"/>
                  </a:lnTo>
                  <a:lnTo>
                    <a:pt x="638353" y="811322"/>
                  </a:lnTo>
                  <a:close/>
                  <a:moveTo>
                    <a:pt x="600935" y="705939"/>
                  </a:moveTo>
                  <a:lnTo>
                    <a:pt x="582412" y="732895"/>
                  </a:lnTo>
                  <a:lnTo>
                    <a:pt x="578320" y="738910"/>
                  </a:lnTo>
                  <a:close/>
                  <a:moveTo>
                    <a:pt x="271591" y="334606"/>
                  </a:moveTo>
                  <a:lnTo>
                    <a:pt x="287733" y="369787"/>
                  </a:lnTo>
                  <a:lnTo>
                    <a:pt x="280000" y="331327"/>
                  </a:lnTo>
                  <a:close/>
                  <a:moveTo>
                    <a:pt x="274766" y="330116"/>
                  </a:moveTo>
                  <a:lnTo>
                    <a:pt x="271591" y="334606"/>
                  </a:lnTo>
                  <a:lnTo>
                    <a:pt x="280000" y="331327"/>
                  </a:lnTo>
                  <a:close/>
                  <a:moveTo>
                    <a:pt x="45528" y="28530"/>
                  </a:moveTo>
                  <a:lnTo>
                    <a:pt x="7158" y="40566"/>
                  </a:lnTo>
                  <a:lnTo>
                    <a:pt x="56478" y="40646"/>
                  </a:lnTo>
                  <a:close/>
                  <a:moveTo>
                    <a:pt x="7158" y="40566"/>
                  </a:moveTo>
                  <a:lnTo>
                    <a:pt x="0" y="50269"/>
                  </a:lnTo>
                  <a:lnTo>
                    <a:pt x="56478" y="40646"/>
                  </a:lnTo>
                  <a:close/>
                  <a:moveTo>
                    <a:pt x="80984" y="7692"/>
                  </a:moveTo>
                  <a:lnTo>
                    <a:pt x="45528" y="28530"/>
                  </a:lnTo>
                  <a:lnTo>
                    <a:pt x="65680" y="23382"/>
                  </a:lnTo>
                  <a:close/>
                  <a:moveTo>
                    <a:pt x="26766" y="25768"/>
                  </a:moveTo>
                  <a:lnTo>
                    <a:pt x="45528" y="28530"/>
                  </a:lnTo>
                  <a:lnTo>
                    <a:pt x="80984" y="7692"/>
                  </a:lnTo>
                  <a:close/>
                  <a:moveTo>
                    <a:pt x="45528" y="28530"/>
                  </a:moveTo>
                  <a:lnTo>
                    <a:pt x="56478" y="40646"/>
                  </a:lnTo>
                  <a:lnTo>
                    <a:pt x="65680" y="23382"/>
                  </a:lnTo>
                  <a:close/>
                  <a:moveTo>
                    <a:pt x="104658" y="0"/>
                  </a:moveTo>
                  <a:lnTo>
                    <a:pt x="65680" y="23382"/>
                  </a:lnTo>
                  <a:lnTo>
                    <a:pt x="100084" y="6199"/>
                  </a:lnTo>
                  <a:close/>
                  <a:moveTo>
                    <a:pt x="104658" y="0"/>
                  </a:moveTo>
                  <a:lnTo>
                    <a:pt x="80984" y="7692"/>
                  </a:lnTo>
                  <a:lnTo>
                    <a:pt x="65680" y="23382"/>
                  </a:lnTo>
                  <a:close/>
                  <a:moveTo>
                    <a:pt x="648236" y="662009"/>
                  </a:moveTo>
                  <a:lnTo>
                    <a:pt x="647908" y="667789"/>
                  </a:lnTo>
                  <a:lnTo>
                    <a:pt x="651476" y="666412"/>
                  </a:lnTo>
                  <a:close/>
                  <a:moveTo>
                    <a:pt x="655657" y="667789"/>
                  </a:moveTo>
                  <a:lnTo>
                    <a:pt x="648236" y="662009"/>
                  </a:lnTo>
                  <a:lnTo>
                    <a:pt x="651476" y="666412"/>
                  </a:lnTo>
                  <a:close/>
                  <a:moveTo>
                    <a:pt x="483982" y="325410"/>
                  </a:moveTo>
                  <a:lnTo>
                    <a:pt x="473932" y="356566"/>
                  </a:lnTo>
                  <a:lnTo>
                    <a:pt x="512103" y="340478"/>
                  </a:lnTo>
                  <a:close/>
                  <a:moveTo>
                    <a:pt x="543184" y="325971"/>
                  </a:moveTo>
                  <a:lnTo>
                    <a:pt x="483982" y="325410"/>
                  </a:lnTo>
                  <a:lnTo>
                    <a:pt x="519463" y="339382"/>
                  </a:lnTo>
                  <a:close/>
                  <a:moveTo>
                    <a:pt x="579224" y="295340"/>
                  </a:moveTo>
                  <a:lnTo>
                    <a:pt x="562862" y="302627"/>
                  </a:lnTo>
                  <a:lnTo>
                    <a:pt x="592897" y="291054"/>
                  </a:lnTo>
                  <a:close/>
                  <a:moveTo>
                    <a:pt x="592897" y="291054"/>
                  </a:moveTo>
                  <a:lnTo>
                    <a:pt x="562862" y="302627"/>
                  </a:lnTo>
                  <a:lnTo>
                    <a:pt x="543184" y="325971"/>
                  </a:lnTo>
                  <a:close/>
                  <a:moveTo>
                    <a:pt x="592897" y="291054"/>
                  </a:moveTo>
                  <a:lnTo>
                    <a:pt x="543184" y="325971"/>
                  </a:lnTo>
                  <a:lnTo>
                    <a:pt x="565662" y="313805"/>
                  </a:lnTo>
                  <a:close/>
                  <a:moveTo>
                    <a:pt x="568240" y="295073"/>
                  </a:moveTo>
                  <a:lnTo>
                    <a:pt x="562862" y="302627"/>
                  </a:lnTo>
                  <a:lnTo>
                    <a:pt x="579224" y="29534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62" name="Input_density__101">
              <a:extLst>
                <a:ext uri="{FF2B5EF4-FFF2-40B4-BE49-F238E27FC236}">
                  <a16:creationId xmlns:a16="http://schemas.microsoft.com/office/drawing/2014/main" id="{4E65C52F-EAC1-A50F-A6A2-B7D012D32461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1047336" cy="1688787"/>
            </a:xfrm>
            <a:custGeom>
              <a:avLst/>
              <a:gdLst/>
              <a:ahLst/>
              <a:cxnLst/>
              <a:rect l="0" t="0" r="0" b="0"/>
              <a:pathLst>
                <a:path w="1047336" h="1688787">
                  <a:moveTo>
                    <a:pt x="163243" y="1561892"/>
                  </a:moveTo>
                  <a:lnTo>
                    <a:pt x="141156" y="1575519"/>
                  </a:lnTo>
                  <a:lnTo>
                    <a:pt x="130409" y="1600511"/>
                  </a:lnTo>
                  <a:close/>
                  <a:moveTo>
                    <a:pt x="134072" y="1509818"/>
                  </a:moveTo>
                  <a:lnTo>
                    <a:pt x="129124" y="1530533"/>
                  </a:lnTo>
                  <a:lnTo>
                    <a:pt x="157990" y="1542250"/>
                  </a:lnTo>
                  <a:close/>
                  <a:moveTo>
                    <a:pt x="337657" y="1688787"/>
                  </a:moveTo>
                  <a:lnTo>
                    <a:pt x="377038" y="1676409"/>
                  </a:lnTo>
                  <a:lnTo>
                    <a:pt x="347107" y="1654817"/>
                  </a:lnTo>
                  <a:close/>
                  <a:moveTo>
                    <a:pt x="208046" y="1604825"/>
                  </a:moveTo>
                  <a:lnTo>
                    <a:pt x="173363" y="1583327"/>
                  </a:lnTo>
                  <a:lnTo>
                    <a:pt x="174162" y="1579111"/>
                  </a:lnTo>
                  <a:close/>
                  <a:moveTo>
                    <a:pt x="157990" y="1542250"/>
                  </a:moveTo>
                  <a:lnTo>
                    <a:pt x="213363" y="1528496"/>
                  </a:lnTo>
                  <a:lnTo>
                    <a:pt x="175286" y="1510708"/>
                  </a:lnTo>
                  <a:close/>
                  <a:moveTo>
                    <a:pt x="377038" y="1676409"/>
                  </a:moveTo>
                  <a:lnTo>
                    <a:pt x="387711" y="1682051"/>
                  </a:lnTo>
                  <a:lnTo>
                    <a:pt x="389739" y="1673534"/>
                  </a:lnTo>
                  <a:close/>
                  <a:moveTo>
                    <a:pt x="389739" y="1673534"/>
                  </a:moveTo>
                  <a:lnTo>
                    <a:pt x="347107" y="1654817"/>
                  </a:lnTo>
                  <a:lnTo>
                    <a:pt x="377038" y="1676409"/>
                  </a:lnTo>
                  <a:close/>
                  <a:moveTo>
                    <a:pt x="351642" y="1632670"/>
                  </a:moveTo>
                  <a:lnTo>
                    <a:pt x="347107" y="1654817"/>
                  </a:lnTo>
                  <a:lnTo>
                    <a:pt x="389739" y="1673534"/>
                  </a:lnTo>
                  <a:close/>
                  <a:moveTo>
                    <a:pt x="384589" y="1632973"/>
                  </a:moveTo>
                  <a:lnTo>
                    <a:pt x="351642" y="1632670"/>
                  </a:lnTo>
                  <a:lnTo>
                    <a:pt x="389739" y="1673534"/>
                  </a:lnTo>
                  <a:close/>
                  <a:moveTo>
                    <a:pt x="351642" y="1632670"/>
                  </a:moveTo>
                  <a:lnTo>
                    <a:pt x="314285" y="1656675"/>
                  </a:lnTo>
                  <a:lnTo>
                    <a:pt x="347107" y="1654817"/>
                  </a:lnTo>
                  <a:close/>
                  <a:moveTo>
                    <a:pt x="351642" y="1632670"/>
                  </a:moveTo>
                  <a:lnTo>
                    <a:pt x="340510" y="1630149"/>
                  </a:lnTo>
                  <a:lnTo>
                    <a:pt x="303882" y="1599663"/>
                  </a:lnTo>
                  <a:close/>
                  <a:moveTo>
                    <a:pt x="247192" y="1305433"/>
                  </a:moveTo>
                  <a:lnTo>
                    <a:pt x="226071" y="1295517"/>
                  </a:lnTo>
                  <a:lnTo>
                    <a:pt x="230369" y="1274363"/>
                  </a:lnTo>
                  <a:close/>
                  <a:moveTo>
                    <a:pt x="90698" y="1038166"/>
                  </a:moveTo>
                  <a:lnTo>
                    <a:pt x="108475" y="1073534"/>
                  </a:lnTo>
                  <a:lnTo>
                    <a:pt x="97704" y="1056598"/>
                  </a:lnTo>
                  <a:close/>
                  <a:moveTo>
                    <a:pt x="335216" y="1243301"/>
                  </a:moveTo>
                  <a:lnTo>
                    <a:pt x="300760" y="1221273"/>
                  </a:lnTo>
                  <a:lnTo>
                    <a:pt x="332146" y="1240126"/>
                  </a:lnTo>
                  <a:close/>
                  <a:moveTo>
                    <a:pt x="341112" y="1247568"/>
                  </a:moveTo>
                  <a:lnTo>
                    <a:pt x="335216" y="1243301"/>
                  </a:lnTo>
                  <a:lnTo>
                    <a:pt x="332146" y="1240126"/>
                  </a:lnTo>
                  <a:close/>
                  <a:moveTo>
                    <a:pt x="95233" y="1034479"/>
                  </a:moveTo>
                  <a:lnTo>
                    <a:pt x="124832" y="1019596"/>
                  </a:lnTo>
                  <a:lnTo>
                    <a:pt x="107266" y="996138"/>
                  </a:lnTo>
                  <a:close/>
                  <a:moveTo>
                    <a:pt x="15809" y="963269"/>
                  </a:moveTo>
                  <a:lnTo>
                    <a:pt x="15891" y="999863"/>
                  </a:lnTo>
                  <a:lnTo>
                    <a:pt x="21620" y="950655"/>
                  </a:lnTo>
                  <a:close/>
                  <a:moveTo>
                    <a:pt x="15809" y="963269"/>
                  </a:moveTo>
                  <a:lnTo>
                    <a:pt x="22397" y="927981"/>
                  </a:lnTo>
                  <a:lnTo>
                    <a:pt x="24266" y="909331"/>
                  </a:lnTo>
                  <a:close/>
                  <a:moveTo>
                    <a:pt x="15809" y="963269"/>
                  </a:moveTo>
                  <a:lnTo>
                    <a:pt x="24266" y="909331"/>
                  </a:lnTo>
                  <a:lnTo>
                    <a:pt x="16576" y="926514"/>
                  </a:lnTo>
                  <a:close/>
                  <a:moveTo>
                    <a:pt x="15285" y="901389"/>
                  </a:moveTo>
                  <a:lnTo>
                    <a:pt x="1295" y="877684"/>
                  </a:lnTo>
                  <a:lnTo>
                    <a:pt x="24266" y="909331"/>
                  </a:lnTo>
                  <a:close/>
                  <a:moveTo>
                    <a:pt x="0" y="872576"/>
                  </a:moveTo>
                  <a:lnTo>
                    <a:pt x="1295" y="877684"/>
                  </a:lnTo>
                  <a:lnTo>
                    <a:pt x="15285" y="901389"/>
                  </a:lnTo>
                  <a:close/>
                  <a:moveTo>
                    <a:pt x="3100" y="855832"/>
                  </a:moveTo>
                  <a:lnTo>
                    <a:pt x="1295" y="877684"/>
                  </a:lnTo>
                  <a:lnTo>
                    <a:pt x="0" y="872576"/>
                  </a:lnTo>
                  <a:close/>
                  <a:moveTo>
                    <a:pt x="318024" y="1230189"/>
                  </a:moveTo>
                  <a:lnTo>
                    <a:pt x="341112" y="1247568"/>
                  </a:lnTo>
                  <a:lnTo>
                    <a:pt x="332146" y="1240126"/>
                  </a:lnTo>
                  <a:close/>
                  <a:moveTo>
                    <a:pt x="368975" y="1260602"/>
                  </a:moveTo>
                  <a:lnTo>
                    <a:pt x="341112" y="1247568"/>
                  </a:lnTo>
                  <a:lnTo>
                    <a:pt x="318024" y="1230189"/>
                  </a:lnTo>
                  <a:close/>
                  <a:moveTo>
                    <a:pt x="368975" y="1260602"/>
                  </a:moveTo>
                  <a:lnTo>
                    <a:pt x="362313" y="1240126"/>
                  </a:lnTo>
                  <a:lnTo>
                    <a:pt x="341112" y="1247568"/>
                  </a:lnTo>
                  <a:close/>
                  <a:moveTo>
                    <a:pt x="375200" y="1237883"/>
                  </a:moveTo>
                  <a:lnTo>
                    <a:pt x="362313" y="1240126"/>
                  </a:lnTo>
                  <a:lnTo>
                    <a:pt x="368975" y="1260602"/>
                  </a:lnTo>
                  <a:close/>
                  <a:moveTo>
                    <a:pt x="318024" y="1230189"/>
                  </a:moveTo>
                  <a:lnTo>
                    <a:pt x="332146" y="1240126"/>
                  </a:lnTo>
                  <a:lnTo>
                    <a:pt x="300760" y="1221273"/>
                  </a:lnTo>
                  <a:close/>
                  <a:moveTo>
                    <a:pt x="112845" y="975414"/>
                  </a:moveTo>
                  <a:lnTo>
                    <a:pt x="107266" y="996138"/>
                  </a:lnTo>
                  <a:lnTo>
                    <a:pt x="148117" y="965657"/>
                  </a:lnTo>
                  <a:close/>
                  <a:moveTo>
                    <a:pt x="112845" y="975414"/>
                  </a:moveTo>
                  <a:lnTo>
                    <a:pt x="139735" y="935893"/>
                  </a:lnTo>
                  <a:lnTo>
                    <a:pt x="101877" y="939583"/>
                  </a:lnTo>
                  <a:close/>
                  <a:moveTo>
                    <a:pt x="101877" y="939583"/>
                  </a:moveTo>
                  <a:lnTo>
                    <a:pt x="122989" y="904761"/>
                  </a:lnTo>
                  <a:lnTo>
                    <a:pt x="100497" y="895958"/>
                  </a:lnTo>
                  <a:close/>
                  <a:moveTo>
                    <a:pt x="0" y="872576"/>
                  </a:moveTo>
                  <a:lnTo>
                    <a:pt x="10393" y="825540"/>
                  </a:lnTo>
                  <a:lnTo>
                    <a:pt x="3100" y="855832"/>
                  </a:lnTo>
                  <a:close/>
                  <a:moveTo>
                    <a:pt x="12148" y="818638"/>
                  </a:moveTo>
                  <a:lnTo>
                    <a:pt x="10393" y="825540"/>
                  </a:lnTo>
                  <a:lnTo>
                    <a:pt x="0" y="872576"/>
                  </a:lnTo>
                  <a:close/>
                  <a:moveTo>
                    <a:pt x="285198" y="1077888"/>
                  </a:moveTo>
                  <a:lnTo>
                    <a:pt x="259633" y="1095877"/>
                  </a:lnTo>
                  <a:lnTo>
                    <a:pt x="284467" y="1075922"/>
                  </a:lnTo>
                  <a:close/>
                  <a:moveTo>
                    <a:pt x="156056" y="874964"/>
                  </a:moveTo>
                  <a:lnTo>
                    <a:pt x="155833" y="860729"/>
                  </a:lnTo>
                  <a:lnTo>
                    <a:pt x="154619" y="879046"/>
                  </a:lnTo>
                  <a:close/>
                  <a:moveTo>
                    <a:pt x="165666" y="911719"/>
                  </a:moveTo>
                  <a:lnTo>
                    <a:pt x="154619" y="879046"/>
                  </a:lnTo>
                  <a:lnTo>
                    <a:pt x="162741" y="917190"/>
                  </a:lnTo>
                  <a:close/>
                  <a:moveTo>
                    <a:pt x="165666" y="911719"/>
                  </a:moveTo>
                  <a:lnTo>
                    <a:pt x="156056" y="874964"/>
                  </a:lnTo>
                  <a:lnTo>
                    <a:pt x="154619" y="879046"/>
                  </a:lnTo>
                  <a:close/>
                  <a:moveTo>
                    <a:pt x="557412" y="1173139"/>
                  </a:moveTo>
                  <a:lnTo>
                    <a:pt x="562416" y="1211691"/>
                  </a:lnTo>
                  <a:lnTo>
                    <a:pt x="558706" y="1208147"/>
                  </a:lnTo>
                  <a:close/>
                  <a:moveTo>
                    <a:pt x="847205" y="1411494"/>
                  </a:moveTo>
                  <a:lnTo>
                    <a:pt x="846702" y="1411081"/>
                  </a:lnTo>
                  <a:lnTo>
                    <a:pt x="818460" y="1401697"/>
                  </a:lnTo>
                  <a:close/>
                  <a:moveTo>
                    <a:pt x="425811" y="930257"/>
                  </a:moveTo>
                  <a:lnTo>
                    <a:pt x="429503" y="933679"/>
                  </a:lnTo>
                  <a:lnTo>
                    <a:pt x="445166" y="939607"/>
                  </a:lnTo>
                  <a:close/>
                  <a:moveTo>
                    <a:pt x="416843" y="925097"/>
                  </a:moveTo>
                  <a:lnTo>
                    <a:pt x="429503" y="933679"/>
                  </a:lnTo>
                  <a:lnTo>
                    <a:pt x="425811" y="930257"/>
                  </a:lnTo>
                  <a:close/>
                  <a:moveTo>
                    <a:pt x="307028" y="840597"/>
                  </a:moveTo>
                  <a:lnTo>
                    <a:pt x="312311" y="877352"/>
                  </a:lnTo>
                  <a:lnTo>
                    <a:pt x="309222" y="834622"/>
                  </a:lnTo>
                  <a:close/>
                  <a:moveTo>
                    <a:pt x="236598" y="713149"/>
                  </a:moveTo>
                  <a:lnTo>
                    <a:pt x="220431" y="718389"/>
                  </a:lnTo>
                  <a:lnTo>
                    <a:pt x="248303" y="764893"/>
                  </a:lnTo>
                  <a:close/>
                  <a:moveTo>
                    <a:pt x="242969" y="676394"/>
                  </a:moveTo>
                  <a:lnTo>
                    <a:pt x="221920" y="694619"/>
                  </a:lnTo>
                  <a:lnTo>
                    <a:pt x="246190" y="679788"/>
                  </a:lnTo>
                  <a:close/>
                  <a:moveTo>
                    <a:pt x="236598" y="713149"/>
                  </a:moveTo>
                  <a:lnTo>
                    <a:pt x="251384" y="680203"/>
                  </a:lnTo>
                  <a:lnTo>
                    <a:pt x="246190" y="679788"/>
                  </a:lnTo>
                  <a:close/>
                  <a:moveTo>
                    <a:pt x="893110" y="1400943"/>
                  </a:moveTo>
                  <a:lnTo>
                    <a:pt x="887368" y="1438547"/>
                  </a:lnTo>
                  <a:lnTo>
                    <a:pt x="925986" y="1446051"/>
                  </a:lnTo>
                  <a:close/>
                  <a:moveTo>
                    <a:pt x="847205" y="1411494"/>
                  </a:moveTo>
                  <a:lnTo>
                    <a:pt x="887368" y="1438547"/>
                  </a:lnTo>
                  <a:lnTo>
                    <a:pt x="893110" y="1400943"/>
                  </a:lnTo>
                  <a:close/>
                  <a:moveTo>
                    <a:pt x="893110" y="1400943"/>
                  </a:moveTo>
                  <a:lnTo>
                    <a:pt x="846702" y="1411081"/>
                  </a:lnTo>
                  <a:lnTo>
                    <a:pt x="847205" y="1411494"/>
                  </a:lnTo>
                  <a:close/>
                  <a:moveTo>
                    <a:pt x="855514" y="1359673"/>
                  </a:moveTo>
                  <a:lnTo>
                    <a:pt x="846702" y="1411081"/>
                  </a:lnTo>
                  <a:lnTo>
                    <a:pt x="893110" y="1400943"/>
                  </a:lnTo>
                  <a:close/>
                  <a:moveTo>
                    <a:pt x="603857" y="1070848"/>
                  </a:moveTo>
                  <a:lnTo>
                    <a:pt x="574282" y="1080699"/>
                  </a:lnTo>
                  <a:lnTo>
                    <a:pt x="610872" y="1109891"/>
                  </a:lnTo>
                  <a:close/>
                  <a:moveTo>
                    <a:pt x="610872" y="1109891"/>
                  </a:moveTo>
                  <a:lnTo>
                    <a:pt x="574282" y="1080699"/>
                  </a:lnTo>
                  <a:lnTo>
                    <a:pt x="582948" y="1076198"/>
                  </a:lnTo>
                  <a:close/>
                  <a:moveTo>
                    <a:pt x="501536" y="896388"/>
                  </a:moveTo>
                  <a:lnTo>
                    <a:pt x="477265" y="895853"/>
                  </a:lnTo>
                  <a:lnTo>
                    <a:pt x="525071" y="916496"/>
                  </a:lnTo>
                  <a:close/>
                  <a:moveTo>
                    <a:pt x="221920" y="694619"/>
                  </a:moveTo>
                  <a:lnTo>
                    <a:pt x="242969" y="676394"/>
                  </a:lnTo>
                  <a:lnTo>
                    <a:pt x="226762" y="668495"/>
                  </a:lnTo>
                  <a:close/>
                  <a:moveTo>
                    <a:pt x="226762" y="668495"/>
                  </a:moveTo>
                  <a:lnTo>
                    <a:pt x="242969" y="676394"/>
                  </a:lnTo>
                  <a:lnTo>
                    <a:pt x="213544" y="663303"/>
                  </a:lnTo>
                  <a:close/>
                  <a:moveTo>
                    <a:pt x="487811" y="879741"/>
                  </a:moveTo>
                  <a:lnTo>
                    <a:pt x="477265" y="895853"/>
                  </a:lnTo>
                  <a:lnTo>
                    <a:pt x="501536" y="896388"/>
                  </a:lnTo>
                  <a:close/>
                  <a:moveTo>
                    <a:pt x="45689" y="365171"/>
                  </a:moveTo>
                  <a:lnTo>
                    <a:pt x="46721" y="330877"/>
                  </a:lnTo>
                  <a:lnTo>
                    <a:pt x="50592" y="372477"/>
                  </a:lnTo>
                  <a:close/>
                  <a:moveTo>
                    <a:pt x="45689" y="365171"/>
                  </a:moveTo>
                  <a:lnTo>
                    <a:pt x="44610" y="328416"/>
                  </a:lnTo>
                  <a:lnTo>
                    <a:pt x="46721" y="330877"/>
                  </a:lnTo>
                  <a:close/>
                  <a:moveTo>
                    <a:pt x="696114" y="1100271"/>
                  </a:moveTo>
                  <a:lnTo>
                    <a:pt x="713148" y="1083087"/>
                  </a:lnTo>
                  <a:lnTo>
                    <a:pt x="687499" y="1093370"/>
                  </a:lnTo>
                  <a:close/>
                  <a:moveTo>
                    <a:pt x="623948" y="1063516"/>
                  </a:moveTo>
                  <a:lnTo>
                    <a:pt x="652062" y="1085452"/>
                  </a:lnTo>
                  <a:lnTo>
                    <a:pt x="663849" y="1049164"/>
                  </a:lnTo>
                  <a:close/>
                  <a:moveTo>
                    <a:pt x="652062" y="1085452"/>
                  </a:moveTo>
                  <a:lnTo>
                    <a:pt x="694365" y="1046332"/>
                  </a:lnTo>
                  <a:lnTo>
                    <a:pt x="663849" y="1049164"/>
                  </a:lnTo>
                  <a:close/>
                  <a:moveTo>
                    <a:pt x="687499" y="1093370"/>
                  </a:moveTo>
                  <a:lnTo>
                    <a:pt x="704576" y="1061009"/>
                  </a:lnTo>
                  <a:lnTo>
                    <a:pt x="652062" y="1085452"/>
                  </a:lnTo>
                  <a:close/>
                  <a:moveTo>
                    <a:pt x="676419" y="1009577"/>
                  </a:moveTo>
                  <a:lnTo>
                    <a:pt x="664097" y="1034242"/>
                  </a:lnTo>
                  <a:lnTo>
                    <a:pt x="686210" y="1013326"/>
                  </a:lnTo>
                  <a:close/>
                  <a:moveTo>
                    <a:pt x="686210" y="1013326"/>
                  </a:moveTo>
                  <a:lnTo>
                    <a:pt x="664097" y="1034242"/>
                  </a:lnTo>
                  <a:lnTo>
                    <a:pt x="663849" y="1049164"/>
                  </a:lnTo>
                  <a:close/>
                  <a:moveTo>
                    <a:pt x="506203" y="872326"/>
                  </a:moveTo>
                  <a:lnTo>
                    <a:pt x="501536" y="896388"/>
                  </a:lnTo>
                  <a:lnTo>
                    <a:pt x="547560" y="862557"/>
                  </a:lnTo>
                  <a:close/>
                  <a:moveTo>
                    <a:pt x="547560" y="862557"/>
                  </a:moveTo>
                  <a:lnTo>
                    <a:pt x="501536" y="896388"/>
                  </a:lnTo>
                  <a:lnTo>
                    <a:pt x="525071" y="916496"/>
                  </a:lnTo>
                  <a:close/>
                  <a:moveTo>
                    <a:pt x="547560" y="862557"/>
                  </a:moveTo>
                  <a:lnTo>
                    <a:pt x="525071" y="916496"/>
                  </a:lnTo>
                  <a:lnTo>
                    <a:pt x="540290" y="899312"/>
                  </a:lnTo>
                  <a:close/>
                  <a:moveTo>
                    <a:pt x="487811" y="879741"/>
                  </a:moveTo>
                  <a:lnTo>
                    <a:pt x="501536" y="896388"/>
                  </a:lnTo>
                  <a:lnTo>
                    <a:pt x="506203" y="872326"/>
                  </a:lnTo>
                  <a:close/>
                  <a:moveTo>
                    <a:pt x="455217" y="842986"/>
                  </a:moveTo>
                  <a:lnTo>
                    <a:pt x="506203" y="872326"/>
                  </a:lnTo>
                  <a:lnTo>
                    <a:pt x="478160" y="837359"/>
                  </a:lnTo>
                  <a:close/>
                  <a:moveTo>
                    <a:pt x="487811" y="879741"/>
                  </a:moveTo>
                  <a:lnTo>
                    <a:pt x="506203" y="872326"/>
                  </a:lnTo>
                  <a:lnTo>
                    <a:pt x="455217" y="842986"/>
                  </a:lnTo>
                  <a:close/>
                  <a:moveTo>
                    <a:pt x="537621" y="829125"/>
                  </a:moveTo>
                  <a:lnTo>
                    <a:pt x="509191" y="828801"/>
                  </a:lnTo>
                  <a:lnTo>
                    <a:pt x="506203" y="872326"/>
                  </a:lnTo>
                  <a:close/>
                  <a:moveTo>
                    <a:pt x="547560" y="862557"/>
                  </a:moveTo>
                  <a:lnTo>
                    <a:pt x="550244" y="857716"/>
                  </a:lnTo>
                  <a:lnTo>
                    <a:pt x="537621" y="829125"/>
                  </a:lnTo>
                  <a:close/>
                  <a:moveTo>
                    <a:pt x="506203" y="872326"/>
                  </a:moveTo>
                  <a:lnTo>
                    <a:pt x="547560" y="862557"/>
                  </a:lnTo>
                  <a:lnTo>
                    <a:pt x="537621" y="829125"/>
                  </a:lnTo>
                  <a:close/>
                  <a:moveTo>
                    <a:pt x="550244" y="857716"/>
                  </a:moveTo>
                  <a:lnTo>
                    <a:pt x="553710" y="862557"/>
                  </a:lnTo>
                  <a:lnTo>
                    <a:pt x="537621" y="829125"/>
                  </a:lnTo>
                  <a:close/>
                  <a:moveTo>
                    <a:pt x="589736" y="880794"/>
                  </a:moveTo>
                  <a:lnTo>
                    <a:pt x="573701" y="871628"/>
                  </a:lnTo>
                  <a:lnTo>
                    <a:pt x="553710" y="862557"/>
                  </a:lnTo>
                  <a:close/>
                  <a:moveTo>
                    <a:pt x="335240" y="568517"/>
                  </a:moveTo>
                  <a:lnTo>
                    <a:pt x="295251" y="585701"/>
                  </a:lnTo>
                  <a:lnTo>
                    <a:pt x="343751" y="605273"/>
                  </a:lnTo>
                  <a:close/>
                  <a:moveTo>
                    <a:pt x="179962" y="441534"/>
                  </a:moveTo>
                  <a:lnTo>
                    <a:pt x="151065" y="434464"/>
                  </a:lnTo>
                  <a:lnTo>
                    <a:pt x="174666" y="450102"/>
                  </a:lnTo>
                  <a:close/>
                  <a:moveTo>
                    <a:pt x="179962" y="441534"/>
                  </a:moveTo>
                  <a:lnTo>
                    <a:pt x="174666" y="450102"/>
                  </a:lnTo>
                  <a:lnTo>
                    <a:pt x="206505" y="444569"/>
                  </a:lnTo>
                  <a:close/>
                  <a:moveTo>
                    <a:pt x="141163" y="397768"/>
                  </a:moveTo>
                  <a:lnTo>
                    <a:pt x="151065" y="434464"/>
                  </a:lnTo>
                  <a:lnTo>
                    <a:pt x="176572" y="438681"/>
                  </a:lnTo>
                  <a:close/>
                  <a:moveTo>
                    <a:pt x="343751" y="605273"/>
                  </a:moveTo>
                  <a:lnTo>
                    <a:pt x="343716" y="609931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2561" y="1360706"/>
                  </a:lnTo>
                  <a:lnTo>
                    <a:pt x="1043257" y="1359038"/>
                  </a:lnTo>
                  <a:close/>
                  <a:moveTo>
                    <a:pt x="1010263" y="1377127"/>
                  </a:moveTo>
                  <a:lnTo>
                    <a:pt x="1042561" y="1360706"/>
                  </a:lnTo>
                  <a:lnTo>
                    <a:pt x="1009603" y="1323189"/>
                  </a:lnTo>
                  <a:close/>
                  <a:moveTo>
                    <a:pt x="1009603" y="1323189"/>
                  </a:moveTo>
                  <a:lnTo>
                    <a:pt x="997613" y="1312959"/>
                  </a:lnTo>
                  <a:lnTo>
                    <a:pt x="973336" y="1318398"/>
                  </a:lnTo>
                  <a:close/>
                  <a:moveTo>
                    <a:pt x="974033" y="1286434"/>
                  </a:moveTo>
                  <a:lnTo>
                    <a:pt x="973336" y="1318398"/>
                  </a:lnTo>
                  <a:lnTo>
                    <a:pt x="997613" y="1312959"/>
                  </a:lnTo>
                  <a:close/>
                  <a:moveTo>
                    <a:pt x="778028" y="1065904"/>
                  </a:moveTo>
                  <a:lnTo>
                    <a:pt x="748674" y="1034379"/>
                  </a:lnTo>
                  <a:lnTo>
                    <a:pt x="760729" y="1050172"/>
                  </a:lnTo>
                  <a:close/>
                  <a:moveTo>
                    <a:pt x="664097" y="1034242"/>
                  </a:moveTo>
                  <a:lnTo>
                    <a:pt x="676419" y="1009577"/>
                  </a:lnTo>
                  <a:lnTo>
                    <a:pt x="676980" y="993741"/>
                  </a:lnTo>
                  <a:close/>
                  <a:moveTo>
                    <a:pt x="739815" y="996834"/>
                  </a:moveTo>
                  <a:lnTo>
                    <a:pt x="705221" y="1009577"/>
                  </a:lnTo>
                  <a:lnTo>
                    <a:pt x="699371" y="1041546"/>
                  </a:lnTo>
                  <a:close/>
                  <a:moveTo>
                    <a:pt x="748674" y="1034379"/>
                  </a:moveTo>
                  <a:lnTo>
                    <a:pt x="739815" y="996834"/>
                  </a:lnTo>
                  <a:lnTo>
                    <a:pt x="702002" y="1045233"/>
                  </a:lnTo>
                  <a:close/>
                  <a:moveTo>
                    <a:pt x="739815" y="996834"/>
                  </a:moveTo>
                  <a:lnTo>
                    <a:pt x="748674" y="1034379"/>
                  </a:lnTo>
                  <a:lnTo>
                    <a:pt x="777736" y="993093"/>
                  </a:lnTo>
                  <a:close/>
                  <a:moveTo>
                    <a:pt x="685316" y="989001"/>
                  </a:moveTo>
                  <a:lnTo>
                    <a:pt x="684307" y="992394"/>
                  </a:lnTo>
                  <a:lnTo>
                    <a:pt x="677852" y="989458"/>
                  </a:lnTo>
                  <a:close/>
                  <a:moveTo>
                    <a:pt x="676980" y="993741"/>
                  </a:moveTo>
                  <a:lnTo>
                    <a:pt x="676419" y="1009577"/>
                  </a:lnTo>
                  <a:lnTo>
                    <a:pt x="685316" y="989001"/>
                  </a:lnTo>
                  <a:close/>
                  <a:moveTo>
                    <a:pt x="685316" y="989001"/>
                  </a:moveTo>
                  <a:lnTo>
                    <a:pt x="705221" y="1009577"/>
                  </a:lnTo>
                  <a:lnTo>
                    <a:pt x="744484" y="989434"/>
                  </a:lnTo>
                  <a:close/>
                  <a:moveTo>
                    <a:pt x="578518" y="867218"/>
                  </a:moveTo>
                  <a:lnTo>
                    <a:pt x="553039" y="861337"/>
                  </a:lnTo>
                  <a:lnTo>
                    <a:pt x="547560" y="862557"/>
                  </a:lnTo>
                  <a:close/>
                  <a:moveTo>
                    <a:pt x="553710" y="862557"/>
                  </a:moveTo>
                  <a:lnTo>
                    <a:pt x="553039" y="861337"/>
                  </a:lnTo>
                  <a:lnTo>
                    <a:pt x="589736" y="880794"/>
                  </a:lnTo>
                  <a:close/>
                  <a:moveTo>
                    <a:pt x="553039" y="861337"/>
                  </a:moveTo>
                  <a:lnTo>
                    <a:pt x="550244" y="857716"/>
                  </a:lnTo>
                  <a:lnTo>
                    <a:pt x="547560" y="862557"/>
                  </a:lnTo>
                  <a:close/>
                  <a:moveTo>
                    <a:pt x="553039" y="861337"/>
                  </a:moveTo>
                  <a:lnTo>
                    <a:pt x="553710" y="862557"/>
                  </a:lnTo>
                  <a:lnTo>
                    <a:pt x="550244" y="857716"/>
                  </a:lnTo>
                  <a:close/>
                  <a:moveTo>
                    <a:pt x="350262" y="608323"/>
                  </a:moveTo>
                  <a:lnTo>
                    <a:pt x="351382" y="603699"/>
                  </a:lnTo>
                  <a:lnTo>
                    <a:pt x="343751" y="605273"/>
                  </a:lnTo>
                  <a:close/>
                  <a:moveTo>
                    <a:pt x="403222" y="588642"/>
                  </a:moveTo>
                  <a:lnTo>
                    <a:pt x="350262" y="608323"/>
                  </a:lnTo>
                  <a:lnTo>
                    <a:pt x="386596" y="619591"/>
                  </a:lnTo>
                  <a:close/>
                  <a:moveTo>
                    <a:pt x="403222" y="588642"/>
                  </a:moveTo>
                  <a:lnTo>
                    <a:pt x="351382" y="603699"/>
                  </a:lnTo>
                  <a:lnTo>
                    <a:pt x="350262" y="608323"/>
                  </a:lnTo>
                  <a:close/>
                  <a:moveTo>
                    <a:pt x="1009603" y="1323189"/>
                  </a:moveTo>
                  <a:lnTo>
                    <a:pt x="1043257" y="1359038"/>
                  </a:lnTo>
                  <a:lnTo>
                    <a:pt x="1047336" y="1312077"/>
                  </a:lnTo>
                  <a:close/>
                  <a:moveTo>
                    <a:pt x="1009603" y="1323189"/>
                  </a:moveTo>
                  <a:lnTo>
                    <a:pt x="1047336" y="1312077"/>
                  </a:lnTo>
                  <a:lnTo>
                    <a:pt x="997613" y="1312959"/>
                  </a:lnTo>
                  <a:close/>
                  <a:moveTo>
                    <a:pt x="995711" y="1269250"/>
                  </a:moveTo>
                  <a:lnTo>
                    <a:pt x="997613" y="1312959"/>
                  </a:lnTo>
                  <a:lnTo>
                    <a:pt x="1018281" y="1294024"/>
                  </a:lnTo>
                  <a:close/>
                  <a:moveTo>
                    <a:pt x="995711" y="1269250"/>
                  </a:moveTo>
                  <a:lnTo>
                    <a:pt x="974033" y="1286434"/>
                  </a:lnTo>
                  <a:lnTo>
                    <a:pt x="997613" y="1312959"/>
                  </a:lnTo>
                  <a:close/>
                  <a:moveTo>
                    <a:pt x="693830" y="924622"/>
                  </a:moveTo>
                  <a:lnTo>
                    <a:pt x="719305" y="901700"/>
                  </a:lnTo>
                  <a:lnTo>
                    <a:pt x="751198" y="918327"/>
                  </a:lnTo>
                  <a:close/>
                  <a:moveTo>
                    <a:pt x="693830" y="924622"/>
                  </a:moveTo>
                  <a:lnTo>
                    <a:pt x="751198" y="918327"/>
                  </a:lnTo>
                  <a:lnTo>
                    <a:pt x="726436" y="921954"/>
                  </a:lnTo>
                  <a:close/>
                  <a:moveTo>
                    <a:pt x="782436" y="910545"/>
                  </a:moveTo>
                  <a:lnTo>
                    <a:pt x="726436" y="921954"/>
                  </a:lnTo>
                  <a:lnTo>
                    <a:pt x="751198" y="918327"/>
                  </a:lnTo>
                  <a:close/>
                  <a:moveTo>
                    <a:pt x="825125" y="945575"/>
                  </a:moveTo>
                  <a:lnTo>
                    <a:pt x="800336" y="929972"/>
                  </a:lnTo>
                  <a:lnTo>
                    <a:pt x="814370" y="933731"/>
                  </a:lnTo>
                  <a:close/>
                  <a:moveTo>
                    <a:pt x="719305" y="901700"/>
                  </a:moveTo>
                  <a:lnTo>
                    <a:pt x="776129" y="922564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782436" y="910545"/>
                  </a:lnTo>
                  <a:lnTo>
                    <a:pt x="751198" y="918327"/>
                  </a:lnTo>
                  <a:close/>
                  <a:moveTo>
                    <a:pt x="776129" y="922564"/>
                  </a:moveTo>
                  <a:lnTo>
                    <a:pt x="800336" y="929972"/>
                  </a:lnTo>
                  <a:lnTo>
                    <a:pt x="782436" y="910545"/>
                  </a:lnTo>
                  <a:close/>
                  <a:moveTo>
                    <a:pt x="800336" y="929972"/>
                  </a:moveTo>
                  <a:lnTo>
                    <a:pt x="811261" y="938455"/>
                  </a:lnTo>
                  <a:lnTo>
                    <a:pt x="782436" y="910545"/>
                  </a:lnTo>
                  <a:close/>
                  <a:moveTo>
                    <a:pt x="723135" y="864945"/>
                  </a:moveTo>
                  <a:lnTo>
                    <a:pt x="741318" y="881387"/>
                  </a:lnTo>
                  <a:lnTo>
                    <a:pt x="734920" y="847762"/>
                  </a:lnTo>
                  <a:close/>
                  <a:moveTo>
                    <a:pt x="359384" y="423886"/>
                  </a:moveTo>
                  <a:lnTo>
                    <a:pt x="368830" y="460641"/>
                  </a:lnTo>
                  <a:lnTo>
                    <a:pt x="366090" y="412753"/>
                  </a:lnTo>
                  <a:close/>
                  <a:moveTo>
                    <a:pt x="348802" y="410446"/>
                  </a:moveTo>
                  <a:lnTo>
                    <a:pt x="359384" y="423886"/>
                  </a:lnTo>
                  <a:lnTo>
                    <a:pt x="366090" y="412753"/>
                  </a:lnTo>
                  <a:close/>
                  <a:moveTo>
                    <a:pt x="874384" y="941607"/>
                  </a:moveTo>
                  <a:lnTo>
                    <a:pt x="886000" y="952392"/>
                  </a:lnTo>
                  <a:lnTo>
                    <a:pt x="847571" y="933289"/>
                  </a:lnTo>
                  <a:close/>
                  <a:moveTo>
                    <a:pt x="776343" y="788148"/>
                  </a:moveTo>
                  <a:lnTo>
                    <a:pt x="801235" y="788416"/>
                  </a:lnTo>
                  <a:lnTo>
                    <a:pt x="763163" y="770648"/>
                  </a:lnTo>
                  <a:close/>
                  <a:moveTo>
                    <a:pt x="776343" y="788148"/>
                  </a:moveTo>
                  <a:lnTo>
                    <a:pt x="806096" y="791048"/>
                  </a:lnTo>
                  <a:lnTo>
                    <a:pt x="801235" y="788416"/>
                  </a:lnTo>
                  <a:close/>
                  <a:moveTo>
                    <a:pt x="536561" y="382516"/>
                  </a:moveTo>
                  <a:lnTo>
                    <a:pt x="587051" y="409091"/>
                  </a:lnTo>
                  <a:lnTo>
                    <a:pt x="551384" y="380939"/>
                  </a:lnTo>
                  <a:close/>
                  <a:moveTo>
                    <a:pt x="536561" y="382516"/>
                  </a:moveTo>
                  <a:lnTo>
                    <a:pt x="583722" y="416010"/>
                  </a:lnTo>
                  <a:lnTo>
                    <a:pt x="587051" y="409091"/>
                  </a:lnTo>
                  <a:close/>
                  <a:moveTo>
                    <a:pt x="681304" y="521325"/>
                  </a:moveTo>
                  <a:lnTo>
                    <a:pt x="719126" y="538927"/>
                  </a:lnTo>
                  <a:lnTo>
                    <a:pt x="689146" y="522277"/>
                  </a:lnTo>
                  <a:close/>
                  <a:moveTo>
                    <a:pt x="708979" y="413102"/>
                  </a:moveTo>
                  <a:lnTo>
                    <a:pt x="677975" y="374724"/>
                  </a:lnTo>
                  <a:lnTo>
                    <a:pt x="666877" y="375495"/>
                  </a:lnTo>
                  <a:close/>
                  <a:moveTo>
                    <a:pt x="561281" y="183431"/>
                  </a:moveTo>
                  <a:lnTo>
                    <a:pt x="599149" y="173766"/>
                  </a:lnTo>
                  <a:lnTo>
                    <a:pt x="565672" y="145733"/>
                  </a:lnTo>
                  <a:close/>
                  <a:moveTo>
                    <a:pt x="568764" y="132600"/>
                  </a:moveTo>
                  <a:lnTo>
                    <a:pt x="565672" y="145733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605466" y="73734"/>
                  </a:lnTo>
                  <a:lnTo>
                    <a:pt x="589831" y="53066"/>
                  </a:lnTo>
                  <a:close/>
                  <a:moveTo>
                    <a:pt x="570213" y="86675"/>
                  </a:moveTo>
                  <a:lnTo>
                    <a:pt x="597418" y="83072"/>
                  </a:lnTo>
                  <a:lnTo>
                    <a:pt x="589831" y="53066"/>
                  </a:lnTo>
                  <a:close/>
                  <a:moveTo>
                    <a:pt x="553254" y="3097"/>
                  </a:moveTo>
                  <a:lnTo>
                    <a:pt x="496889" y="13141"/>
                  </a:lnTo>
                  <a:lnTo>
                    <a:pt x="519106" y="0"/>
                  </a:lnTo>
                  <a:close/>
                  <a:moveTo>
                    <a:pt x="725973" y="220298"/>
                  </a:moveTo>
                  <a:lnTo>
                    <a:pt x="746767" y="228306"/>
                  </a:lnTo>
                  <a:lnTo>
                    <a:pt x="709828" y="214772"/>
                  </a:lnTo>
                  <a:close/>
                  <a:moveTo>
                    <a:pt x="725973" y="220298"/>
                  </a:moveTo>
                  <a:lnTo>
                    <a:pt x="752038" y="226196"/>
                  </a:lnTo>
                  <a:lnTo>
                    <a:pt x="746767" y="228306"/>
                  </a:lnTo>
                  <a:close/>
                  <a:moveTo>
                    <a:pt x="529399" y="3274"/>
                  </a:moveTo>
                  <a:lnTo>
                    <a:pt x="558515" y="6691"/>
                  </a:lnTo>
                  <a:lnTo>
                    <a:pt x="553254" y="309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63" name="Input_density__102">
              <a:extLst>
                <a:ext uri="{FF2B5EF4-FFF2-40B4-BE49-F238E27FC236}">
                  <a16:creationId xmlns:a16="http://schemas.microsoft.com/office/drawing/2014/main" id="{1F3753F7-AE22-8DF4-407F-CA98FD80BDB0}"/>
                </a:ext>
              </a:extLst>
            </p:cNvPr>
            <p:cNvSpPr>
              <a:spLocks noGrp="1"/>
            </p:cNvSpPr>
            <p:nvPr/>
          </p:nvSpPr>
          <p:spPr>
            <a:xfrm>
              <a:off x="868312" y="1494074"/>
              <a:ext cx="1070954" cy="1685690"/>
            </a:xfrm>
            <a:custGeom>
              <a:avLst/>
              <a:gdLst/>
              <a:ahLst/>
              <a:cxnLst/>
              <a:rect l="0" t="0" r="0" b="0"/>
              <a:pathLst>
                <a:path w="1070954" h="1685690">
                  <a:moveTo>
                    <a:pt x="161948" y="1558796"/>
                  </a:moveTo>
                  <a:lnTo>
                    <a:pt x="172068" y="1580231"/>
                  </a:lnTo>
                  <a:lnTo>
                    <a:pt x="139861" y="1572422"/>
                  </a:lnTo>
                  <a:close/>
                  <a:moveTo>
                    <a:pt x="292523" y="1673261"/>
                  </a:moveTo>
                  <a:lnTo>
                    <a:pt x="336362" y="1685690"/>
                  </a:lnTo>
                  <a:lnTo>
                    <a:pt x="345812" y="1651720"/>
                  </a:lnTo>
                  <a:close/>
                  <a:moveTo>
                    <a:pt x="292523" y="1673261"/>
                  </a:moveTo>
                  <a:lnTo>
                    <a:pt x="345812" y="1651720"/>
                  </a:lnTo>
                  <a:lnTo>
                    <a:pt x="312990" y="1653578"/>
                  </a:lnTo>
                  <a:close/>
                  <a:moveTo>
                    <a:pt x="350348" y="1629573"/>
                  </a:moveTo>
                  <a:lnTo>
                    <a:pt x="320018" y="1627143"/>
                  </a:lnTo>
                  <a:lnTo>
                    <a:pt x="312990" y="1653578"/>
                  </a:lnTo>
                  <a:close/>
                  <a:moveTo>
                    <a:pt x="320018" y="1627143"/>
                  </a:moveTo>
                  <a:lnTo>
                    <a:pt x="350348" y="1629573"/>
                  </a:lnTo>
                  <a:lnTo>
                    <a:pt x="302587" y="1596567"/>
                  </a:lnTo>
                  <a:close/>
                  <a:moveTo>
                    <a:pt x="67645" y="1033683"/>
                  </a:moveTo>
                  <a:lnTo>
                    <a:pt x="89403" y="1035069"/>
                  </a:lnTo>
                  <a:lnTo>
                    <a:pt x="96409" y="1053502"/>
                  </a:lnTo>
                  <a:close/>
                  <a:moveTo>
                    <a:pt x="14598" y="996928"/>
                  </a:moveTo>
                  <a:lnTo>
                    <a:pt x="14619" y="996944"/>
                  </a:lnTo>
                  <a:lnTo>
                    <a:pt x="14658" y="996998"/>
                  </a:lnTo>
                  <a:close/>
                  <a:moveTo>
                    <a:pt x="14596" y="996767"/>
                  </a:moveTo>
                  <a:lnTo>
                    <a:pt x="14619" y="996944"/>
                  </a:lnTo>
                  <a:lnTo>
                    <a:pt x="14598" y="996928"/>
                  </a:lnTo>
                  <a:close/>
                  <a:moveTo>
                    <a:pt x="57489" y="1032559"/>
                  </a:moveTo>
                  <a:lnTo>
                    <a:pt x="14658" y="996998"/>
                  </a:lnTo>
                  <a:lnTo>
                    <a:pt x="14619" y="996944"/>
                  </a:lnTo>
                  <a:close/>
                  <a:moveTo>
                    <a:pt x="14619" y="996944"/>
                  </a:moveTo>
                  <a:lnTo>
                    <a:pt x="14596" y="996767"/>
                  </a:lnTo>
                  <a:lnTo>
                    <a:pt x="23962" y="971689"/>
                  </a:lnTo>
                  <a:close/>
                  <a:moveTo>
                    <a:pt x="96409" y="1053502"/>
                  </a:moveTo>
                  <a:lnTo>
                    <a:pt x="93938" y="1031382"/>
                  </a:lnTo>
                  <a:lnTo>
                    <a:pt x="67645" y="1033683"/>
                  </a:lnTo>
                  <a:close/>
                  <a:moveTo>
                    <a:pt x="67645" y="1033683"/>
                  </a:moveTo>
                  <a:lnTo>
                    <a:pt x="93938" y="1031382"/>
                  </a:lnTo>
                  <a:lnTo>
                    <a:pt x="105971" y="993042"/>
                  </a:lnTo>
                  <a:close/>
                  <a:moveTo>
                    <a:pt x="14598" y="996928"/>
                  </a:moveTo>
                  <a:lnTo>
                    <a:pt x="20325" y="947558"/>
                  </a:lnTo>
                  <a:lnTo>
                    <a:pt x="14596" y="996767"/>
                  </a:lnTo>
                  <a:close/>
                  <a:moveTo>
                    <a:pt x="22971" y="906234"/>
                  </a:moveTo>
                  <a:lnTo>
                    <a:pt x="0" y="874588"/>
                  </a:lnTo>
                  <a:lnTo>
                    <a:pt x="5786" y="886663"/>
                  </a:lnTo>
                  <a:close/>
                  <a:moveTo>
                    <a:pt x="22971" y="906234"/>
                  </a:moveTo>
                  <a:lnTo>
                    <a:pt x="5786" y="886663"/>
                  </a:lnTo>
                  <a:lnTo>
                    <a:pt x="15281" y="923418"/>
                  </a:lnTo>
                  <a:close/>
                  <a:moveTo>
                    <a:pt x="358302" y="1309877"/>
                  </a:moveTo>
                  <a:lnTo>
                    <a:pt x="401767" y="1301629"/>
                  </a:lnTo>
                  <a:lnTo>
                    <a:pt x="394122" y="1263097"/>
                  </a:lnTo>
                  <a:close/>
                  <a:moveTo>
                    <a:pt x="358302" y="1309877"/>
                  </a:moveTo>
                  <a:lnTo>
                    <a:pt x="394122" y="1263097"/>
                  </a:lnTo>
                  <a:lnTo>
                    <a:pt x="367680" y="1257506"/>
                  </a:lnTo>
                  <a:close/>
                  <a:moveTo>
                    <a:pt x="394122" y="1263097"/>
                  </a:moveTo>
                  <a:lnTo>
                    <a:pt x="401767" y="1301629"/>
                  </a:lnTo>
                  <a:lnTo>
                    <a:pt x="405842" y="1310539"/>
                  </a:lnTo>
                  <a:close/>
                  <a:moveTo>
                    <a:pt x="394122" y="1263097"/>
                  </a:moveTo>
                  <a:lnTo>
                    <a:pt x="373905" y="1234786"/>
                  </a:lnTo>
                  <a:lnTo>
                    <a:pt x="367680" y="1257506"/>
                  </a:lnTo>
                  <a:close/>
                  <a:moveTo>
                    <a:pt x="100582" y="936487"/>
                  </a:moveTo>
                  <a:lnTo>
                    <a:pt x="99381" y="925806"/>
                  </a:lnTo>
                  <a:lnTo>
                    <a:pt x="114452" y="962561"/>
                  </a:lnTo>
                  <a:close/>
                  <a:moveTo>
                    <a:pt x="68335" y="890868"/>
                  </a:moveTo>
                  <a:lnTo>
                    <a:pt x="22971" y="906234"/>
                  </a:lnTo>
                  <a:lnTo>
                    <a:pt x="21102" y="924884"/>
                  </a:lnTo>
                  <a:close/>
                  <a:moveTo>
                    <a:pt x="68335" y="890868"/>
                  </a:moveTo>
                  <a:lnTo>
                    <a:pt x="100582" y="936487"/>
                  </a:lnTo>
                  <a:lnTo>
                    <a:pt x="99202" y="892861"/>
                  </a:lnTo>
                  <a:close/>
                  <a:moveTo>
                    <a:pt x="13990" y="898293"/>
                  </a:moveTo>
                  <a:lnTo>
                    <a:pt x="22971" y="906234"/>
                  </a:lnTo>
                  <a:lnTo>
                    <a:pt x="70327" y="888142"/>
                  </a:lnTo>
                  <a:close/>
                  <a:moveTo>
                    <a:pt x="633741" y="1295744"/>
                  </a:moveTo>
                  <a:lnTo>
                    <a:pt x="689649" y="1315316"/>
                  </a:lnTo>
                  <a:lnTo>
                    <a:pt x="677271" y="1278561"/>
                  </a:lnTo>
                  <a:close/>
                  <a:moveTo>
                    <a:pt x="555053" y="1222234"/>
                  </a:moveTo>
                  <a:lnTo>
                    <a:pt x="584870" y="1249176"/>
                  </a:lnTo>
                  <a:lnTo>
                    <a:pt x="561121" y="1208595"/>
                  </a:lnTo>
                  <a:close/>
                  <a:moveTo>
                    <a:pt x="561121" y="1208595"/>
                  </a:moveTo>
                  <a:lnTo>
                    <a:pt x="584870" y="1249176"/>
                  </a:lnTo>
                  <a:lnTo>
                    <a:pt x="594017" y="1253686"/>
                  </a:lnTo>
                  <a:close/>
                  <a:moveTo>
                    <a:pt x="305733" y="837501"/>
                  </a:moveTo>
                  <a:lnTo>
                    <a:pt x="307696" y="891439"/>
                  </a:lnTo>
                  <a:lnTo>
                    <a:pt x="311016" y="874256"/>
                  </a:lnTo>
                  <a:close/>
                  <a:moveTo>
                    <a:pt x="805864" y="1384714"/>
                  </a:moveTo>
                  <a:lnTo>
                    <a:pt x="792412" y="1379736"/>
                  </a:lnTo>
                  <a:lnTo>
                    <a:pt x="817165" y="1398601"/>
                  </a:lnTo>
                  <a:close/>
                  <a:moveTo>
                    <a:pt x="845407" y="1407984"/>
                  </a:moveTo>
                  <a:lnTo>
                    <a:pt x="805864" y="1384714"/>
                  </a:lnTo>
                  <a:lnTo>
                    <a:pt x="817165" y="1398601"/>
                  </a:lnTo>
                  <a:close/>
                  <a:moveTo>
                    <a:pt x="443871" y="936510"/>
                  </a:moveTo>
                  <a:lnTo>
                    <a:pt x="428208" y="930582"/>
                  </a:lnTo>
                  <a:lnTo>
                    <a:pt x="455361" y="967337"/>
                  </a:lnTo>
                  <a:close/>
                  <a:moveTo>
                    <a:pt x="311016" y="874256"/>
                  </a:moveTo>
                  <a:lnTo>
                    <a:pt x="310722" y="874000"/>
                  </a:lnTo>
                  <a:lnTo>
                    <a:pt x="307927" y="831525"/>
                  </a:lnTo>
                  <a:close/>
                  <a:moveTo>
                    <a:pt x="242781" y="763991"/>
                  </a:moveTo>
                  <a:lnTo>
                    <a:pt x="225366" y="754975"/>
                  </a:lnTo>
                  <a:lnTo>
                    <a:pt x="224698" y="800746"/>
                  </a:lnTo>
                  <a:close/>
                  <a:moveTo>
                    <a:pt x="219136" y="715292"/>
                  </a:moveTo>
                  <a:lnTo>
                    <a:pt x="225366" y="754975"/>
                  </a:lnTo>
                  <a:lnTo>
                    <a:pt x="247008" y="761796"/>
                  </a:lnTo>
                  <a:close/>
                  <a:moveTo>
                    <a:pt x="252536" y="746807"/>
                  </a:moveTo>
                  <a:lnTo>
                    <a:pt x="235303" y="710052"/>
                  </a:lnTo>
                  <a:lnTo>
                    <a:pt x="247008" y="761796"/>
                  </a:lnTo>
                  <a:close/>
                  <a:moveTo>
                    <a:pt x="790308" y="1371642"/>
                  </a:moveTo>
                  <a:lnTo>
                    <a:pt x="792412" y="1379736"/>
                  </a:lnTo>
                  <a:lnTo>
                    <a:pt x="805864" y="1384714"/>
                  </a:lnTo>
                  <a:close/>
                  <a:moveTo>
                    <a:pt x="792412" y="1379736"/>
                  </a:moveTo>
                  <a:lnTo>
                    <a:pt x="790308" y="1371642"/>
                  </a:lnTo>
                  <a:lnTo>
                    <a:pt x="751082" y="1341501"/>
                  </a:lnTo>
                  <a:close/>
                  <a:moveTo>
                    <a:pt x="87357" y="455021"/>
                  </a:moveTo>
                  <a:lnTo>
                    <a:pt x="121547" y="489522"/>
                  </a:lnTo>
                  <a:lnTo>
                    <a:pt x="93004" y="463518"/>
                  </a:lnTo>
                  <a:close/>
                  <a:moveTo>
                    <a:pt x="79858" y="452768"/>
                  </a:moveTo>
                  <a:lnTo>
                    <a:pt x="87357" y="455021"/>
                  </a:lnTo>
                  <a:lnTo>
                    <a:pt x="93004" y="463518"/>
                  </a:lnTo>
                  <a:close/>
                  <a:moveTo>
                    <a:pt x="84780" y="432772"/>
                  </a:moveTo>
                  <a:lnTo>
                    <a:pt x="87357" y="455021"/>
                  </a:lnTo>
                  <a:lnTo>
                    <a:pt x="79858" y="452768"/>
                  </a:lnTo>
                  <a:close/>
                  <a:moveTo>
                    <a:pt x="879996" y="1362708"/>
                  </a:moveTo>
                  <a:lnTo>
                    <a:pt x="854219" y="1356576"/>
                  </a:lnTo>
                  <a:lnTo>
                    <a:pt x="891815" y="1397847"/>
                  </a:lnTo>
                  <a:close/>
                  <a:moveTo>
                    <a:pt x="805864" y="1384714"/>
                  </a:moveTo>
                  <a:lnTo>
                    <a:pt x="817542" y="1359305"/>
                  </a:lnTo>
                  <a:lnTo>
                    <a:pt x="790308" y="1371642"/>
                  </a:lnTo>
                  <a:close/>
                  <a:moveTo>
                    <a:pt x="854219" y="1356576"/>
                  </a:moveTo>
                  <a:lnTo>
                    <a:pt x="805864" y="1384714"/>
                  </a:lnTo>
                  <a:lnTo>
                    <a:pt x="845407" y="1407984"/>
                  </a:lnTo>
                  <a:close/>
                  <a:moveTo>
                    <a:pt x="854219" y="1356576"/>
                  </a:moveTo>
                  <a:lnTo>
                    <a:pt x="817542" y="1359305"/>
                  </a:lnTo>
                  <a:lnTo>
                    <a:pt x="805864" y="1384714"/>
                  </a:lnTo>
                  <a:close/>
                  <a:moveTo>
                    <a:pt x="602562" y="1067751"/>
                  </a:moveTo>
                  <a:lnTo>
                    <a:pt x="619033" y="1114357"/>
                  </a:lnTo>
                  <a:lnTo>
                    <a:pt x="650767" y="1082356"/>
                  </a:lnTo>
                  <a:close/>
                  <a:moveTo>
                    <a:pt x="453922" y="839889"/>
                  </a:moveTo>
                  <a:lnTo>
                    <a:pt x="448273" y="857072"/>
                  </a:lnTo>
                  <a:lnTo>
                    <a:pt x="486516" y="876644"/>
                  </a:lnTo>
                  <a:close/>
                  <a:moveTo>
                    <a:pt x="453922" y="839889"/>
                  </a:moveTo>
                  <a:lnTo>
                    <a:pt x="451567" y="835886"/>
                  </a:lnTo>
                  <a:lnTo>
                    <a:pt x="434141" y="810180"/>
                  </a:lnTo>
                  <a:close/>
                  <a:moveTo>
                    <a:pt x="270397" y="700707"/>
                  </a:moveTo>
                  <a:lnTo>
                    <a:pt x="291996" y="709213"/>
                  </a:lnTo>
                  <a:lnTo>
                    <a:pt x="250089" y="677106"/>
                  </a:lnTo>
                  <a:close/>
                  <a:moveTo>
                    <a:pt x="292904" y="709497"/>
                  </a:moveTo>
                  <a:lnTo>
                    <a:pt x="270397" y="700707"/>
                  </a:lnTo>
                  <a:lnTo>
                    <a:pt x="317185" y="707183"/>
                  </a:lnTo>
                  <a:close/>
                  <a:moveTo>
                    <a:pt x="125366" y="472339"/>
                  </a:moveTo>
                  <a:lnTo>
                    <a:pt x="121547" y="489522"/>
                  </a:lnTo>
                  <a:lnTo>
                    <a:pt x="146983" y="509094"/>
                  </a:lnTo>
                  <a:close/>
                  <a:moveTo>
                    <a:pt x="93004" y="463518"/>
                  </a:moveTo>
                  <a:lnTo>
                    <a:pt x="110865" y="435909"/>
                  </a:lnTo>
                  <a:lnTo>
                    <a:pt x="79858" y="452768"/>
                  </a:lnTo>
                  <a:close/>
                  <a:moveTo>
                    <a:pt x="775879" y="1169441"/>
                  </a:moveTo>
                  <a:lnTo>
                    <a:pt x="775960" y="1176701"/>
                  </a:lnTo>
                  <a:lnTo>
                    <a:pt x="754866" y="1159436"/>
                  </a:lnTo>
                  <a:close/>
                  <a:moveTo>
                    <a:pt x="754866" y="1159436"/>
                  </a:moveTo>
                  <a:lnTo>
                    <a:pt x="775960" y="1176701"/>
                  </a:lnTo>
                  <a:lnTo>
                    <a:pt x="783486" y="1190256"/>
                  </a:lnTo>
                  <a:close/>
                  <a:moveTo>
                    <a:pt x="783486" y="1190256"/>
                  </a:moveTo>
                  <a:lnTo>
                    <a:pt x="775960" y="1176701"/>
                  </a:lnTo>
                  <a:lnTo>
                    <a:pt x="775030" y="1207439"/>
                  </a:lnTo>
                  <a:close/>
                  <a:moveTo>
                    <a:pt x="711853" y="1079991"/>
                  </a:moveTo>
                  <a:lnTo>
                    <a:pt x="694819" y="1097174"/>
                  </a:lnTo>
                  <a:lnTo>
                    <a:pt x="721447" y="1116746"/>
                  </a:lnTo>
                  <a:close/>
                  <a:moveTo>
                    <a:pt x="523776" y="913399"/>
                  </a:moveTo>
                  <a:lnTo>
                    <a:pt x="541563" y="923212"/>
                  </a:lnTo>
                  <a:lnTo>
                    <a:pt x="538995" y="896216"/>
                  </a:lnTo>
                  <a:close/>
                  <a:moveTo>
                    <a:pt x="476865" y="834263"/>
                  </a:moveTo>
                  <a:lnTo>
                    <a:pt x="504908" y="869230"/>
                  </a:lnTo>
                  <a:lnTo>
                    <a:pt x="507896" y="825704"/>
                  </a:lnTo>
                  <a:close/>
                  <a:moveTo>
                    <a:pt x="456184" y="837006"/>
                  </a:moveTo>
                  <a:lnTo>
                    <a:pt x="453922" y="839889"/>
                  </a:lnTo>
                  <a:lnTo>
                    <a:pt x="476865" y="834263"/>
                  </a:lnTo>
                  <a:close/>
                  <a:moveTo>
                    <a:pt x="510105" y="822706"/>
                  </a:moveTo>
                  <a:lnTo>
                    <a:pt x="507896" y="825704"/>
                  </a:lnTo>
                  <a:lnTo>
                    <a:pt x="536326" y="826029"/>
                  </a:lnTo>
                  <a:close/>
                  <a:moveTo>
                    <a:pt x="552415" y="859461"/>
                  </a:moveTo>
                  <a:lnTo>
                    <a:pt x="572406" y="868532"/>
                  </a:lnTo>
                  <a:lnTo>
                    <a:pt x="536326" y="826029"/>
                  </a:lnTo>
                  <a:close/>
                  <a:moveTo>
                    <a:pt x="451567" y="835886"/>
                  </a:moveTo>
                  <a:lnTo>
                    <a:pt x="453922" y="839889"/>
                  </a:lnTo>
                  <a:lnTo>
                    <a:pt x="456184" y="837006"/>
                  </a:lnTo>
                  <a:close/>
                  <a:moveTo>
                    <a:pt x="510105" y="822706"/>
                  </a:moveTo>
                  <a:lnTo>
                    <a:pt x="536326" y="826029"/>
                  </a:lnTo>
                  <a:lnTo>
                    <a:pt x="535542" y="804492"/>
                  </a:lnTo>
                  <a:close/>
                  <a:moveTo>
                    <a:pt x="427652" y="803134"/>
                  </a:moveTo>
                  <a:lnTo>
                    <a:pt x="456184" y="837006"/>
                  </a:lnTo>
                  <a:lnTo>
                    <a:pt x="423299" y="791906"/>
                  </a:lnTo>
                  <a:close/>
                  <a:moveTo>
                    <a:pt x="451567" y="835886"/>
                  </a:moveTo>
                  <a:lnTo>
                    <a:pt x="456184" y="837006"/>
                  </a:lnTo>
                  <a:lnTo>
                    <a:pt x="427652" y="803134"/>
                  </a:lnTo>
                  <a:close/>
                  <a:moveTo>
                    <a:pt x="342456" y="602176"/>
                  </a:moveTo>
                  <a:lnTo>
                    <a:pt x="324610" y="610366"/>
                  </a:lnTo>
                  <a:lnTo>
                    <a:pt x="342421" y="606835"/>
                  </a:lnTo>
                  <a:close/>
                  <a:moveTo>
                    <a:pt x="111479" y="435584"/>
                  </a:moveTo>
                  <a:lnTo>
                    <a:pt x="173371" y="447006"/>
                  </a:lnTo>
                  <a:lnTo>
                    <a:pt x="149770" y="431368"/>
                  </a:lnTo>
                  <a:close/>
                  <a:moveTo>
                    <a:pt x="385301" y="616494"/>
                  </a:moveTo>
                  <a:lnTo>
                    <a:pt x="348967" y="605227"/>
                  </a:lnTo>
                  <a:lnTo>
                    <a:pt x="342421" y="606835"/>
                  </a:lnTo>
                  <a:close/>
                  <a:moveTo>
                    <a:pt x="1041267" y="1357610"/>
                  </a:moveTo>
                  <a:lnTo>
                    <a:pt x="1069800" y="1361500"/>
                  </a:lnTo>
                  <a:lnTo>
                    <a:pt x="1041962" y="1355942"/>
                  </a:lnTo>
                  <a:close/>
                  <a:moveTo>
                    <a:pt x="943230" y="1248894"/>
                  </a:moveTo>
                  <a:lnTo>
                    <a:pt x="964991" y="1288944"/>
                  </a:lnTo>
                  <a:lnTo>
                    <a:pt x="972738" y="1283337"/>
                  </a:lnTo>
                  <a:close/>
                  <a:moveTo>
                    <a:pt x="972738" y="1283337"/>
                  </a:moveTo>
                  <a:lnTo>
                    <a:pt x="947408" y="1251573"/>
                  </a:lnTo>
                  <a:lnTo>
                    <a:pt x="943230" y="1248894"/>
                  </a:lnTo>
                  <a:close/>
                  <a:moveTo>
                    <a:pt x="756308" y="1043236"/>
                  </a:moveTo>
                  <a:lnTo>
                    <a:pt x="747379" y="1031282"/>
                  </a:lnTo>
                  <a:lnTo>
                    <a:pt x="776733" y="1062807"/>
                  </a:lnTo>
                  <a:close/>
                  <a:moveTo>
                    <a:pt x="703926" y="1006481"/>
                  </a:moveTo>
                  <a:lnTo>
                    <a:pt x="738520" y="993737"/>
                  </a:lnTo>
                  <a:lnTo>
                    <a:pt x="743189" y="986338"/>
                  </a:lnTo>
                  <a:close/>
                  <a:moveTo>
                    <a:pt x="507896" y="825704"/>
                  </a:moveTo>
                  <a:lnTo>
                    <a:pt x="510105" y="822706"/>
                  </a:lnTo>
                  <a:lnTo>
                    <a:pt x="507703" y="822211"/>
                  </a:lnTo>
                  <a:close/>
                  <a:moveTo>
                    <a:pt x="507703" y="822211"/>
                  </a:moveTo>
                  <a:lnTo>
                    <a:pt x="476865" y="834263"/>
                  </a:lnTo>
                  <a:lnTo>
                    <a:pt x="507896" y="825704"/>
                  </a:lnTo>
                  <a:close/>
                  <a:moveTo>
                    <a:pt x="996318" y="1309862"/>
                  </a:moveTo>
                  <a:lnTo>
                    <a:pt x="1046041" y="1308981"/>
                  </a:lnTo>
                  <a:lnTo>
                    <a:pt x="1044361" y="1268701"/>
                  </a:lnTo>
                  <a:close/>
                  <a:moveTo>
                    <a:pt x="996318" y="1309862"/>
                  </a:moveTo>
                  <a:lnTo>
                    <a:pt x="1044361" y="1268701"/>
                  </a:lnTo>
                  <a:lnTo>
                    <a:pt x="1016986" y="1290928"/>
                  </a:lnTo>
                  <a:close/>
                  <a:moveTo>
                    <a:pt x="1070954" y="1315816"/>
                  </a:moveTo>
                  <a:lnTo>
                    <a:pt x="1046041" y="1308981"/>
                  </a:lnTo>
                  <a:lnTo>
                    <a:pt x="1041962" y="1355942"/>
                  </a:lnTo>
                  <a:close/>
                  <a:moveTo>
                    <a:pt x="972738" y="1283337"/>
                  </a:moveTo>
                  <a:lnTo>
                    <a:pt x="994416" y="1266154"/>
                  </a:lnTo>
                  <a:lnTo>
                    <a:pt x="947408" y="1251573"/>
                  </a:lnTo>
                  <a:close/>
                  <a:moveTo>
                    <a:pt x="806437" y="1002025"/>
                  </a:moveTo>
                  <a:lnTo>
                    <a:pt x="778715" y="988147"/>
                  </a:lnTo>
                  <a:lnTo>
                    <a:pt x="810294" y="1008869"/>
                  </a:lnTo>
                  <a:close/>
                  <a:moveTo>
                    <a:pt x="810294" y="1008869"/>
                  </a:moveTo>
                  <a:lnTo>
                    <a:pt x="778715" y="988147"/>
                  </a:lnTo>
                  <a:lnTo>
                    <a:pt x="778044" y="989297"/>
                  </a:lnTo>
                  <a:close/>
                  <a:moveTo>
                    <a:pt x="810294" y="1008869"/>
                  </a:moveTo>
                  <a:lnTo>
                    <a:pt x="778044" y="989297"/>
                  </a:lnTo>
                  <a:lnTo>
                    <a:pt x="798824" y="1026052"/>
                  </a:lnTo>
                  <a:close/>
                  <a:moveTo>
                    <a:pt x="578603" y="729252"/>
                  </a:moveTo>
                  <a:lnTo>
                    <a:pt x="542256" y="731713"/>
                  </a:lnTo>
                  <a:lnTo>
                    <a:pt x="542117" y="732866"/>
                  </a:lnTo>
                  <a:close/>
                  <a:moveTo>
                    <a:pt x="1044726" y="1265303"/>
                  </a:moveTo>
                  <a:lnTo>
                    <a:pt x="1020869" y="1257610"/>
                  </a:lnTo>
                  <a:lnTo>
                    <a:pt x="1016986" y="1290928"/>
                  </a:lnTo>
                  <a:close/>
                  <a:moveTo>
                    <a:pt x="1020869" y="1257610"/>
                  </a:moveTo>
                  <a:lnTo>
                    <a:pt x="1044726" y="1265303"/>
                  </a:lnTo>
                  <a:lnTo>
                    <a:pt x="1041205" y="1223418"/>
                  </a:lnTo>
                  <a:close/>
                  <a:moveTo>
                    <a:pt x="1020869" y="1257610"/>
                  </a:moveTo>
                  <a:lnTo>
                    <a:pt x="1041205" y="1223418"/>
                  </a:lnTo>
                  <a:lnTo>
                    <a:pt x="1012726" y="1219483"/>
                  </a:lnTo>
                  <a:close/>
                  <a:moveTo>
                    <a:pt x="890773" y="1040717"/>
                  </a:moveTo>
                  <a:lnTo>
                    <a:pt x="878275" y="1045624"/>
                  </a:lnTo>
                  <a:lnTo>
                    <a:pt x="886929" y="1053820"/>
                  </a:lnTo>
                  <a:close/>
                  <a:moveTo>
                    <a:pt x="890773" y="1040717"/>
                  </a:moveTo>
                  <a:lnTo>
                    <a:pt x="886929" y="1053820"/>
                  </a:lnTo>
                  <a:lnTo>
                    <a:pt x="907111" y="1045624"/>
                  </a:lnTo>
                  <a:close/>
                  <a:moveTo>
                    <a:pt x="772824" y="965848"/>
                  </a:moveTo>
                  <a:lnTo>
                    <a:pt x="813075" y="930635"/>
                  </a:lnTo>
                  <a:lnTo>
                    <a:pt x="799041" y="926876"/>
                  </a:lnTo>
                  <a:close/>
                  <a:moveTo>
                    <a:pt x="733625" y="844666"/>
                  </a:moveTo>
                  <a:lnTo>
                    <a:pt x="740023" y="878291"/>
                  </a:lnTo>
                  <a:lnTo>
                    <a:pt x="760559" y="858862"/>
                  </a:lnTo>
                  <a:close/>
                  <a:moveTo>
                    <a:pt x="740023" y="878291"/>
                  </a:moveTo>
                  <a:lnTo>
                    <a:pt x="776204" y="888988"/>
                  </a:lnTo>
                  <a:lnTo>
                    <a:pt x="795632" y="865421"/>
                  </a:lnTo>
                  <a:close/>
                  <a:moveTo>
                    <a:pt x="873089" y="938511"/>
                  </a:moveTo>
                  <a:lnTo>
                    <a:pt x="889772" y="952036"/>
                  </a:lnTo>
                  <a:lnTo>
                    <a:pt x="884705" y="949296"/>
                  </a:lnTo>
                  <a:close/>
                  <a:moveTo>
                    <a:pt x="889772" y="952036"/>
                  </a:moveTo>
                  <a:lnTo>
                    <a:pt x="873089" y="938511"/>
                  </a:lnTo>
                  <a:lnTo>
                    <a:pt x="916310" y="971254"/>
                  </a:lnTo>
                  <a:close/>
                  <a:moveTo>
                    <a:pt x="889772" y="952036"/>
                  </a:moveTo>
                  <a:lnTo>
                    <a:pt x="895309" y="954931"/>
                  </a:lnTo>
                  <a:lnTo>
                    <a:pt x="884705" y="949296"/>
                  </a:lnTo>
                  <a:close/>
                  <a:moveTo>
                    <a:pt x="687851" y="519180"/>
                  </a:moveTo>
                  <a:lnTo>
                    <a:pt x="713454" y="553014"/>
                  </a:lnTo>
                  <a:lnTo>
                    <a:pt x="686349" y="516845"/>
                  </a:lnTo>
                  <a:close/>
                  <a:moveTo>
                    <a:pt x="578994" y="442749"/>
                  </a:moveTo>
                  <a:lnTo>
                    <a:pt x="585756" y="405994"/>
                  </a:lnTo>
                  <a:lnTo>
                    <a:pt x="582427" y="412914"/>
                  </a:lnTo>
                  <a:close/>
                  <a:moveTo>
                    <a:pt x="532334" y="369239"/>
                  </a:moveTo>
                  <a:lnTo>
                    <a:pt x="535266" y="379420"/>
                  </a:lnTo>
                  <a:lnTo>
                    <a:pt x="550089" y="377842"/>
                  </a:lnTo>
                  <a:close/>
                  <a:moveTo>
                    <a:pt x="532334" y="369239"/>
                  </a:moveTo>
                  <a:lnTo>
                    <a:pt x="530483" y="338561"/>
                  </a:lnTo>
                  <a:lnTo>
                    <a:pt x="535266" y="379420"/>
                  </a:lnTo>
                  <a:close/>
                  <a:moveTo>
                    <a:pt x="687851" y="519180"/>
                  </a:moveTo>
                  <a:lnTo>
                    <a:pt x="717831" y="535831"/>
                  </a:lnTo>
                  <a:lnTo>
                    <a:pt x="717687" y="536114"/>
                  </a:lnTo>
                  <a:close/>
                  <a:moveTo>
                    <a:pt x="585756" y="405994"/>
                  </a:moveTo>
                  <a:lnTo>
                    <a:pt x="580159" y="388811"/>
                  </a:lnTo>
                  <a:lnTo>
                    <a:pt x="550089" y="377842"/>
                  </a:lnTo>
                  <a:close/>
                  <a:moveTo>
                    <a:pt x="705192" y="391602"/>
                  </a:moveTo>
                  <a:lnTo>
                    <a:pt x="676680" y="371627"/>
                  </a:lnTo>
                  <a:lnTo>
                    <a:pt x="707684" y="410006"/>
                  </a:lnTo>
                  <a:close/>
                  <a:moveTo>
                    <a:pt x="676680" y="371627"/>
                  </a:moveTo>
                  <a:lnTo>
                    <a:pt x="705192" y="391602"/>
                  </a:lnTo>
                  <a:lnTo>
                    <a:pt x="702960" y="369099"/>
                  </a:lnTo>
                  <a:close/>
                  <a:moveTo>
                    <a:pt x="715344" y="333348"/>
                  </a:moveTo>
                  <a:lnTo>
                    <a:pt x="676680" y="371627"/>
                  </a:lnTo>
                  <a:lnTo>
                    <a:pt x="702960" y="369099"/>
                  </a:lnTo>
                  <a:close/>
                  <a:moveTo>
                    <a:pt x="559986" y="180335"/>
                  </a:moveTo>
                  <a:lnTo>
                    <a:pt x="554412" y="224607"/>
                  </a:lnTo>
                  <a:lnTo>
                    <a:pt x="566178" y="220047"/>
                  </a:lnTo>
                  <a:close/>
                  <a:moveTo>
                    <a:pt x="578586" y="43220"/>
                  </a:moveTo>
                  <a:lnTo>
                    <a:pt x="568717" y="62657"/>
                  </a:lnTo>
                  <a:lnTo>
                    <a:pt x="588537" y="49970"/>
                  </a:lnTo>
                  <a:close/>
                  <a:moveTo>
                    <a:pt x="588537" y="49970"/>
                  </a:moveTo>
                  <a:lnTo>
                    <a:pt x="568717" y="62657"/>
                  </a:lnTo>
                  <a:lnTo>
                    <a:pt x="568918" y="83579"/>
                  </a:lnTo>
                  <a:close/>
                  <a:moveTo>
                    <a:pt x="557220" y="3594"/>
                  </a:moveTo>
                  <a:lnTo>
                    <a:pt x="578586" y="43220"/>
                  </a:lnTo>
                  <a:lnTo>
                    <a:pt x="558858" y="6466"/>
                  </a:lnTo>
                  <a:close/>
                  <a:moveTo>
                    <a:pt x="557220" y="3594"/>
                  </a:moveTo>
                  <a:lnTo>
                    <a:pt x="577309" y="32010"/>
                  </a:lnTo>
                  <a:lnTo>
                    <a:pt x="578586" y="43220"/>
                  </a:lnTo>
                  <a:close/>
                  <a:moveTo>
                    <a:pt x="557220" y="3594"/>
                  </a:moveTo>
                  <a:lnTo>
                    <a:pt x="558858" y="6466"/>
                  </a:lnTo>
                  <a:lnTo>
                    <a:pt x="551959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64" name="Input_density__103">
              <a:extLst>
                <a:ext uri="{FF2B5EF4-FFF2-40B4-BE49-F238E27FC236}">
                  <a16:creationId xmlns:a16="http://schemas.microsoft.com/office/drawing/2014/main" id="{966A1F57-B878-78BD-DF90-D3FB10797131}"/>
                </a:ext>
              </a:extLst>
            </p:cNvPr>
            <p:cNvSpPr>
              <a:spLocks noGrp="1"/>
            </p:cNvSpPr>
            <p:nvPr/>
          </p:nvSpPr>
          <p:spPr>
            <a:xfrm>
              <a:off x="907147" y="1490977"/>
              <a:ext cx="720599" cy="1542250"/>
            </a:xfrm>
            <a:custGeom>
              <a:avLst/>
              <a:gdLst/>
              <a:ahLst/>
              <a:cxnLst/>
              <a:rect l="0" t="0" r="0" b="0"/>
              <a:pathLst>
                <a:path w="720599" h="1542250">
                  <a:moveTo>
                    <a:pt x="50177" y="1490246"/>
                  </a:moveTo>
                  <a:lnTo>
                    <a:pt x="93941" y="1509818"/>
                  </a:lnTo>
                  <a:lnTo>
                    <a:pt x="68336" y="1473062"/>
                  </a:lnTo>
                  <a:close/>
                  <a:moveTo>
                    <a:pt x="125144" y="1492634"/>
                  </a:moveTo>
                  <a:lnTo>
                    <a:pt x="93941" y="1509818"/>
                  </a:lnTo>
                  <a:lnTo>
                    <a:pt x="117859" y="1542250"/>
                  </a:lnTo>
                  <a:close/>
                  <a:moveTo>
                    <a:pt x="201134" y="1384757"/>
                  </a:moveTo>
                  <a:lnTo>
                    <a:pt x="215313" y="1368838"/>
                  </a:lnTo>
                  <a:lnTo>
                    <a:pt x="173305" y="1395283"/>
                  </a:lnTo>
                  <a:close/>
                  <a:moveTo>
                    <a:pt x="173305" y="1395283"/>
                  </a:moveTo>
                  <a:lnTo>
                    <a:pt x="215313" y="1368838"/>
                  </a:lnTo>
                  <a:lnTo>
                    <a:pt x="197159" y="1358231"/>
                  </a:lnTo>
                  <a:close/>
                  <a:moveTo>
                    <a:pt x="190239" y="1274363"/>
                  </a:moveTo>
                  <a:lnTo>
                    <a:pt x="186765" y="1290469"/>
                  </a:lnTo>
                  <a:lnTo>
                    <a:pt x="190930" y="1257309"/>
                  </a:lnTo>
                  <a:close/>
                  <a:moveTo>
                    <a:pt x="185940" y="1295517"/>
                  </a:moveTo>
                  <a:lnTo>
                    <a:pt x="186765" y="1290469"/>
                  </a:lnTo>
                  <a:lnTo>
                    <a:pt x="190239" y="1274363"/>
                  </a:lnTo>
                  <a:close/>
                  <a:moveTo>
                    <a:pt x="206909" y="1241209"/>
                  </a:moveTo>
                  <a:lnTo>
                    <a:pt x="190239" y="1274363"/>
                  </a:lnTo>
                  <a:lnTo>
                    <a:pt x="190930" y="1257309"/>
                  </a:lnTo>
                  <a:close/>
                  <a:moveTo>
                    <a:pt x="260629" y="1221273"/>
                  </a:moveTo>
                  <a:lnTo>
                    <a:pt x="238956" y="1236449"/>
                  </a:lnTo>
                  <a:lnTo>
                    <a:pt x="206909" y="1241209"/>
                  </a:lnTo>
                  <a:close/>
                  <a:moveTo>
                    <a:pt x="260629" y="1221273"/>
                  </a:moveTo>
                  <a:lnTo>
                    <a:pt x="206909" y="1241209"/>
                  </a:lnTo>
                  <a:lnTo>
                    <a:pt x="231353" y="1236391"/>
                  </a:lnTo>
                  <a:close/>
                  <a:moveTo>
                    <a:pt x="62977" y="1076800"/>
                  </a:moveTo>
                  <a:lnTo>
                    <a:pt x="86744" y="1069451"/>
                  </a:lnTo>
                  <a:lnTo>
                    <a:pt x="68345" y="1073534"/>
                  </a:lnTo>
                  <a:close/>
                  <a:moveTo>
                    <a:pt x="86744" y="1069451"/>
                  </a:moveTo>
                  <a:lnTo>
                    <a:pt x="95814" y="1056351"/>
                  </a:lnTo>
                  <a:lnTo>
                    <a:pt x="68345" y="1073534"/>
                  </a:lnTo>
                  <a:close/>
                  <a:moveTo>
                    <a:pt x="55103" y="1034479"/>
                  </a:moveTo>
                  <a:lnTo>
                    <a:pt x="57574" y="1056598"/>
                  </a:lnTo>
                  <a:lnTo>
                    <a:pt x="84701" y="1019596"/>
                  </a:lnTo>
                  <a:close/>
                  <a:moveTo>
                    <a:pt x="84701" y="1019596"/>
                  </a:moveTo>
                  <a:lnTo>
                    <a:pt x="57574" y="1056598"/>
                  </a:lnTo>
                  <a:lnTo>
                    <a:pt x="68345" y="1073534"/>
                  </a:lnTo>
                  <a:close/>
                  <a:moveTo>
                    <a:pt x="84701" y="1019596"/>
                  </a:moveTo>
                  <a:lnTo>
                    <a:pt x="68345" y="1073534"/>
                  </a:lnTo>
                  <a:lnTo>
                    <a:pt x="95814" y="1056351"/>
                  </a:lnTo>
                  <a:close/>
                  <a:moveTo>
                    <a:pt x="234415" y="1238449"/>
                  </a:moveTo>
                  <a:lnTo>
                    <a:pt x="277894" y="1230189"/>
                  </a:lnTo>
                  <a:lnTo>
                    <a:pt x="260629" y="1221273"/>
                  </a:lnTo>
                  <a:close/>
                  <a:moveTo>
                    <a:pt x="107987" y="965657"/>
                  </a:moveTo>
                  <a:lnTo>
                    <a:pt x="67136" y="996138"/>
                  </a:lnTo>
                  <a:lnTo>
                    <a:pt x="84701" y="1019596"/>
                  </a:lnTo>
                  <a:close/>
                  <a:moveTo>
                    <a:pt x="107987" y="965657"/>
                  </a:moveTo>
                  <a:lnTo>
                    <a:pt x="114136" y="951079"/>
                  </a:lnTo>
                  <a:lnTo>
                    <a:pt x="72715" y="975414"/>
                  </a:lnTo>
                  <a:close/>
                  <a:moveTo>
                    <a:pt x="72715" y="975414"/>
                  </a:moveTo>
                  <a:lnTo>
                    <a:pt x="114136" y="951079"/>
                  </a:lnTo>
                  <a:lnTo>
                    <a:pt x="99605" y="935893"/>
                  </a:lnTo>
                  <a:close/>
                  <a:moveTo>
                    <a:pt x="272727" y="1074087"/>
                  </a:moveTo>
                  <a:lnTo>
                    <a:pt x="244337" y="1075922"/>
                  </a:lnTo>
                  <a:lnTo>
                    <a:pt x="219503" y="1095877"/>
                  </a:lnTo>
                  <a:close/>
                  <a:moveTo>
                    <a:pt x="139623" y="948474"/>
                  </a:moveTo>
                  <a:lnTo>
                    <a:pt x="122611" y="917190"/>
                  </a:lnTo>
                  <a:lnTo>
                    <a:pt x="116406" y="928903"/>
                  </a:lnTo>
                  <a:close/>
                  <a:moveTo>
                    <a:pt x="110685" y="892147"/>
                  </a:moveTo>
                  <a:lnTo>
                    <a:pt x="116406" y="928903"/>
                  </a:lnTo>
                  <a:lnTo>
                    <a:pt x="114489" y="879046"/>
                  </a:lnTo>
                  <a:close/>
                  <a:moveTo>
                    <a:pt x="116406" y="928903"/>
                  </a:moveTo>
                  <a:lnTo>
                    <a:pt x="122611" y="917190"/>
                  </a:lnTo>
                  <a:lnTo>
                    <a:pt x="114489" y="879046"/>
                  </a:lnTo>
                  <a:close/>
                  <a:moveTo>
                    <a:pt x="272727" y="1074087"/>
                  </a:moveTo>
                  <a:lnTo>
                    <a:pt x="293247" y="1083466"/>
                  </a:lnTo>
                  <a:lnTo>
                    <a:pt x="283607" y="1058739"/>
                  </a:lnTo>
                  <a:close/>
                  <a:moveTo>
                    <a:pt x="283607" y="1058739"/>
                  </a:moveTo>
                  <a:lnTo>
                    <a:pt x="320142" y="1078311"/>
                  </a:lnTo>
                  <a:lnTo>
                    <a:pt x="317758" y="1041555"/>
                  </a:lnTo>
                  <a:close/>
                  <a:moveTo>
                    <a:pt x="302066" y="1004801"/>
                  </a:moveTo>
                  <a:lnTo>
                    <a:pt x="292267" y="1021857"/>
                  </a:lnTo>
                  <a:lnTo>
                    <a:pt x="283607" y="1058739"/>
                  </a:lnTo>
                  <a:close/>
                  <a:moveTo>
                    <a:pt x="317758" y="1041555"/>
                  </a:moveTo>
                  <a:lnTo>
                    <a:pt x="302066" y="1004801"/>
                  </a:lnTo>
                  <a:lnTo>
                    <a:pt x="283607" y="1058739"/>
                  </a:lnTo>
                  <a:close/>
                  <a:moveTo>
                    <a:pt x="292553" y="1021984"/>
                  </a:moveTo>
                  <a:lnTo>
                    <a:pt x="307848" y="984616"/>
                  </a:lnTo>
                  <a:lnTo>
                    <a:pt x="315500" y="968046"/>
                  </a:lnTo>
                  <a:close/>
                  <a:moveTo>
                    <a:pt x="307848" y="984616"/>
                  </a:moveTo>
                  <a:lnTo>
                    <a:pt x="292267" y="1021857"/>
                  </a:lnTo>
                  <a:lnTo>
                    <a:pt x="302066" y="1004801"/>
                  </a:lnTo>
                  <a:close/>
                  <a:moveTo>
                    <a:pt x="307848" y="984616"/>
                  </a:moveTo>
                  <a:lnTo>
                    <a:pt x="324829" y="951896"/>
                  </a:lnTo>
                  <a:lnTo>
                    <a:pt x="315500" y="968046"/>
                  </a:lnTo>
                  <a:close/>
                  <a:moveTo>
                    <a:pt x="324829" y="951896"/>
                  </a:moveTo>
                  <a:lnTo>
                    <a:pt x="325493" y="950862"/>
                  </a:lnTo>
                  <a:lnTo>
                    <a:pt x="315500" y="968046"/>
                  </a:lnTo>
                  <a:close/>
                  <a:moveTo>
                    <a:pt x="107874" y="735251"/>
                  </a:moveTo>
                  <a:lnTo>
                    <a:pt x="85021" y="747516"/>
                  </a:lnTo>
                  <a:lnTo>
                    <a:pt x="128540" y="733381"/>
                  </a:lnTo>
                  <a:close/>
                  <a:moveTo>
                    <a:pt x="521489" y="1092663"/>
                  </a:moveTo>
                  <a:lnTo>
                    <a:pt x="534151" y="1080699"/>
                  </a:lnTo>
                  <a:lnTo>
                    <a:pt x="520459" y="1097882"/>
                  </a:lnTo>
                  <a:close/>
                  <a:moveTo>
                    <a:pt x="269091" y="834622"/>
                  </a:moveTo>
                  <a:lnTo>
                    <a:pt x="286904" y="810103"/>
                  </a:lnTo>
                  <a:lnTo>
                    <a:pt x="266897" y="840597"/>
                  </a:lnTo>
                  <a:close/>
                  <a:moveTo>
                    <a:pt x="206060" y="679788"/>
                  </a:moveTo>
                  <a:lnTo>
                    <a:pt x="181790" y="694619"/>
                  </a:lnTo>
                  <a:lnTo>
                    <a:pt x="180301" y="718389"/>
                  </a:lnTo>
                  <a:close/>
                  <a:moveTo>
                    <a:pt x="180301" y="718389"/>
                  </a:moveTo>
                  <a:lnTo>
                    <a:pt x="196468" y="713149"/>
                  </a:lnTo>
                  <a:lnTo>
                    <a:pt x="206060" y="679788"/>
                  </a:lnTo>
                  <a:close/>
                  <a:moveTo>
                    <a:pt x="173414" y="663303"/>
                  </a:moveTo>
                  <a:lnTo>
                    <a:pt x="152145" y="679989"/>
                  </a:lnTo>
                  <a:lnTo>
                    <a:pt x="140608" y="693577"/>
                  </a:lnTo>
                  <a:close/>
                  <a:moveTo>
                    <a:pt x="542818" y="1076198"/>
                  </a:moveTo>
                  <a:lnTo>
                    <a:pt x="534151" y="1080699"/>
                  </a:lnTo>
                  <a:lnTo>
                    <a:pt x="521489" y="1092663"/>
                  </a:lnTo>
                  <a:close/>
                  <a:moveTo>
                    <a:pt x="563726" y="1070848"/>
                  </a:moveTo>
                  <a:lnTo>
                    <a:pt x="611932" y="1085452"/>
                  </a:lnTo>
                  <a:lnTo>
                    <a:pt x="583818" y="1063516"/>
                  </a:lnTo>
                  <a:close/>
                  <a:moveTo>
                    <a:pt x="231561" y="703803"/>
                  </a:moveTo>
                  <a:lnTo>
                    <a:pt x="211254" y="680203"/>
                  </a:lnTo>
                  <a:lnTo>
                    <a:pt x="196468" y="713149"/>
                  </a:lnTo>
                  <a:close/>
                  <a:moveTo>
                    <a:pt x="673018" y="1083087"/>
                  </a:moveTo>
                  <a:lnTo>
                    <a:pt x="664446" y="1061009"/>
                  </a:lnTo>
                  <a:lnTo>
                    <a:pt x="647369" y="1093370"/>
                  </a:lnTo>
                  <a:close/>
                  <a:moveTo>
                    <a:pt x="599344" y="1009577"/>
                  </a:moveTo>
                  <a:lnTo>
                    <a:pt x="583818" y="1063516"/>
                  </a:lnTo>
                  <a:lnTo>
                    <a:pt x="623967" y="1034242"/>
                  </a:lnTo>
                  <a:close/>
                  <a:moveTo>
                    <a:pt x="623967" y="1034242"/>
                  </a:moveTo>
                  <a:lnTo>
                    <a:pt x="583818" y="1063516"/>
                  </a:lnTo>
                  <a:lnTo>
                    <a:pt x="623718" y="1049164"/>
                  </a:lnTo>
                  <a:close/>
                  <a:moveTo>
                    <a:pt x="664446" y="1061009"/>
                  </a:moveTo>
                  <a:lnTo>
                    <a:pt x="654235" y="1046332"/>
                  </a:lnTo>
                  <a:lnTo>
                    <a:pt x="611932" y="1085452"/>
                  </a:lnTo>
                  <a:close/>
                  <a:moveTo>
                    <a:pt x="654235" y="1046332"/>
                  </a:moveTo>
                  <a:lnTo>
                    <a:pt x="659240" y="1041546"/>
                  </a:lnTo>
                  <a:lnTo>
                    <a:pt x="646079" y="1013326"/>
                  </a:lnTo>
                  <a:close/>
                  <a:moveTo>
                    <a:pt x="623718" y="1049164"/>
                  </a:moveTo>
                  <a:lnTo>
                    <a:pt x="654235" y="1046332"/>
                  </a:lnTo>
                  <a:lnTo>
                    <a:pt x="646079" y="1013326"/>
                  </a:lnTo>
                  <a:close/>
                  <a:moveTo>
                    <a:pt x="575128" y="990006"/>
                  </a:moveTo>
                  <a:lnTo>
                    <a:pt x="599344" y="1009577"/>
                  </a:lnTo>
                  <a:lnTo>
                    <a:pt x="601839" y="972822"/>
                  </a:lnTo>
                  <a:close/>
                  <a:moveTo>
                    <a:pt x="646079" y="1013326"/>
                  </a:moveTo>
                  <a:lnTo>
                    <a:pt x="659240" y="1041546"/>
                  </a:lnTo>
                  <a:lnTo>
                    <a:pt x="665091" y="1009577"/>
                  </a:lnTo>
                  <a:close/>
                  <a:moveTo>
                    <a:pt x="605931" y="966806"/>
                  </a:moveTo>
                  <a:lnTo>
                    <a:pt x="575128" y="990006"/>
                  </a:lnTo>
                  <a:lnTo>
                    <a:pt x="601839" y="972822"/>
                  </a:lnTo>
                  <a:close/>
                  <a:moveTo>
                    <a:pt x="23518" y="284181"/>
                  </a:moveTo>
                  <a:lnTo>
                    <a:pt x="4480" y="328416"/>
                  </a:lnTo>
                  <a:lnTo>
                    <a:pt x="0" y="311232"/>
                  </a:lnTo>
                  <a:close/>
                  <a:moveTo>
                    <a:pt x="23518" y="284181"/>
                  </a:moveTo>
                  <a:lnTo>
                    <a:pt x="7973" y="322268"/>
                  </a:lnTo>
                  <a:lnTo>
                    <a:pt x="4480" y="328416"/>
                  </a:lnTo>
                  <a:close/>
                  <a:moveTo>
                    <a:pt x="23518" y="284181"/>
                  </a:moveTo>
                  <a:lnTo>
                    <a:pt x="30676" y="274477"/>
                  </a:lnTo>
                  <a:lnTo>
                    <a:pt x="29289" y="291661"/>
                  </a:lnTo>
                  <a:close/>
                  <a:moveTo>
                    <a:pt x="673018" y="1083087"/>
                  </a:moveTo>
                  <a:lnTo>
                    <a:pt x="720599" y="1050172"/>
                  </a:lnTo>
                  <a:lnTo>
                    <a:pt x="661872" y="1045233"/>
                  </a:lnTo>
                  <a:close/>
                  <a:moveTo>
                    <a:pt x="661872" y="1045233"/>
                  </a:moveTo>
                  <a:lnTo>
                    <a:pt x="720599" y="1050172"/>
                  </a:lnTo>
                  <a:lnTo>
                    <a:pt x="708543" y="1034379"/>
                  </a:lnTo>
                  <a:close/>
                  <a:moveTo>
                    <a:pt x="661872" y="1045233"/>
                  </a:moveTo>
                  <a:lnTo>
                    <a:pt x="699684" y="996834"/>
                  </a:lnTo>
                  <a:lnTo>
                    <a:pt x="659240" y="1041546"/>
                  </a:lnTo>
                  <a:close/>
                  <a:moveTo>
                    <a:pt x="637721" y="989458"/>
                  </a:moveTo>
                  <a:lnTo>
                    <a:pt x="636850" y="993741"/>
                  </a:lnTo>
                  <a:lnTo>
                    <a:pt x="645186" y="989001"/>
                  </a:lnTo>
                  <a:close/>
                  <a:moveTo>
                    <a:pt x="653699" y="924622"/>
                  </a:moveTo>
                  <a:lnTo>
                    <a:pt x="605931" y="966806"/>
                  </a:lnTo>
                  <a:lnTo>
                    <a:pt x="624453" y="939850"/>
                  </a:lnTo>
                  <a:close/>
                  <a:moveTo>
                    <a:pt x="303621" y="605273"/>
                  </a:moveTo>
                  <a:lnTo>
                    <a:pt x="311251" y="603699"/>
                  </a:lnTo>
                  <a:lnTo>
                    <a:pt x="295109" y="568517"/>
                  </a:lnTo>
                  <a:close/>
                  <a:moveTo>
                    <a:pt x="311251" y="603699"/>
                  </a:moveTo>
                  <a:lnTo>
                    <a:pt x="363092" y="588642"/>
                  </a:lnTo>
                  <a:lnTo>
                    <a:pt x="345560" y="558148"/>
                  </a:lnTo>
                  <a:close/>
                  <a:moveTo>
                    <a:pt x="311251" y="603699"/>
                  </a:moveTo>
                  <a:lnTo>
                    <a:pt x="345560" y="558148"/>
                  </a:lnTo>
                  <a:lnTo>
                    <a:pt x="303518" y="565239"/>
                  </a:lnTo>
                  <a:close/>
                  <a:moveTo>
                    <a:pt x="50285" y="259680"/>
                  </a:moveTo>
                  <a:lnTo>
                    <a:pt x="30676" y="274477"/>
                  </a:lnTo>
                  <a:lnTo>
                    <a:pt x="69047" y="262442"/>
                  </a:lnTo>
                  <a:close/>
                  <a:moveTo>
                    <a:pt x="624453" y="939850"/>
                  </a:moveTo>
                  <a:lnTo>
                    <a:pt x="643249" y="943791"/>
                  </a:lnTo>
                  <a:lnTo>
                    <a:pt x="653699" y="924622"/>
                  </a:lnTo>
                  <a:close/>
                  <a:moveTo>
                    <a:pt x="653699" y="924622"/>
                  </a:moveTo>
                  <a:lnTo>
                    <a:pt x="643249" y="943791"/>
                  </a:lnTo>
                  <a:lnTo>
                    <a:pt x="671427" y="901700"/>
                  </a:lnTo>
                  <a:close/>
                  <a:moveTo>
                    <a:pt x="671755" y="895921"/>
                  </a:moveTo>
                  <a:lnTo>
                    <a:pt x="669130" y="905092"/>
                  </a:lnTo>
                  <a:lnTo>
                    <a:pt x="671427" y="901700"/>
                  </a:lnTo>
                  <a:close/>
                  <a:moveTo>
                    <a:pt x="701188" y="881387"/>
                  </a:moveTo>
                  <a:lnTo>
                    <a:pt x="683005" y="864945"/>
                  </a:lnTo>
                  <a:lnTo>
                    <a:pt x="682051" y="906047"/>
                  </a:lnTo>
                  <a:close/>
                  <a:moveTo>
                    <a:pt x="671755" y="895921"/>
                  </a:moveTo>
                  <a:lnTo>
                    <a:pt x="679175" y="901700"/>
                  </a:lnTo>
                  <a:lnTo>
                    <a:pt x="669130" y="905092"/>
                  </a:lnTo>
                  <a:close/>
                  <a:moveTo>
                    <a:pt x="159011" y="224619"/>
                  </a:moveTo>
                  <a:lnTo>
                    <a:pt x="135679" y="233595"/>
                  </a:lnTo>
                  <a:lnTo>
                    <a:pt x="104502" y="241604"/>
                  </a:lnTo>
                  <a:close/>
                  <a:moveTo>
                    <a:pt x="159011" y="224619"/>
                  </a:moveTo>
                  <a:lnTo>
                    <a:pt x="104502" y="241604"/>
                  </a:lnTo>
                  <a:lnTo>
                    <a:pt x="128177" y="233912"/>
                  </a:lnTo>
                  <a:close/>
                  <a:moveTo>
                    <a:pt x="325959" y="412753"/>
                  </a:moveTo>
                  <a:lnTo>
                    <a:pt x="328734" y="406702"/>
                  </a:lnTo>
                  <a:lnTo>
                    <a:pt x="308671" y="410446"/>
                  </a:lnTo>
                  <a:close/>
                  <a:moveTo>
                    <a:pt x="497794" y="605144"/>
                  </a:moveTo>
                  <a:lnTo>
                    <a:pt x="490574" y="620614"/>
                  </a:lnTo>
                  <a:lnTo>
                    <a:pt x="497450" y="590477"/>
                  </a:lnTo>
                  <a:close/>
                  <a:moveTo>
                    <a:pt x="507501" y="559322"/>
                  </a:moveTo>
                  <a:lnTo>
                    <a:pt x="497794" y="605144"/>
                  </a:lnTo>
                  <a:lnTo>
                    <a:pt x="497450" y="590477"/>
                  </a:lnTo>
                  <a:close/>
                  <a:moveTo>
                    <a:pt x="542680" y="550992"/>
                  </a:moveTo>
                  <a:lnTo>
                    <a:pt x="527279" y="553722"/>
                  </a:lnTo>
                  <a:lnTo>
                    <a:pt x="566702" y="559883"/>
                  </a:lnTo>
                  <a:close/>
                  <a:moveTo>
                    <a:pt x="527279" y="553722"/>
                  </a:moveTo>
                  <a:lnTo>
                    <a:pt x="507501" y="559322"/>
                  </a:lnTo>
                  <a:lnTo>
                    <a:pt x="566702" y="559883"/>
                  </a:lnTo>
                  <a:close/>
                  <a:moveTo>
                    <a:pt x="542680" y="550992"/>
                  </a:moveTo>
                  <a:lnTo>
                    <a:pt x="566702" y="559883"/>
                  </a:lnTo>
                  <a:lnTo>
                    <a:pt x="586380" y="536539"/>
                  </a:lnTo>
                  <a:close/>
                  <a:moveTo>
                    <a:pt x="647513" y="519941"/>
                  </a:moveTo>
                  <a:lnTo>
                    <a:pt x="602742" y="529252"/>
                  </a:lnTo>
                  <a:lnTo>
                    <a:pt x="649015" y="522277"/>
                  </a:lnTo>
                  <a:close/>
                  <a:moveTo>
                    <a:pt x="602742" y="529252"/>
                  </a:moveTo>
                  <a:lnTo>
                    <a:pt x="616415" y="524966"/>
                  </a:lnTo>
                  <a:lnTo>
                    <a:pt x="649015" y="522277"/>
                  </a:lnTo>
                  <a:close/>
                  <a:moveTo>
                    <a:pt x="616415" y="524966"/>
                  </a:moveTo>
                  <a:lnTo>
                    <a:pt x="641173" y="521325"/>
                  </a:lnTo>
                  <a:lnTo>
                    <a:pt x="649015" y="522277"/>
                  </a:lnTo>
                  <a:close/>
                  <a:moveTo>
                    <a:pt x="420519" y="98432"/>
                  </a:moveTo>
                  <a:lnTo>
                    <a:pt x="439220" y="72144"/>
                  </a:lnTo>
                  <a:lnTo>
                    <a:pt x="422853" y="80684"/>
                  </a:lnTo>
                  <a:close/>
                  <a:moveTo>
                    <a:pt x="437979" y="63501"/>
                  </a:moveTo>
                  <a:lnTo>
                    <a:pt x="446759" y="26746"/>
                  </a:lnTo>
                  <a:lnTo>
                    <a:pt x="422853" y="80684"/>
                  </a:lnTo>
                  <a:close/>
                  <a:moveTo>
                    <a:pt x="478976" y="0"/>
                  </a:moveTo>
                  <a:lnTo>
                    <a:pt x="456758" y="13141"/>
                  </a:lnTo>
                  <a:lnTo>
                    <a:pt x="446759" y="26746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65" name="Input_density__104">
              <a:extLst>
                <a:ext uri="{FF2B5EF4-FFF2-40B4-BE49-F238E27FC236}">
                  <a16:creationId xmlns:a16="http://schemas.microsoft.com/office/drawing/2014/main" id="{B9EA18BA-4938-C29E-A3F8-16A26CFA8A16}"/>
                </a:ext>
              </a:extLst>
            </p:cNvPr>
            <p:cNvSpPr>
              <a:spLocks noGrp="1"/>
            </p:cNvSpPr>
            <p:nvPr/>
          </p:nvSpPr>
          <p:spPr>
            <a:xfrm>
              <a:off x="891283" y="1664743"/>
              <a:ext cx="1033665" cy="1519827"/>
            </a:xfrm>
            <a:custGeom>
              <a:avLst/>
              <a:gdLst/>
              <a:ahLst/>
              <a:cxnLst/>
              <a:rect l="0" t="0" r="0" b="0"/>
              <a:pathLst>
                <a:path w="1033665" h="1519827">
                  <a:moveTo>
                    <a:pt x="137976" y="1356016"/>
                  </a:moveTo>
                  <a:lnTo>
                    <a:pt x="154805" y="1372807"/>
                  </a:lnTo>
                  <a:lnTo>
                    <a:pt x="133724" y="1368485"/>
                  </a:lnTo>
                  <a:close/>
                  <a:moveTo>
                    <a:pt x="299758" y="1519827"/>
                  </a:moveTo>
                  <a:lnTo>
                    <a:pt x="313391" y="1515021"/>
                  </a:lnTo>
                  <a:lnTo>
                    <a:pt x="269552" y="1502592"/>
                  </a:lnTo>
                  <a:close/>
                  <a:moveTo>
                    <a:pt x="233927" y="1493974"/>
                  </a:moveTo>
                  <a:lnTo>
                    <a:pt x="269552" y="1502592"/>
                  </a:lnTo>
                  <a:lnTo>
                    <a:pt x="290019" y="1482909"/>
                  </a:lnTo>
                  <a:close/>
                  <a:moveTo>
                    <a:pt x="154805" y="1372807"/>
                  </a:moveTo>
                  <a:lnTo>
                    <a:pt x="181054" y="1362356"/>
                  </a:lnTo>
                  <a:lnTo>
                    <a:pt x="133724" y="1368485"/>
                  </a:lnTo>
                  <a:close/>
                  <a:moveTo>
                    <a:pt x="133724" y="1368485"/>
                  </a:moveTo>
                  <a:lnTo>
                    <a:pt x="181054" y="1362356"/>
                  </a:lnTo>
                  <a:lnTo>
                    <a:pt x="189097" y="1354731"/>
                  </a:lnTo>
                  <a:close/>
                  <a:moveTo>
                    <a:pt x="219380" y="1343377"/>
                  </a:moveTo>
                  <a:lnTo>
                    <a:pt x="209166" y="1333556"/>
                  </a:lnTo>
                  <a:lnTo>
                    <a:pt x="189097" y="1354731"/>
                  </a:lnTo>
                  <a:close/>
                  <a:moveTo>
                    <a:pt x="222926" y="1131667"/>
                  </a:moveTo>
                  <a:lnTo>
                    <a:pt x="253046" y="1152255"/>
                  </a:lnTo>
                  <a:lnTo>
                    <a:pt x="278370" y="1158429"/>
                  </a:lnTo>
                  <a:close/>
                  <a:moveTo>
                    <a:pt x="66432" y="864400"/>
                  </a:moveTo>
                  <a:lnTo>
                    <a:pt x="44674" y="863013"/>
                  </a:lnTo>
                  <a:lnTo>
                    <a:pt x="12644" y="836294"/>
                  </a:lnTo>
                  <a:close/>
                  <a:moveTo>
                    <a:pt x="72725" y="845830"/>
                  </a:moveTo>
                  <a:lnTo>
                    <a:pt x="36091" y="861979"/>
                  </a:lnTo>
                  <a:lnTo>
                    <a:pt x="83000" y="822373"/>
                  </a:lnTo>
                  <a:close/>
                  <a:moveTo>
                    <a:pt x="34518" y="861890"/>
                  </a:moveTo>
                  <a:lnTo>
                    <a:pt x="44674" y="863013"/>
                  </a:lnTo>
                  <a:lnTo>
                    <a:pt x="83000" y="822373"/>
                  </a:lnTo>
                  <a:close/>
                  <a:moveTo>
                    <a:pt x="378796" y="1130960"/>
                  </a:moveTo>
                  <a:lnTo>
                    <a:pt x="335367" y="1143050"/>
                  </a:lnTo>
                  <a:lnTo>
                    <a:pt x="372778" y="1158347"/>
                  </a:lnTo>
                  <a:close/>
                  <a:moveTo>
                    <a:pt x="378796" y="1130960"/>
                  </a:moveTo>
                  <a:lnTo>
                    <a:pt x="335331" y="1139208"/>
                  </a:lnTo>
                  <a:lnTo>
                    <a:pt x="335367" y="1143050"/>
                  </a:lnTo>
                  <a:close/>
                  <a:moveTo>
                    <a:pt x="378796" y="1130960"/>
                  </a:moveTo>
                  <a:lnTo>
                    <a:pt x="372778" y="1158347"/>
                  </a:lnTo>
                  <a:lnTo>
                    <a:pt x="382871" y="1139870"/>
                  </a:lnTo>
                  <a:close/>
                  <a:moveTo>
                    <a:pt x="88579" y="801648"/>
                  </a:moveTo>
                  <a:lnTo>
                    <a:pt x="77611" y="765818"/>
                  </a:lnTo>
                  <a:lnTo>
                    <a:pt x="91481" y="791892"/>
                  </a:lnTo>
                  <a:close/>
                  <a:moveTo>
                    <a:pt x="45364" y="720199"/>
                  </a:moveTo>
                  <a:lnTo>
                    <a:pt x="76410" y="755137"/>
                  </a:lnTo>
                  <a:lnTo>
                    <a:pt x="77611" y="765818"/>
                  </a:lnTo>
                  <a:close/>
                  <a:moveTo>
                    <a:pt x="0" y="735565"/>
                  </a:moveTo>
                  <a:lnTo>
                    <a:pt x="45364" y="720199"/>
                  </a:lnTo>
                  <a:lnTo>
                    <a:pt x="47356" y="717473"/>
                  </a:lnTo>
                  <a:close/>
                  <a:moveTo>
                    <a:pt x="45364" y="720199"/>
                  </a:moveTo>
                  <a:lnTo>
                    <a:pt x="76232" y="722192"/>
                  </a:lnTo>
                  <a:lnTo>
                    <a:pt x="47356" y="717473"/>
                  </a:lnTo>
                  <a:close/>
                  <a:moveTo>
                    <a:pt x="76232" y="722192"/>
                  </a:moveTo>
                  <a:lnTo>
                    <a:pt x="78173" y="708118"/>
                  </a:lnTo>
                  <a:lnTo>
                    <a:pt x="47356" y="717473"/>
                  </a:lnTo>
                  <a:close/>
                  <a:moveTo>
                    <a:pt x="78173" y="708118"/>
                  </a:moveTo>
                  <a:lnTo>
                    <a:pt x="76232" y="722192"/>
                  </a:lnTo>
                  <a:lnTo>
                    <a:pt x="91089" y="681627"/>
                  </a:lnTo>
                  <a:close/>
                  <a:moveTo>
                    <a:pt x="350945" y="912670"/>
                  </a:moveTo>
                  <a:lnTo>
                    <a:pt x="366128" y="917523"/>
                  </a:lnTo>
                  <a:lnTo>
                    <a:pt x="358969" y="904545"/>
                  </a:lnTo>
                  <a:close/>
                  <a:moveTo>
                    <a:pt x="666678" y="1144647"/>
                  </a:moveTo>
                  <a:lnTo>
                    <a:pt x="652418" y="1167793"/>
                  </a:lnTo>
                  <a:lnTo>
                    <a:pt x="673170" y="1149172"/>
                  </a:lnTo>
                  <a:close/>
                  <a:moveTo>
                    <a:pt x="654300" y="1107892"/>
                  </a:moveTo>
                  <a:lnTo>
                    <a:pt x="625001" y="1093649"/>
                  </a:lnTo>
                  <a:lnTo>
                    <a:pt x="606095" y="1119174"/>
                  </a:lnTo>
                  <a:close/>
                  <a:moveTo>
                    <a:pt x="606095" y="1119174"/>
                  </a:moveTo>
                  <a:lnTo>
                    <a:pt x="571046" y="1083017"/>
                  </a:lnTo>
                  <a:lnTo>
                    <a:pt x="573173" y="1088320"/>
                  </a:lnTo>
                  <a:close/>
                  <a:moveTo>
                    <a:pt x="561899" y="1078507"/>
                  </a:moveTo>
                  <a:lnTo>
                    <a:pt x="573173" y="1088320"/>
                  </a:lnTo>
                  <a:lnTo>
                    <a:pt x="571046" y="1083017"/>
                  </a:lnTo>
                  <a:close/>
                  <a:moveTo>
                    <a:pt x="370114" y="867790"/>
                  </a:moveTo>
                  <a:lnTo>
                    <a:pt x="353918" y="900361"/>
                  </a:lnTo>
                  <a:lnTo>
                    <a:pt x="358969" y="904545"/>
                  </a:lnTo>
                  <a:close/>
                  <a:moveTo>
                    <a:pt x="206770" y="670243"/>
                  </a:moveTo>
                  <a:lnTo>
                    <a:pt x="226412" y="696212"/>
                  </a:lnTo>
                  <a:lnTo>
                    <a:pt x="210447" y="684015"/>
                  </a:lnTo>
                  <a:close/>
                  <a:moveTo>
                    <a:pt x="288045" y="703587"/>
                  </a:moveTo>
                  <a:lnTo>
                    <a:pt x="302777" y="732577"/>
                  </a:lnTo>
                  <a:lnTo>
                    <a:pt x="327788" y="729878"/>
                  </a:lnTo>
                  <a:close/>
                  <a:moveTo>
                    <a:pt x="212205" y="647260"/>
                  </a:moveTo>
                  <a:lnTo>
                    <a:pt x="201727" y="630077"/>
                  </a:lnTo>
                  <a:lnTo>
                    <a:pt x="210447" y="684015"/>
                  </a:lnTo>
                  <a:close/>
                  <a:moveTo>
                    <a:pt x="212205" y="647260"/>
                  </a:moveTo>
                  <a:lnTo>
                    <a:pt x="219810" y="593322"/>
                  </a:lnTo>
                  <a:lnTo>
                    <a:pt x="201727" y="630077"/>
                  </a:lnTo>
                  <a:close/>
                  <a:moveTo>
                    <a:pt x="654300" y="1107892"/>
                  </a:moveTo>
                  <a:lnTo>
                    <a:pt x="666678" y="1144647"/>
                  </a:lnTo>
                  <a:lnTo>
                    <a:pt x="636795" y="1101400"/>
                  </a:lnTo>
                  <a:close/>
                  <a:moveTo>
                    <a:pt x="420900" y="765841"/>
                  </a:moveTo>
                  <a:lnTo>
                    <a:pt x="434411" y="799605"/>
                  </a:lnTo>
                  <a:lnTo>
                    <a:pt x="447284" y="813852"/>
                  </a:lnTo>
                  <a:close/>
                  <a:moveTo>
                    <a:pt x="434411" y="799605"/>
                  </a:moveTo>
                  <a:lnTo>
                    <a:pt x="420900" y="765841"/>
                  </a:lnTo>
                  <a:lnTo>
                    <a:pt x="432390" y="796668"/>
                  </a:lnTo>
                  <a:close/>
                  <a:moveTo>
                    <a:pt x="327788" y="729878"/>
                  </a:moveTo>
                  <a:lnTo>
                    <a:pt x="287751" y="703331"/>
                  </a:lnTo>
                  <a:lnTo>
                    <a:pt x="288045" y="703587"/>
                  </a:lnTo>
                  <a:close/>
                  <a:moveTo>
                    <a:pt x="728111" y="1170832"/>
                  </a:moveTo>
                  <a:lnTo>
                    <a:pt x="767337" y="1200973"/>
                  </a:lnTo>
                  <a:lnTo>
                    <a:pt x="739808" y="1177535"/>
                  </a:lnTo>
                  <a:close/>
                  <a:moveTo>
                    <a:pt x="806434" y="1147035"/>
                  </a:moveTo>
                  <a:lnTo>
                    <a:pt x="796296" y="1167949"/>
                  </a:lnTo>
                  <a:lnTo>
                    <a:pt x="815557" y="1153916"/>
                  </a:lnTo>
                  <a:close/>
                  <a:moveTo>
                    <a:pt x="815557" y="1153916"/>
                  </a:moveTo>
                  <a:lnTo>
                    <a:pt x="796296" y="1167949"/>
                  </a:lnTo>
                  <a:lnTo>
                    <a:pt x="794571" y="1188636"/>
                  </a:lnTo>
                  <a:close/>
                  <a:moveTo>
                    <a:pt x="815557" y="1153916"/>
                  </a:moveTo>
                  <a:lnTo>
                    <a:pt x="794571" y="1188636"/>
                  </a:lnTo>
                  <a:lnTo>
                    <a:pt x="831248" y="1185907"/>
                  </a:lnTo>
                  <a:close/>
                  <a:moveTo>
                    <a:pt x="831248" y="1185907"/>
                  </a:moveTo>
                  <a:lnTo>
                    <a:pt x="857025" y="1192039"/>
                  </a:lnTo>
                  <a:lnTo>
                    <a:pt x="815557" y="1153916"/>
                  </a:lnTo>
                  <a:close/>
                  <a:moveTo>
                    <a:pt x="586607" y="936125"/>
                  </a:moveTo>
                  <a:lnTo>
                    <a:pt x="596062" y="943688"/>
                  </a:lnTo>
                  <a:lnTo>
                    <a:pt x="579591" y="897082"/>
                  </a:lnTo>
                  <a:close/>
                  <a:moveTo>
                    <a:pt x="627796" y="911686"/>
                  </a:moveTo>
                  <a:lnTo>
                    <a:pt x="608591" y="936090"/>
                  </a:lnTo>
                  <a:lnTo>
                    <a:pt x="663233" y="919604"/>
                  </a:lnTo>
                  <a:close/>
                  <a:moveTo>
                    <a:pt x="87894" y="265240"/>
                  </a:moveTo>
                  <a:lnTo>
                    <a:pt x="70033" y="292849"/>
                  </a:lnTo>
                  <a:lnTo>
                    <a:pt x="88508" y="264915"/>
                  </a:lnTo>
                  <a:close/>
                  <a:moveTo>
                    <a:pt x="88508" y="264915"/>
                  </a:moveTo>
                  <a:lnTo>
                    <a:pt x="70033" y="292849"/>
                  </a:lnTo>
                  <a:lnTo>
                    <a:pt x="98577" y="318853"/>
                  </a:lnTo>
                  <a:close/>
                  <a:moveTo>
                    <a:pt x="88508" y="264915"/>
                  </a:moveTo>
                  <a:lnTo>
                    <a:pt x="98577" y="318853"/>
                  </a:lnTo>
                  <a:lnTo>
                    <a:pt x="102395" y="301670"/>
                  </a:lnTo>
                  <a:close/>
                  <a:moveTo>
                    <a:pt x="61809" y="262103"/>
                  </a:moveTo>
                  <a:lnTo>
                    <a:pt x="56888" y="282098"/>
                  </a:lnTo>
                  <a:lnTo>
                    <a:pt x="87894" y="265240"/>
                  </a:lnTo>
                  <a:close/>
                  <a:moveTo>
                    <a:pt x="88508" y="264915"/>
                  </a:moveTo>
                  <a:lnTo>
                    <a:pt x="60063" y="243119"/>
                  </a:lnTo>
                  <a:lnTo>
                    <a:pt x="62141" y="245343"/>
                  </a:lnTo>
                  <a:close/>
                  <a:moveTo>
                    <a:pt x="61809" y="262103"/>
                  </a:moveTo>
                  <a:lnTo>
                    <a:pt x="87894" y="265240"/>
                  </a:lnTo>
                  <a:lnTo>
                    <a:pt x="88508" y="264915"/>
                  </a:lnTo>
                  <a:close/>
                  <a:moveTo>
                    <a:pt x="62141" y="245343"/>
                  </a:moveTo>
                  <a:lnTo>
                    <a:pt x="61809" y="262103"/>
                  </a:lnTo>
                  <a:lnTo>
                    <a:pt x="88508" y="264915"/>
                  </a:lnTo>
                  <a:close/>
                  <a:moveTo>
                    <a:pt x="796081" y="1142662"/>
                  </a:moveTo>
                  <a:lnTo>
                    <a:pt x="806434" y="1147035"/>
                  </a:lnTo>
                  <a:lnTo>
                    <a:pt x="786358" y="1130793"/>
                  </a:lnTo>
                  <a:close/>
                  <a:moveTo>
                    <a:pt x="671848" y="926505"/>
                  </a:moveTo>
                  <a:lnTo>
                    <a:pt x="705271" y="952197"/>
                  </a:lnTo>
                  <a:lnTo>
                    <a:pt x="698476" y="946077"/>
                  </a:lnTo>
                  <a:close/>
                  <a:moveTo>
                    <a:pt x="512539" y="763177"/>
                  </a:moveTo>
                  <a:lnTo>
                    <a:pt x="518592" y="752543"/>
                  </a:lnTo>
                  <a:lnTo>
                    <a:pt x="536899" y="770460"/>
                  </a:lnTo>
                  <a:close/>
                  <a:moveTo>
                    <a:pt x="116897" y="224002"/>
                  </a:moveTo>
                  <a:lnTo>
                    <a:pt x="88508" y="264915"/>
                  </a:lnTo>
                  <a:lnTo>
                    <a:pt x="126800" y="260699"/>
                  </a:lnTo>
                  <a:close/>
                  <a:moveTo>
                    <a:pt x="124986" y="228160"/>
                  </a:moveTo>
                  <a:lnTo>
                    <a:pt x="125878" y="184654"/>
                  </a:lnTo>
                  <a:lnTo>
                    <a:pt x="116897" y="224002"/>
                  </a:lnTo>
                  <a:close/>
                  <a:moveTo>
                    <a:pt x="739888" y="909322"/>
                  </a:moveTo>
                  <a:lnTo>
                    <a:pt x="733337" y="872567"/>
                  </a:lnTo>
                  <a:lnTo>
                    <a:pt x="753762" y="892138"/>
                  </a:lnTo>
                  <a:close/>
                  <a:moveTo>
                    <a:pt x="680237" y="824688"/>
                  </a:moveTo>
                  <a:lnTo>
                    <a:pt x="660042" y="818628"/>
                  </a:lnTo>
                  <a:lnTo>
                    <a:pt x="661051" y="815235"/>
                  </a:lnTo>
                  <a:close/>
                  <a:moveTo>
                    <a:pt x="720218" y="815669"/>
                  </a:moveTo>
                  <a:lnTo>
                    <a:pt x="680237" y="824688"/>
                  </a:lnTo>
                  <a:lnTo>
                    <a:pt x="661051" y="815235"/>
                  </a:lnTo>
                  <a:close/>
                  <a:moveTo>
                    <a:pt x="715549" y="823068"/>
                  </a:moveTo>
                  <a:lnTo>
                    <a:pt x="753470" y="819327"/>
                  </a:lnTo>
                  <a:lnTo>
                    <a:pt x="720218" y="815669"/>
                  </a:lnTo>
                  <a:close/>
                  <a:moveTo>
                    <a:pt x="629629" y="726121"/>
                  </a:moveTo>
                  <a:lnTo>
                    <a:pt x="645984" y="718293"/>
                  </a:lnTo>
                  <a:lnTo>
                    <a:pt x="640092" y="708363"/>
                  </a:lnTo>
                  <a:close/>
                  <a:moveTo>
                    <a:pt x="513980" y="610105"/>
                  </a:moveTo>
                  <a:lnTo>
                    <a:pt x="487134" y="652037"/>
                  </a:lnTo>
                  <a:lnTo>
                    <a:pt x="512571" y="633823"/>
                  </a:lnTo>
                  <a:close/>
                  <a:moveTo>
                    <a:pt x="484732" y="651542"/>
                  </a:moveTo>
                  <a:lnTo>
                    <a:pt x="487134" y="652037"/>
                  </a:lnTo>
                  <a:lnTo>
                    <a:pt x="513980" y="610105"/>
                  </a:lnTo>
                  <a:close/>
                  <a:moveTo>
                    <a:pt x="492615" y="600385"/>
                  </a:moveTo>
                  <a:lnTo>
                    <a:pt x="484732" y="651542"/>
                  </a:lnTo>
                  <a:lnTo>
                    <a:pt x="513980" y="610105"/>
                  </a:lnTo>
                  <a:close/>
                  <a:moveTo>
                    <a:pt x="513980" y="610105"/>
                  </a:moveTo>
                  <a:lnTo>
                    <a:pt x="519146" y="562197"/>
                  </a:lnTo>
                  <a:lnTo>
                    <a:pt x="492141" y="585805"/>
                  </a:lnTo>
                  <a:close/>
                  <a:moveTo>
                    <a:pt x="405461" y="420417"/>
                  </a:moveTo>
                  <a:lnTo>
                    <a:pt x="378956" y="414876"/>
                  </a:lnTo>
                  <a:lnTo>
                    <a:pt x="362330" y="445825"/>
                  </a:lnTo>
                  <a:close/>
                  <a:moveTo>
                    <a:pt x="243027" y="354626"/>
                  </a:moveTo>
                  <a:lnTo>
                    <a:pt x="253910" y="394752"/>
                  </a:lnTo>
                  <a:lnTo>
                    <a:pt x="260050" y="357997"/>
                  </a:lnTo>
                  <a:close/>
                  <a:moveTo>
                    <a:pt x="243027" y="354626"/>
                  </a:moveTo>
                  <a:lnTo>
                    <a:pt x="260050" y="357997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43027" y="354626"/>
                  </a:lnTo>
                  <a:lnTo>
                    <a:pt x="274215" y="311611"/>
                  </a:lnTo>
                  <a:close/>
                  <a:moveTo>
                    <a:pt x="245808" y="307617"/>
                  </a:moveTo>
                  <a:lnTo>
                    <a:pt x="274215" y="311611"/>
                  </a:lnTo>
                  <a:lnTo>
                    <a:pt x="248032" y="296005"/>
                  </a:lnTo>
                  <a:close/>
                  <a:moveTo>
                    <a:pt x="274215" y="311611"/>
                  </a:moveTo>
                  <a:lnTo>
                    <a:pt x="281940" y="298206"/>
                  </a:lnTo>
                  <a:lnTo>
                    <a:pt x="248032" y="296005"/>
                  </a:lnTo>
                  <a:close/>
                  <a:moveTo>
                    <a:pt x="155933" y="157038"/>
                  </a:moveTo>
                  <a:lnTo>
                    <a:pt x="168006" y="164792"/>
                  </a:lnTo>
                  <a:lnTo>
                    <a:pt x="179704" y="165113"/>
                  </a:lnTo>
                  <a:close/>
                  <a:moveTo>
                    <a:pt x="153937" y="164984"/>
                  </a:moveTo>
                  <a:lnTo>
                    <a:pt x="155933" y="157038"/>
                  </a:lnTo>
                  <a:lnTo>
                    <a:pt x="141667" y="147477"/>
                  </a:lnTo>
                  <a:close/>
                  <a:moveTo>
                    <a:pt x="141667" y="147477"/>
                  </a:moveTo>
                  <a:lnTo>
                    <a:pt x="137132" y="162805"/>
                  </a:lnTo>
                  <a:lnTo>
                    <a:pt x="153937" y="164984"/>
                  </a:lnTo>
                  <a:close/>
                  <a:moveTo>
                    <a:pt x="1033665" y="1112040"/>
                  </a:moveTo>
                  <a:lnTo>
                    <a:pt x="1021390" y="1098032"/>
                  </a:lnTo>
                  <a:lnTo>
                    <a:pt x="1023070" y="1138312"/>
                  </a:lnTo>
                  <a:close/>
                  <a:moveTo>
                    <a:pt x="918693" y="1058730"/>
                  </a:moveTo>
                  <a:lnTo>
                    <a:pt x="918932" y="1075913"/>
                  </a:lnTo>
                  <a:lnTo>
                    <a:pt x="924438" y="1080903"/>
                  </a:lnTo>
                  <a:close/>
                  <a:moveTo>
                    <a:pt x="855304" y="874955"/>
                  </a:moveTo>
                  <a:lnTo>
                    <a:pt x="824594" y="860550"/>
                  </a:lnTo>
                  <a:lnTo>
                    <a:pt x="799990" y="864768"/>
                  </a:lnTo>
                  <a:close/>
                  <a:moveTo>
                    <a:pt x="787323" y="838200"/>
                  </a:moveTo>
                  <a:lnTo>
                    <a:pt x="799990" y="864768"/>
                  </a:lnTo>
                  <a:lnTo>
                    <a:pt x="824594" y="860550"/>
                  </a:lnTo>
                  <a:close/>
                  <a:moveTo>
                    <a:pt x="787323" y="838200"/>
                  </a:moveTo>
                  <a:lnTo>
                    <a:pt x="775853" y="855383"/>
                  </a:lnTo>
                  <a:lnTo>
                    <a:pt x="799990" y="864768"/>
                  </a:lnTo>
                  <a:close/>
                  <a:moveTo>
                    <a:pt x="754049" y="817580"/>
                  </a:moveTo>
                  <a:lnTo>
                    <a:pt x="755745" y="817478"/>
                  </a:lnTo>
                  <a:lnTo>
                    <a:pt x="738707" y="804241"/>
                  </a:lnTo>
                  <a:close/>
                  <a:moveTo>
                    <a:pt x="289767" y="231261"/>
                  </a:moveTo>
                  <a:lnTo>
                    <a:pt x="302037" y="248769"/>
                  </a:lnTo>
                  <a:lnTo>
                    <a:pt x="324536" y="236681"/>
                  </a:lnTo>
                  <a:close/>
                  <a:moveTo>
                    <a:pt x="189744" y="139855"/>
                  </a:moveTo>
                  <a:lnTo>
                    <a:pt x="155933" y="157038"/>
                  </a:lnTo>
                  <a:lnTo>
                    <a:pt x="179704" y="165113"/>
                  </a:lnTo>
                  <a:close/>
                  <a:moveTo>
                    <a:pt x="179704" y="165113"/>
                  </a:moveTo>
                  <a:lnTo>
                    <a:pt x="215112" y="172924"/>
                  </a:lnTo>
                  <a:lnTo>
                    <a:pt x="240424" y="171353"/>
                  </a:lnTo>
                  <a:close/>
                  <a:moveTo>
                    <a:pt x="199988" y="144746"/>
                  </a:moveTo>
                  <a:lnTo>
                    <a:pt x="179704" y="165113"/>
                  </a:lnTo>
                  <a:lnTo>
                    <a:pt x="240424" y="171353"/>
                  </a:lnTo>
                  <a:close/>
                  <a:moveTo>
                    <a:pt x="783466" y="831356"/>
                  </a:moveTo>
                  <a:lnTo>
                    <a:pt x="738707" y="804241"/>
                  </a:lnTo>
                  <a:lnTo>
                    <a:pt x="755745" y="817478"/>
                  </a:lnTo>
                  <a:close/>
                  <a:moveTo>
                    <a:pt x="1021755" y="1094634"/>
                  </a:moveTo>
                  <a:lnTo>
                    <a:pt x="994015" y="1120259"/>
                  </a:lnTo>
                  <a:lnTo>
                    <a:pt x="1021390" y="1098032"/>
                  </a:lnTo>
                  <a:close/>
                  <a:moveTo>
                    <a:pt x="1021755" y="1094634"/>
                  </a:moveTo>
                  <a:lnTo>
                    <a:pt x="1021390" y="1098032"/>
                  </a:lnTo>
                  <a:lnTo>
                    <a:pt x="1022224" y="1095485"/>
                  </a:lnTo>
                  <a:close/>
                  <a:moveTo>
                    <a:pt x="1018234" y="1052749"/>
                  </a:moveTo>
                  <a:lnTo>
                    <a:pt x="1022224" y="1095485"/>
                  </a:lnTo>
                  <a:lnTo>
                    <a:pt x="1025678" y="1058730"/>
                  </a:lnTo>
                  <a:close/>
                  <a:moveTo>
                    <a:pt x="1018234" y="1052749"/>
                  </a:moveTo>
                  <a:lnTo>
                    <a:pt x="1021755" y="1094634"/>
                  </a:lnTo>
                  <a:lnTo>
                    <a:pt x="1022224" y="1095485"/>
                  </a:lnTo>
                  <a:close/>
                  <a:moveTo>
                    <a:pt x="1005988" y="1040448"/>
                  </a:moveTo>
                  <a:lnTo>
                    <a:pt x="989755" y="1048814"/>
                  </a:lnTo>
                  <a:lnTo>
                    <a:pt x="1018234" y="1052749"/>
                  </a:lnTo>
                  <a:close/>
                  <a:moveTo>
                    <a:pt x="855304" y="874955"/>
                  </a:moveTo>
                  <a:lnTo>
                    <a:pt x="867802" y="870048"/>
                  </a:lnTo>
                  <a:lnTo>
                    <a:pt x="874164" y="825102"/>
                  </a:lnTo>
                  <a:close/>
                  <a:moveTo>
                    <a:pt x="824594" y="860550"/>
                  </a:moveTo>
                  <a:lnTo>
                    <a:pt x="855304" y="874955"/>
                  </a:lnTo>
                  <a:lnTo>
                    <a:pt x="874164" y="825102"/>
                  </a:lnTo>
                  <a:close/>
                  <a:moveTo>
                    <a:pt x="867802" y="870048"/>
                  </a:moveTo>
                  <a:lnTo>
                    <a:pt x="893147" y="867705"/>
                  </a:lnTo>
                  <a:lnTo>
                    <a:pt x="874164" y="825102"/>
                  </a:lnTo>
                  <a:close/>
                  <a:moveTo>
                    <a:pt x="787323" y="838200"/>
                  </a:moveTo>
                  <a:lnTo>
                    <a:pt x="824594" y="860550"/>
                  </a:lnTo>
                  <a:lnTo>
                    <a:pt x="786352" y="837342"/>
                  </a:lnTo>
                  <a:close/>
                  <a:moveTo>
                    <a:pt x="783466" y="831356"/>
                  </a:moveTo>
                  <a:lnTo>
                    <a:pt x="787323" y="838200"/>
                  </a:lnTo>
                  <a:lnTo>
                    <a:pt x="786352" y="837342"/>
                  </a:lnTo>
                  <a:close/>
                  <a:moveTo>
                    <a:pt x="698869" y="691180"/>
                  </a:moveTo>
                  <a:lnTo>
                    <a:pt x="710654" y="673996"/>
                  </a:lnTo>
                  <a:lnTo>
                    <a:pt x="674929" y="674708"/>
                  </a:lnTo>
                  <a:close/>
                  <a:moveTo>
                    <a:pt x="710654" y="673996"/>
                  </a:moveTo>
                  <a:lnTo>
                    <a:pt x="697578" y="663181"/>
                  </a:lnTo>
                  <a:lnTo>
                    <a:pt x="674929" y="674708"/>
                  </a:lnTo>
                  <a:close/>
                  <a:moveTo>
                    <a:pt x="737588" y="688193"/>
                  </a:moveTo>
                  <a:lnTo>
                    <a:pt x="717052" y="707622"/>
                  </a:lnTo>
                  <a:lnTo>
                    <a:pt x="772662" y="694752"/>
                  </a:lnTo>
                  <a:close/>
                  <a:moveTo>
                    <a:pt x="324536" y="236681"/>
                  </a:moveTo>
                  <a:lnTo>
                    <a:pt x="311004" y="214454"/>
                  </a:lnTo>
                  <a:lnTo>
                    <a:pt x="289767" y="231261"/>
                  </a:lnTo>
                  <a:close/>
                  <a:moveTo>
                    <a:pt x="872338" y="784262"/>
                  </a:moveTo>
                  <a:lnTo>
                    <a:pt x="866802" y="781367"/>
                  </a:lnTo>
                  <a:lnTo>
                    <a:pt x="899925" y="803833"/>
                  </a:lnTo>
                  <a:close/>
                  <a:moveTo>
                    <a:pt x="877049" y="821017"/>
                  </a:moveTo>
                  <a:lnTo>
                    <a:pt x="872338" y="784262"/>
                  </a:lnTo>
                  <a:lnTo>
                    <a:pt x="899925" y="803833"/>
                  </a:lnTo>
                  <a:close/>
                  <a:moveTo>
                    <a:pt x="650947" y="490222"/>
                  </a:moveTo>
                  <a:lnTo>
                    <a:pt x="651415" y="490584"/>
                  </a:lnTo>
                  <a:lnTo>
                    <a:pt x="633430" y="477676"/>
                  </a:lnTo>
                  <a:close/>
                  <a:moveTo>
                    <a:pt x="353275" y="184931"/>
                  </a:moveTo>
                  <a:lnTo>
                    <a:pt x="374612" y="203121"/>
                  </a:lnTo>
                  <a:lnTo>
                    <a:pt x="364018" y="196182"/>
                  </a:lnTo>
                  <a:close/>
                  <a:moveTo>
                    <a:pt x="387509" y="139440"/>
                  </a:moveTo>
                  <a:lnTo>
                    <a:pt x="389335" y="142243"/>
                  </a:lnTo>
                  <a:lnTo>
                    <a:pt x="397137" y="94922"/>
                  </a:lnTo>
                  <a:close/>
                  <a:moveTo>
                    <a:pt x="694716" y="365445"/>
                  </a:moveTo>
                  <a:lnTo>
                    <a:pt x="690483" y="382345"/>
                  </a:lnTo>
                  <a:lnTo>
                    <a:pt x="664880" y="348511"/>
                  </a:lnTo>
                  <a:close/>
                  <a:moveTo>
                    <a:pt x="679989" y="198430"/>
                  </a:moveTo>
                  <a:lnTo>
                    <a:pt x="682222" y="220933"/>
                  </a:lnTo>
                  <a:lnTo>
                    <a:pt x="686733" y="200958"/>
                  </a:lnTo>
                  <a:close/>
                  <a:moveTo>
                    <a:pt x="679989" y="198430"/>
                  </a:moveTo>
                  <a:lnTo>
                    <a:pt x="686733" y="200958"/>
                  </a:lnTo>
                  <a:lnTo>
                    <a:pt x="692373" y="162679"/>
                  </a:lnTo>
                  <a:close/>
                  <a:moveTo>
                    <a:pt x="574884" y="0"/>
                  </a:moveTo>
                  <a:lnTo>
                    <a:pt x="537015" y="9665"/>
                  </a:lnTo>
                  <a:lnTo>
                    <a:pt x="570019" y="5057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66" name="Input_density__105">
              <a:extLst>
                <a:ext uri="{FF2B5EF4-FFF2-40B4-BE49-F238E27FC236}">
                  <a16:creationId xmlns:a16="http://schemas.microsoft.com/office/drawing/2014/main" id="{7F54281F-DD1B-694D-7690-4570CFF4DAE4}"/>
                </a:ext>
              </a:extLst>
            </p:cNvPr>
            <p:cNvSpPr>
              <a:spLocks noGrp="1"/>
            </p:cNvSpPr>
            <p:nvPr/>
          </p:nvSpPr>
          <p:spPr>
            <a:xfrm>
              <a:off x="1103488" y="1709301"/>
              <a:ext cx="631979" cy="1126273"/>
            </a:xfrm>
            <a:custGeom>
              <a:avLst/>
              <a:gdLst/>
              <a:ahLst/>
              <a:cxnLst/>
              <a:rect l="0" t="0" r="0" b="0"/>
              <a:pathLst>
                <a:path w="631979" h="1126273">
                  <a:moveTo>
                    <a:pt x="157909" y="823231"/>
                  </a:moveTo>
                  <a:lnTo>
                    <a:pt x="155530" y="826911"/>
                  </a:lnTo>
                  <a:lnTo>
                    <a:pt x="159959" y="822870"/>
                  </a:lnTo>
                  <a:close/>
                  <a:moveTo>
                    <a:pt x="491300" y="1101531"/>
                  </a:moveTo>
                  <a:lnTo>
                    <a:pt x="477516" y="1100088"/>
                  </a:lnTo>
                  <a:lnTo>
                    <a:pt x="460965" y="1104614"/>
                  </a:lnTo>
                  <a:close/>
                  <a:moveTo>
                    <a:pt x="157909" y="823231"/>
                  </a:moveTo>
                  <a:lnTo>
                    <a:pt x="160964" y="822493"/>
                  </a:lnTo>
                  <a:lnTo>
                    <a:pt x="183309" y="813963"/>
                  </a:lnTo>
                  <a:close/>
                  <a:moveTo>
                    <a:pt x="160964" y="822493"/>
                  </a:moveTo>
                  <a:lnTo>
                    <a:pt x="157909" y="823231"/>
                  </a:lnTo>
                  <a:lnTo>
                    <a:pt x="159959" y="822870"/>
                  </a:lnTo>
                  <a:close/>
                  <a:moveTo>
                    <a:pt x="197587" y="806048"/>
                  </a:moveTo>
                  <a:lnTo>
                    <a:pt x="160964" y="822493"/>
                  </a:lnTo>
                  <a:lnTo>
                    <a:pt x="212653" y="799100"/>
                  </a:lnTo>
                  <a:close/>
                  <a:moveTo>
                    <a:pt x="212653" y="799100"/>
                  </a:moveTo>
                  <a:lnTo>
                    <a:pt x="160964" y="822493"/>
                  </a:lnTo>
                  <a:lnTo>
                    <a:pt x="159959" y="822870"/>
                  </a:lnTo>
                  <a:close/>
                  <a:moveTo>
                    <a:pt x="212653" y="799100"/>
                  </a:moveTo>
                  <a:lnTo>
                    <a:pt x="159959" y="822870"/>
                  </a:lnTo>
                  <a:lnTo>
                    <a:pt x="191991" y="818056"/>
                  </a:lnTo>
                  <a:close/>
                  <a:moveTo>
                    <a:pt x="34949" y="664688"/>
                  </a:moveTo>
                  <a:lnTo>
                    <a:pt x="24798" y="691251"/>
                  </a:lnTo>
                  <a:lnTo>
                    <a:pt x="38224" y="676212"/>
                  </a:lnTo>
                  <a:close/>
                  <a:moveTo>
                    <a:pt x="0" y="602701"/>
                  </a:moveTo>
                  <a:lnTo>
                    <a:pt x="9047" y="551505"/>
                  </a:lnTo>
                  <a:lnTo>
                    <a:pt x="7605" y="548763"/>
                  </a:lnTo>
                  <a:close/>
                  <a:moveTo>
                    <a:pt x="7605" y="548763"/>
                  </a:moveTo>
                  <a:lnTo>
                    <a:pt x="9047" y="551505"/>
                  </a:lnTo>
                  <a:lnTo>
                    <a:pt x="11832" y="546568"/>
                  </a:lnTo>
                  <a:close/>
                  <a:moveTo>
                    <a:pt x="197587" y="806048"/>
                  </a:moveTo>
                  <a:lnTo>
                    <a:pt x="183309" y="813963"/>
                  </a:lnTo>
                  <a:lnTo>
                    <a:pt x="160964" y="822493"/>
                  </a:lnTo>
                  <a:close/>
                  <a:moveTo>
                    <a:pt x="515906" y="1126273"/>
                  </a:moveTo>
                  <a:lnTo>
                    <a:pt x="477516" y="1100088"/>
                  </a:lnTo>
                  <a:lnTo>
                    <a:pt x="495371" y="1098221"/>
                  </a:lnTo>
                  <a:close/>
                  <a:moveTo>
                    <a:pt x="197587" y="806048"/>
                  </a:moveTo>
                  <a:lnTo>
                    <a:pt x="212653" y="799100"/>
                  </a:lnTo>
                  <a:lnTo>
                    <a:pt x="193385" y="796135"/>
                  </a:lnTo>
                  <a:close/>
                  <a:moveTo>
                    <a:pt x="45508" y="355484"/>
                  </a:moveTo>
                  <a:lnTo>
                    <a:pt x="34129" y="367376"/>
                  </a:lnTo>
                  <a:lnTo>
                    <a:pt x="6976" y="374200"/>
                  </a:lnTo>
                  <a:close/>
                  <a:moveTo>
                    <a:pt x="365053" y="706544"/>
                  </a:moveTo>
                  <a:lnTo>
                    <a:pt x="306387" y="707984"/>
                  </a:lnTo>
                  <a:lnTo>
                    <a:pt x="342742" y="719334"/>
                  </a:lnTo>
                  <a:close/>
                  <a:moveTo>
                    <a:pt x="596549" y="1011783"/>
                  </a:moveTo>
                  <a:lnTo>
                    <a:pt x="611458" y="1004929"/>
                  </a:lnTo>
                  <a:lnTo>
                    <a:pt x="631979" y="985446"/>
                  </a:lnTo>
                  <a:close/>
                  <a:moveTo>
                    <a:pt x="493592" y="774070"/>
                  </a:moveTo>
                  <a:lnTo>
                    <a:pt x="468031" y="780129"/>
                  </a:lnTo>
                  <a:lnTo>
                    <a:pt x="508013" y="771110"/>
                  </a:lnTo>
                  <a:close/>
                  <a:moveTo>
                    <a:pt x="384871" y="684432"/>
                  </a:moveTo>
                  <a:lnTo>
                    <a:pt x="365053" y="706544"/>
                  </a:lnTo>
                  <a:lnTo>
                    <a:pt x="417423" y="681562"/>
                  </a:lnTo>
                  <a:close/>
                  <a:moveTo>
                    <a:pt x="526502" y="759682"/>
                  </a:moveTo>
                  <a:lnTo>
                    <a:pt x="493592" y="774070"/>
                  </a:lnTo>
                  <a:lnTo>
                    <a:pt x="508013" y="771110"/>
                  </a:lnTo>
                  <a:close/>
                  <a:moveTo>
                    <a:pt x="307080" y="516486"/>
                  </a:moveTo>
                  <a:lnTo>
                    <a:pt x="312147" y="467619"/>
                  </a:lnTo>
                  <a:lnTo>
                    <a:pt x="302193" y="499601"/>
                  </a:lnTo>
                  <a:close/>
                  <a:moveTo>
                    <a:pt x="169795" y="114868"/>
                  </a:moveTo>
                  <a:lnTo>
                    <a:pt x="177130" y="97685"/>
                  </a:lnTo>
                  <a:lnTo>
                    <a:pt x="172893" y="101562"/>
                  </a:lnTo>
                  <a:close/>
                  <a:moveTo>
                    <a:pt x="202798" y="60930"/>
                  </a:moveTo>
                  <a:lnTo>
                    <a:pt x="222516" y="43746"/>
                  </a:lnTo>
                  <a:lnTo>
                    <a:pt x="217728" y="48407"/>
                  </a:lnTo>
                  <a:close/>
                  <a:moveTo>
                    <a:pt x="427582" y="238505"/>
                  </a:moveTo>
                  <a:lnTo>
                    <a:pt x="406194" y="254746"/>
                  </a:lnTo>
                  <a:lnTo>
                    <a:pt x="460099" y="235504"/>
                  </a:lnTo>
                  <a:close/>
                  <a:moveTo>
                    <a:pt x="233870" y="12553"/>
                  </a:moveTo>
                  <a:lnTo>
                    <a:pt x="220399" y="40561"/>
                  </a:lnTo>
                  <a:lnTo>
                    <a:pt x="263832" y="0"/>
                  </a:lnTo>
                  <a:close/>
                  <a:moveTo>
                    <a:pt x="472508" y="194778"/>
                  </a:moveTo>
                  <a:lnTo>
                    <a:pt x="460099" y="235504"/>
                  </a:lnTo>
                  <a:lnTo>
                    <a:pt x="475251" y="210338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67" name="Input_density__106">
              <a:extLst>
                <a:ext uri="{FF2B5EF4-FFF2-40B4-BE49-F238E27FC236}">
                  <a16:creationId xmlns:a16="http://schemas.microsoft.com/office/drawing/2014/main" id="{3F12CBAE-8E0D-2966-BA99-9DDA58A57340}"/>
                </a:ext>
              </a:extLst>
            </p:cNvPr>
            <p:cNvSpPr>
              <a:spLocks noGrp="1"/>
            </p:cNvSpPr>
            <p:nvPr/>
          </p:nvSpPr>
          <p:spPr>
            <a:xfrm>
              <a:off x="882302" y="1497668"/>
              <a:ext cx="1006879" cy="1649984"/>
            </a:xfrm>
            <a:custGeom>
              <a:avLst/>
              <a:gdLst/>
              <a:ahLst/>
              <a:cxnLst/>
              <a:rect l="0" t="0" r="0" b="0"/>
              <a:pathLst>
                <a:path w="1006879" h="1649984">
                  <a:moveTo>
                    <a:pt x="149145" y="1613391"/>
                  </a:moveTo>
                  <a:lnTo>
                    <a:pt x="143845" y="1636032"/>
                  </a:lnTo>
                  <a:lnTo>
                    <a:pt x="167598" y="1628630"/>
                  </a:lnTo>
                  <a:close/>
                  <a:moveTo>
                    <a:pt x="215805" y="1632963"/>
                  </a:moveTo>
                  <a:lnTo>
                    <a:pt x="213006" y="1644997"/>
                  </a:lnTo>
                  <a:lnTo>
                    <a:pt x="230046" y="1641327"/>
                  </a:lnTo>
                  <a:close/>
                  <a:moveTo>
                    <a:pt x="276690" y="1620311"/>
                  </a:moveTo>
                  <a:lnTo>
                    <a:pt x="230046" y="1641327"/>
                  </a:lnTo>
                  <a:lnTo>
                    <a:pt x="265405" y="1648955"/>
                  </a:lnTo>
                  <a:close/>
                  <a:moveTo>
                    <a:pt x="306028" y="1623549"/>
                  </a:moveTo>
                  <a:lnTo>
                    <a:pt x="265405" y="1648955"/>
                  </a:lnTo>
                  <a:lnTo>
                    <a:pt x="299000" y="1649984"/>
                  </a:lnTo>
                  <a:close/>
                  <a:moveTo>
                    <a:pt x="306028" y="1623549"/>
                  </a:moveTo>
                  <a:lnTo>
                    <a:pt x="276690" y="1620311"/>
                  </a:lnTo>
                  <a:lnTo>
                    <a:pt x="265405" y="1648955"/>
                  </a:lnTo>
                  <a:close/>
                  <a:moveTo>
                    <a:pt x="276690" y="1620311"/>
                  </a:moveTo>
                  <a:lnTo>
                    <a:pt x="306028" y="1623549"/>
                  </a:lnTo>
                  <a:lnTo>
                    <a:pt x="288597" y="1592972"/>
                  </a:lnTo>
                  <a:close/>
                  <a:moveTo>
                    <a:pt x="276690" y="1620311"/>
                  </a:moveTo>
                  <a:lnTo>
                    <a:pt x="288597" y="1592972"/>
                  </a:lnTo>
                  <a:lnTo>
                    <a:pt x="262115" y="1587413"/>
                  </a:lnTo>
                  <a:close/>
                  <a:moveTo>
                    <a:pt x="228361" y="1510452"/>
                  </a:moveTo>
                  <a:lnTo>
                    <a:pt x="222971" y="1505515"/>
                  </a:lnTo>
                  <a:lnTo>
                    <a:pt x="218147" y="1500631"/>
                  </a:lnTo>
                  <a:close/>
                  <a:moveTo>
                    <a:pt x="249655" y="1488331"/>
                  </a:moveTo>
                  <a:lnTo>
                    <a:pt x="222971" y="1505515"/>
                  </a:lnTo>
                  <a:lnTo>
                    <a:pt x="257616" y="1523624"/>
                  </a:lnTo>
                  <a:close/>
                  <a:moveTo>
                    <a:pt x="18803" y="1012905"/>
                  </a:moveTo>
                  <a:lnTo>
                    <a:pt x="668" y="993403"/>
                  </a:lnTo>
                  <a:lnTo>
                    <a:pt x="27524" y="1016231"/>
                  </a:lnTo>
                  <a:close/>
                  <a:moveTo>
                    <a:pt x="608" y="993333"/>
                  </a:moveTo>
                  <a:lnTo>
                    <a:pt x="668" y="993403"/>
                  </a:lnTo>
                  <a:lnTo>
                    <a:pt x="18803" y="1012905"/>
                  </a:lnTo>
                  <a:close/>
                  <a:moveTo>
                    <a:pt x="3195" y="976150"/>
                  </a:moveTo>
                  <a:lnTo>
                    <a:pt x="608" y="993333"/>
                  </a:lnTo>
                  <a:lnTo>
                    <a:pt x="18803" y="1012905"/>
                  </a:lnTo>
                  <a:close/>
                  <a:moveTo>
                    <a:pt x="320084" y="1298892"/>
                  </a:moveTo>
                  <a:lnTo>
                    <a:pt x="333988" y="1332335"/>
                  </a:lnTo>
                  <a:lnTo>
                    <a:pt x="344312" y="1306282"/>
                  </a:lnTo>
                  <a:close/>
                  <a:moveTo>
                    <a:pt x="320084" y="1298892"/>
                  </a:moveTo>
                  <a:lnTo>
                    <a:pt x="344312" y="1306282"/>
                  </a:lnTo>
                  <a:lnTo>
                    <a:pt x="353690" y="1253911"/>
                  </a:lnTo>
                  <a:close/>
                  <a:moveTo>
                    <a:pt x="5293" y="900063"/>
                  </a:moveTo>
                  <a:lnTo>
                    <a:pt x="54097" y="885456"/>
                  </a:lnTo>
                  <a:lnTo>
                    <a:pt x="7112" y="921290"/>
                  </a:lnTo>
                  <a:close/>
                  <a:moveTo>
                    <a:pt x="56337" y="884548"/>
                  </a:moveTo>
                  <a:lnTo>
                    <a:pt x="5293" y="900063"/>
                  </a:lnTo>
                  <a:lnTo>
                    <a:pt x="0" y="894698"/>
                  </a:lnTo>
                  <a:close/>
                  <a:moveTo>
                    <a:pt x="87905" y="949484"/>
                  </a:moveTo>
                  <a:lnTo>
                    <a:pt x="82956" y="984071"/>
                  </a:lnTo>
                  <a:lnTo>
                    <a:pt x="100462" y="958966"/>
                  </a:lnTo>
                  <a:close/>
                  <a:moveTo>
                    <a:pt x="318093" y="1076775"/>
                  </a:moveTo>
                  <a:lnTo>
                    <a:pt x="332361" y="1125558"/>
                  </a:lnTo>
                  <a:lnTo>
                    <a:pt x="359926" y="1079745"/>
                  </a:lnTo>
                  <a:close/>
                  <a:moveTo>
                    <a:pt x="164468" y="941783"/>
                  </a:moveTo>
                  <a:lnTo>
                    <a:pt x="174503" y="978538"/>
                  </a:lnTo>
                  <a:lnTo>
                    <a:pt x="222830" y="940892"/>
                  </a:lnTo>
                  <a:close/>
                  <a:moveTo>
                    <a:pt x="164349" y="941513"/>
                  </a:moveTo>
                  <a:lnTo>
                    <a:pt x="164468" y="941783"/>
                  </a:lnTo>
                  <a:lnTo>
                    <a:pt x="222830" y="940892"/>
                  </a:lnTo>
                  <a:close/>
                  <a:moveTo>
                    <a:pt x="173987" y="978424"/>
                  </a:moveTo>
                  <a:lnTo>
                    <a:pt x="164349" y="941513"/>
                  </a:lnTo>
                  <a:lnTo>
                    <a:pt x="222830" y="940892"/>
                  </a:lnTo>
                  <a:close/>
                  <a:moveTo>
                    <a:pt x="142923" y="887845"/>
                  </a:moveTo>
                  <a:lnTo>
                    <a:pt x="124598" y="857246"/>
                  </a:lnTo>
                  <a:lnTo>
                    <a:pt x="140771" y="868273"/>
                  </a:lnTo>
                  <a:close/>
                  <a:moveTo>
                    <a:pt x="140548" y="854038"/>
                  </a:moveTo>
                  <a:lnTo>
                    <a:pt x="140771" y="868273"/>
                  </a:lnTo>
                  <a:lnTo>
                    <a:pt x="124598" y="857246"/>
                  </a:lnTo>
                  <a:close/>
                  <a:moveTo>
                    <a:pt x="344987" y="1071620"/>
                  </a:moveTo>
                  <a:lnTo>
                    <a:pt x="359926" y="1079745"/>
                  </a:lnTo>
                  <a:lnTo>
                    <a:pt x="362899" y="1067436"/>
                  </a:lnTo>
                  <a:close/>
                  <a:moveTo>
                    <a:pt x="344987" y="1071620"/>
                  </a:moveTo>
                  <a:lnTo>
                    <a:pt x="362899" y="1067436"/>
                  </a:lnTo>
                  <a:lnTo>
                    <a:pt x="351555" y="1017681"/>
                  </a:lnTo>
                  <a:close/>
                  <a:moveTo>
                    <a:pt x="342603" y="1034864"/>
                  </a:moveTo>
                  <a:lnTo>
                    <a:pt x="344987" y="1071620"/>
                  </a:lnTo>
                  <a:lnTo>
                    <a:pt x="351555" y="1017681"/>
                  </a:lnTo>
                  <a:close/>
                  <a:moveTo>
                    <a:pt x="362899" y="1067436"/>
                  </a:moveTo>
                  <a:lnTo>
                    <a:pt x="359926" y="1079745"/>
                  </a:lnTo>
                  <a:lnTo>
                    <a:pt x="367950" y="1071620"/>
                  </a:lnTo>
                  <a:close/>
                  <a:moveTo>
                    <a:pt x="221793" y="877153"/>
                  </a:moveTo>
                  <a:lnTo>
                    <a:pt x="256135" y="876322"/>
                  </a:lnTo>
                  <a:lnTo>
                    <a:pt x="215751" y="837318"/>
                  </a:lnTo>
                  <a:close/>
                  <a:moveTo>
                    <a:pt x="178751" y="840310"/>
                  </a:moveTo>
                  <a:lnTo>
                    <a:pt x="217278" y="870661"/>
                  </a:lnTo>
                  <a:lnTo>
                    <a:pt x="221793" y="877153"/>
                  </a:lnTo>
                  <a:close/>
                  <a:moveTo>
                    <a:pt x="178751" y="840310"/>
                  </a:moveTo>
                  <a:lnTo>
                    <a:pt x="169999" y="802678"/>
                  </a:lnTo>
                  <a:lnTo>
                    <a:pt x="169709" y="833906"/>
                  </a:lnTo>
                  <a:close/>
                  <a:moveTo>
                    <a:pt x="219428" y="851090"/>
                  </a:moveTo>
                  <a:lnTo>
                    <a:pt x="210866" y="799952"/>
                  </a:lnTo>
                  <a:lnTo>
                    <a:pt x="215751" y="837318"/>
                  </a:lnTo>
                  <a:close/>
                  <a:moveTo>
                    <a:pt x="210708" y="797151"/>
                  </a:moveTo>
                  <a:lnTo>
                    <a:pt x="210866" y="799952"/>
                  </a:lnTo>
                  <a:lnTo>
                    <a:pt x="219428" y="851090"/>
                  </a:lnTo>
                  <a:close/>
                  <a:moveTo>
                    <a:pt x="169999" y="802678"/>
                  </a:moveTo>
                  <a:lnTo>
                    <a:pt x="209396" y="797151"/>
                  </a:lnTo>
                  <a:lnTo>
                    <a:pt x="172971" y="782846"/>
                  </a:lnTo>
                  <a:close/>
                  <a:moveTo>
                    <a:pt x="602794" y="1268696"/>
                  </a:moveTo>
                  <a:lnTo>
                    <a:pt x="596450" y="1257783"/>
                  </a:lnTo>
                  <a:lnTo>
                    <a:pt x="590436" y="1250861"/>
                  </a:lnTo>
                  <a:close/>
                  <a:moveTo>
                    <a:pt x="520913" y="1154480"/>
                  </a:moveTo>
                  <a:lnTo>
                    <a:pt x="542127" y="1166448"/>
                  </a:lnTo>
                  <a:lnTo>
                    <a:pt x="549503" y="1184273"/>
                  </a:lnTo>
                  <a:close/>
                  <a:moveTo>
                    <a:pt x="285506" y="853478"/>
                  </a:moveTo>
                  <a:lnTo>
                    <a:pt x="296732" y="870406"/>
                  </a:lnTo>
                  <a:lnTo>
                    <a:pt x="326602" y="887310"/>
                  </a:lnTo>
                  <a:close/>
                  <a:moveTo>
                    <a:pt x="776318" y="1368048"/>
                  </a:moveTo>
                  <a:lnTo>
                    <a:pt x="803552" y="1355711"/>
                  </a:lnTo>
                  <a:lnTo>
                    <a:pt x="805277" y="1335024"/>
                  </a:lnTo>
                  <a:close/>
                  <a:moveTo>
                    <a:pt x="410076" y="921929"/>
                  </a:moveTo>
                  <a:lnTo>
                    <a:pt x="441371" y="963743"/>
                  </a:lnTo>
                  <a:lnTo>
                    <a:pt x="414218" y="926988"/>
                  </a:lnTo>
                  <a:close/>
                  <a:moveTo>
                    <a:pt x="386547" y="913969"/>
                  </a:moveTo>
                  <a:lnTo>
                    <a:pt x="431264" y="949450"/>
                  </a:lnTo>
                  <a:lnTo>
                    <a:pt x="410076" y="921929"/>
                  </a:lnTo>
                  <a:close/>
                  <a:moveTo>
                    <a:pt x="732469" y="1225083"/>
                  </a:moveTo>
                  <a:lnTo>
                    <a:pt x="770706" y="1265832"/>
                  </a:lnTo>
                  <a:lnTo>
                    <a:pt x="743388" y="1240600"/>
                  </a:lnTo>
                  <a:close/>
                  <a:moveTo>
                    <a:pt x="409309" y="788311"/>
                  </a:moveTo>
                  <a:lnTo>
                    <a:pt x="442194" y="833412"/>
                  </a:lnTo>
                  <a:lnTo>
                    <a:pt x="449075" y="819111"/>
                  </a:lnTo>
                  <a:close/>
                  <a:moveTo>
                    <a:pt x="111376" y="468745"/>
                  </a:moveTo>
                  <a:lnTo>
                    <a:pt x="132196" y="451561"/>
                  </a:lnTo>
                  <a:lnTo>
                    <a:pt x="97489" y="431990"/>
                  </a:lnTo>
                  <a:close/>
                  <a:moveTo>
                    <a:pt x="521132" y="929376"/>
                  </a:moveTo>
                  <a:lnTo>
                    <a:pt x="521520" y="930251"/>
                  </a:lnTo>
                  <a:lnTo>
                    <a:pt x="523581" y="933060"/>
                  </a:lnTo>
                  <a:close/>
                  <a:moveTo>
                    <a:pt x="449075" y="819111"/>
                  </a:moveTo>
                  <a:lnTo>
                    <a:pt x="442194" y="833412"/>
                  </a:lnTo>
                  <a:lnTo>
                    <a:pt x="462876" y="830668"/>
                  </a:lnTo>
                  <a:close/>
                  <a:moveTo>
                    <a:pt x="829071" y="1231571"/>
                  </a:moveTo>
                  <a:lnTo>
                    <a:pt x="809890" y="1206233"/>
                  </a:lnTo>
                  <a:lnTo>
                    <a:pt x="770467" y="1233243"/>
                  </a:lnTo>
                  <a:close/>
                  <a:moveTo>
                    <a:pt x="809890" y="1206233"/>
                  </a:moveTo>
                  <a:lnTo>
                    <a:pt x="774764" y="1173039"/>
                  </a:lnTo>
                  <a:lnTo>
                    <a:pt x="769496" y="1186661"/>
                  </a:lnTo>
                  <a:close/>
                  <a:moveTo>
                    <a:pt x="753225" y="1168778"/>
                  </a:moveTo>
                  <a:lnTo>
                    <a:pt x="769496" y="1186661"/>
                  </a:lnTo>
                  <a:lnTo>
                    <a:pt x="774764" y="1173039"/>
                  </a:lnTo>
                  <a:close/>
                  <a:moveTo>
                    <a:pt x="232661" y="555088"/>
                  </a:moveTo>
                  <a:lnTo>
                    <a:pt x="263770" y="556885"/>
                  </a:lnTo>
                  <a:lnTo>
                    <a:pt x="252008" y="521700"/>
                  </a:lnTo>
                  <a:close/>
                  <a:moveTo>
                    <a:pt x="254789" y="474692"/>
                  </a:moveTo>
                  <a:lnTo>
                    <a:pt x="227644" y="477853"/>
                  </a:lnTo>
                  <a:lnTo>
                    <a:pt x="224519" y="516959"/>
                  </a:lnTo>
                  <a:close/>
                  <a:moveTo>
                    <a:pt x="254789" y="474692"/>
                  </a:moveTo>
                  <a:lnTo>
                    <a:pt x="224519" y="516959"/>
                  </a:lnTo>
                  <a:lnTo>
                    <a:pt x="252008" y="521700"/>
                  </a:lnTo>
                  <a:close/>
                  <a:moveTo>
                    <a:pt x="114361" y="328605"/>
                  </a:moveTo>
                  <a:lnTo>
                    <a:pt x="76093" y="287880"/>
                  </a:lnTo>
                  <a:lnTo>
                    <a:pt x="80831" y="328776"/>
                  </a:lnTo>
                  <a:close/>
                  <a:moveTo>
                    <a:pt x="114361" y="328605"/>
                  </a:moveTo>
                  <a:lnTo>
                    <a:pt x="146113" y="329879"/>
                  </a:lnTo>
                  <a:lnTo>
                    <a:pt x="113821" y="301438"/>
                  </a:lnTo>
                  <a:close/>
                  <a:moveTo>
                    <a:pt x="146113" y="329879"/>
                  </a:moveTo>
                  <a:lnTo>
                    <a:pt x="150648" y="314552"/>
                  </a:lnTo>
                  <a:lnTo>
                    <a:pt x="113821" y="301438"/>
                  </a:lnTo>
                  <a:close/>
                  <a:moveTo>
                    <a:pt x="980427" y="1262559"/>
                  </a:moveTo>
                  <a:lnTo>
                    <a:pt x="959867" y="1250657"/>
                  </a:lnTo>
                  <a:lnTo>
                    <a:pt x="933419" y="1247978"/>
                  </a:lnTo>
                  <a:close/>
                  <a:moveTo>
                    <a:pt x="241002" y="431587"/>
                  </a:moveTo>
                  <a:lnTo>
                    <a:pt x="239350" y="471133"/>
                  </a:lnTo>
                  <a:lnTo>
                    <a:pt x="257013" y="463080"/>
                  </a:lnTo>
                  <a:close/>
                  <a:moveTo>
                    <a:pt x="164914" y="324113"/>
                  </a:moveTo>
                  <a:lnTo>
                    <a:pt x="198725" y="306930"/>
                  </a:lnTo>
                  <a:lnTo>
                    <a:pt x="150648" y="314552"/>
                  </a:lnTo>
                  <a:close/>
                  <a:moveTo>
                    <a:pt x="198725" y="306930"/>
                  </a:moveTo>
                  <a:lnTo>
                    <a:pt x="169279" y="288000"/>
                  </a:lnTo>
                  <a:lnTo>
                    <a:pt x="150648" y="314552"/>
                  </a:lnTo>
                  <a:close/>
                  <a:moveTo>
                    <a:pt x="998736" y="1215889"/>
                  </a:moveTo>
                  <a:lnTo>
                    <a:pt x="980427" y="1262559"/>
                  </a:lnTo>
                  <a:lnTo>
                    <a:pt x="1006879" y="1254016"/>
                  </a:lnTo>
                  <a:close/>
                  <a:moveTo>
                    <a:pt x="869801" y="1149951"/>
                  </a:moveTo>
                  <a:lnTo>
                    <a:pt x="866875" y="1135111"/>
                  </a:lnTo>
                  <a:lnTo>
                    <a:pt x="857849" y="1118381"/>
                  </a:lnTo>
                  <a:close/>
                  <a:moveTo>
                    <a:pt x="836580" y="1149872"/>
                  </a:moveTo>
                  <a:lnTo>
                    <a:pt x="846040" y="1152294"/>
                  </a:lnTo>
                  <a:lnTo>
                    <a:pt x="857849" y="1118381"/>
                  </a:lnTo>
                  <a:close/>
                  <a:moveTo>
                    <a:pt x="795333" y="1004416"/>
                  </a:moveTo>
                  <a:lnTo>
                    <a:pt x="820357" y="1028819"/>
                  </a:lnTo>
                  <a:lnTo>
                    <a:pt x="771602" y="996621"/>
                  </a:lnTo>
                  <a:close/>
                  <a:moveTo>
                    <a:pt x="792447" y="998430"/>
                  </a:moveTo>
                  <a:lnTo>
                    <a:pt x="795333" y="1004416"/>
                  </a:lnTo>
                  <a:lnTo>
                    <a:pt x="773792" y="951336"/>
                  </a:lnTo>
                  <a:close/>
                  <a:moveTo>
                    <a:pt x="773792" y="951336"/>
                  </a:moveTo>
                  <a:lnTo>
                    <a:pt x="799085" y="927040"/>
                  </a:lnTo>
                  <a:lnTo>
                    <a:pt x="758834" y="962254"/>
                  </a:lnTo>
                  <a:close/>
                  <a:moveTo>
                    <a:pt x="760844" y="915873"/>
                  </a:moveTo>
                  <a:lnTo>
                    <a:pt x="760823" y="914581"/>
                  </a:lnTo>
                  <a:lnTo>
                    <a:pt x="770832" y="951336"/>
                  </a:lnTo>
                  <a:close/>
                  <a:moveTo>
                    <a:pt x="760823" y="914581"/>
                  </a:moveTo>
                  <a:lnTo>
                    <a:pt x="760844" y="915873"/>
                  </a:lnTo>
                  <a:lnTo>
                    <a:pt x="699840" y="893632"/>
                  </a:lnTo>
                  <a:close/>
                  <a:moveTo>
                    <a:pt x="198725" y="306930"/>
                  </a:moveTo>
                  <a:lnTo>
                    <a:pt x="215346" y="289746"/>
                  </a:lnTo>
                  <a:lnTo>
                    <a:pt x="169279" y="288000"/>
                  </a:lnTo>
                  <a:close/>
                  <a:moveTo>
                    <a:pt x="249405" y="338428"/>
                  </a:moveTo>
                  <a:lnTo>
                    <a:pt x="232978" y="305380"/>
                  </a:lnTo>
                  <a:lnTo>
                    <a:pt x="208969" y="311820"/>
                  </a:lnTo>
                  <a:close/>
                  <a:moveTo>
                    <a:pt x="732238" y="823888"/>
                  </a:moveTo>
                  <a:lnTo>
                    <a:pt x="719635" y="841071"/>
                  </a:lnTo>
                  <a:lnTo>
                    <a:pt x="759821" y="860643"/>
                  </a:lnTo>
                  <a:close/>
                  <a:moveTo>
                    <a:pt x="736203" y="750378"/>
                  </a:moveTo>
                  <a:lnTo>
                    <a:pt x="719193" y="781284"/>
                  </a:lnTo>
                  <a:lnTo>
                    <a:pt x="740289" y="753595"/>
                  </a:lnTo>
                  <a:close/>
                  <a:moveTo>
                    <a:pt x="319985" y="381529"/>
                  </a:moveTo>
                  <a:lnTo>
                    <a:pt x="353579" y="400011"/>
                  </a:lnTo>
                  <a:lnTo>
                    <a:pt x="339256" y="357371"/>
                  </a:lnTo>
                  <a:close/>
                  <a:moveTo>
                    <a:pt x="339256" y="357371"/>
                  </a:moveTo>
                  <a:lnTo>
                    <a:pt x="353579" y="400011"/>
                  </a:lnTo>
                  <a:lnTo>
                    <a:pt x="362256" y="352005"/>
                  </a:lnTo>
                  <a:close/>
                  <a:moveTo>
                    <a:pt x="411589" y="383734"/>
                  </a:moveTo>
                  <a:lnTo>
                    <a:pt x="383593" y="370196"/>
                  </a:lnTo>
                  <a:lnTo>
                    <a:pt x="362256" y="352005"/>
                  </a:lnTo>
                  <a:close/>
                  <a:moveTo>
                    <a:pt x="899443" y="991612"/>
                  </a:moveTo>
                  <a:lnTo>
                    <a:pt x="919297" y="1002559"/>
                  </a:lnTo>
                  <a:lnTo>
                    <a:pt x="905178" y="969291"/>
                  </a:lnTo>
                  <a:close/>
                  <a:moveTo>
                    <a:pt x="878647" y="963772"/>
                  </a:moveTo>
                  <a:lnTo>
                    <a:pt x="905178" y="969291"/>
                  </a:lnTo>
                  <a:lnTo>
                    <a:pt x="902320" y="967660"/>
                  </a:lnTo>
                  <a:close/>
                  <a:moveTo>
                    <a:pt x="719193" y="781284"/>
                  </a:moveTo>
                  <a:lnTo>
                    <a:pt x="736203" y="750378"/>
                  </a:lnTo>
                  <a:lnTo>
                    <a:pt x="721343" y="741910"/>
                  </a:lnTo>
                  <a:close/>
                  <a:moveTo>
                    <a:pt x="784308" y="611537"/>
                  </a:moveTo>
                  <a:lnTo>
                    <a:pt x="808386" y="625318"/>
                  </a:lnTo>
                  <a:lnTo>
                    <a:pt x="767449" y="597274"/>
                  </a:lnTo>
                  <a:close/>
                  <a:moveTo>
                    <a:pt x="808386" y="625318"/>
                  </a:moveTo>
                  <a:lnTo>
                    <a:pt x="817056" y="628779"/>
                  </a:lnTo>
                  <a:lnTo>
                    <a:pt x="767449" y="597274"/>
                  </a:lnTo>
                  <a:close/>
                  <a:moveTo>
                    <a:pt x="767449" y="597274"/>
                  </a:moveTo>
                  <a:lnTo>
                    <a:pt x="817056" y="628779"/>
                  </a:lnTo>
                  <a:lnTo>
                    <a:pt x="787726" y="605746"/>
                  </a:lnTo>
                  <a:close/>
                  <a:moveTo>
                    <a:pt x="827957" y="650157"/>
                  </a:moveTo>
                  <a:lnTo>
                    <a:pt x="817056" y="628779"/>
                  </a:lnTo>
                  <a:lnTo>
                    <a:pt x="808386" y="625318"/>
                  </a:lnTo>
                  <a:close/>
                  <a:moveTo>
                    <a:pt x="741364" y="591392"/>
                  </a:moveTo>
                  <a:lnTo>
                    <a:pt x="767449" y="597274"/>
                  </a:lnTo>
                  <a:lnTo>
                    <a:pt x="717003" y="566450"/>
                  </a:lnTo>
                  <a:close/>
                  <a:moveTo>
                    <a:pt x="683628" y="521748"/>
                  </a:moveTo>
                  <a:lnTo>
                    <a:pt x="717003" y="566450"/>
                  </a:lnTo>
                  <a:lnTo>
                    <a:pt x="703842" y="532236"/>
                  </a:lnTo>
                  <a:close/>
                  <a:moveTo>
                    <a:pt x="655997" y="380954"/>
                  </a:moveTo>
                  <a:lnTo>
                    <a:pt x="678706" y="404788"/>
                  </a:lnTo>
                  <a:lnTo>
                    <a:pt x="693694" y="406411"/>
                  </a:lnTo>
                  <a:close/>
                  <a:moveTo>
                    <a:pt x="615228" y="353102"/>
                  </a:moveTo>
                  <a:lnTo>
                    <a:pt x="566169" y="385216"/>
                  </a:lnTo>
                  <a:lnTo>
                    <a:pt x="616113" y="370559"/>
                  </a:lnTo>
                  <a:close/>
                  <a:moveTo>
                    <a:pt x="591900" y="331278"/>
                  </a:moveTo>
                  <a:lnTo>
                    <a:pt x="566169" y="385216"/>
                  </a:lnTo>
                  <a:lnTo>
                    <a:pt x="615228" y="353102"/>
                  </a:lnTo>
                  <a:close/>
                  <a:moveTo>
                    <a:pt x="563753" y="341292"/>
                  </a:moveTo>
                  <a:lnTo>
                    <a:pt x="591900" y="331278"/>
                  </a:lnTo>
                  <a:lnTo>
                    <a:pt x="574973" y="327173"/>
                  </a:lnTo>
                  <a:close/>
                  <a:moveTo>
                    <a:pt x="563116" y="331278"/>
                  </a:moveTo>
                  <a:lnTo>
                    <a:pt x="563753" y="341292"/>
                  </a:lnTo>
                  <a:lnTo>
                    <a:pt x="574973" y="327173"/>
                  </a:lnTo>
                  <a:close/>
                  <a:moveTo>
                    <a:pt x="620205" y="371713"/>
                  </a:moveTo>
                  <a:lnTo>
                    <a:pt x="644841" y="367614"/>
                  </a:lnTo>
                  <a:lnTo>
                    <a:pt x="655997" y="380954"/>
                  </a:lnTo>
                  <a:close/>
                  <a:moveTo>
                    <a:pt x="614745" y="282178"/>
                  </a:moveTo>
                  <a:lnTo>
                    <a:pt x="591900" y="331278"/>
                  </a:lnTo>
                  <a:lnTo>
                    <a:pt x="611700" y="329400"/>
                  </a:lnTo>
                  <a:close/>
                  <a:moveTo>
                    <a:pt x="614745" y="282178"/>
                  </a:moveTo>
                  <a:lnTo>
                    <a:pt x="642522" y="277340"/>
                  </a:lnTo>
                  <a:lnTo>
                    <a:pt x="617457" y="265229"/>
                  </a:lnTo>
                  <a:close/>
                  <a:moveTo>
                    <a:pt x="545996" y="176740"/>
                  </a:moveTo>
                  <a:lnTo>
                    <a:pt x="524105" y="130319"/>
                  </a:lnTo>
                  <a:lnTo>
                    <a:pt x="512375" y="132238"/>
                  </a:lnTo>
                  <a:close/>
                  <a:moveTo>
                    <a:pt x="512375" y="132238"/>
                  </a:moveTo>
                  <a:lnTo>
                    <a:pt x="516054" y="135253"/>
                  </a:lnTo>
                  <a:lnTo>
                    <a:pt x="545996" y="176740"/>
                  </a:lnTo>
                  <a:close/>
                  <a:moveTo>
                    <a:pt x="516054" y="135253"/>
                  </a:moveTo>
                  <a:lnTo>
                    <a:pt x="512375" y="132238"/>
                  </a:lnTo>
                  <a:lnTo>
                    <a:pt x="512146" y="130319"/>
                  </a:lnTo>
                  <a:close/>
                  <a:moveTo>
                    <a:pt x="617457" y="265229"/>
                  </a:moveTo>
                  <a:lnTo>
                    <a:pt x="671402" y="246135"/>
                  </a:lnTo>
                  <a:lnTo>
                    <a:pt x="635605" y="236874"/>
                  </a:lnTo>
                  <a:close/>
                  <a:moveTo>
                    <a:pt x="534684" y="149891"/>
                  </a:moveTo>
                  <a:lnTo>
                    <a:pt x="516054" y="135253"/>
                  </a:lnTo>
                  <a:lnTo>
                    <a:pt x="512146" y="130319"/>
                  </a:lnTo>
                  <a:close/>
                  <a:moveTo>
                    <a:pt x="686509" y="206409"/>
                  </a:moveTo>
                  <a:lnTo>
                    <a:pt x="671402" y="246135"/>
                  </a:lnTo>
                  <a:lnTo>
                    <a:pt x="710688" y="213607"/>
                  </a:lnTo>
                  <a:close/>
                  <a:moveTo>
                    <a:pt x="710688" y="213607"/>
                  </a:moveTo>
                  <a:lnTo>
                    <a:pt x="694543" y="208081"/>
                  </a:lnTo>
                  <a:lnTo>
                    <a:pt x="687014" y="206218"/>
                  </a:lnTo>
                  <a:close/>
                  <a:moveTo>
                    <a:pt x="554727" y="59062"/>
                  </a:moveTo>
                  <a:lnTo>
                    <a:pt x="564596" y="39626"/>
                  </a:lnTo>
                  <a:lnTo>
                    <a:pt x="563319" y="28415"/>
                  </a:lnTo>
                  <a:close/>
                  <a:moveTo>
                    <a:pt x="554727" y="59062"/>
                  </a:moveTo>
                  <a:lnTo>
                    <a:pt x="563319" y="28415"/>
                  </a:lnTo>
                  <a:lnTo>
                    <a:pt x="519860" y="53273"/>
                  </a:lnTo>
                  <a:close/>
                  <a:moveTo>
                    <a:pt x="519860" y="53273"/>
                  </a:moveTo>
                  <a:lnTo>
                    <a:pt x="563319" y="28415"/>
                  </a:lnTo>
                  <a:lnTo>
                    <a:pt x="532897" y="26060"/>
                  </a:lnTo>
                  <a:close/>
                  <a:moveTo>
                    <a:pt x="532897" y="26060"/>
                  </a:moveTo>
                  <a:lnTo>
                    <a:pt x="563319" y="28415"/>
                  </a:lnTo>
                  <a:lnTo>
                    <a:pt x="54323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68" name="Input_density__107">
              <a:extLst>
                <a:ext uri="{FF2B5EF4-FFF2-40B4-BE49-F238E27FC236}">
                  <a16:creationId xmlns:a16="http://schemas.microsoft.com/office/drawing/2014/main" id="{26C7F7D6-A524-3EC9-6503-35DC73196ABF}"/>
                </a:ext>
              </a:extLst>
            </p:cNvPr>
            <p:cNvSpPr>
              <a:spLocks noGrp="1"/>
            </p:cNvSpPr>
            <p:nvPr/>
          </p:nvSpPr>
          <p:spPr>
            <a:xfrm>
              <a:off x="882970" y="1574049"/>
              <a:ext cx="998068" cy="1584667"/>
            </a:xfrm>
            <a:custGeom>
              <a:avLst/>
              <a:gdLst/>
              <a:ahLst/>
              <a:cxnLst/>
              <a:rect l="0" t="0" r="0" b="0"/>
              <a:pathLst>
                <a:path w="998068" h="1584667">
                  <a:moveTo>
                    <a:pt x="148477" y="1537010"/>
                  </a:moveTo>
                  <a:lnTo>
                    <a:pt x="131346" y="1554194"/>
                  </a:lnTo>
                  <a:lnTo>
                    <a:pt x="143178" y="1559650"/>
                  </a:lnTo>
                  <a:close/>
                  <a:moveTo>
                    <a:pt x="242240" y="1584667"/>
                  </a:moveTo>
                  <a:lnTo>
                    <a:pt x="212339" y="1568616"/>
                  </a:lnTo>
                  <a:lnTo>
                    <a:pt x="215846" y="1573765"/>
                  </a:lnTo>
                  <a:close/>
                  <a:moveTo>
                    <a:pt x="229378" y="1564946"/>
                  </a:moveTo>
                  <a:lnTo>
                    <a:pt x="212339" y="156861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29378" y="1564946"/>
                  </a:lnTo>
                  <a:lnTo>
                    <a:pt x="242240" y="1584667"/>
                  </a:lnTo>
                  <a:close/>
                  <a:moveTo>
                    <a:pt x="264738" y="1572574"/>
                  </a:moveTo>
                  <a:lnTo>
                    <a:pt x="242240" y="1584667"/>
                  </a:lnTo>
                  <a:lnTo>
                    <a:pt x="298333" y="1573603"/>
                  </a:lnTo>
                  <a:close/>
                  <a:moveTo>
                    <a:pt x="203016" y="1562590"/>
                  </a:moveTo>
                  <a:lnTo>
                    <a:pt x="212339" y="1568616"/>
                  </a:lnTo>
                  <a:lnTo>
                    <a:pt x="166930" y="1552249"/>
                  </a:lnTo>
                  <a:close/>
                  <a:moveTo>
                    <a:pt x="248987" y="1411950"/>
                  </a:moveTo>
                  <a:lnTo>
                    <a:pt x="256948" y="1447243"/>
                  </a:lnTo>
                  <a:lnTo>
                    <a:pt x="279191" y="1434196"/>
                  </a:lnTo>
                  <a:close/>
                  <a:moveTo>
                    <a:pt x="312580" y="1434455"/>
                  </a:moveTo>
                  <a:lnTo>
                    <a:pt x="297592" y="1406786"/>
                  </a:lnTo>
                  <a:lnTo>
                    <a:pt x="279191" y="1434196"/>
                  </a:lnTo>
                  <a:close/>
                  <a:moveTo>
                    <a:pt x="0" y="917022"/>
                  </a:moveTo>
                  <a:lnTo>
                    <a:pt x="42831" y="952583"/>
                  </a:lnTo>
                  <a:lnTo>
                    <a:pt x="26857" y="939850"/>
                  </a:lnTo>
                  <a:close/>
                  <a:moveTo>
                    <a:pt x="67920" y="950180"/>
                  </a:moveTo>
                  <a:lnTo>
                    <a:pt x="32918" y="943889"/>
                  </a:lnTo>
                  <a:lnTo>
                    <a:pt x="26857" y="939850"/>
                  </a:lnTo>
                  <a:close/>
                  <a:moveTo>
                    <a:pt x="333320" y="1255954"/>
                  </a:moveTo>
                  <a:lnTo>
                    <a:pt x="341150" y="1267318"/>
                  </a:lnTo>
                  <a:lnTo>
                    <a:pt x="343645" y="1229901"/>
                  </a:lnTo>
                  <a:close/>
                  <a:moveTo>
                    <a:pt x="75347" y="927516"/>
                  </a:moveTo>
                  <a:lnTo>
                    <a:pt x="32918" y="943889"/>
                  </a:lnTo>
                  <a:lnTo>
                    <a:pt x="67920" y="950180"/>
                  </a:lnTo>
                  <a:close/>
                  <a:moveTo>
                    <a:pt x="75347" y="927516"/>
                  </a:moveTo>
                  <a:lnTo>
                    <a:pt x="36347" y="932134"/>
                  </a:lnTo>
                  <a:lnTo>
                    <a:pt x="32918" y="943889"/>
                  </a:lnTo>
                  <a:close/>
                  <a:moveTo>
                    <a:pt x="82288" y="907690"/>
                  </a:moveTo>
                  <a:lnTo>
                    <a:pt x="96892" y="892342"/>
                  </a:lnTo>
                  <a:lnTo>
                    <a:pt x="99794" y="882585"/>
                  </a:lnTo>
                  <a:close/>
                  <a:moveTo>
                    <a:pt x="82288" y="907690"/>
                  </a:moveTo>
                  <a:lnTo>
                    <a:pt x="91313" y="913066"/>
                  </a:lnTo>
                  <a:lnTo>
                    <a:pt x="96892" y="892342"/>
                  </a:lnTo>
                  <a:close/>
                  <a:moveTo>
                    <a:pt x="75347" y="927516"/>
                  </a:moveTo>
                  <a:lnTo>
                    <a:pt x="91313" y="913066"/>
                  </a:lnTo>
                  <a:lnTo>
                    <a:pt x="82288" y="907690"/>
                  </a:lnTo>
                  <a:close/>
                  <a:moveTo>
                    <a:pt x="81038" y="936524"/>
                  </a:moveTo>
                  <a:lnTo>
                    <a:pt x="91313" y="913066"/>
                  </a:lnTo>
                  <a:lnTo>
                    <a:pt x="75347" y="927516"/>
                  </a:lnTo>
                  <a:close/>
                  <a:moveTo>
                    <a:pt x="6444" y="844909"/>
                  </a:moveTo>
                  <a:lnTo>
                    <a:pt x="53430" y="809075"/>
                  </a:lnTo>
                  <a:lnTo>
                    <a:pt x="57082" y="813451"/>
                  </a:lnTo>
                  <a:close/>
                  <a:moveTo>
                    <a:pt x="57082" y="813451"/>
                  </a:moveTo>
                  <a:lnTo>
                    <a:pt x="53677" y="810892"/>
                  </a:lnTo>
                  <a:lnTo>
                    <a:pt x="6444" y="844909"/>
                  </a:lnTo>
                  <a:close/>
                  <a:moveTo>
                    <a:pt x="57082" y="813451"/>
                  </a:moveTo>
                  <a:lnTo>
                    <a:pt x="84724" y="845830"/>
                  </a:lnTo>
                  <a:lnTo>
                    <a:pt x="53677" y="810892"/>
                  </a:lnTo>
                  <a:close/>
                  <a:moveTo>
                    <a:pt x="53430" y="809075"/>
                  </a:moveTo>
                  <a:lnTo>
                    <a:pt x="4626" y="823682"/>
                  </a:lnTo>
                  <a:lnTo>
                    <a:pt x="55669" y="808167"/>
                  </a:lnTo>
                  <a:close/>
                  <a:moveTo>
                    <a:pt x="76269" y="837273"/>
                  </a:moveTo>
                  <a:lnTo>
                    <a:pt x="99794" y="882585"/>
                  </a:lnTo>
                  <a:lnTo>
                    <a:pt x="84724" y="845830"/>
                  </a:lnTo>
                  <a:close/>
                  <a:moveTo>
                    <a:pt x="76269" y="837273"/>
                  </a:moveTo>
                  <a:lnTo>
                    <a:pt x="87237" y="873103"/>
                  </a:lnTo>
                  <a:lnTo>
                    <a:pt x="99794" y="882585"/>
                  </a:lnTo>
                  <a:close/>
                  <a:moveTo>
                    <a:pt x="41887" y="793389"/>
                  </a:moveTo>
                  <a:lnTo>
                    <a:pt x="76269" y="837273"/>
                  </a:lnTo>
                  <a:lnTo>
                    <a:pt x="53430" y="809075"/>
                  </a:lnTo>
                  <a:close/>
                  <a:moveTo>
                    <a:pt x="41887" y="793389"/>
                  </a:moveTo>
                  <a:lnTo>
                    <a:pt x="53430" y="809075"/>
                  </a:lnTo>
                  <a:lnTo>
                    <a:pt x="42595" y="787651"/>
                  </a:lnTo>
                  <a:close/>
                  <a:moveTo>
                    <a:pt x="42595" y="787651"/>
                  </a:moveTo>
                  <a:lnTo>
                    <a:pt x="53430" y="809075"/>
                  </a:lnTo>
                  <a:lnTo>
                    <a:pt x="55669" y="808167"/>
                  </a:lnTo>
                  <a:close/>
                  <a:moveTo>
                    <a:pt x="42595" y="787651"/>
                  </a:moveTo>
                  <a:lnTo>
                    <a:pt x="55669" y="808167"/>
                  </a:lnTo>
                  <a:lnTo>
                    <a:pt x="70049" y="765724"/>
                  </a:lnTo>
                  <a:close/>
                  <a:moveTo>
                    <a:pt x="317425" y="1000394"/>
                  </a:moveTo>
                  <a:lnTo>
                    <a:pt x="295757" y="1035668"/>
                  </a:lnTo>
                  <a:lnTo>
                    <a:pt x="321336" y="1041961"/>
                  </a:lnTo>
                  <a:close/>
                  <a:moveTo>
                    <a:pt x="321336" y="1041961"/>
                  </a:moveTo>
                  <a:lnTo>
                    <a:pt x="331693" y="1049177"/>
                  </a:lnTo>
                  <a:lnTo>
                    <a:pt x="317425" y="1000394"/>
                  </a:lnTo>
                  <a:close/>
                  <a:moveTo>
                    <a:pt x="123931" y="780865"/>
                  </a:moveTo>
                  <a:lnTo>
                    <a:pt x="115836" y="774709"/>
                  </a:lnTo>
                  <a:lnTo>
                    <a:pt x="103821" y="767414"/>
                  </a:lnTo>
                  <a:close/>
                  <a:moveTo>
                    <a:pt x="350887" y="941300"/>
                  </a:moveTo>
                  <a:lnTo>
                    <a:pt x="362232" y="991055"/>
                  </a:lnTo>
                  <a:lnTo>
                    <a:pt x="370550" y="949373"/>
                  </a:lnTo>
                  <a:close/>
                  <a:moveTo>
                    <a:pt x="370550" y="949373"/>
                  </a:moveTo>
                  <a:lnTo>
                    <a:pt x="362232" y="991055"/>
                  </a:lnTo>
                  <a:lnTo>
                    <a:pt x="403828" y="949216"/>
                  </a:lnTo>
                  <a:close/>
                  <a:moveTo>
                    <a:pt x="221125" y="800772"/>
                  </a:moveTo>
                  <a:lnTo>
                    <a:pt x="221071" y="845563"/>
                  </a:lnTo>
                  <a:lnTo>
                    <a:pt x="255467" y="799941"/>
                  </a:lnTo>
                  <a:close/>
                  <a:moveTo>
                    <a:pt x="255467" y="799941"/>
                  </a:moveTo>
                  <a:lnTo>
                    <a:pt x="234725" y="786905"/>
                  </a:lnTo>
                  <a:lnTo>
                    <a:pt x="215083" y="760937"/>
                  </a:lnTo>
                  <a:close/>
                  <a:moveTo>
                    <a:pt x="589769" y="1174480"/>
                  </a:moveTo>
                  <a:lnTo>
                    <a:pt x="580836" y="1190169"/>
                  </a:lnTo>
                  <a:lnTo>
                    <a:pt x="602126" y="1192315"/>
                  </a:lnTo>
                  <a:close/>
                  <a:moveTo>
                    <a:pt x="325935" y="810929"/>
                  </a:moveTo>
                  <a:lnTo>
                    <a:pt x="296064" y="794025"/>
                  </a:lnTo>
                  <a:lnTo>
                    <a:pt x="336101" y="820572"/>
                  </a:lnTo>
                  <a:close/>
                  <a:moveTo>
                    <a:pt x="237879" y="666832"/>
                  </a:moveTo>
                  <a:lnTo>
                    <a:pt x="236418" y="681186"/>
                  </a:lnTo>
                  <a:lnTo>
                    <a:pt x="257907" y="681163"/>
                  </a:lnTo>
                  <a:close/>
                  <a:moveTo>
                    <a:pt x="748121" y="1268228"/>
                  </a:moveTo>
                  <a:lnTo>
                    <a:pt x="775651" y="1291667"/>
                  </a:lnTo>
                  <a:lnTo>
                    <a:pt x="804609" y="1258642"/>
                  </a:lnTo>
                  <a:close/>
                  <a:moveTo>
                    <a:pt x="409409" y="845548"/>
                  </a:moveTo>
                  <a:lnTo>
                    <a:pt x="430597" y="873069"/>
                  </a:lnTo>
                  <a:lnTo>
                    <a:pt x="440703" y="887362"/>
                  </a:lnTo>
                  <a:close/>
                  <a:moveTo>
                    <a:pt x="804609" y="1258642"/>
                  </a:moveTo>
                  <a:lnTo>
                    <a:pt x="804394" y="1233356"/>
                  </a:lnTo>
                  <a:lnTo>
                    <a:pt x="790192" y="1274483"/>
                  </a:lnTo>
                  <a:close/>
                  <a:moveTo>
                    <a:pt x="804394" y="1233356"/>
                  </a:moveTo>
                  <a:lnTo>
                    <a:pt x="804609" y="1258642"/>
                  </a:lnTo>
                  <a:lnTo>
                    <a:pt x="814747" y="1237728"/>
                  </a:lnTo>
                  <a:close/>
                  <a:moveTo>
                    <a:pt x="789067" y="1220545"/>
                  </a:moveTo>
                  <a:lnTo>
                    <a:pt x="804394" y="1233356"/>
                  </a:lnTo>
                  <a:lnTo>
                    <a:pt x="770038" y="1189451"/>
                  </a:lnTo>
                  <a:close/>
                  <a:moveTo>
                    <a:pt x="770038" y="1189451"/>
                  </a:moveTo>
                  <a:lnTo>
                    <a:pt x="804394" y="1233356"/>
                  </a:lnTo>
                  <a:lnTo>
                    <a:pt x="779688" y="1200973"/>
                  </a:lnTo>
                  <a:close/>
                  <a:moveTo>
                    <a:pt x="769799" y="1156862"/>
                  </a:moveTo>
                  <a:lnTo>
                    <a:pt x="759031" y="1153653"/>
                  </a:lnTo>
                  <a:lnTo>
                    <a:pt x="807660" y="1173840"/>
                  </a:lnTo>
                  <a:close/>
                  <a:moveTo>
                    <a:pt x="373212" y="723158"/>
                  </a:moveTo>
                  <a:lnTo>
                    <a:pt x="419228" y="718171"/>
                  </a:lnTo>
                  <a:lnTo>
                    <a:pt x="410602" y="742730"/>
                  </a:lnTo>
                  <a:close/>
                  <a:moveTo>
                    <a:pt x="373212" y="723158"/>
                  </a:moveTo>
                  <a:lnTo>
                    <a:pt x="410602" y="742730"/>
                  </a:lnTo>
                  <a:lnTo>
                    <a:pt x="396482" y="759914"/>
                  </a:lnTo>
                  <a:close/>
                  <a:moveTo>
                    <a:pt x="408642" y="711930"/>
                  </a:moveTo>
                  <a:lnTo>
                    <a:pt x="448407" y="742730"/>
                  </a:lnTo>
                  <a:lnTo>
                    <a:pt x="419228" y="718171"/>
                  </a:lnTo>
                  <a:close/>
                  <a:moveTo>
                    <a:pt x="807660" y="1173840"/>
                  </a:moveTo>
                  <a:lnTo>
                    <a:pt x="828404" y="1155190"/>
                  </a:lnTo>
                  <a:lnTo>
                    <a:pt x="769799" y="1156862"/>
                  </a:lnTo>
                  <a:close/>
                  <a:moveTo>
                    <a:pt x="716480" y="1071663"/>
                  </a:moveTo>
                  <a:lnTo>
                    <a:pt x="774096" y="1096658"/>
                  </a:lnTo>
                  <a:lnTo>
                    <a:pt x="765932" y="1093097"/>
                  </a:lnTo>
                  <a:close/>
                  <a:moveTo>
                    <a:pt x="752557" y="1092396"/>
                  </a:moveTo>
                  <a:lnTo>
                    <a:pt x="774096" y="1096658"/>
                  </a:lnTo>
                  <a:lnTo>
                    <a:pt x="721008" y="1073525"/>
                  </a:lnTo>
                  <a:close/>
                  <a:moveTo>
                    <a:pt x="448407" y="742730"/>
                  </a:moveTo>
                  <a:lnTo>
                    <a:pt x="462208" y="754287"/>
                  </a:lnTo>
                  <a:lnTo>
                    <a:pt x="464267" y="738543"/>
                  </a:lnTo>
                  <a:close/>
                  <a:moveTo>
                    <a:pt x="448407" y="742730"/>
                  </a:moveTo>
                  <a:lnTo>
                    <a:pt x="464267" y="738543"/>
                  </a:lnTo>
                  <a:lnTo>
                    <a:pt x="419228" y="718171"/>
                  </a:lnTo>
                  <a:close/>
                  <a:moveTo>
                    <a:pt x="493045" y="742235"/>
                  </a:moveTo>
                  <a:lnTo>
                    <a:pt x="464267" y="738543"/>
                  </a:lnTo>
                  <a:lnTo>
                    <a:pt x="462208" y="754287"/>
                  </a:lnTo>
                  <a:close/>
                  <a:moveTo>
                    <a:pt x="500929" y="691079"/>
                  </a:moveTo>
                  <a:lnTo>
                    <a:pt x="464267" y="738543"/>
                  </a:lnTo>
                  <a:lnTo>
                    <a:pt x="493045" y="742235"/>
                  </a:lnTo>
                  <a:close/>
                  <a:moveTo>
                    <a:pt x="238683" y="394752"/>
                  </a:moveTo>
                  <a:lnTo>
                    <a:pt x="226977" y="401472"/>
                  </a:lnTo>
                  <a:lnTo>
                    <a:pt x="254122" y="398310"/>
                  </a:lnTo>
                  <a:close/>
                  <a:moveTo>
                    <a:pt x="238683" y="394752"/>
                  </a:moveTo>
                  <a:lnTo>
                    <a:pt x="254122" y="398310"/>
                  </a:lnTo>
                  <a:lnTo>
                    <a:pt x="256345" y="386699"/>
                  </a:lnTo>
                  <a:close/>
                  <a:moveTo>
                    <a:pt x="113693" y="252224"/>
                  </a:moveTo>
                  <a:lnTo>
                    <a:pt x="115396" y="295586"/>
                  </a:lnTo>
                  <a:lnTo>
                    <a:pt x="145445" y="253498"/>
                  </a:lnTo>
                  <a:close/>
                  <a:moveTo>
                    <a:pt x="80163" y="252395"/>
                  </a:moveTo>
                  <a:lnTo>
                    <a:pt x="115396" y="295586"/>
                  </a:lnTo>
                  <a:lnTo>
                    <a:pt x="113693" y="252224"/>
                  </a:lnTo>
                  <a:close/>
                  <a:moveTo>
                    <a:pt x="927007" y="1149423"/>
                  </a:moveTo>
                  <a:lnTo>
                    <a:pt x="932751" y="1171597"/>
                  </a:lnTo>
                  <a:lnTo>
                    <a:pt x="959199" y="1174276"/>
                  </a:lnTo>
                  <a:close/>
                  <a:moveTo>
                    <a:pt x="852498" y="1120698"/>
                  </a:moveTo>
                  <a:lnTo>
                    <a:pt x="863989" y="1077752"/>
                  </a:lnTo>
                  <a:lnTo>
                    <a:pt x="839533" y="1129852"/>
                  </a:lnTo>
                  <a:close/>
                  <a:moveTo>
                    <a:pt x="867685" y="1081272"/>
                  </a:moveTo>
                  <a:lnTo>
                    <a:pt x="861725" y="1124341"/>
                  </a:lnTo>
                  <a:lnTo>
                    <a:pt x="839533" y="1129852"/>
                  </a:lnTo>
                  <a:close/>
                  <a:moveTo>
                    <a:pt x="861725" y="1124341"/>
                  </a:moveTo>
                  <a:lnTo>
                    <a:pt x="867685" y="1081272"/>
                  </a:lnTo>
                  <a:lnTo>
                    <a:pt x="884561" y="1129852"/>
                  </a:lnTo>
                  <a:close/>
                  <a:moveTo>
                    <a:pt x="863989" y="1077752"/>
                  </a:moveTo>
                  <a:lnTo>
                    <a:pt x="852498" y="1120698"/>
                  </a:lnTo>
                  <a:lnTo>
                    <a:pt x="884561" y="1129852"/>
                  </a:lnTo>
                  <a:close/>
                  <a:moveTo>
                    <a:pt x="697961" y="916639"/>
                  </a:moveTo>
                  <a:lnTo>
                    <a:pt x="664244" y="908054"/>
                  </a:lnTo>
                  <a:lnTo>
                    <a:pt x="668355" y="909322"/>
                  </a:lnTo>
                  <a:close/>
                  <a:moveTo>
                    <a:pt x="687649" y="906452"/>
                  </a:moveTo>
                  <a:lnTo>
                    <a:pt x="664244" y="908054"/>
                  </a:lnTo>
                  <a:lnTo>
                    <a:pt x="697961" y="916639"/>
                  </a:lnTo>
                  <a:close/>
                  <a:moveTo>
                    <a:pt x="228243" y="392261"/>
                  </a:moveTo>
                  <a:lnTo>
                    <a:pt x="226977" y="401472"/>
                  </a:lnTo>
                  <a:lnTo>
                    <a:pt x="238683" y="394752"/>
                  </a:lnTo>
                  <a:close/>
                  <a:moveTo>
                    <a:pt x="228243" y="392261"/>
                  </a:moveTo>
                  <a:lnTo>
                    <a:pt x="238683" y="394752"/>
                  </a:lnTo>
                  <a:lnTo>
                    <a:pt x="240334" y="355206"/>
                  </a:lnTo>
                  <a:close/>
                  <a:moveTo>
                    <a:pt x="240334" y="355206"/>
                  </a:moveTo>
                  <a:lnTo>
                    <a:pt x="256345" y="386699"/>
                  </a:lnTo>
                  <a:lnTo>
                    <a:pt x="273767" y="355629"/>
                  </a:lnTo>
                  <a:close/>
                  <a:moveTo>
                    <a:pt x="273767" y="355629"/>
                  </a:moveTo>
                  <a:lnTo>
                    <a:pt x="295367" y="347120"/>
                  </a:lnTo>
                  <a:lnTo>
                    <a:pt x="288706" y="340813"/>
                  </a:lnTo>
                  <a:close/>
                  <a:moveTo>
                    <a:pt x="256345" y="386699"/>
                  </a:moveTo>
                  <a:lnTo>
                    <a:pt x="290254" y="388900"/>
                  </a:lnTo>
                  <a:lnTo>
                    <a:pt x="273767" y="355629"/>
                  </a:lnTo>
                  <a:close/>
                  <a:moveTo>
                    <a:pt x="288706" y="340813"/>
                  </a:moveTo>
                  <a:lnTo>
                    <a:pt x="295367" y="347120"/>
                  </a:lnTo>
                  <a:lnTo>
                    <a:pt x="298080" y="321954"/>
                  </a:lnTo>
                  <a:close/>
                  <a:moveTo>
                    <a:pt x="198057" y="230548"/>
                  </a:moveTo>
                  <a:lnTo>
                    <a:pt x="188017" y="255807"/>
                  </a:lnTo>
                  <a:lnTo>
                    <a:pt x="208301" y="235439"/>
                  </a:lnTo>
                  <a:close/>
                  <a:moveTo>
                    <a:pt x="959199" y="1174276"/>
                  </a:moveTo>
                  <a:lnTo>
                    <a:pt x="979759" y="1186178"/>
                  </a:lnTo>
                  <a:lnTo>
                    <a:pt x="980078" y="1156132"/>
                  </a:lnTo>
                  <a:close/>
                  <a:moveTo>
                    <a:pt x="980078" y="1156132"/>
                  </a:moveTo>
                  <a:lnTo>
                    <a:pt x="979759" y="1186178"/>
                  </a:lnTo>
                  <a:lnTo>
                    <a:pt x="998068" y="1139508"/>
                  </a:lnTo>
                  <a:close/>
                  <a:moveTo>
                    <a:pt x="959199" y="1174276"/>
                  </a:moveTo>
                  <a:lnTo>
                    <a:pt x="935991" y="1135799"/>
                  </a:lnTo>
                  <a:lnTo>
                    <a:pt x="927007" y="1149423"/>
                  </a:lnTo>
                  <a:close/>
                  <a:moveTo>
                    <a:pt x="752012" y="897944"/>
                  </a:moveTo>
                  <a:lnTo>
                    <a:pt x="791779" y="922049"/>
                  </a:lnTo>
                  <a:lnTo>
                    <a:pt x="773124" y="874955"/>
                  </a:lnTo>
                  <a:close/>
                  <a:moveTo>
                    <a:pt x="758166" y="885873"/>
                  </a:moveTo>
                  <a:lnTo>
                    <a:pt x="784383" y="846900"/>
                  </a:lnTo>
                  <a:lnTo>
                    <a:pt x="760176" y="839492"/>
                  </a:lnTo>
                  <a:close/>
                  <a:moveTo>
                    <a:pt x="758166" y="885873"/>
                  </a:moveTo>
                  <a:lnTo>
                    <a:pt x="760176" y="839492"/>
                  </a:lnTo>
                  <a:lnTo>
                    <a:pt x="770164" y="874955"/>
                  </a:lnTo>
                  <a:close/>
                  <a:moveTo>
                    <a:pt x="620950" y="781651"/>
                  </a:moveTo>
                  <a:lnTo>
                    <a:pt x="652884" y="776472"/>
                  </a:lnTo>
                  <a:lnTo>
                    <a:pt x="672109" y="752142"/>
                  </a:lnTo>
                  <a:close/>
                  <a:moveTo>
                    <a:pt x="637831" y="748560"/>
                  </a:moveTo>
                  <a:lnTo>
                    <a:pt x="620950" y="781651"/>
                  </a:lnTo>
                  <a:lnTo>
                    <a:pt x="672109" y="752142"/>
                  </a:lnTo>
                  <a:close/>
                  <a:moveTo>
                    <a:pt x="672109" y="752142"/>
                  </a:moveTo>
                  <a:lnTo>
                    <a:pt x="652884" y="776472"/>
                  </a:lnTo>
                  <a:lnTo>
                    <a:pt x="705892" y="753875"/>
                  </a:lnTo>
                  <a:close/>
                  <a:moveTo>
                    <a:pt x="285890" y="304745"/>
                  </a:moveTo>
                  <a:lnTo>
                    <a:pt x="298080" y="321954"/>
                  </a:lnTo>
                  <a:lnTo>
                    <a:pt x="319317" y="305148"/>
                  </a:lnTo>
                  <a:close/>
                  <a:moveTo>
                    <a:pt x="208301" y="235439"/>
                  </a:moveTo>
                  <a:lnTo>
                    <a:pt x="214678" y="213365"/>
                  </a:lnTo>
                  <a:lnTo>
                    <a:pt x="198057" y="230548"/>
                  </a:lnTo>
                  <a:close/>
                  <a:moveTo>
                    <a:pt x="232311" y="228999"/>
                  </a:moveTo>
                  <a:lnTo>
                    <a:pt x="214678" y="213365"/>
                  </a:lnTo>
                  <a:lnTo>
                    <a:pt x="208301" y="235439"/>
                  </a:lnTo>
                  <a:close/>
                  <a:moveTo>
                    <a:pt x="718968" y="764690"/>
                  </a:moveTo>
                  <a:lnTo>
                    <a:pt x="745901" y="778887"/>
                  </a:lnTo>
                  <a:lnTo>
                    <a:pt x="759154" y="784262"/>
                  </a:lnTo>
                  <a:close/>
                  <a:moveTo>
                    <a:pt x="440917" y="175814"/>
                  </a:moveTo>
                  <a:lnTo>
                    <a:pt x="409703" y="174102"/>
                  </a:lnTo>
                  <a:lnTo>
                    <a:pt x="405450" y="185616"/>
                  </a:lnTo>
                  <a:close/>
                  <a:moveTo>
                    <a:pt x="833826" y="585692"/>
                  </a:moveTo>
                  <a:lnTo>
                    <a:pt x="816388" y="552398"/>
                  </a:lnTo>
                  <a:lnTo>
                    <a:pt x="827290" y="573776"/>
                  </a:lnTo>
                  <a:close/>
                  <a:moveTo>
                    <a:pt x="822186" y="566120"/>
                  </a:moveTo>
                  <a:lnTo>
                    <a:pt x="816388" y="552398"/>
                  </a:lnTo>
                  <a:lnTo>
                    <a:pt x="833826" y="585692"/>
                  </a:lnTo>
                  <a:close/>
                  <a:moveTo>
                    <a:pt x="662935" y="333012"/>
                  </a:moveTo>
                  <a:lnTo>
                    <a:pt x="693026" y="330030"/>
                  </a:lnTo>
                  <a:lnTo>
                    <a:pt x="678038" y="328407"/>
                  </a:lnTo>
                  <a:close/>
                  <a:moveTo>
                    <a:pt x="563303" y="308835"/>
                  </a:moveTo>
                  <a:lnTo>
                    <a:pt x="563086" y="264910"/>
                  </a:lnTo>
                  <a:lnTo>
                    <a:pt x="562448" y="254897"/>
                  </a:lnTo>
                  <a:close/>
                  <a:moveTo>
                    <a:pt x="562448" y="254897"/>
                  </a:moveTo>
                  <a:lnTo>
                    <a:pt x="577628" y="263216"/>
                  </a:lnTo>
                  <a:lnTo>
                    <a:pt x="563303" y="308835"/>
                  </a:lnTo>
                  <a:close/>
                  <a:moveTo>
                    <a:pt x="591233" y="254897"/>
                  </a:moveTo>
                  <a:lnTo>
                    <a:pt x="563086" y="264910"/>
                  </a:lnTo>
                  <a:lnTo>
                    <a:pt x="562011" y="301033"/>
                  </a:lnTo>
                  <a:close/>
                  <a:moveTo>
                    <a:pt x="668642" y="322766"/>
                  </a:moveTo>
                  <a:lnTo>
                    <a:pt x="662935" y="333012"/>
                  </a:lnTo>
                  <a:lnTo>
                    <a:pt x="678038" y="328407"/>
                  </a:lnTo>
                  <a:close/>
                  <a:moveTo>
                    <a:pt x="668642" y="322766"/>
                  </a:moveTo>
                  <a:lnTo>
                    <a:pt x="678038" y="328407"/>
                  </a:lnTo>
                  <a:lnTo>
                    <a:pt x="655329" y="304573"/>
                  </a:lnTo>
                  <a:close/>
                  <a:moveTo>
                    <a:pt x="574305" y="250792"/>
                  </a:moveTo>
                  <a:lnTo>
                    <a:pt x="591233" y="254897"/>
                  </a:lnTo>
                  <a:lnTo>
                    <a:pt x="589241" y="210427"/>
                  </a:lnTo>
                  <a:close/>
                  <a:moveTo>
                    <a:pt x="589241" y="210427"/>
                  </a:moveTo>
                  <a:lnTo>
                    <a:pt x="591233" y="254897"/>
                  </a:lnTo>
                  <a:lnTo>
                    <a:pt x="614077" y="205797"/>
                  </a:lnTo>
                  <a:close/>
                  <a:moveTo>
                    <a:pt x="599438" y="200958"/>
                  </a:moveTo>
                  <a:lnTo>
                    <a:pt x="614077" y="205797"/>
                  </a:lnTo>
                  <a:lnTo>
                    <a:pt x="616789" y="188847"/>
                  </a:lnTo>
                  <a:close/>
                  <a:moveTo>
                    <a:pt x="515386" y="58872"/>
                  </a:moveTo>
                  <a:lnTo>
                    <a:pt x="538554" y="90693"/>
                  </a:lnTo>
                  <a:lnTo>
                    <a:pt x="545328" y="100359"/>
                  </a:lnTo>
                  <a:close/>
                  <a:moveTo>
                    <a:pt x="726804" y="220530"/>
                  </a:moveTo>
                  <a:lnTo>
                    <a:pt x="722064" y="261675"/>
                  </a:lnTo>
                  <a:lnTo>
                    <a:pt x="721885" y="236424"/>
                  </a:lnTo>
                  <a:close/>
                  <a:moveTo>
                    <a:pt x="700686" y="253372"/>
                  </a:moveTo>
                  <a:lnTo>
                    <a:pt x="735417" y="258647"/>
                  </a:lnTo>
                  <a:lnTo>
                    <a:pt x="726804" y="220530"/>
                  </a:lnTo>
                  <a:close/>
                  <a:moveTo>
                    <a:pt x="599438" y="200958"/>
                  </a:moveTo>
                  <a:lnTo>
                    <a:pt x="616789" y="188847"/>
                  </a:lnTo>
                  <a:lnTo>
                    <a:pt x="634937" y="160493"/>
                  </a:lnTo>
                  <a:close/>
                  <a:moveTo>
                    <a:pt x="538554" y="90693"/>
                  </a:moveTo>
                  <a:lnTo>
                    <a:pt x="515386" y="58872"/>
                  </a:lnTo>
                  <a:lnTo>
                    <a:pt x="537773" y="79412"/>
                  </a:lnTo>
                  <a:close/>
                  <a:moveTo>
                    <a:pt x="511478" y="53938"/>
                  </a:moveTo>
                  <a:lnTo>
                    <a:pt x="507832" y="14260"/>
                  </a:lnTo>
                  <a:lnTo>
                    <a:pt x="5047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69" name="Input_density__108">
              <a:extLst>
                <a:ext uri="{FF2B5EF4-FFF2-40B4-BE49-F238E27FC236}">
                  <a16:creationId xmlns:a16="http://schemas.microsoft.com/office/drawing/2014/main" id="{42EAE015-F75A-1199-4C52-D195B3584FA2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4251"/>
              <a:ext cx="1022164" cy="1648414"/>
            </a:xfrm>
            <a:custGeom>
              <a:avLst/>
              <a:gdLst/>
              <a:ahLst/>
              <a:cxnLst/>
              <a:rect l="0" t="0" r="0" b="0"/>
              <a:pathLst>
                <a:path w="1022164" h="1648414">
                  <a:moveTo>
                    <a:pt x="130409" y="1597237"/>
                  </a:moveTo>
                  <a:lnTo>
                    <a:pt x="147299" y="1633992"/>
                  </a:lnTo>
                  <a:lnTo>
                    <a:pt x="164430" y="1616809"/>
                  </a:lnTo>
                  <a:close/>
                  <a:moveTo>
                    <a:pt x="209416" y="1599625"/>
                  </a:moveTo>
                  <a:lnTo>
                    <a:pt x="228291" y="1648414"/>
                  </a:lnTo>
                  <a:lnTo>
                    <a:pt x="231090" y="1636380"/>
                  </a:lnTo>
                  <a:close/>
                  <a:moveTo>
                    <a:pt x="182883" y="1632048"/>
                  </a:moveTo>
                  <a:lnTo>
                    <a:pt x="228291" y="1648414"/>
                  </a:lnTo>
                  <a:lnTo>
                    <a:pt x="209416" y="1599625"/>
                  </a:lnTo>
                  <a:close/>
                  <a:moveTo>
                    <a:pt x="191409" y="1606563"/>
                  </a:moveTo>
                  <a:lnTo>
                    <a:pt x="209416" y="1599625"/>
                  </a:lnTo>
                  <a:lnTo>
                    <a:pt x="208046" y="1601551"/>
                  </a:lnTo>
                  <a:close/>
                  <a:moveTo>
                    <a:pt x="174162" y="1575838"/>
                  </a:moveTo>
                  <a:lnTo>
                    <a:pt x="191409" y="1606563"/>
                  </a:lnTo>
                  <a:lnTo>
                    <a:pt x="208046" y="1601551"/>
                  </a:lnTo>
                  <a:close/>
                  <a:moveTo>
                    <a:pt x="251860" y="1629253"/>
                  </a:moveTo>
                  <a:lnTo>
                    <a:pt x="291975" y="1623729"/>
                  </a:lnTo>
                  <a:lnTo>
                    <a:pt x="277400" y="1590831"/>
                  </a:lnTo>
                  <a:close/>
                  <a:moveTo>
                    <a:pt x="251860" y="1629253"/>
                  </a:moveTo>
                  <a:lnTo>
                    <a:pt x="277400" y="1590831"/>
                  </a:lnTo>
                  <a:lnTo>
                    <a:pt x="250428" y="1585670"/>
                  </a:lnTo>
                  <a:close/>
                  <a:moveTo>
                    <a:pt x="250428" y="1585670"/>
                  </a:moveTo>
                  <a:lnTo>
                    <a:pt x="277400" y="1590831"/>
                  </a:lnTo>
                  <a:lnTo>
                    <a:pt x="225897" y="1560866"/>
                  </a:lnTo>
                  <a:close/>
                  <a:moveTo>
                    <a:pt x="213363" y="1525223"/>
                  </a:moveTo>
                  <a:lnTo>
                    <a:pt x="233432" y="1504049"/>
                  </a:lnTo>
                  <a:lnTo>
                    <a:pt x="175286" y="1507435"/>
                  </a:lnTo>
                  <a:close/>
                  <a:moveTo>
                    <a:pt x="241125" y="1327546"/>
                  </a:moveTo>
                  <a:lnTo>
                    <a:pt x="260760" y="1335877"/>
                  </a:lnTo>
                  <a:lnTo>
                    <a:pt x="241264" y="1381484"/>
                  </a:lnTo>
                  <a:close/>
                  <a:moveTo>
                    <a:pt x="260760" y="1335877"/>
                  </a:moveTo>
                  <a:lnTo>
                    <a:pt x="241125" y="1327546"/>
                  </a:lnTo>
                  <a:lnTo>
                    <a:pt x="226071" y="1292243"/>
                  </a:lnTo>
                  <a:close/>
                  <a:moveTo>
                    <a:pt x="304627" y="1300213"/>
                  </a:moveTo>
                  <a:lnTo>
                    <a:pt x="335369" y="1302309"/>
                  </a:lnTo>
                  <a:lnTo>
                    <a:pt x="334673" y="1258128"/>
                  </a:lnTo>
                  <a:close/>
                  <a:moveTo>
                    <a:pt x="335369" y="1302309"/>
                  </a:moveTo>
                  <a:lnTo>
                    <a:pt x="368975" y="1257329"/>
                  </a:lnTo>
                  <a:lnTo>
                    <a:pt x="334673" y="1258128"/>
                  </a:lnTo>
                  <a:close/>
                  <a:moveTo>
                    <a:pt x="21398" y="888874"/>
                  </a:moveTo>
                  <a:lnTo>
                    <a:pt x="20578" y="903481"/>
                  </a:lnTo>
                  <a:lnTo>
                    <a:pt x="23596" y="942812"/>
                  </a:lnTo>
                  <a:close/>
                  <a:moveTo>
                    <a:pt x="21398" y="888874"/>
                  </a:moveTo>
                  <a:lnTo>
                    <a:pt x="15285" y="898116"/>
                  </a:lnTo>
                  <a:lnTo>
                    <a:pt x="20578" y="903481"/>
                  </a:lnTo>
                  <a:close/>
                  <a:moveTo>
                    <a:pt x="0" y="869302"/>
                  </a:moveTo>
                  <a:lnTo>
                    <a:pt x="15285" y="898116"/>
                  </a:lnTo>
                  <a:lnTo>
                    <a:pt x="21398" y="888874"/>
                  </a:lnTo>
                  <a:close/>
                  <a:moveTo>
                    <a:pt x="162741" y="913917"/>
                  </a:moveTo>
                  <a:lnTo>
                    <a:pt x="178368" y="941709"/>
                  </a:lnTo>
                  <a:lnTo>
                    <a:pt x="165666" y="908446"/>
                  </a:lnTo>
                  <a:close/>
                  <a:moveTo>
                    <a:pt x="178368" y="941709"/>
                  </a:moveTo>
                  <a:lnTo>
                    <a:pt x="162741" y="913917"/>
                  </a:lnTo>
                  <a:lnTo>
                    <a:pt x="179753" y="945200"/>
                  </a:lnTo>
                  <a:close/>
                  <a:moveTo>
                    <a:pt x="487934" y="1295567"/>
                  </a:moveTo>
                  <a:lnTo>
                    <a:pt x="447657" y="1312750"/>
                  </a:lnTo>
                  <a:lnTo>
                    <a:pt x="486824" y="1347520"/>
                  </a:lnTo>
                  <a:close/>
                  <a:moveTo>
                    <a:pt x="333378" y="1080192"/>
                  </a:moveTo>
                  <a:lnTo>
                    <a:pt x="375211" y="1083162"/>
                  </a:lnTo>
                  <a:lnTo>
                    <a:pt x="360272" y="1075037"/>
                  </a:lnTo>
                  <a:close/>
                  <a:moveTo>
                    <a:pt x="312857" y="1070813"/>
                  </a:moveTo>
                  <a:lnTo>
                    <a:pt x="328219" y="1075037"/>
                  </a:lnTo>
                  <a:lnTo>
                    <a:pt x="333378" y="1080192"/>
                  </a:lnTo>
                  <a:close/>
                  <a:moveTo>
                    <a:pt x="178368" y="941709"/>
                  </a:moveTo>
                  <a:lnTo>
                    <a:pt x="179753" y="945200"/>
                  </a:lnTo>
                  <a:lnTo>
                    <a:pt x="179633" y="944930"/>
                  </a:lnTo>
                  <a:close/>
                  <a:moveTo>
                    <a:pt x="176304" y="928017"/>
                  </a:moveTo>
                  <a:lnTo>
                    <a:pt x="178368" y="941709"/>
                  </a:lnTo>
                  <a:lnTo>
                    <a:pt x="179633" y="944930"/>
                  </a:lnTo>
                  <a:close/>
                  <a:moveTo>
                    <a:pt x="165666" y="908446"/>
                  </a:moveTo>
                  <a:lnTo>
                    <a:pt x="178368" y="941709"/>
                  </a:lnTo>
                  <a:lnTo>
                    <a:pt x="176304" y="928017"/>
                  </a:lnTo>
                  <a:close/>
                  <a:moveTo>
                    <a:pt x="158208" y="891262"/>
                  </a:moveTo>
                  <a:lnTo>
                    <a:pt x="156056" y="871690"/>
                  </a:lnTo>
                  <a:lnTo>
                    <a:pt x="165666" y="908446"/>
                  </a:lnTo>
                  <a:close/>
                  <a:moveTo>
                    <a:pt x="495056" y="1253751"/>
                  </a:moveTo>
                  <a:lnTo>
                    <a:pt x="520285" y="1251839"/>
                  </a:lnTo>
                  <a:lnTo>
                    <a:pt x="481191" y="1230251"/>
                  </a:lnTo>
                  <a:close/>
                  <a:moveTo>
                    <a:pt x="553994" y="1241629"/>
                  </a:moveTo>
                  <a:lnTo>
                    <a:pt x="533484" y="1294344"/>
                  </a:lnTo>
                  <a:lnTo>
                    <a:pt x="548322" y="1260457"/>
                  </a:lnTo>
                  <a:close/>
                  <a:moveTo>
                    <a:pt x="564943" y="1251110"/>
                  </a:moveTo>
                  <a:lnTo>
                    <a:pt x="553994" y="1241629"/>
                  </a:lnTo>
                  <a:lnTo>
                    <a:pt x="562416" y="1208418"/>
                  </a:lnTo>
                  <a:close/>
                  <a:moveTo>
                    <a:pt x="366840" y="1021099"/>
                  </a:moveTo>
                  <a:lnTo>
                    <a:pt x="342196" y="1001527"/>
                  </a:lnTo>
                  <a:lnTo>
                    <a:pt x="357888" y="1038282"/>
                  </a:lnTo>
                  <a:close/>
                  <a:moveTo>
                    <a:pt x="194035" y="843728"/>
                  </a:moveTo>
                  <a:lnTo>
                    <a:pt x="237077" y="880571"/>
                  </a:lnTo>
                  <a:lnTo>
                    <a:pt x="231036" y="840735"/>
                  </a:lnTo>
                  <a:close/>
                  <a:moveTo>
                    <a:pt x="226150" y="803369"/>
                  </a:moveTo>
                  <a:lnTo>
                    <a:pt x="224680" y="800569"/>
                  </a:lnTo>
                  <a:lnTo>
                    <a:pt x="231036" y="840735"/>
                  </a:lnTo>
                  <a:close/>
                  <a:moveTo>
                    <a:pt x="231036" y="840735"/>
                  </a:moveTo>
                  <a:lnTo>
                    <a:pt x="224680" y="800569"/>
                  </a:lnTo>
                  <a:lnTo>
                    <a:pt x="185283" y="806096"/>
                  </a:lnTo>
                  <a:close/>
                  <a:moveTo>
                    <a:pt x="231036" y="840735"/>
                  </a:moveTo>
                  <a:lnTo>
                    <a:pt x="185283" y="806096"/>
                  </a:lnTo>
                  <a:lnTo>
                    <a:pt x="194035" y="843728"/>
                  </a:lnTo>
                  <a:close/>
                  <a:moveTo>
                    <a:pt x="188256" y="786263"/>
                  </a:moveTo>
                  <a:lnTo>
                    <a:pt x="156768" y="763814"/>
                  </a:lnTo>
                  <a:lnTo>
                    <a:pt x="185283" y="806096"/>
                  </a:lnTo>
                  <a:close/>
                  <a:moveTo>
                    <a:pt x="150904" y="771188"/>
                  </a:moveTo>
                  <a:lnTo>
                    <a:pt x="180682" y="800569"/>
                  </a:lnTo>
                  <a:lnTo>
                    <a:pt x="185283" y="806096"/>
                  </a:lnTo>
                  <a:close/>
                  <a:moveTo>
                    <a:pt x="564787" y="1187690"/>
                  </a:moveTo>
                  <a:lnTo>
                    <a:pt x="557412" y="1169865"/>
                  </a:lnTo>
                  <a:lnTo>
                    <a:pt x="558706" y="1204874"/>
                  </a:lnTo>
                  <a:close/>
                  <a:moveTo>
                    <a:pt x="524942" y="1122301"/>
                  </a:moveTo>
                  <a:lnTo>
                    <a:pt x="557033" y="1168047"/>
                  </a:lnTo>
                  <a:lnTo>
                    <a:pt x="536198" y="1157897"/>
                  </a:lnTo>
                  <a:close/>
                  <a:moveTo>
                    <a:pt x="224680" y="800569"/>
                  </a:moveTo>
                  <a:lnTo>
                    <a:pt x="226150" y="803369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188256" y="786263"/>
                  </a:lnTo>
                  <a:lnTo>
                    <a:pt x="224680" y="800569"/>
                  </a:lnTo>
                  <a:close/>
                  <a:moveTo>
                    <a:pt x="190837" y="756834"/>
                  </a:moveTo>
                  <a:lnTo>
                    <a:pt x="188256" y="786263"/>
                  </a:lnTo>
                  <a:lnTo>
                    <a:pt x="225715" y="800314"/>
                  </a:lnTo>
                  <a:close/>
                  <a:moveTo>
                    <a:pt x="225715" y="800314"/>
                  </a:moveTo>
                  <a:lnTo>
                    <a:pt x="226150" y="803369"/>
                  </a:lnTo>
                  <a:lnTo>
                    <a:pt x="225993" y="800569"/>
                  </a:lnTo>
                  <a:close/>
                  <a:moveTo>
                    <a:pt x="225993" y="800569"/>
                  </a:moveTo>
                  <a:lnTo>
                    <a:pt x="226660" y="754798"/>
                  </a:lnTo>
                  <a:lnTo>
                    <a:pt x="225715" y="800314"/>
                  </a:lnTo>
                  <a:close/>
                  <a:moveTo>
                    <a:pt x="537940" y="1150935"/>
                  </a:moveTo>
                  <a:lnTo>
                    <a:pt x="524942" y="1122301"/>
                  </a:lnTo>
                  <a:lnTo>
                    <a:pt x="536198" y="1157897"/>
                  </a:lnTo>
                  <a:close/>
                  <a:moveTo>
                    <a:pt x="300791" y="856895"/>
                  </a:moveTo>
                  <a:lnTo>
                    <a:pt x="309222" y="831348"/>
                  </a:lnTo>
                  <a:lnTo>
                    <a:pt x="312016" y="873823"/>
                  </a:lnTo>
                  <a:close/>
                  <a:moveTo>
                    <a:pt x="416843" y="921824"/>
                  </a:moveTo>
                  <a:lnTo>
                    <a:pt x="401832" y="917387"/>
                  </a:lnTo>
                  <a:lnTo>
                    <a:pt x="425361" y="925346"/>
                  </a:lnTo>
                  <a:close/>
                  <a:moveTo>
                    <a:pt x="425361" y="925346"/>
                  </a:moveTo>
                  <a:lnTo>
                    <a:pt x="429503" y="930405"/>
                  </a:lnTo>
                  <a:lnTo>
                    <a:pt x="416843" y="921824"/>
                  </a:lnTo>
                  <a:close/>
                  <a:moveTo>
                    <a:pt x="253831" y="746630"/>
                  </a:moveTo>
                  <a:lnTo>
                    <a:pt x="273860" y="760961"/>
                  </a:lnTo>
                  <a:lnTo>
                    <a:pt x="276151" y="729447"/>
                  </a:lnTo>
                  <a:close/>
                  <a:moveTo>
                    <a:pt x="774983" y="1233451"/>
                  </a:moveTo>
                  <a:lnTo>
                    <a:pt x="785752" y="1236661"/>
                  </a:lnTo>
                  <a:lnTo>
                    <a:pt x="770068" y="1226834"/>
                  </a:lnTo>
                  <a:close/>
                  <a:moveTo>
                    <a:pt x="774983" y="1233451"/>
                  </a:moveTo>
                  <a:lnTo>
                    <a:pt x="770068" y="1226834"/>
                  </a:lnTo>
                  <a:lnTo>
                    <a:pt x="781384" y="1220329"/>
                  </a:lnTo>
                  <a:close/>
                  <a:moveTo>
                    <a:pt x="784781" y="1190079"/>
                  </a:moveTo>
                  <a:lnTo>
                    <a:pt x="774983" y="1233451"/>
                  </a:lnTo>
                  <a:lnTo>
                    <a:pt x="781384" y="1220329"/>
                  </a:lnTo>
                  <a:close/>
                  <a:moveTo>
                    <a:pt x="540290" y="896039"/>
                  </a:moveTo>
                  <a:lnTo>
                    <a:pt x="542858" y="923035"/>
                  </a:lnTo>
                  <a:lnTo>
                    <a:pt x="536804" y="933669"/>
                  </a:lnTo>
                  <a:close/>
                  <a:moveTo>
                    <a:pt x="540290" y="896039"/>
                  </a:moveTo>
                  <a:lnTo>
                    <a:pt x="536804" y="933669"/>
                  </a:lnTo>
                  <a:lnTo>
                    <a:pt x="536463" y="927491"/>
                  </a:lnTo>
                  <a:close/>
                  <a:moveTo>
                    <a:pt x="287395" y="715360"/>
                  </a:moveTo>
                  <a:lnTo>
                    <a:pt x="307504" y="694338"/>
                  </a:lnTo>
                  <a:lnTo>
                    <a:pt x="318480" y="707006"/>
                  </a:lnTo>
                  <a:close/>
                  <a:moveTo>
                    <a:pt x="186105" y="528489"/>
                  </a:moveTo>
                  <a:lnTo>
                    <a:pt x="153108" y="491936"/>
                  </a:lnTo>
                  <a:lnTo>
                    <a:pt x="148278" y="508917"/>
                  </a:lnTo>
                  <a:close/>
                  <a:moveTo>
                    <a:pt x="186105" y="528489"/>
                  </a:moveTo>
                  <a:lnTo>
                    <a:pt x="148278" y="508917"/>
                  </a:lnTo>
                  <a:lnTo>
                    <a:pt x="151862" y="545672"/>
                  </a:lnTo>
                  <a:close/>
                  <a:moveTo>
                    <a:pt x="153108" y="491936"/>
                  </a:moveTo>
                  <a:lnTo>
                    <a:pt x="152392" y="488125"/>
                  </a:lnTo>
                  <a:lnTo>
                    <a:pt x="148278" y="508917"/>
                  </a:lnTo>
                  <a:close/>
                  <a:moveTo>
                    <a:pt x="536463" y="927491"/>
                  </a:moveTo>
                  <a:lnTo>
                    <a:pt x="536804" y="933669"/>
                  </a:lnTo>
                  <a:lnTo>
                    <a:pt x="536417" y="932794"/>
                  </a:lnTo>
                  <a:close/>
                  <a:moveTo>
                    <a:pt x="784781" y="1190079"/>
                  </a:moveTo>
                  <a:lnTo>
                    <a:pt x="781384" y="1220329"/>
                  </a:lnTo>
                  <a:lnTo>
                    <a:pt x="825175" y="1209650"/>
                  </a:lnTo>
                  <a:close/>
                  <a:moveTo>
                    <a:pt x="647548" y="952365"/>
                  </a:moveTo>
                  <a:lnTo>
                    <a:pt x="676980" y="990467"/>
                  </a:lnTo>
                  <a:lnTo>
                    <a:pt x="677852" y="986184"/>
                  </a:lnTo>
                  <a:close/>
                  <a:moveTo>
                    <a:pt x="639475" y="1006304"/>
                  </a:moveTo>
                  <a:lnTo>
                    <a:pt x="676980" y="990467"/>
                  </a:lnTo>
                  <a:lnTo>
                    <a:pt x="647548" y="952365"/>
                  </a:lnTo>
                  <a:close/>
                  <a:moveTo>
                    <a:pt x="641969" y="969549"/>
                  </a:moveTo>
                  <a:lnTo>
                    <a:pt x="639475" y="1006304"/>
                  </a:lnTo>
                  <a:lnTo>
                    <a:pt x="647548" y="952365"/>
                  </a:lnTo>
                  <a:close/>
                  <a:moveTo>
                    <a:pt x="664583" y="936577"/>
                  </a:moveTo>
                  <a:lnTo>
                    <a:pt x="641969" y="969549"/>
                  </a:lnTo>
                  <a:lnTo>
                    <a:pt x="647548" y="952365"/>
                  </a:lnTo>
                  <a:close/>
                  <a:moveTo>
                    <a:pt x="540290" y="896039"/>
                  </a:moveTo>
                  <a:lnTo>
                    <a:pt x="548343" y="879541"/>
                  </a:lnTo>
                  <a:lnTo>
                    <a:pt x="547560" y="859284"/>
                  </a:lnTo>
                  <a:close/>
                  <a:moveTo>
                    <a:pt x="393928" y="768308"/>
                  </a:moveTo>
                  <a:lnTo>
                    <a:pt x="411060" y="775643"/>
                  </a:lnTo>
                  <a:lnTo>
                    <a:pt x="424198" y="756907"/>
                  </a:lnTo>
                  <a:close/>
                  <a:moveTo>
                    <a:pt x="247946" y="558505"/>
                  </a:moveTo>
                  <a:lnTo>
                    <a:pt x="267293" y="525118"/>
                  </a:lnTo>
                  <a:lnTo>
                    <a:pt x="239804" y="520377"/>
                  </a:lnTo>
                  <a:close/>
                  <a:moveTo>
                    <a:pt x="129106" y="304855"/>
                  </a:moveTo>
                  <a:lnTo>
                    <a:pt x="94341" y="290776"/>
                  </a:lnTo>
                  <a:lnTo>
                    <a:pt x="129646" y="332022"/>
                  </a:lnTo>
                  <a:close/>
                  <a:moveTo>
                    <a:pt x="855486" y="1209650"/>
                  </a:moveTo>
                  <a:lnTo>
                    <a:pt x="879942" y="1157551"/>
                  </a:lnTo>
                  <a:lnTo>
                    <a:pt x="861325" y="1155712"/>
                  </a:lnTo>
                  <a:close/>
                  <a:moveTo>
                    <a:pt x="861325" y="1155712"/>
                  </a:moveTo>
                  <a:lnTo>
                    <a:pt x="883637" y="1161070"/>
                  </a:lnTo>
                  <a:lnTo>
                    <a:pt x="855486" y="1209650"/>
                  </a:lnTo>
                  <a:close/>
                  <a:moveTo>
                    <a:pt x="900514" y="1209650"/>
                  </a:moveTo>
                  <a:lnTo>
                    <a:pt x="883637" y="1161070"/>
                  </a:lnTo>
                  <a:lnTo>
                    <a:pt x="887308" y="1155712"/>
                  </a:lnTo>
                  <a:close/>
                  <a:moveTo>
                    <a:pt x="887308" y="1155712"/>
                  </a:moveTo>
                  <a:lnTo>
                    <a:pt x="879942" y="1157551"/>
                  </a:lnTo>
                  <a:lnTo>
                    <a:pt x="900514" y="1209650"/>
                  </a:lnTo>
                  <a:close/>
                  <a:moveTo>
                    <a:pt x="861325" y="1155712"/>
                  </a:moveTo>
                  <a:lnTo>
                    <a:pt x="879942" y="1157551"/>
                  </a:lnTo>
                  <a:lnTo>
                    <a:pt x="873134" y="1121799"/>
                  </a:lnTo>
                  <a:close/>
                  <a:moveTo>
                    <a:pt x="680196" y="987853"/>
                  </a:moveTo>
                  <a:lnTo>
                    <a:pt x="692817" y="945930"/>
                  </a:lnTo>
                  <a:lnTo>
                    <a:pt x="684307" y="989120"/>
                  </a:lnTo>
                  <a:close/>
                  <a:moveTo>
                    <a:pt x="684307" y="989120"/>
                  </a:moveTo>
                  <a:lnTo>
                    <a:pt x="692817" y="945930"/>
                  </a:lnTo>
                  <a:lnTo>
                    <a:pt x="694684" y="935182"/>
                  </a:lnTo>
                  <a:close/>
                  <a:moveTo>
                    <a:pt x="683379" y="940518"/>
                  </a:moveTo>
                  <a:lnTo>
                    <a:pt x="677852" y="986184"/>
                  </a:lnTo>
                  <a:lnTo>
                    <a:pt x="684307" y="989120"/>
                  </a:lnTo>
                  <a:close/>
                  <a:moveTo>
                    <a:pt x="647548" y="952365"/>
                  </a:moveTo>
                  <a:lnTo>
                    <a:pt x="677852" y="986184"/>
                  </a:lnTo>
                  <a:lnTo>
                    <a:pt x="683379" y="940518"/>
                  </a:lnTo>
                  <a:close/>
                  <a:moveTo>
                    <a:pt x="692817" y="945930"/>
                  </a:moveTo>
                  <a:lnTo>
                    <a:pt x="680196" y="987853"/>
                  </a:lnTo>
                  <a:lnTo>
                    <a:pt x="686363" y="971937"/>
                  </a:lnTo>
                  <a:close/>
                  <a:moveTo>
                    <a:pt x="664583" y="936577"/>
                  </a:moveTo>
                  <a:lnTo>
                    <a:pt x="647548" y="952365"/>
                  </a:lnTo>
                  <a:lnTo>
                    <a:pt x="683379" y="940518"/>
                  </a:lnTo>
                  <a:close/>
                  <a:moveTo>
                    <a:pt x="184563" y="291417"/>
                  </a:moveTo>
                  <a:lnTo>
                    <a:pt x="160786" y="273592"/>
                  </a:lnTo>
                  <a:lnTo>
                    <a:pt x="129106" y="304855"/>
                  </a:lnTo>
                  <a:close/>
                  <a:moveTo>
                    <a:pt x="165933" y="317969"/>
                  </a:moveTo>
                  <a:lnTo>
                    <a:pt x="184563" y="291417"/>
                  </a:lnTo>
                  <a:lnTo>
                    <a:pt x="129106" y="304855"/>
                  </a:lnTo>
                  <a:close/>
                  <a:moveTo>
                    <a:pt x="995711" y="1265977"/>
                  </a:moveTo>
                  <a:lnTo>
                    <a:pt x="1018281" y="1290751"/>
                  </a:lnTo>
                  <a:lnTo>
                    <a:pt x="1022164" y="1257433"/>
                  </a:lnTo>
                  <a:close/>
                  <a:moveTo>
                    <a:pt x="786887" y="1000038"/>
                  </a:moveTo>
                  <a:lnTo>
                    <a:pt x="835642" y="1032237"/>
                  </a:lnTo>
                  <a:lnTo>
                    <a:pt x="800480" y="1003103"/>
                  </a:lnTo>
                  <a:close/>
                  <a:moveTo>
                    <a:pt x="810618" y="1007834"/>
                  </a:moveTo>
                  <a:lnTo>
                    <a:pt x="786887" y="1000038"/>
                  </a:lnTo>
                  <a:lnTo>
                    <a:pt x="789077" y="954754"/>
                  </a:lnTo>
                  <a:close/>
                  <a:moveTo>
                    <a:pt x="740062" y="901786"/>
                  </a:moveTo>
                  <a:lnTo>
                    <a:pt x="776108" y="917999"/>
                  </a:lnTo>
                  <a:lnTo>
                    <a:pt x="715125" y="897050"/>
                  </a:lnTo>
                  <a:close/>
                  <a:moveTo>
                    <a:pt x="715125" y="897050"/>
                  </a:moveTo>
                  <a:lnTo>
                    <a:pt x="776129" y="919290"/>
                  </a:lnTo>
                  <a:lnTo>
                    <a:pt x="719305" y="898427"/>
                  </a:lnTo>
                  <a:close/>
                  <a:moveTo>
                    <a:pt x="348802" y="407173"/>
                  </a:moveTo>
                  <a:lnTo>
                    <a:pt x="368864" y="403429"/>
                  </a:lnTo>
                  <a:lnTo>
                    <a:pt x="335270" y="384946"/>
                  </a:lnTo>
                  <a:close/>
                  <a:moveTo>
                    <a:pt x="184563" y="291417"/>
                  </a:moveTo>
                  <a:lnTo>
                    <a:pt x="161134" y="261676"/>
                  </a:lnTo>
                  <a:lnTo>
                    <a:pt x="160786" y="273592"/>
                  </a:lnTo>
                  <a:close/>
                  <a:moveTo>
                    <a:pt x="361295" y="440184"/>
                  </a:moveTo>
                  <a:lnTo>
                    <a:pt x="366090" y="409480"/>
                  </a:lnTo>
                  <a:lnTo>
                    <a:pt x="363767" y="456115"/>
                  </a:lnTo>
                  <a:close/>
                  <a:moveTo>
                    <a:pt x="874384" y="938334"/>
                  </a:moveTo>
                  <a:lnTo>
                    <a:pt x="876184" y="940785"/>
                  </a:lnTo>
                  <a:lnTo>
                    <a:pt x="917605" y="971077"/>
                  </a:lnTo>
                  <a:close/>
                  <a:moveTo>
                    <a:pt x="744653" y="790550"/>
                  </a:moveTo>
                  <a:lnTo>
                    <a:pt x="721844" y="833674"/>
                  </a:lnTo>
                  <a:lnTo>
                    <a:pt x="734920" y="844489"/>
                  </a:lnTo>
                  <a:close/>
                  <a:moveTo>
                    <a:pt x="731855" y="793955"/>
                  </a:moveTo>
                  <a:lnTo>
                    <a:pt x="688061" y="831941"/>
                  </a:lnTo>
                  <a:lnTo>
                    <a:pt x="721844" y="833674"/>
                  </a:lnTo>
                  <a:close/>
                  <a:moveTo>
                    <a:pt x="731855" y="793955"/>
                  </a:moveTo>
                  <a:lnTo>
                    <a:pt x="692309" y="799017"/>
                  </a:lnTo>
                  <a:lnTo>
                    <a:pt x="688061" y="831941"/>
                  </a:lnTo>
                  <a:close/>
                  <a:moveTo>
                    <a:pt x="692309" y="799017"/>
                  </a:moveTo>
                  <a:lnTo>
                    <a:pt x="731855" y="793955"/>
                  </a:lnTo>
                  <a:lnTo>
                    <a:pt x="698456" y="774598"/>
                  </a:lnTo>
                  <a:close/>
                  <a:moveTo>
                    <a:pt x="755573" y="757013"/>
                  </a:moveTo>
                  <a:lnTo>
                    <a:pt x="734478" y="784701"/>
                  </a:lnTo>
                  <a:lnTo>
                    <a:pt x="731855" y="793955"/>
                  </a:lnTo>
                  <a:close/>
                  <a:moveTo>
                    <a:pt x="744653" y="790550"/>
                  </a:moveTo>
                  <a:lnTo>
                    <a:pt x="763163" y="767375"/>
                  </a:lnTo>
                  <a:lnTo>
                    <a:pt x="755573" y="757013"/>
                  </a:lnTo>
                  <a:close/>
                  <a:moveTo>
                    <a:pt x="731855" y="793955"/>
                  </a:moveTo>
                  <a:lnTo>
                    <a:pt x="744653" y="790550"/>
                  </a:lnTo>
                  <a:lnTo>
                    <a:pt x="755573" y="757013"/>
                  </a:lnTo>
                  <a:close/>
                  <a:moveTo>
                    <a:pt x="377541" y="355423"/>
                  </a:moveTo>
                  <a:lnTo>
                    <a:pt x="368864" y="403429"/>
                  </a:lnTo>
                  <a:lnTo>
                    <a:pt x="381338" y="397083"/>
                  </a:lnTo>
                  <a:close/>
                  <a:moveTo>
                    <a:pt x="381338" y="397083"/>
                  </a:moveTo>
                  <a:lnTo>
                    <a:pt x="426873" y="387152"/>
                  </a:lnTo>
                  <a:lnTo>
                    <a:pt x="377541" y="355423"/>
                  </a:lnTo>
                  <a:close/>
                  <a:moveTo>
                    <a:pt x="426873" y="387152"/>
                  </a:moveTo>
                  <a:lnTo>
                    <a:pt x="428404" y="387800"/>
                  </a:lnTo>
                  <a:lnTo>
                    <a:pt x="464062" y="396543"/>
                  </a:lnTo>
                  <a:close/>
                  <a:moveTo>
                    <a:pt x="219972" y="203021"/>
                  </a:moveTo>
                  <a:lnTo>
                    <a:pt x="243310" y="202470"/>
                  </a:lnTo>
                  <a:lnTo>
                    <a:pt x="245288" y="202689"/>
                  </a:lnTo>
                  <a:close/>
                  <a:moveTo>
                    <a:pt x="211369" y="199221"/>
                  </a:moveTo>
                  <a:lnTo>
                    <a:pt x="243310" y="202470"/>
                  </a:lnTo>
                  <a:lnTo>
                    <a:pt x="219972" y="203021"/>
                  </a:lnTo>
                  <a:close/>
                  <a:moveTo>
                    <a:pt x="893932" y="967189"/>
                  </a:moveTo>
                  <a:lnTo>
                    <a:pt x="917605" y="971077"/>
                  </a:lnTo>
                  <a:lnTo>
                    <a:pt x="876184" y="940785"/>
                  </a:lnTo>
                  <a:close/>
                  <a:moveTo>
                    <a:pt x="806096" y="787775"/>
                  </a:moveTo>
                  <a:lnTo>
                    <a:pt x="776343" y="784875"/>
                  </a:lnTo>
                  <a:lnTo>
                    <a:pt x="828476" y="790783"/>
                  </a:lnTo>
                  <a:close/>
                  <a:moveTo>
                    <a:pt x="736628" y="745327"/>
                  </a:moveTo>
                  <a:lnTo>
                    <a:pt x="698456" y="774598"/>
                  </a:lnTo>
                  <a:lnTo>
                    <a:pt x="734478" y="784701"/>
                  </a:lnTo>
                  <a:close/>
                  <a:moveTo>
                    <a:pt x="698913" y="525165"/>
                  </a:moveTo>
                  <a:lnTo>
                    <a:pt x="719126" y="535654"/>
                  </a:lnTo>
                  <a:lnTo>
                    <a:pt x="681304" y="518051"/>
                  </a:lnTo>
                  <a:close/>
                  <a:moveTo>
                    <a:pt x="666877" y="372222"/>
                  </a:moveTo>
                  <a:lnTo>
                    <a:pt x="671282" y="384372"/>
                  </a:lnTo>
                  <a:lnTo>
                    <a:pt x="708979" y="409829"/>
                  </a:lnTo>
                  <a:close/>
                  <a:moveTo>
                    <a:pt x="631398" y="373977"/>
                  </a:moveTo>
                  <a:lnTo>
                    <a:pt x="666877" y="372222"/>
                  </a:lnTo>
                  <a:lnTo>
                    <a:pt x="630512" y="356520"/>
                  </a:lnTo>
                  <a:close/>
                  <a:moveTo>
                    <a:pt x="666877" y="372222"/>
                  </a:moveTo>
                  <a:lnTo>
                    <a:pt x="631398" y="373977"/>
                  </a:lnTo>
                  <a:lnTo>
                    <a:pt x="671282" y="384372"/>
                  </a:lnTo>
                  <a:close/>
                  <a:moveTo>
                    <a:pt x="631398" y="373977"/>
                  </a:moveTo>
                  <a:lnTo>
                    <a:pt x="635490" y="375130"/>
                  </a:lnTo>
                  <a:lnTo>
                    <a:pt x="671282" y="384372"/>
                  </a:lnTo>
                  <a:close/>
                  <a:moveTo>
                    <a:pt x="607185" y="334695"/>
                  </a:moveTo>
                  <a:lnTo>
                    <a:pt x="630512" y="356520"/>
                  </a:lnTo>
                  <a:lnTo>
                    <a:pt x="626985" y="332818"/>
                  </a:lnTo>
                  <a:close/>
                  <a:moveTo>
                    <a:pt x="695478" y="317512"/>
                  </a:moveTo>
                  <a:lnTo>
                    <a:pt x="677975" y="371450"/>
                  </a:lnTo>
                  <a:lnTo>
                    <a:pt x="716639" y="333171"/>
                  </a:lnTo>
                  <a:close/>
                  <a:moveTo>
                    <a:pt x="665684" y="328444"/>
                  </a:moveTo>
                  <a:lnTo>
                    <a:pt x="626985" y="332818"/>
                  </a:lnTo>
                  <a:lnTo>
                    <a:pt x="630512" y="356520"/>
                  </a:lnTo>
                  <a:close/>
                  <a:moveTo>
                    <a:pt x="665684" y="328444"/>
                  </a:moveTo>
                  <a:lnTo>
                    <a:pt x="657807" y="280757"/>
                  </a:lnTo>
                  <a:lnTo>
                    <a:pt x="630029" y="285595"/>
                  </a:lnTo>
                  <a:close/>
                  <a:moveTo>
                    <a:pt x="665684" y="328444"/>
                  </a:moveTo>
                  <a:lnTo>
                    <a:pt x="630029" y="285595"/>
                  </a:lnTo>
                  <a:lnTo>
                    <a:pt x="626985" y="332818"/>
                  </a:lnTo>
                  <a:close/>
                  <a:moveTo>
                    <a:pt x="565672" y="142459"/>
                  </a:moveTo>
                  <a:lnTo>
                    <a:pt x="539390" y="133737"/>
                  </a:lnTo>
                  <a:lnTo>
                    <a:pt x="561281" y="180158"/>
                  </a:lnTo>
                  <a:close/>
                  <a:moveTo>
                    <a:pt x="527660" y="135655"/>
                  </a:moveTo>
                  <a:lnTo>
                    <a:pt x="539390" y="133737"/>
                  </a:lnTo>
                  <a:lnTo>
                    <a:pt x="526064" y="118947"/>
                  </a:lnTo>
                  <a:close/>
                  <a:moveTo>
                    <a:pt x="527430" y="133737"/>
                  </a:moveTo>
                  <a:lnTo>
                    <a:pt x="527660" y="135655"/>
                  </a:lnTo>
                  <a:lnTo>
                    <a:pt x="526064" y="118947"/>
                  </a:lnTo>
                  <a:close/>
                  <a:moveTo>
                    <a:pt x="716639" y="333171"/>
                  </a:moveTo>
                  <a:lnTo>
                    <a:pt x="728081" y="304805"/>
                  </a:lnTo>
                  <a:lnTo>
                    <a:pt x="695478" y="317512"/>
                  </a:lnTo>
                  <a:close/>
                  <a:moveTo>
                    <a:pt x="742756" y="300329"/>
                  </a:moveTo>
                  <a:lnTo>
                    <a:pt x="728081" y="304805"/>
                  </a:lnTo>
                  <a:lnTo>
                    <a:pt x="716639" y="333171"/>
                  </a:lnTo>
                  <a:close/>
                  <a:moveTo>
                    <a:pt x="728081" y="304805"/>
                  </a:moveTo>
                  <a:lnTo>
                    <a:pt x="742756" y="300329"/>
                  </a:lnTo>
                  <a:lnTo>
                    <a:pt x="732253" y="295343"/>
                  </a:lnTo>
                  <a:close/>
                  <a:moveTo>
                    <a:pt x="657807" y="280757"/>
                  </a:moveTo>
                  <a:lnTo>
                    <a:pt x="678689" y="273125"/>
                  </a:lnTo>
                  <a:lnTo>
                    <a:pt x="632742" y="268646"/>
                  </a:lnTo>
                  <a:close/>
                  <a:moveTo>
                    <a:pt x="632742" y="268646"/>
                  </a:moveTo>
                  <a:lnTo>
                    <a:pt x="678689" y="273125"/>
                  </a:lnTo>
                  <a:lnTo>
                    <a:pt x="686687" y="249552"/>
                  </a:lnTo>
                  <a:close/>
                  <a:moveTo>
                    <a:pt x="604536" y="190064"/>
                  </a:moveTo>
                  <a:lnTo>
                    <a:pt x="599149" y="170492"/>
                  </a:lnTo>
                  <a:lnTo>
                    <a:pt x="597326" y="207247"/>
                  </a:lnTo>
                  <a:close/>
                  <a:moveTo>
                    <a:pt x="539390" y="133737"/>
                  </a:moveTo>
                  <a:lnTo>
                    <a:pt x="565672" y="142459"/>
                  </a:lnTo>
                  <a:lnTo>
                    <a:pt x="568764" y="129326"/>
                  </a:lnTo>
                  <a:close/>
                  <a:moveTo>
                    <a:pt x="526064" y="118947"/>
                  </a:moveTo>
                  <a:lnTo>
                    <a:pt x="523784" y="94059"/>
                  </a:lnTo>
                  <a:lnTo>
                    <a:pt x="527430" y="133737"/>
                  </a:lnTo>
                  <a:close/>
                  <a:moveTo>
                    <a:pt x="568764" y="129326"/>
                  </a:moveTo>
                  <a:lnTo>
                    <a:pt x="526064" y="118947"/>
                  </a:lnTo>
                  <a:lnTo>
                    <a:pt x="539390" y="133737"/>
                  </a:lnTo>
                  <a:close/>
                  <a:moveTo>
                    <a:pt x="523784" y="94059"/>
                  </a:moveTo>
                  <a:lnTo>
                    <a:pt x="526064" y="118947"/>
                  </a:lnTo>
                  <a:lnTo>
                    <a:pt x="568764" y="129326"/>
                  </a:lnTo>
                  <a:close/>
                  <a:moveTo>
                    <a:pt x="570213" y="83402"/>
                  </a:moveTo>
                  <a:lnTo>
                    <a:pt x="523784" y="94059"/>
                  </a:lnTo>
                  <a:lnTo>
                    <a:pt x="568764" y="129326"/>
                  </a:lnTo>
                  <a:close/>
                  <a:moveTo>
                    <a:pt x="479350" y="68871"/>
                  </a:moveTo>
                  <a:lnTo>
                    <a:pt x="501096" y="53968"/>
                  </a:lnTo>
                  <a:lnTo>
                    <a:pt x="523784" y="94059"/>
                  </a:lnTo>
                  <a:close/>
                  <a:moveTo>
                    <a:pt x="523784" y="94059"/>
                  </a:moveTo>
                  <a:lnTo>
                    <a:pt x="535144" y="56691"/>
                  </a:lnTo>
                  <a:lnTo>
                    <a:pt x="508384" y="43044"/>
                  </a:lnTo>
                  <a:close/>
                  <a:moveTo>
                    <a:pt x="523784" y="94059"/>
                  </a:moveTo>
                  <a:lnTo>
                    <a:pt x="570213" y="83402"/>
                  </a:lnTo>
                  <a:lnTo>
                    <a:pt x="535144" y="56691"/>
                  </a:lnTo>
                  <a:close/>
                  <a:moveTo>
                    <a:pt x="570213" y="83402"/>
                  </a:moveTo>
                  <a:lnTo>
                    <a:pt x="570012" y="62480"/>
                  </a:lnTo>
                  <a:lnTo>
                    <a:pt x="535144" y="56691"/>
                  </a:lnTo>
                  <a:close/>
                  <a:moveTo>
                    <a:pt x="742756" y="300329"/>
                  </a:moveTo>
                  <a:lnTo>
                    <a:pt x="737838" y="316223"/>
                  </a:lnTo>
                  <a:lnTo>
                    <a:pt x="741430" y="293953"/>
                  </a:lnTo>
                  <a:close/>
                  <a:moveTo>
                    <a:pt x="686687" y="249552"/>
                  </a:moveTo>
                  <a:lnTo>
                    <a:pt x="698223" y="263574"/>
                  </a:lnTo>
                  <a:lnTo>
                    <a:pt x="725973" y="217024"/>
                  </a:lnTo>
                  <a:close/>
                  <a:moveTo>
                    <a:pt x="611004" y="99370"/>
                  </a:moveTo>
                  <a:lnTo>
                    <a:pt x="594288" y="63829"/>
                  </a:lnTo>
                  <a:lnTo>
                    <a:pt x="597418" y="79799"/>
                  </a:lnTo>
                  <a:close/>
                  <a:moveTo>
                    <a:pt x="508384" y="43044"/>
                  </a:moveTo>
                  <a:lnTo>
                    <a:pt x="535144" y="56691"/>
                  </a:lnTo>
                  <a:lnTo>
                    <a:pt x="548181" y="29477"/>
                  </a:lnTo>
                  <a:close/>
                  <a:moveTo>
                    <a:pt x="605466" y="70460"/>
                  </a:moveTo>
                  <a:lnTo>
                    <a:pt x="597418" y="79799"/>
                  </a:lnTo>
                  <a:lnTo>
                    <a:pt x="594288" y="63829"/>
                  </a:lnTo>
                  <a:close/>
                  <a:moveTo>
                    <a:pt x="548181" y="29477"/>
                  </a:moveTo>
                  <a:lnTo>
                    <a:pt x="558515" y="3418"/>
                  </a:lnTo>
                  <a:lnTo>
                    <a:pt x="529399" y="0"/>
                  </a:lnTo>
                  <a:close/>
                  <a:moveTo>
                    <a:pt x="769522" y="213899"/>
                  </a:moveTo>
                  <a:lnTo>
                    <a:pt x="759320" y="192452"/>
                  </a:lnTo>
                  <a:lnTo>
                    <a:pt x="775166" y="2041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70" name="Input_density__109">
              <a:extLst>
                <a:ext uri="{FF2B5EF4-FFF2-40B4-BE49-F238E27FC236}">
                  <a16:creationId xmlns:a16="http://schemas.microsoft.com/office/drawing/2014/main" id="{4E146548-9229-625C-2D37-B37174DC5DAB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490977"/>
              <a:ext cx="868829" cy="1620082"/>
            </a:xfrm>
            <a:custGeom>
              <a:avLst/>
              <a:gdLst/>
              <a:ahLst/>
              <a:cxnLst/>
              <a:rect l="0" t="0" r="0" b="0"/>
              <a:pathLst>
                <a:path w="868829" h="1620082">
                  <a:moveTo>
                    <a:pt x="111930" y="1600511"/>
                  </a:moveTo>
                  <a:lnTo>
                    <a:pt x="145951" y="1620082"/>
                  </a:lnTo>
                  <a:lnTo>
                    <a:pt x="147130" y="1583327"/>
                  </a:lnTo>
                  <a:close/>
                  <a:moveTo>
                    <a:pt x="147130" y="1583327"/>
                  </a:moveTo>
                  <a:lnTo>
                    <a:pt x="172930" y="1609837"/>
                  </a:lnTo>
                  <a:lnTo>
                    <a:pt x="155683" y="1579111"/>
                  </a:lnTo>
                  <a:close/>
                  <a:moveTo>
                    <a:pt x="147130" y="1583327"/>
                  </a:moveTo>
                  <a:lnTo>
                    <a:pt x="145951" y="1620082"/>
                  </a:lnTo>
                  <a:lnTo>
                    <a:pt x="172930" y="1609837"/>
                  </a:lnTo>
                  <a:close/>
                  <a:moveTo>
                    <a:pt x="144764" y="1561892"/>
                  </a:moveTo>
                  <a:lnTo>
                    <a:pt x="147130" y="1583327"/>
                  </a:lnTo>
                  <a:lnTo>
                    <a:pt x="155683" y="1579111"/>
                  </a:lnTo>
                  <a:close/>
                  <a:moveTo>
                    <a:pt x="146795" y="1492634"/>
                  </a:moveTo>
                  <a:lnTo>
                    <a:pt x="156807" y="1510708"/>
                  </a:lnTo>
                  <a:lnTo>
                    <a:pt x="156698" y="1488793"/>
                  </a:lnTo>
                  <a:close/>
                  <a:moveTo>
                    <a:pt x="131723" y="1455879"/>
                  </a:moveTo>
                  <a:lnTo>
                    <a:pt x="156698" y="1488793"/>
                  </a:lnTo>
                  <a:lnTo>
                    <a:pt x="148834" y="1450438"/>
                  </a:lnTo>
                  <a:close/>
                  <a:moveTo>
                    <a:pt x="131723" y="1455879"/>
                  </a:moveTo>
                  <a:lnTo>
                    <a:pt x="146795" y="1492634"/>
                  </a:lnTo>
                  <a:lnTo>
                    <a:pt x="156698" y="1488793"/>
                  </a:lnTo>
                  <a:close/>
                  <a:moveTo>
                    <a:pt x="156807" y="1510708"/>
                  </a:moveTo>
                  <a:lnTo>
                    <a:pt x="197855" y="1475451"/>
                  </a:lnTo>
                  <a:lnTo>
                    <a:pt x="156698" y="1488793"/>
                  </a:lnTo>
                  <a:close/>
                  <a:moveTo>
                    <a:pt x="214953" y="1507322"/>
                  </a:moveTo>
                  <a:lnTo>
                    <a:pt x="197855" y="1475451"/>
                  </a:lnTo>
                  <a:lnTo>
                    <a:pt x="156807" y="1510708"/>
                  </a:lnTo>
                  <a:close/>
                  <a:moveTo>
                    <a:pt x="197855" y="1475451"/>
                  </a:moveTo>
                  <a:lnTo>
                    <a:pt x="197301" y="1441325"/>
                  </a:lnTo>
                  <a:lnTo>
                    <a:pt x="156698" y="1488793"/>
                  </a:lnTo>
                  <a:close/>
                  <a:moveTo>
                    <a:pt x="156698" y="1488793"/>
                  </a:moveTo>
                  <a:lnTo>
                    <a:pt x="197301" y="1441325"/>
                  </a:lnTo>
                  <a:lnTo>
                    <a:pt x="196320" y="1438922"/>
                  </a:lnTo>
                  <a:close/>
                  <a:moveTo>
                    <a:pt x="156698" y="1488793"/>
                  </a:moveTo>
                  <a:lnTo>
                    <a:pt x="196320" y="1438922"/>
                  </a:lnTo>
                  <a:lnTo>
                    <a:pt x="148834" y="1450438"/>
                  </a:lnTo>
                  <a:close/>
                  <a:moveTo>
                    <a:pt x="226437" y="1458267"/>
                  </a:moveTo>
                  <a:lnTo>
                    <a:pt x="214953" y="1507322"/>
                  </a:lnTo>
                  <a:lnTo>
                    <a:pt x="228785" y="1462832"/>
                  </a:lnTo>
                  <a:close/>
                  <a:moveTo>
                    <a:pt x="226437" y="1458267"/>
                  </a:moveTo>
                  <a:lnTo>
                    <a:pt x="197855" y="1475451"/>
                  </a:lnTo>
                  <a:lnTo>
                    <a:pt x="214953" y="1507322"/>
                  </a:lnTo>
                  <a:close/>
                  <a:moveTo>
                    <a:pt x="225495" y="1450531"/>
                  </a:moveTo>
                  <a:lnTo>
                    <a:pt x="197855" y="1475451"/>
                  </a:lnTo>
                  <a:lnTo>
                    <a:pt x="226437" y="1458267"/>
                  </a:lnTo>
                  <a:close/>
                  <a:moveTo>
                    <a:pt x="225495" y="1450531"/>
                  </a:moveTo>
                  <a:lnTo>
                    <a:pt x="197301" y="1441325"/>
                  </a:lnTo>
                  <a:lnTo>
                    <a:pt x="197855" y="1475451"/>
                  </a:lnTo>
                  <a:close/>
                  <a:moveTo>
                    <a:pt x="197301" y="1441325"/>
                  </a:moveTo>
                  <a:lnTo>
                    <a:pt x="225495" y="1450531"/>
                  </a:lnTo>
                  <a:lnTo>
                    <a:pt x="196931" y="1438696"/>
                  </a:lnTo>
                  <a:close/>
                  <a:moveTo>
                    <a:pt x="225495" y="1450531"/>
                  </a:moveTo>
                  <a:lnTo>
                    <a:pt x="219332" y="1421512"/>
                  </a:lnTo>
                  <a:lnTo>
                    <a:pt x="196931" y="1438696"/>
                  </a:lnTo>
                  <a:close/>
                  <a:moveTo>
                    <a:pt x="222785" y="1384757"/>
                  </a:moveTo>
                  <a:lnTo>
                    <a:pt x="196931" y="1438696"/>
                  </a:lnTo>
                  <a:lnTo>
                    <a:pt x="219332" y="1421512"/>
                  </a:lnTo>
                  <a:close/>
                  <a:moveTo>
                    <a:pt x="225495" y="1450531"/>
                  </a:moveTo>
                  <a:lnTo>
                    <a:pt x="226437" y="1458267"/>
                  </a:lnTo>
                  <a:lnTo>
                    <a:pt x="228973" y="1457122"/>
                  </a:lnTo>
                  <a:close/>
                  <a:moveTo>
                    <a:pt x="225495" y="1450531"/>
                  </a:moveTo>
                  <a:lnTo>
                    <a:pt x="228973" y="1457122"/>
                  </a:lnTo>
                  <a:lnTo>
                    <a:pt x="219332" y="1421512"/>
                  </a:lnTo>
                  <a:close/>
                  <a:moveTo>
                    <a:pt x="222785" y="1384757"/>
                  </a:moveTo>
                  <a:lnTo>
                    <a:pt x="219332" y="1421512"/>
                  </a:lnTo>
                  <a:lnTo>
                    <a:pt x="247891" y="1404329"/>
                  </a:lnTo>
                  <a:close/>
                  <a:moveTo>
                    <a:pt x="222785" y="1384757"/>
                  </a:moveTo>
                  <a:lnTo>
                    <a:pt x="247891" y="1404329"/>
                  </a:lnTo>
                  <a:lnTo>
                    <a:pt x="240646" y="1367574"/>
                  </a:lnTo>
                  <a:close/>
                  <a:moveTo>
                    <a:pt x="240646" y="1367574"/>
                  </a:moveTo>
                  <a:lnTo>
                    <a:pt x="222646" y="1330819"/>
                  </a:lnTo>
                  <a:lnTo>
                    <a:pt x="222785" y="1384757"/>
                  </a:lnTo>
                  <a:close/>
                  <a:moveTo>
                    <a:pt x="220650" y="1284900"/>
                  </a:moveTo>
                  <a:lnTo>
                    <a:pt x="214537" y="1313351"/>
                  </a:lnTo>
                  <a:lnTo>
                    <a:pt x="232231" y="1276881"/>
                  </a:lnTo>
                  <a:close/>
                  <a:moveTo>
                    <a:pt x="232231" y="1276881"/>
                  </a:moveTo>
                  <a:lnTo>
                    <a:pt x="214537" y="1313351"/>
                  </a:lnTo>
                  <a:lnTo>
                    <a:pt x="222646" y="1330819"/>
                  </a:lnTo>
                  <a:close/>
                  <a:moveTo>
                    <a:pt x="208416" y="1290469"/>
                  </a:moveTo>
                  <a:lnTo>
                    <a:pt x="220650" y="1284900"/>
                  </a:lnTo>
                  <a:lnTo>
                    <a:pt x="212581" y="1257309"/>
                  </a:lnTo>
                  <a:close/>
                  <a:moveTo>
                    <a:pt x="212581" y="1257309"/>
                  </a:moveTo>
                  <a:lnTo>
                    <a:pt x="220650" y="1284900"/>
                  </a:lnTo>
                  <a:lnTo>
                    <a:pt x="232231" y="1276881"/>
                  </a:lnTo>
                  <a:close/>
                  <a:moveTo>
                    <a:pt x="212581" y="1257309"/>
                  </a:moveTo>
                  <a:lnTo>
                    <a:pt x="232231" y="1276881"/>
                  </a:lnTo>
                  <a:lnTo>
                    <a:pt x="249802" y="1240126"/>
                  </a:lnTo>
                  <a:close/>
                  <a:moveTo>
                    <a:pt x="253004" y="1236391"/>
                  </a:moveTo>
                  <a:lnTo>
                    <a:pt x="212581" y="1257309"/>
                  </a:lnTo>
                  <a:lnTo>
                    <a:pt x="249802" y="1240126"/>
                  </a:lnTo>
                  <a:close/>
                  <a:moveTo>
                    <a:pt x="286148" y="1303486"/>
                  </a:moveTo>
                  <a:lnTo>
                    <a:pt x="316193" y="1261401"/>
                  </a:lnTo>
                  <a:lnTo>
                    <a:pt x="276227" y="1266805"/>
                  </a:lnTo>
                  <a:close/>
                  <a:moveTo>
                    <a:pt x="249802" y="1240126"/>
                  </a:moveTo>
                  <a:lnTo>
                    <a:pt x="276227" y="1266805"/>
                  </a:lnTo>
                  <a:lnTo>
                    <a:pt x="256066" y="1238449"/>
                  </a:lnTo>
                  <a:close/>
                  <a:moveTo>
                    <a:pt x="249802" y="1240126"/>
                  </a:moveTo>
                  <a:lnTo>
                    <a:pt x="232231" y="1276881"/>
                  </a:lnTo>
                  <a:lnTo>
                    <a:pt x="276227" y="1266805"/>
                  </a:lnTo>
                  <a:close/>
                  <a:moveTo>
                    <a:pt x="276227" y="1266805"/>
                  </a:moveTo>
                  <a:lnTo>
                    <a:pt x="299545" y="1230189"/>
                  </a:lnTo>
                  <a:lnTo>
                    <a:pt x="256066" y="1238449"/>
                  </a:lnTo>
                  <a:close/>
                  <a:moveTo>
                    <a:pt x="253004" y="1236391"/>
                  </a:moveTo>
                  <a:lnTo>
                    <a:pt x="249802" y="1240126"/>
                  </a:lnTo>
                  <a:lnTo>
                    <a:pt x="256066" y="1238449"/>
                  </a:lnTo>
                  <a:close/>
                  <a:moveTo>
                    <a:pt x="132611" y="1063779"/>
                  </a:moveTo>
                  <a:lnTo>
                    <a:pt x="108396" y="1069451"/>
                  </a:lnTo>
                  <a:lnTo>
                    <a:pt x="81124" y="1092063"/>
                  </a:lnTo>
                  <a:close/>
                  <a:moveTo>
                    <a:pt x="108396" y="1069451"/>
                  </a:moveTo>
                  <a:lnTo>
                    <a:pt x="132611" y="1063779"/>
                  </a:lnTo>
                  <a:lnTo>
                    <a:pt x="117465" y="1056351"/>
                  </a:lnTo>
                  <a:close/>
                  <a:moveTo>
                    <a:pt x="132611" y="1063779"/>
                  </a:moveTo>
                  <a:lnTo>
                    <a:pt x="142388" y="1039167"/>
                  </a:lnTo>
                  <a:lnTo>
                    <a:pt x="117465" y="1056351"/>
                  </a:lnTo>
                  <a:close/>
                  <a:moveTo>
                    <a:pt x="106353" y="1019596"/>
                  </a:moveTo>
                  <a:lnTo>
                    <a:pt x="117465" y="1056351"/>
                  </a:lnTo>
                  <a:lnTo>
                    <a:pt x="142388" y="1039167"/>
                  </a:lnTo>
                  <a:close/>
                  <a:moveTo>
                    <a:pt x="106353" y="1019596"/>
                  </a:moveTo>
                  <a:lnTo>
                    <a:pt x="142388" y="1039167"/>
                  </a:lnTo>
                  <a:lnTo>
                    <a:pt x="136488" y="1002412"/>
                  </a:lnTo>
                  <a:close/>
                  <a:moveTo>
                    <a:pt x="168826" y="1021984"/>
                  </a:moveTo>
                  <a:lnTo>
                    <a:pt x="170810" y="985815"/>
                  </a:lnTo>
                  <a:lnTo>
                    <a:pt x="136488" y="1002412"/>
                  </a:lnTo>
                  <a:close/>
                  <a:moveTo>
                    <a:pt x="142388" y="1039167"/>
                  </a:moveTo>
                  <a:lnTo>
                    <a:pt x="168826" y="1021984"/>
                  </a:lnTo>
                  <a:lnTo>
                    <a:pt x="136488" y="1002412"/>
                  </a:lnTo>
                  <a:close/>
                  <a:moveTo>
                    <a:pt x="129638" y="965657"/>
                  </a:moveTo>
                  <a:lnTo>
                    <a:pt x="136488" y="1002412"/>
                  </a:lnTo>
                  <a:lnTo>
                    <a:pt x="170258" y="985550"/>
                  </a:lnTo>
                  <a:close/>
                  <a:moveTo>
                    <a:pt x="39116" y="770955"/>
                  </a:moveTo>
                  <a:lnTo>
                    <a:pt x="13050" y="769706"/>
                  </a:lnTo>
                  <a:lnTo>
                    <a:pt x="0" y="801454"/>
                  </a:lnTo>
                  <a:close/>
                  <a:moveTo>
                    <a:pt x="67416" y="752189"/>
                  </a:moveTo>
                  <a:lnTo>
                    <a:pt x="13050" y="769706"/>
                  </a:lnTo>
                  <a:lnTo>
                    <a:pt x="39116" y="770955"/>
                  </a:lnTo>
                  <a:close/>
                  <a:moveTo>
                    <a:pt x="462712" y="1233525"/>
                  </a:moveTo>
                  <a:lnTo>
                    <a:pt x="461442" y="1262086"/>
                  </a:lnTo>
                  <a:lnTo>
                    <a:pt x="476577" y="1257024"/>
                  </a:lnTo>
                  <a:close/>
                  <a:moveTo>
                    <a:pt x="91942" y="771308"/>
                  </a:moveTo>
                  <a:lnTo>
                    <a:pt x="128081" y="769016"/>
                  </a:lnTo>
                  <a:lnTo>
                    <a:pt x="100087" y="749764"/>
                  </a:lnTo>
                  <a:close/>
                  <a:moveTo>
                    <a:pt x="150192" y="733381"/>
                  </a:moveTo>
                  <a:lnTo>
                    <a:pt x="106673" y="747516"/>
                  </a:lnTo>
                  <a:lnTo>
                    <a:pt x="155029" y="734396"/>
                  </a:lnTo>
                  <a:close/>
                  <a:moveTo>
                    <a:pt x="155029" y="734396"/>
                  </a:moveTo>
                  <a:lnTo>
                    <a:pt x="100087" y="749764"/>
                  </a:lnTo>
                  <a:lnTo>
                    <a:pt x="138289" y="767087"/>
                  </a:lnTo>
                  <a:close/>
                  <a:moveTo>
                    <a:pt x="138289" y="767087"/>
                  </a:moveTo>
                  <a:lnTo>
                    <a:pt x="100087" y="749764"/>
                  </a:lnTo>
                  <a:lnTo>
                    <a:pt x="128081" y="769016"/>
                  </a:lnTo>
                  <a:close/>
                  <a:moveTo>
                    <a:pt x="150192" y="733381"/>
                  </a:moveTo>
                  <a:lnTo>
                    <a:pt x="155029" y="734396"/>
                  </a:lnTo>
                  <a:lnTo>
                    <a:pt x="156931" y="730332"/>
                  </a:lnTo>
                  <a:close/>
                  <a:moveTo>
                    <a:pt x="155029" y="734396"/>
                  </a:moveTo>
                  <a:lnTo>
                    <a:pt x="138289" y="767087"/>
                  </a:lnTo>
                  <a:lnTo>
                    <a:pt x="172358" y="760108"/>
                  </a:lnTo>
                  <a:close/>
                  <a:moveTo>
                    <a:pt x="172358" y="760108"/>
                  </a:moveTo>
                  <a:lnTo>
                    <a:pt x="156931" y="730332"/>
                  </a:lnTo>
                  <a:lnTo>
                    <a:pt x="155029" y="734396"/>
                  </a:lnTo>
                  <a:close/>
                  <a:moveTo>
                    <a:pt x="201952" y="718389"/>
                  </a:moveTo>
                  <a:lnTo>
                    <a:pt x="156931" y="730332"/>
                  </a:lnTo>
                  <a:lnTo>
                    <a:pt x="172358" y="760108"/>
                  </a:lnTo>
                  <a:close/>
                  <a:moveTo>
                    <a:pt x="185025" y="676394"/>
                  </a:moveTo>
                  <a:lnTo>
                    <a:pt x="201952" y="718389"/>
                  </a:lnTo>
                  <a:lnTo>
                    <a:pt x="203441" y="694619"/>
                  </a:lnTo>
                  <a:close/>
                  <a:moveTo>
                    <a:pt x="156931" y="730332"/>
                  </a:moveTo>
                  <a:lnTo>
                    <a:pt x="201952" y="718389"/>
                  </a:lnTo>
                  <a:lnTo>
                    <a:pt x="185025" y="676394"/>
                  </a:lnTo>
                  <a:close/>
                  <a:moveTo>
                    <a:pt x="218119" y="713149"/>
                  </a:moveTo>
                  <a:lnTo>
                    <a:pt x="268916" y="718634"/>
                  </a:lnTo>
                  <a:lnTo>
                    <a:pt x="253213" y="703803"/>
                  </a:lnTo>
                  <a:close/>
                  <a:moveTo>
                    <a:pt x="751589" y="1230107"/>
                  </a:moveTo>
                  <a:lnTo>
                    <a:pt x="767273" y="1239934"/>
                  </a:lnTo>
                  <a:lnTo>
                    <a:pt x="768167" y="1227243"/>
                  </a:lnTo>
                  <a:close/>
                  <a:moveTo>
                    <a:pt x="751589" y="1230107"/>
                  </a:moveTo>
                  <a:lnTo>
                    <a:pt x="768167" y="1227243"/>
                  </a:lnTo>
                  <a:lnTo>
                    <a:pt x="762904" y="1223603"/>
                  </a:lnTo>
                  <a:close/>
                  <a:moveTo>
                    <a:pt x="101648" y="274558"/>
                  </a:moveTo>
                  <a:lnTo>
                    <a:pt x="45170" y="284181"/>
                  </a:lnTo>
                  <a:lnTo>
                    <a:pt x="75862" y="294049"/>
                  </a:lnTo>
                  <a:close/>
                  <a:moveTo>
                    <a:pt x="423510" y="730487"/>
                  </a:moveTo>
                  <a:lnTo>
                    <a:pt x="410219" y="746919"/>
                  </a:lnTo>
                  <a:lnTo>
                    <a:pt x="420513" y="735109"/>
                  </a:lnTo>
                  <a:close/>
                  <a:moveTo>
                    <a:pt x="423510" y="730487"/>
                  </a:moveTo>
                  <a:lnTo>
                    <a:pt x="429585" y="731174"/>
                  </a:lnTo>
                  <a:lnTo>
                    <a:pt x="450930" y="708432"/>
                  </a:lnTo>
                  <a:close/>
                  <a:moveTo>
                    <a:pt x="450930" y="708432"/>
                  </a:moveTo>
                  <a:lnTo>
                    <a:pt x="429585" y="731174"/>
                  </a:lnTo>
                  <a:lnTo>
                    <a:pt x="456260" y="681171"/>
                  </a:lnTo>
                  <a:close/>
                  <a:moveTo>
                    <a:pt x="101648" y="274558"/>
                  </a:moveTo>
                  <a:lnTo>
                    <a:pt x="116971" y="285830"/>
                  </a:lnTo>
                  <a:lnTo>
                    <a:pt x="110850" y="257294"/>
                  </a:lnTo>
                  <a:close/>
                  <a:moveTo>
                    <a:pt x="868829" y="1158985"/>
                  </a:moveTo>
                  <a:lnTo>
                    <a:pt x="865158" y="1164344"/>
                  </a:lnTo>
                  <a:lnTo>
                    <a:pt x="866607" y="1156642"/>
                  </a:lnTo>
                  <a:close/>
                  <a:moveTo>
                    <a:pt x="342816" y="443457"/>
                  </a:moveTo>
                  <a:lnTo>
                    <a:pt x="350385" y="406702"/>
                  </a:lnTo>
                  <a:lnTo>
                    <a:pt x="347610" y="412753"/>
                  </a:lnTo>
                  <a:close/>
                  <a:moveTo>
                    <a:pt x="575488" y="636354"/>
                  </a:moveTo>
                  <a:lnTo>
                    <a:pt x="557470" y="610049"/>
                  </a:lnTo>
                  <a:lnTo>
                    <a:pt x="576597" y="648174"/>
                  </a:lnTo>
                  <a:close/>
                  <a:moveTo>
                    <a:pt x="576597" y="648174"/>
                  </a:moveTo>
                  <a:lnTo>
                    <a:pt x="557470" y="610049"/>
                  </a:lnTo>
                  <a:lnTo>
                    <a:pt x="519443" y="622804"/>
                  </a:lnTo>
                  <a:close/>
                  <a:moveTo>
                    <a:pt x="512226" y="620614"/>
                  </a:moveTo>
                  <a:lnTo>
                    <a:pt x="508947" y="627232"/>
                  </a:lnTo>
                  <a:lnTo>
                    <a:pt x="519443" y="622804"/>
                  </a:lnTo>
                  <a:close/>
                  <a:moveTo>
                    <a:pt x="557273" y="574390"/>
                  </a:moveTo>
                  <a:lnTo>
                    <a:pt x="519102" y="590477"/>
                  </a:lnTo>
                  <a:lnTo>
                    <a:pt x="560709" y="581099"/>
                  </a:lnTo>
                  <a:close/>
                  <a:moveTo>
                    <a:pt x="519102" y="590477"/>
                  </a:moveTo>
                  <a:lnTo>
                    <a:pt x="512226" y="620614"/>
                  </a:lnTo>
                  <a:lnTo>
                    <a:pt x="560709" y="581099"/>
                  </a:lnTo>
                  <a:close/>
                  <a:moveTo>
                    <a:pt x="560709" y="581099"/>
                  </a:moveTo>
                  <a:lnTo>
                    <a:pt x="512226" y="620614"/>
                  </a:lnTo>
                  <a:lnTo>
                    <a:pt x="557470" y="610049"/>
                  </a:lnTo>
                  <a:close/>
                  <a:moveTo>
                    <a:pt x="557470" y="610049"/>
                  </a:moveTo>
                  <a:lnTo>
                    <a:pt x="512226" y="620614"/>
                  </a:lnTo>
                  <a:lnTo>
                    <a:pt x="519443" y="622804"/>
                  </a:lnTo>
                  <a:close/>
                  <a:moveTo>
                    <a:pt x="564633" y="573294"/>
                  </a:moveTo>
                  <a:lnTo>
                    <a:pt x="529152" y="559322"/>
                  </a:lnTo>
                  <a:lnTo>
                    <a:pt x="557273" y="574390"/>
                  </a:lnTo>
                  <a:close/>
                  <a:moveTo>
                    <a:pt x="557273" y="574390"/>
                  </a:moveTo>
                  <a:lnTo>
                    <a:pt x="560709" y="581099"/>
                  </a:lnTo>
                  <a:lnTo>
                    <a:pt x="564633" y="573294"/>
                  </a:lnTo>
                  <a:close/>
                  <a:moveTo>
                    <a:pt x="350385" y="406702"/>
                  </a:moveTo>
                  <a:lnTo>
                    <a:pt x="379090" y="400362"/>
                  </a:lnTo>
                  <a:lnTo>
                    <a:pt x="362859" y="400356"/>
                  </a:lnTo>
                  <a:close/>
                  <a:moveTo>
                    <a:pt x="362859" y="400356"/>
                  </a:moveTo>
                  <a:lnTo>
                    <a:pt x="379090" y="400362"/>
                  </a:lnTo>
                  <a:lnTo>
                    <a:pt x="409925" y="391073"/>
                  </a:lnTo>
                  <a:close/>
                  <a:moveTo>
                    <a:pt x="560709" y="581099"/>
                  </a:moveTo>
                  <a:lnTo>
                    <a:pt x="557470" y="610049"/>
                  </a:lnTo>
                  <a:lnTo>
                    <a:pt x="583337" y="597947"/>
                  </a:lnTo>
                  <a:close/>
                  <a:moveTo>
                    <a:pt x="560709" y="581099"/>
                  </a:moveTo>
                  <a:lnTo>
                    <a:pt x="583337" y="597947"/>
                  </a:lnTo>
                  <a:lnTo>
                    <a:pt x="564633" y="573294"/>
                  </a:lnTo>
                  <a:close/>
                  <a:moveTo>
                    <a:pt x="564633" y="573294"/>
                  </a:moveTo>
                  <a:lnTo>
                    <a:pt x="592797" y="592865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64633" y="573294"/>
                  </a:lnTo>
                  <a:lnTo>
                    <a:pt x="596327" y="556111"/>
                  </a:lnTo>
                  <a:close/>
                  <a:moveTo>
                    <a:pt x="610832" y="547717"/>
                  </a:moveTo>
                  <a:lnTo>
                    <a:pt x="588354" y="559883"/>
                  </a:lnTo>
                  <a:lnTo>
                    <a:pt x="564633" y="573294"/>
                  </a:lnTo>
                  <a:close/>
                  <a:moveTo>
                    <a:pt x="610832" y="547717"/>
                  </a:moveTo>
                  <a:lnTo>
                    <a:pt x="596327" y="556111"/>
                  </a:lnTo>
                  <a:lnTo>
                    <a:pt x="620211" y="550311"/>
                  </a:lnTo>
                  <a:close/>
                  <a:moveTo>
                    <a:pt x="662825" y="521325"/>
                  </a:moveTo>
                  <a:lnTo>
                    <a:pt x="620211" y="550311"/>
                  </a:lnTo>
                  <a:lnTo>
                    <a:pt x="645205" y="538927"/>
                  </a:lnTo>
                  <a:close/>
                  <a:moveTo>
                    <a:pt x="610832" y="547717"/>
                  </a:moveTo>
                  <a:lnTo>
                    <a:pt x="620211" y="550311"/>
                  </a:lnTo>
                  <a:lnTo>
                    <a:pt x="662825" y="521325"/>
                  </a:lnTo>
                  <a:close/>
                  <a:moveTo>
                    <a:pt x="638067" y="524966"/>
                  </a:moveTo>
                  <a:lnTo>
                    <a:pt x="610832" y="547717"/>
                  </a:lnTo>
                  <a:lnTo>
                    <a:pt x="662825" y="521325"/>
                  </a:lnTo>
                  <a:close/>
                  <a:moveTo>
                    <a:pt x="579351" y="119827"/>
                  </a:moveTo>
                  <a:lnTo>
                    <a:pt x="578939" y="83072"/>
                  </a:lnTo>
                  <a:lnTo>
                    <a:pt x="550285" y="132600"/>
                  </a:lnTo>
                  <a:close/>
                  <a:moveTo>
                    <a:pt x="468411" y="26746"/>
                  </a:moveTo>
                  <a:lnTo>
                    <a:pt x="459630" y="63501"/>
                  </a:lnTo>
                  <a:lnTo>
                    <a:pt x="489905" y="46317"/>
                  </a:lnTo>
                  <a:close/>
                  <a:moveTo>
                    <a:pt x="468411" y="26746"/>
                  </a:moveTo>
                  <a:lnTo>
                    <a:pt x="489905" y="46317"/>
                  </a:lnTo>
                  <a:lnTo>
                    <a:pt x="492646" y="9562"/>
                  </a:lnTo>
                  <a:close/>
                  <a:moveTo>
                    <a:pt x="500627" y="0"/>
                  </a:moveTo>
                  <a:lnTo>
                    <a:pt x="468411" y="26746"/>
                  </a:lnTo>
                  <a:lnTo>
                    <a:pt x="492646" y="9562"/>
                  </a:lnTo>
                  <a:close/>
                  <a:moveTo>
                    <a:pt x="707494" y="220298"/>
                  </a:moveTo>
                  <a:lnTo>
                    <a:pt x="724007" y="249664"/>
                  </a:lnTo>
                  <a:lnTo>
                    <a:pt x="724428" y="242242"/>
                  </a:lnTo>
                  <a:close/>
                  <a:moveTo>
                    <a:pt x="575041" y="153644"/>
                  </a:moveTo>
                  <a:lnTo>
                    <a:pt x="580149" y="153068"/>
                  </a:lnTo>
                  <a:lnTo>
                    <a:pt x="579351" y="119827"/>
                  </a:lnTo>
                  <a:close/>
                  <a:moveTo>
                    <a:pt x="500627" y="0"/>
                  </a:moveTo>
                  <a:lnTo>
                    <a:pt x="492646" y="9562"/>
                  </a:lnTo>
                  <a:lnTo>
                    <a:pt x="510920" y="327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71" name="Input_density__110">
              <a:extLst>
                <a:ext uri="{FF2B5EF4-FFF2-40B4-BE49-F238E27FC236}">
                  <a16:creationId xmlns:a16="http://schemas.microsoft.com/office/drawing/2014/main" id="{4F21D7AE-0A07-F31F-22E5-2050043337D2}"/>
                </a:ext>
              </a:extLst>
            </p:cNvPr>
            <p:cNvSpPr>
              <a:spLocks noGrp="1"/>
            </p:cNvSpPr>
            <p:nvPr/>
          </p:nvSpPr>
          <p:spPr>
            <a:xfrm>
              <a:off x="909826" y="1684314"/>
              <a:ext cx="972650" cy="1452325"/>
            </a:xfrm>
            <a:custGeom>
              <a:avLst/>
              <a:gdLst/>
              <a:ahLst/>
              <a:cxnLst/>
              <a:rect l="0" t="0" r="0" b="0"/>
              <a:pathLst>
                <a:path w="972650" h="1452325">
                  <a:moveTo>
                    <a:pt x="140074" y="1441984"/>
                  </a:moveTo>
                  <a:lnTo>
                    <a:pt x="116321" y="1449386"/>
                  </a:lnTo>
                  <a:lnTo>
                    <a:pt x="176159" y="1452325"/>
                  </a:lnTo>
                  <a:close/>
                  <a:moveTo>
                    <a:pt x="214585" y="1327537"/>
                  </a:moveTo>
                  <a:lnTo>
                    <a:pt x="230091" y="1336978"/>
                  </a:lnTo>
                  <a:lnTo>
                    <a:pt x="195446" y="1318869"/>
                  </a:lnTo>
                  <a:close/>
                  <a:moveTo>
                    <a:pt x="308034" y="1323401"/>
                  </a:moveTo>
                  <a:lnTo>
                    <a:pt x="307936" y="1321257"/>
                  </a:lnTo>
                  <a:lnTo>
                    <a:pt x="285723" y="1324190"/>
                  </a:lnTo>
                  <a:close/>
                  <a:moveTo>
                    <a:pt x="17548" y="842407"/>
                  </a:moveTo>
                  <a:lnTo>
                    <a:pt x="54181" y="826259"/>
                  </a:lnTo>
                  <a:lnTo>
                    <a:pt x="41063" y="839915"/>
                  </a:lnTo>
                  <a:close/>
                  <a:moveTo>
                    <a:pt x="15974" y="842318"/>
                  </a:moveTo>
                  <a:lnTo>
                    <a:pt x="17548" y="842407"/>
                  </a:lnTo>
                  <a:lnTo>
                    <a:pt x="0" y="829585"/>
                  </a:lnTo>
                  <a:close/>
                  <a:moveTo>
                    <a:pt x="41063" y="839915"/>
                  </a:moveTo>
                  <a:lnTo>
                    <a:pt x="0" y="829585"/>
                  </a:lnTo>
                  <a:lnTo>
                    <a:pt x="17548" y="842407"/>
                  </a:lnTo>
                  <a:close/>
                  <a:moveTo>
                    <a:pt x="48490" y="817251"/>
                  </a:moveTo>
                  <a:lnTo>
                    <a:pt x="41063" y="839915"/>
                  </a:lnTo>
                  <a:lnTo>
                    <a:pt x="54181" y="826259"/>
                  </a:lnTo>
                  <a:close/>
                  <a:moveTo>
                    <a:pt x="49412" y="727008"/>
                  </a:moveTo>
                  <a:lnTo>
                    <a:pt x="57867" y="735565"/>
                  </a:lnTo>
                  <a:lnTo>
                    <a:pt x="30226" y="703186"/>
                  </a:lnTo>
                  <a:close/>
                  <a:moveTo>
                    <a:pt x="26573" y="698810"/>
                  </a:moveTo>
                  <a:lnTo>
                    <a:pt x="49412" y="727008"/>
                  </a:lnTo>
                  <a:lnTo>
                    <a:pt x="30226" y="703186"/>
                  </a:lnTo>
                  <a:close/>
                  <a:moveTo>
                    <a:pt x="43193" y="655459"/>
                  </a:moveTo>
                  <a:lnTo>
                    <a:pt x="28813" y="697902"/>
                  </a:lnTo>
                  <a:lnTo>
                    <a:pt x="76964" y="657149"/>
                  </a:lnTo>
                  <a:close/>
                  <a:moveTo>
                    <a:pt x="455865" y="1122687"/>
                  </a:moveTo>
                  <a:lnTo>
                    <a:pt x="464588" y="1138166"/>
                  </a:lnTo>
                  <a:lnTo>
                    <a:pt x="444015" y="1157457"/>
                  </a:lnTo>
                  <a:close/>
                  <a:moveTo>
                    <a:pt x="332402" y="893099"/>
                  </a:moveTo>
                  <a:lnTo>
                    <a:pt x="304836" y="938912"/>
                  </a:lnTo>
                  <a:lnTo>
                    <a:pt x="316825" y="931068"/>
                  </a:lnTo>
                  <a:close/>
                  <a:moveTo>
                    <a:pt x="76964" y="657149"/>
                  </a:moveTo>
                  <a:lnTo>
                    <a:pt x="97821" y="644872"/>
                  </a:lnTo>
                  <a:lnTo>
                    <a:pt x="97074" y="670600"/>
                  </a:lnTo>
                  <a:close/>
                  <a:moveTo>
                    <a:pt x="76964" y="657149"/>
                  </a:moveTo>
                  <a:lnTo>
                    <a:pt x="88979" y="664444"/>
                  </a:lnTo>
                  <a:lnTo>
                    <a:pt x="66611" y="646810"/>
                  </a:lnTo>
                  <a:close/>
                  <a:moveTo>
                    <a:pt x="76964" y="657149"/>
                  </a:moveTo>
                  <a:lnTo>
                    <a:pt x="66611" y="646810"/>
                  </a:lnTo>
                  <a:lnTo>
                    <a:pt x="43193" y="655459"/>
                  </a:lnTo>
                  <a:close/>
                  <a:moveTo>
                    <a:pt x="228610" y="689676"/>
                  </a:moveTo>
                  <a:lnTo>
                    <a:pt x="193813" y="737953"/>
                  </a:lnTo>
                  <a:lnTo>
                    <a:pt x="218459" y="716238"/>
                  </a:lnTo>
                  <a:close/>
                  <a:moveTo>
                    <a:pt x="194214" y="735298"/>
                  </a:moveTo>
                  <a:lnTo>
                    <a:pt x="193813" y="737953"/>
                  </a:lnTo>
                  <a:lnTo>
                    <a:pt x="228610" y="689676"/>
                  </a:lnTo>
                  <a:close/>
                  <a:moveTo>
                    <a:pt x="194214" y="735298"/>
                  </a:moveTo>
                  <a:lnTo>
                    <a:pt x="194268" y="690507"/>
                  </a:lnTo>
                  <a:lnTo>
                    <a:pt x="197970" y="720770"/>
                  </a:lnTo>
                  <a:close/>
                  <a:moveTo>
                    <a:pt x="582062" y="1084162"/>
                  </a:moveTo>
                  <a:lnTo>
                    <a:pt x="568926" y="1071137"/>
                  </a:lnTo>
                  <a:lnTo>
                    <a:pt x="575270" y="1082050"/>
                  </a:lnTo>
                  <a:close/>
                  <a:moveTo>
                    <a:pt x="343694" y="839108"/>
                  </a:moveTo>
                  <a:lnTo>
                    <a:pt x="310942" y="828818"/>
                  </a:lnTo>
                  <a:lnTo>
                    <a:pt x="324031" y="831035"/>
                  </a:lnTo>
                  <a:close/>
                  <a:moveTo>
                    <a:pt x="394609" y="808687"/>
                  </a:moveTo>
                  <a:lnTo>
                    <a:pt x="415867" y="780033"/>
                  </a:lnTo>
                  <a:lnTo>
                    <a:pt x="413846" y="777097"/>
                  </a:lnTo>
                  <a:close/>
                  <a:moveTo>
                    <a:pt x="763335" y="1164218"/>
                  </a:moveTo>
                  <a:lnTo>
                    <a:pt x="745519" y="1166780"/>
                  </a:lnTo>
                  <a:lnTo>
                    <a:pt x="777752" y="1148378"/>
                  </a:lnTo>
                  <a:close/>
                  <a:moveTo>
                    <a:pt x="777752" y="1148378"/>
                  </a:moveTo>
                  <a:lnTo>
                    <a:pt x="745519" y="1166780"/>
                  </a:lnTo>
                  <a:lnTo>
                    <a:pt x="721265" y="1157963"/>
                  </a:lnTo>
                  <a:close/>
                  <a:moveTo>
                    <a:pt x="394609" y="808687"/>
                  </a:moveTo>
                  <a:lnTo>
                    <a:pt x="403740" y="762804"/>
                  </a:lnTo>
                  <a:lnTo>
                    <a:pt x="389839" y="813852"/>
                  </a:lnTo>
                  <a:close/>
                  <a:moveTo>
                    <a:pt x="403740" y="762804"/>
                  </a:moveTo>
                  <a:lnTo>
                    <a:pt x="394609" y="808687"/>
                  </a:lnTo>
                  <a:lnTo>
                    <a:pt x="413846" y="777097"/>
                  </a:lnTo>
                  <a:close/>
                  <a:moveTo>
                    <a:pt x="333964" y="702949"/>
                  </a:moveTo>
                  <a:lnTo>
                    <a:pt x="362990" y="718837"/>
                  </a:lnTo>
                  <a:lnTo>
                    <a:pt x="305539" y="698969"/>
                  </a:lnTo>
                  <a:close/>
                  <a:moveTo>
                    <a:pt x="20991" y="257896"/>
                  </a:moveTo>
                  <a:lnTo>
                    <a:pt x="69645" y="245344"/>
                  </a:lnTo>
                  <a:lnTo>
                    <a:pt x="42840" y="269309"/>
                  </a:lnTo>
                  <a:close/>
                  <a:moveTo>
                    <a:pt x="763335" y="1164218"/>
                  </a:moveTo>
                  <a:lnTo>
                    <a:pt x="777537" y="1123091"/>
                  </a:lnTo>
                  <a:lnTo>
                    <a:pt x="762211" y="1110280"/>
                  </a:lnTo>
                  <a:close/>
                  <a:moveTo>
                    <a:pt x="661693" y="805116"/>
                  </a:moveTo>
                  <a:lnTo>
                    <a:pt x="671104" y="806374"/>
                  </a:lnTo>
                  <a:lnTo>
                    <a:pt x="641498" y="799057"/>
                  </a:lnTo>
                  <a:close/>
                  <a:moveTo>
                    <a:pt x="392372" y="607906"/>
                  </a:moveTo>
                  <a:lnTo>
                    <a:pt x="437410" y="628278"/>
                  </a:lnTo>
                  <a:lnTo>
                    <a:pt x="448657" y="597565"/>
                  </a:lnTo>
                  <a:close/>
                  <a:moveTo>
                    <a:pt x="470100" y="578527"/>
                  </a:moveTo>
                  <a:lnTo>
                    <a:pt x="448657" y="597565"/>
                  </a:lnTo>
                  <a:lnTo>
                    <a:pt x="474072" y="580814"/>
                  </a:lnTo>
                  <a:close/>
                  <a:moveTo>
                    <a:pt x="474072" y="580814"/>
                  </a:moveTo>
                  <a:lnTo>
                    <a:pt x="448657" y="597565"/>
                  </a:lnTo>
                  <a:lnTo>
                    <a:pt x="437410" y="628278"/>
                  </a:lnTo>
                  <a:close/>
                  <a:moveTo>
                    <a:pt x="470100" y="578527"/>
                  </a:moveTo>
                  <a:lnTo>
                    <a:pt x="474072" y="580814"/>
                  </a:lnTo>
                  <a:lnTo>
                    <a:pt x="473597" y="566234"/>
                  </a:lnTo>
                  <a:close/>
                  <a:moveTo>
                    <a:pt x="224483" y="335054"/>
                  </a:moveTo>
                  <a:lnTo>
                    <a:pt x="236245" y="370239"/>
                  </a:lnTo>
                  <a:lnTo>
                    <a:pt x="235366" y="375180"/>
                  </a:lnTo>
                  <a:close/>
                  <a:moveTo>
                    <a:pt x="88539" y="185321"/>
                  </a:moveTo>
                  <a:lnTo>
                    <a:pt x="86301" y="211015"/>
                  </a:lnTo>
                  <a:lnTo>
                    <a:pt x="93080" y="191405"/>
                  </a:lnTo>
                  <a:close/>
                  <a:moveTo>
                    <a:pt x="88539" y="185321"/>
                  </a:moveTo>
                  <a:lnTo>
                    <a:pt x="93080" y="191405"/>
                  </a:lnTo>
                  <a:lnTo>
                    <a:pt x="118588" y="143233"/>
                  </a:lnTo>
                  <a:close/>
                  <a:moveTo>
                    <a:pt x="889292" y="1027627"/>
                  </a:moveTo>
                  <a:lnTo>
                    <a:pt x="857704" y="1019587"/>
                  </a:lnTo>
                  <a:lnTo>
                    <a:pt x="861849" y="1021232"/>
                  </a:lnTo>
                  <a:close/>
                  <a:moveTo>
                    <a:pt x="621894" y="676143"/>
                  </a:moveTo>
                  <a:lnTo>
                    <a:pt x="593983" y="671746"/>
                  </a:lnTo>
                  <a:lnTo>
                    <a:pt x="578533" y="709419"/>
                  </a:lnTo>
                  <a:close/>
                  <a:moveTo>
                    <a:pt x="593983" y="671746"/>
                  </a:moveTo>
                  <a:lnTo>
                    <a:pt x="621894" y="676143"/>
                  </a:lnTo>
                  <a:lnTo>
                    <a:pt x="574695" y="652037"/>
                  </a:lnTo>
                  <a:close/>
                  <a:moveTo>
                    <a:pt x="626027" y="666207"/>
                  </a:moveTo>
                  <a:lnTo>
                    <a:pt x="594093" y="671386"/>
                  </a:lnTo>
                  <a:lnTo>
                    <a:pt x="574695" y="652037"/>
                  </a:lnTo>
                  <a:close/>
                  <a:moveTo>
                    <a:pt x="263397" y="278635"/>
                  </a:moveTo>
                  <a:lnTo>
                    <a:pt x="268510" y="236855"/>
                  </a:lnTo>
                  <a:lnTo>
                    <a:pt x="246910" y="245364"/>
                  </a:lnTo>
                  <a:close/>
                  <a:moveTo>
                    <a:pt x="971211" y="1029243"/>
                  </a:moveTo>
                  <a:lnTo>
                    <a:pt x="965041" y="1021975"/>
                  </a:lnTo>
                  <a:lnTo>
                    <a:pt x="953222" y="1045867"/>
                  </a:lnTo>
                  <a:close/>
                  <a:moveTo>
                    <a:pt x="889292" y="1027627"/>
                  </a:moveTo>
                  <a:lnTo>
                    <a:pt x="900150" y="1039158"/>
                  </a:lnTo>
                  <a:lnTo>
                    <a:pt x="909134" y="1025534"/>
                  </a:lnTo>
                  <a:close/>
                  <a:moveTo>
                    <a:pt x="698679" y="813266"/>
                  </a:moveTo>
                  <a:lnTo>
                    <a:pt x="725156" y="787679"/>
                  </a:lnTo>
                  <a:lnTo>
                    <a:pt x="743307" y="764690"/>
                  </a:lnTo>
                  <a:close/>
                  <a:moveTo>
                    <a:pt x="594037" y="671608"/>
                  </a:moveTo>
                  <a:lnTo>
                    <a:pt x="594093" y="671386"/>
                  </a:lnTo>
                  <a:lnTo>
                    <a:pt x="610974" y="638295"/>
                  </a:lnTo>
                  <a:close/>
                  <a:moveTo>
                    <a:pt x="255202" y="220586"/>
                  </a:moveTo>
                  <a:lnTo>
                    <a:pt x="246910" y="245364"/>
                  </a:lnTo>
                  <a:lnTo>
                    <a:pt x="261849" y="230548"/>
                  </a:lnTo>
                  <a:close/>
                  <a:moveTo>
                    <a:pt x="255202" y="220586"/>
                  </a:moveTo>
                  <a:lnTo>
                    <a:pt x="261849" y="230548"/>
                  </a:lnTo>
                  <a:lnTo>
                    <a:pt x="259033" y="194480"/>
                  </a:lnTo>
                  <a:close/>
                  <a:moveTo>
                    <a:pt x="259033" y="194480"/>
                  </a:moveTo>
                  <a:lnTo>
                    <a:pt x="261849" y="230548"/>
                  </a:lnTo>
                  <a:lnTo>
                    <a:pt x="271223" y="211689"/>
                  </a:lnTo>
                  <a:close/>
                  <a:moveTo>
                    <a:pt x="965041" y="1021975"/>
                  </a:moveTo>
                  <a:lnTo>
                    <a:pt x="972650" y="993929"/>
                  </a:lnTo>
                  <a:lnTo>
                    <a:pt x="962482" y="1009251"/>
                  </a:lnTo>
                  <a:close/>
                  <a:moveTo>
                    <a:pt x="334732" y="165359"/>
                  </a:moveTo>
                  <a:lnTo>
                    <a:pt x="327158" y="159427"/>
                  </a:lnTo>
                  <a:lnTo>
                    <a:pt x="311731" y="170725"/>
                  </a:lnTo>
                  <a:close/>
                  <a:moveTo>
                    <a:pt x="334732" y="165359"/>
                  </a:moveTo>
                  <a:lnTo>
                    <a:pt x="345474" y="176610"/>
                  </a:lnTo>
                  <a:lnTo>
                    <a:pt x="337157" y="141212"/>
                  </a:lnTo>
                  <a:close/>
                  <a:moveTo>
                    <a:pt x="327158" y="159427"/>
                  </a:moveTo>
                  <a:lnTo>
                    <a:pt x="334732" y="165359"/>
                  </a:lnTo>
                  <a:lnTo>
                    <a:pt x="337157" y="141212"/>
                  </a:lnTo>
                  <a:close/>
                  <a:moveTo>
                    <a:pt x="700160" y="530176"/>
                  </a:moveTo>
                  <a:lnTo>
                    <a:pt x="693818" y="555264"/>
                  </a:lnTo>
                  <a:lnTo>
                    <a:pt x="730687" y="519737"/>
                  </a:lnTo>
                  <a:close/>
                  <a:moveTo>
                    <a:pt x="325978" y="127785"/>
                  </a:moveTo>
                  <a:lnTo>
                    <a:pt x="337157" y="141212"/>
                  </a:lnTo>
                  <a:lnTo>
                    <a:pt x="342597" y="114218"/>
                  </a:lnTo>
                  <a:close/>
                  <a:moveTo>
                    <a:pt x="327158" y="159427"/>
                  </a:moveTo>
                  <a:lnTo>
                    <a:pt x="337157" y="141212"/>
                  </a:lnTo>
                  <a:lnTo>
                    <a:pt x="319942" y="150295"/>
                  </a:lnTo>
                  <a:close/>
                  <a:moveTo>
                    <a:pt x="368965" y="119869"/>
                  </a:moveTo>
                  <a:lnTo>
                    <a:pt x="337157" y="141212"/>
                  </a:lnTo>
                  <a:lnTo>
                    <a:pt x="366555" y="126549"/>
                  </a:lnTo>
                  <a:close/>
                  <a:moveTo>
                    <a:pt x="368965" y="119869"/>
                  </a:moveTo>
                  <a:lnTo>
                    <a:pt x="342597" y="114218"/>
                  </a:lnTo>
                  <a:lnTo>
                    <a:pt x="337157" y="141212"/>
                  </a:lnTo>
                  <a:close/>
                  <a:moveTo>
                    <a:pt x="342597" y="114218"/>
                  </a:moveTo>
                  <a:lnTo>
                    <a:pt x="368965" y="119869"/>
                  </a:lnTo>
                  <a:lnTo>
                    <a:pt x="347024" y="81895"/>
                  </a:lnTo>
                  <a:close/>
                  <a:moveTo>
                    <a:pt x="368965" y="119869"/>
                  </a:moveTo>
                  <a:lnTo>
                    <a:pt x="378593" y="75351"/>
                  </a:lnTo>
                  <a:lnTo>
                    <a:pt x="347024" y="81895"/>
                  </a:lnTo>
                  <a:close/>
                  <a:moveTo>
                    <a:pt x="340542" y="105489"/>
                  </a:moveTo>
                  <a:lnTo>
                    <a:pt x="342597" y="114218"/>
                  </a:lnTo>
                  <a:lnTo>
                    <a:pt x="347024" y="81895"/>
                  </a:lnTo>
                  <a:close/>
                  <a:moveTo>
                    <a:pt x="730687" y="519737"/>
                  </a:moveTo>
                  <a:lnTo>
                    <a:pt x="755840" y="531930"/>
                  </a:lnTo>
                  <a:lnTo>
                    <a:pt x="700160" y="530176"/>
                  </a:lnTo>
                  <a:close/>
                  <a:moveTo>
                    <a:pt x="621244" y="263492"/>
                  </a:moveTo>
                  <a:lnTo>
                    <a:pt x="585492" y="275925"/>
                  </a:lnTo>
                  <a:lnTo>
                    <a:pt x="565520" y="275934"/>
                  </a:lnTo>
                  <a:close/>
                  <a:moveTo>
                    <a:pt x="378593" y="75351"/>
                  </a:moveTo>
                  <a:lnTo>
                    <a:pt x="382847" y="63837"/>
                  </a:lnTo>
                  <a:lnTo>
                    <a:pt x="366358" y="57974"/>
                  </a:lnTo>
                  <a:close/>
                  <a:moveTo>
                    <a:pt x="347024" y="81895"/>
                  </a:moveTo>
                  <a:lnTo>
                    <a:pt x="378593" y="75351"/>
                  </a:lnTo>
                  <a:lnTo>
                    <a:pt x="366358" y="57974"/>
                  </a:lnTo>
                  <a:close/>
                  <a:moveTo>
                    <a:pt x="382847" y="63837"/>
                  </a:moveTo>
                  <a:lnTo>
                    <a:pt x="414061" y="65549"/>
                  </a:lnTo>
                  <a:lnTo>
                    <a:pt x="394193" y="37466"/>
                  </a:lnTo>
                  <a:close/>
                  <a:moveTo>
                    <a:pt x="375388" y="51550"/>
                  </a:moveTo>
                  <a:lnTo>
                    <a:pt x="382847" y="63837"/>
                  </a:lnTo>
                  <a:lnTo>
                    <a:pt x="394193" y="37466"/>
                  </a:lnTo>
                  <a:close/>
                  <a:moveTo>
                    <a:pt x="596237" y="272080"/>
                  </a:moveTo>
                  <a:lnTo>
                    <a:pt x="621244" y="263492"/>
                  </a:lnTo>
                  <a:lnTo>
                    <a:pt x="636078" y="222747"/>
                  </a:lnTo>
                  <a:close/>
                  <a:moveTo>
                    <a:pt x="636078" y="222747"/>
                  </a:moveTo>
                  <a:lnTo>
                    <a:pt x="641785" y="212501"/>
                  </a:lnTo>
                  <a:lnTo>
                    <a:pt x="616464" y="254897"/>
                  </a:lnTo>
                  <a:close/>
                  <a:moveTo>
                    <a:pt x="628472" y="194308"/>
                  </a:moveTo>
                  <a:lnTo>
                    <a:pt x="647879" y="200958"/>
                  </a:lnTo>
                  <a:lnTo>
                    <a:pt x="641785" y="212501"/>
                  </a:lnTo>
                  <a:close/>
                  <a:moveTo>
                    <a:pt x="708560" y="148382"/>
                  </a:moveTo>
                  <a:lnTo>
                    <a:pt x="731972" y="148610"/>
                  </a:lnTo>
                  <a:lnTo>
                    <a:pt x="699947" y="110265"/>
                  </a:lnTo>
                  <a:close/>
                  <a:moveTo>
                    <a:pt x="659489" y="19572"/>
                  </a:moveTo>
                  <a:lnTo>
                    <a:pt x="667019" y="21435"/>
                  </a:lnTo>
                  <a:lnTo>
                    <a:pt x="650510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72" name="Input_density__111">
              <a:extLst>
                <a:ext uri="{FF2B5EF4-FFF2-40B4-BE49-F238E27FC236}">
                  <a16:creationId xmlns:a16="http://schemas.microsoft.com/office/drawing/2014/main" id="{DEF010A8-A83C-10FF-FCC2-5EFB0089668F}"/>
                </a:ext>
              </a:extLst>
            </p:cNvPr>
            <p:cNvSpPr>
              <a:spLocks noGrp="1"/>
            </p:cNvSpPr>
            <p:nvPr/>
          </p:nvSpPr>
          <p:spPr>
            <a:xfrm>
              <a:off x="867017" y="1490977"/>
              <a:ext cx="876184" cy="1635321"/>
            </a:xfrm>
            <a:custGeom>
              <a:avLst/>
              <a:gdLst/>
              <a:ahLst/>
              <a:cxnLst/>
              <a:rect l="0" t="0" r="0" b="0"/>
              <a:pathLst>
                <a:path w="876184" h="1635321">
                  <a:moveTo>
                    <a:pt x="164430" y="1620082"/>
                  </a:moveTo>
                  <a:lnTo>
                    <a:pt x="182883" y="1635321"/>
                  </a:lnTo>
                  <a:lnTo>
                    <a:pt x="191409" y="1609837"/>
                  </a:lnTo>
                  <a:close/>
                  <a:moveTo>
                    <a:pt x="209416" y="1602899"/>
                  </a:moveTo>
                  <a:lnTo>
                    <a:pt x="191409" y="1609837"/>
                  </a:lnTo>
                  <a:lnTo>
                    <a:pt x="182883" y="1635321"/>
                  </a:lnTo>
                  <a:close/>
                  <a:moveTo>
                    <a:pt x="165274" y="1492634"/>
                  </a:moveTo>
                  <a:lnTo>
                    <a:pt x="157990" y="1542250"/>
                  </a:lnTo>
                  <a:lnTo>
                    <a:pt x="175286" y="1510708"/>
                  </a:lnTo>
                  <a:close/>
                  <a:moveTo>
                    <a:pt x="220093" y="1566144"/>
                  </a:moveTo>
                  <a:lnTo>
                    <a:pt x="209416" y="1602899"/>
                  </a:lnTo>
                  <a:lnTo>
                    <a:pt x="250428" y="1588944"/>
                  </a:lnTo>
                  <a:close/>
                  <a:moveTo>
                    <a:pt x="238255" y="1512206"/>
                  </a:moveTo>
                  <a:lnTo>
                    <a:pt x="264940" y="1495022"/>
                  </a:lnTo>
                  <a:lnTo>
                    <a:pt x="233432" y="1507322"/>
                  </a:lnTo>
                  <a:close/>
                  <a:moveTo>
                    <a:pt x="264940" y="1495022"/>
                  </a:moveTo>
                  <a:lnTo>
                    <a:pt x="247264" y="1462832"/>
                  </a:lnTo>
                  <a:lnTo>
                    <a:pt x="233432" y="1507322"/>
                  </a:lnTo>
                  <a:close/>
                  <a:moveTo>
                    <a:pt x="226071" y="1295517"/>
                  </a:moveTo>
                  <a:lnTo>
                    <a:pt x="241125" y="1330819"/>
                  </a:lnTo>
                  <a:lnTo>
                    <a:pt x="233016" y="1313351"/>
                  </a:lnTo>
                  <a:close/>
                  <a:moveTo>
                    <a:pt x="226655" y="1294064"/>
                  </a:moveTo>
                  <a:lnTo>
                    <a:pt x="226071" y="1295517"/>
                  </a:lnTo>
                  <a:lnTo>
                    <a:pt x="233016" y="1313351"/>
                  </a:lnTo>
                  <a:close/>
                  <a:moveTo>
                    <a:pt x="226895" y="1290469"/>
                  </a:moveTo>
                  <a:lnTo>
                    <a:pt x="226071" y="1295517"/>
                  </a:lnTo>
                  <a:lnTo>
                    <a:pt x="226655" y="1294064"/>
                  </a:lnTo>
                  <a:close/>
                  <a:moveTo>
                    <a:pt x="241125" y="1330819"/>
                  </a:moveTo>
                  <a:lnTo>
                    <a:pt x="259125" y="1367574"/>
                  </a:lnTo>
                  <a:lnTo>
                    <a:pt x="289208" y="1350391"/>
                  </a:lnTo>
                  <a:close/>
                  <a:moveTo>
                    <a:pt x="226655" y="1294064"/>
                  </a:moveTo>
                  <a:lnTo>
                    <a:pt x="233016" y="1313351"/>
                  </a:lnTo>
                  <a:lnTo>
                    <a:pt x="239129" y="1284900"/>
                  </a:lnTo>
                  <a:close/>
                  <a:moveTo>
                    <a:pt x="226895" y="1290469"/>
                  </a:moveTo>
                  <a:lnTo>
                    <a:pt x="226655" y="1294064"/>
                  </a:lnTo>
                  <a:lnTo>
                    <a:pt x="239129" y="1284900"/>
                  </a:lnTo>
                  <a:close/>
                  <a:moveTo>
                    <a:pt x="126875" y="1069451"/>
                  </a:moveTo>
                  <a:lnTo>
                    <a:pt x="103108" y="1076800"/>
                  </a:lnTo>
                  <a:lnTo>
                    <a:pt x="99603" y="1092063"/>
                  </a:lnTo>
                  <a:close/>
                  <a:moveTo>
                    <a:pt x="294706" y="1266805"/>
                  </a:moveTo>
                  <a:lnTo>
                    <a:pt x="334673" y="1261401"/>
                  </a:lnTo>
                  <a:lnTo>
                    <a:pt x="318024" y="1230189"/>
                  </a:lnTo>
                  <a:close/>
                  <a:moveTo>
                    <a:pt x="334673" y="1261401"/>
                  </a:moveTo>
                  <a:lnTo>
                    <a:pt x="368975" y="1260602"/>
                  </a:lnTo>
                  <a:lnTo>
                    <a:pt x="318024" y="1230189"/>
                  </a:lnTo>
                  <a:close/>
                  <a:moveTo>
                    <a:pt x="15074" y="855393"/>
                  </a:moveTo>
                  <a:lnTo>
                    <a:pt x="0" y="872576"/>
                  </a:lnTo>
                  <a:lnTo>
                    <a:pt x="21398" y="892147"/>
                  </a:lnTo>
                  <a:close/>
                  <a:moveTo>
                    <a:pt x="15074" y="855393"/>
                  </a:moveTo>
                  <a:lnTo>
                    <a:pt x="12148" y="818638"/>
                  </a:lnTo>
                  <a:lnTo>
                    <a:pt x="0" y="872576"/>
                  </a:lnTo>
                  <a:close/>
                  <a:moveTo>
                    <a:pt x="154967" y="1002412"/>
                  </a:moveTo>
                  <a:lnTo>
                    <a:pt x="189289" y="985815"/>
                  </a:lnTo>
                  <a:lnTo>
                    <a:pt x="188737" y="985550"/>
                  </a:lnTo>
                  <a:close/>
                  <a:moveTo>
                    <a:pt x="148117" y="965657"/>
                  </a:moveTo>
                  <a:lnTo>
                    <a:pt x="188737" y="985550"/>
                  </a:lnTo>
                  <a:lnTo>
                    <a:pt x="177834" y="949667"/>
                  </a:lnTo>
                  <a:close/>
                  <a:moveTo>
                    <a:pt x="189788" y="985229"/>
                  </a:moveTo>
                  <a:lnTo>
                    <a:pt x="179753" y="948474"/>
                  </a:lnTo>
                  <a:lnTo>
                    <a:pt x="188737" y="985550"/>
                  </a:lnTo>
                  <a:close/>
                  <a:moveTo>
                    <a:pt x="179753" y="948474"/>
                  </a:moveTo>
                  <a:lnTo>
                    <a:pt x="177834" y="949667"/>
                  </a:lnTo>
                  <a:lnTo>
                    <a:pt x="188737" y="985550"/>
                  </a:lnTo>
                  <a:close/>
                  <a:moveTo>
                    <a:pt x="188737" y="985550"/>
                  </a:moveTo>
                  <a:lnTo>
                    <a:pt x="189289" y="985815"/>
                  </a:lnTo>
                  <a:lnTo>
                    <a:pt x="189788" y="985229"/>
                  </a:lnTo>
                  <a:close/>
                  <a:moveTo>
                    <a:pt x="154266" y="951079"/>
                  </a:moveTo>
                  <a:lnTo>
                    <a:pt x="177834" y="949667"/>
                  </a:lnTo>
                  <a:lnTo>
                    <a:pt x="179753" y="948474"/>
                  </a:lnTo>
                  <a:close/>
                  <a:moveTo>
                    <a:pt x="15074" y="855393"/>
                  </a:moveTo>
                  <a:lnTo>
                    <a:pt x="21398" y="892147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15074" y="855393"/>
                  </a:lnTo>
                  <a:lnTo>
                    <a:pt x="37413" y="838209"/>
                  </a:lnTo>
                  <a:close/>
                  <a:moveTo>
                    <a:pt x="12148" y="818638"/>
                  </a:moveTo>
                  <a:lnTo>
                    <a:pt x="37413" y="838209"/>
                  </a:lnTo>
                  <a:lnTo>
                    <a:pt x="18479" y="801454"/>
                  </a:lnTo>
                  <a:close/>
                  <a:moveTo>
                    <a:pt x="31529" y="769706"/>
                  </a:moveTo>
                  <a:lnTo>
                    <a:pt x="12148" y="818638"/>
                  </a:lnTo>
                  <a:lnTo>
                    <a:pt x="18479" y="801454"/>
                  </a:lnTo>
                  <a:close/>
                  <a:moveTo>
                    <a:pt x="456028" y="1279269"/>
                  </a:moveTo>
                  <a:lnTo>
                    <a:pt x="447657" y="1316024"/>
                  </a:lnTo>
                  <a:lnTo>
                    <a:pt x="487934" y="1298840"/>
                  </a:lnTo>
                  <a:close/>
                  <a:moveTo>
                    <a:pt x="456028" y="1279269"/>
                  </a:moveTo>
                  <a:lnTo>
                    <a:pt x="487934" y="1298840"/>
                  </a:lnTo>
                  <a:lnTo>
                    <a:pt x="479921" y="1262086"/>
                  </a:lnTo>
                  <a:close/>
                  <a:moveTo>
                    <a:pt x="481191" y="1233525"/>
                  </a:moveTo>
                  <a:lnTo>
                    <a:pt x="456028" y="1279269"/>
                  </a:lnTo>
                  <a:lnTo>
                    <a:pt x="479921" y="1262086"/>
                  </a:lnTo>
                  <a:close/>
                  <a:moveTo>
                    <a:pt x="323738" y="1058739"/>
                  </a:moveTo>
                  <a:lnTo>
                    <a:pt x="333378" y="1083466"/>
                  </a:lnTo>
                  <a:lnTo>
                    <a:pt x="360272" y="1078311"/>
                  </a:lnTo>
                  <a:close/>
                  <a:moveTo>
                    <a:pt x="187305" y="1021984"/>
                  </a:moveTo>
                  <a:lnTo>
                    <a:pt x="189272" y="985115"/>
                  </a:lnTo>
                  <a:lnTo>
                    <a:pt x="189289" y="985815"/>
                  </a:lnTo>
                  <a:close/>
                  <a:moveTo>
                    <a:pt x="75715" y="754776"/>
                  </a:moveTo>
                  <a:lnTo>
                    <a:pt x="44213" y="764699"/>
                  </a:lnTo>
                  <a:lnTo>
                    <a:pt x="85895" y="752189"/>
                  </a:lnTo>
                  <a:close/>
                  <a:moveTo>
                    <a:pt x="85895" y="752189"/>
                  </a:moveTo>
                  <a:lnTo>
                    <a:pt x="44213" y="764699"/>
                  </a:lnTo>
                  <a:lnTo>
                    <a:pt x="31529" y="769706"/>
                  </a:lnTo>
                  <a:close/>
                  <a:moveTo>
                    <a:pt x="562416" y="1211691"/>
                  </a:moveTo>
                  <a:lnTo>
                    <a:pt x="553994" y="1244902"/>
                  </a:lnTo>
                  <a:lnTo>
                    <a:pt x="558706" y="1208147"/>
                  </a:lnTo>
                  <a:close/>
                  <a:moveTo>
                    <a:pt x="185283" y="809369"/>
                  </a:moveTo>
                  <a:lnTo>
                    <a:pt x="156768" y="767087"/>
                  </a:lnTo>
                  <a:lnTo>
                    <a:pt x="146560" y="769016"/>
                  </a:lnTo>
                  <a:close/>
                  <a:moveTo>
                    <a:pt x="146560" y="769016"/>
                  </a:moveTo>
                  <a:lnTo>
                    <a:pt x="150904" y="774462"/>
                  </a:lnTo>
                  <a:lnTo>
                    <a:pt x="185283" y="809369"/>
                  </a:lnTo>
                  <a:close/>
                  <a:moveTo>
                    <a:pt x="110421" y="771308"/>
                  </a:moveTo>
                  <a:lnTo>
                    <a:pt x="118566" y="749764"/>
                  </a:lnTo>
                  <a:lnTo>
                    <a:pt x="85895" y="752189"/>
                  </a:lnTo>
                  <a:close/>
                  <a:moveTo>
                    <a:pt x="125152" y="747516"/>
                  </a:moveTo>
                  <a:lnTo>
                    <a:pt x="118566" y="749764"/>
                  </a:lnTo>
                  <a:lnTo>
                    <a:pt x="173508" y="734396"/>
                  </a:lnTo>
                  <a:close/>
                  <a:moveTo>
                    <a:pt x="558706" y="1208147"/>
                  </a:moveTo>
                  <a:lnTo>
                    <a:pt x="553994" y="1244902"/>
                  </a:lnTo>
                  <a:lnTo>
                    <a:pt x="586071" y="1227719"/>
                  </a:lnTo>
                  <a:close/>
                  <a:moveTo>
                    <a:pt x="558706" y="1208147"/>
                  </a:moveTo>
                  <a:lnTo>
                    <a:pt x="586071" y="1227719"/>
                  </a:lnTo>
                  <a:lnTo>
                    <a:pt x="564787" y="1190964"/>
                  </a:lnTo>
                  <a:close/>
                  <a:moveTo>
                    <a:pt x="156768" y="767087"/>
                  </a:moveTo>
                  <a:lnTo>
                    <a:pt x="188256" y="789537"/>
                  </a:lnTo>
                  <a:lnTo>
                    <a:pt x="190837" y="760108"/>
                  </a:lnTo>
                  <a:close/>
                  <a:moveTo>
                    <a:pt x="226660" y="758072"/>
                  </a:moveTo>
                  <a:lnTo>
                    <a:pt x="190837" y="760108"/>
                  </a:lnTo>
                  <a:lnTo>
                    <a:pt x="225715" y="803587"/>
                  </a:lnTo>
                  <a:close/>
                  <a:moveTo>
                    <a:pt x="226660" y="758072"/>
                  </a:moveTo>
                  <a:lnTo>
                    <a:pt x="220431" y="718389"/>
                  </a:lnTo>
                  <a:lnTo>
                    <a:pt x="190837" y="760108"/>
                  </a:lnTo>
                  <a:close/>
                  <a:moveTo>
                    <a:pt x="537940" y="1154209"/>
                  </a:moveTo>
                  <a:lnTo>
                    <a:pt x="526190" y="1117454"/>
                  </a:lnTo>
                  <a:lnTo>
                    <a:pt x="524942" y="1125574"/>
                  </a:lnTo>
                  <a:close/>
                  <a:moveTo>
                    <a:pt x="531954" y="1106324"/>
                  </a:moveTo>
                  <a:lnTo>
                    <a:pt x="524942" y="1125574"/>
                  </a:lnTo>
                  <a:lnTo>
                    <a:pt x="526190" y="1117454"/>
                  </a:lnTo>
                  <a:close/>
                  <a:moveTo>
                    <a:pt x="300791" y="860169"/>
                  </a:moveTo>
                  <a:lnTo>
                    <a:pt x="313241" y="823414"/>
                  </a:lnTo>
                  <a:lnTo>
                    <a:pt x="309222" y="834622"/>
                  </a:lnTo>
                  <a:close/>
                  <a:moveTo>
                    <a:pt x="316330" y="798450"/>
                  </a:moveTo>
                  <a:lnTo>
                    <a:pt x="309222" y="834622"/>
                  </a:lnTo>
                  <a:lnTo>
                    <a:pt x="313241" y="823414"/>
                  </a:lnTo>
                  <a:close/>
                  <a:moveTo>
                    <a:pt x="553074" y="1089082"/>
                  </a:moveTo>
                  <a:lnTo>
                    <a:pt x="531954" y="1106324"/>
                  </a:lnTo>
                  <a:lnTo>
                    <a:pt x="526190" y="1117454"/>
                  </a:lnTo>
                  <a:close/>
                  <a:moveTo>
                    <a:pt x="582948" y="1076198"/>
                  </a:moveTo>
                  <a:lnTo>
                    <a:pt x="531954" y="1106324"/>
                  </a:lnTo>
                  <a:lnTo>
                    <a:pt x="553074" y="1089082"/>
                  </a:lnTo>
                  <a:close/>
                  <a:moveTo>
                    <a:pt x="300791" y="860169"/>
                  </a:moveTo>
                  <a:lnTo>
                    <a:pt x="342831" y="806231"/>
                  </a:lnTo>
                  <a:lnTo>
                    <a:pt x="313241" y="823414"/>
                  </a:lnTo>
                  <a:close/>
                  <a:moveTo>
                    <a:pt x="342831" y="806231"/>
                  </a:moveTo>
                  <a:lnTo>
                    <a:pt x="316330" y="798450"/>
                  </a:lnTo>
                  <a:lnTo>
                    <a:pt x="313241" y="823414"/>
                  </a:lnTo>
                  <a:close/>
                  <a:moveTo>
                    <a:pt x="276151" y="732721"/>
                  </a:moveTo>
                  <a:lnTo>
                    <a:pt x="287395" y="718634"/>
                  </a:lnTo>
                  <a:lnTo>
                    <a:pt x="236598" y="713149"/>
                  </a:lnTo>
                  <a:close/>
                  <a:moveTo>
                    <a:pt x="253831" y="749904"/>
                  </a:moveTo>
                  <a:lnTo>
                    <a:pt x="276151" y="732721"/>
                  </a:lnTo>
                  <a:lnTo>
                    <a:pt x="236598" y="713149"/>
                  </a:lnTo>
                  <a:close/>
                  <a:moveTo>
                    <a:pt x="271692" y="703803"/>
                  </a:moveTo>
                  <a:lnTo>
                    <a:pt x="287395" y="718634"/>
                  </a:lnTo>
                  <a:lnTo>
                    <a:pt x="318480" y="710280"/>
                  </a:lnTo>
                  <a:close/>
                  <a:moveTo>
                    <a:pt x="203504" y="676394"/>
                  </a:moveTo>
                  <a:lnTo>
                    <a:pt x="221920" y="694619"/>
                  </a:lnTo>
                  <a:lnTo>
                    <a:pt x="226762" y="668495"/>
                  </a:lnTo>
                  <a:close/>
                  <a:moveTo>
                    <a:pt x="213544" y="663303"/>
                  </a:moveTo>
                  <a:lnTo>
                    <a:pt x="203504" y="676394"/>
                  </a:lnTo>
                  <a:lnTo>
                    <a:pt x="226762" y="668495"/>
                  </a:lnTo>
                  <a:close/>
                  <a:moveTo>
                    <a:pt x="785752" y="1239934"/>
                  </a:moveTo>
                  <a:lnTo>
                    <a:pt x="825175" y="1212924"/>
                  </a:lnTo>
                  <a:lnTo>
                    <a:pt x="786646" y="1227243"/>
                  </a:lnTo>
                  <a:close/>
                  <a:moveTo>
                    <a:pt x="781384" y="1223603"/>
                  </a:moveTo>
                  <a:lnTo>
                    <a:pt x="786646" y="1227243"/>
                  </a:lnTo>
                  <a:lnTo>
                    <a:pt x="825175" y="1212924"/>
                  </a:lnTo>
                  <a:close/>
                  <a:moveTo>
                    <a:pt x="745911" y="1065904"/>
                  </a:moveTo>
                  <a:lnTo>
                    <a:pt x="760729" y="1050172"/>
                  </a:lnTo>
                  <a:lnTo>
                    <a:pt x="713148" y="1083087"/>
                  </a:lnTo>
                  <a:close/>
                  <a:moveTo>
                    <a:pt x="639475" y="1009577"/>
                  </a:moveTo>
                  <a:lnTo>
                    <a:pt x="664097" y="1034242"/>
                  </a:lnTo>
                  <a:lnTo>
                    <a:pt x="676980" y="993741"/>
                  </a:lnTo>
                  <a:close/>
                  <a:moveTo>
                    <a:pt x="424198" y="760180"/>
                  </a:moveTo>
                  <a:lnTo>
                    <a:pt x="411060" y="778917"/>
                  </a:lnTo>
                  <a:lnTo>
                    <a:pt x="438992" y="735109"/>
                  </a:lnTo>
                  <a:close/>
                  <a:moveTo>
                    <a:pt x="424198" y="760180"/>
                  </a:moveTo>
                  <a:lnTo>
                    <a:pt x="438992" y="735109"/>
                  </a:lnTo>
                  <a:lnTo>
                    <a:pt x="428698" y="746919"/>
                  </a:lnTo>
                  <a:close/>
                  <a:moveTo>
                    <a:pt x="423466" y="752292"/>
                  </a:moveTo>
                  <a:lnTo>
                    <a:pt x="424198" y="760180"/>
                  </a:lnTo>
                  <a:lnTo>
                    <a:pt x="428698" y="746919"/>
                  </a:lnTo>
                  <a:close/>
                  <a:moveTo>
                    <a:pt x="441989" y="730487"/>
                  </a:moveTo>
                  <a:lnTo>
                    <a:pt x="423466" y="752292"/>
                  </a:lnTo>
                  <a:lnTo>
                    <a:pt x="428698" y="746919"/>
                  </a:lnTo>
                  <a:close/>
                  <a:moveTo>
                    <a:pt x="447513" y="722773"/>
                  </a:moveTo>
                  <a:lnTo>
                    <a:pt x="423466" y="752292"/>
                  </a:lnTo>
                  <a:lnTo>
                    <a:pt x="441989" y="730487"/>
                  </a:lnTo>
                  <a:close/>
                  <a:moveTo>
                    <a:pt x="469409" y="708432"/>
                  </a:moveTo>
                  <a:lnTo>
                    <a:pt x="447513" y="722773"/>
                  </a:lnTo>
                  <a:lnTo>
                    <a:pt x="441989" y="730487"/>
                  </a:lnTo>
                  <a:close/>
                  <a:moveTo>
                    <a:pt x="129646" y="335296"/>
                  </a:moveTo>
                  <a:lnTo>
                    <a:pt x="94341" y="294049"/>
                  </a:lnTo>
                  <a:lnTo>
                    <a:pt x="91378" y="294571"/>
                  </a:lnTo>
                  <a:close/>
                  <a:moveTo>
                    <a:pt x="63649" y="284181"/>
                  </a:moveTo>
                  <a:lnTo>
                    <a:pt x="40130" y="311232"/>
                  </a:lnTo>
                  <a:lnTo>
                    <a:pt x="91378" y="294571"/>
                  </a:lnTo>
                  <a:close/>
                  <a:moveTo>
                    <a:pt x="94341" y="294049"/>
                  </a:moveTo>
                  <a:lnTo>
                    <a:pt x="63649" y="284181"/>
                  </a:lnTo>
                  <a:lnTo>
                    <a:pt x="91378" y="294571"/>
                  </a:lnTo>
                  <a:close/>
                  <a:moveTo>
                    <a:pt x="694684" y="938455"/>
                  </a:moveTo>
                  <a:lnTo>
                    <a:pt x="683379" y="943791"/>
                  </a:lnTo>
                  <a:lnTo>
                    <a:pt x="684307" y="992394"/>
                  </a:lnTo>
                  <a:close/>
                  <a:moveTo>
                    <a:pt x="711557" y="901700"/>
                  </a:moveTo>
                  <a:lnTo>
                    <a:pt x="683379" y="943791"/>
                  </a:lnTo>
                  <a:lnTo>
                    <a:pt x="694684" y="938455"/>
                  </a:lnTo>
                  <a:close/>
                  <a:moveTo>
                    <a:pt x="469409" y="708432"/>
                  </a:moveTo>
                  <a:lnTo>
                    <a:pt x="474739" y="681171"/>
                  </a:lnTo>
                  <a:lnTo>
                    <a:pt x="474661" y="691893"/>
                  </a:lnTo>
                  <a:close/>
                  <a:moveTo>
                    <a:pt x="475951" y="698354"/>
                  </a:moveTo>
                  <a:lnTo>
                    <a:pt x="469409" y="708432"/>
                  </a:lnTo>
                  <a:lnTo>
                    <a:pt x="474661" y="691893"/>
                  </a:lnTo>
                  <a:close/>
                  <a:moveTo>
                    <a:pt x="483811" y="666071"/>
                  </a:moveTo>
                  <a:lnTo>
                    <a:pt x="475951" y="698354"/>
                  </a:lnTo>
                  <a:lnTo>
                    <a:pt x="474661" y="691893"/>
                  </a:lnTo>
                  <a:close/>
                  <a:moveTo>
                    <a:pt x="135450" y="285830"/>
                  </a:moveTo>
                  <a:lnTo>
                    <a:pt x="94341" y="294049"/>
                  </a:lnTo>
                  <a:lnTo>
                    <a:pt x="129106" y="308129"/>
                  </a:lnTo>
                  <a:close/>
                  <a:moveTo>
                    <a:pt x="120127" y="274558"/>
                  </a:moveTo>
                  <a:lnTo>
                    <a:pt x="94341" y="294049"/>
                  </a:lnTo>
                  <a:lnTo>
                    <a:pt x="135450" y="285830"/>
                  </a:lnTo>
                  <a:close/>
                  <a:moveTo>
                    <a:pt x="129106" y="308129"/>
                  </a:moveTo>
                  <a:lnTo>
                    <a:pt x="160786" y="276866"/>
                  </a:lnTo>
                  <a:lnTo>
                    <a:pt x="135450" y="285830"/>
                  </a:lnTo>
                  <a:close/>
                  <a:moveTo>
                    <a:pt x="129329" y="257294"/>
                  </a:moveTo>
                  <a:lnTo>
                    <a:pt x="135450" y="285830"/>
                  </a:lnTo>
                  <a:lnTo>
                    <a:pt x="160786" y="276866"/>
                  </a:lnTo>
                  <a:close/>
                  <a:moveTo>
                    <a:pt x="129329" y="257294"/>
                  </a:moveTo>
                  <a:lnTo>
                    <a:pt x="160786" y="276866"/>
                  </a:lnTo>
                  <a:lnTo>
                    <a:pt x="163732" y="240111"/>
                  </a:lnTo>
                  <a:close/>
                  <a:moveTo>
                    <a:pt x="483811" y="666071"/>
                  </a:moveTo>
                  <a:lnTo>
                    <a:pt x="474661" y="691893"/>
                  </a:lnTo>
                  <a:lnTo>
                    <a:pt x="474739" y="681171"/>
                  </a:lnTo>
                  <a:close/>
                  <a:moveTo>
                    <a:pt x="694684" y="938455"/>
                  </a:moveTo>
                  <a:lnTo>
                    <a:pt x="692817" y="949204"/>
                  </a:lnTo>
                  <a:lnTo>
                    <a:pt x="693782" y="935334"/>
                  </a:lnTo>
                  <a:close/>
                  <a:moveTo>
                    <a:pt x="786116" y="958027"/>
                  </a:moveTo>
                  <a:lnTo>
                    <a:pt x="789996" y="967181"/>
                  </a:lnTo>
                  <a:lnTo>
                    <a:pt x="786887" y="1003312"/>
                  </a:lnTo>
                  <a:close/>
                  <a:moveTo>
                    <a:pt x="789077" y="958027"/>
                  </a:moveTo>
                  <a:lnTo>
                    <a:pt x="786887" y="1003312"/>
                  </a:lnTo>
                  <a:lnTo>
                    <a:pt x="789996" y="967181"/>
                  </a:lnTo>
                  <a:close/>
                  <a:moveTo>
                    <a:pt x="694684" y="938455"/>
                  </a:moveTo>
                  <a:lnTo>
                    <a:pt x="693782" y="935334"/>
                  </a:lnTo>
                  <a:lnTo>
                    <a:pt x="711557" y="901700"/>
                  </a:lnTo>
                  <a:close/>
                  <a:moveTo>
                    <a:pt x="711557" y="901700"/>
                  </a:moveTo>
                  <a:lnTo>
                    <a:pt x="693782" y="935334"/>
                  </a:lnTo>
                  <a:lnTo>
                    <a:pt x="740062" y="905060"/>
                  </a:lnTo>
                  <a:close/>
                  <a:moveTo>
                    <a:pt x="740062" y="905060"/>
                  </a:moveTo>
                  <a:lnTo>
                    <a:pt x="715125" y="900323"/>
                  </a:lnTo>
                  <a:lnTo>
                    <a:pt x="711557" y="901700"/>
                  </a:lnTo>
                  <a:close/>
                  <a:moveTo>
                    <a:pt x="483811" y="666071"/>
                  </a:moveTo>
                  <a:lnTo>
                    <a:pt x="506878" y="665701"/>
                  </a:lnTo>
                  <a:lnTo>
                    <a:pt x="512717" y="649570"/>
                  </a:lnTo>
                  <a:close/>
                  <a:moveTo>
                    <a:pt x="512717" y="649570"/>
                  </a:moveTo>
                  <a:lnTo>
                    <a:pt x="506878" y="665701"/>
                  </a:lnTo>
                  <a:lnTo>
                    <a:pt x="527426" y="627232"/>
                  </a:lnTo>
                  <a:close/>
                  <a:moveTo>
                    <a:pt x="354036" y="458382"/>
                  </a:moveTo>
                  <a:lnTo>
                    <a:pt x="334169" y="480311"/>
                  </a:lnTo>
                  <a:lnTo>
                    <a:pt x="327066" y="497396"/>
                  </a:lnTo>
                  <a:close/>
                  <a:moveTo>
                    <a:pt x="160786" y="276866"/>
                  </a:moveTo>
                  <a:lnTo>
                    <a:pt x="171533" y="222927"/>
                  </a:lnTo>
                  <a:lnTo>
                    <a:pt x="163732" y="240111"/>
                  </a:lnTo>
                  <a:close/>
                  <a:moveTo>
                    <a:pt x="186675" y="206378"/>
                  </a:moveTo>
                  <a:lnTo>
                    <a:pt x="163732" y="240111"/>
                  </a:lnTo>
                  <a:lnTo>
                    <a:pt x="171533" y="222927"/>
                  </a:lnTo>
                  <a:close/>
                  <a:moveTo>
                    <a:pt x="186675" y="206378"/>
                  </a:moveTo>
                  <a:lnTo>
                    <a:pt x="168307" y="233912"/>
                  </a:lnTo>
                  <a:lnTo>
                    <a:pt x="163732" y="240111"/>
                  </a:lnTo>
                  <a:close/>
                  <a:moveTo>
                    <a:pt x="530705" y="620614"/>
                  </a:moveTo>
                  <a:lnTo>
                    <a:pt x="521888" y="635839"/>
                  </a:lnTo>
                  <a:lnTo>
                    <a:pt x="527426" y="627232"/>
                  </a:lnTo>
                  <a:close/>
                  <a:moveTo>
                    <a:pt x="838809" y="943441"/>
                  </a:moveTo>
                  <a:lnTo>
                    <a:pt x="789077" y="958027"/>
                  </a:lnTo>
                  <a:lnTo>
                    <a:pt x="844268" y="949309"/>
                  </a:lnTo>
                  <a:close/>
                  <a:moveTo>
                    <a:pt x="789077" y="958027"/>
                  </a:moveTo>
                  <a:lnTo>
                    <a:pt x="789996" y="967181"/>
                  </a:lnTo>
                  <a:lnTo>
                    <a:pt x="844268" y="949309"/>
                  </a:lnTo>
                  <a:close/>
                  <a:moveTo>
                    <a:pt x="814370" y="933731"/>
                  </a:moveTo>
                  <a:lnTo>
                    <a:pt x="789077" y="958027"/>
                  </a:lnTo>
                  <a:lnTo>
                    <a:pt x="838809" y="943441"/>
                  </a:lnTo>
                  <a:close/>
                  <a:moveTo>
                    <a:pt x="838809" y="943441"/>
                  </a:moveTo>
                  <a:lnTo>
                    <a:pt x="847571" y="933289"/>
                  </a:lnTo>
                  <a:lnTo>
                    <a:pt x="814370" y="933731"/>
                  </a:lnTo>
                  <a:close/>
                  <a:moveTo>
                    <a:pt x="838809" y="943441"/>
                  </a:moveTo>
                  <a:lnTo>
                    <a:pt x="874384" y="941607"/>
                  </a:lnTo>
                  <a:lnTo>
                    <a:pt x="847571" y="933289"/>
                  </a:lnTo>
                  <a:close/>
                  <a:moveTo>
                    <a:pt x="874384" y="941607"/>
                  </a:moveTo>
                  <a:lnTo>
                    <a:pt x="838809" y="943441"/>
                  </a:lnTo>
                  <a:lnTo>
                    <a:pt x="876184" y="944059"/>
                  </a:lnTo>
                  <a:close/>
                  <a:moveTo>
                    <a:pt x="838809" y="943441"/>
                  </a:moveTo>
                  <a:lnTo>
                    <a:pt x="844268" y="949309"/>
                  </a:lnTo>
                  <a:lnTo>
                    <a:pt x="876184" y="944059"/>
                  </a:lnTo>
                  <a:close/>
                  <a:moveTo>
                    <a:pt x="731855" y="797228"/>
                  </a:moveTo>
                  <a:lnTo>
                    <a:pt x="721844" y="836947"/>
                  </a:lnTo>
                  <a:lnTo>
                    <a:pt x="744653" y="793824"/>
                  </a:lnTo>
                  <a:close/>
                  <a:moveTo>
                    <a:pt x="744653" y="793824"/>
                  </a:moveTo>
                  <a:lnTo>
                    <a:pt x="734920" y="847762"/>
                  </a:lnTo>
                  <a:lnTo>
                    <a:pt x="747523" y="830579"/>
                  </a:lnTo>
                  <a:close/>
                  <a:moveTo>
                    <a:pt x="731855" y="797228"/>
                  </a:moveTo>
                  <a:lnTo>
                    <a:pt x="734478" y="787975"/>
                  </a:lnTo>
                  <a:lnTo>
                    <a:pt x="698456" y="777872"/>
                  </a:lnTo>
                  <a:close/>
                  <a:moveTo>
                    <a:pt x="426873" y="390425"/>
                  </a:moveTo>
                  <a:lnTo>
                    <a:pt x="381338" y="400356"/>
                  </a:lnTo>
                  <a:lnTo>
                    <a:pt x="428404" y="391073"/>
                  </a:lnTo>
                  <a:close/>
                  <a:moveTo>
                    <a:pt x="245288" y="205963"/>
                  </a:moveTo>
                  <a:lnTo>
                    <a:pt x="245664" y="206142"/>
                  </a:lnTo>
                  <a:lnTo>
                    <a:pt x="279128" y="206683"/>
                  </a:lnTo>
                  <a:close/>
                  <a:moveTo>
                    <a:pt x="245664" y="206142"/>
                  </a:moveTo>
                  <a:lnTo>
                    <a:pt x="245288" y="205963"/>
                  </a:lnTo>
                  <a:lnTo>
                    <a:pt x="243310" y="205744"/>
                  </a:lnTo>
                  <a:close/>
                  <a:moveTo>
                    <a:pt x="744653" y="793824"/>
                  </a:moveTo>
                  <a:lnTo>
                    <a:pt x="795468" y="795222"/>
                  </a:lnTo>
                  <a:lnTo>
                    <a:pt x="776343" y="788148"/>
                  </a:lnTo>
                  <a:close/>
                  <a:moveTo>
                    <a:pt x="776343" y="788148"/>
                  </a:moveTo>
                  <a:lnTo>
                    <a:pt x="763163" y="770648"/>
                  </a:lnTo>
                  <a:lnTo>
                    <a:pt x="744653" y="793824"/>
                  </a:lnTo>
                  <a:close/>
                  <a:moveTo>
                    <a:pt x="776343" y="788148"/>
                  </a:moveTo>
                  <a:lnTo>
                    <a:pt x="795468" y="795222"/>
                  </a:lnTo>
                  <a:lnTo>
                    <a:pt x="828476" y="794057"/>
                  </a:lnTo>
                  <a:close/>
                  <a:moveTo>
                    <a:pt x="450462" y="377337"/>
                  </a:moveTo>
                  <a:lnTo>
                    <a:pt x="428404" y="391073"/>
                  </a:lnTo>
                  <a:lnTo>
                    <a:pt x="397569" y="400362"/>
                  </a:lnTo>
                  <a:close/>
                  <a:moveTo>
                    <a:pt x="300044" y="188676"/>
                  </a:moveTo>
                  <a:lnTo>
                    <a:pt x="279128" y="206683"/>
                  </a:lnTo>
                  <a:lnTo>
                    <a:pt x="245664" y="206142"/>
                  </a:lnTo>
                  <a:close/>
                  <a:moveTo>
                    <a:pt x="681304" y="521325"/>
                  </a:moveTo>
                  <a:lnTo>
                    <a:pt x="663684" y="538927"/>
                  </a:lnTo>
                  <a:lnTo>
                    <a:pt x="698913" y="528439"/>
                  </a:lnTo>
                  <a:close/>
                  <a:moveTo>
                    <a:pt x="666877" y="375495"/>
                  </a:moveTo>
                  <a:lnTo>
                    <a:pt x="666292" y="368990"/>
                  </a:lnTo>
                  <a:lnTo>
                    <a:pt x="630512" y="359793"/>
                  </a:lnTo>
                  <a:close/>
                  <a:moveTo>
                    <a:pt x="666292" y="368990"/>
                  </a:moveTo>
                  <a:lnTo>
                    <a:pt x="666877" y="375495"/>
                  </a:lnTo>
                  <a:lnTo>
                    <a:pt x="677975" y="374724"/>
                  </a:lnTo>
                  <a:close/>
                  <a:moveTo>
                    <a:pt x="665684" y="331717"/>
                  </a:moveTo>
                  <a:lnTo>
                    <a:pt x="666292" y="368990"/>
                  </a:lnTo>
                  <a:lnTo>
                    <a:pt x="695478" y="320785"/>
                  </a:lnTo>
                  <a:close/>
                  <a:moveTo>
                    <a:pt x="666292" y="368990"/>
                  </a:moveTo>
                  <a:lnTo>
                    <a:pt x="677975" y="374724"/>
                  </a:lnTo>
                  <a:lnTo>
                    <a:pt x="695478" y="320785"/>
                  </a:lnTo>
                  <a:close/>
                  <a:moveTo>
                    <a:pt x="665684" y="331717"/>
                  </a:moveTo>
                  <a:lnTo>
                    <a:pt x="630512" y="359793"/>
                  </a:lnTo>
                  <a:lnTo>
                    <a:pt x="666292" y="368990"/>
                  </a:lnTo>
                  <a:close/>
                  <a:moveTo>
                    <a:pt x="672861" y="297344"/>
                  </a:moveTo>
                  <a:lnTo>
                    <a:pt x="657807" y="284031"/>
                  </a:lnTo>
                  <a:lnTo>
                    <a:pt x="665684" y="331717"/>
                  </a:lnTo>
                  <a:close/>
                  <a:moveTo>
                    <a:pt x="665684" y="331717"/>
                  </a:moveTo>
                  <a:lnTo>
                    <a:pt x="695478" y="320785"/>
                  </a:lnTo>
                  <a:lnTo>
                    <a:pt x="672861" y="297344"/>
                  </a:lnTo>
                  <a:close/>
                  <a:moveTo>
                    <a:pt x="479350" y="72144"/>
                  </a:moveTo>
                  <a:lnTo>
                    <a:pt x="478109" y="63501"/>
                  </a:lnTo>
                  <a:lnTo>
                    <a:pt x="462983" y="80684"/>
                  </a:lnTo>
                  <a:close/>
                  <a:moveTo>
                    <a:pt x="678689" y="276399"/>
                  </a:moveTo>
                  <a:lnTo>
                    <a:pt x="672861" y="297344"/>
                  </a:lnTo>
                  <a:lnTo>
                    <a:pt x="698223" y="266847"/>
                  </a:lnTo>
                  <a:close/>
                  <a:moveTo>
                    <a:pt x="672861" y="297344"/>
                  </a:moveTo>
                  <a:lnTo>
                    <a:pt x="695478" y="320785"/>
                  </a:lnTo>
                  <a:lnTo>
                    <a:pt x="698223" y="266847"/>
                  </a:lnTo>
                  <a:close/>
                  <a:moveTo>
                    <a:pt x="698223" y="266847"/>
                  </a:moveTo>
                  <a:lnTo>
                    <a:pt x="695478" y="320785"/>
                  </a:lnTo>
                  <a:lnTo>
                    <a:pt x="732253" y="298616"/>
                  </a:lnTo>
                  <a:close/>
                  <a:moveTo>
                    <a:pt x="732253" y="298616"/>
                  </a:moveTo>
                  <a:lnTo>
                    <a:pt x="695478" y="320785"/>
                  </a:lnTo>
                  <a:lnTo>
                    <a:pt x="728081" y="308079"/>
                  </a:lnTo>
                  <a:close/>
                  <a:moveTo>
                    <a:pt x="657807" y="284031"/>
                  </a:moveTo>
                  <a:lnTo>
                    <a:pt x="672861" y="297344"/>
                  </a:lnTo>
                  <a:lnTo>
                    <a:pt x="678689" y="276399"/>
                  </a:lnTo>
                  <a:close/>
                  <a:moveTo>
                    <a:pt x="678689" y="276399"/>
                  </a:moveTo>
                  <a:lnTo>
                    <a:pt x="698223" y="266847"/>
                  </a:lnTo>
                  <a:lnTo>
                    <a:pt x="686687" y="252826"/>
                  </a:lnTo>
                  <a:close/>
                  <a:moveTo>
                    <a:pt x="604536" y="193337"/>
                  </a:moveTo>
                  <a:lnTo>
                    <a:pt x="592771" y="157830"/>
                  </a:lnTo>
                  <a:lnTo>
                    <a:pt x="599149" y="173766"/>
                  </a:lnTo>
                  <a:close/>
                  <a:moveTo>
                    <a:pt x="592771" y="157830"/>
                  </a:moveTo>
                  <a:lnTo>
                    <a:pt x="593520" y="153644"/>
                  </a:lnTo>
                  <a:lnTo>
                    <a:pt x="599149" y="173766"/>
                  </a:lnTo>
                  <a:close/>
                  <a:moveTo>
                    <a:pt x="599149" y="173766"/>
                  </a:moveTo>
                  <a:lnTo>
                    <a:pt x="593520" y="153644"/>
                  </a:lnTo>
                  <a:lnTo>
                    <a:pt x="597830" y="119827"/>
                  </a:lnTo>
                  <a:close/>
                  <a:moveTo>
                    <a:pt x="597830" y="119827"/>
                  </a:moveTo>
                  <a:lnTo>
                    <a:pt x="568764" y="132600"/>
                  </a:lnTo>
                  <a:lnTo>
                    <a:pt x="599149" y="173766"/>
                  </a:lnTo>
                  <a:close/>
                  <a:moveTo>
                    <a:pt x="597418" y="83072"/>
                  </a:moveTo>
                  <a:lnTo>
                    <a:pt x="570213" y="86675"/>
                  </a:lnTo>
                  <a:lnTo>
                    <a:pt x="568764" y="132600"/>
                  </a:lnTo>
                  <a:close/>
                  <a:moveTo>
                    <a:pt x="478109" y="63501"/>
                  </a:moveTo>
                  <a:lnTo>
                    <a:pt x="479350" y="72144"/>
                  </a:lnTo>
                  <a:lnTo>
                    <a:pt x="523784" y="97333"/>
                  </a:lnTo>
                  <a:close/>
                  <a:moveTo>
                    <a:pt x="508384" y="46317"/>
                  </a:moveTo>
                  <a:lnTo>
                    <a:pt x="478109" y="63501"/>
                  </a:lnTo>
                  <a:lnTo>
                    <a:pt x="523784" y="97333"/>
                  </a:lnTo>
                  <a:close/>
                  <a:moveTo>
                    <a:pt x="732253" y="298616"/>
                  </a:moveTo>
                  <a:lnTo>
                    <a:pt x="742756" y="303602"/>
                  </a:lnTo>
                  <a:lnTo>
                    <a:pt x="741430" y="297226"/>
                  </a:lnTo>
                  <a:close/>
                  <a:moveTo>
                    <a:pt x="698223" y="266847"/>
                  </a:moveTo>
                  <a:lnTo>
                    <a:pt x="732253" y="298616"/>
                  </a:lnTo>
                  <a:lnTo>
                    <a:pt x="745727" y="286419"/>
                  </a:lnTo>
                  <a:close/>
                  <a:moveTo>
                    <a:pt x="698223" y="266847"/>
                  </a:moveTo>
                  <a:lnTo>
                    <a:pt x="742486" y="249664"/>
                  </a:lnTo>
                  <a:lnTo>
                    <a:pt x="725973" y="220298"/>
                  </a:lnTo>
                  <a:close/>
                  <a:moveTo>
                    <a:pt x="725973" y="220298"/>
                  </a:moveTo>
                  <a:lnTo>
                    <a:pt x="742907" y="242242"/>
                  </a:lnTo>
                  <a:lnTo>
                    <a:pt x="769522" y="217172"/>
                  </a:lnTo>
                  <a:close/>
                  <a:moveTo>
                    <a:pt x="611004" y="102644"/>
                  </a:moveTo>
                  <a:lnTo>
                    <a:pt x="597418" y="83072"/>
                  </a:lnTo>
                  <a:lnTo>
                    <a:pt x="597830" y="119827"/>
                  </a:lnTo>
                  <a:close/>
                  <a:moveTo>
                    <a:pt x="511125" y="9562"/>
                  </a:moveTo>
                  <a:lnTo>
                    <a:pt x="548181" y="32751"/>
                  </a:lnTo>
                  <a:lnTo>
                    <a:pt x="529399" y="3274"/>
                  </a:lnTo>
                  <a:close/>
                  <a:moveTo>
                    <a:pt x="508384" y="46317"/>
                  </a:moveTo>
                  <a:lnTo>
                    <a:pt x="548181" y="32751"/>
                  </a:lnTo>
                  <a:lnTo>
                    <a:pt x="511125" y="9562"/>
                  </a:lnTo>
                  <a:close/>
                  <a:moveTo>
                    <a:pt x="529399" y="3274"/>
                  </a:moveTo>
                  <a:lnTo>
                    <a:pt x="553254" y="3097"/>
                  </a:lnTo>
                  <a:lnTo>
                    <a:pt x="519106" y="0"/>
                  </a:lnTo>
                  <a:close/>
                  <a:moveTo>
                    <a:pt x="742907" y="242242"/>
                  </a:moveTo>
                  <a:lnTo>
                    <a:pt x="754225" y="242076"/>
                  </a:lnTo>
                  <a:lnTo>
                    <a:pt x="769522" y="21717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73" name="Input_density__112">
              <a:extLst>
                <a:ext uri="{FF2B5EF4-FFF2-40B4-BE49-F238E27FC236}">
                  <a16:creationId xmlns:a16="http://schemas.microsoft.com/office/drawing/2014/main" id="{B1EA308C-47F9-AA39-5F99-FFCDCB73D561}"/>
                </a:ext>
              </a:extLst>
            </p:cNvPr>
            <p:cNvSpPr>
              <a:spLocks noGrp="1"/>
            </p:cNvSpPr>
            <p:nvPr/>
          </p:nvSpPr>
          <p:spPr>
            <a:xfrm>
              <a:off x="979471" y="1711906"/>
              <a:ext cx="904426" cy="1309386"/>
            </a:xfrm>
            <a:custGeom>
              <a:avLst/>
              <a:gdLst/>
              <a:ahLst/>
              <a:cxnLst/>
              <a:rect l="0" t="0" r="0" b="0"/>
              <a:pathLst>
                <a:path w="904426" h="1309386">
                  <a:moveTo>
                    <a:pt x="182690" y="1296339"/>
                  </a:moveTo>
                  <a:lnTo>
                    <a:pt x="160447" y="1309386"/>
                  </a:lnTo>
                  <a:lnTo>
                    <a:pt x="216079" y="1296599"/>
                  </a:lnTo>
                  <a:close/>
                  <a:moveTo>
                    <a:pt x="238389" y="1295809"/>
                  </a:moveTo>
                  <a:lnTo>
                    <a:pt x="216079" y="1296599"/>
                  </a:lnTo>
                  <a:lnTo>
                    <a:pt x="246381" y="1293665"/>
                  </a:lnTo>
                  <a:close/>
                  <a:moveTo>
                    <a:pt x="224835" y="904105"/>
                  </a:moveTo>
                  <a:lnTo>
                    <a:pt x="189112" y="935521"/>
                  </a:lnTo>
                  <a:lnTo>
                    <a:pt x="219305" y="923830"/>
                  </a:lnTo>
                  <a:close/>
                  <a:moveTo>
                    <a:pt x="224835" y="904105"/>
                  </a:moveTo>
                  <a:lnTo>
                    <a:pt x="219305" y="923830"/>
                  </a:lnTo>
                  <a:lnTo>
                    <a:pt x="235192" y="911320"/>
                  </a:lnTo>
                  <a:close/>
                  <a:moveTo>
                    <a:pt x="124569" y="707707"/>
                  </a:moveTo>
                  <a:lnTo>
                    <a:pt x="125661" y="726654"/>
                  </a:lnTo>
                  <a:lnTo>
                    <a:pt x="124168" y="710362"/>
                  </a:lnTo>
                  <a:close/>
                  <a:moveTo>
                    <a:pt x="483989" y="1060728"/>
                  </a:moveTo>
                  <a:lnTo>
                    <a:pt x="484335" y="1052312"/>
                  </a:lnTo>
                  <a:lnTo>
                    <a:pt x="481430" y="1088572"/>
                  </a:lnTo>
                  <a:close/>
                  <a:moveTo>
                    <a:pt x="484335" y="1052312"/>
                  </a:moveTo>
                  <a:lnTo>
                    <a:pt x="483989" y="1060728"/>
                  </a:lnTo>
                  <a:lnTo>
                    <a:pt x="505625" y="1054458"/>
                  </a:lnTo>
                  <a:close/>
                  <a:moveTo>
                    <a:pt x="298890" y="808186"/>
                  </a:moveTo>
                  <a:lnTo>
                    <a:pt x="317403" y="793530"/>
                  </a:lnTo>
                  <a:lnTo>
                    <a:pt x="320194" y="786260"/>
                  </a:lnTo>
                  <a:close/>
                  <a:moveTo>
                    <a:pt x="307327" y="811359"/>
                  </a:moveTo>
                  <a:lnTo>
                    <a:pt x="317403" y="793530"/>
                  </a:lnTo>
                  <a:lnTo>
                    <a:pt x="298890" y="808186"/>
                  </a:lnTo>
                  <a:close/>
                  <a:moveTo>
                    <a:pt x="274049" y="811516"/>
                  </a:moveTo>
                  <a:lnTo>
                    <a:pt x="307327" y="811359"/>
                  </a:lnTo>
                  <a:lnTo>
                    <a:pt x="298890" y="808186"/>
                  </a:lnTo>
                  <a:close/>
                  <a:moveTo>
                    <a:pt x="317403" y="793530"/>
                  </a:moveTo>
                  <a:lnTo>
                    <a:pt x="307327" y="811359"/>
                  </a:lnTo>
                  <a:lnTo>
                    <a:pt x="321605" y="803443"/>
                  </a:lnTo>
                  <a:close/>
                  <a:moveTo>
                    <a:pt x="317403" y="793530"/>
                  </a:moveTo>
                  <a:lnTo>
                    <a:pt x="336670" y="796495"/>
                  </a:lnTo>
                  <a:lnTo>
                    <a:pt x="324965" y="781096"/>
                  </a:lnTo>
                  <a:close/>
                  <a:moveTo>
                    <a:pt x="320194" y="786260"/>
                  </a:moveTo>
                  <a:lnTo>
                    <a:pt x="317403" y="793530"/>
                  </a:lnTo>
                  <a:lnTo>
                    <a:pt x="324965" y="781096"/>
                  </a:lnTo>
                  <a:close/>
                  <a:moveTo>
                    <a:pt x="8568" y="200569"/>
                  </a:moveTo>
                  <a:lnTo>
                    <a:pt x="0" y="217752"/>
                  </a:lnTo>
                  <a:lnTo>
                    <a:pt x="16656" y="183424"/>
                  </a:lnTo>
                  <a:close/>
                  <a:moveTo>
                    <a:pt x="720566" y="1009178"/>
                  </a:moveTo>
                  <a:lnTo>
                    <a:pt x="731902" y="1017333"/>
                  </a:lnTo>
                  <a:lnTo>
                    <a:pt x="711158" y="1035983"/>
                  </a:lnTo>
                  <a:close/>
                  <a:moveTo>
                    <a:pt x="720566" y="1009178"/>
                  </a:moveTo>
                  <a:lnTo>
                    <a:pt x="743032" y="991995"/>
                  </a:lnTo>
                  <a:lnTo>
                    <a:pt x="731902" y="1017333"/>
                  </a:lnTo>
                  <a:close/>
                  <a:moveTo>
                    <a:pt x="743032" y="991995"/>
                  </a:moveTo>
                  <a:lnTo>
                    <a:pt x="720566" y="1009178"/>
                  </a:lnTo>
                  <a:lnTo>
                    <a:pt x="755996" y="982841"/>
                  </a:lnTo>
                  <a:close/>
                  <a:moveTo>
                    <a:pt x="785873" y="1014444"/>
                  </a:moveTo>
                  <a:lnTo>
                    <a:pt x="788060" y="991995"/>
                  </a:lnTo>
                  <a:lnTo>
                    <a:pt x="819647" y="1000035"/>
                  </a:lnTo>
                  <a:close/>
                  <a:moveTo>
                    <a:pt x="508888" y="681827"/>
                  </a:moveTo>
                  <a:lnTo>
                    <a:pt x="524338" y="644154"/>
                  </a:lnTo>
                  <a:lnTo>
                    <a:pt x="502898" y="697955"/>
                  </a:lnTo>
                  <a:close/>
                  <a:moveTo>
                    <a:pt x="502898" y="697955"/>
                  </a:moveTo>
                  <a:lnTo>
                    <a:pt x="524338" y="644154"/>
                  </a:lnTo>
                  <a:lnTo>
                    <a:pt x="524393" y="644017"/>
                  </a:lnTo>
                  <a:close/>
                  <a:moveTo>
                    <a:pt x="502898" y="697955"/>
                  </a:moveTo>
                  <a:lnTo>
                    <a:pt x="524393" y="644017"/>
                  </a:lnTo>
                  <a:lnTo>
                    <a:pt x="511865" y="680772"/>
                  </a:lnTo>
                  <a:close/>
                  <a:moveTo>
                    <a:pt x="524393" y="644017"/>
                  </a:moveTo>
                  <a:lnTo>
                    <a:pt x="524338" y="644154"/>
                  </a:lnTo>
                  <a:lnTo>
                    <a:pt x="524448" y="643794"/>
                  </a:lnTo>
                  <a:close/>
                  <a:moveTo>
                    <a:pt x="403495" y="571639"/>
                  </a:moveTo>
                  <a:lnTo>
                    <a:pt x="379013" y="569973"/>
                  </a:lnTo>
                  <a:lnTo>
                    <a:pt x="400455" y="550935"/>
                  </a:lnTo>
                  <a:close/>
                  <a:moveTo>
                    <a:pt x="400455" y="550935"/>
                  </a:moveTo>
                  <a:lnTo>
                    <a:pt x="403953" y="538642"/>
                  </a:lnTo>
                  <a:lnTo>
                    <a:pt x="422585" y="512097"/>
                  </a:lnTo>
                  <a:close/>
                  <a:moveTo>
                    <a:pt x="422585" y="512097"/>
                  </a:moveTo>
                  <a:lnTo>
                    <a:pt x="431097" y="513881"/>
                  </a:lnTo>
                  <a:lnTo>
                    <a:pt x="426210" y="496997"/>
                  </a:lnTo>
                  <a:close/>
                  <a:moveTo>
                    <a:pt x="891894" y="953163"/>
                  </a:moveTo>
                  <a:lnTo>
                    <a:pt x="904426" y="954579"/>
                  </a:lnTo>
                  <a:lnTo>
                    <a:pt x="892970" y="940445"/>
                  </a:lnTo>
                  <a:close/>
                  <a:moveTo>
                    <a:pt x="526592" y="244488"/>
                  </a:moveTo>
                  <a:lnTo>
                    <a:pt x="515848" y="248333"/>
                  </a:lnTo>
                  <a:lnTo>
                    <a:pt x="551600" y="235900"/>
                  </a:lnTo>
                  <a:close/>
                  <a:moveTo>
                    <a:pt x="344416" y="37957"/>
                  </a:moveTo>
                  <a:lnTo>
                    <a:pt x="357887" y="9948"/>
                  </a:lnTo>
                  <a:lnTo>
                    <a:pt x="324548" y="9875"/>
                  </a:lnTo>
                  <a:close/>
                  <a:moveTo>
                    <a:pt x="526592" y="244488"/>
                  </a:moveTo>
                  <a:lnTo>
                    <a:pt x="521544" y="248106"/>
                  </a:lnTo>
                  <a:lnTo>
                    <a:pt x="515848" y="248333"/>
                  </a:lnTo>
                  <a:close/>
                  <a:moveTo>
                    <a:pt x="526592" y="244488"/>
                  </a:moveTo>
                  <a:lnTo>
                    <a:pt x="542926" y="231839"/>
                  </a:lnTo>
                  <a:lnTo>
                    <a:pt x="521544" y="248106"/>
                  </a:lnTo>
                  <a:close/>
                  <a:moveTo>
                    <a:pt x="546819" y="227305"/>
                  </a:moveTo>
                  <a:lnTo>
                    <a:pt x="526592" y="244488"/>
                  </a:lnTo>
                  <a:lnTo>
                    <a:pt x="566434" y="195156"/>
                  </a:lnTo>
                  <a:close/>
                  <a:moveTo>
                    <a:pt x="324548" y="9875"/>
                  </a:moveTo>
                  <a:lnTo>
                    <a:pt x="357887" y="9948"/>
                  </a:lnTo>
                  <a:lnTo>
                    <a:pt x="3809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74" name="Input_density__113">
              <a:extLst>
                <a:ext uri="{FF2B5EF4-FFF2-40B4-BE49-F238E27FC236}">
                  <a16:creationId xmlns:a16="http://schemas.microsoft.com/office/drawing/2014/main" id="{B7F117DC-FECE-099F-9DA8-4942CF87F3C8}"/>
                </a:ext>
              </a:extLst>
            </p:cNvPr>
            <p:cNvSpPr>
              <a:spLocks noGrp="1"/>
            </p:cNvSpPr>
            <p:nvPr/>
          </p:nvSpPr>
          <p:spPr>
            <a:xfrm>
              <a:off x="1182127" y="2623226"/>
              <a:ext cx="32536" cy="12509"/>
            </a:xfrm>
            <a:custGeom>
              <a:avLst/>
              <a:gdLst/>
              <a:ahLst/>
              <a:cxnLst/>
              <a:rect l="0" t="0" r="0" b="0"/>
              <a:pathLst>
                <a:path w="32536" h="12509">
                  <a:moveTo>
                    <a:pt x="32536" y="0"/>
                  </a:moveTo>
                  <a:lnTo>
                    <a:pt x="16649" y="12509"/>
                  </a:lnTo>
                  <a:lnTo>
                    <a:pt x="0" y="10816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075" name="Input_density__114">
              <a:extLst>
                <a:ext uri="{FF2B5EF4-FFF2-40B4-BE49-F238E27FC236}">
                  <a16:creationId xmlns:a16="http://schemas.microsoft.com/office/drawing/2014/main" id="{082F7EE0-FF57-8ECA-3EDF-21405064D6EC}"/>
                </a:ext>
              </a:extLst>
            </p:cNvPr>
            <p:cNvSpPr>
              <a:spLocks noGrp="1"/>
            </p:cNvSpPr>
            <p:nvPr/>
          </p:nvSpPr>
          <p:spPr>
            <a:xfrm>
              <a:off x="888415" y="1674945"/>
              <a:ext cx="940643" cy="1464050"/>
            </a:xfrm>
            <a:custGeom>
              <a:avLst/>
              <a:gdLst/>
              <a:ahLst/>
              <a:cxnLst/>
              <a:rect l="0" t="0" r="0" b="0"/>
              <a:pathLst>
                <a:path w="940643" h="1464050">
                  <a:moveTo>
                    <a:pt x="209692" y="1455686"/>
                  </a:moveTo>
                  <a:lnTo>
                    <a:pt x="223933" y="1464050"/>
                  </a:lnTo>
                  <a:lnTo>
                    <a:pt x="230463" y="1448559"/>
                  </a:lnTo>
                  <a:close/>
                  <a:moveTo>
                    <a:pt x="270578" y="1443034"/>
                  </a:moveTo>
                  <a:lnTo>
                    <a:pt x="230463" y="1448559"/>
                  </a:lnTo>
                  <a:lnTo>
                    <a:pt x="223933" y="1464050"/>
                  </a:lnTo>
                  <a:close/>
                  <a:moveTo>
                    <a:pt x="280468" y="1293871"/>
                  </a:moveTo>
                  <a:lnTo>
                    <a:pt x="273746" y="1333300"/>
                  </a:lnTo>
                  <a:lnTo>
                    <a:pt x="292147" y="1305890"/>
                  </a:lnTo>
                  <a:close/>
                  <a:moveTo>
                    <a:pt x="280468" y="1293871"/>
                  </a:moveTo>
                  <a:lnTo>
                    <a:pt x="243542" y="1311054"/>
                  </a:lnTo>
                  <a:lnTo>
                    <a:pt x="273746" y="1333300"/>
                  </a:lnTo>
                  <a:close/>
                  <a:moveTo>
                    <a:pt x="317511" y="1276688"/>
                  </a:moveTo>
                  <a:lnTo>
                    <a:pt x="292147" y="1305890"/>
                  </a:lnTo>
                  <a:lnTo>
                    <a:pt x="329348" y="1330626"/>
                  </a:lnTo>
                  <a:close/>
                  <a:moveTo>
                    <a:pt x="289902" y="1158841"/>
                  </a:moveTo>
                  <a:lnTo>
                    <a:pt x="327875" y="1155059"/>
                  </a:lnTo>
                  <a:lnTo>
                    <a:pt x="313971" y="1121615"/>
                  </a:lnTo>
                  <a:close/>
                  <a:moveTo>
                    <a:pt x="289902" y="1158841"/>
                  </a:moveTo>
                  <a:lnTo>
                    <a:pt x="313971" y="1121615"/>
                  </a:lnTo>
                  <a:lnTo>
                    <a:pt x="283230" y="1119519"/>
                  </a:lnTo>
                  <a:close/>
                  <a:moveTo>
                    <a:pt x="0" y="708180"/>
                  </a:moveTo>
                  <a:lnTo>
                    <a:pt x="36442" y="692493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67875" y="801147"/>
                  </a:lnTo>
                  <a:lnTo>
                    <a:pt x="165908" y="838016"/>
                  </a:lnTo>
                  <a:close/>
                  <a:moveTo>
                    <a:pt x="179294" y="820833"/>
                  </a:moveTo>
                  <a:lnTo>
                    <a:pt x="160050" y="784078"/>
                  </a:lnTo>
                  <a:lnTo>
                    <a:pt x="165908" y="838016"/>
                  </a:lnTo>
                  <a:close/>
                  <a:moveTo>
                    <a:pt x="136810" y="710568"/>
                  </a:moveTo>
                  <a:lnTo>
                    <a:pt x="144269" y="727751"/>
                  </a:lnTo>
                  <a:lnTo>
                    <a:pt x="154906" y="747323"/>
                  </a:lnTo>
                  <a:close/>
                  <a:moveTo>
                    <a:pt x="37150" y="686756"/>
                  </a:moveTo>
                  <a:lnTo>
                    <a:pt x="36422" y="637058"/>
                  </a:lnTo>
                  <a:lnTo>
                    <a:pt x="16015" y="654241"/>
                  </a:lnTo>
                  <a:close/>
                  <a:moveTo>
                    <a:pt x="160050" y="784078"/>
                  </a:moveTo>
                  <a:lnTo>
                    <a:pt x="158236" y="764236"/>
                  </a:lnTo>
                  <a:lnTo>
                    <a:pt x="167875" y="801147"/>
                  </a:lnTo>
                  <a:close/>
                  <a:moveTo>
                    <a:pt x="160050" y="784078"/>
                  </a:moveTo>
                  <a:lnTo>
                    <a:pt x="154906" y="747323"/>
                  </a:lnTo>
                  <a:lnTo>
                    <a:pt x="158236" y="764236"/>
                  </a:lnTo>
                  <a:close/>
                  <a:moveTo>
                    <a:pt x="512087" y="1113650"/>
                  </a:moveTo>
                  <a:lnTo>
                    <a:pt x="500429" y="1097689"/>
                  </a:lnTo>
                  <a:lnTo>
                    <a:pt x="526924" y="1079763"/>
                  </a:lnTo>
                  <a:close/>
                  <a:moveTo>
                    <a:pt x="473659" y="1073056"/>
                  </a:moveTo>
                  <a:lnTo>
                    <a:pt x="496611" y="1099144"/>
                  </a:lnTo>
                  <a:lnTo>
                    <a:pt x="502862" y="1076403"/>
                  </a:lnTo>
                  <a:close/>
                  <a:moveTo>
                    <a:pt x="136810" y="710568"/>
                  </a:moveTo>
                  <a:lnTo>
                    <a:pt x="154906" y="747323"/>
                  </a:lnTo>
                  <a:lnTo>
                    <a:pt x="178205" y="730139"/>
                  </a:lnTo>
                  <a:close/>
                  <a:moveTo>
                    <a:pt x="136810" y="710568"/>
                  </a:moveTo>
                  <a:lnTo>
                    <a:pt x="178205" y="730139"/>
                  </a:lnTo>
                  <a:lnTo>
                    <a:pt x="157213" y="693385"/>
                  </a:lnTo>
                  <a:close/>
                  <a:moveTo>
                    <a:pt x="136810" y="710568"/>
                  </a:moveTo>
                  <a:lnTo>
                    <a:pt x="157213" y="693385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57213" y="693385"/>
                  </a:lnTo>
                  <a:lnTo>
                    <a:pt x="183365" y="667284"/>
                  </a:lnTo>
                  <a:close/>
                  <a:moveTo>
                    <a:pt x="135206" y="708012"/>
                  </a:moveTo>
                  <a:lnTo>
                    <a:pt x="136810" y="710568"/>
                  </a:lnTo>
                  <a:lnTo>
                    <a:pt x="172638" y="663034"/>
                  </a:lnTo>
                  <a:close/>
                  <a:moveTo>
                    <a:pt x="172638" y="663034"/>
                  </a:moveTo>
                  <a:lnTo>
                    <a:pt x="163596" y="656629"/>
                  </a:lnTo>
                  <a:lnTo>
                    <a:pt x="156888" y="692869"/>
                  </a:lnTo>
                  <a:close/>
                  <a:moveTo>
                    <a:pt x="156888" y="692869"/>
                  </a:moveTo>
                  <a:lnTo>
                    <a:pt x="135206" y="708012"/>
                  </a:lnTo>
                  <a:lnTo>
                    <a:pt x="172638" y="663034"/>
                  </a:lnTo>
                  <a:close/>
                  <a:moveTo>
                    <a:pt x="183365" y="667284"/>
                  </a:moveTo>
                  <a:lnTo>
                    <a:pt x="211165" y="693385"/>
                  </a:lnTo>
                  <a:lnTo>
                    <a:pt x="172638" y="663034"/>
                  </a:lnTo>
                  <a:close/>
                  <a:moveTo>
                    <a:pt x="575391" y="1089273"/>
                  </a:moveTo>
                  <a:lnTo>
                    <a:pt x="584324" y="1073584"/>
                  </a:lnTo>
                  <a:lnTo>
                    <a:pt x="541586" y="1089668"/>
                  </a:lnTo>
                  <a:close/>
                  <a:moveTo>
                    <a:pt x="543390" y="1006996"/>
                  </a:moveTo>
                  <a:lnTo>
                    <a:pt x="527170" y="984472"/>
                  </a:lnTo>
                  <a:lnTo>
                    <a:pt x="514800" y="977203"/>
                  </a:lnTo>
                  <a:close/>
                  <a:moveTo>
                    <a:pt x="183365" y="667284"/>
                  </a:moveTo>
                  <a:lnTo>
                    <a:pt x="157213" y="693385"/>
                  </a:lnTo>
                  <a:lnTo>
                    <a:pt x="210045" y="670829"/>
                  </a:lnTo>
                  <a:close/>
                  <a:moveTo>
                    <a:pt x="183365" y="667284"/>
                  </a:moveTo>
                  <a:lnTo>
                    <a:pt x="216976" y="676201"/>
                  </a:lnTo>
                  <a:lnTo>
                    <a:pt x="211165" y="693385"/>
                  </a:lnTo>
                  <a:close/>
                  <a:moveTo>
                    <a:pt x="183365" y="667284"/>
                  </a:moveTo>
                  <a:lnTo>
                    <a:pt x="210045" y="670829"/>
                  </a:lnTo>
                  <a:lnTo>
                    <a:pt x="216976" y="676201"/>
                  </a:lnTo>
                  <a:close/>
                  <a:moveTo>
                    <a:pt x="129507" y="590494"/>
                  </a:moveTo>
                  <a:lnTo>
                    <a:pt x="99984" y="604691"/>
                  </a:lnTo>
                  <a:lnTo>
                    <a:pt x="157687" y="599647"/>
                  </a:lnTo>
                  <a:close/>
                  <a:moveTo>
                    <a:pt x="516542" y="970241"/>
                  </a:moveTo>
                  <a:lnTo>
                    <a:pt x="514800" y="977203"/>
                  </a:lnTo>
                  <a:lnTo>
                    <a:pt x="527170" y="984472"/>
                  </a:lnTo>
                  <a:close/>
                  <a:moveTo>
                    <a:pt x="543390" y="1006996"/>
                  </a:moveTo>
                  <a:lnTo>
                    <a:pt x="593476" y="1026568"/>
                  </a:lnTo>
                  <a:lnTo>
                    <a:pt x="554946" y="989813"/>
                  </a:lnTo>
                  <a:close/>
                  <a:moveTo>
                    <a:pt x="543390" y="1006996"/>
                  </a:moveTo>
                  <a:lnTo>
                    <a:pt x="554946" y="989813"/>
                  </a:lnTo>
                  <a:lnTo>
                    <a:pt x="527170" y="984472"/>
                  </a:lnTo>
                  <a:close/>
                  <a:moveTo>
                    <a:pt x="554946" y="989813"/>
                  </a:moveTo>
                  <a:lnTo>
                    <a:pt x="553934" y="988330"/>
                  </a:lnTo>
                  <a:lnTo>
                    <a:pt x="527170" y="984472"/>
                  </a:lnTo>
                  <a:close/>
                  <a:moveTo>
                    <a:pt x="380435" y="736692"/>
                  </a:moveTo>
                  <a:lnTo>
                    <a:pt x="339472" y="749711"/>
                  </a:lnTo>
                  <a:lnTo>
                    <a:pt x="386750" y="736986"/>
                  </a:lnTo>
                  <a:close/>
                  <a:moveTo>
                    <a:pt x="386750" y="736986"/>
                  </a:moveTo>
                  <a:lnTo>
                    <a:pt x="339472" y="749711"/>
                  </a:lnTo>
                  <a:lnTo>
                    <a:pt x="331707" y="751973"/>
                  </a:lnTo>
                  <a:close/>
                  <a:moveTo>
                    <a:pt x="386750" y="736986"/>
                  </a:moveTo>
                  <a:lnTo>
                    <a:pt x="331707" y="751973"/>
                  </a:lnTo>
                  <a:lnTo>
                    <a:pt x="352724" y="734346"/>
                  </a:lnTo>
                  <a:close/>
                  <a:moveTo>
                    <a:pt x="279394" y="676201"/>
                  </a:moveTo>
                  <a:lnTo>
                    <a:pt x="320489" y="710033"/>
                  </a:lnTo>
                  <a:lnTo>
                    <a:pt x="280091" y="674599"/>
                  </a:lnTo>
                  <a:close/>
                  <a:moveTo>
                    <a:pt x="736612" y="1084215"/>
                  </a:moveTo>
                  <a:lnTo>
                    <a:pt x="764593" y="1088555"/>
                  </a:lnTo>
                  <a:lnTo>
                    <a:pt x="726356" y="1047806"/>
                  </a:lnTo>
                  <a:close/>
                  <a:moveTo>
                    <a:pt x="736612" y="1084215"/>
                  </a:moveTo>
                  <a:lnTo>
                    <a:pt x="740181" y="1090163"/>
                  </a:lnTo>
                  <a:lnTo>
                    <a:pt x="780215" y="1115268"/>
                  </a:lnTo>
                  <a:close/>
                  <a:moveTo>
                    <a:pt x="726356" y="1047806"/>
                  </a:moveTo>
                  <a:lnTo>
                    <a:pt x="709585" y="1016694"/>
                  </a:lnTo>
                  <a:lnTo>
                    <a:pt x="704508" y="1046139"/>
                  </a:lnTo>
                  <a:close/>
                  <a:moveTo>
                    <a:pt x="561550" y="892231"/>
                  </a:moveTo>
                  <a:lnTo>
                    <a:pt x="531677" y="905114"/>
                  </a:lnTo>
                  <a:lnTo>
                    <a:pt x="586151" y="888000"/>
                  </a:lnTo>
                  <a:close/>
                  <a:moveTo>
                    <a:pt x="131711" y="311241"/>
                  </a:moveTo>
                  <a:lnTo>
                    <a:pt x="132035" y="311323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1711" y="311241"/>
                  </a:lnTo>
                  <a:lnTo>
                    <a:pt x="131470" y="311039"/>
                  </a:lnTo>
                  <a:close/>
                  <a:moveTo>
                    <a:pt x="686250" y="1046139"/>
                  </a:moveTo>
                  <a:lnTo>
                    <a:pt x="701627" y="1070592"/>
                  </a:lnTo>
                  <a:lnTo>
                    <a:pt x="697089" y="1044511"/>
                  </a:lnTo>
                  <a:close/>
                  <a:moveTo>
                    <a:pt x="697089" y="1044511"/>
                  </a:moveTo>
                  <a:lnTo>
                    <a:pt x="701627" y="1070592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97089" y="1044511"/>
                  </a:lnTo>
                  <a:lnTo>
                    <a:pt x="704508" y="1046139"/>
                  </a:lnTo>
                  <a:close/>
                  <a:moveTo>
                    <a:pt x="693899" y="1002358"/>
                  </a:moveTo>
                  <a:lnTo>
                    <a:pt x="687578" y="955446"/>
                  </a:lnTo>
                  <a:lnTo>
                    <a:pt x="649300" y="966780"/>
                  </a:lnTo>
                  <a:close/>
                  <a:moveTo>
                    <a:pt x="637683" y="956093"/>
                  </a:moveTo>
                  <a:lnTo>
                    <a:pt x="649300" y="966780"/>
                  </a:lnTo>
                  <a:lnTo>
                    <a:pt x="687578" y="955446"/>
                  </a:lnTo>
                  <a:close/>
                  <a:moveTo>
                    <a:pt x="515020" y="752100"/>
                  </a:moveTo>
                  <a:lnTo>
                    <a:pt x="517469" y="755784"/>
                  </a:lnTo>
                  <a:lnTo>
                    <a:pt x="521289" y="771671"/>
                  </a:lnTo>
                  <a:close/>
                  <a:moveTo>
                    <a:pt x="389663" y="594949"/>
                  </a:moveTo>
                  <a:lnTo>
                    <a:pt x="437971" y="611500"/>
                  </a:lnTo>
                  <a:lnTo>
                    <a:pt x="410240" y="587896"/>
                  </a:lnTo>
                  <a:close/>
                  <a:moveTo>
                    <a:pt x="364924" y="587973"/>
                  </a:moveTo>
                  <a:lnTo>
                    <a:pt x="400581" y="630819"/>
                  </a:lnTo>
                  <a:lnTo>
                    <a:pt x="389663" y="594949"/>
                  </a:lnTo>
                  <a:close/>
                  <a:moveTo>
                    <a:pt x="364924" y="587973"/>
                  </a:moveTo>
                  <a:lnTo>
                    <a:pt x="389663" y="594949"/>
                  </a:lnTo>
                  <a:lnTo>
                    <a:pt x="350024" y="555339"/>
                  </a:lnTo>
                  <a:close/>
                  <a:moveTo>
                    <a:pt x="305891" y="519383"/>
                  </a:moveTo>
                  <a:lnTo>
                    <a:pt x="321396" y="531570"/>
                  </a:lnTo>
                  <a:lnTo>
                    <a:pt x="286107" y="513643"/>
                  </a:lnTo>
                  <a:close/>
                  <a:moveTo>
                    <a:pt x="169309" y="370169"/>
                  </a:moveTo>
                  <a:lnTo>
                    <a:pt x="164707" y="347794"/>
                  </a:lnTo>
                  <a:lnTo>
                    <a:pt x="148525" y="372976"/>
                  </a:lnTo>
                  <a:close/>
                  <a:moveTo>
                    <a:pt x="178503" y="345036"/>
                  </a:moveTo>
                  <a:lnTo>
                    <a:pt x="164707" y="347794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178503" y="345036"/>
                  </a:lnTo>
                  <a:lnTo>
                    <a:pt x="169309" y="370169"/>
                  </a:lnTo>
                  <a:close/>
                  <a:moveTo>
                    <a:pt x="193588" y="377519"/>
                  </a:moveTo>
                  <a:lnTo>
                    <a:pt x="226548" y="377811"/>
                  </a:lnTo>
                  <a:lnTo>
                    <a:pt x="218407" y="339683"/>
                  </a:lnTo>
                  <a:close/>
                  <a:moveTo>
                    <a:pt x="193588" y="377519"/>
                  </a:moveTo>
                  <a:lnTo>
                    <a:pt x="210498" y="383900"/>
                  </a:lnTo>
                  <a:lnTo>
                    <a:pt x="243612" y="383129"/>
                  </a:lnTo>
                  <a:close/>
                  <a:moveTo>
                    <a:pt x="131470" y="311039"/>
                  </a:moveTo>
                  <a:lnTo>
                    <a:pt x="132035" y="311323"/>
                  </a:lnTo>
                  <a:lnTo>
                    <a:pt x="132270" y="310787"/>
                  </a:lnTo>
                  <a:close/>
                  <a:moveTo>
                    <a:pt x="132270" y="310787"/>
                  </a:moveTo>
                  <a:lnTo>
                    <a:pt x="132035" y="311323"/>
                  </a:lnTo>
                  <a:lnTo>
                    <a:pt x="160951" y="293856"/>
                  </a:lnTo>
                  <a:close/>
                  <a:moveTo>
                    <a:pt x="132035" y="311323"/>
                  </a:moveTo>
                  <a:lnTo>
                    <a:pt x="164707" y="347794"/>
                  </a:lnTo>
                  <a:lnTo>
                    <a:pt x="160951" y="293856"/>
                  </a:lnTo>
                  <a:close/>
                  <a:moveTo>
                    <a:pt x="160951" y="293856"/>
                  </a:moveTo>
                  <a:lnTo>
                    <a:pt x="164707" y="347794"/>
                  </a:lnTo>
                  <a:lnTo>
                    <a:pt x="190503" y="309139"/>
                  </a:lnTo>
                  <a:close/>
                  <a:moveTo>
                    <a:pt x="178503" y="345036"/>
                  </a:moveTo>
                  <a:lnTo>
                    <a:pt x="218407" y="339683"/>
                  </a:lnTo>
                  <a:lnTo>
                    <a:pt x="190503" y="309139"/>
                  </a:lnTo>
                  <a:close/>
                  <a:moveTo>
                    <a:pt x="132270" y="310787"/>
                  </a:moveTo>
                  <a:lnTo>
                    <a:pt x="130994" y="307431"/>
                  </a:lnTo>
                  <a:lnTo>
                    <a:pt x="131470" y="311039"/>
                  </a:lnTo>
                  <a:close/>
                  <a:moveTo>
                    <a:pt x="130994" y="307431"/>
                  </a:moveTo>
                  <a:lnTo>
                    <a:pt x="132270" y="310787"/>
                  </a:lnTo>
                  <a:lnTo>
                    <a:pt x="160951" y="293856"/>
                  </a:lnTo>
                  <a:close/>
                  <a:moveTo>
                    <a:pt x="821474" y="1011773"/>
                  </a:moveTo>
                  <a:lnTo>
                    <a:pt x="803777" y="1028956"/>
                  </a:lnTo>
                  <a:lnTo>
                    <a:pt x="825219" y="1048527"/>
                  </a:lnTo>
                  <a:close/>
                  <a:moveTo>
                    <a:pt x="779789" y="986707"/>
                  </a:moveTo>
                  <a:lnTo>
                    <a:pt x="774954" y="999389"/>
                  </a:lnTo>
                  <a:lnTo>
                    <a:pt x="821647" y="975018"/>
                  </a:lnTo>
                  <a:close/>
                  <a:moveTo>
                    <a:pt x="821647" y="975018"/>
                  </a:moveTo>
                  <a:lnTo>
                    <a:pt x="774954" y="999389"/>
                  </a:lnTo>
                  <a:lnTo>
                    <a:pt x="803777" y="1028956"/>
                  </a:lnTo>
                  <a:close/>
                  <a:moveTo>
                    <a:pt x="821647" y="975018"/>
                  </a:moveTo>
                  <a:lnTo>
                    <a:pt x="803777" y="1028956"/>
                  </a:lnTo>
                  <a:lnTo>
                    <a:pt x="821474" y="1011773"/>
                  </a:lnTo>
                  <a:close/>
                  <a:moveTo>
                    <a:pt x="779789" y="986707"/>
                  </a:moveTo>
                  <a:lnTo>
                    <a:pt x="821647" y="975018"/>
                  </a:lnTo>
                  <a:lnTo>
                    <a:pt x="791942" y="966696"/>
                  </a:lnTo>
                  <a:close/>
                  <a:moveTo>
                    <a:pt x="550696" y="717733"/>
                  </a:moveTo>
                  <a:lnTo>
                    <a:pt x="503512" y="690809"/>
                  </a:lnTo>
                  <a:lnTo>
                    <a:pt x="526143" y="698161"/>
                  </a:lnTo>
                  <a:close/>
                  <a:moveTo>
                    <a:pt x="550696" y="717733"/>
                  </a:moveTo>
                  <a:lnTo>
                    <a:pt x="526143" y="698161"/>
                  </a:lnTo>
                  <a:lnTo>
                    <a:pt x="524874" y="734916"/>
                  </a:lnTo>
                  <a:close/>
                  <a:moveTo>
                    <a:pt x="410240" y="587896"/>
                  </a:moveTo>
                  <a:lnTo>
                    <a:pt x="437971" y="611500"/>
                  </a:lnTo>
                  <a:lnTo>
                    <a:pt x="451008" y="572164"/>
                  </a:lnTo>
                  <a:close/>
                  <a:moveTo>
                    <a:pt x="454390" y="570713"/>
                  </a:moveTo>
                  <a:lnTo>
                    <a:pt x="451008" y="572164"/>
                  </a:lnTo>
                  <a:lnTo>
                    <a:pt x="437971" y="611500"/>
                  </a:lnTo>
                  <a:close/>
                  <a:moveTo>
                    <a:pt x="791942" y="966696"/>
                  </a:moveTo>
                  <a:lnTo>
                    <a:pt x="821647" y="975018"/>
                  </a:lnTo>
                  <a:lnTo>
                    <a:pt x="808568" y="921079"/>
                  </a:lnTo>
                  <a:close/>
                  <a:moveTo>
                    <a:pt x="772113" y="858706"/>
                  </a:moveTo>
                  <a:lnTo>
                    <a:pt x="741849" y="864753"/>
                  </a:lnTo>
                  <a:lnTo>
                    <a:pt x="792452" y="872398"/>
                  </a:lnTo>
                  <a:close/>
                  <a:moveTo>
                    <a:pt x="741849" y="864753"/>
                  </a:moveTo>
                  <a:lnTo>
                    <a:pt x="731779" y="866335"/>
                  </a:lnTo>
                  <a:lnTo>
                    <a:pt x="792452" y="872398"/>
                  </a:lnTo>
                  <a:close/>
                  <a:moveTo>
                    <a:pt x="792452" y="872398"/>
                  </a:moveTo>
                  <a:lnTo>
                    <a:pt x="771958" y="864753"/>
                  </a:lnTo>
                  <a:lnTo>
                    <a:pt x="772113" y="858706"/>
                  </a:lnTo>
                  <a:close/>
                  <a:moveTo>
                    <a:pt x="139736" y="80981"/>
                  </a:moveTo>
                  <a:lnTo>
                    <a:pt x="149645" y="88542"/>
                  </a:lnTo>
                  <a:lnTo>
                    <a:pt x="132283" y="75715"/>
                  </a:lnTo>
                  <a:close/>
                  <a:moveTo>
                    <a:pt x="149645" y="88542"/>
                  </a:moveTo>
                  <a:lnTo>
                    <a:pt x="139736" y="80981"/>
                  </a:lnTo>
                  <a:lnTo>
                    <a:pt x="163166" y="110723"/>
                  </a:lnTo>
                  <a:close/>
                  <a:moveTo>
                    <a:pt x="780694" y="806983"/>
                  </a:moveTo>
                  <a:lnTo>
                    <a:pt x="745515" y="821484"/>
                  </a:lnTo>
                  <a:lnTo>
                    <a:pt x="779082" y="822409"/>
                  </a:lnTo>
                  <a:close/>
                  <a:moveTo>
                    <a:pt x="750272" y="759880"/>
                  </a:moveTo>
                  <a:lnTo>
                    <a:pt x="768599" y="783213"/>
                  </a:lnTo>
                  <a:lnTo>
                    <a:pt x="764719" y="774059"/>
                  </a:lnTo>
                  <a:close/>
                  <a:moveTo>
                    <a:pt x="780694" y="806983"/>
                  </a:moveTo>
                  <a:lnTo>
                    <a:pt x="768599" y="783213"/>
                  </a:lnTo>
                  <a:lnTo>
                    <a:pt x="750272" y="759880"/>
                  </a:lnTo>
                  <a:close/>
                  <a:moveTo>
                    <a:pt x="639963" y="579786"/>
                  </a:moveTo>
                  <a:lnTo>
                    <a:pt x="630465" y="573101"/>
                  </a:lnTo>
                  <a:lnTo>
                    <a:pt x="636186" y="619465"/>
                  </a:lnTo>
                  <a:close/>
                  <a:moveTo>
                    <a:pt x="636186" y="619465"/>
                  </a:moveTo>
                  <a:lnTo>
                    <a:pt x="595214" y="580939"/>
                  </a:lnTo>
                  <a:lnTo>
                    <a:pt x="612736" y="611441"/>
                  </a:lnTo>
                  <a:close/>
                  <a:moveTo>
                    <a:pt x="636186" y="619465"/>
                  </a:moveTo>
                  <a:lnTo>
                    <a:pt x="670911" y="618323"/>
                  </a:lnTo>
                  <a:lnTo>
                    <a:pt x="639963" y="579786"/>
                  </a:lnTo>
                  <a:close/>
                  <a:moveTo>
                    <a:pt x="670911" y="618323"/>
                  </a:moveTo>
                  <a:lnTo>
                    <a:pt x="677059" y="593904"/>
                  </a:lnTo>
                  <a:lnTo>
                    <a:pt x="639963" y="579786"/>
                  </a:lnTo>
                  <a:close/>
                  <a:moveTo>
                    <a:pt x="556586" y="585255"/>
                  </a:moveTo>
                  <a:lnTo>
                    <a:pt x="590461" y="540057"/>
                  </a:lnTo>
                  <a:lnTo>
                    <a:pt x="553558" y="542969"/>
                  </a:lnTo>
                  <a:close/>
                  <a:moveTo>
                    <a:pt x="893331" y="814335"/>
                  </a:moveTo>
                  <a:lnTo>
                    <a:pt x="899065" y="792014"/>
                  </a:lnTo>
                  <a:lnTo>
                    <a:pt x="872534" y="786495"/>
                  </a:lnTo>
                  <a:close/>
                  <a:moveTo>
                    <a:pt x="753708" y="683366"/>
                  </a:moveTo>
                  <a:lnTo>
                    <a:pt x="748168" y="638984"/>
                  </a:lnTo>
                  <a:lnTo>
                    <a:pt x="758745" y="629427"/>
                  </a:lnTo>
                  <a:close/>
                  <a:moveTo>
                    <a:pt x="753708" y="683366"/>
                  </a:moveTo>
                  <a:lnTo>
                    <a:pt x="758745" y="629427"/>
                  </a:lnTo>
                  <a:lnTo>
                    <a:pt x="726125" y="646611"/>
                  </a:lnTo>
                  <a:close/>
                  <a:moveTo>
                    <a:pt x="681473" y="564989"/>
                  </a:moveTo>
                  <a:lnTo>
                    <a:pt x="639963" y="579786"/>
                  </a:lnTo>
                  <a:lnTo>
                    <a:pt x="677059" y="593904"/>
                  </a:lnTo>
                  <a:close/>
                  <a:moveTo>
                    <a:pt x="681473" y="564989"/>
                  </a:moveTo>
                  <a:lnTo>
                    <a:pt x="715230" y="564633"/>
                  </a:lnTo>
                  <a:lnTo>
                    <a:pt x="685638" y="529774"/>
                  </a:lnTo>
                  <a:close/>
                  <a:moveTo>
                    <a:pt x="909906" y="845607"/>
                  </a:moveTo>
                  <a:lnTo>
                    <a:pt x="940643" y="847706"/>
                  </a:lnTo>
                  <a:lnTo>
                    <a:pt x="933719" y="834424"/>
                  </a:lnTo>
                  <a:close/>
                  <a:moveTo>
                    <a:pt x="832122" y="607515"/>
                  </a:moveTo>
                  <a:lnTo>
                    <a:pt x="807079" y="610089"/>
                  </a:lnTo>
                  <a:lnTo>
                    <a:pt x="774071" y="611254"/>
                  </a:lnTo>
                  <a:close/>
                  <a:moveTo>
                    <a:pt x="730728" y="507287"/>
                  </a:moveTo>
                  <a:lnTo>
                    <a:pt x="685638" y="529774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34051" y="489997"/>
                  </a:lnTo>
                  <a:lnTo>
                    <a:pt x="698179" y="480452"/>
                  </a:lnTo>
                  <a:close/>
                  <a:moveTo>
                    <a:pt x="753184" y="501979"/>
                  </a:moveTo>
                  <a:lnTo>
                    <a:pt x="730728" y="507287"/>
                  </a:lnTo>
                  <a:lnTo>
                    <a:pt x="721571" y="539545"/>
                  </a:lnTo>
                  <a:close/>
                  <a:moveTo>
                    <a:pt x="730728" y="507287"/>
                  </a:moveTo>
                  <a:lnTo>
                    <a:pt x="753184" y="501979"/>
                  </a:lnTo>
                  <a:lnTo>
                    <a:pt x="734051" y="489997"/>
                  </a:lnTo>
                  <a:close/>
                  <a:moveTo>
                    <a:pt x="631660" y="482408"/>
                  </a:moveTo>
                  <a:lnTo>
                    <a:pt x="643731" y="479090"/>
                  </a:lnTo>
                  <a:lnTo>
                    <a:pt x="632103" y="428469"/>
                  </a:lnTo>
                  <a:close/>
                  <a:moveTo>
                    <a:pt x="619251" y="445653"/>
                  </a:moveTo>
                  <a:lnTo>
                    <a:pt x="631660" y="482408"/>
                  </a:lnTo>
                  <a:lnTo>
                    <a:pt x="632103" y="428469"/>
                  </a:lnTo>
                  <a:close/>
                  <a:moveTo>
                    <a:pt x="643731" y="479090"/>
                  </a:moveTo>
                  <a:lnTo>
                    <a:pt x="680845" y="465224"/>
                  </a:lnTo>
                  <a:lnTo>
                    <a:pt x="653201" y="436865"/>
                  </a:lnTo>
                  <a:close/>
                  <a:moveTo>
                    <a:pt x="589878" y="408897"/>
                  </a:moveTo>
                  <a:lnTo>
                    <a:pt x="619251" y="445653"/>
                  </a:lnTo>
                  <a:lnTo>
                    <a:pt x="632103" y="428469"/>
                  </a:lnTo>
                  <a:close/>
                  <a:moveTo>
                    <a:pt x="589878" y="408897"/>
                  </a:moveTo>
                  <a:lnTo>
                    <a:pt x="632103" y="428469"/>
                  </a:lnTo>
                  <a:lnTo>
                    <a:pt x="617174" y="391714"/>
                  </a:lnTo>
                  <a:close/>
                  <a:moveTo>
                    <a:pt x="771336" y="538734"/>
                  </a:moveTo>
                  <a:lnTo>
                    <a:pt x="764570" y="484796"/>
                  </a:lnTo>
                  <a:lnTo>
                    <a:pt x="753184" y="501979"/>
                  </a:lnTo>
                  <a:close/>
                  <a:moveTo>
                    <a:pt x="705644" y="455844"/>
                  </a:moveTo>
                  <a:lnTo>
                    <a:pt x="735251" y="414115"/>
                  </a:lnTo>
                  <a:lnTo>
                    <a:pt x="703803" y="412594"/>
                  </a:lnTo>
                  <a:close/>
                  <a:moveTo>
                    <a:pt x="761336" y="419997"/>
                  </a:moveTo>
                  <a:lnTo>
                    <a:pt x="735251" y="414115"/>
                  </a:lnTo>
                  <a:lnTo>
                    <a:pt x="778195" y="434260"/>
                  </a:lnTo>
                  <a:close/>
                  <a:moveTo>
                    <a:pt x="735251" y="414115"/>
                  </a:moveTo>
                  <a:lnTo>
                    <a:pt x="741888" y="423091"/>
                  </a:lnTo>
                  <a:lnTo>
                    <a:pt x="778195" y="434260"/>
                  </a:lnTo>
                  <a:close/>
                  <a:moveTo>
                    <a:pt x="691900" y="360768"/>
                  </a:moveTo>
                  <a:lnTo>
                    <a:pt x="709318" y="374531"/>
                  </a:lnTo>
                  <a:lnTo>
                    <a:pt x="677515" y="344471"/>
                  </a:lnTo>
                  <a:close/>
                  <a:moveTo>
                    <a:pt x="786401" y="444366"/>
                  </a:moveTo>
                  <a:lnTo>
                    <a:pt x="802273" y="448041"/>
                  </a:lnTo>
                  <a:lnTo>
                    <a:pt x="778195" y="434260"/>
                  </a:lnTo>
                  <a:close/>
                  <a:moveTo>
                    <a:pt x="702072" y="369254"/>
                  </a:moveTo>
                  <a:lnTo>
                    <a:pt x="709318" y="374531"/>
                  </a:lnTo>
                  <a:lnTo>
                    <a:pt x="691900" y="360768"/>
                  </a:lnTo>
                  <a:close/>
                  <a:moveTo>
                    <a:pt x="490332" y="80491"/>
                  </a:moveTo>
                  <a:lnTo>
                    <a:pt x="489400" y="101961"/>
                  </a:lnTo>
                  <a:lnTo>
                    <a:pt x="490264" y="75120"/>
                  </a:lnTo>
                  <a:close/>
                  <a:moveTo>
                    <a:pt x="704094" y="117734"/>
                  </a:moveTo>
                  <a:lnTo>
                    <a:pt x="720032" y="113258"/>
                  </a:lnTo>
                  <a:lnTo>
                    <a:pt x="716440" y="135528"/>
                  </a:lnTo>
                  <a:close/>
                  <a:moveTo>
                    <a:pt x="737923" y="11757"/>
                  </a:moveTo>
                  <a:lnTo>
                    <a:pt x="798821" y="30336"/>
                  </a:lnTo>
                  <a:lnTo>
                    <a:pt x="777795" y="3892"/>
                  </a:lnTo>
                  <a:close/>
                  <a:moveTo>
                    <a:pt x="799456" y="31329"/>
                  </a:moveTo>
                  <a:lnTo>
                    <a:pt x="777795" y="3892"/>
                  </a:lnTo>
                  <a:lnTo>
                    <a:pt x="798821" y="30336"/>
                  </a:lnTo>
                  <a:close/>
                  <a:moveTo>
                    <a:pt x="777795" y="3892"/>
                  </a:moveTo>
                  <a:lnTo>
                    <a:pt x="764975" y="0"/>
                  </a:lnTo>
                  <a:lnTo>
                    <a:pt x="737923" y="11757"/>
                  </a:lnTo>
                  <a:close/>
                  <a:moveTo>
                    <a:pt x="798821" y="30336"/>
                  </a:moveTo>
                  <a:lnTo>
                    <a:pt x="798293" y="31329"/>
                  </a:lnTo>
                  <a:lnTo>
                    <a:pt x="799512" y="30983"/>
                  </a:lnTo>
                  <a:close/>
                  <a:moveTo>
                    <a:pt x="799512" y="30983"/>
                  </a:moveTo>
                  <a:lnTo>
                    <a:pt x="799456" y="31329"/>
                  </a:lnTo>
                  <a:lnTo>
                    <a:pt x="798821" y="3033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76" name="Input_density__115">
              <a:extLst>
                <a:ext uri="{FF2B5EF4-FFF2-40B4-BE49-F238E27FC236}">
                  <a16:creationId xmlns:a16="http://schemas.microsoft.com/office/drawing/2014/main" id="{988D1EAF-EFC9-81AF-615A-C357C4F1D482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593621"/>
              <a:ext cx="936638" cy="1537010"/>
            </a:xfrm>
            <a:custGeom>
              <a:avLst/>
              <a:gdLst/>
              <a:ahLst/>
              <a:cxnLst/>
              <a:rect l="0" t="0" r="0" b="0"/>
              <a:pathLst>
                <a:path w="936638" h="1537010">
                  <a:moveTo>
                    <a:pt x="190937" y="1500255"/>
                  </a:moveTo>
                  <a:lnTo>
                    <a:pt x="233381" y="1529883"/>
                  </a:lnTo>
                  <a:lnTo>
                    <a:pt x="231949" y="1486300"/>
                  </a:lnTo>
                  <a:close/>
                  <a:moveTo>
                    <a:pt x="190937" y="1500255"/>
                  </a:moveTo>
                  <a:lnTo>
                    <a:pt x="212611" y="1537010"/>
                  </a:lnTo>
                  <a:lnTo>
                    <a:pt x="233381" y="1529883"/>
                  </a:lnTo>
                  <a:close/>
                  <a:moveTo>
                    <a:pt x="258037" y="1338441"/>
                  </a:moveTo>
                  <a:lnTo>
                    <a:pt x="246460" y="1392379"/>
                  </a:lnTo>
                  <a:lnTo>
                    <a:pt x="283387" y="1375195"/>
                  </a:lnTo>
                  <a:close/>
                  <a:moveTo>
                    <a:pt x="303119" y="1366034"/>
                  </a:moveTo>
                  <a:lnTo>
                    <a:pt x="295065" y="1387215"/>
                  </a:lnTo>
                  <a:lnTo>
                    <a:pt x="320429" y="1358012"/>
                  </a:lnTo>
                  <a:close/>
                  <a:moveTo>
                    <a:pt x="283387" y="1375195"/>
                  </a:moveTo>
                  <a:lnTo>
                    <a:pt x="295065" y="1387215"/>
                  </a:lnTo>
                  <a:lnTo>
                    <a:pt x="303119" y="1366034"/>
                  </a:lnTo>
                  <a:close/>
                  <a:moveTo>
                    <a:pt x="258037" y="1338441"/>
                  </a:moveTo>
                  <a:lnTo>
                    <a:pt x="283387" y="1375195"/>
                  </a:lnTo>
                  <a:lnTo>
                    <a:pt x="303119" y="1366034"/>
                  </a:lnTo>
                  <a:close/>
                  <a:moveTo>
                    <a:pt x="320429" y="1358012"/>
                  </a:moveTo>
                  <a:lnTo>
                    <a:pt x="303947" y="1321257"/>
                  </a:lnTo>
                  <a:lnTo>
                    <a:pt x="303119" y="1366034"/>
                  </a:lnTo>
                  <a:close/>
                  <a:moveTo>
                    <a:pt x="222646" y="1228176"/>
                  </a:moveTo>
                  <a:lnTo>
                    <a:pt x="270729" y="1247747"/>
                  </a:lnTo>
                  <a:lnTo>
                    <a:pt x="247440" y="1210992"/>
                  </a:lnTo>
                  <a:close/>
                  <a:moveTo>
                    <a:pt x="346662" y="1268229"/>
                  </a:moveTo>
                  <a:lnTo>
                    <a:pt x="350496" y="1267319"/>
                  </a:lnTo>
                  <a:lnTo>
                    <a:pt x="372091" y="1233631"/>
                  </a:lnTo>
                  <a:close/>
                  <a:moveTo>
                    <a:pt x="400914" y="1295958"/>
                  </a:moveTo>
                  <a:lnTo>
                    <a:pt x="395284" y="1255788"/>
                  </a:lnTo>
                  <a:lnTo>
                    <a:pt x="358209" y="1303588"/>
                  </a:lnTo>
                  <a:close/>
                  <a:moveTo>
                    <a:pt x="372091" y="1233631"/>
                  </a:moveTo>
                  <a:lnTo>
                    <a:pt x="350496" y="1267319"/>
                  </a:lnTo>
                  <a:lnTo>
                    <a:pt x="395284" y="1255788"/>
                  </a:lnTo>
                  <a:close/>
                  <a:moveTo>
                    <a:pt x="132611" y="961136"/>
                  </a:moveTo>
                  <a:lnTo>
                    <a:pt x="150848" y="961092"/>
                  </a:lnTo>
                  <a:lnTo>
                    <a:pt x="142388" y="936524"/>
                  </a:lnTo>
                  <a:close/>
                  <a:moveTo>
                    <a:pt x="142388" y="936524"/>
                  </a:moveTo>
                  <a:lnTo>
                    <a:pt x="167300" y="956095"/>
                  </a:lnTo>
                  <a:lnTo>
                    <a:pt x="168826" y="919340"/>
                  </a:lnTo>
                  <a:close/>
                  <a:moveTo>
                    <a:pt x="167300" y="956095"/>
                  </a:moveTo>
                  <a:lnTo>
                    <a:pt x="182213" y="902157"/>
                  </a:lnTo>
                  <a:lnTo>
                    <a:pt x="168826" y="919340"/>
                  </a:lnTo>
                  <a:close/>
                  <a:moveTo>
                    <a:pt x="0" y="698811"/>
                  </a:moveTo>
                  <a:lnTo>
                    <a:pt x="18933" y="735565"/>
                  </a:lnTo>
                  <a:lnTo>
                    <a:pt x="39341" y="718382"/>
                  </a:lnTo>
                  <a:close/>
                  <a:moveTo>
                    <a:pt x="603639" y="1198585"/>
                  </a:moveTo>
                  <a:lnTo>
                    <a:pt x="604197" y="1218299"/>
                  </a:lnTo>
                  <a:lnTo>
                    <a:pt x="609231" y="1190206"/>
                  </a:lnTo>
                  <a:close/>
                  <a:moveTo>
                    <a:pt x="603639" y="1198585"/>
                  </a:moveTo>
                  <a:lnTo>
                    <a:pt x="623547" y="1144647"/>
                  </a:lnTo>
                  <a:lnTo>
                    <a:pt x="593256" y="1161830"/>
                  </a:lnTo>
                  <a:close/>
                  <a:moveTo>
                    <a:pt x="593256" y="1161830"/>
                  </a:moveTo>
                  <a:lnTo>
                    <a:pt x="623547" y="1144647"/>
                  </a:lnTo>
                  <a:lnTo>
                    <a:pt x="587242" y="1154909"/>
                  </a:lnTo>
                  <a:close/>
                  <a:moveTo>
                    <a:pt x="623547" y="1144647"/>
                  </a:moveTo>
                  <a:lnTo>
                    <a:pt x="603073" y="1117890"/>
                  </a:lnTo>
                  <a:lnTo>
                    <a:pt x="587242" y="1154909"/>
                  </a:lnTo>
                  <a:close/>
                  <a:moveTo>
                    <a:pt x="596394" y="1107892"/>
                  </a:moveTo>
                  <a:lnTo>
                    <a:pt x="587242" y="1154909"/>
                  </a:lnTo>
                  <a:lnTo>
                    <a:pt x="603073" y="1117890"/>
                  </a:lnTo>
                  <a:close/>
                  <a:moveTo>
                    <a:pt x="596394" y="1107892"/>
                  </a:moveTo>
                  <a:lnTo>
                    <a:pt x="567592" y="1125075"/>
                  </a:lnTo>
                  <a:lnTo>
                    <a:pt x="587242" y="1154909"/>
                  </a:lnTo>
                  <a:close/>
                  <a:moveTo>
                    <a:pt x="546308" y="1088320"/>
                  </a:moveTo>
                  <a:lnTo>
                    <a:pt x="567592" y="1125075"/>
                  </a:lnTo>
                  <a:lnTo>
                    <a:pt x="596394" y="1107892"/>
                  </a:lnTo>
                  <a:close/>
                  <a:moveTo>
                    <a:pt x="533914" y="1034382"/>
                  </a:moveTo>
                  <a:lnTo>
                    <a:pt x="530088" y="1065796"/>
                  </a:lnTo>
                  <a:lnTo>
                    <a:pt x="556852" y="1069654"/>
                  </a:lnTo>
                  <a:close/>
                  <a:moveTo>
                    <a:pt x="533914" y="1034382"/>
                  </a:moveTo>
                  <a:lnTo>
                    <a:pt x="519460" y="1051565"/>
                  </a:lnTo>
                  <a:lnTo>
                    <a:pt x="530088" y="1065796"/>
                  </a:lnTo>
                  <a:close/>
                  <a:moveTo>
                    <a:pt x="507711" y="1014810"/>
                  </a:moveTo>
                  <a:lnTo>
                    <a:pt x="519460" y="1051565"/>
                  </a:lnTo>
                  <a:lnTo>
                    <a:pt x="533914" y="1034382"/>
                  </a:lnTo>
                  <a:close/>
                  <a:moveTo>
                    <a:pt x="283010" y="755924"/>
                  </a:moveTo>
                  <a:lnTo>
                    <a:pt x="297229" y="721849"/>
                  </a:lnTo>
                  <a:lnTo>
                    <a:pt x="282312" y="757525"/>
                  </a:lnTo>
                  <a:close/>
                  <a:moveTo>
                    <a:pt x="282312" y="757525"/>
                  </a:moveTo>
                  <a:lnTo>
                    <a:pt x="297229" y="721849"/>
                  </a:lnTo>
                  <a:lnTo>
                    <a:pt x="324352" y="703587"/>
                  </a:lnTo>
                  <a:close/>
                  <a:moveTo>
                    <a:pt x="297229" y="721849"/>
                  </a:moveTo>
                  <a:lnTo>
                    <a:pt x="283010" y="755924"/>
                  </a:lnTo>
                  <a:lnTo>
                    <a:pt x="286712" y="740342"/>
                  </a:lnTo>
                  <a:close/>
                  <a:moveTo>
                    <a:pt x="707426" y="1127463"/>
                  </a:moveTo>
                  <a:lnTo>
                    <a:pt x="704545" y="1151916"/>
                  </a:lnTo>
                  <a:lnTo>
                    <a:pt x="729275" y="1129130"/>
                  </a:lnTo>
                  <a:close/>
                  <a:moveTo>
                    <a:pt x="729275" y="1129130"/>
                  </a:moveTo>
                  <a:lnTo>
                    <a:pt x="704545" y="1151916"/>
                  </a:lnTo>
                  <a:lnTo>
                    <a:pt x="706337" y="1165437"/>
                  </a:lnTo>
                  <a:close/>
                  <a:moveTo>
                    <a:pt x="729275" y="1129130"/>
                  </a:moveTo>
                  <a:lnTo>
                    <a:pt x="706337" y="1165437"/>
                  </a:lnTo>
                  <a:lnTo>
                    <a:pt x="739530" y="1165540"/>
                  </a:lnTo>
                  <a:close/>
                  <a:moveTo>
                    <a:pt x="739530" y="1165540"/>
                  </a:moveTo>
                  <a:lnTo>
                    <a:pt x="706337" y="1165437"/>
                  </a:lnTo>
                  <a:lnTo>
                    <a:pt x="743099" y="1171487"/>
                  </a:lnTo>
                  <a:close/>
                  <a:moveTo>
                    <a:pt x="596394" y="1107892"/>
                  </a:moveTo>
                  <a:lnTo>
                    <a:pt x="603073" y="1117890"/>
                  </a:lnTo>
                  <a:lnTo>
                    <a:pt x="604593" y="1104482"/>
                  </a:lnTo>
                  <a:close/>
                  <a:moveTo>
                    <a:pt x="589069" y="969324"/>
                  </a:moveTo>
                  <a:lnTo>
                    <a:pt x="551718" y="986139"/>
                  </a:lnTo>
                  <a:lnTo>
                    <a:pt x="568319" y="980444"/>
                  </a:lnTo>
                  <a:close/>
                  <a:moveTo>
                    <a:pt x="534595" y="986438"/>
                  </a:moveTo>
                  <a:lnTo>
                    <a:pt x="551718" y="986139"/>
                  </a:lnTo>
                  <a:lnTo>
                    <a:pt x="589069" y="969324"/>
                  </a:lnTo>
                  <a:close/>
                  <a:moveTo>
                    <a:pt x="268916" y="615990"/>
                  </a:moveTo>
                  <a:lnTo>
                    <a:pt x="257672" y="630077"/>
                  </a:lnTo>
                  <a:lnTo>
                    <a:pt x="258433" y="605165"/>
                  </a:lnTo>
                  <a:close/>
                  <a:moveTo>
                    <a:pt x="126907" y="458770"/>
                  </a:moveTo>
                  <a:lnTo>
                    <a:pt x="108280" y="483057"/>
                  </a:lnTo>
                  <a:lnTo>
                    <a:pt x="151443" y="454300"/>
                  </a:lnTo>
                  <a:close/>
                  <a:moveTo>
                    <a:pt x="126907" y="458770"/>
                  </a:moveTo>
                  <a:lnTo>
                    <a:pt x="151443" y="454300"/>
                  </a:lnTo>
                  <a:lnTo>
                    <a:pt x="133383" y="446302"/>
                  </a:lnTo>
                  <a:close/>
                  <a:moveTo>
                    <a:pt x="151443" y="454300"/>
                  </a:moveTo>
                  <a:lnTo>
                    <a:pt x="167626" y="429119"/>
                  </a:lnTo>
                  <a:lnTo>
                    <a:pt x="133383" y="446302"/>
                  </a:lnTo>
                  <a:close/>
                  <a:moveTo>
                    <a:pt x="134954" y="392647"/>
                  </a:moveTo>
                  <a:lnTo>
                    <a:pt x="134629" y="392566"/>
                  </a:lnTo>
                  <a:lnTo>
                    <a:pt x="167626" y="429119"/>
                  </a:lnTo>
                  <a:close/>
                  <a:moveTo>
                    <a:pt x="527792" y="816240"/>
                  </a:moveTo>
                  <a:lnTo>
                    <a:pt x="517938" y="833424"/>
                  </a:lnTo>
                  <a:lnTo>
                    <a:pt x="524208" y="852995"/>
                  </a:lnTo>
                  <a:close/>
                  <a:moveTo>
                    <a:pt x="196507" y="458843"/>
                  </a:moveTo>
                  <a:lnTo>
                    <a:pt x="221325" y="421007"/>
                  </a:lnTo>
                  <a:lnTo>
                    <a:pt x="181421" y="426360"/>
                  </a:lnTo>
                  <a:close/>
                  <a:moveTo>
                    <a:pt x="229467" y="459135"/>
                  </a:moveTo>
                  <a:lnTo>
                    <a:pt x="196507" y="458843"/>
                  </a:lnTo>
                  <a:lnTo>
                    <a:pt x="246530" y="464453"/>
                  </a:lnTo>
                  <a:close/>
                  <a:moveTo>
                    <a:pt x="193421" y="390463"/>
                  </a:moveTo>
                  <a:lnTo>
                    <a:pt x="167626" y="429119"/>
                  </a:lnTo>
                  <a:lnTo>
                    <a:pt x="181421" y="426360"/>
                  </a:lnTo>
                  <a:close/>
                  <a:moveTo>
                    <a:pt x="277619" y="431507"/>
                  </a:moveTo>
                  <a:lnTo>
                    <a:pt x="280511" y="444726"/>
                  </a:lnTo>
                  <a:lnTo>
                    <a:pt x="270552" y="458060"/>
                  </a:lnTo>
                  <a:close/>
                  <a:moveTo>
                    <a:pt x="270552" y="458060"/>
                  </a:moveTo>
                  <a:lnTo>
                    <a:pt x="277514" y="455722"/>
                  </a:lnTo>
                  <a:lnTo>
                    <a:pt x="246530" y="464453"/>
                  </a:lnTo>
                  <a:close/>
                  <a:moveTo>
                    <a:pt x="824565" y="1056342"/>
                  </a:moveTo>
                  <a:lnTo>
                    <a:pt x="853877" y="1082007"/>
                  </a:lnTo>
                  <a:lnTo>
                    <a:pt x="833386" y="1053919"/>
                  </a:lnTo>
                  <a:close/>
                  <a:moveTo>
                    <a:pt x="865158" y="1061700"/>
                  </a:moveTo>
                  <a:lnTo>
                    <a:pt x="863681" y="1039159"/>
                  </a:lnTo>
                  <a:lnTo>
                    <a:pt x="866607" y="1053999"/>
                  </a:lnTo>
                  <a:close/>
                  <a:moveTo>
                    <a:pt x="865158" y="1061700"/>
                  </a:moveTo>
                  <a:lnTo>
                    <a:pt x="842846" y="1056342"/>
                  </a:lnTo>
                  <a:lnTo>
                    <a:pt x="833386" y="1053919"/>
                  </a:lnTo>
                  <a:close/>
                  <a:moveTo>
                    <a:pt x="811486" y="1002403"/>
                  </a:moveTo>
                  <a:lnTo>
                    <a:pt x="824565" y="1056342"/>
                  </a:lnTo>
                  <a:lnTo>
                    <a:pt x="847208" y="1022954"/>
                  </a:lnTo>
                  <a:close/>
                  <a:moveTo>
                    <a:pt x="847208" y="1022954"/>
                  </a:moveTo>
                  <a:lnTo>
                    <a:pt x="824565" y="1056342"/>
                  </a:lnTo>
                  <a:lnTo>
                    <a:pt x="833386" y="1053919"/>
                  </a:lnTo>
                  <a:close/>
                  <a:moveTo>
                    <a:pt x="795371" y="953722"/>
                  </a:moveTo>
                  <a:lnTo>
                    <a:pt x="734698" y="947659"/>
                  </a:lnTo>
                  <a:lnTo>
                    <a:pt x="789912" y="965648"/>
                  </a:lnTo>
                  <a:close/>
                  <a:moveTo>
                    <a:pt x="789912" y="965648"/>
                  </a:moveTo>
                  <a:lnTo>
                    <a:pt x="734698" y="947659"/>
                  </a:lnTo>
                  <a:lnTo>
                    <a:pt x="761054" y="969052"/>
                  </a:lnTo>
                  <a:close/>
                  <a:moveTo>
                    <a:pt x="670496" y="818629"/>
                  </a:moveTo>
                  <a:lnTo>
                    <a:pt x="675303" y="832690"/>
                  </a:lnTo>
                  <a:lnTo>
                    <a:pt x="662970" y="832427"/>
                  </a:lnTo>
                  <a:close/>
                  <a:moveTo>
                    <a:pt x="675303" y="832690"/>
                  </a:moveTo>
                  <a:lnTo>
                    <a:pt x="674338" y="846560"/>
                  </a:lnTo>
                  <a:lnTo>
                    <a:pt x="662970" y="832427"/>
                  </a:lnTo>
                  <a:close/>
                  <a:moveTo>
                    <a:pt x="721583" y="802416"/>
                  </a:moveTo>
                  <a:lnTo>
                    <a:pt x="675303" y="832690"/>
                  </a:lnTo>
                  <a:lnTo>
                    <a:pt x="687230" y="798554"/>
                  </a:lnTo>
                  <a:close/>
                  <a:moveTo>
                    <a:pt x="292241" y="414574"/>
                  </a:moveTo>
                  <a:lnTo>
                    <a:pt x="317205" y="411702"/>
                  </a:lnTo>
                  <a:lnTo>
                    <a:pt x="308587" y="394752"/>
                  </a:lnTo>
                  <a:close/>
                  <a:moveTo>
                    <a:pt x="317205" y="411702"/>
                  </a:moveTo>
                  <a:lnTo>
                    <a:pt x="319257" y="377569"/>
                  </a:lnTo>
                  <a:lnTo>
                    <a:pt x="308587" y="394752"/>
                  </a:lnTo>
                  <a:close/>
                  <a:moveTo>
                    <a:pt x="146684" y="147880"/>
                  </a:moveTo>
                  <a:lnTo>
                    <a:pt x="142655" y="162306"/>
                  </a:lnTo>
                  <a:lnTo>
                    <a:pt x="135201" y="157039"/>
                  </a:lnTo>
                  <a:close/>
                  <a:moveTo>
                    <a:pt x="142655" y="162306"/>
                  </a:moveTo>
                  <a:lnTo>
                    <a:pt x="146684" y="147880"/>
                  </a:lnTo>
                  <a:lnTo>
                    <a:pt x="142307" y="174222"/>
                  </a:lnTo>
                  <a:close/>
                  <a:moveTo>
                    <a:pt x="142307" y="174222"/>
                  </a:moveTo>
                  <a:lnTo>
                    <a:pt x="146684" y="147880"/>
                  </a:lnTo>
                  <a:lnTo>
                    <a:pt x="153054" y="120284"/>
                  </a:lnTo>
                  <a:close/>
                  <a:moveTo>
                    <a:pt x="687230" y="798554"/>
                  </a:moveTo>
                  <a:lnTo>
                    <a:pt x="675303" y="832690"/>
                  </a:lnTo>
                  <a:lnTo>
                    <a:pt x="670496" y="818629"/>
                  </a:lnTo>
                  <a:close/>
                  <a:moveTo>
                    <a:pt x="795371" y="953722"/>
                  </a:moveTo>
                  <a:lnTo>
                    <a:pt x="802004" y="962850"/>
                  </a:lnTo>
                  <a:lnTo>
                    <a:pt x="809768" y="928894"/>
                  </a:lnTo>
                  <a:close/>
                  <a:moveTo>
                    <a:pt x="809768" y="928894"/>
                  </a:moveTo>
                  <a:lnTo>
                    <a:pt x="802004" y="962850"/>
                  </a:lnTo>
                  <a:lnTo>
                    <a:pt x="846857" y="948465"/>
                  </a:lnTo>
                  <a:close/>
                  <a:moveTo>
                    <a:pt x="809768" y="928894"/>
                  </a:moveTo>
                  <a:lnTo>
                    <a:pt x="846857" y="948465"/>
                  </a:lnTo>
                  <a:lnTo>
                    <a:pt x="832743" y="911710"/>
                  </a:lnTo>
                  <a:close/>
                  <a:moveTo>
                    <a:pt x="815336" y="874955"/>
                  </a:moveTo>
                  <a:lnTo>
                    <a:pt x="782001" y="903733"/>
                  </a:lnTo>
                  <a:lnTo>
                    <a:pt x="809768" y="928894"/>
                  </a:lnTo>
                  <a:close/>
                  <a:moveTo>
                    <a:pt x="815336" y="874955"/>
                  </a:moveTo>
                  <a:lnTo>
                    <a:pt x="809768" y="928894"/>
                  </a:lnTo>
                  <a:lnTo>
                    <a:pt x="832743" y="911710"/>
                  </a:lnTo>
                  <a:close/>
                  <a:moveTo>
                    <a:pt x="639105" y="700789"/>
                  </a:moveTo>
                  <a:lnTo>
                    <a:pt x="633383" y="654425"/>
                  </a:lnTo>
                  <a:lnTo>
                    <a:pt x="598133" y="662263"/>
                  </a:lnTo>
                  <a:close/>
                  <a:moveTo>
                    <a:pt x="559505" y="666579"/>
                  </a:moveTo>
                  <a:lnTo>
                    <a:pt x="598133" y="662263"/>
                  </a:lnTo>
                  <a:lnTo>
                    <a:pt x="593379" y="621381"/>
                  </a:lnTo>
                  <a:close/>
                  <a:moveTo>
                    <a:pt x="633383" y="654425"/>
                  </a:moveTo>
                  <a:lnTo>
                    <a:pt x="610420" y="617670"/>
                  </a:lnTo>
                  <a:lnTo>
                    <a:pt x="598133" y="662263"/>
                  </a:lnTo>
                  <a:close/>
                  <a:moveTo>
                    <a:pt x="610420" y="617670"/>
                  </a:moveTo>
                  <a:lnTo>
                    <a:pt x="593379" y="621381"/>
                  </a:lnTo>
                  <a:lnTo>
                    <a:pt x="598133" y="662263"/>
                  </a:lnTo>
                  <a:close/>
                  <a:moveTo>
                    <a:pt x="594080" y="603223"/>
                  </a:moveTo>
                  <a:lnTo>
                    <a:pt x="569141" y="580915"/>
                  </a:lnTo>
                  <a:lnTo>
                    <a:pt x="593379" y="621381"/>
                  </a:lnTo>
                  <a:close/>
                  <a:moveTo>
                    <a:pt x="593379" y="621381"/>
                  </a:moveTo>
                  <a:lnTo>
                    <a:pt x="569141" y="580915"/>
                  </a:lnTo>
                  <a:lnTo>
                    <a:pt x="546289" y="587829"/>
                  </a:lnTo>
                  <a:close/>
                  <a:moveTo>
                    <a:pt x="593379" y="621381"/>
                  </a:moveTo>
                  <a:lnTo>
                    <a:pt x="546289" y="587829"/>
                  </a:lnTo>
                  <a:lnTo>
                    <a:pt x="556477" y="624293"/>
                  </a:lnTo>
                  <a:close/>
                  <a:moveTo>
                    <a:pt x="594080" y="603223"/>
                  </a:moveTo>
                  <a:lnTo>
                    <a:pt x="593379" y="621381"/>
                  </a:lnTo>
                  <a:lnTo>
                    <a:pt x="610420" y="617670"/>
                  </a:lnTo>
                  <a:close/>
                  <a:moveTo>
                    <a:pt x="359741" y="323630"/>
                  </a:moveTo>
                  <a:lnTo>
                    <a:pt x="379090" y="297718"/>
                  </a:lnTo>
                  <a:lnTo>
                    <a:pt x="350385" y="304059"/>
                  </a:lnTo>
                  <a:close/>
                  <a:moveTo>
                    <a:pt x="342816" y="340814"/>
                  </a:moveTo>
                  <a:lnTo>
                    <a:pt x="359741" y="323630"/>
                  </a:lnTo>
                  <a:lnTo>
                    <a:pt x="350385" y="304059"/>
                  </a:lnTo>
                  <a:close/>
                  <a:moveTo>
                    <a:pt x="166141" y="124419"/>
                  </a:moveTo>
                  <a:lnTo>
                    <a:pt x="146684" y="147880"/>
                  </a:lnTo>
                  <a:lnTo>
                    <a:pt x="135201" y="157039"/>
                  </a:lnTo>
                  <a:close/>
                  <a:moveTo>
                    <a:pt x="146684" y="147880"/>
                  </a:moveTo>
                  <a:lnTo>
                    <a:pt x="166141" y="124419"/>
                  </a:lnTo>
                  <a:lnTo>
                    <a:pt x="153054" y="120284"/>
                  </a:lnTo>
                  <a:close/>
                  <a:moveTo>
                    <a:pt x="166141" y="124419"/>
                  </a:moveTo>
                  <a:lnTo>
                    <a:pt x="187706" y="103100"/>
                  </a:lnTo>
                  <a:lnTo>
                    <a:pt x="153054" y="120284"/>
                  </a:lnTo>
                  <a:close/>
                  <a:moveTo>
                    <a:pt x="192889" y="99851"/>
                  </a:moveTo>
                  <a:lnTo>
                    <a:pt x="153054" y="120284"/>
                  </a:lnTo>
                  <a:lnTo>
                    <a:pt x="187706" y="103100"/>
                  </a:lnTo>
                  <a:close/>
                  <a:moveTo>
                    <a:pt x="192889" y="99851"/>
                  </a:moveTo>
                  <a:lnTo>
                    <a:pt x="168196" y="103734"/>
                  </a:lnTo>
                  <a:lnTo>
                    <a:pt x="153054" y="120284"/>
                  </a:lnTo>
                  <a:close/>
                  <a:moveTo>
                    <a:pt x="851184" y="905209"/>
                  </a:moveTo>
                  <a:lnTo>
                    <a:pt x="896249" y="895659"/>
                  </a:lnTo>
                  <a:lnTo>
                    <a:pt x="875453" y="867819"/>
                  </a:lnTo>
                  <a:close/>
                  <a:moveTo>
                    <a:pt x="851184" y="905209"/>
                  </a:moveTo>
                  <a:lnTo>
                    <a:pt x="875453" y="867819"/>
                  </a:lnTo>
                  <a:lnTo>
                    <a:pt x="842233" y="867738"/>
                  </a:lnTo>
                  <a:close/>
                  <a:moveTo>
                    <a:pt x="896249" y="895659"/>
                  </a:moveTo>
                  <a:lnTo>
                    <a:pt x="900012" y="903387"/>
                  </a:lnTo>
                  <a:lnTo>
                    <a:pt x="936638" y="915749"/>
                  </a:lnTo>
                  <a:close/>
                  <a:moveTo>
                    <a:pt x="842233" y="867738"/>
                  </a:moveTo>
                  <a:lnTo>
                    <a:pt x="857705" y="841415"/>
                  </a:lnTo>
                  <a:lnTo>
                    <a:pt x="825789" y="846666"/>
                  </a:lnTo>
                  <a:close/>
                  <a:moveTo>
                    <a:pt x="842233" y="867738"/>
                  </a:moveTo>
                  <a:lnTo>
                    <a:pt x="875453" y="867819"/>
                  </a:lnTo>
                  <a:lnTo>
                    <a:pt x="857705" y="841415"/>
                  </a:lnTo>
                  <a:close/>
                  <a:moveTo>
                    <a:pt x="633383" y="654425"/>
                  </a:moveTo>
                  <a:lnTo>
                    <a:pt x="642882" y="661110"/>
                  </a:lnTo>
                  <a:lnTo>
                    <a:pt x="643144" y="652758"/>
                  </a:lnTo>
                  <a:close/>
                  <a:moveTo>
                    <a:pt x="610420" y="617670"/>
                  </a:moveTo>
                  <a:lnTo>
                    <a:pt x="643144" y="652758"/>
                  </a:lnTo>
                  <a:lnTo>
                    <a:pt x="638350" y="611908"/>
                  </a:lnTo>
                  <a:close/>
                  <a:moveTo>
                    <a:pt x="610420" y="617670"/>
                  </a:moveTo>
                  <a:lnTo>
                    <a:pt x="633383" y="654425"/>
                  </a:lnTo>
                  <a:lnTo>
                    <a:pt x="643144" y="652758"/>
                  </a:lnTo>
                  <a:close/>
                  <a:moveTo>
                    <a:pt x="684391" y="646313"/>
                  </a:moveTo>
                  <a:lnTo>
                    <a:pt x="643144" y="652758"/>
                  </a:lnTo>
                  <a:lnTo>
                    <a:pt x="642882" y="661110"/>
                  </a:lnTo>
                  <a:close/>
                  <a:moveTo>
                    <a:pt x="688557" y="611098"/>
                  </a:moveTo>
                  <a:lnTo>
                    <a:pt x="677039" y="600487"/>
                  </a:lnTo>
                  <a:lnTo>
                    <a:pt x="684391" y="646313"/>
                  </a:lnTo>
                  <a:close/>
                  <a:moveTo>
                    <a:pt x="684391" y="646313"/>
                  </a:moveTo>
                  <a:lnTo>
                    <a:pt x="677039" y="600487"/>
                  </a:lnTo>
                  <a:lnTo>
                    <a:pt x="638350" y="611908"/>
                  </a:lnTo>
                  <a:close/>
                  <a:moveTo>
                    <a:pt x="684391" y="646313"/>
                  </a:moveTo>
                  <a:lnTo>
                    <a:pt x="638350" y="611908"/>
                  </a:lnTo>
                  <a:lnTo>
                    <a:pt x="643144" y="652758"/>
                  </a:lnTo>
                  <a:close/>
                  <a:moveTo>
                    <a:pt x="596533" y="574069"/>
                  </a:moveTo>
                  <a:lnTo>
                    <a:pt x="594080" y="603223"/>
                  </a:lnTo>
                  <a:lnTo>
                    <a:pt x="634579" y="563732"/>
                  </a:lnTo>
                  <a:close/>
                  <a:moveTo>
                    <a:pt x="594080" y="603223"/>
                  </a:moveTo>
                  <a:lnTo>
                    <a:pt x="610420" y="617670"/>
                  </a:lnTo>
                  <a:lnTo>
                    <a:pt x="634579" y="563732"/>
                  </a:lnTo>
                  <a:close/>
                  <a:moveTo>
                    <a:pt x="634579" y="563732"/>
                  </a:moveTo>
                  <a:lnTo>
                    <a:pt x="610420" y="617670"/>
                  </a:lnTo>
                  <a:lnTo>
                    <a:pt x="644355" y="570411"/>
                  </a:lnTo>
                  <a:close/>
                  <a:moveTo>
                    <a:pt x="644355" y="570411"/>
                  </a:moveTo>
                  <a:lnTo>
                    <a:pt x="610420" y="617670"/>
                  </a:lnTo>
                  <a:lnTo>
                    <a:pt x="638350" y="611908"/>
                  </a:lnTo>
                  <a:close/>
                  <a:moveTo>
                    <a:pt x="638350" y="611908"/>
                  </a:moveTo>
                  <a:lnTo>
                    <a:pt x="677039" y="600487"/>
                  </a:lnTo>
                  <a:lnTo>
                    <a:pt x="644355" y="570411"/>
                  </a:lnTo>
                  <a:close/>
                  <a:moveTo>
                    <a:pt x="581579" y="544160"/>
                  </a:moveTo>
                  <a:lnTo>
                    <a:pt x="634579" y="563732"/>
                  </a:lnTo>
                  <a:lnTo>
                    <a:pt x="622170" y="526977"/>
                  </a:lnTo>
                  <a:close/>
                  <a:moveTo>
                    <a:pt x="198962" y="98870"/>
                  </a:moveTo>
                  <a:lnTo>
                    <a:pt x="187706" y="103100"/>
                  </a:lnTo>
                  <a:lnTo>
                    <a:pt x="216946" y="93585"/>
                  </a:lnTo>
                  <a:close/>
                  <a:moveTo>
                    <a:pt x="224831" y="103100"/>
                  </a:moveTo>
                  <a:lnTo>
                    <a:pt x="198962" y="98870"/>
                  </a:lnTo>
                  <a:lnTo>
                    <a:pt x="227185" y="103499"/>
                  </a:lnTo>
                  <a:close/>
                  <a:moveTo>
                    <a:pt x="227185" y="103499"/>
                  </a:moveTo>
                  <a:lnTo>
                    <a:pt x="198962" y="98870"/>
                  </a:lnTo>
                  <a:lnTo>
                    <a:pt x="216946" y="93585"/>
                  </a:lnTo>
                  <a:close/>
                  <a:moveTo>
                    <a:pt x="227185" y="103499"/>
                  </a:moveTo>
                  <a:lnTo>
                    <a:pt x="216946" y="93585"/>
                  </a:lnTo>
                  <a:lnTo>
                    <a:pt x="254516" y="109477"/>
                  </a:lnTo>
                  <a:close/>
                  <a:moveTo>
                    <a:pt x="281565" y="86032"/>
                  </a:moveTo>
                  <a:lnTo>
                    <a:pt x="227185" y="103499"/>
                  </a:lnTo>
                  <a:lnTo>
                    <a:pt x="254516" y="109477"/>
                  </a:lnTo>
                  <a:close/>
                  <a:moveTo>
                    <a:pt x="192889" y="99851"/>
                  </a:moveTo>
                  <a:lnTo>
                    <a:pt x="187706" y="103100"/>
                  </a:lnTo>
                  <a:lnTo>
                    <a:pt x="198962" y="98870"/>
                  </a:lnTo>
                  <a:close/>
                  <a:moveTo>
                    <a:pt x="198962" y="98870"/>
                  </a:moveTo>
                  <a:lnTo>
                    <a:pt x="224831" y="103100"/>
                  </a:lnTo>
                  <a:lnTo>
                    <a:pt x="192889" y="99851"/>
                  </a:lnTo>
                  <a:close/>
                  <a:moveTo>
                    <a:pt x="912824" y="926931"/>
                  </a:moveTo>
                  <a:lnTo>
                    <a:pt x="936638" y="915749"/>
                  </a:lnTo>
                  <a:lnTo>
                    <a:pt x="900012" y="903387"/>
                  </a:lnTo>
                  <a:close/>
                  <a:moveTo>
                    <a:pt x="677039" y="600487"/>
                  </a:moveTo>
                  <a:lnTo>
                    <a:pt x="688557" y="611098"/>
                  </a:lnTo>
                  <a:lnTo>
                    <a:pt x="691824" y="595523"/>
                  </a:lnTo>
                  <a:close/>
                  <a:moveTo>
                    <a:pt x="646650" y="560414"/>
                  </a:moveTo>
                  <a:lnTo>
                    <a:pt x="644355" y="570411"/>
                  </a:lnTo>
                  <a:lnTo>
                    <a:pt x="683763" y="546548"/>
                  </a:lnTo>
                  <a:close/>
                  <a:moveTo>
                    <a:pt x="644355" y="570411"/>
                  </a:moveTo>
                  <a:lnTo>
                    <a:pt x="677039" y="600487"/>
                  </a:lnTo>
                  <a:lnTo>
                    <a:pt x="683763" y="546548"/>
                  </a:lnTo>
                  <a:close/>
                  <a:moveTo>
                    <a:pt x="683763" y="546548"/>
                  </a:moveTo>
                  <a:lnTo>
                    <a:pt x="677039" y="600487"/>
                  </a:lnTo>
                  <a:lnTo>
                    <a:pt x="701097" y="561777"/>
                  </a:lnTo>
                  <a:close/>
                  <a:moveTo>
                    <a:pt x="701097" y="561777"/>
                  </a:moveTo>
                  <a:lnTo>
                    <a:pt x="677039" y="600487"/>
                  </a:lnTo>
                  <a:lnTo>
                    <a:pt x="691824" y="595523"/>
                  </a:lnTo>
                  <a:close/>
                  <a:moveTo>
                    <a:pt x="733646" y="588611"/>
                  </a:moveTo>
                  <a:lnTo>
                    <a:pt x="691824" y="595523"/>
                  </a:lnTo>
                  <a:lnTo>
                    <a:pt x="688557" y="611098"/>
                  </a:lnTo>
                  <a:close/>
                  <a:moveTo>
                    <a:pt x="691824" y="595523"/>
                  </a:moveTo>
                  <a:lnTo>
                    <a:pt x="733646" y="588611"/>
                  </a:lnTo>
                  <a:lnTo>
                    <a:pt x="701097" y="561777"/>
                  </a:lnTo>
                  <a:close/>
                  <a:moveTo>
                    <a:pt x="634579" y="563732"/>
                  </a:moveTo>
                  <a:lnTo>
                    <a:pt x="644355" y="570411"/>
                  </a:lnTo>
                  <a:lnTo>
                    <a:pt x="646650" y="560414"/>
                  </a:lnTo>
                  <a:close/>
                  <a:moveTo>
                    <a:pt x="306179" y="81855"/>
                  </a:moveTo>
                  <a:lnTo>
                    <a:pt x="281565" y="86032"/>
                  </a:lnTo>
                  <a:lnTo>
                    <a:pt x="254516" y="109477"/>
                  </a:lnTo>
                  <a:close/>
                  <a:moveTo>
                    <a:pt x="327069" y="75985"/>
                  </a:moveTo>
                  <a:lnTo>
                    <a:pt x="282158" y="85917"/>
                  </a:lnTo>
                  <a:lnTo>
                    <a:pt x="337486" y="74328"/>
                  </a:lnTo>
                  <a:close/>
                  <a:moveTo>
                    <a:pt x="337486" y="74328"/>
                  </a:moveTo>
                  <a:lnTo>
                    <a:pt x="282158" y="85917"/>
                  </a:lnTo>
                  <a:lnTo>
                    <a:pt x="281565" y="86032"/>
                  </a:lnTo>
                  <a:close/>
                  <a:moveTo>
                    <a:pt x="337486" y="74328"/>
                  </a:moveTo>
                  <a:lnTo>
                    <a:pt x="281565" y="86032"/>
                  </a:lnTo>
                  <a:lnTo>
                    <a:pt x="306179" y="81855"/>
                  </a:lnTo>
                  <a:close/>
                  <a:moveTo>
                    <a:pt x="756102" y="583303"/>
                  </a:moveTo>
                  <a:lnTo>
                    <a:pt x="767488" y="566120"/>
                  </a:lnTo>
                  <a:lnTo>
                    <a:pt x="736970" y="571322"/>
                  </a:lnTo>
                  <a:close/>
                  <a:moveTo>
                    <a:pt x="767488" y="566120"/>
                  </a:moveTo>
                  <a:lnTo>
                    <a:pt x="758327" y="554965"/>
                  </a:lnTo>
                  <a:lnTo>
                    <a:pt x="736970" y="571322"/>
                  </a:lnTo>
                  <a:close/>
                  <a:moveTo>
                    <a:pt x="736970" y="571322"/>
                  </a:moveTo>
                  <a:lnTo>
                    <a:pt x="758327" y="554965"/>
                  </a:lnTo>
                  <a:lnTo>
                    <a:pt x="701097" y="561777"/>
                  </a:lnTo>
                  <a:close/>
                  <a:moveTo>
                    <a:pt x="708562" y="537168"/>
                  </a:moveTo>
                  <a:lnTo>
                    <a:pt x="744807" y="504415"/>
                  </a:lnTo>
                  <a:lnTo>
                    <a:pt x="738170" y="495439"/>
                  </a:lnTo>
                  <a:close/>
                  <a:moveTo>
                    <a:pt x="680434" y="425795"/>
                  </a:moveTo>
                  <a:lnTo>
                    <a:pt x="645205" y="436284"/>
                  </a:lnTo>
                  <a:lnTo>
                    <a:pt x="694819" y="442092"/>
                  </a:lnTo>
                  <a:close/>
                  <a:moveTo>
                    <a:pt x="694819" y="442092"/>
                  </a:moveTo>
                  <a:lnTo>
                    <a:pt x="645205" y="436284"/>
                  </a:lnTo>
                  <a:lnTo>
                    <a:pt x="637662" y="449180"/>
                  </a:lnTo>
                  <a:close/>
                  <a:moveTo>
                    <a:pt x="694819" y="442092"/>
                  </a:moveTo>
                  <a:lnTo>
                    <a:pt x="637662" y="449180"/>
                  </a:lnTo>
                  <a:lnTo>
                    <a:pt x="662418" y="445529"/>
                  </a:lnTo>
                  <a:close/>
                  <a:moveTo>
                    <a:pt x="446694" y="233486"/>
                  </a:moveTo>
                  <a:lnTo>
                    <a:pt x="467962" y="239354"/>
                  </a:lnTo>
                  <a:lnTo>
                    <a:pt x="459409" y="215754"/>
                  </a:lnTo>
                  <a:close/>
                  <a:moveTo>
                    <a:pt x="459409" y="215754"/>
                  </a:moveTo>
                  <a:lnTo>
                    <a:pt x="477933" y="235325"/>
                  </a:lnTo>
                  <a:lnTo>
                    <a:pt x="489095" y="198570"/>
                  </a:lnTo>
                  <a:close/>
                  <a:moveTo>
                    <a:pt x="492319" y="183285"/>
                  </a:moveTo>
                  <a:lnTo>
                    <a:pt x="459409" y="215754"/>
                  </a:lnTo>
                  <a:lnTo>
                    <a:pt x="489095" y="198570"/>
                  </a:lnTo>
                  <a:close/>
                  <a:moveTo>
                    <a:pt x="373485" y="51550"/>
                  </a:moveTo>
                  <a:lnTo>
                    <a:pt x="370317" y="67915"/>
                  </a:lnTo>
                  <a:lnTo>
                    <a:pt x="366165" y="85346"/>
                  </a:lnTo>
                  <a:close/>
                  <a:moveTo>
                    <a:pt x="366165" y="85346"/>
                  </a:moveTo>
                  <a:lnTo>
                    <a:pt x="370317" y="67915"/>
                  </a:lnTo>
                  <a:lnTo>
                    <a:pt x="369965" y="71185"/>
                  </a:lnTo>
                  <a:close/>
                  <a:moveTo>
                    <a:pt x="366165" y="85346"/>
                  </a:moveTo>
                  <a:lnTo>
                    <a:pt x="369965" y="71185"/>
                  </a:lnTo>
                  <a:lnTo>
                    <a:pt x="337486" y="74328"/>
                  </a:lnTo>
                  <a:close/>
                  <a:moveTo>
                    <a:pt x="385946" y="34729"/>
                  </a:moveTo>
                  <a:lnTo>
                    <a:pt x="370317" y="67915"/>
                  </a:lnTo>
                  <a:lnTo>
                    <a:pt x="373485" y="51550"/>
                  </a:lnTo>
                  <a:close/>
                  <a:moveTo>
                    <a:pt x="789320" y="525690"/>
                  </a:moveTo>
                  <a:lnTo>
                    <a:pt x="758320" y="523804"/>
                  </a:lnTo>
                  <a:lnTo>
                    <a:pt x="807736" y="555465"/>
                  </a:lnTo>
                  <a:close/>
                  <a:moveTo>
                    <a:pt x="758320" y="523804"/>
                  </a:moveTo>
                  <a:lnTo>
                    <a:pt x="781114" y="515584"/>
                  </a:lnTo>
                  <a:lnTo>
                    <a:pt x="744807" y="504415"/>
                  </a:lnTo>
                  <a:close/>
                  <a:moveTo>
                    <a:pt x="758320" y="523804"/>
                  </a:moveTo>
                  <a:lnTo>
                    <a:pt x="789320" y="525690"/>
                  </a:lnTo>
                  <a:lnTo>
                    <a:pt x="781114" y="515584"/>
                  </a:lnTo>
                  <a:close/>
                  <a:moveTo>
                    <a:pt x="405976" y="13411"/>
                  </a:moveTo>
                  <a:lnTo>
                    <a:pt x="385946" y="34729"/>
                  </a:lnTo>
                  <a:lnTo>
                    <a:pt x="373485" y="51550"/>
                  </a:lnTo>
                  <a:close/>
                  <a:moveTo>
                    <a:pt x="582870" y="80273"/>
                  </a:moveTo>
                  <a:lnTo>
                    <a:pt x="574292" y="55186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74292" y="55186"/>
                  </a:lnTo>
                  <a:lnTo>
                    <a:pt x="582870" y="80273"/>
                  </a:lnTo>
                  <a:close/>
                  <a:moveTo>
                    <a:pt x="574292" y="55186"/>
                  </a:moveTo>
                  <a:lnTo>
                    <a:pt x="570494" y="53939"/>
                  </a:lnTo>
                  <a:lnTo>
                    <a:pt x="575041" y="51001"/>
                  </a:lnTo>
                  <a:close/>
                  <a:moveTo>
                    <a:pt x="727248" y="183775"/>
                  </a:moveTo>
                  <a:lnTo>
                    <a:pt x="722950" y="194583"/>
                  </a:lnTo>
                  <a:lnTo>
                    <a:pt x="707012" y="199058"/>
                  </a:lnTo>
                  <a:close/>
                  <a:moveTo>
                    <a:pt x="727248" y="183775"/>
                  </a:moveTo>
                  <a:lnTo>
                    <a:pt x="713774" y="195973"/>
                  </a:lnTo>
                  <a:lnTo>
                    <a:pt x="722950" y="194583"/>
                  </a:lnTo>
                  <a:close/>
                  <a:moveTo>
                    <a:pt x="724007" y="147020"/>
                  </a:moveTo>
                  <a:lnTo>
                    <a:pt x="679744" y="164204"/>
                  </a:lnTo>
                  <a:lnTo>
                    <a:pt x="727248" y="183775"/>
                  </a:lnTo>
                  <a:close/>
                  <a:moveTo>
                    <a:pt x="585804" y="91242"/>
                  </a:moveTo>
                  <a:lnTo>
                    <a:pt x="595360" y="73510"/>
                  </a:lnTo>
                  <a:lnTo>
                    <a:pt x="586903" y="89681"/>
                  </a:lnTo>
                  <a:close/>
                  <a:moveTo>
                    <a:pt x="586057" y="90693"/>
                  </a:moveTo>
                  <a:lnTo>
                    <a:pt x="585804" y="91242"/>
                  </a:lnTo>
                  <a:lnTo>
                    <a:pt x="586903" y="89681"/>
                  </a:lnTo>
                  <a:close/>
                  <a:moveTo>
                    <a:pt x="586903" y="89681"/>
                  </a:moveTo>
                  <a:lnTo>
                    <a:pt x="600708" y="50757"/>
                  </a:lnTo>
                  <a:lnTo>
                    <a:pt x="586057" y="90693"/>
                  </a:lnTo>
                  <a:close/>
                  <a:moveTo>
                    <a:pt x="580149" y="50424"/>
                  </a:moveTo>
                  <a:lnTo>
                    <a:pt x="582870" y="80273"/>
                  </a:lnTo>
                  <a:lnTo>
                    <a:pt x="586057" y="90693"/>
                  </a:lnTo>
                  <a:close/>
                  <a:moveTo>
                    <a:pt x="600052" y="36755"/>
                  </a:moveTo>
                  <a:lnTo>
                    <a:pt x="580149" y="50424"/>
                  </a:lnTo>
                  <a:lnTo>
                    <a:pt x="586057" y="90693"/>
                  </a:lnTo>
                  <a:close/>
                  <a:moveTo>
                    <a:pt x="570494" y="53939"/>
                  </a:moveTo>
                  <a:lnTo>
                    <a:pt x="582870" y="80273"/>
                  </a:lnTo>
                  <a:lnTo>
                    <a:pt x="580149" y="50424"/>
                  </a:lnTo>
                  <a:close/>
                  <a:moveTo>
                    <a:pt x="600708" y="50757"/>
                  </a:moveTo>
                  <a:lnTo>
                    <a:pt x="586903" y="89681"/>
                  </a:lnTo>
                  <a:lnTo>
                    <a:pt x="595360" y="73510"/>
                  </a:lnTo>
                  <a:close/>
                  <a:moveTo>
                    <a:pt x="575041" y="51001"/>
                  </a:moveTo>
                  <a:lnTo>
                    <a:pt x="570494" y="53939"/>
                  </a:lnTo>
                  <a:lnTo>
                    <a:pt x="580149" y="50424"/>
                  </a:lnTo>
                  <a:close/>
                  <a:moveTo>
                    <a:pt x="579351" y="17184"/>
                  </a:moveTo>
                  <a:lnTo>
                    <a:pt x="600052" y="36755"/>
                  </a:lnTo>
                  <a:lnTo>
                    <a:pt x="592525" y="0"/>
                  </a:lnTo>
                  <a:close/>
                  <a:moveTo>
                    <a:pt x="727248" y="183775"/>
                  </a:moveTo>
                  <a:lnTo>
                    <a:pt x="735511" y="166592"/>
                  </a:lnTo>
                  <a:lnTo>
                    <a:pt x="724007" y="147020"/>
                  </a:lnTo>
                  <a:close/>
                  <a:moveTo>
                    <a:pt x="751043" y="114529"/>
                  </a:moveTo>
                  <a:lnTo>
                    <a:pt x="735746" y="139433"/>
                  </a:lnTo>
                  <a:lnTo>
                    <a:pt x="740841" y="93082"/>
                  </a:lnTo>
                  <a:close/>
                  <a:moveTo>
                    <a:pt x="619331" y="19572"/>
                  </a:moveTo>
                  <a:lnTo>
                    <a:pt x="592525" y="0"/>
                  </a:lnTo>
                  <a:lnTo>
                    <a:pt x="600052" y="36755"/>
                  </a:lnTo>
                  <a:close/>
                  <a:moveTo>
                    <a:pt x="801212" y="112654"/>
                  </a:moveTo>
                  <a:lnTo>
                    <a:pt x="801740" y="111660"/>
                  </a:lnTo>
                  <a:lnTo>
                    <a:pt x="740841" y="93082"/>
                  </a:lnTo>
                  <a:close/>
                  <a:moveTo>
                    <a:pt x="749907" y="129837"/>
                  </a:moveTo>
                  <a:lnTo>
                    <a:pt x="801212" y="112654"/>
                  </a:lnTo>
                  <a:lnTo>
                    <a:pt x="740841" y="9308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77" name="Input_density__116">
              <a:extLst>
                <a:ext uri="{FF2B5EF4-FFF2-40B4-BE49-F238E27FC236}">
                  <a16:creationId xmlns:a16="http://schemas.microsoft.com/office/drawing/2014/main" id="{6B2E870D-B6A9-C068-1D44-70C8EBF9BF2E}"/>
                </a:ext>
              </a:extLst>
            </p:cNvPr>
            <p:cNvSpPr>
              <a:spLocks noGrp="1"/>
            </p:cNvSpPr>
            <p:nvPr/>
          </p:nvSpPr>
          <p:spPr>
            <a:xfrm>
              <a:off x="885496" y="1610804"/>
              <a:ext cx="900012" cy="1375195"/>
            </a:xfrm>
            <a:custGeom>
              <a:avLst/>
              <a:gdLst/>
              <a:ahLst/>
              <a:cxnLst/>
              <a:rect l="0" t="0" r="0" b="0"/>
              <a:pathLst>
                <a:path w="900012" h="1375195">
                  <a:moveTo>
                    <a:pt x="228973" y="1337295"/>
                  </a:moveTo>
                  <a:lnTo>
                    <a:pt x="228785" y="1343005"/>
                  </a:lnTo>
                  <a:lnTo>
                    <a:pt x="258037" y="1321257"/>
                  </a:lnTo>
                  <a:close/>
                  <a:moveTo>
                    <a:pt x="258037" y="1321257"/>
                  </a:moveTo>
                  <a:lnTo>
                    <a:pt x="228785" y="1343005"/>
                  </a:lnTo>
                  <a:lnTo>
                    <a:pt x="246460" y="1375195"/>
                  </a:lnTo>
                  <a:close/>
                  <a:moveTo>
                    <a:pt x="226437" y="1338440"/>
                  </a:moveTo>
                  <a:lnTo>
                    <a:pt x="228785" y="1343005"/>
                  </a:lnTo>
                  <a:lnTo>
                    <a:pt x="228973" y="1337295"/>
                  </a:lnTo>
                  <a:close/>
                  <a:moveTo>
                    <a:pt x="219332" y="1301685"/>
                  </a:moveTo>
                  <a:lnTo>
                    <a:pt x="228973" y="1337295"/>
                  </a:lnTo>
                  <a:lnTo>
                    <a:pt x="258037" y="1321257"/>
                  </a:lnTo>
                  <a:close/>
                  <a:moveTo>
                    <a:pt x="219332" y="1301685"/>
                  </a:moveTo>
                  <a:lnTo>
                    <a:pt x="258037" y="1321257"/>
                  </a:lnTo>
                  <a:lnTo>
                    <a:pt x="247891" y="1284502"/>
                  </a:lnTo>
                  <a:close/>
                  <a:moveTo>
                    <a:pt x="258037" y="1321257"/>
                  </a:moveTo>
                  <a:lnTo>
                    <a:pt x="303119" y="1348851"/>
                  </a:lnTo>
                  <a:lnTo>
                    <a:pt x="302792" y="1304370"/>
                  </a:lnTo>
                  <a:close/>
                  <a:moveTo>
                    <a:pt x="303947" y="1304073"/>
                  </a:moveTo>
                  <a:lnTo>
                    <a:pt x="302792" y="1304370"/>
                  </a:lnTo>
                  <a:lnTo>
                    <a:pt x="303119" y="1348851"/>
                  </a:lnTo>
                  <a:close/>
                  <a:moveTo>
                    <a:pt x="288882" y="1267318"/>
                  </a:moveTo>
                  <a:lnTo>
                    <a:pt x="302792" y="1304370"/>
                  </a:lnTo>
                  <a:lnTo>
                    <a:pt x="302416" y="1301308"/>
                  </a:lnTo>
                  <a:close/>
                  <a:moveTo>
                    <a:pt x="258037" y="1321257"/>
                  </a:moveTo>
                  <a:lnTo>
                    <a:pt x="302792" y="1304370"/>
                  </a:lnTo>
                  <a:lnTo>
                    <a:pt x="288882" y="1267318"/>
                  </a:lnTo>
                  <a:close/>
                  <a:moveTo>
                    <a:pt x="247891" y="1284502"/>
                  </a:moveTo>
                  <a:lnTo>
                    <a:pt x="258037" y="1321257"/>
                  </a:lnTo>
                  <a:lnTo>
                    <a:pt x="288882" y="1267318"/>
                  </a:lnTo>
                  <a:close/>
                  <a:moveTo>
                    <a:pt x="302792" y="1304370"/>
                  </a:moveTo>
                  <a:lnTo>
                    <a:pt x="303947" y="1304073"/>
                  </a:lnTo>
                  <a:lnTo>
                    <a:pt x="302416" y="1301308"/>
                  </a:lnTo>
                  <a:close/>
                  <a:moveTo>
                    <a:pt x="240646" y="1247747"/>
                  </a:moveTo>
                  <a:lnTo>
                    <a:pt x="247891" y="1284502"/>
                  </a:lnTo>
                  <a:lnTo>
                    <a:pt x="288882" y="1267318"/>
                  </a:lnTo>
                  <a:close/>
                  <a:moveTo>
                    <a:pt x="240646" y="1247747"/>
                  </a:moveTo>
                  <a:lnTo>
                    <a:pt x="288882" y="1267318"/>
                  </a:lnTo>
                  <a:lnTo>
                    <a:pt x="270729" y="1230563"/>
                  </a:lnTo>
                  <a:close/>
                  <a:moveTo>
                    <a:pt x="232231" y="1157054"/>
                  </a:moveTo>
                  <a:lnTo>
                    <a:pt x="222646" y="1210992"/>
                  </a:lnTo>
                  <a:lnTo>
                    <a:pt x="247440" y="1193808"/>
                  </a:lnTo>
                  <a:close/>
                  <a:moveTo>
                    <a:pt x="356654" y="1286890"/>
                  </a:moveTo>
                  <a:lnTo>
                    <a:pt x="354707" y="1276028"/>
                  </a:lnTo>
                  <a:lnTo>
                    <a:pt x="303947" y="1304073"/>
                  </a:lnTo>
                  <a:close/>
                  <a:moveTo>
                    <a:pt x="303947" y="1304073"/>
                  </a:moveTo>
                  <a:lnTo>
                    <a:pt x="354707" y="127602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54707" y="1276028"/>
                  </a:lnTo>
                  <a:lnTo>
                    <a:pt x="346662" y="1251046"/>
                  </a:lnTo>
                  <a:close/>
                  <a:moveTo>
                    <a:pt x="303947" y="1304073"/>
                  </a:moveTo>
                  <a:lnTo>
                    <a:pt x="297342" y="1264053"/>
                  </a:lnTo>
                  <a:lnTo>
                    <a:pt x="302416" y="1301308"/>
                  </a:lnTo>
                  <a:close/>
                  <a:moveTo>
                    <a:pt x="288882" y="1267318"/>
                  </a:moveTo>
                  <a:lnTo>
                    <a:pt x="302416" y="1301308"/>
                  </a:lnTo>
                  <a:lnTo>
                    <a:pt x="297342" y="1264053"/>
                  </a:lnTo>
                  <a:close/>
                  <a:moveTo>
                    <a:pt x="270729" y="1230563"/>
                  </a:moveTo>
                  <a:lnTo>
                    <a:pt x="297342" y="1264053"/>
                  </a:lnTo>
                  <a:lnTo>
                    <a:pt x="292820" y="1222982"/>
                  </a:lnTo>
                  <a:close/>
                  <a:moveTo>
                    <a:pt x="270729" y="1230563"/>
                  </a:moveTo>
                  <a:lnTo>
                    <a:pt x="288882" y="1267318"/>
                  </a:lnTo>
                  <a:lnTo>
                    <a:pt x="297342" y="1264053"/>
                  </a:lnTo>
                  <a:close/>
                  <a:moveTo>
                    <a:pt x="297342" y="1264053"/>
                  </a:moveTo>
                  <a:lnTo>
                    <a:pt x="346662" y="1251046"/>
                  </a:lnTo>
                  <a:lnTo>
                    <a:pt x="330793" y="1219199"/>
                  </a:lnTo>
                  <a:close/>
                  <a:moveTo>
                    <a:pt x="297342" y="1264053"/>
                  </a:moveTo>
                  <a:lnTo>
                    <a:pt x="330793" y="1219199"/>
                  </a:lnTo>
                  <a:lnTo>
                    <a:pt x="292820" y="1222982"/>
                  </a:lnTo>
                  <a:close/>
                  <a:moveTo>
                    <a:pt x="346662" y="1251046"/>
                  </a:moveTo>
                  <a:lnTo>
                    <a:pt x="354707" y="1276028"/>
                  </a:lnTo>
                  <a:lnTo>
                    <a:pt x="350496" y="1250135"/>
                  </a:lnTo>
                  <a:close/>
                  <a:moveTo>
                    <a:pt x="247440" y="1193808"/>
                  </a:moveTo>
                  <a:lnTo>
                    <a:pt x="292820" y="1222982"/>
                  </a:lnTo>
                  <a:lnTo>
                    <a:pt x="286148" y="1183659"/>
                  </a:lnTo>
                  <a:close/>
                  <a:moveTo>
                    <a:pt x="247440" y="1193808"/>
                  </a:moveTo>
                  <a:lnTo>
                    <a:pt x="270729" y="1230563"/>
                  </a:lnTo>
                  <a:lnTo>
                    <a:pt x="292820" y="1222982"/>
                  </a:lnTo>
                  <a:close/>
                  <a:moveTo>
                    <a:pt x="232231" y="1157054"/>
                  </a:moveTo>
                  <a:lnTo>
                    <a:pt x="286148" y="1183659"/>
                  </a:lnTo>
                  <a:lnTo>
                    <a:pt x="276227" y="1146978"/>
                  </a:lnTo>
                  <a:close/>
                  <a:moveTo>
                    <a:pt x="232231" y="1157054"/>
                  </a:moveTo>
                  <a:lnTo>
                    <a:pt x="247440" y="1193808"/>
                  </a:lnTo>
                  <a:lnTo>
                    <a:pt x="286148" y="1183659"/>
                  </a:lnTo>
                  <a:close/>
                  <a:moveTo>
                    <a:pt x="358209" y="1286405"/>
                  </a:moveTo>
                  <a:lnTo>
                    <a:pt x="350496" y="1250135"/>
                  </a:lnTo>
                  <a:lnTo>
                    <a:pt x="354707" y="1276028"/>
                  </a:lnTo>
                  <a:close/>
                  <a:moveTo>
                    <a:pt x="395284" y="1238605"/>
                  </a:moveTo>
                  <a:lnTo>
                    <a:pt x="350496" y="1250135"/>
                  </a:lnTo>
                  <a:lnTo>
                    <a:pt x="358209" y="1286405"/>
                  </a:lnTo>
                  <a:close/>
                  <a:moveTo>
                    <a:pt x="0" y="681627"/>
                  </a:moveTo>
                  <a:lnTo>
                    <a:pt x="39341" y="701198"/>
                  </a:lnTo>
                  <a:lnTo>
                    <a:pt x="33669" y="664444"/>
                  </a:lnTo>
                  <a:close/>
                  <a:moveTo>
                    <a:pt x="39116" y="651128"/>
                  </a:moveTo>
                  <a:lnTo>
                    <a:pt x="0" y="681627"/>
                  </a:lnTo>
                  <a:lnTo>
                    <a:pt x="33669" y="664444"/>
                  </a:lnTo>
                  <a:close/>
                  <a:moveTo>
                    <a:pt x="469454" y="1179013"/>
                  </a:moveTo>
                  <a:lnTo>
                    <a:pt x="488918" y="1211676"/>
                  </a:lnTo>
                  <a:lnTo>
                    <a:pt x="499529" y="1163284"/>
                  </a:lnTo>
                  <a:close/>
                  <a:moveTo>
                    <a:pt x="461442" y="1142258"/>
                  </a:moveTo>
                  <a:lnTo>
                    <a:pt x="499529" y="1163284"/>
                  </a:lnTo>
                  <a:lnTo>
                    <a:pt x="476577" y="1137197"/>
                  </a:lnTo>
                  <a:close/>
                  <a:moveTo>
                    <a:pt x="461442" y="1142258"/>
                  </a:moveTo>
                  <a:lnTo>
                    <a:pt x="469454" y="1179013"/>
                  </a:lnTo>
                  <a:lnTo>
                    <a:pt x="499529" y="1163284"/>
                  </a:lnTo>
                  <a:close/>
                  <a:moveTo>
                    <a:pt x="33669" y="664444"/>
                  </a:moveTo>
                  <a:lnTo>
                    <a:pt x="69965" y="670258"/>
                  </a:lnTo>
                  <a:lnTo>
                    <a:pt x="49403" y="658976"/>
                  </a:lnTo>
                  <a:close/>
                  <a:moveTo>
                    <a:pt x="39116" y="651128"/>
                  </a:moveTo>
                  <a:lnTo>
                    <a:pt x="33669" y="664444"/>
                  </a:lnTo>
                  <a:lnTo>
                    <a:pt x="49403" y="658976"/>
                  </a:lnTo>
                  <a:close/>
                  <a:moveTo>
                    <a:pt x="49403" y="658976"/>
                  </a:moveTo>
                  <a:lnTo>
                    <a:pt x="67416" y="632361"/>
                  </a:lnTo>
                  <a:lnTo>
                    <a:pt x="39116" y="651128"/>
                  </a:lnTo>
                  <a:close/>
                  <a:moveTo>
                    <a:pt x="49403" y="658976"/>
                  </a:moveTo>
                  <a:lnTo>
                    <a:pt x="91942" y="651481"/>
                  </a:lnTo>
                  <a:lnTo>
                    <a:pt x="67416" y="632361"/>
                  </a:lnTo>
                  <a:close/>
                  <a:moveTo>
                    <a:pt x="91942" y="651481"/>
                  </a:moveTo>
                  <a:lnTo>
                    <a:pt x="49403" y="658976"/>
                  </a:lnTo>
                  <a:lnTo>
                    <a:pt x="102903" y="668832"/>
                  </a:lnTo>
                  <a:close/>
                  <a:moveTo>
                    <a:pt x="49403" y="658976"/>
                  </a:moveTo>
                  <a:lnTo>
                    <a:pt x="69965" y="670258"/>
                  </a:lnTo>
                  <a:lnTo>
                    <a:pt x="102903" y="668832"/>
                  </a:lnTo>
                  <a:close/>
                  <a:moveTo>
                    <a:pt x="128081" y="649189"/>
                  </a:moveTo>
                  <a:lnTo>
                    <a:pt x="91942" y="651481"/>
                  </a:lnTo>
                  <a:lnTo>
                    <a:pt x="132425" y="654635"/>
                  </a:lnTo>
                  <a:close/>
                  <a:moveTo>
                    <a:pt x="91942" y="651481"/>
                  </a:moveTo>
                  <a:lnTo>
                    <a:pt x="102903" y="668832"/>
                  </a:lnTo>
                  <a:lnTo>
                    <a:pt x="132425" y="654635"/>
                  </a:lnTo>
                  <a:close/>
                  <a:moveTo>
                    <a:pt x="503347" y="1161830"/>
                  </a:moveTo>
                  <a:lnTo>
                    <a:pt x="560754" y="1163268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60754" y="1163268"/>
                  </a:lnTo>
                  <a:lnTo>
                    <a:pt x="586318" y="1181401"/>
                  </a:lnTo>
                  <a:close/>
                  <a:moveTo>
                    <a:pt x="529843" y="1143903"/>
                  </a:moveTo>
                  <a:lnTo>
                    <a:pt x="503347" y="1161830"/>
                  </a:lnTo>
                  <a:lnTo>
                    <a:pt x="544504" y="1153809"/>
                  </a:lnTo>
                  <a:close/>
                  <a:moveTo>
                    <a:pt x="544504" y="1153809"/>
                  </a:moveTo>
                  <a:lnTo>
                    <a:pt x="587242" y="1137725"/>
                  </a:lnTo>
                  <a:lnTo>
                    <a:pt x="535515" y="1125075"/>
                  </a:lnTo>
                  <a:close/>
                  <a:moveTo>
                    <a:pt x="535515" y="1125075"/>
                  </a:moveTo>
                  <a:lnTo>
                    <a:pt x="587242" y="1137725"/>
                  </a:lnTo>
                  <a:lnTo>
                    <a:pt x="567592" y="1107892"/>
                  </a:lnTo>
                  <a:close/>
                  <a:moveTo>
                    <a:pt x="535515" y="1125075"/>
                  </a:moveTo>
                  <a:lnTo>
                    <a:pt x="529843" y="1143903"/>
                  </a:lnTo>
                  <a:lnTo>
                    <a:pt x="544504" y="1153809"/>
                  </a:lnTo>
                  <a:close/>
                  <a:moveTo>
                    <a:pt x="507711" y="997627"/>
                  </a:moveTo>
                  <a:lnTo>
                    <a:pt x="533914" y="1017198"/>
                  </a:lnTo>
                  <a:lnTo>
                    <a:pt x="530488" y="980443"/>
                  </a:lnTo>
                  <a:close/>
                  <a:moveTo>
                    <a:pt x="534595" y="969254"/>
                  </a:moveTo>
                  <a:lnTo>
                    <a:pt x="507711" y="997627"/>
                  </a:lnTo>
                  <a:lnTo>
                    <a:pt x="530488" y="980443"/>
                  </a:lnTo>
                  <a:close/>
                  <a:moveTo>
                    <a:pt x="530488" y="980443"/>
                  </a:moveTo>
                  <a:lnTo>
                    <a:pt x="567184" y="994891"/>
                  </a:lnTo>
                  <a:lnTo>
                    <a:pt x="551718" y="968956"/>
                  </a:lnTo>
                  <a:close/>
                  <a:moveTo>
                    <a:pt x="534595" y="969254"/>
                  </a:moveTo>
                  <a:lnTo>
                    <a:pt x="530488" y="980443"/>
                  </a:lnTo>
                  <a:lnTo>
                    <a:pt x="551718" y="968956"/>
                  </a:lnTo>
                  <a:close/>
                  <a:moveTo>
                    <a:pt x="420513" y="615282"/>
                  </a:moveTo>
                  <a:lnTo>
                    <a:pt x="392581" y="659089"/>
                  </a:lnTo>
                  <a:lnTo>
                    <a:pt x="413158" y="652036"/>
                  </a:lnTo>
                  <a:close/>
                  <a:moveTo>
                    <a:pt x="420513" y="615282"/>
                  </a:moveTo>
                  <a:lnTo>
                    <a:pt x="453927" y="636305"/>
                  </a:lnTo>
                  <a:lnTo>
                    <a:pt x="429585" y="611347"/>
                  </a:lnTo>
                  <a:close/>
                  <a:moveTo>
                    <a:pt x="420513" y="615282"/>
                  </a:moveTo>
                  <a:lnTo>
                    <a:pt x="413158" y="652036"/>
                  </a:lnTo>
                  <a:lnTo>
                    <a:pt x="453927" y="636305"/>
                  </a:lnTo>
                  <a:close/>
                  <a:moveTo>
                    <a:pt x="457309" y="634853"/>
                  </a:moveTo>
                  <a:lnTo>
                    <a:pt x="461324" y="598098"/>
                  </a:lnTo>
                  <a:lnTo>
                    <a:pt x="453927" y="636305"/>
                  </a:lnTo>
                  <a:close/>
                  <a:moveTo>
                    <a:pt x="461324" y="598098"/>
                  </a:moveTo>
                  <a:lnTo>
                    <a:pt x="429585" y="611347"/>
                  </a:lnTo>
                  <a:lnTo>
                    <a:pt x="453927" y="636305"/>
                  </a:lnTo>
                  <a:close/>
                  <a:moveTo>
                    <a:pt x="423510" y="610660"/>
                  </a:moveTo>
                  <a:lnTo>
                    <a:pt x="420513" y="615282"/>
                  </a:lnTo>
                  <a:lnTo>
                    <a:pt x="429585" y="611347"/>
                  </a:lnTo>
                  <a:close/>
                  <a:moveTo>
                    <a:pt x="456260" y="561343"/>
                  </a:moveTo>
                  <a:lnTo>
                    <a:pt x="429585" y="611347"/>
                  </a:lnTo>
                  <a:lnTo>
                    <a:pt x="461324" y="598098"/>
                  </a:lnTo>
                  <a:close/>
                  <a:moveTo>
                    <a:pt x="824565" y="1039158"/>
                  </a:moveTo>
                  <a:lnTo>
                    <a:pt x="824393" y="1075913"/>
                  </a:lnTo>
                  <a:lnTo>
                    <a:pt x="853877" y="1064824"/>
                  </a:lnTo>
                  <a:close/>
                  <a:moveTo>
                    <a:pt x="872489" y="1058730"/>
                  </a:moveTo>
                  <a:lnTo>
                    <a:pt x="863681" y="1021975"/>
                  </a:lnTo>
                  <a:lnTo>
                    <a:pt x="865158" y="1044517"/>
                  </a:lnTo>
                  <a:close/>
                  <a:moveTo>
                    <a:pt x="853877" y="1064824"/>
                  </a:moveTo>
                  <a:lnTo>
                    <a:pt x="872489" y="1058730"/>
                  </a:lnTo>
                  <a:lnTo>
                    <a:pt x="865158" y="1044517"/>
                  </a:lnTo>
                  <a:close/>
                  <a:moveTo>
                    <a:pt x="833386" y="1036736"/>
                  </a:moveTo>
                  <a:lnTo>
                    <a:pt x="853877" y="1064824"/>
                  </a:lnTo>
                  <a:lnTo>
                    <a:pt x="865158" y="1044517"/>
                  </a:lnTo>
                  <a:close/>
                  <a:moveTo>
                    <a:pt x="456260" y="561343"/>
                  </a:moveTo>
                  <a:lnTo>
                    <a:pt x="491422" y="547583"/>
                  </a:lnTo>
                  <a:lnTo>
                    <a:pt x="488399" y="545874"/>
                  </a:lnTo>
                  <a:close/>
                  <a:moveTo>
                    <a:pt x="486655" y="580915"/>
                  </a:moveTo>
                  <a:lnTo>
                    <a:pt x="491422" y="547583"/>
                  </a:lnTo>
                  <a:lnTo>
                    <a:pt x="456260" y="561343"/>
                  </a:lnTo>
                  <a:close/>
                  <a:moveTo>
                    <a:pt x="461324" y="598098"/>
                  </a:moveTo>
                  <a:lnTo>
                    <a:pt x="486655" y="580915"/>
                  </a:lnTo>
                  <a:lnTo>
                    <a:pt x="456260" y="561343"/>
                  </a:lnTo>
                  <a:close/>
                  <a:moveTo>
                    <a:pt x="465332" y="546244"/>
                  </a:moveTo>
                  <a:lnTo>
                    <a:pt x="456260" y="561343"/>
                  </a:lnTo>
                  <a:lnTo>
                    <a:pt x="488399" y="545874"/>
                  </a:lnTo>
                  <a:close/>
                  <a:moveTo>
                    <a:pt x="508947" y="507405"/>
                  </a:moveTo>
                  <a:lnTo>
                    <a:pt x="488399" y="545874"/>
                  </a:lnTo>
                  <a:lnTo>
                    <a:pt x="491832" y="544160"/>
                  </a:lnTo>
                  <a:close/>
                  <a:moveTo>
                    <a:pt x="488399" y="545874"/>
                  </a:moveTo>
                  <a:lnTo>
                    <a:pt x="491422" y="547583"/>
                  </a:lnTo>
                  <a:lnTo>
                    <a:pt x="491832" y="544160"/>
                  </a:lnTo>
                  <a:close/>
                  <a:moveTo>
                    <a:pt x="317205" y="394518"/>
                  </a:moveTo>
                  <a:lnTo>
                    <a:pt x="292241" y="397390"/>
                  </a:lnTo>
                  <a:lnTo>
                    <a:pt x="277619" y="414323"/>
                  </a:lnTo>
                  <a:close/>
                  <a:moveTo>
                    <a:pt x="795371" y="936539"/>
                  </a:moveTo>
                  <a:lnTo>
                    <a:pt x="789912" y="948465"/>
                  </a:lnTo>
                  <a:lnTo>
                    <a:pt x="802004" y="945666"/>
                  </a:lnTo>
                  <a:close/>
                  <a:moveTo>
                    <a:pt x="783612" y="871124"/>
                  </a:moveTo>
                  <a:lnTo>
                    <a:pt x="782001" y="886549"/>
                  </a:lnTo>
                  <a:lnTo>
                    <a:pt x="815336" y="857771"/>
                  </a:lnTo>
                  <a:close/>
                  <a:moveTo>
                    <a:pt x="825789" y="829482"/>
                  </a:moveTo>
                  <a:lnTo>
                    <a:pt x="771517" y="847353"/>
                  </a:lnTo>
                  <a:lnTo>
                    <a:pt x="815336" y="857771"/>
                  </a:lnTo>
                  <a:close/>
                  <a:moveTo>
                    <a:pt x="815336" y="857771"/>
                  </a:moveTo>
                  <a:lnTo>
                    <a:pt x="771517" y="847353"/>
                  </a:lnTo>
                  <a:lnTo>
                    <a:pt x="783612" y="871124"/>
                  </a:lnTo>
                  <a:close/>
                  <a:moveTo>
                    <a:pt x="491422" y="547583"/>
                  </a:moveTo>
                  <a:lnTo>
                    <a:pt x="486655" y="580915"/>
                  </a:lnTo>
                  <a:lnTo>
                    <a:pt x="510728" y="572468"/>
                  </a:lnTo>
                  <a:close/>
                  <a:moveTo>
                    <a:pt x="510728" y="572468"/>
                  </a:moveTo>
                  <a:lnTo>
                    <a:pt x="491832" y="544160"/>
                  </a:lnTo>
                  <a:lnTo>
                    <a:pt x="491422" y="547583"/>
                  </a:lnTo>
                  <a:close/>
                  <a:moveTo>
                    <a:pt x="542340" y="529109"/>
                  </a:moveTo>
                  <a:lnTo>
                    <a:pt x="491832" y="544160"/>
                  </a:lnTo>
                  <a:lnTo>
                    <a:pt x="510728" y="572468"/>
                  </a:lnTo>
                  <a:close/>
                  <a:moveTo>
                    <a:pt x="546289" y="570645"/>
                  </a:moveTo>
                  <a:lnTo>
                    <a:pt x="542340" y="529109"/>
                  </a:lnTo>
                  <a:lnTo>
                    <a:pt x="510728" y="572468"/>
                  </a:lnTo>
                  <a:close/>
                  <a:moveTo>
                    <a:pt x="569141" y="563732"/>
                  </a:moveTo>
                  <a:lnTo>
                    <a:pt x="579729" y="532384"/>
                  </a:lnTo>
                  <a:lnTo>
                    <a:pt x="546289" y="570645"/>
                  </a:lnTo>
                  <a:close/>
                  <a:moveTo>
                    <a:pt x="546289" y="570645"/>
                  </a:moveTo>
                  <a:lnTo>
                    <a:pt x="579729" y="532384"/>
                  </a:lnTo>
                  <a:lnTo>
                    <a:pt x="576597" y="528347"/>
                  </a:lnTo>
                  <a:close/>
                  <a:moveTo>
                    <a:pt x="546289" y="570645"/>
                  </a:moveTo>
                  <a:lnTo>
                    <a:pt x="576597" y="528347"/>
                  </a:lnTo>
                  <a:lnTo>
                    <a:pt x="542340" y="529109"/>
                  </a:lnTo>
                  <a:close/>
                  <a:moveTo>
                    <a:pt x="581579" y="526977"/>
                  </a:moveTo>
                  <a:lnTo>
                    <a:pt x="576597" y="528347"/>
                  </a:lnTo>
                  <a:lnTo>
                    <a:pt x="579729" y="532384"/>
                  </a:lnTo>
                  <a:close/>
                  <a:moveTo>
                    <a:pt x="508947" y="507405"/>
                  </a:moveTo>
                  <a:lnTo>
                    <a:pt x="542340" y="529109"/>
                  </a:lnTo>
                  <a:lnTo>
                    <a:pt x="519443" y="502977"/>
                  </a:lnTo>
                  <a:close/>
                  <a:moveTo>
                    <a:pt x="508947" y="507405"/>
                  </a:moveTo>
                  <a:lnTo>
                    <a:pt x="491832" y="544160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19443" y="502977"/>
                  </a:lnTo>
                  <a:lnTo>
                    <a:pt x="542340" y="529109"/>
                  </a:lnTo>
                  <a:close/>
                  <a:moveTo>
                    <a:pt x="576597" y="528347"/>
                  </a:moveTo>
                  <a:lnTo>
                    <a:pt x="581579" y="526977"/>
                  </a:lnTo>
                  <a:lnTo>
                    <a:pt x="575488" y="516527"/>
                  </a:lnTo>
                  <a:close/>
                  <a:moveTo>
                    <a:pt x="857396" y="927722"/>
                  </a:moveTo>
                  <a:lnTo>
                    <a:pt x="900012" y="886203"/>
                  </a:lnTo>
                  <a:lnTo>
                    <a:pt x="896249" y="878476"/>
                  </a:lnTo>
                  <a:close/>
                  <a:moveTo>
                    <a:pt x="857396" y="927722"/>
                  </a:moveTo>
                  <a:lnTo>
                    <a:pt x="896249" y="878476"/>
                  </a:lnTo>
                  <a:lnTo>
                    <a:pt x="851184" y="888025"/>
                  </a:lnTo>
                  <a:close/>
                  <a:moveTo>
                    <a:pt x="815336" y="857771"/>
                  </a:moveTo>
                  <a:lnTo>
                    <a:pt x="851184" y="888025"/>
                  </a:lnTo>
                  <a:lnTo>
                    <a:pt x="842233" y="850554"/>
                  </a:lnTo>
                  <a:close/>
                  <a:moveTo>
                    <a:pt x="815336" y="857771"/>
                  </a:moveTo>
                  <a:lnTo>
                    <a:pt x="832743" y="894526"/>
                  </a:lnTo>
                  <a:lnTo>
                    <a:pt x="851184" y="888025"/>
                  </a:lnTo>
                  <a:close/>
                  <a:moveTo>
                    <a:pt x="825789" y="829482"/>
                  </a:moveTo>
                  <a:lnTo>
                    <a:pt x="815336" y="857771"/>
                  </a:lnTo>
                  <a:lnTo>
                    <a:pt x="842233" y="850554"/>
                  </a:lnTo>
                  <a:close/>
                  <a:moveTo>
                    <a:pt x="761663" y="693568"/>
                  </a:moveTo>
                  <a:lnTo>
                    <a:pt x="776989" y="675395"/>
                  </a:lnTo>
                  <a:lnTo>
                    <a:pt x="726174" y="673996"/>
                  </a:lnTo>
                  <a:close/>
                  <a:moveTo>
                    <a:pt x="729044" y="710751"/>
                  </a:moveTo>
                  <a:lnTo>
                    <a:pt x="761663" y="693568"/>
                  </a:lnTo>
                  <a:lnTo>
                    <a:pt x="726174" y="673996"/>
                  </a:lnTo>
                  <a:close/>
                  <a:moveTo>
                    <a:pt x="569141" y="563732"/>
                  </a:moveTo>
                  <a:lnTo>
                    <a:pt x="594080" y="586039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69141" y="563732"/>
                  </a:lnTo>
                  <a:lnTo>
                    <a:pt x="596533" y="556886"/>
                  </a:lnTo>
                  <a:close/>
                  <a:moveTo>
                    <a:pt x="579729" y="532384"/>
                  </a:moveTo>
                  <a:lnTo>
                    <a:pt x="596533" y="556886"/>
                  </a:lnTo>
                  <a:lnTo>
                    <a:pt x="581579" y="526977"/>
                  </a:lnTo>
                  <a:close/>
                  <a:moveTo>
                    <a:pt x="581579" y="526977"/>
                  </a:moveTo>
                  <a:lnTo>
                    <a:pt x="596533" y="556886"/>
                  </a:lnTo>
                  <a:lnTo>
                    <a:pt x="634579" y="546548"/>
                  </a:lnTo>
                  <a:close/>
                  <a:moveTo>
                    <a:pt x="583337" y="478120"/>
                  </a:moveTo>
                  <a:lnTo>
                    <a:pt x="575488" y="516527"/>
                  </a:lnTo>
                  <a:lnTo>
                    <a:pt x="592797" y="473038"/>
                  </a:lnTo>
                  <a:close/>
                  <a:moveTo>
                    <a:pt x="592797" y="473038"/>
                  </a:moveTo>
                  <a:lnTo>
                    <a:pt x="575488" y="516527"/>
                  </a:lnTo>
                  <a:lnTo>
                    <a:pt x="581579" y="526977"/>
                  </a:lnTo>
                  <a:close/>
                  <a:moveTo>
                    <a:pt x="592797" y="473038"/>
                  </a:moveTo>
                  <a:lnTo>
                    <a:pt x="581579" y="526977"/>
                  </a:lnTo>
                  <a:lnTo>
                    <a:pt x="622170" y="509793"/>
                  </a:lnTo>
                  <a:close/>
                  <a:moveTo>
                    <a:pt x="557470" y="490222"/>
                  </a:moveTo>
                  <a:lnTo>
                    <a:pt x="575488" y="516527"/>
                  </a:lnTo>
                  <a:lnTo>
                    <a:pt x="583337" y="478120"/>
                  </a:lnTo>
                  <a:close/>
                  <a:moveTo>
                    <a:pt x="564633" y="453467"/>
                  </a:moveTo>
                  <a:lnTo>
                    <a:pt x="583337" y="478120"/>
                  </a:lnTo>
                  <a:lnTo>
                    <a:pt x="592797" y="473038"/>
                  </a:lnTo>
                  <a:close/>
                  <a:moveTo>
                    <a:pt x="596327" y="436283"/>
                  </a:moveTo>
                  <a:lnTo>
                    <a:pt x="637662" y="431997"/>
                  </a:lnTo>
                  <a:lnTo>
                    <a:pt x="620211" y="430484"/>
                  </a:lnTo>
                  <a:close/>
                  <a:moveTo>
                    <a:pt x="620093" y="455855"/>
                  </a:moveTo>
                  <a:lnTo>
                    <a:pt x="637662" y="431997"/>
                  </a:lnTo>
                  <a:lnTo>
                    <a:pt x="596327" y="436283"/>
                  </a:lnTo>
                  <a:close/>
                  <a:moveTo>
                    <a:pt x="592797" y="473038"/>
                  </a:moveTo>
                  <a:lnTo>
                    <a:pt x="620093" y="455855"/>
                  </a:lnTo>
                  <a:lnTo>
                    <a:pt x="596327" y="436283"/>
                  </a:lnTo>
                  <a:close/>
                  <a:moveTo>
                    <a:pt x="620211" y="430484"/>
                  </a:moveTo>
                  <a:lnTo>
                    <a:pt x="637662" y="431997"/>
                  </a:lnTo>
                  <a:lnTo>
                    <a:pt x="645205" y="419100"/>
                  </a:lnTo>
                  <a:close/>
                  <a:moveTo>
                    <a:pt x="662418" y="428345"/>
                  </a:moveTo>
                  <a:lnTo>
                    <a:pt x="637662" y="431997"/>
                  </a:lnTo>
                  <a:lnTo>
                    <a:pt x="620093" y="455855"/>
                  </a:lnTo>
                  <a:close/>
                  <a:moveTo>
                    <a:pt x="337486" y="57144"/>
                  </a:moveTo>
                  <a:lnTo>
                    <a:pt x="306179" y="64671"/>
                  </a:lnTo>
                  <a:lnTo>
                    <a:pt x="366165" y="68162"/>
                  </a:lnTo>
                  <a:close/>
                  <a:moveTo>
                    <a:pt x="586057" y="73510"/>
                  </a:moveTo>
                  <a:lnTo>
                    <a:pt x="600708" y="33573"/>
                  </a:lnTo>
                  <a:lnTo>
                    <a:pt x="600052" y="19571"/>
                  </a:lnTo>
                  <a:close/>
                  <a:moveTo>
                    <a:pt x="579351" y="0"/>
                  </a:moveTo>
                  <a:lnTo>
                    <a:pt x="580149" y="33241"/>
                  </a:lnTo>
                  <a:lnTo>
                    <a:pt x="600052" y="19571"/>
                  </a:lnTo>
                  <a:close/>
                  <a:moveTo>
                    <a:pt x="724007" y="129837"/>
                  </a:moveTo>
                  <a:lnTo>
                    <a:pt x="748409" y="115867"/>
                  </a:lnTo>
                  <a:lnTo>
                    <a:pt x="735746" y="122249"/>
                  </a:lnTo>
                  <a:close/>
                  <a:moveTo>
                    <a:pt x="735511" y="149408"/>
                  </a:moveTo>
                  <a:lnTo>
                    <a:pt x="748409" y="115867"/>
                  </a:lnTo>
                  <a:lnTo>
                    <a:pt x="724007" y="129837"/>
                  </a:lnTo>
                  <a:close/>
                  <a:moveTo>
                    <a:pt x="735746" y="122249"/>
                  </a:moveTo>
                  <a:lnTo>
                    <a:pt x="724428" y="122414"/>
                  </a:lnTo>
                  <a:lnTo>
                    <a:pt x="724007" y="129837"/>
                  </a:lnTo>
                  <a:close/>
                  <a:moveTo>
                    <a:pt x="740841" y="75898"/>
                  </a:moveTo>
                  <a:lnTo>
                    <a:pt x="735746" y="122249"/>
                  </a:lnTo>
                  <a:lnTo>
                    <a:pt x="749907" y="112653"/>
                  </a:lnTo>
                  <a:close/>
                  <a:moveTo>
                    <a:pt x="735746" y="122249"/>
                  </a:moveTo>
                  <a:lnTo>
                    <a:pt x="748409" y="115867"/>
                  </a:lnTo>
                  <a:lnTo>
                    <a:pt x="749907" y="11265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78" name="Input_density__117">
              <a:extLst>
                <a:ext uri="{FF2B5EF4-FFF2-40B4-BE49-F238E27FC236}">
                  <a16:creationId xmlns:a16="http://schemas.microsoft.com/office/drawing/2014/main" id="{555EC1BE-F0CE-5D37-BF24-6D5E36AACD1F}"/>
                </a:ext>
              </a:extLst>
            </p:cNvPr>
            <p:cNvSpPr>
              <a:spLocks noGrp="1"/>
            </p:cNvSpPr>
            <p:nvPr/>
          </p:nvSpPr>
          <p:spPr>
            <a:xfrm>
              <a:off x="901105" y="1610804"/>
              <a:ext cx="978324" cy="1397700"/>
            </a:xfrm>
            <a:custGeom>
              <a:avLst/>
              <a:gdLst/>
              <a:ahLst/>
              <a:cxnLst/>
              <a:rect l="0" t="0" r="0" b="0"/>
              <a:pathLst>
                <a:path w="978324" h="1397700">
                  <a:moveTo>
                    <a:pt x="294445" y="1397700"/>
                  </a:moveTo>
                  <a:lnTo>
                    <a:pt x="316658" y="1394767"/>
                  </a:lnTo>
                  <a:lnTo>
                    <a:pt x="279457" y="1370031"/>
                  </a:lnTo>
                  <a:close/>
                  <a:moveTo>
                    <a:pt x="340099" y="1377583"/>
                  </a:moveTo>
                  <a:lnTo>
                    <a:pt x="320151" y="1397602"/>
                  </a:lnTo>
                  <a:lnTo>
                    <a:pt x="340642" y="1378006"/>
                  </a:lnTo>
                  <a:close/>
                  <a:moveTo>
                    <a:pt x="340099" y="1377583"/>
                  </a:moveTo>
                  <a:lnTo>
                    <a:pt x="316658" y="1394767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0642" y="1378006"/>
                  </a:lnTo>
                  <a:lnTo>
                    <a:pt x="320151" y="1397602"/>
                  </a:lnTo>
                  <a:close/>
                  <a:moveTo>
                    <a:pt x="324747" y="1394767"/>
                  </a:moveTo>
                  <a:lnTo>
                    <a:pt x="344844" y="1377583"/>
                  </a:lnTo>
                  <a:lnTo>
                    <a:pt x="340642" y="1378006"/>
                  </a:lnTo>
                  <a:close/>
                  <a:moveTo>
                    <a:pt x="0" y="899769"/>
                  </a:moveTo>
                  <a:lnTo>
                    <a:pt x="8722" y="903095"/>
                  </a:lnTo>
                  <a:lnTo>
                    <a:pt x="14783" y="907134"/>
                  </a:lnTo>
                  <a:close/>
                  <a:moveTo>
                    <a:pt x="353405" y="1329519"/>
                  </a:moveTo>
                  <a:lnTo>
                    <a:pt x="344844" y="1377583"/>
                  </a:lnTo>
                  <a:lnTo>
                    <a:pt x="372560" y="1372769"/>
                  </a:lnTo>
                  <a:close/>
                  <a:moveTo>
                    <a:pt x="18212" y="895379"/>
                  </a:moveTo>
                  <a:lnTo>
                    <a:pt x="0" y="899769"/>
                  </a:lnTo>
                  <a:lnTo>
                    <a:pt x="14783" y="907134"/>
                  </a:lnTo>
                  <a:close/>
                  <a:moveTo>
                    <a:pt x="27247" y="857527"/>
                  </a:moveTo>
                  <a:lnTo>
                    <a:pt x="0" y="899769"/>
                  </a:lnTo>
                  <a:lnTo>
                    <a:pt x="18212" y="895379"/>
                  </a:lnTo>
                  <a:close/>
                  <a:moveTo>
                    <a:pt x="18212" y="895379"/>
                  </a:moveTo>
                  <a:lnTo>
                    <a:pt x="57212" y="890761"/>
                  </a:lnTo>
                  <a:lnTo>
                    <a:pt x="27247" y="857527"/>
                  </a:lnTo>
                  <a:close/>
                  <a:moveTo>
                    <a:pt x="57212" y="890761"/>
                  </a:moveTo>
                  <a:lnTo>
                    <a:pt x="64153" y="870935"/>
                  </a:lnTo>
                  <a:lnTo>
                    <a:pt x="27247" y="857527"/>
                  </a:lnTo>
                  <a:close/>
                  <a:moveTo>
                    <a:pt x="391452" y="1318525"/>
                  </a:moveTo>
                  <a:lnTo>
                    <a:pt x="391743" y="1348279"/>
                  </a:lnTo>
                  <a:lnTo>
                    <a:pt x="415272" y="1323645"/>
                  </a:lnTo>
                  <a:close/>
                  <a:moveTo>
                    <a:pt x="69102" y="836348"/>
                  </a:moveTo>
                  <a:lnTo>
                    <a:pt x="34944" y="837030"/>
                  </a:lnTo>
                  <a:lnTo>
                    <a:pt x="27247" y="857527"/>
                  </a:lnTo>
                  <a:close/>
                  <a:moveTo>
                    <a:pt x="294131" y="958483"/>
                  </a:moveTo>
                  <a:lnTo>
                    <a:pt x="279498" y="985351"/>
                  </a:lnTo>
                  <a:lnTo>
                    <a:pt x="299290" y="963639"/>
                  </a:lnTo>
                  <a:close/>
                  <a:moveTo>
                    <a:pt x="299290" y="963639"/>
                  </a:moveTo>
                  <a:lnTo>
                    <a:pt x="279498" y="985351"/>
                  </a:lnTo>
                  <a:lnTo>
                    <a:pt x="277622" y="998913"/>
                  </a:lnTo>
                  <a:close/>
                  <a:moveTo>
                    <a:pt x="24460" y="750896"/>
                  </a:moveTo>
                  <a:lnTo>
                    <a:pt x="51914" y="728968"/>
                  </a:lnTo>
                  <a:lnTo>
                    <a:pt x="75333" y="720320"/>
                  </a:lnTo>
                  <a:close/>
                  <a:moveTo>
                    <a:pt x="202990" y="764017"/>
                  </a:moveTo>
                  <a:lnTo>
                    <a:pt x="198475" y="757525"/>
                  </a:lnTo>
                  <a:lnTo>
                    <a:pt x="206692" y="794280"/>
                  </a:lnTo>
                  <a:close/>
                  <a:moveTo>
                    <a:pt x="504806" y="1198585"/>
                  </a:moveTo>
                  <a:lnTo>
                    <a:pt x="510513" y="1213501"/>
                  </a:lnTo>
                  <a:lnTo>
                    <a:pt x="538007" y="1232784"/>
                  </a:lnTo>
                  <a:close/>
                  <a:moveTo>
                    <a:pt x="528896" y="1153809"/>
                  </a:moveTo>
                  <a:lnTo>
                    <a:pt x="559796" y="1189673"/>
                  </a:lnTo>
                  <a:lnTo>
                    <a:pt x="562701" y="1153414"/>
                  </a:lnTo>
                  <a:close/>
                  <a:moveTo>
                    <a:pt x="144198" y="757009"/>
                  </a:moveTo>
                  <a:lnTo>
                    <a:pt x="150906" y="720770"/>
                  </a:lnTo>
                  <a:lnTo>
                    <a:pt x="143595" y="713381"/>
                  </a:lnTo>
                  <a:close/>
                  <a:moveTo>
                    <a:pt x="314261" y="772479"/>
                  </a:moveTo>
                  <a:lnTo>
                    <a:pt x="371712" y="792347"/>
                  </a:lnTo>
                  <a:lnTo>
                    <a:pt x="337722" y="789840"/>
                  </a:lnTo>
                  <a:close/>
                  <a:moveTo>
                    <a:pt x="267401" y="738740"/>
                  </a:moveTo>
                  <a:lnTo>
                    <a:pt x="307800" y="774174"/>
                  </a:lnTo>
                  <a:lnTo>
                    <a:pt x="314261" y="772479"/>
                  </a:lnTo>
                  <a:close/>
                  <a:moveTo>
                    <a:pt x="767525" y="1179408"/>
                  </a:moveTo>
                  <a:lnTo>
                    <a:pt x="770933" y="1183790"/>
                  </a:lnTo>
                  <a:lnTo>
                    <a:pt x="751903" y="1152696"/>
                  </a:lnTo>
                  <a:close/>
                  <a:moveTo>
                    <a:pt x="393765" y="824426"/>
                  </a:moveTo>
                  <a:lnTo>
                    <a:pt x="405394" y="870178"/>
                  </a:lnTo>
                  <a:lnTo>
                    <a:pt x="407088" y="833423"/>
                  </a:lnTo>
                  <a:close/>
                  <a:moveTo>
                    <a:pt x="393765" y="824426"/>
                  </a:moveTo>
                  <a:lnTo>
                    <a:pt x="407088" y="833423"/>
                  </a:lnTo>
                  <a:lnTo>
                    <a:pt x="374060" y="801127"/>
                  </a:lnTo>
                  <a:close/>
                  <a:moveTo>
                    <a:pt x="369712" y="742730"/>
                  </a:moveTo>
                  <a:lnTo>
                    <a:pt x="344912" y="792308"/>
                  </a:lnTo>
                  <a:lnTo>
                    <a:pt x="371712" y="792347"/>
                  </a:lnTo>
                  <a:close/>
                  <a:moveTo>
                    <a:pt x="645764" y="1001686"/>
                  </a:moveTo>
                  <a:lnTo>
                    <a:pt x="627503" y="993578"/>
                  </a:lnTo>
                  <a:lnTo>
                    <a:pt x="674889" y="1019586"/>
                  </a:lnTo>
                  <a:close/>
                  <a:moveTo>
                    <a:pt x="698345" y="1034908"/>
                  </a:moveTo>
                  <a:lnTo>
                    <a:pt x="747797" y="1056341"/>
                  </a:lnTo>
                  <a:lnTo>
                    <a:pt x="725426" y="1050375"/>
                  </a:lnTo>
                  <a:close/>
                  <a:moveTo>
                    <a:pt x="387892" y="694960"/>
                  </a:moveTo>
                  <a:lnTo>
                    <a:pt x="392467" y="705975"/>
                  </a:lnTo>
                  <a:lnTo>
                    <a:pt x="376973" y="659089"/>
                  </a:lnTo>
                  <a:close/>
                  <a:moveTo>
                    <a:pt x="376973" y="659089"/>
                  </a:moveTo>
                  <a:lnTo>
                    <a:pt x="392467" y="705975"/>
                  </a:lnTo>
                  <a:lnTo>
                    <a:pt x="425281" y="675641"/>
                  </a:lnTo>
                  <a:close/>
                  <a:moveTo>
                    <a:pt x="791087" y="1093097"/>
                  </a:moveTo>
                  <a:lnTo>
                    <a:pt x="810269" y="1118435"/>
                  </a:lnTo>
                  <a:lnTo>
                    <a:pt x="812529" y="1112668"/>
                  </a:lnTo>
                  <a:close/>
                  <a:moveTo>
                    <a:pt x="725426" y="1050375"/>
                  </a:moveTo>
                  <a:lnTo>
                    <a:pt x="779252" y="1030836"/>
                  </a:lnTo>
                  <a:lnTo>
                    <a:pt x="745492" y="1029191"/>
                  </a:lnTo>
                  <a:close/>
                  <a:moveTo>
                    <a:pt x="481861" y="672741"/>
                  </a:moveTo>
                  <a:lnTo>
                    <a:pt x="440403" y="679357"/>
                  </a:lnTo>
                  <a:lnTo>
                    <a:pt x="441700" y="634853"/>
                  </a:lnTo>
                  <a:close/>
                  <a:moveTo>
                    <a:pt x="457379" y="671074"/>
                  </a:moveTo>
                  <a:lnTo>
                    <a:pt x="481861" y="672741"/>
                  </a:lnTo>
                  <a:lnTo>
                    <a:pt x="441700" y="634853"/>
                  </a:lnTo>
                  <a:close/>
                  <a:moveTo>
                    <a:pt x="425281" y="675641"/>
                  </a:moveTo>
                  <a:lnTo>
                    <a:pt x="457379" y="671074"/>
                  </a:lnTo>
                  <a:lnTo>
                    <a:pt x="441700" y="634853"/>
                  </a:lnTo>
                  <a:close/>
                  <a:moveTo>
                    <a:pt x="138133" y="349500"/>
                  </a:moveTo>
                  <a:lnTo>
                    <a:pt x="185023" y="348812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177813" y="373279"/>
                  </a:lnTo>
                  <a:lnTo>
                    <a:pt x="208842" y="364717"/>
                  </a:lnTo>
                  <a:close/>
                  <a:moveTo>
                    <a:pt x="210108" y="355506"/>
                  </a:moveTo>
                  <a:lnTo>
                    <a:pt x="185023" y="348812"/>
                  </a:lnTo>
                  <a:lnTo>
                    <a:pt x="177813" y="373279"/>
                  </a:lnTo>
                  <a:close/>
                  <a:moveTo>
                    <a:pt x="185023" y="348812"/>
                  </a:moveTo>
                  <a:lnTo>
                    <a:pt x="210108" y="355506"/>
                  </a:lnTo>
                  <a:lnTo>
                    <a:pt x="187023" y="311506"/>
                  </a:lnTo>
                  <a:close/>
                  <a:moveTo>
                    <a:pt x="210108" y="355506"/>
                  </a:moveTo>
                  <a:lnTo>
                    <a:pt x="222199" y="318451"/>
                  </a:lnTo>
                  <a:lnTo>
                    <a:pt x="187023" y="311506"/>
                  </a:lnTo>
                  <a:close/>
                  <a:moveTo>
                    <a:pt x="801555" y="915683"/>
                  </a:moveTo>
                  <a:lnTo>
                    <a:pt x="804424" y="958097"/>
                  </a:lnTo>
                  <a:lnTo>
                    <a:pt x="779763" y="936539"/>
                  </a:lnTo>
                  <a:close/>
                  <a:moveTo>
                    <a:pt x="726176" y="878041"/>
                  </a:moveTo>
                  <a:lnTo>
                    <a:pt x="766393" y="886549"/>
                  </a:lnTo>
                  <a:lnTo>
                    <a:pt x="732826" y="885625"/>
                  </a:lnTo>
                  <a:close/>
                  <a:moveTo>
                    <a:pt x="590231" y="781873"/>
                  </a:moveTo>
                  <a:lnTo>
                    <a:pt x="606409" y="764690"/>
                  </a:lnTo>
                  <a:lnTo>
                    <a:pt x="597182" y="818628"/>
                  </a:lnTo>
                  <a:close/>
                  <a:moveTo>
                    <a:pt x="597442" y="727935"/>
                  </a:moveTo>
                  <a:lnTo>
                    <a:pt x="606409" y="764690"/>
                  </a:lnTo>
                  <a:lnTo>
                    <a:pt x="602759" y="745118"/>
                  </a:lnTo>
                  <a:close/>
                  <a:moveTo>
                    <a:pt x="597442" y="727935"/>
                  </a:moveTo>
                  <a:lnTo>
                    <a:pt x="602759" y="745118"/>
                  </a:lnTo>
                  <a:lnTo>
                    <a:pt x="619696" y="711805"/>
                  </a:lnTo>
                  <a:close/>
                  <a:moveTo>
                    <a:pt x="344913" y="434330"/>
                  </a:moveTo>
                  <a:lnTo>
                    <a:pt x="345751" y="451078"/>
                  </a:lnTo>
                  <a:lnTo>
                    <a:pt x="345065" y="432462"/>
                  </a:lnTo>
                  <a:close/>
                  <a:moveTo>
                    <a:pt x="239507" y="286954"/>
                  </a:moveTo>
                  <a:lnTo>
                    <a:pt x="237718" y="286875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39507" y="286954"/>
                  </a:lnTo>
                  <a:lnTo>
                    <a:pt x="187023" y="311506"/>
                  </a:lnTo>
                  <a:close/>
                  <a:moveTo>
                    <a:pt x="222199" y="318451"/>
                  </a:moveTo>
                  <a:lnTo>
                    <a:pt x="255632" y="318874"/>
                  </a:lnTo>
                  <a:lnTo>
                    <a:pt x="239507" y="286954"/>
                  </a:lnTo>
                  <a:close/>
                  <a:moveTo>
                    <a:pt x="196544" y="176610"/>
                  </a:moveTo>
                  <a:lnTo>
                    <a:pt x="175098" y="170714"/>
                  </a:lnTo>
                  <a:lnTo>
                    <a:pt x="150476" y="174864"/>
                  </a:lnTo>
                  <a:close/>
                  <a:moveTo>
                    <a:pt x="768004" y="871124"/>
                  </a:moveTo>
                  <a:lnTo>
                    <a:pt x="735791" y="870224"/>
                  </a:lnTo>
                  <a:lnTo>
                    <a:pt x="732826" y="885625"/>
                  </a:lnTo>
                  <a:close/>
                  <a:moveTo>
                    <a:pt x="735791" y="870224"/>
                  </a:moveTo>
                  <a:lnTo>
                    <a:pt x="768004" y="871124"/>
                  </a:lnTo>
                  <a:lnTo>
                    <a:pt x="737582" y="824021"/>
                  </a:lnTo>
                  <a:close/>
                  <a:moveTo>
                    <a:pt x="727557" y="787424"/>
                  </a:moveTo>
                  <a:lnTo>
                    <a:pt x="737582" y="824021"/>
                  </a:lnTo>
                  <a:lnTo>
                    <a:pt x="752029" y="838200"/>
                  </a:lnTo>
                  <a:close/>
                  <a:moveTo>
                    <a:pt x="623496" y="683605"/>
                  </a:moveTo>
                  <a:lnTo>
                    <a:pt x="597442" y="727935"/>
                  </a:lnTo>
                  <a:lnTo>
                    <a:pt x="619696" y="711805"/>
                  </a:lnTo>
                  <a:close/>
                  <a:moveTo>
                    <a:pt x="239507" y="286954"/>
                  </a:moveTo>
                  <a:lnTo>
                    <a:pt x="239591" y="286790"/>
                  </a:lnTo>
                  <a:lnTo>
                    <a:pt x="237718" y="286875"/>
                  </a:lnTo>
                  <a:close/>
                  <a:moveTo>
                    <a:pt x="239591" y="286790"/>
                  </a:moveTo>
                  <a:lnTo>
                    <a:pt x="239507" y="286954"/>
                  </a:lnTo>
                  <a:lnTo>
                    <a:pt x="239644" y="286875"/>
                  </a:lnTo>
                  <a:close/>
                  <a:moveTo>
                    <a:pt x="255627" y="251014"/>
                  </a:moveTo>
                  <a:lnTo>
                    <a:pt x="239644" y="286875"/>
                  </a:lnTo>
                  <a:lnTo>
                    <a:pt x="267755" y="267989"/>
                  </a:lnTo>
                  <a:close/>
                  <a:moveTo>
                    <a:pt x="932246" y="914098"/>
                  </a:moveTo>
                  <a:lnTo>
                    <a:pt x="900495" y="889423"/>
                  </a:lnTo>
                  <a:lnTo>
                    <a:pt x="921029" y="898565"/>
                  </a:lnTo>
                  <a:close/>
                  <a:moveTo>
                    <a:pt x="939413" y="947277"/>
                  </a:moveTo>
                  <a:lnTo>
                    <a:pt x="978068" y="987247"/>
                  </a:lnTo>
                  <a:lnTo>
                    <a:pt x="944078" y="950853"/>
                  </a:lnTo>
                  <a:close/>
                  <a:moveTo>
                    <a:pt x="978267" y="987525"/>
                  </a:moveTo>
                  <a:lnTo>
                    <a:pt x="978068" y="987247"/>
                  </a:lnTo>
                  <a:lnTo>
                    <a:pt x="939413" y="947277"/>
                  </a:lnTo>
                  <a:close/>
                  <a:moveTo>
                    <a:pt x="978267" y="987525"/>
                  </a:moveTo>
                  <a:lnTo>
                    <a:pt x="978324" y="987608"/>
                  </a:lnTo>
                  <a:lnTo>
                    <a:pt x="978068" y="987247"/>
                  </a:lnTo>
                  <a:close/>
                  <a:moveTo>
                    <a:pt x="708882" y="603686"/>
                  </a:moveTo>
                  <a:lnTo>
                    <a:pt x="764561" y="605440"/>
                  </a:lnTo>
                  <a:lnTo>
                    <a:pt x="740494" y="566120"/>
                  </a:lnTo>
                  <a:close/>
                  <a:moveTo>
                    <a:pt x="822496" y="674922"/>
                  </a:moveTo>
                  <a:lnTo>
                    <a:pt x="841581" y="713140"/>
                  </a:lnTo>
                  <a:lnTo>
                    <a:pt x="823491" y="676385"/>
                  </a:lnTo>
                  <a:close/>
                  <a:moveTo>
                    <a:pt x="822496" y="674922"/>
                  </a:moveTo>
                  <a:lnTo>
                    <a:pt x="836936" y="707930"/>
                  </a:lnTo>
                  <a:lnTo>
                    <a:pt x="841581" y="713140"/>
                  </a:lnTo>
                  <a:close/>
                  <a:moveTo>
                    <a:pt x="696628" y="438672"/>
                  </a:moveTo>
                  <a:lnTo>
                    <a:pt x="690868" y="468497"/>
                  </a:lnTo>
                  <a:lnTo>
                    <a:pt x="698200" y="453313"/>
                  </a:lnTo>
                  <a:close/>
                  <a:moveTo>
                    <a:pt x="698200" y="453313"/>
                  </a:moveTo>
                  <a:lnTo>
                    <a:pt x="690868" y="468497"/>
                  </a:lnTo>
                  <a:lnTo>
                    <a:pt x="691113" y="476734"/>
                  </a:lnTo>
                  <a:close/>
                  <a:moveTo>
                    <a:pt x="792127" y="538282"/>
                  </a:moveTo>
                  <a:lnTo>
                    <a:pt x="817375" y="567754"/>
                  </a:lnTo>
                  <a:lnTo>
                    <a:pt x="813853" y="547708"/>
                  </a:lnTo>
                  <a:close/>
                  <a:moveTo>
                    <a:pt x="813853" y="547708"/>
                  </a:moveTo>
                  <a:lnTo>
                    <a:pt x="817375" y="567754"/>
                  </a:lnTo>
                  <a:lnTo>
                    <a:pt x="815691" y="548936"/>
                  </a:lnTo>
                  <a:close/>
                  <a:moveTo>
                    <a:pt x="813853" y="547708"/>
                  </a:moveTo>
                  <a:lnTo>
                    <a:pt x="815691" y="548936"/>
                  </a:lnTo>
                  <a:lnTo>
                    <a:pt x="809155" y="537021"/>
                  </a:lnTo>
                  <a:close/>
                  <a:moveTo>
                    <a:pt x="535590" y="208678"/>
                  </a:moveTo>
                  <a:lnTo>
                    <a:pt x="559493" y="226461"/>
                  </a:lnTo>
                  <a:lnTo>
                    <a:pt x="544313" y="218142"/>
                  </a:lnTo>
                  <a:close/>
                  <a:moveTo>
                    <a:pt x="575928" y="247719"/>
                  </a:moveTo>
                  <a:lnTo>
                    <a:pt x="559493" y="226461"/>
                  </a:lnTo>
                  <a:lnTo>
                    <a:pt x="535590" y="208678"/>
                  </a:lnTo>
                  <a:close/>
                  <a:moveTo>
                    <a:pt x="543886" y="196475"/>
                  </a:moveTo>
                  <a:lnTo>
                    <a:pt x="544313" y="218142"/>
                  </a:lnTo>
                  <a:lnTo>
                    <a:pt x="556170" y="214037"/>
                  </a:lnTo>
                  <a:close/>
                  <a:moveTo>
                    <a:pt x="515881" y="36755"/>
                  </a:moveTo>
                  <a:lnTo>
                    <a:pt x="493343" y="17183"/>
                  </a:lnTo>
                  <a:lnTo>
                    <a:pt x="495794" y="0"/>
                  </a:lnTo>
                  <a:close/>
                  <a:moveTo>
                    <a:pt x="691886" y="100470"/>
                  </a:moveTo>
                  <a:lnTo>
                    <a:pt x="668211" y="93081"/>
                  </a:lnTo>
                  <a:lnTo>
                    <a:pt x="667706" y="93273"/>
                  </a:lnTo>
                  <a:close/>
                  <a:moveTo>
                    <a:pt x="616802" y="123738"/>
                  </a:moveTo>
                  <a:lnTo>
                    <a:pt x="652599" y="132999"/>
                  </a:lnTo>
                  <a:lnTo>
                    <a:pt x="667706" y="93273"/>
                  </a:lnTo>
                  <a:close/>
                  <a:moveTo>
                    <a:pt x="786767" y="95470"/>
                  </a:moveTo>
                  <a:lnTo>
                    <a:pt x="810445" y="132225"/>
                  </a:lnTo>
                  <a:lnTo>
                    <a:pt x="789613" y="112653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79" name="Input_density__118">
              <a:extLst>
                <a:ext uri="{FF2B5EF4-FFF2-40B4-BE49-F238E27FC236}">
                  <a16:creationId xmlns:a16="http://schemas.microsoft.com/office/drawing/2014/main" id="{8D17AE08-1FD5-5866-4708-A6EC591896FA}"/>
                </a:ext>
              </a:extLst>
            </p:cNvPr>
            <p:cNvSpPr>
              <a:spLocks noGrp="1"/>
            </p:cNvSpPr>
            <p:nvPr/>
          </p:nvSpPr>
          <p:spPr>
            <a:xfrm>
              <a:off x="936048" y="1672978"/>
              <a:ext cx="946428" cy="1335429"/>
            </a:xfrm>
            <a:custGeom>
              <a:avLst/>
              <a:gdLst/>
              <a:ahLst/>
              <a:cxnLst/>
              <a:rect l="0" t="0" r="0" b="0"/>
              <a:pathLst>
                <a:path w="946428" h="1335429">
                  <a:moveTo>
                    <a:pt x="281714" y="1332594"/>
                  </a:moveTo>
                  <a:lnTo>
                    <a:pt x="281812" y="1334738"/>
                  </a:lnTo>
                  <a:lnTo>
                    <a:pt x="285207" y="1335429"/>
                  </a:lnTo>
                  <a:close/>
                  <a:moveTo>
                    <a:pt x="289804" y="1332594"/>
                  </a:moveTo>
                  <a:lnTo>
                    <a:pt x="285207" y="1335429"/>
                  </a:lnTo>
                  <a:lnTo>
                    <a:pt x="281812" y="1334738"/>
                  </a:lnTo>
                  <a:close/>
                  <a:moveTo>
                    <a:pt x="309900" y="1315410"/>
                  </a:moveTo>
                  <a:lnTo>
                    <a:pt x="289804" y="1332594"/>
                  </a:lnTo>
                  <a:lnTo>
                    <a:pt x="337617" y="1310596"/>
                  </a:lnTo>
                  <a:close/>
                  <a:moveTo>
                    <a:pt x="347480" y="1278655"/>
                  </a:moveTo>
                  <a:lnTo>
                    <a:pt x="380328" y="1261472"/>
                  </a:lnTo>
                  <a:lnTo>
                    <a:pt x="356799" y="1286106"/>
                  </a:lnTo>
                  <a:close/>
                  <a:moveTo>
                    <a:pt x="356509" y="1256351"/>
                  </a:moveTo>
                  <a:lnTo>
                    <a:pt x="380328" y="1261472"/>
                  </a:lnTo>
                  <a:lnTo>
                    <a:pt x="375479" y="1223270"/>
                  </a:lnTo>
                  <a:close/>
                  <a:moveTo>
                    <a:pt x="350362" y="1216602"/>
                  </a:moveTo>
                  <a:lnTo>
                    <a:pt x="375479" y="1223270"/>
                  </a:lnTo>
                  <a:lnTo>
                    <a:pt x="371474" y="1181779"/>
                  </a:lnTo>
                  <a:close/>
                  <a:moveTo>
                    <a:pt x="23191" y="738344"/>
                  </a:moveTo>
                  <a:lnTo>
                    <a:pt x="0" y="774857"/>
                  </a:lnTo>
                  <a:lnTo>
                    <a:pt x="34158" y="774175"/>
                  </a:lnTo>
                  <a:close/>
                  <a:moveTo>
                    <a:pt x="209007" y="981773"/>
                  </a:moveTo>
                  <a:lnTo>
                    <a:pt x="204911" y="995742"/>
                  </a:lnTo>
                  <a:lnTo>
                    <a:pt x="215696" y="987003"/>
                  </a:lnTo>
                  <a:close/>
                  <a:moveTo>
                    <a:pt x="216419" y="942562"/>
                  </a:moveTo>
                  <a:lnTo>
                    <a:pt x="242678" y="936740"/>
                  </a:lnTo>
                  <a:lnTo>
                    <a:pt x="230424" y="933065"/>
                  </a:lnTo>
                  <a:close/>
                  <a:moveTo>
                    <a:pt x="216419" y="942562"/>
                  </a:moveTo>
                  <a:lnTo>
                    <a:pt x="232535" y="974450"/>
                  </a:lnTo>
                  <a:lnTo>
                    <a:pt x="242678" y="936740"/>
                  </a:lnTo>
                  <a:close/>
                  <a:moveTo>
                    <a:pt x="209007" y="981773"/>
                  </a:moveTo>
                  <a:lnTo>
                    <a:pt x="232535" y="974450"/>
                  </a:lnTo>
                  <a:lnTo>
                    <a:pt x="216419" y="942562"/>
                  </a:lnTo>
                  <a:close/>
                  <a:moveTo>
                    <a:pt x="215696" y="987003"/>
                  </a:moveTo>
                  <a:lnTo>
                    <a:pt x="232535" y="974450"/>
                  </a:lnTo>
                  <a:lnTo>
                    <a:pt x="209007" y="981773"/>
                  </a:lnTo>
                  <a:close/>
                  <a:moveTo>
                    <a:pt x="268257" y="943033"/>
                  </a:moveTo>
                  <a:lnTo>
                    <a:pt x="242678" y="936740"/>
                  </a:lnTo>
                  <a:lnTo>
                    <a:pt x="232535" y="974450"/>
                  </a:lnTo>
                  <a:close/>
                  <a:moveTo>
                    <a:pt x="230424" y="933065"/>
                  </a:moveTo>
                  <a:lnTo>
                    <a:pt x="242678" y="936740"/>
                  </a:lnTo>
                  <a:lnTo>
                    <a:pt x="244554" y="923178"/>
                  </a:lnTo>
                  <a:close/>
                  <a:moveTo>
                    <a:pt x="259188" y="896310"/>
                  </a:moveTo>
                  <a:lnTo>
                    <a:pt x="263863" y="899163"/>
                  </a:lnTo>
                  <a:lnTo>
                    <a:pt x="244554" y="923178"/>
                  </a:lnTo>
                  <a:close/>
                  <a:moveTo>
                    <a:pt x="111650" y="621842"/>
                  </a:moveTo>
                  <a:lnTo>
                    <a:pt x="112900" y="604658"/>
                  </a:lnTo>
                  <a:lnTo>
                    <a:pt x="115963" y="658597"/>
                  </a:lnTo>
                  <a:close/>
                  <a:moveTo>
                    <a:pt x="363617" y="825188"/>
                  </a:moveTo>
                  <a:lnTo>
                    <a:pt x="377518" y="774141"/>
                  </a:lnTo>
                  <a:lnTo>
                    <a:pt x="372144" y="771250"/>
                  </a:lnTo>
                  <a:close/>
                  <a:moveTo>
                    <a:pt x="363617" y="825188"/>
                  </a:moveTo>
                  <a:lnTo>
                    <a:pt x="372144" y="771250"/>
                  </a:lnTo>
                  <a:lnTo>
                    <a:pt x="370450" y="808005"/>
                  </a:lnTo>
                  <a:close/>
                  <a:moveTo>
                    <a:pt x="342884" y="685716"/>
                  </a:moveTo>
                  <a:lnTo>
                    <a:pt x="334769" y="680557"/>
                  </a:lnTo>
                  <a:lnTo>
                    <a:pt x="336768" y="730174"/>
                  </a:lnTo>
                  <a:close/>
                  <a:moveTo>
                    <a:pt x="342884" y="685716"/>
                  </a:moveTo>
                  <a:lnTo>
                    <a:pt x="336768" y="730174"/>
                  </a:lnTo>
                  <a:lnTo>
                    <a:pt x="349470" y="697740"/>
                  </a:lnTo>
                  <a:close/>
                  <a:moveTo>
                    <a:pt x="334769" y="680557"/>
                  </a:moveTo>
                  <a:lnTo>
                    <a:pt x="342884" y="685716"/>
                  </a:lnTo>
                  <a:lnTo>
                    <a:pt x="345697" y="667350"/>
                  </a:lnTo>
                  <a:close/>
                  <a:moveTo>
                    <a:pt x="636398" y="974597"/>
                  </a:moveTo>
                  <a:lnTo>
                    <a:pt x="646265" y="1004325"/>
                  </a:lnTo>
                  <a:lnTo>
                    <a:pt x="651033" y="1011352"/>
                  </a:lnTo>
                  <a:close/>
                  <a:moveTo>
                    <a:pt x="690483" y="988202"/>
                  </a:moveTo>
                  <a:lnTo>
                    <a:pt x="646265" y="1004325"/>
                  </a:lnTo>
                  <a:lnTo>
                    <a:pt x="636398" y="974597"/>
                  </a:lnTo>
                  <a:close/>
                  <a:moveTo>
                    <a:pt x="352948" y="632787"/>
                  </a:moveTo>
                  <a:lnTo>
                    <a:pt x="345697" y="667350"/>
                  </a:lnTo>
                  <a:lnTo>
                    <a:pt x="357523" y="643802"/>
                  </a:lnTo>
                  <a:close/>
                  <a:moveTo>
                    <a:pt x="390338" y="613468"/>
                  </a:moveTo>
                  <a:lnTo>
                    <a:pt x="357523" y="643802"/>
                  </a:lnTo>
                  <a:lnTo>
                    <a:pt x="366150" y="619243"/>
                  </a:lnTo>
                  <a:close/>
                  <a:moveTo>
                    <a:pt x="366150" y="619243"/>
                  </a:moveTo>
                  <a:lnTo>
                    <a:pt x="422436" y="608901"/>
                  </a:lnTo>
                  <a:lnTo>
                    <a:pt x="390338" y="613468"/>
                  </a:lnTo>
                  <a:close/>
                  <a:moveTo>
                    <a:pt x="41712" y="275816"/>
                  </a:moveTo>
                  <a:lnTo>
                    <a:pt x="103189" y="287327"/>
                  </a:lnTo>
                  <a:lnTo>
                    <a:pt x="70071" y="288079"/>
                  </a:lnTo>
                  <a:close/>
                  <a:moveTo>
                    <a:pt x="555288" y="719700"/>
                  </a:moveTo>
                  <a:lnTo>
                    <a:pt x="562238" y="756455"/>
                  </a:lnTo>
                  <a:lnTo>
                    <a:pt x="546321" y="736883"/>
                  </a:lnTo>
                  <a:close/>
                  <a:moveTo>
                    <a:pt x="888733" y="1038706"/>
                  </a:moveTo>
                  <a:lnTo>
                    <a:pt x="844308" y="1050495"/>
                  </a:lnTo>
                  <a:lnTo>
                    <a:pt x="882912" y="1036871"/>
                  </a:lnTo>
                  <a:close/>
                  <a:moveTo>
                    <a:pt x="882912" y="1036871"/>
                  </a:moveTo>
                  <a:lnTo>
                    <a:pt x="844308" y="1050495"/>
                  </a:lnTo>
                  <a:lnTo>
                    <a:pt x="863070" y="1038964"/>
                  </a:lnTo>
                  <a:close/>
                  <a:moveTo>
                    <a:pt x="888733" y="1038706"/>
                  </a:moveTo>
                  <a:lnTo>
                    <a:pt x="882912" y="1036871"/>
                  </a:lnTo>
                  <a:lnTo>
                    <a:pt x="906121" y="1075348"/>
                  </a:lnTo>
                  <a:close/>
                  <a:moveTo>
                    <a:pt x="927000" y="1057203"/>
                  </a:moveTo>
                  <a:lnTo>
                    <a:pt x="888733" y="1038706"/>
                  </a:lnTo>
                  <a:lnTo>
                    <a:pt x="906121" y="1075348"/>
                  </a:lnTo>
                  <a:close/>
                  <a:moveTo>
                    <a:pt x="691233" y="815868"/>
                  </a:moveTo>
                  <a:lnTo>
                    <a:pt x="672458" y="824603"/>
                  </a:lnTo>
                  <a:lnTo>
                    <a:pt x="717085" y="776027"/>
                  </a:lnTo>
                  <a:close/>
                  <a:moveTo>
                    <a:pt x="571465" y="702517"/>
                  </a:moveTo>
                  <a:lnTo>
                    <a:pt x="555288" y="719700"/>
                  </a:lnTo>
                  <a:lnTo>
                    <a:pt x="567816" y="682945"/>
                  </a:lnTo>
                  <a:close/>
                  <a:moveTo>
                    <a:pt x="204564" y="224781"/>
                  </a:moveTo>
                  <a:lnTo>
                    <a:pt x="228980" y="231923"/>
                  </a:lnTo>
                  <a:lnTo>
                    <a:pt x="204701" y="224702"/>
                  </a:lnTo>
                  <a:close/>
                  <a:moveTo>
                    <a:pt x="220689" y="256701"/>
                  </a:moveTo>
                  <a:lnTo>
                    <a:pt x="228980" y="231923"/>
                  </a:lnTo>
                  <a:lnTo>
                    <a:pt x="204564" y="224781"/>
                  </a:lnTo>
                  <a:close/>
                  <a:moveTo>
                    <a:pt x="204701" y="224702"/>
                  </a:moveTo>
                  <a:lnTo>
                    <a:pt x="228980" y="231923"/>
                  </a:lnTo>
                  <a:lnTo>
                    <a:pt x="232811" y="205816"/>
                  </a:lnTo>
                  <a:close/>
                  <a:moveTo>
                    <a:pt x="936261" y="1020588"/>
                  </a:moveTo>
                  <a:lnTo>
                    <a:pt x="888733" y="1038706"/>
                  </a:lnTo>
                  <a:lnTo>
                    <a:pt x="927000" y="1057203"/>
                  </a:lnTo>
                  <a:close/>
                  <a:moveTo>
                    <a:pt x="936261" y="1020588"/>
                  </a:moveTo>
                  <a:lnTo>
                    <a:pt x="897481" y="1025027"/>
                  </a:lnTo>
                  <a:lnTo>
                    <a:pt x="888733" y="1038706"/>
                  </a:lnTo>
                  <a:close/>
                  <a:moveTo>
                    <a:pt x="897481" y="1025027"/>
                  </a:moveTo>
                  <a:lnTo>
                    <a:pt x="936261" y="1020588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35317" y="992091"/>
                  </a:lnTo>
                  <a:lnTo>
                    <a:pt x="907437" y="1012428"/>
                  </a:lnTo>
                  <a:close/>
                  <a:moveTo>
                    <a:pt x="936261" y="1020588"/>
                  </a:moveTo>
                  <a:lnTo>
                    <a:pt x="927000" y="1057203"/>
                  </a:lnTo>
                  <a:lnTo>
                    <a:pt x="938819" y="1033312"/>
                  </a:lnTo>
                  <a:close/>
                  <a:moveTo>
                    <a:pt x="936261" y="1020588"/>
                  </a:moveTo>
                  <a:lnTo>
                    <a:pt x="946428" y="1005265"/>
                  </a:lnTo>
                  <a:lnTo>
                    <a:pt x="935317" y="992091"/>
                  </a:lnTo>
                  <a:close/>
                  <a:moveTo>
                    <a:pt x="338480" y="351742"/>
                  </a:moveTo>
                  <a:lnTo>
                    <a:pt x="358927" y="331982"/>
                  </a:lnTo>
                  <a:lnTo>
                    <a:pt x="310121" y="370288"/>
                  </a:lnTo>
                  <a:close/>
                  <a:moveTo>
                    <a:pt x="220683" y="188840"/>
                  </a:moveTo>
                  <a:lnTo>
                    <a:pt x="232811" y="205816"/>
                  </a:lnTo>
                  <a:lnTo>
                    <a:pt x="254438" y="190468"/>
                  </a:lnTo>
                  <a:close/>
                  <a:moveTo>
                    <a:pt x="232811" y="205816"/>
                  </a:moveTo>
                  <a:lnTo>
                    <a:pt x="266239" y="206219"/>
                  </a:lnTo>
                  <a:lnTo>
                    <a:pt x="285510" y="182061"/>
                  </a:lnTo>
                  <a:close/>
                  <a:moveTo>
                    <a:pt x="254438" y="190468"/>
                  </a:moveTo>
                  <a:lnTo>
                    <a:pt x="232811" y="205816"/>
                  </a:lnTo>
                  <a:lnTo>
                    <a:pt x="285510" y="182061"/>
                  </a:lnTo>
                  <a:close/>
                  <a:moveTo>
                    <a:pt x="140155" y="108541"/>
                  </a:moveTo>
                  <a:lnTo>
                    <a:pt x="161600" y="114437"/>
                  </a:lnTo>
                  <a:lnTo>
                    <a:pt x="148847" y="108652"/>
                  </a:lnTo>
                  <a:close/>
                  <a:moveTo>
                    <a:pt x="293720" y="161632"/>
                  </a:moveTo>
                  <a:lnTo>
                    <a:pt x="254438" y="190468"/>
                  </a:lnTo>
                  <a:lnTo>
                    <a:pt x="285510" y="182061"/>
                  </a:lnTo>
                  <a:close/>
                  <a:moveTo>
                    <a:pt x="293720" y="161632"/>
                  </a:moveTo>
                  <a:lnTo>
                    <a:pt x="299757" y="139122"/>
                  </a:lnTo>
                  <a:lnTo>
                    <a:pt x="269423" y="150285"/>
                  </a:lnTo>
                  <a:close/>
                  <a:moveTo>
                    <a:pt x="293720" y="161632"/>
                  </a:moveTo>
                  <a:lnTo>
                    <a:pt x="285510" y="182061"/>
                  </a:lnTo>
                  <a:lnTo>
                    <a:pt x="300936" y="170764"/>
                  </a:lnTo>
                  <a:close/>
                  <a:moveTo>
                    <a:pt x="299757" y="139122"/>
                  </a:moveTo>
                  <a:lnTo>
                    <a:pt x="316375" y="125555"/>
                  </a:lnTo>
                  <a:lnTo>
                    <a:pt x="314321" y="116825"/>
                  </a:lnTo>
                  <a:close/>
                  <a:moveTo>
                    <a:pt x="293720" y="161632"/>
                  </a:moveTo>
                  <a:lnTo>
                    <a:pt x="310935" y="152548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16409" y="105172"/>
                  </a:lnTo>
                  <a:lnTo>
                    <a:pt x="299757" y="139122"/>
                  </a:lnTo>
                  <a:close/>
                  <a:moveTo>
                    <a:pt x="314321" y="116825"/>
                  </a:moveTo>
                  <a:lnTo>
                    <a:pt x="320756" y="99642"/>
                  </a:lnTo>
                  <a:lnTo>
                    <a:pt x="316409" y="105172"/>
                  </a:lnTo>
                  <a:close/>
                  <a:moveTo>
                    <a:pt x="801992" y="645757"/>
                  </a:moveTo>
                  <a:lnTo>
                    <a:pt x="801889" y="674538"/>
                  </a:lnTo>
                  <a:lnTo>
                    <a:pt x="806637" y="650967"/>
                  </a:lnTo>
                  <a:close/>
                  <a:moveTo>
                    <a:pt x="785141" y="523518"/>
                  </a:moveTo>
                  <a:lnTo>
                    <a:pt x="782431" y="505581"/>
                  </a:lnTo>
                  <a:lnTo>
                    <a:pt x="775078" y="506335"/>
                  </a:lnTo>
                  <a:close/>
                  <a:moveTo>
                    <a:pt x="500646" y="146504"/>
                  </a:moveTo>
                  <a:lnTo>
                    <a:pt x="509369" y="155969"/>
                  </a:lnTo>
                  <a:lnTo>
                    <a:pt x="508942" y="134302"/>
                  </a:lnTo>
                  <a:close/>
                  <a:moveTo>
                    <a:pt x="508942" y="134302"/>
                  </a:moveTo>
                  <a:lnTo>
                    <a:pt x="521227" y="151864"/>
                  </a:lnTo>
                  <a:lnTo>
                    <a:pt x="536163" y="111499"/>
                  </a:lnTo>
                  <a:close/>
                  <a:moveTo>
                    <a:pt x="560998" y="106868"/>
                  </a:moveTo>
                  <a:lnTo>
                    <a:pt x="546359" y="102030"/>
                  </a:lnTo>
                  <a:lnTo>
                    <a:pt x="536163" y="111499"/>
                  </a:lnTo>
                  <a:close/>
                  <a:moveTo>
                    <a:pt x="398151" y="41414"/>
                  </a:moveTo>
                  <a:lnTo>
                    <a:pt x="399139" y="28520"/>
                  </a:lnTo>
                  <a:lnTo>
                    <a:pt x="391892" y="42031"/>
                  </a:lnTo>
                  <a:close/>
                  <a:moveTo>
                    <a:pt x="362333" y="43444"/>
                  </a:moveTo>
                  <a:lnTo>
                    <a:pt x="371576" y="45704"/>
                  </a:lnTo>
                  <a:lnTo>
                    <a:pt x="391892" y="42031"/>
                  </a:lnTo>
                  <a:close/>
                  <a:moveTo>
                    <a:pt x="632762" y="31100"/>
                  </a:moveTo>
                  <a:lnTo>
                    <a:pt x="633268" y="30908"/>
                  </a:lnTo>
                  <a:lnTo>
                    <a:pt x="632916" y="30742"/>
                  </a:lnTo>
                  <a:close/>
                  <a:moveTo>
                    <a:pt x="650524" y="1296"/>
                  </a:moveTo>
                  <a:lnTo>
                    <a:pt x="632916" y="30742"/>
                  </a:lnTo>
                  <a:lnTo>
                    <a:pt x="683496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80" name="Input_density__119">
              <a:extLst>
                <a:ext uri="{FF2B5EF4-FFF2-40B4-BE49-F238E27FC236}">
                  <a16:creationId xmlns:a16="http://schemas.microsoft.com/office/drawing/2014/main" id="{68FCF7C8-D4B9-AFC2-41B4-EBEDF39589AB}"/>
                </a:ext>
              </a:extLst>
            </p:cNvPr>
            <p:cNvSpPr>
              <a:spLocks noGrp="1"/>
            </p:cNvSpPr>
            <p:nvPr/>
          </p:nvSpPr>
          <p:spPr>
            <a:xfrm>
              <a:off x="880375" y="1588833"/>
              <a:ext cx="964808" cy="1416738"/>
            </a:xfrm>
            <a:custGeom>
              <a:avLst/>
              <a:gdLst/>
              <a:ahLst/>
              <a:cxnLst/>
              <a:rect l="0" t="0" r="0" b="0"/>
              <a:pathLst>
                <a:path w="964808" h="1416738">
                  <a:moveTo>
                    <a:pt x="325550" y="1362800"/>
                  </a:moveTo>
                  <a:lnTo>
                    <a:pt x="337387" y="1416738"/>
                  </a:lnTo>
                  <a:lnTo>
                    <a:pt x="360828" y="1399555"/>
                  </a:lnTo>
                  <a:close/>
                  <a:moveTo>
                    <a:pt x="374135" y="1351490"/>
                  </a:moveTo>
                  <a:lnTo>
                    <a:pt x="393290" y="1394741"/>
                  </a:lnTo>
                  <a:lnTo>
                    <a:pt x="412472" y="1370251"/>
                  </a:lnTo>
                  <a:close/>
                  <a:moveTo>
                    <a:pt x="351783" y="1273017"/>
                  </a:moveTo>
                  <a:lnTo>
                    <a:pt x="343744" y="1252535"/>
                  </a:lnTo>
                  <a:lnTo>
                    <a:pt x="335914" y="1241171"/>
                  </a:lnTo>
                  <a:close/>
                  <a:moveTo>
                    <a:pt x="5122" y="884985"/>
                  </a:moveTo>
                  <a:lnTo>
                    <a:pt x="20729" y="921740"/>
                  </a:lnTo>
                  <a:lnTo>
                    <a:pt x="47976" y="879498"/>
                  </a:lnTo>
                  <a:close/>
                  <a:moveTo>
                    <a:pt x="0" y="877174"/>
                  </a:moveTo>
                  <a:lnTo>
                    <a:pt x="5122" y="884985"/>
                  </a:lnTo>
                  <a:lnTo>
                    <a:pt x="47976" y="879498"/>
                  </a:lnTo>
                  <a:close/>
                  <a:moveTo>
                    <a:pt x="406035" y="1300746"/>
                  </a:moveTo>
                  <a:lnTo>
                    <a:pt x="412182" y="1340496"/>
                  </a:lnTo>
                  <a:lnTo>
                    <a:pt x="431152" y="1307415"/>
                  </a:lnTo>
                  <a:close/>
                  <a:moveTo>
                    <a:pt x="406035" y="1300746"/>
                  </a:moveTo>
                  <a:lnTo>
                    <a:pt x="427147" y="1265924"/>
                  </a:lnTo>
                  <a:lnTo>
                    <a:pt x="400405" y="1260576"/>
                  </a:lnTo>
                  <a:close/>
                  <a:moveTo>
                    <a:pt x="89831" y="858320"/>
                  </a:moveTo>
                  <a:lnTo>
                    <a:pt x="47976" y="879498"/>
                  </a:lnTo>
                  <a:lnTo>
                    <a:pt x="84882" y="892906"/>
                  </a:lnTo>
                  <a:close/>
                  <a:moveTo>
                    <a:pt x="24054" y="740353"/>
                  </a:moveTo>
                  <a:lnTo>
                    <a:pt x="44482" y="778605"/>
                  </a:lnTo>
                  <a:lnTo>
                    <a:pt x="45189" y="772868"/>
                  </a:lnTo>
                  <a:close/>
                  <a:moveTo>
                    <a:pt x="474575" y="1200985"/>
                  </a:moveTo>
                  <a:lnTo>
                    <a:pt x="473466" y="1252938"/>
                  </a:lnTo>
                  <a:lnTo>
                    <a:pt x="494039" y="1233648"/>
                  </a:lnTo>
                  <a:close/>
                  <a:moveTo>
                    <a:pt x="143246" y="794124"/>
                  </a:moveTo>
                  <a:lnTo>
                    <a:pt x="126525" y="766082"/>
                  </a:lnTo>
                  <a:lnTo>
                    <a:pt x="144850" y="796680"/>
                  </a:lnTo>
                  <a:close/>
                  <a:moveTo>
                    <a:pt x="118430" y="759925"/>
                  </a:moveTo>
                  <a:lnTo>
                    <a:pt x="126525" y="766082"/>
                  </a:lnTo>
                  <a:lnTo>
                    <a:pt x="143246" y="794124"/>
                  </a:lnTo>
                  <a:close/>
                  <a:moveTo>
                    <a:pt x="508468" y="1183802"/>
                  </a:moveTo>
                  <a:lnTo>
                    <a:pt x="520126" y="1199762"/>
                  </a:lnTo>
                  <a:lnTo>
                    <a:pt x="525535" y="1220557"/>
                  </a:lnTo>
                  <a:close/>
                  <a:moveTo>
                    <a:pt x="515342" y="1200985"/>
                  </a:moveTo>
                  <a:lnTo>
                    <a:pt x="504650" y="1185256"/>
                  </a:lnTo>
                  <a:lnTo>
                    <a:pt x="494039" y="1233648"/>
                  </a:lnTo>
                  <a:close/>
                  <a:moveTo>
                    <a:pt x="168090" y="870190"/>
                  </a:moveTo>
                  <a:lnTo>
                    <a:pt x="186244" y="816252"/>
                  </a:lnTo>
                  <a:lnTo>
                    <a:pt x="162946" y="833435"/>
                  </a:lnTo>
                  <a:close/>
                  <a:moveTo>
                    <a:pt x="164928" y="778981"/>
                  </a:moveTo>
                  <a:lnTo>
                    <a:pt x="127512" y="763669"/>
                  </a:lnTo>
                  <a:lnTo>
                    <a:pt x="143246" y="794124"/>
                  </a:lnTo>
                  <a:close/>
                  <a:moveTo>
                    <a:pt x="171925" y="711514"/>
                  </a:moveTo>
                  <a:lnTo>
                    <a:pt x="167323" y="705987"/>
                  </a:lnTo>
                  <a:lnTo>
                    <a:pt x="171635" y="742742"/>
                  </a:lnTo>
                  <a:close/>
                  <a:moveTo>
                    <a:pt x="591439" y="1203373"/>
                  </a:moveTo>
                  <a:lnTo>
                    <a:pt x="580525" y="1211645"/>
                  </a:lnTo>
                  <a:lnTo>
                    <a:pt x="549625" y="1175780"/>
                  </a:lnTo>
                  <a:close/>
                  <a:moveTo>
                    <a:pt x="598377" y="1166618"/>
                  </a:moveTo>
                  <a:lnTo>
                    <a:pt x="611513" y="1179643"/>
                  </a:lnTo>
                  <a:lnTo>
                    <a:pt x="608760" y="1203373"/>
                  </a:lnTo>
                  <a:close/>
                  <a:moveTo>
                    <a:pt x="167323" y="705987"/>
                  </a:moveTo>
                  <a:lnTo>
                    <a:pt x="137546" y="676606"/>
                  </a:lnTo>
                  <a:lnTo>
                    <a:pt x="168573" y="688803"/>
                  </a:lnTo>
                  <a:close/>
                  <a:moveTo>
                    <a:pt x="394789" y="823098"/>
                  </a:moveTo>
                  <a:lnTo>
                    <a:pt x="427817" y="855395"/>
                  </a:lnTo>
                  <a:lnTo>
                    <a:pt x="388474" y="822804"/>
                  </a:lnTo>
                  <a:close/>
                  <a:moveTo>
                    <a:pt x="388474" y="822804"/>
                  </a:moveTo>
                  <a:lnTo>
                    <a:pt x="427817" y="855395"/>
                  </a:lnTo>
                  <a:lnTo>
                    <a:pt x="433191" y="858286"/>
                  </a:lnTo>
                  <a:close/>
                  <a:moveTo>
                    <a:pt x="772632" y="1174667"/>
                  </a:moveTo>
                  <a:lnTo>
                    <a:pt x="744651" y="1170328"/>
                  </a:lnTo>
                  <a:lnTo>
                    <a:pt x="788254" y="1201380"/>
                  </a:lnTo>
                  <a:close/>
                  <a:moveTo>
                    <a:pt x="717624" y="1102806"/>
                  </a:moveTo>
                  <a:lnTo>
                    <a:pt x="706706" y="1095497"/>
                  </a:lnTo>
                  <a:lnTo>
                    <a:pt x="712547" y="1132251"/>
                  </a:lnTo>
                  <a:close/>
                  <a:moveTo>
                    <a:pt x="360764" y="820458"/>
                  </a:moveTo>
                  <a:lnTo>
                    <a:pt x="414494" y="846398"/>
                  </a:lnTo>
                  <a:lnTo>
                    <a:pt x="394789" y="823098"/>
                  </a:lnTo>
                  <a:close/>
                  <a:moveTo>
                    <a:pt x="329472" y="708375"/>
                  </a:moveTo>
                  <a:lnTo>
                    <a:pt x="302350" y="726637"/>
                  </a:lnTo>
                  <a:lnTo>
                    <a:pt x="317571" y="692030"/>
                  </a:lnTo>
                  <a:close/>
                  <a:moveTo>
                    <a:pt x="701938" y="1088470"/>
                  </a:moveTo>
                  <a:lnTo>
                    <a:pt x="712547" y="1132251"/>
                  </a:lnTo>
                  <a:lnTo>
                    <a:pt x="706706" y="1095497"/>
                  </a:lnTo>
                  <a:close/>
                  <a:moveTo>
                    <a:pt x="776691" y="1081874"/>
                  </a:moveTo>
                  <a:lnTo>
                    <a:pt x="782993" y="1085501"/>
                  </a:lnTo>
                  <a:lnTo>
                    <a:pt x="768526" y="1078313"/>
                  </a:lnTo>
                  <a:close/>
                  <a:moveTo>
                    <a:pt x="782993" y="1085501"/>
                  </a:moveTo>
                  <a:lnTo>
                    <a:pt x="776691" y="1081874"/>
                  </a:lnTo>
                  <a:lnTo>
                    <a:pt x="811817" y="1115068"/>
                  </a:lnTo>
                  <a:close/>
                  <a:moveTo>
                    <a:pt x="706349" y="1048092"/>
                  </a:moveTo>
                  <a:lnTo>
                    <a:pt x="695618" y="1041558"/>
                  </a:lnTo>
                  <a:lnTo>
                    <a:pt x="701938" y="1088470"/>
                  </a:lnTo>
                  <a:close/>
                  <a:moveTo>
                    <a:pt x="706349" y="1048092"/>
                  </a:moveTo>
                  <a:lnTo>
                    <a:pt x="701938" y="1088470"/>
                  </a:lnTo>
                  <a:lnTo>
                    <a:pt x="746155" y="1072347"/>
                  </a:lnTo>
                  <a:close/>
                  <a:moveTo>
                    <a:pt x="633047" y="1021987"/>
                  </a:moveTo>
                  <a:lnTo>
                    <a:pt x="657339" y="1052893"/>
                  </a:lnTo>
                  <a:lnTo>
                    <a:pt x="645722" y="1042205"/>
                  </a:lnTo>
                  <a:close/>
                  <a:moveTo>
                    <a:pt x="654750" y="1021987"/>
                  </a:moveTo>
                  <a:lnTo>
                    <a:pt x="645722" y="1042205"/>
                  </a:lnTo>
                  <a:lnTo>
                    <a:pt x="695618" y="1041558"/>
                  </a:lnTo>
                  <a:close/>
                  <a:moveTo>
                    <a:pt x="397702" y="681061"/>
                  </a:moveTo>
                  <a:lnTo>
                    <a:pt x="380570" y="673726"/>
                  </a:lnTo>
                  <a:lnTo>
                    <a:pt x="358063" y="641452"/>
                  </a:lnTo>
                  <a:close/>
                  <a:moveTo>
                    <a:pt x="313930" y="605496"/>
                  </a:moveTo>
                  <a:lnTo>
                    <a:pt x="358063" y="641452"/>
                  </a:lnTo>
                  <a:lnTo>
                    <a:pt x="329435" y="617682"/>
                  </a:lnTo>
                  <a:close/>
                  <a:moveTo>
                    <a:pt x="329435" y="617682"/>
                  </a:moveTo>
                  <a:lnTo>
                    <a:pt x="358063" y="641452"/>
                  </a:lnTo>
                  <a:lnTo>
                    <a:pt x="333155" y="621025"/>
                  </a:lnTo>
                  <a:close/>
                  <a:moveTo>
                    <a:pt x="234587" y="463923"/>
                  </a:moveTo>
                  <a:lnTo>
                    <a:pt x="251651" y="469241"/>
                  </a:lnTo>
                  <a:lnTo>
                    <a:pt x="261963" y="507417"/>
                  </a:lnTo>
                  <a:close/>
                  <a:moveTo>
                    <a:pt x="226446" y="425795"/>
                  </a:moveTo>
                  <a:lnTo>
                    <a:pt x="229571" y="386688"/>
                  </a:lnTo>
                  <a:lnTo>
                    <a:pt x="198542" y="395251"/>
                  </a:lnTo>
                  <a:close/>
                  <a:moveTo>
                    <a:pt x="158862" y="371472"/>
                  </a:moveTo>
                  <a:lnTo>
                    <a:pt x="131004" y="359717"/>
                  </a:lnTo>
                  <a:lnTo>
                    <a:pt x="168990" y="379968"/>
                  </a:lnTo>
                  <a:close/>
                  <a:moveTo>
                    <a:pt x="134123" y="360397"/>
                  </a:moveTo>
                  <a:lnTo>
                    <a:pt x="139033" y="393543"/>
                  </a:lnTo>
                  <a:lnTo>
                    <a:pt x="168990" y="379968"/>
                  </a:lnTo>
                  <a:close/>
                  <a:moveTo>
                    <a:pt x="768526" y="1078313"/>
                  </a:moveTo>
                  <a:lnTo>
                    <a:pt x="782993" y="1085501"/>
                  </a:lnTo>
                  <a:lnTo>
                    <a:pt x="787829" y="1072819"/>
                  </a:lnTo>
                  <a:close/>
                  <a:moveTo>
                    <a:pt x="768526" y="1078313"/>
                  </a:moveTo>
                  <a:lnTo>
                    <a:pt x="787829" y="1072819"/>
                  </a:lnTo>
                  <a:lnTo>
                    <a:pt x="746155" y="1072347"/>
                  </a:lnTo>
                  <a:close/>
                  <a:moveTo>
                    <a:pt x="746155" y="1072347"/>
                  </a:moveTo>
                  <a:lnTo>
                    <a:pt x="787829" y="1072819"/>
                  </a:lnTo>
                  <a:lnTo>
                    <a:pt x="799981" y="1052808"/>
                  </a:lnTo>
                  <a:close/>
                  <a:moveTo>
                    <a:pt x="706349" y="1048092"/>
                  </a:moveTo>
                  <a:lnTo>
                    <a:pt x="746155" y="1072347"/>
                  </a:lnTo>
                  <a:lnTo>
                    <a:pt x="766221" y="1051162"/>
                  </a:lnTo>
                  <a:close/>
                  <a:moveTo>
                    <a:pt x="168990" y="379968"/>
                  </a:moveTo>
                  <a:lnTo>
                    <a:pt x="198542" y="395251"/>
                  </a:lnTo>
                  <a:lnTo>
                    <a:pt x="205752" y="370783"/>
                  </a:lnTo>
                  <a:close/>
                  <a:moveTo>
                    <a:pt x="168990" y="379968"/>
                  </a:moveTo>
                  <a:lnTo>
                    <a:pt x="205752" y="370783"/>
                  </a:lnTo>
                  <a:lnTo>
                    <a:pt x="158862" y="371472"/>
                  </a:lnTo>
                  <a:close/>
                  <a:moveTo>
                    <a:pt x="673005" y="877355"/>
                  </a:moveTo>
                  <a:lnTo>
                    <a:pt x="666838" y="893271"/>
                  </a:lnTo>
                  <a:lnTo>
                    <a:pt x="690243" y="891668"/>
                  </a:lnTo>
                  <a:close/>
                  <a:moveTo>
                    <a:pt x="859776" y="1027217"/>
                  </a:moveTo>
                  <a:lnTo>
                    <a:pt x="868802" y="1043947"/>
                  </a:lnTo>
                  <a:lnTo>
                    <a:pt x="852329" y="1027742"/>
                  </a:lnTo>
                  <a:close/>
                  <a:moveTo>
                    <a:pt x="852329" y="1027742"/>
                  </a:moveTo>
                  <a:lnTo>
                    <a:pt x="838507" y="1058707"/>
                  </a:lnTo>
                  <a:lnTo>
                    <a:pt x="859776" y="1027217"/>
                  </a:lnTo>
                  <a:close/>
                  <a:moveTo>
                    <a:pt x="721726" y="938142"/>
                  </a:moveTo>
                  <a:lnTo>
                    <a:pt x="739819" y="952447"/>
                  </a:lnTo>
                  <a:lnTo>
                    <a:pt x="734027" y="950865"/>
                  </a:lnTo>
                  <a:close/>
                  <a:moveTo>
                    <a:pt x="806616" y="987620"/>
                  </a:moveTo>
                  <a:lnTo>
                    <a:pt x="779998" y="950865"/>
                  </a:lnTo>
                  <a:lnTo>
                    <a:pt x="800492" y="958510"/>
                  </a:lnTo>
                  <a:close/>
                  <a:moveTo>
                    <a:pt x="800492" y="958510"/>
                  </a:moveTo>
                  <a:lnTo>
                    <a:pt x="814889" y="933682"/>
                  </a:lnTo>
                  <a:lnTo>
                    <a:pt x="822284" y="937654"/>
                  </a:lnTo>
                  <a:close/>
                  <a:moveTo>
                    <a:pt x="773529" y="905456"/>
                  </a:moveTo>
                  <a:lnTo>
                    <a:pt x="787122" y="908521"/>
                  </a:lnTo>
                  <a:lnTo>
                    <a:pt x="746905" y="900012"/>
                  </a:lnTo>
                  <a:close/>
                  <a:moveTo>
                    <a:pt x="822284" y="937654"/>
                  </a:moveTo>
                  <a:lnTo>
                    <a:pt x="814889" y="933682"/>
                  </a:lnTo>
                  <a:lnTo>
                    <a:pt x="787122" y="908521"/>
                  </a:lnTo>
                  <a:close/>
                  <a:moveTo>
                    <a:pt x="773529" y="905456"/>
                  </a:moveTo>
                  <a:lnTo>
                    <a:pt x="746905" y="900012"/>
                  </a:lnTo>
                  <a:lnTo>
                    <a:pt x="772758" y="860172"/>
                  </a:lnTo>
                  <a:close/>
                  <a:moveTo>
                    <a:pt x="195827" y="192686"/>
                  </a:moveTo>
                  <a:lnTo>
                    <a:pt x="157685" y="174655"/>
                  </a:lnTo>
                  <a:lnTo>
                    <a:pt x="171205" y="196835"/>
                  </a:lnTo>
                  <a:close/>
                  <a:moveTo>
                    <a:pt x="748287" y="809395"/>
                  </a:moveTo>
                  <a:lnTo>
                    <a:pt x="772758" y="860172"/>
                  </a:lnTo>
                  <a:lnTo>
                    <a:pt x="762750" y="823417"/>
                  </a:lnTo>
                  <a:close/>
                  <a:moveTo>
                    <a:pt x="614747" y="747202"/>
                  </a:moveTo>
                  <a:lnTo>
                    <a:pt x="618171" y="749906"/>
                  </a:lnTo>
                  <a:lnTo>
                    <a:pt x="644226" y="705577"/>
                  </a:lnTo>
                  <a:close/>
                  <a:moveTo>
                    <a:pt x="678950" y="704435"/>
                  </a:moveTo>
                  <a:lnTo>
                    <a:pt x="640425" y="733776"/>
                  </a:lnTo>
                  <a:lnTo>
                    <a:pt x="674703" y="737359"/>
                  </a:lnTo>
                  <a:close/>
                  <a:moveTo>
                    <a:pt x="678950" y="704435"/>
                  </a:moveTo>
                  <a:lnTo>
                    <a:pt x="644226" y="705577"/>
                  </a:lnTo>
                  <a:lnTo>
                    <a:pt x="640425" y="733776"/>
                  </a:lnTo>
                  <a:close/>
                  <a:moveTo>
                    <a:pt x="921224" y="911394"/>
                  </a:moveTo>
                  <a:lnTo>
                    <a:pt x="901370" y="900447"/>
                  </a:lnTo>
                  <a:lnTo>
                    <a:pt x="941759" y="920537"/>
                  </a:lnTo>
                  <a:close/>
                  <a:moveTo>
                    <a:pt x="723269" y="650745"/>
                  </a:moveTo>
                  <a:lnTo>
                    <a:pt x="689512" y="651101"/>
                  </a:lnTo>
                  <a:lnTo>
                    <a:pt x="685098" y="680016"/>
                  </a:lnTo>
                  <a:close/>
                  <a:moveTo>
                    <a:pt x="723269" y="650745"/>
                  </a:moveTo>
                  <a:lnTo>
                    <a:pt x="729611" y="625658"/>
                  </a:lnTo>
                  <a:lnTo>
                    <a:pt x="693678" y="615886"/>
                  </a:lnTo>
                  <a:close/>
                  <a:moveTo>
                    <a:pt x="948682" y="933819"/>
                  </a:moveTo>
                  <a:lnTo>
                    <a:pt x="964808" y="972825"/>
                  </a:lnTo>
                  <a:lnTo>
                    <a:pt x="952975" y="936070"/>
                  </a:lnTo>
                  <a:close/>
                  <a:moveTo>
                    <a:pt x="948682" y="933819"/>
                  </a:moveTo>
                  <a:lnTo>
                    <a:pt x="960142" y="969249"/>
                  </a:lnTo>
                  <a:lnTo>
                    <a:pt x="964808" y="972825"/>
                  </a:lnTo>
                  <a:close/>
                  <a:moveTo>
                    <a:pt x="948682" y="933819"/>
                  </a:moveTo>
                  <a:lnTo>
                    <a:pt x="952975" y="936070"/>
                  </a:lnTo>
                  <a:lnTo>
                    <a:pt x="941759" y="920537"/>
                  </a:lnTo>
                  <a:close/>
                  <a:moveTo>
                    <a:pt x="815118" y="696201"/>
                  </a:moveTo>
                  <a:lnTo>
                    <a:pt x="840161" y="693627"/>
                  </a:lnTo>
                  <a:lnTo>
                    <a:pt x="844221" y="698356"/>
                  </a:lnTo>
                  <a:close/>
                  <a:moveTo>
                    <a:pt x="843225" y="696894"/>
                  </a:moveTo>
                  <a:lnTo>
                    <a:pt x="844221" y="698356"/>
                  </a:lnTo>
                  <a:lnTo>
                    <a:pt x="840161" y="693627"/>
                  </a:lnTo>
                  <a:close/>
                  <a:moveTo>
                    <a:pt x="718930" y="475285"/>
                  </a:moveTo>
                  <a:lnTo>
                    <a:pt x="711842" y="498706"/>
                  </a:lnTo>
                  <a:lnTo>
                    <a:pt x="743291" y="500227"/>
                  </a:lnTo>
                  <a:close/>
                  <a:moveTo>
                    <a:pt x="717357" y="460643"/>
                  </a:moveTo>
                  <a:lnTo>
                    <a:pt x="718930" y="475285"/>
                  </a:lnTo>
                  <a:lnTo>
                    <a:pt x="685555" y="430583"/>
                  </a:lnTo>
                  <a:close/>
                  <a:moveTo>
                    <a:pt x="794441" y="530478"/>
                  </a:moveTo>
                  <a:lnTo>
                    <a:pt x="829884" y="558993"/>
                  </a:lnTo>
                  <a:lnTo>
                    <a:pt x="810313" y="534153"/>
                  </a:lnTo>
                  <a:close/>
                  <a:moveTo>
                    <a:pt x="834582" y="569680"/>
                  </a:moveTo>
                  <a:lnTo>
                    <a:pt x="829884" y="558993"/>
                  </a:lnTo>
                  <a:lnTo>
                    <a:pt x="794441" y="530478"/>
                  </a:lnTo>
                  <a:close/>
                  <a:moveTo>
                    <a:pt x="812857" y="560253"/>
                  </a:moveTo>
                  <a:lnTo>
                    <a:pt x="834582" y="569680"/>
                  </a:lnTo>
                  <a:lnTo>
                    <a:pt x="794441" y="530478"/>
                  </a:lnTo>
                  <a:close/>
                  <a:moveTo>
                    <a:pt x="710111" y="455366"/>
                  </a:moveTo>
                  <a:lnTo>
                    <a:pt x="711598" y="490468"/>
                  </a:lnTo>
                  <a:lnTo>
                    <a:pt x="717357" y="460643"/>
                  </a:lnTo>
                  <a:close/>
                  <a:moveTo>
                    <a:pt x="615114" y="276868"/>
                  </a:moveTo>
                  <a:lnTo>
                    <a:pt x="596657" y="269691"/>
                  </a:lnTo>
                  <a:lnTo>
                    <a:pt x="622132" y="280548"/>
                  </a:lnTo>
                  <a:close/>
                  <a:moveTo>
                    <a:pt x="569473" y="264702"/>
                  </a:moveTo>
                  <a:lnTo>
                    <a:pt x="596657" y="269691"/>
                  </a:lnTo>
                  <a:lnTo>
                    <a:pt x="556319" y="230649"/>
                  </a:lnTo>
                  <a:close/>
                  <a:moveTo>
                    <a:pt x="596657" y="269691"/>
                  </a:moveTo>
                  <a:lnTo>
                    <a:pt x="615114" y="276868"/>
                  </a:lnTo>
                  <a:lnTo>
                    <a:pt x="580223" y="248432"/>
                  </a:lnTo>
                  <a:close/>
                  <a:moveTo>
                    <a:pt x="540368" y="64629"/>
                  </a:moveTo>
                  <a:lnTo>
                    <a:pt x="517981" y="44088"/>
                  </a:lnTo>
                  <a:lnTo>
                    <a:pt x="536610" y="58727"/>
                  </a:lnTo>
                  <a:close/>
                  <a:moveTo>
                    <a:pt x="624452" y="24360"/>
                  </a:moveTo>
                  <a:lnTo>
                    <a:pt x="598143" y="0"/>
                  </a:lnTo>
                  <a:lnTo>
                    <a:pt x="597646" y="4788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81" name="Input_density__120">
              <a:extLst>
                <a:ext uri="{FF2B5EF4-FFF2-40B4-BE49-F238E27FC236}">
                  <a16:creationId xmlns:a16="http://schemas.microsoft.com/office/drawing/2014/main" id="{9EE0A90B-2DFF-7000-62DB-79C59231EF44}"/>
                </a:ext>
              </a:extLst>
            </p:cNvPr>
            <p:cNvSpPr>
              <a:spLocks noGrp="1"/>
            </p:cNvSpPr>
            <p:nvPr/>
          </p:nvSpPr>
          <p:spPr>
            <a:xfrm>
              <a:off x="918033" y="1647642"/>
              <a:ext cx="975794" cy="1335931"/>
            </a:xfrm>
            <a:custGeom>
              <a:avLst/>
              <a:gdLst/>
              <a:ahLst/>
              <a:cxnLst/>
              <a:rect l="0" t="0" r="0" b="0"/>
              <a:pathLst>
                <a:path w="975794" h="1335931">
                  <a:moveTo>
                    <a:pt x="365495" y="1303990"/>
                  </a:moveTo>
                  <a:lnTo>
                    <a:pt x="374814" y="1311441"/>
                  </a:lnTo>
                  <a:lnTo>
                    <a:pt x="355632" y="1335931"/>
                  </a:lnTo>
                  <a:close/>
                  <a:moveTo>
                    <a:pt x="169651" y="1042675"/>
                  </a:moveTo>
                  <a:lnTo>
                    <a:pt x="199507" y="1029728"/>
                  </a:lnTo>
                  <a:lnTo>
                    <a:pt x="222926" y="1021077"/>
                  </a:lnTo>
                  <a:close/>
                  <a:moveTo>
                    <a:pt x="199677" y="1029522"/>
                  </a:moveTo>
                  <a:lnTo>
                    <a:pt x="222926" y="1021077"/>
                  </a:lnTo>
                  <a:lnTo>
                    <a:pt x="199507" y="1029728"/>
                  </a:lnTo>
                  <a:close/>
                  <a:moveTo>
                    <a:pt x="199677" y="1029522"/>
                  </a:moveTo>
                  <a:lnTo>
                    <a:pt x="233711" y="1012339"/>
                  </a:lnTo>
                  <a:lnTo>
                    <a:pt x="222926" y="1021077"/>
                  </a:lnTo>
                  <a:close/>
                  <a:moveTo>
                    <a:pt x="233711" y="1012339"/>
                  </a:moveTo>
                  <a:lnTo>
                    <a:pt x="199677" y="1029522"/>
                  </a:lnTo>
                  <a:lnTo>
                    <a:pt x="250550" y="999785"/>
                  </a:lnTo>
                  <a:close/>
                  <a:moveTo>
                    <a:pt x="10319" y="820689"/>
                  </a:moveTo>
                  <a:lnTo>
                    <a:pt x="18015" y="800192"/>
                  </a:lnTo>
                  <a:lnTo>
                    <a:pt x="0" y="845747"/>
                  </a:lnTo>
                  <a:close/>
                  <a:moveTo>
                    <a:pt x="248439" y="958400"/>
                  </a:moveTo>
                  <a:lnTo>
                    <a:pt x="262569" y="948513"/>
                  </a:lnTo>
                  <a:lnTo>
                    <a:pt x="281878" y="924498"/>
                  </a:lnTo>
                  <a:close/>
                  <a:moveTo>
                    <a:pt x="525434" y="1195516"/>
                  </a:moveTo>
                  <a:lnTo>
                    <a:pt x="521078" y="1195946"/>
                  </a:lnTo>
                  <a:lnTo>
                    <a:pt x="543220" y="1161747"/>
                  </a:lnTo>
                  <a:close/>
                  <a:moveTo>
                    <a:pt x="360328" y="872449"/>
                  </a:moveTo>
                  <a:lnTo>
                    <a:pt x="329780" y="882811"/>
                  </a:lnTo>
                  <a:lnTo>
                    <a:pt x="335487" y="875780"/>
                  </a:lnTo>
                  <a:close/>
                  <a:moveTo>
                    <a:pt x="381632" y="850523"/>
                  </a:moveTo>
                  <a:lnTo>
                    <a:pt x="380120" y="850238"/>
                  </a:lnTo>
                  <a:lnTo>
                    <a:pt x="360328" y="872449"/>
                  </a:lnTo>
                  <a:close/>
                  <a:moveTo>
                    <a:pt x="381632" y="850523"/>
                  </a:moveTo>
                  <a:lnTo>
                    <a:pt x="388465" y="833340"/>
                  </a:lnTo>
                  <a:lnTo>
                    <a:pt x="380120" y="850238"/>
                  </a:lnTo>
                  <a:close/>
                  <a:moveTo>
                    <a:pt x="367485" y="723075"/>
                  </a:moveTo>
                  <a:lnTo>
                    <a:pt x="363712" y="692685"/>
                  </a:lnTo>
                  <a:lnTo>
                    <a:pt x="360899" y="711051"/>
                  </a:lnTo>
                  <a:close/>
                  <a:moveTo>
                    <a:pt x="375538" y="669137"/>
                  </a:moveTo>
                  <a:lnTo>
                    <a:pt x="363712" y="692685"/>
                  </a:lnTo>
                  <a:lnTo>
                    <a:pt x="367485" y="723075"/>
                  </a:lnTo>
                  <a:close/>
                  <a:moveTo>
                    <a:pt x="793340" y="1081597"/>
                  </a:moveTo>
                  <a:lnTo>
                    <a:pt x="804470" y="1056259"/>
                  </a:lnTo>
                  <a:lnTo>
                    <a:pt x="807829" y="1083717"/>
                  </a:lnTo>
                  <a:close/>
                  <a:moveTo>
                    <a:pt x="327984" y="397492"/>
                  </a:moveTo>
                  <a:lnTo>
                    <a:pt x="314961" y="442571"/>
                  </a:lnTo>
                  <a:lnTo>
                    <a:pt x="328822" y="414240"/>
                  </a:lnTo>
                  <a:close/>
                  <a:moveTo>
                    <a:pt x="328136" y="395624"/>
                  </a:moveTo>
                  <a:lnTo>
                    <a:pt x="328822" y="414240"/>
                  </a:lnTo>
                  <a:lnTo>
                    <a:pt x="335925" y="396378"/>
                  </a:lnTo>
                  <a:close/>
                  <a:moveTo>
                    <a:pt x="328136" y="395624"/>
                  </a:moveTo>
                  <a:lnTo>
                    <a:pt x="335925" y="396378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76942" y="357317"/>
                  </a:lnTo>
                  <a:lnTo>
                    <a:pt x="356495" y="377077"/>
                  </a:lnTo>
                  <a:close/>
                  <a:moveTo>
                    <a:pt x="367489" y="360302"/>
                  </a:moveTo>
                  <a:lnTo>
                    <a:pt x="385769" y="343119"/>
                  </a:lnTo>
                  <a:lnTo>
                    <a:pt x="376942" y="357317"/>
                  </a:lnTo>
                  <a:close/>
                  <a:moveTo>
                    <a:pt x="975794" y="1005202"/>
                  </a:moveTo>
                  <a:lnTo>
                    <a:pt x="925452" y="1037763"/>
                  </a:lnTo>
                  <a:lnTo>
                    <a:pt x="953332" y="1017426"/>
                  </a:lnTo>
                  <a:close/>
                  <a:moveTo>
                    <a:pt x="954408" y="1004708"/>
                  </a:moveTo>
                  <a:lnTo>
                    <a:pt x="975794" y="1005202"/>
                  </a:lnTo>
                  <a:lnTo>
                    <a:pt x="953332" y="1017426"/>
                  </a:lnTo>
                  <a:close/>
                  <a:moveTo>
                    <a:pt x="382810" y="306364"/>
                  </a:moveTo>
                  <a:lnTo>
                    <a:pt x="384084" y="334225"/>
                  </a:lnTo>
                  <a:lnTo>
                    <a:pt x="385769" y="343119"/>
                  </a:lnTo>
                  <a:close/>
                  <a:moveTo>
                    <a:pt x="424085" y="312793"/>
                  </a:moveTo>
                  <a:lnTo>
                    <a:pt x="384084" y="334225"/>
                  </a:lnTo>
                  <a:lnTo>
                    <a:pt x="382810" y="306364"/>
                  </a:lnTo>
                  <a:close/>
                  <a:moveTo>
                    <a:pt x="811612" y="693485"/>
                  </a:moveTo>
                  <a:lnTo>
                    <a:pt x="824652" y="676302"/>
                  </a:lnTo>
                  <a:lnTo>
                    <a:pt x="819903" y="699873"/>
                  </a:lnTo>
                  <a:close/>
                  <a:moveTo>
                    <a:pt x="338771" y="124977"/>
                  </a:moveTo>
                  <a:lnTo>
                    <a:pt x="332336" y="142160"/>
                  </a:lnTo>
                  <a:lnTo>
                    <a:pt x="358151" y="94646"/>
                  </a:lnTo>
                  <a:close/>
                  <a:moveTo>
                    <a:pt x="332336" y="142160"/>
                  </a:moveTo>
                  <a:lnTo>
                    <a:pt x="338817" y="118567"/>
                  </a:lnTo>
                  <a:lnTo>
                    <a:pt x="358151" y="94646"/>
                  </a:lnTo>
                  <a:close/>
                  <a:moveTo>
                    <a:pt x="358151" y="94646"/>
                  </a:moveTo>
                  <a:lnTo>
                    <a:pt x="374640" y="100509"/>
                  </a:lnTo>
                  <a:lnTo>
                    <a:pt x="367182" y="88222"/>
                  </a:lnTo>
                  <a:close/>
                  <a:moveTo>
                    <a:pt x="575063" y="311130"/>
                  </a:moveTo>
                  <a:lnTo>
                    <a:pt x="582982" y="312369"/>
                  </a:lnTo>
                  <a:lnTo>
                    <a:pt x="604363" y="296102"/>
                  </a:lnTo>
                  <a:close/>
                  <a:moveTo>
                    <a:pt x="588030" y="308752"/>
                  </a:moveTo>
                  <a:lnTo>
                    <a:pt x="608257" y="291569"/>
                  </a:lnTo>
                  <a:lnTo>
                    <a:pt x="604363" y="296102"/>
                  </a:lnTo>
                  <a:close/>
                  <a:moveTo>
                    <a:pt x="367182" y="88222"/>
                  </a:moveTo>
                  <a:lnTo>
                    <a:pt x="378441" y="74297"/>
                  </a:lnTo>
                  <a:lnTo>
                    <a:pt x="358151" y="94646"/>
                  </a:lnTo>
                  <a:close/>
                  <a:moveTo>
                    <a:pt x="367182" y="88222"/>
                  </a:moveTo>
                  <a:lnTo>
                    <a:pt x="389590" y="71039"/>
                  </a:lnTo>
                  <a:lnTo>
                    <a:pt x="378441" y="74297"/>
                  </a:lnTo>
                  <a:close/>
                  <a:moveTo>
                    <a:pt x="389590" y="71039"/>
                  </a:moveTo>
                  <a:lnTo>
                    <a:pt x="367182" y="88222"/>
                  </a:lnTo>
                  <a:lnTo>
                    <a:pt x="409907" y="67366"/>
                  </a:lnTo>
                  <a:close/>
                  <a:moveTo>
                    <a:pt x="367182" y="88222"/>
                  </a:moveTo>
                  <a:lnTo>
                    <a:pt x="385986" y="74138"/>
                  </a:lnTo>
                  <a:lnTo>
                    <a:pt x="409907" y="67366"/>
                  </a:lnTo>
                  <a:close/>
                  <a:moveTo>
                    <a:pt x="409907" y="67366"/>
                  </a:moveTo>
                  <a:lnTo>
                    <a:pt x="385986" y="74138"/>
                  </a:lnTo>
                  <a:lnTo>
                    <a:pt x="442396" y="64263"/>
                  </a:lnTo>
                  <a:close/>
                  <a:moveTo>
                    <a:pt x="409907" y="67366"/>
                  </a:moveTo>
                  <a:lnTo>
                    <a:pt x="442396" y="64263"/>
                  </a:lnTo>
                  <a:lnTo>
                    <a:pt x="416165" y="66749"/>
                  </a:lnTo>
                  <a:close/>
                  <a:moveTo>
                    <a:pt x="526957" y="159637"/>
                  </a:moveTo>
                  <a:lnTo>
                    <a:pt x="554178" y="136834"/>
                  </a:lnTo>
                  <a:lnTo>
                    <a:pt x="576691" y="124800"/>
                  </a:lnTo>
                  <a:close/>
                  <a:moveTo>
                    <a:pt x="564374" y="127365"/>
                  </a:moveTo>
                  <a:lnTo>
                    <a:pt x="576691" y="124800"/>
                  </a:lnTo>
                  <a:lnTo>
                    <a:pt x="554178" y="136834"/>
                  </a:lnTo>
                  <a:close/>
                  <a:moveTo>
                    <a:pt x="564374" y="127365"/>
                  </a:moveTo>
                  <a:lnTo>
                    <a:pt x="585271" y="110182"/>
                  </a:lnTo>
                  <a:lnTo>
                    <a:pt x="576691" y="124800"/>
                  </a:lnTo>
                  <a:close/>
                  <a:moveTo>
                    <a:pt x="585271" y="110182"/>
                  </a:moveTo>
                  <a:lnTo>
                    <a:pt x="564374" y="127365"/>
                  </a:lnTo>
                  <a:lnTo>
                    <a:pt x="599874" y="86900"/>
                  </a:lnTo>
                  <a:close/>
                  <a:moveTo>
                    <a:pt x="585271" y="110182"/>
                  </a:moveTo>
                  <a:lnTo>
                    <a:pt x="599874" y="86900"/>
                  </a:lnTo>
                  <a:lnTo>
                    <a:pt x="622518" y="75356"/>
                  </a:lnTo>
                  <a:close/>
                  <a:moveTo>
                    <a:pt x="622518" y="75356"/>
                  </a:moveTo>
                  <a:lnTo>
                    <a:pt x="599874" y="86900"/>
                  </a:lnTo>
                  <a:lnTo>
                    <a:pt x="650777" y="56435"/>
                  </a:lnTo>
                  <a:close/>
                  <a:moveTo>
                    <a:pt x="650777" y="56435"/>
                  </a:moveTo>
                  <a:lnTo>
                    <a:pt x="650931" y="56077"/>
                  </a:lnTo>
                  <a:lnTo>
                    <a:pt x="646150" y="67502"/>
                  </a:lnTo>
                  <a:close/>
                  <a:moveTo>
                    <a:pt x="664345" y="19489"/>
                  </a:moveTo>
                  <a:lnTo>
                    <a:pt x="650931" y="56077"/>
                  </a:lnTo>
                  <a:lnTo>
                    <a:pt x="651283" y="56243"/>
                  </a:lnTo>
                  <a:close/>
                  <a:moveTo>
                    <a:pt x="701511" y="25335"/>
                  </a:moveTo>
                  <a:lnTo>
                    <a:pt x="650931" y="56077"/>
                  </a:lnTo>
                  <a:lnTo>
                    <a:pt x="664345" y="19489"/>
                  </a:lnTo>
                  <a:close/>
                  <a:moveTo>
                    <a:pt x="654509" y="39060"/>
                  </a:moveTo>
                  <a:lnTo>
                    <a:pt x="650931" y="56077"/>
                  </a:lnTo>
                  <a:lnTo>
                    <a:pt x="668539" y="26631"/>
                  </a:lnTo>
                  <a:close/>
                  <a:moveTo>
                    <a:pt x="701511" y="25335"/>
                  </a:moveTo>
                  <a:lnTo>
                    <a:pt x="697856" y="269"/>
                  </a:lnTo>
                  <a:lnTo>
                    <a:pt x="687148" y="0"/>
                  </a:lnTo>
                  <a:close/>
                  <a:moveTo>
                    <a:pt x="668539" y="26631"/>
                  </a:moveTo>
                  <a:lnTo>
                    <a:pt x="701511" y="25335"/>
                  </a:lnTo>
                  <a:lnTo>
                    <a:pt x="687148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82" name="Input_density__121">
              <a:extLst>
                <a:ext uri="{FF2B5EF4-FFF2-40B4-BE49-F238E27FC236}">
                  <a16:creationId xmlns:a16="http://schemas.microsoft.com/office/drawing/2014/main" id="{8D4F06D8-A993-0496-A55A-284E98EF660B}"/>
                </a:ext>
              </a:extLst>
            </p:cNvPr>
            <p:cNvSpPr>
              <a:spLocks noGrp="1"/>
            </p:cNvSpPr>
            <p:nvPr/>
          </p:nvSpPr>
          <p:spPr>
            <a:xfrm>
              <a:off x="959659" y="1588833"/>
              <a:ext cx="919713" cy="1399978"/>
            </a:xfrm>
            <a:custGeom>
              <a:avLst/>
              <a:gdLst/>
              <a:ahLst/>
              <a:cxnLst/>
              <a:rect l="0" t="0" r="0" b="0"/>
              <a:pathLst>
                <a:path w="919713" h="1399978">
                  <a:moveTo>
                    <a:pt x="281544" y="1399555"/>
                  </a:moveTo>
                  <a:lnTo>
                    <a:pt x="282087" y="1399978"/>
                  </a:lnTo>
                  <a:lnTo>
                    <a:pt x="282385" y="1399221"/>
                  </a:lnTo>
                  <a:close/>
                  <a:moveTo>
                    <a:pt x="282385" y="1399221"/>
                  </a:moveTo>
                  <a:lnTo>
                    <a:pt x="282087" y="1399978"/>
                  </a:lnTo>
                  <a:lnTo>
                    <a:pt x="286289" y="1399555"/>
                  </a:lnTo>
                  <a:close/>
                  <a:moveTo>
                    <a:pt x="27021" y="1088332"/>
                  </a:moveTo>
                  <a:lnTo>
                    <a:pt x="0" y="1063542"/>
                  </a:lnTo>
                  <a:lnTo>
                    <a:pt x="20415" y="1068760"/>
                  </a:lnTo>
                  <a:close/>
                  <a:moveTo>
                    <a:pt x="27021" y="1088332"/>
                  </a:moveTo>
                  <a:lnTo>
                    <a:pt x="20415" y="1068760"/>
                  </a:lnTo>
                  <a:lnTo>
                    <a:pt x="6464" y="1105515"/>
                  </a:lnTo>
                  <a:close/>
                  <a:moveTo>
                    <a:pt x="149985" y="1067618"/>
                  </a:moveTo>
                  <a:lnTo>
                    <a:pt x="114433" y="1079035"/>
                  </a:lnTo>
                  <a:lnTo>
                    <a:pt x="147102" y="1076603"/>
                  </a:lnTo>
                  <a:close/>
                  <a:moveTo>
                    <a:pt x="149985" y="1067618"/>
                  </a:moveTo>
                  <a:lnTo>
                    <a:pt x="118053" y="1066490"/>
                  </a:lnTo>
                  <a:lnTo>
                    <a:pt x="114433" y="1079035"/>
                  </a:lnTo>
                  <a:close/>
                  <a:moveTo>
                    <a:pt x="160420" y="1030190"/>
                  </a:moveTo>
                  <a:lnTo>
                    <a:pt x="138247" y="1017210"/>
                  </a:lnTo>
                  <a:lnTo>
                    <a:pt x="149985" y="1067618"/>
                  </a:lnTo>
                  <a:close/>
                  <a:moveTo>
                    <a:pt x="94081" y="951738"/>
                  </a:moveTo>
                  <a:lnTo>
                    <a:pt x="111547" y="972037"/>
                  </a:lnTo>
                  <a:lnTo>
                    <a:pt x="79425" y="960883"/>
                  </a:lnTo>
                  <a:close/>
                  <a:moveTo>
                    <a:pt x="111516" y="982310"/>
                  </a:moveTo>
                  <a:lnTo>
                    <a:pt x="85945" y="972524"/>
                  </a:lnTo>
                  <a:lnTo>
                    <a:pt x="79425" y="960883"/>
                  </a:lnTo>
                  <a:close/>
                  <a:moveTo>
                    <a:pt x="105170" y="980455"/>
                  </a:moveTo>
                  <a:lnTo>
                    <a:pt x="111516" y="982310"/>
                  </a:lnTo>
                  <a:lnTo>
                    <a:pt x="79425" y="960883"/>
                  </a:lnTo>
                  <a:close/>
                  <a:moveTo>
                    <a:pt x="116604" y="980455"/>
                  </a:moveTo>
                  <a:lnTo>
                    <a:pt x="94081" y="951738"/>
                  </a:lnTo>
                  <a:lnTo>
                    <a:pt x="93137" y="960883"/>
                  </a:lnTo>
                  <a:close/>
                  <a:moveTo>
                    <a:pt x="93137" y="960883"/>
                  </a:moveTo>
                  <a:lnTo>
                    <a:pt x="85945" y="972524"/>
                  </a:lnTo>
                  <a:lnTo>
                    <a:pt x="116604" y="980455"/>
                  </a:lnTo>
                  <a:close/>
                  <a:moveTo>
                    <a:pt x="109344" y="867594"/>
                  </a:moveTo>
                  <a:lnTo>
                    <a:pt x="94673" y="861762"/>
                  </a:lnTo>
                  <a:lnTo>
                    <a:pt x="143594" y="889762"/>
                  </a:lnTo>
                  <a:close/>
                  <a:moveTo>
                    <a:pt x="143594" y="889762"/>
                  </a:moveTo>
                  <a:lnTo>
                    <a:pt x="94673" y="861762"/>
                  </a:lnTo>
                  <a:lnTo>
                    <a:pt x="88806" y="870190"/>
                  </a:lnTo>
                  <a:close/>
                  <a:moveTo>
                    <a:pt x="483808" y="1254326"/>
                  </a:moveTo>
                  <a:lnTo>
                    <a:pt x="521891" y="1276883"/>
                  </a:lnTo>
                  <a:lnTo>
                    <a:pt x="508825" y="1268368"/>
                  </a:lnTo>
                  <a:close/>
                  <a:moveTo>
                    <a:pt x="166534" y="764426"/>
                  </a:moveTo>
                  <a:lnTo>
                    <a:pt x="145731" y="762313"/>
                  </a:lnTo>
                  <a:lnTo>
                    <a:pt x="144814" y="758593"/>
                  </a:lnTo>
                  <a:close/>
                  <a:moveTo>
                    <a:pt x="635937" y="1256660"/>
                  </a:moveTo>
                  <a:lnTo>
                    <a:pt x="626743" y="1242516"/>
                  </a:lnTo>
                  <a:lnTo>
                    <a:pt x="628467" y="1245750"/>
                  </a:lnTo>
                  <a:close/>
                  <a:moveTo>
                    <a:pt x="193544" y="701317"/>
                  </a:moveTo>
                  <a:lnTo>
                    <a:pt x="223066" y="726637"/>
                  </a:lnTo>
                  <a:lnTo>
                    <a:pt x="225712" y="727947"/>
                  </a:lnTo>
                  <a:close/>
                  <a:moveTo>
                    <a:pt x="225712" y="727947"/>
                  </a:moveTo>
                  <a:lnTo>
                    <a:pt x="212083" y="713939"/>
                  </a:lnTo>
                  <a:lnTo>
                    <a:pt x="193544" y="701317"/>
                  </a:lnTo>
                  <a:close/>
                  <a:moveTo>
                    <a:pt x="547577" y="1050583"/>
                  </a:moveTo>
                  <a:lnTo>
                    <a:pt x="578055" y="1052893"/>
                  </a:lnTo>
                  <a:lnTo>
                    <a:pt x="553763" y="1021987"/>
                  </a:lnTo>
                  <a:close/>
                  <a:moveTo>
                    <a:pt x="550488" y="1010937"/>
                  </a:moveTo>
                  <a:lnTo>
                    <a:pt x="547577" y="1050583"/>
                  </a:lnTo>
                  <a:lnTo>
                    <a:pt x="553763" y="1021987"/>
                  </a:lnTo>
                  <a:close/>
                  <a:moveTo>
                    <a:pt x="587210" y="1023658"/>
                  </a:moveTo>
                  <a:lnTo>
                    <a:pt x="550488" y="1010937"/>
                  </a:lnTo>
                  <a:lnTo>
                    <a:pt x="553763" y="1021987"/>
                  </a:lnTo>
                  <a:close/>
                  <a:moveTo>
                    <a:pt x="486010" y="939306"/>
                  </a:moveTo>
                  <a:lnTo>
                    <a:pt x="514906" y="974112"/>
                  </a:lnTo>
                  <a:lnTo>
                    <a:pt x="515295" y="968048"/>
                  </a:lnTo>
                  <a:close/>
                  <a:moveTo>
                    <a:pt x="515295" y="968048"/>
                  </a:moveTo>
                  <a:lnTo>
                    <a:pt x="504083" y="962011"/>
                  </a:lnTo>
                  <a:lnTo>
                    <a:pt x="486010" y="939306"/>
                  </a:lnTo>
                  <a:close/>
                  <a:moveTo>
                    <a:pt x="304649" y="714668"/>
                  </a:moveTo>
                  <a:lnTo>
                    <a:pt x="329337" y="716931"/>
                  </a:lnTo>
                  <a:lnTo>
                    <a:pt x="306430" y="710763"/>
                  </a:lnTo>
                  <a:close/>
                  <a:moveTo>
                    <a:pt x="304649" y="714668"/>
                  </a:moveTo>
                  <a:lnTo>
                    <a:pt x="300332" y="710763"/>
                  </a:lnTo>
                  <a:lnTo>
                    <a:pt x="305535" y="753941"/>
                  </a:lnTo>
                  <a:close/>
                  <a:moveTo>
                    <a:pt x="240634" y="690122"/>
                  </a:moveTo>
                  <a:lnTo>
                    <a:pt x="217965" y="681463"/>
                  </a:lnTo>
                  <a:lnTo>
                    <a:pt x="266373" y="713944"/>
                  </a:lnTo>
                  <a:close/>
                  <a:moveTo>
                    <a:pt x="255338" y="654879"/>
                  </a:moveTo>
                  <a:lnTo>
                    <a:pt x="223466" y="637253"/>
                  </a:lnTo>
                  <a:lnTo>
                    <a:pt x="240634" y="690122"/>
                  </a:lnTo>
                  <a:close/>
                  <a:moveTo>
                    <a:pt x="240634" y="690122"/>
                  </a:moveTo>
                  <a:lnTo>
                    <a:pt x="223466" y="637253"/>
                  </a:lnTo>
                  <a:lnTo>
                    <a:pt x="216146" y="638194"/>
                  </a:lnTo>
                  <a:close/>
                  <a:moveTo>
                    <a:pt x="278779" y="641452"/>
                  </a:moveTo>
                  <a:lnTo>
                    <a:pt x="255338" y="654879"/>
                  </a:lnTo>
                  <a:lnTo>
                    <a:pt x="240634" y="690122"/>
                  </a:lnTo>
                  <a:close/>
                  <a:moveTo>
                    <a:pt x="278779" y="641452"/>
                  </a:moveTo>
                  <a:lnTo>
                    <a:pt x="240634" y="690122"/>
                  </a:lnTo>
                  <a:lnTo>
                    <a:pt x="293679" y="674085"/>
                  </a:lnTo>
                  <a:close/>
                  <a:moveTo>
                    <a:pt x="486635" y="931293"/>
                  </a:moveTo>
                  <a:lnTo>
                    <a:pt x="458189" y="894538"/>
                  </a:lnTo>
                  <a:lnTo>
                    <a:pt x="469729" y="907795"/>
                  </a:lnTo>
                  <a:close/>
                  <a:moveTo>
                    <a:pt x="619861" y="1024375"/>
                  </a:moveTo>
                  <a:lnTo>
                    <a:pt x="627065" y="1048092"/>
                  </a:lnTo>
                  <a:lnTo>
                    <a:pt x="650703" y="1040263"/>
                  </a:lnTo>
                  <a:close/>
                  <a:moveTo>
                    <a:pt x="619861" y="1024375"/>
                  </a:moveTo>
                  <a:lnTo>
                    <a:pt x="616334" y="1041558"/>
                  </a:lnTo>
                  <a:lnTo>
                    <a:pt x="627065" y="1048092"/>
                  </a:lnTo>
                  <a:close/>
                  <a:moveTo>
                    <a:pt x="616334" y="1041558"/>
                  </a:moveTo>
                  <a:lnTo>
                    <a:pt x="619861" y="1024375"/>
                  </a:lnTo>
                  <a:lnTo>
                    <a:pt x="587210" y="1023658"/>
                  </a:lnTo>
                  <a:close/>
                  <a:moveTo>
                    <a:pt x="619861" y="1024375"/>
                  </a:moveTo>
                  <a:lnTo>
                    <a:pt x="612105" y="1020530"/>
                  </a:lnTo>
                  <a:lnTo>
                    <a:pt x="587210" y="1023658"/>
                  </a:lnTo>
                  <a:close/>
                  <a:moveTo>
                    <a:pt x="650703" y="1040263"/>
                  </a:moveTo>
                  <a:lnTo>
                    <a:pt x="627065" y="1048092"/>
                  </a:lnTo>
                  <a:lnTo>
                    <a:pt x="686937" y="1051162"/>
                  </a:lnTo>
                  <a:close/>
                  <a:moveTo>
                    <a:pt x="550488" y="1010937"/>
                  </a:moveTo>
                  <a:lnTo>
                    <a:pt x="587210" y="1023658"/>
                  </a:lnTo>
                  <a:lnTo>
                    <a:pt x="612105" y="1020530"/>
                  </a:lnTo>
                  <a:close/>
                  <a:moveTo>
                    <a:pt x="523995" y="940254"/>
                  </a:moveTo>
                  <a:lnTo>
                    <a:pt x="515295" y="968048"/>
                  </a:lnTo>
                  <a:lnTo>
                    <a:pt x="540801" y="921850"/>
                  </a:lnTo>
                  <a:close/>
                  <a:moveTo>
                    <a:pt x="540801" y="921850"/>
                  </a:moveTo>
                  <a:lnTo>
                    <a:pt x="515295" y="968048"/>
                  </a:lnTo>
                  <a:lnTo>
                    <a:pt x="551391" y="957988"/>
                  </a:lnTo>
                  <a:close/>
                  <a:moveTo>
                    <a:pt x="511326" y="914110"/>
                  </a:moveTo>
                  <a:lnTo>
                    <a:pt x="486635" y="931293"/>
                  </a:lnTo>
                  <a:lnTo>
                    <a:pt x="504083" y="962011"/>
                  </a:lnTo>
                  <a:close/>
                  <a:moveTo>
                    <a:pt x="383199" y="662993"/>
                  </a:moveTo>
                  <a:lnTo>
                    <a:pt x="381848" y="701329"/>
                  </a:lnTo>
                  <a:lnTo>
                    <a:pt x="382211" y="693580"/>
                  </a:lnTo>
                  <a:close/>
                  <a:moveTo>
                    <a:pt x="127023" y="477485"/>
                  </a:moveTo>
                  <a:lnTo>
                    <a:pt x="139254" y="470012"/>
                  </a:lnTo>
                  <a:lnTo>
                    <a:pt x="101864" y="454792"/>
                  </a:lnTo>
                  <a:close/>
                  <a:moveTo>
                    <a:pt x="432630" y="767090"/>
                  </a:moveTo>
                  <a:lnTo>
                    <a:pt x="432267" y="776921"/>
                  </a:lnTo>
                  <a:lnTo>
                    <a:pt x="447934" y="780451"/>
                  </a:lnTo>
                  <a:close/>
                  <a:moveTo>
                    <a:pt x="440353" y="752107"/>
                  </a:moveTo>
                  <a:lnTo>
                    <a:pt x="432267" y="776921"/>
                  </a:lnTo>
                  <a:lnTo>
                    <a:pt x="432630" y="767090"/>
                  </a:lnTo>
                  <a:close/>
                  <a:moveTo>
                    <a:pt x="753974" y="1134640"/>
                  </a:moveTo>
                  <a:lnTo>
                    <a:pt x="778939" y="1145987"/>
                  </a:lnTo>
                  <a:lnTo>
                    <a:pt x="770728" y="1143658"/>
                  </a:lnTo>
                  <a:close/>
                  <a:moveTo>
                    <a:pt x="733237" y="1007998"/>
                  </a:moveTo>
                  <a:lnTo>
                    <a:pt x="686937" y="1051162"/>
                  </a:lnTo>
                  <a:lnTo>
                    <a:pt x="720697" y="1052808"/>
                  </a:lnTo>
                  <a:close/>
                  <a:moveTo>
                    <a:pt x="601982" y="899200"/>
                  </a:moveTo>
                  <a:lnTo>
                    <a:pt x="605896" y="901108"/>
                  </a:lnTo>
                  <a:lnTo>
                    <a:pt x="598071" y="896927"/>
                  </a:lnTo>
                  <a:close/>
                  <a:moveTo>
                    <a:pt x="547854" y="786662"/>
                  </a:moveTo>
                  <a:lnTo>
                    <a:pt x="550997" y="820423"/>
                  </a:lnTo>
                  <a:lnTo>
                    <a:pt x="538627" y="840600"/>
                  </a:lnTo>
                  <a:close/>
                  <a:moveTo>
                    <a:pt x="447934" y="780451"/>
                  </a:moveTo>
                  <a:lnTo>
                    <a:pt x="501434" y="759694"/>
                  </a:lnTo>
                  <a:lnTo>
                    <a:pt x="472402" y="775724"/>
                  </a:lnTo>
                  <a:close/>
                  <a:moveTo>
                    <a:pt x="447934" y="780451"/>
                  </a:moveTo>
                  <a:lnTo>
                    <a:pt x="422628" y="757670"/>
                  </a:lnTo>
                  <a:lnTo>
                    <a:pt x="432630" y="767090"/>
                  </a:lnTo>
                  <a:close/>
                  <a:moveTo>
                    <a:pt x="258838" y="496334"/>
                  </a:moveTo>
                  <a:lnTo>
                    <a:pt x="273335" y="501380"/>
                  </a:lnTo>
                  <a:lnTo>
                    <a:pt x="255703" y="463829"/>
                  </a:lnTo>
                  <a:close/>
                  <a:moveTo>
                    <a:pt x="279883" y="455867"/>
                  </a:moveTo>
                  <a:lnTo>
                    <a:pt x="286358" y="456302"/>
                  </a:lnTo>
                  <a:lnTo>
                    <a:pt x="286510" y="454433"/>
                  </a:lnTo>
                  <a:close/>
                  <a:moveTo>
                    <a:pt x="108859" y="313264"/>
                  </a:moveTo>
                  <a:lnTo>
                    <a:pt x="143859" y="311898"/>
                  </a:lnTo>
                  <a:lnTo>
                    <a:pt x="111114" y="296965"/>
                  </a:lnTo>
                  <a:close/>
                  <a:moveTo>
                    <a:pt x="143859" y="311898"/>
                  </a:moveTo>
                  <a:lnTo>
                    <a:pt x="147314" y="307732"/>
                  </a:lnTo>
                  <a:lnTo>
                    <a:pt x="111114" y="296965"/>
                  </a:lnTo>
                  <a:close/>
                  <a:moveTo>
                    <a:pt x="853803" y="1108900"/>
                  </a:moveTo>
                  <a:lnTo>
                    <a:pt x="839802" y="1100273"/>
                  </a:lnTo>
                  <a:lnTo>
                    <a:pt x="804810" y="1146507"/>
                  </a:lnTo>
                  <a:close/>
                  <a:moveTo>
                    <a:pt x="605896" y="901108"/>
                  </a:moveTo>
                  <a:lnTo>
                    <a:pt x="646918" y="929905"/>
                  </a:lnTo>
                  <a:lnTo>
                    <a:pt x="666122" y="905497"/>
                  </a:lnTo>
                  <a:close/>
                  <a:moveTo>
                    <a:pt x="632179" y="812244"/>
                  </a:moveTo>
                  <a:lnTo>
                    <a:pt x="675801" y="842988"/>
                  </a:lnTo>
                  <a:lnTo>
                    <a:pt x="679027" y="845992"/>
                  </a:lnTo>
                  <a:close/>
                  <a:moveTo>
                    <a:pt x="546916" y="782638"/>
                  </a:moveTo>
                  <a:lnTo>
                    <a:pt x="501434" y="759694"/>
                  </a:lnTo>
                  <a:lnTo>
                    <a:pt x="533685" y="786662"/>
                  </a:lnTo>
                  <a:close/>
                  <a:moveTo>
                    <a:pt x="502833" y="746641"/>
                  </a:moveTo>
                  <a:lnTo>
                    <a:pt x="501434" y="759694"/>
                  </a:lnTo>
                  <a:lnTo>
                    <a:pt x="546916" y="782638"/>
                  </a:lnTo>
                  <a:close/>
                  <a:moveTo>
                    <a:pt x="535463" y="747202"/>
                  </a:moveTo>
                  <a:lnTo>
                    <a:pt x="502833" y="746641"/>
                  </a:lnTo>
                  <a:lnTo>
                    <a:pt x="546916" y="782638"/>
                  </a:lnTo>
                  <a:close/>
                  <a:moveTo>
                    <a:pt x="546916" y="782638"/>
                  </a:moveTo>
                  <a:lnTo>
                    <a:pt x="550997" y="820423"/>
                  </a:lnTo>
                  <a:lnTo>
                    <a:pt x="547854" y="786662"/>
                  </a:lnTo>
                  <a:close/>
                  <a:moveTo>
                    <a:pt x="535463" y="747202"/>
                  </a:moveTo>
                  <a:lnTo>
                    <a:pt x="547854" y="786662"/>
                  </a:lnTo>
                  <a:lnTo>
                    <a:pt x="538887" y="749906"/>
                  </a:lnTo>
                  <a:close/>
                  <a:moveTo>
                    <a:pt x="535463" y="747202"/>
                  </a:moveTo>
                  <a:lnTo>
                    <a:pt x="546916" y="782638"/>
                  </a:lnTo>
                  <a:lnTo>
                    <a:pt x="547854" y="786662"/>
                  </a:lnTo>
                  <a:close/>
                  <a:moveTo>
                    <a:pt x="502833" y="746641"/>
                  </a:moveTo>
                  <a:lnTo>
                    <a:pt x="535463" y="747202"/>
                  </a:lnTo>
                  <a:lnTo>
                    <a:pt x="541492" y="697554"/>
                  </a:lnTo>
                  <a:close/>
                  <a:moveTo>
                    <a:pt x="541492" y="697554"/>
                  </a:moveTo>
                  <a:lnTo>
                    <a:pt x="535463" y="747202"/>
                  </a:lnTo>
                  <a:lnTo>
                    <a:pt x="564942" y="705577"/>
                  </a:lnTo>
                  <a:close/>
                  <a:moveTo>
                    <a:pt x="464243" y="706179"/>
                  </a:moveTo>
                  <a:lnTo>
                    <a:pt x="485342" y="671367"/>
                  </a:lnTo>
                  <a:lnTo>
                    <a:pt x="456835" y="667455"/>
                  </a:lnTo>
                  <a:close/>
                  <a:moveTo>
                    <a:pt x="255365" y="454410"/>
                  </a:moveTo>
                  <a:lnTo>
                    <a:pt x="286510" y="454433"/>
                  </a:lnTo>
                  <a:lnTo>
                    <a:pt x="265786" y="405318"/>
                  </a:lnTo>
                  <a:close/>
                  <a:moveTo>
                    <a:pt x="239501" y="377813"/>
                  </a:moveTo>
                  <a:lnTo>
                    <a:pt x="241899" y="419112"/>
                  </a:lnTo>
                  <a:lnTo>
                    <a:pt x="224539" y="407636"/>
                  </a:lnTo>
                  <a:close/>
                  <a:moveTo>
                    <a:pt x="853803" y="1108900"/>
                  </a:moveTo>
                  <a:lnTo>
                    <a:pt x="861469" y="1100273"/>
                  </a:lnTo>
                  <a:lnTo>
                    <a:pt x="856951" y="1095838"/>
                  </a:lnTo>
                  <a:close/>
                  <a:moveTo>
                    <a:pt x="883826" y="1096573"/>
                  </a:moveTo>
                  <a:lnTo>
                    <a:pt x="856951" y="1095838"/>
                  </a:lnTo>
                  <a:lnTo>
                    <a:pt x="861469" y="1100273"/>
                  </a:lnTo>
                  <a:close/>
                  <a:moveTo>
                    <a:pt x="897448" y="1083090"/>
                  </a:moveTo>
                  <a:lnTo>
                    <a:pt x="863026" y="1046335"/>
                  </a:lnTo>
                  <a:lnTo>
                    <a:pt x="883826" y="1096573"/>
                  </a:lnTo>
                  <a:close/>
                  <a:moveTo>
                    <a:pt x="646120" y="800910"/>
                  </a:moveTo>
                  <a:lnTo>
                    <a:pt x="642865" y="818543"/>
                  </a:lnTo>
                  <a:lnTo>
                    <a:pt x="668827" y="825805"/>
                  </a:lnTo>
                  <a:close/>
                  <a:moveTo>
                    <a:pt x="897862" y="1000172"/>
                  </a:moveTo>
                  <a:lnTo>
                    <a:pt x="919713" y="1009496"/>
                  </a:lnTo>
                  <a:lnTo>
                    <a:pt x="880858" y="969249"/>
                  </a:lnTo>
                  <a:close/>
                  <a:moveTo>
                    <a:pt x="560859" y="514582"/>
                  </a:moveTo>
                  <a:lnTo>
                    <a:pt x="572487" y="565202"/>
                  </a:lnTo>
                  <a:lnTo>
                    <a:pt x="581956" y="522977"/>
                  </a:lnTo>
                  <a:close/>
                  <a:moveTo>
                    <a:pt x="632558" y="498706"/>
                  </a:moveTo>
                  <a:lnTo>
                    <a:pt x="609600" y="551336"/>
                  </a:lnTo>
                  <a:lnTo>
                    <a:pt x="634399" y="541956"/>
                  </a:lnTo>
                  <a:close/>
                  <a:moveTo>
                    <a:pt x="751467" y="590480"/>
                  </a:moveTo>
                  <a:lnTo>
                    <a:pt x="758820" y="589726"/>
                  </a:lnTo>
                  <a:lnTo>
                    <a:pt x="733573" y="560253"/>
                  </a:lnTo>
                  <a:close/>
                  <a:moveTo>
                    <a:pt x="733573" y="560253"/>
                  </a:moveTo>
                  <a:lnTo>
                    <a:pt x="751410" y="590388"/>
                  </a:lnTo>
                  <a:lnTo>
                    <a:pt x="751467" y="590480"/>
                  </a:lnTo>
                  <a:close/>
                  <a:moveTo>
                    <a:pt x="640791" y="480215"/>
                  </a:moveTo>
                  <a:lnTo>
                    <a:pt x="632314" y="490468"/>
                  </a:lnTo>
                  <a:lnTo>
                    <a:pt x="598535" y="454531"/>
                  </a:lnTo>
                  <a:close/>
                  <a:moveTo>
                    <a:pt x="456148" y="265289"/>
                  </a:moveTo>
                  <a:lnTo>
                    <a:pt x="490189" y="264702"/>
                  </a:lnTo>
                  <a:lnTo>
                    <a:pt x="477035" y="230649"/>
                  </a:lnTo>
                  <a:close/>
                  <a:moveTo>
                    <a:pt x="456148" y="265289"/>
                  </a:moveTo>
                  <a:lnTo>
                    <a:pt x="477035" y="230649"/>
                  </a:lnTo>
                  <a:lnTo>
                    <a:pt x="446425" y="228446"/>
                  </a:lnTo>
                  <a:close/>
                  <a:moveTo>
                    <a:pt x="413661" y="199637"/>
                  </a:moveTo>
                  <a:lnTo>
                    <a:pt x="446425" y="228446"/>
                  </a:lnTo>
                  <a:lnTo>
                    <a:pt x="449219" y="208008"/>
                  </a:lnTo>
                  <a:close/>
                  <a:moveTo>
                    <a:pt x="446425" y="228446"/>
                  </a:moveTo>
                  <a:lnTo>
                    <a:pt x="477035" y="230649"/>
                  </a:lnTo>
                  <a:lnTo>
                    <a:pt x="449219" y="208008"/>
                  </a:lnTo>
                  <a:close/>
                  <a:moveTo>
                    <a:pt x="338722" y="127589"/>
                  </a:moveTo>
                  <a:lnTo>
                    <a:pt x="308067" y="125423"/>
                  </a:lnTo>
                  <a:lnTo>
                    <a:pt x="308302" y="151079"/>
                  </a:lnTo>
                  <a:close/>
                  <a:moveTo>
                    <a:pt x="368281" y="126175"/>
                  </a:moveTo>
                  <a:lnTo>
                    <a:pt x="375527" y="112665"/>
                  </a:lnTo>
                  <a:lnTo>
                    <a:pt x="349634" y="84829"/>
                  </a:lnTo>
                  <a:close/>
                  <a:moveTo>
                    <a:pt x="394335" y="127378"/>
                  </a:moveTo>
                  <a:lnTo>
                    <a:pt x="414760" y="149420"/>
                  </a:lnTo>
                  <a:lnTo>
                    <a:pt x="411046" y="140626"/>
                  </a:lnTo>
                  <a:close/>
                  <a:moveTo>
                    <a:pt x="375527" y="112665"/>
                  </a:moveTo>
                  <a:lnTo>
                    <a:pt x="394335" y="127378"/>
                  </a:lnTo>
                  <a:lnTo>
                    <a:pt x="398703" y="132237"/>
                  </a:lnTo>
                  <a:close/>
                  <a:moveTo>
                    <a:pt x="503363" y="115053"/>
                  </a:moveTo>
                  <a:lnTo>
                    <a:pt x="477807" y="95481"/>
                  </a:lnTo>
                  <a:lnTo>
                    <a:pt x="476678" y="78298"/>
                  </a:lnTo>
                  <a:close/>
                  <a:moveTo>
                    <a:pt x="457326" y="58727"/>
                  </a:moveTo>
                  <a:lnTo>
                    <a:pt x="449601" y="46876"/>
                  </a:lnTo>
                  <a:lnTo>
                    <a:pt x="476678" y="78298"/>
                  </a:lnTo>
                  <a:close/>
                  <a:moveTo>
                    <a:pt x="477807" y="95481"/>
                  </a:moveTo>
                  <a:lnTo>
                    <a:pt x="457326" y="58727"/>
                  </a:lnTo>
                  <a:lnTo>
                    <a:pt x="476678" y="78298"/>
                  </a:lnTo>
                  <a:close/>
                  <a:moveTo>
                    <a:pt x="543160" y="21456"/>
                  </a:moveTo>
                  <a:lnTo>
                    <a:pt x="518859" y="0"/>
                  </a:lnTo>
                  <a:lnTo>
                    <a:pt x="545168" y="24360"/>
                  </a:lnTo>
                  <a:close/>
                  <a:moveTo>
                    <a:pt x="543160" y="21456"/>
                  </a:moveTo>
                  <a:lnTo>
                    <a:pt x="545499" y="23089"/>
                  </a:lnTo>
                  <a:lnTo>
                    <a:pt x="521400" y="15593"/>
                  </a:lnTo>
                  <a:close/>
                  <a:moveTo>
                    <a:pt x="728268" y="117095"/>
                  </a:moveTo>
                  <a:lnTo>
                    <a:pt x="727049" y="117442"/>
                  </a:lnTo>
                  <a:lnTo>
                    <a:pt x="754208" y="140753"/>
                  </a:lnTo>
                  <a:close/>
                  <a:moveTo>
                    <a:pt x="728268" y="117095"/>
                  </a:moveTo>
                  <a:lnTo>
                    <a:pt x="751891" y="154196"/>
                  </a:lnTo>
                  <a:lnTo>
                    <a:pt x="728212" y="1174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83" name="Input_density__122">
              <a:extLst>
                <a:ext uri="{FF2B5EF4-FFF2-40B4-BE49-F238E27FC236}">
                  <a16:creationId xmlns:a16="http://schemas.microsoft.com/office/drawing/2014/main" id="{652443CE-1B3D-894F-E263-055834C5DDF1}"/>
                </a:ext>
              </a:extLst>
            </p:cNvPr>
            <p:cNvSpPr>
              <a:spLocks noGrp="1"/>
            </p:cNvSpPr>
            <p:nvPr/>
          </p:nvSpPr>
          <p:spPr>
            <a:xfrm>
              <a:off x="716452" y="1486489"/>
              <a:ext cx="1153527" cy="1501899"/>
            </a:xfrm>
            <a:custGeom>
              <a:avLst/>
              <a:gdLst/>
              <a:ahLst/>
              <a:cxnLst/>
              <a:rect l="0" t="0" r="0" b="0"/>
              <a:pathLst>
                <a:path w="1153527" h="1501899">
                  <a:moveTo>
                    <a:pt x="532552" y="1447961"/>
                  </a:moveTo>
                  <a:lnTo>
                    <a:pt x="525592" y="1501565"/>
                  </a:lnTo>
                  <a:lnTo>
                    <a:pt x="538058" y="1453835"/>
                  </a:lnTo>
                  <a:close/>
                  <a:moveTo>
                    <a:pt x="489473" y="1465144"/>
                  </a:moveTo>
                  <a:lnTo>
                    <a:pt x="524751" y="1501899"/>
                  </a:lnTo>
                  <a:lnTo>
                    <a:pt x="532552" y="1447961"/>
                  </a:lnTo>
                  <a:close/>
                  <a:moveTo>
                    <a:pt x="532552" y="1447961"/>
                  </a:moveTo>
                  <a:lnTo>
                    <a:pt x="538058" y="1453835"/>
                  </a:lnTo>
                  <a:lnTo>
                    <a:pt x="538295" y="1446491"/>
                  </a:lnTo>
                  <a:close/>
                  <a:moveTo>
                    <a:pt x="576105" y="1442840"/>
                  </a:moveTo>
                  <a:lnTo>
                    <a:pt x="538295" y="1446491"/>
                  </a:lnTo>
                  <a:lnTo>
                    <a:pt x="538058" y="1453835"/>
                  </a:lnTo>
                  <a:close/>
                  <a:moveTo>
                    <a:pt x="538295" y="1446491"/>
                  </a:moveTo>
                  <a:lnTo>
                    <a:pt x="576105" y="1442840"/>
                  </a:lnTo>
                  <a:lnTo>
                    <a:pt x="569958" y="1403091"/>
                  </a:lnTo>
                  <a:close/>
                  <a:moveTo>
                    <a:pt x="538295" y="1446491"/>
                  </a:moveTo>
                  <a:lnTo>
                    <a:pt x="569958" y="1403091"/>
                  </a:lnTo>
                  <a:lnTo>
                    <a:pt x="527253" y="1410721"/>
                  </a:lnTo>
                  <a:close/>
                  <a:moveTo>
                    <a:pt x="345314" y="1039088"/>
                  </a:moveTo>
                  <a:lnTo>
                    <a:pt x="362960" y="1033211"/>
                  </a:lnTo>
                  <a:lnTo>
                    <a:pt x="351257" y="1009289"/>
                  </a:lnTo>
                  <a:close/>
                  <a:moveTo>
                    <a:pt x="351257" y="1009289"/>
                  </a:moveTo>
                  <a:lnTo>
                    <a:pt x="370309" y="1028861"/>
                  </a:lnTo>
                  <a:lnTo>
                    <a:pt x="386801" y="992106"/>
                  </a:lnTo>
                  <a:close/>
                  <a:moveTo>
                    <a:pt x="228589" y="808331"/>
                  </a:moveTo>
                  <a:lnTo>
                    <a:pt x="239009" y="794574"/>
                  </a:lnTo>
                  <a:lnTo>
                    <a:pt x="202713" y="788759"/>
                  </a:lnTo>
                  <a:close/>
                  <a:moveTo>
                    <a:pt x="0" y="556961"/>
                  </a:moveTo>
                  <a:lnTo>
                    <a:pt x="25966" y="551046"/>
                  </a:lnTo>
                  <a:lnTo>
                    <a:pt x="4464" y="540532"/>
                  </a:lnTo>
                  <a:close/>
                  <a:moveTo>
                    <a:pt x="0" y="556961"/>
                  </a:moveTo>
                  <a:lnTo>
                    <a:pt x="11272" y="565985"/>
                  </a:lnTo>
                  <a:lnTo>
                    <a:pt x="25966" y="551046"/>
                  </a:lnTo>
                  <a:close/>
                  <a:moveTo>
                    <a:pt x="382008" y="859285"/>
                  </a:moveTo>
                  <a:lnTo>
                    <a:pt x="329175" y="881841"/>
                  </a:lnTo>
                  <a:lnTo>
                    <a:pt x="372890" y="864657"/>
                  </a:lnTo>
                  <a:close/>
                  <a:moveTo>
                    <a:pt x="770311" y="1325289"/>
                  </a:moveTo>
                  <a:lnTo>
                    <a:pt x="760212" y="1288534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60212" y="1288534"/>
                  </a:lnTo>
                  <a:lnTo>
                    <a:pt x="778275" y="1297338"/>
                  </a:lnTo>
                  <a:close/>
                  <a:moveTo>
                    <a:pt x="759105" y="1330582"/>
                  </a:moveTo>
                  <a:lnTo>
                    <a:pt x="770311" y="1325289"/>
                  </a:lnTo>
                  <a:lnTo>
                    <a:pt x="773241" y="1325431"/>
                  </a:lnTo>
                  <a:close/>
                  <a:moveTo>
                    <a:pt x="773241" y="1325431"/>
                  </a:moveTo>
                  <a:lnTo>
                    <a:pt x="755362" y="1305717"/>
                  </a:lnTo>
                  <a:lnTo>
                    <a:pt x="753899" y="1290067"/>
                  </a:lnTo>
                  <a:close/>
                  <a:moveTo>
                    <a:pt x="753899" y="1290067"/>
                  </a:moveTo>
                  <a:lnTo>
                    <a:pt x="759105" y="1330582"/>
                  </a:lnTo>
                  <a:lnTo>
                    <a:pt x="773241" y="1325431"/>
                  </a:lnTo>
                  <a:close/>
                  <a:moveTo>
                    <a:pt x="49369" y="391431"/>
                  </a:moveTo>
                  <a:lnTo>
                    <a:pt x="5201" y="423597"/>
                  </a:lnTo>
                  <a:lnTo>
                    <a:pt x="31013" y="406414"/>
                  </a:lnTo>
                  <a:close/>
                  <a:moveTo>
                    <a:pt x="49369" y="391431"/>
                  </a:moveTo>
                  <a:lnTo>
                    <a:pt x="27032" y="404125"/>
                  </a:lnTo>
                  <a:lnTo>
                    <a:pt x="5201" y="423597"/>
                  </a:lnTo>
                  <a:close/>
                  <a:moveTo>
                    <a:pt x="871674" y="1348094"/>
                  </a:moveTo>
                  <a:lnTo>
                    <a:pt x="869950" y="1344861"/>
                  </a:lnTo>
                  <a:lnTo>
                    <a:pt x="857973" y="1325237"/>
                  </a:lnTo>
                  <a:close/>
                  <a:moveTo>
                    <a:pt x="826670" y="1240335"/>
                  </a:moveTo>
                  <a:lnTo>
                    <a:pt x="792591" y="1251779"/>
                  </a:lnTo>
                  <a:lnTo>
                    <a:pt x="795146" y="1283622"/>
                  </a:lnTo>
                  <a:close/>
                  <a:moveTo>
                    <a:pt x="828957" y="1283222"/>
                  </a:moveTo>
                  <a:lnTo>
                    <a:pt x="826670" y="1240335"/>
                  </a:lnTo>
                  <a:lnTo>
                    <a:pt x="795146" y="1283622"/>
                  </a:lnTo>
                  <a:close/>
                  <a:moveTo>
                    <a:pt x="873589" y="1259048"/>
                  </a:moveTo>
                  <a:lnTo>
                    <a:pt x="858213" y="1234596"/>
                  </a:lnTo>
                  <a:lnTo>
                    <a:pt x="875382" y="1272569"/>
                  </a:lnTo>
                  <a:close/>
                  <a:moveTo>
                    <a:pt x="875382" y="1272569"/>
                  </a:moveTo>
                  <a:lnTo>
                    <a:pt x="858213" y="1234596"/>
                  </a:lnTo>
                  <a:lnTo>
                    <a:pt x="826670" y="1240335"/>
                  </a:lnTo>
                  <a:close/>
                  <a:moveTo>
                    <a:pt x="875382" y="1272569"/>
                  </a:moveTo>
                  <a:lnTo>
                    <a:pt x="826670" y="1240335"/>
                  </a:lnTo>
                  <a:lnTo>
                    <a:pt x="828957" y="1283222"/>
                  </a:lnTo>
                  <a:close/>
                  <a:moveTo>
                    <a:pt x="875382" y="1272569"/>
                  </a:moveTo>
                  <a:lnTo>
                    <a:pt x="828957" y="1283222"/>
                  </a:lnTo>
                  <a:lnTo>
                    <a:pt x="879919" y="1282715"/>
                  </a:lnTo>
                  <a:close/>
                  <a:moveTo>
                    <a:pt x="875382" y="1272569"/>
                  </a:moveTo>
                  <a:lnTo>
                    <a:pt x="879919" y="1282715"/>
                  </a:lnTo>
                  <a:lnTo>
                    <a:pt x="912143" y="1278619"/>
                  </a:lnTo>
                  <a:close/>
                  <a:moveTo>
                    <a:pt x="773637" y="1211614"/>
                  </a:moveTo>
                  <a:lnTo>
                    <a:pt x="772117" y="1225022"/>
                  </a:lnTo>
                  <a:lnTo>
                    <a:pt x="804023" y="1197841"/>
                  </a:lnTo>
                  <a:close/>
                  <a:moveTo>
                    <a:pt x="772117" y="1225022"/>
                  </a:moveTo>
                  <a:lnTo>
                    <a:pt x="792591" y="1251779"/>
                  </a:lnTo>
                  <a:lnTo>
                    <a:pt x="804023" y="1197841"/>
                  </a:lnTo>
                  <a:close/>
                  <a:moveTo>
                    <a:pt x="804023" y="1197841"/>
                  </a:moveTo>
                  <a:lnTo>
                    <a:pt x="792591" y="1251779"/>
                  </a:lnTo>
                  <a:lnTo>
                    <a:pt x="831249" y="1225320"/>
                  </a:lnTo>
                  <a:close/>
                  <a:moveTo>
                    <a:pt x="831249" y="1225320"/>
                  </a:moveTo>
                  <a:lnTo>
                    <a:pt x="792591" y="1251779"/>
                  </a:lnTo>
                  <a:lnTo>
                    <a:pt x="826670" y="1240335"/>
                  </a:lnTo>
                  <a:close/>
                  <a:moveTo>
                    <a:pt x="826670" y="1240335"/>
                  </a:moveTo>
                  <a:lnTo>
                    <a:pt x="858213" y="1234596"/>
                  </a:lnTo>
                  <a:lnTo>
                    <a:pt x="831249" y="1225320"/>
                  </a:lnTo>
                  <a:close/>
                  <a:moveTo>
                    <a:pt x="760622" y="1161086"/>
                  </a:moveTo>
                  <a:lnTo>
                    <a:pt x="773637" y="1211614"/>
                  </a:lnTo>
                  <a:lnTo>
                    <a:pt x="785686" y="1179545"/>
                  </a:lnTo>
                  <a:close/>
                  <a:moveTo>
                    <a:pt x="765438" y="1215024"/>
                  </a:moveTo>
                  <a:lnTo>
                    <a:pt x="773637" y="1211614"/>
                  </a:lnTo>
                  <a:lnTo>
                    <a:pt x="760622" y="1161086"/>
                  </a:lnTo>
                  <a:close/>
                  <a:moveTo>
                    <a:pt x="726909" y="1178269"/>
                  </a:moveTo>
                  <a:lnTo>
                    <a:pt x="765438" y="1215024"/>
                  </a:lnTo>
                  <a:lnTo>
                    <a:pt x="760622" y="1161086"/>
                  </a:lnTo>
                  <a:close/>
                  <a:moveTo>
                    <a:pt x="773637" y="1211614"/>
                  </a:moveTo>
                  <a:lnTo>
                    <a:pt x="804023" y="1197841"/>
                  </a:lnTo>
                  <a:lnTo>
                    <a:pt x="785686" y="1179545"/>
                  </a:lnTo>
                  <a:close/>
                  <a:moveTo>
                    <a:pt x="726909" y="1178269"/>
                  </a:moveTo>
                  <a:lnTo>
                    <a:pt x="760622" y="1161086"/>
                  </a:lnTo>
                  <a:lnTo>
                    <a:pt x="725897" y="1176786"/>
                  </a:lnTo>
                  <a:close/>
                  <a:moveTo>
                    <a:pt x="760622" y="1161086"/>
                  </a:moveTo>
                  <a:lnTo>
                    <a:pt x="738193" y="1126552"/>
                  </a:lnTo>
                  <a:lnTo>
                    <a:pt x="725897" y="1176786"/>
                  </a:lnTo>
                  <a:close/>
                  <a:moveTo>
                    <a:pt x="736900" y="1124331"/>
                  </a:moveTo>
                  <a:lnTo>
                    <a:pt x="702958" y="1141514"/>
                  </a:lnTo>
                  <a:lnTo>
                    <a:pt x="725897" y="1176786"/>
                  </a:lnTo>
                  <a:close/>
                  <a:moveTo>
                    <a:pt x="468920" y="830291"/>
                  </a:moveTo>
                  <a:lnTo>
                    <a:pt x="466273" y="828981"/>
                  </a:lnTo>
                  <a:lnTo>
                    <a:pt x="455756" y="847474"/>
                  </a:lnTo>
                  <a:close/>
                  <a:moveTo>
                    <a:pt x="912143" y="1278619"/>
                  </a:moveTo>
                  <a:lnTo>
                    <a:pt x="879919" y="1282715"/>
                  </a:lnTo>
                  <a:lnTo>
                    <a:pt x="939788" y="1285768"/>
                  </a:lnTo>
                  <a:close/>
                  <a:moveTo>
                    <a:pt x="837745" y="1186584"/>
                  </a:moveTo>
                  <a:lnTo>
                    <a:pt x="831249" y="1225320"/>
                  </a:lnTo>
                  <a:lnTo>
                    <a:pt x="869052" y="1232968"/>
                  </a:lnTo>
                  <a:close/>
                  <a:moveTo>
                    <a:pt x="804023" y="1197841"/>
                  </a:moveTo>
                  <a:lnTo>
                    <a:pt x="831249" y="1225320"/>
                  </a:lnTo>
                  <a:lnTo>
                    <a:pt x="837745" y="1186584"/>
                  </a:lnTo>
                  <a:close/>
                  <a:moveTo>
                    <a:pt x="837745" y="1186584"/>
                  </a:moveTo>
                  <a:lnTo>
                    <a:pt x="785686" y="1179545"/>
                  </a:lnTo>
                  <a:lnTo>
                    <a:pt x="804023" y="1197841"/>
                  </a:lnTo>
                  <a:close/>
                  <a:moveTo>
                    <a:pt x="790784" y="1152927"/>
                  </a:moveTo>
                  <a:lnTo>
                    <a:pt x="785686" y="1179545"/>
                  </a:lnTo>
                  <a:lnTo>
                    <a:pt x="837745" y="1186584"/>
                  </a:lnTo>
                  <a:close/>
                  <a:moveTo>
                    <a:pt x="821263" y="1155237"/>
                  </a:moveTo>
                  <a:lnTo>
                    <a:pt x="790784" y="1152927"/>
                  </a:lnTo>
                  <a:lnTo>
                    <a:pt x="837745" y="1186584"/>
                  </a:lnTo>
                  <a:close/>
                  <a:moveTo>
                    <a:pt x="760622" y="1161086"/>
                  </a:moveTo>
                  <a:lnTo>
                    <a:pt x="785686" y="1179545"/>
                  </a:lnTo>
                  <a:lnTo>
                    <a:pt x="790784" y="1152927"/>
                  </a:lnTo>
                  <a:close/>
                  <a:moveTo>
                    <a:pt x="738905" y="1123268"/>
                  </a:moveTo>
                  <a:lnTo>
                    <a:pt x="738193" y="1126552"/>
                  </a:lnTo>
                  <a:lnTo>
                    <a:pt x="783482" y="1107147"/>
                  </a:lnTo>
                  <a:close/>
                  <a:moveTo>
                    <a:pt x="738193" y="1126552"/>
                  </a:moveTo>
                  <a:lnTo>
                    <a:pt x="760622" y="1161086"/>
                  </a:lnTo>
                  <a:lnTo>
                    <a:pt x="783482" y="1107147"/>
                  </a:lnTo>
                  <a:close/>
                  <a:moveTo>
                    <a:pt x="783482" y="1107147"/>
                  </a:moveTo>
                  <a:lnTo>
                    <a:pt x="760622" y="1161086"/>
                  </a:lnTo>
                  <a:lnTo>
                    <a:pt x="793695" y="1113281"/>
                  </a:lnTo>
                  <a:close/>
                  <a:moveTo>
                    <a:pt x="737364" y="1087576"/>
                  </a:moveTo>
                  <a:lnTo>
                    <a:pt x="738905" y="1123268"/>
                  </a:lnTo>
                  <a:lnTo>
                    <a:pt x="783482" y="1107147"/>
                  </a:lnTo>
                  <a:close/>
                  <a:moveTo>
                    <a:pt x="737364" y="1087576"/>
                  </a:moveTo>
                  <a:lnTo>
                    <a:pt x="783482" y="1107147"/>
                  </a:lnTo>
                  <a:lnTo>
                    <a:pt x="758503" y="1070392"/>
                  </a:lnTo>
                  <a:close/>
                  <a:moveTo>
                    <a:pt x="758503" y="1070392"/>
                  </a:moveTo>
                  <a:lnTo>
                    <a:pt x="758114" y="1076456"/>
                  </a:lnTo>
                  <a:lnTo>
                    <a:pt x="737364" y="1087576"/>
                  </a:lnTo>
                  <a:close/>
                  <a:moveTo>
                    <a:pt x="543539" y="813107"/>
                  </a:moveTo>
                  <a:lnTo>
                    <a:pt x="538043" y="780321"/>
                  </a:lnTo>
                  <a:lnTo>
                    <a:pt x="509580" y="816288"/>
                  </a:lnTo>
                  <a:close/>
                  <a:moveTo>
                    <a:pt x="509580" y="816288"/>
                  </a:moveTo>
                  <a:lnTo>
                    <a:pt x="538043" y="780321"/>
                  </a:lnTo>
                  <a:lnTo>
                    <a:pt x="536886" y="776429"/>
                  </a:lnTo>
                  <a:close/>
                  <a:moveTo>
                    <a:pt x="538043" y="780321"/>
                  </a:moveTo>
                  <a:lnTo>
                    <a:pt x="549637" y="813107"/>
                  </a:lnTo>
                  <a:lnTo>
                    <a:pt x="536886" y="776429"/>
                  </a:lnTo>
                  <a:close/>
                  <a:moveTo>
                    <a:pt x="403360" y="714226"/>
                  </a:moveTo>
                  <a:lnTo>
                    <a:pt x="459354" y="740538"/>
                  </a:lnTo>
                  <a:lnTo>
                    <a:pt x="438572" y="712686"/>
                  </a:lnTo>
                  <a:close/>
                  <a:moveTo>
                    <a:pt x="179406" y="372047"/>
                  </a:moveTo>
                  <a:lnTo>
                    <a:pt x="175772" y="388173"/>
                  </a:lnTo>
                  <a:lnTo>
                    <a:pt x="167165" y="390281"/>
                  </a:lnTo>
                  <a:close/>
                  <a:moveTo>
                    <a:pt x="179406" y="372047"/>
                  </a:moveTo>
                  <a:lnTo>
                    <a:pt x="176591" y="342760"/>
                  </a:lnTo>
                  <a:lnTo>
                    <a:pt x="175772" y="388173"/>
                  </a:lnTo>
                  <a:close/>
                  <a:moveTo>
                    <a:pt x="179406" y="372047"/>
                  </a:moveTo>
                  <a:lnTo>
                    <a:pt x="174225" y="335292"/>
                  </a:lnTo>
                  <a:lnTo>
                    <a:pt x="176591" y="342760"/>
                  </a:lnTo>
                  <a:close/>
                  <a:moveTo>
                    <a:pt x="180916" y="317117"/>
                  </a:moveTo>
                  <a:lnTo>
                    <a:pt x="176591" y="342760"/>
                  </a:lnTo>
                  <a:lnTo>
                    <a:pt x="174225" y="335292"/>
                  </a:lnTo>
                  <a:close/>
                  <a:moveTo>
                    <a:pt x="693252" y="960127"/>
                  </a:moveTo>
                  <a:lnTo>
                    <a:pt x="701396" y="996882"/>
                  </a:lnTo>
                  <a:lnTo>
                    <a:pt x="727217" y="979699"/>
                  </a:lnTo>
                  <a:close/>
                  <a:moveTo>
                    <a:pt x="538043" y="780321"/>
                  </a:moveTo>
                  <a:lnTo>
                    <a:pt x="543539" y="813107"/>
                  </a:lnTo>
                  <a:lnTo>
                    <a:pt x="547455" y="812585"/>
                  </a:lnTo>
                  <a:close/>
                  <a:moveTo>
                    <a:pt x="547455" y="812585"/>
                  </a:moveTo>
                  <a:lnTo>
                    <a:pt x="549637" y="813107"/>
                  </a:lnTo>
                  <a:lnTo>
                    <a:pt x="538043" y="780321"/>
                  </a:lnTo>
                  <a:close/>
                  <a:moveTo>
                    <a:pt x="382461" y="572357"/>
                  </a:moveTo>
                  <a:lnTo>
                    <a:pt x="400809" y="582058"/>
                  </a:lnTo>
                  <a:lnTo>
                    <a:pt x="439596" y="565192"/>
                  </a:lnTo>
                  <a:close/>
                  <a:moveTo>
                    <a:pt x="415574" y="571585"/>
                  </a:moveTo>
                  <a:lnTo>
                    <a:pt x="382461" y="572357"/>
                  </a:lnTo>
                  <a:lnTo>
                    <a:pt x="439596" y="565192"/>
                  </a:lnTo>
                  <a:close/>
                  <a:moveTo>
                    <a:pt x="202256" y="300697"/>
                  </a:moveTo>
                  <a:lnTo>
                    <a:pt x="180916" y="317117"/>
                  </a:lnTo>
                  <a:lnTo>
                    <a:pt x="174225" y="335292"/>
                  </a:lnTo>
                  <a:close/>
                  <a:moveTo>
                    <a:pt x="180916" y="317117"/>
                  </a:moveTo>
                  <a:lnTo>
                    <a:pt x="202256" y="300697"/>
                  </a:lnTo>
                  <a:lnTo>
                    <a:pt x="197214" y="298538"/>
                  </a:lnTo>
                  <a:close/>
                  <a:moveTo>
                    <a:pt x="202256" y="300697"/>
                  </a:moveTo>
                  <a:lnTo>
                    <a:pt x="215144" y="281354"/>
                  </a:lnTo>
                  <a:lnTo>
                    <a:pt x="197214" y="298538"/>
                  </a:lnTo>
                  <a:close/>
                  <a:moveTo>
                    <a:pt x="899600" y="1118638"/>
                  </a:moveTo>
                  <a:lnTo>
                    <a:pt x="939137" y="1113583"/>
                  </a:lnTo>
                  <a:lnTo>
                    <a:pt x="930099" y="1076184"/>
                  </a:lnTo>
                  <a:close/>
                  <a:moveTo>
                    <a:pt x="899600" y="1118638"/>
                  </a:moveTo>
                  <a:lnTo>
                    <a:pt x="930099" y="1076184"/>
                  </a:lnTo>
                  <a:lnTo>
                    <a:pt x="896547" y="1076373"/>
                  </a:lnTo>
                  <a:close/>
                  <a:moveTo>
                    <a:pt x="974619" y="1099003"/>
                  </a:moveTo>
                  <a:lnTo>
                    <a:pt x="958956" y="1072780"/>
                  </a:lnTo>
                  <a:lnTo>
                    <a:pt x="976444" y="1110342"/>
                  </a:lnTo>
                  <a:close/>
                  <a:moveTo>
                    <a:pt x="976444" y="1110342"/>
                  </a:moveTo>
                  <a:lnTo>
                    <a:pt x="958956" y="1072780"/>
                  </a:lnTo>
                  <a:lnTo>
                    <a:pt x="930099" y="1076184"/>
                  </a:lnTo>
                  <a:close/>
                  <a:moveTo>
                    <a:pt x="976444" y="1110342"/>
                  </a:moveTo>
                  <a:lnTo>
                    <a:pt x="930099" y="1076184"/>
                  </a:lnTo>
                  <a:lnTo>
                    <a:pt x="939137" y="1113583"/>
                  </a:lnTo>
                  <a:close/>
                  <a:moveTo>
                    <a:pt x="974619" y="1099003"/>
                  </a:moveTo>
                  <a:lnTo>
                    <a:pt x="976444" y="1110342"/>
                  </a:lnTo>
                  <a:lnTo>
                    <a:pt x="980530" y="1109536"/>
                  </a:lnTo>
                  <a:close/>
                  <a:moveTo>
                    <a:pt x="861223" y="1078003"/>
                  </a:moveTo>
                  <a:lnTo>
                    <a:pt x="885650" y="1040486"/>
                  </a:lnTo>
                  <a:lnTo>
                    <a:pt x="849040" y="1043160"/>
                  </a:lnTo>
                  <a:close/>
                  <a:moveTo>
                    <a:pt x="805817" y="1053209"/>
                  </a:moveTo>
                  <a:lnTo>
                    <a:pt x="849040" y="1043160"/>
                  </a:lnTo>
                  <a:lnTo>
                    <a:pt x="830527" y="1030205"/>
                  </a:lnTo>
                  <a:close/>
                  <a:moveTo>
                    <a:pt x="793238" y="927197"/>
                  </a:moveTo>
                  <a:lnTo>
                    <a:pt x="735369" y="902408"/>
                  </a:lnTo>
                  <a:lnTo>
                    <a:pt x="754307" y="931759"/>
                  </a:lnTo>
                  <a:close/>
                  <a:moveTo>
                    <a:pt x="793238" y="927197"/>
                  </a:moveTo>
                  <a:lnTo>
                    <a:pt x="754307" y="931759"/>
                  </a:lnTo>
                  <a:lnTo>
                    <a:pt x="795118" y="926184"/>
                  </a:lnTo>
                  <a:close/>
                  <a:moveTo>
                    <a:pt x="722659" y="906189"/>
                  </a:moveTo>
                  <a:lnTo>
                    <a:pt x="735369" y="902408"/>
                  </a:lnTo>
                  <a:lnTo>
                    <a:pt x="691142" y="882795"/>
                  </a:lnTo>
                  <a:close/>
                  <a:moveTo>
                    <a:pt x="646944" y="745918"/>
                  </a:moveTo>
                  <a:lnTo>
                    <a:pt x="625418" y="795924"/>
                  </a:lnTo>
                  <a:lnTo>
                    <a:pt x="636305" y="778741"/>
                  </a:lnTo>
                  <a:close/>
                  <a:moveTo>
                    <a:pt x="646944" y="745918"/>
                  </a:moveTo>
                  <a:lnTo>
                    <a:pt x="626406" y="765337"/>
                  </a:lnTo>
                  <a:lnTo>
                    <a:pt x="625418" y="795924"/>
                  </a:lnTo>
                  <a:close/>
                  <a:moveTo>
                    <a:pt x="498911" y="566173"/>
                  </a:moveTo>
                  <a:lnTo>
                    <a:pt x="494100" y="558211"/>
                  </a:lnTo>
                  <a:lnTo>
                    <a:pt x="502045" y="598678"/>
                  </a:lnTo>
                  <a:close/>
                  <a:moveTo>
                    <a:pt x="248361" y="266754"/>
                  </a:moveTo>
                  <a:lnTo>
                    <a:pt x="215144" y="281354"/>
                  </a:lnTo>
                  <a:lnTo>
                    <a:pt x="251942" y="265681"/>
                  </a:lnTo>
                  <a:close/>
                  <a:moveTo>
                    <a:pt x="215144" y="281354"/>
                  </a:moveTo>
                  <a:lnTo>
                    <a:pt x="202256" y="300697"/>
                  </a:lnTo>
                  <a:lnTo>
                    <a:pt x="251942" y="265681"/>
                  </a:lnTo>
                  <a:close/>
                  <a:moveTo>
                    <a:pt x="227530" y="270616"/>
                  </a:moveTo>
                  <a:lnTo>
                    <a:pt x="215144" y="281354"/>
                  </a:lnTo>
                  <a:lnTo>
                    <a:pt x="248361" y="266754"/>
                  </a:lnTo>
                  <a:close/>
                  <a:moveTo>
                    <a:pt x="1032725" y="1146291"/>
                  </a:moveTo>
                  <a:lnTo>
                    <a:pt x="1041533" y="1183046"/>
                  </a:lnTo>
                  <a:lnTo>
                    <a:pt x="1083957" y="1165862"/>
                  </a:lnTo>
                  <a:close/>
                  <a:moveTo>
                    <a:pt x="1032725" y="1146291"/>
                  </a:moveTo>
                  <a:lnTo>
                    <a:pt x="1083957" y="1165862"/>
                  </a:lnTo>
                  <a:lnTo>
                    <a:pt x="1050692" y="1129107"/>
                  </a:lnTo>
                  <a:close/>
                  <a:moveTo>
                    <a:pt x="1032725" y="1146291"/>
                  </a:moveTo>
                  <a:lnTo>
                    <a:pt x="1050692" y="1129107"/>
                  </a:lnTo>
                  <a:lnTo>
                    <a:pt x="1016252" y="1130086"/>
                  </a:lnTo>
                  <a:close/>
                  <a:moveTo>
                    <a:pt x="1050692" y="1129107"/>
                  </a:moveTo>
                  <a:lnTo>
                    <a:pt x="1037610" y="1113732"/>
                  </a:lnTo>
                  <a:lnTo>
                    <a:pt x="1016252" y="1130086"/>
                  </a:lnTo>
                  <a:close/>
                  <a:moveTo>
                    <a:pt x="1021750" y="1092352"/>
                  </a:moveTo>
                  <a:lnTo>
                    <a:pt x="1016252" y="1130086"/>
                  </a:lnTo>
                  <a:lnTo>
                    <a:pt x="1037610" y="1113732"/>
                  </a:lnTo>
                  <a:close/>
                  <a:moveTo>
                    <a:pt x="1021750" y="1092352"/>
                  </a:moveTo>
                  <a:lnTo>
                    <a:pt x="980530" y="1109536"/>
                  </a:lnTo>
                  <a:lnTo>
                    <a:pt x="1016252" y="1130086"/>
                  </a:lnTo>
                  <a:close/>
                  <a:moveTo>
                    <a:pt x="737555" y="811137"/>
                  </a:moveTo>
                  <a:lnTo>
                    <a:pt x="784699" y="799898"/>
                  </a:lnTo>
                  <a:lnTo>
                    <a:pt x="767177" y="769395"/>
                  </a:lnTo>
                  <a:close/>
                  <a:moveTo>
                    <a:pt x="737555" y="811137"/>
                  </a:moveTo>
                  <a:lnTo>
                    <a:pt x="767177" y="769395"/>
                  </a:lnTo>
                  <a:lnTo>
                    <a:pt x="728549" y="773711"/>
                  </a:lnTo>
                  <a:close/>
                  <a:moveTo>
                    <a:pt x="692296" y="731349"/>
                  </a:moveTo>
                  <a:lnTo>
                    <a:pt x="649613" y="741986"/>
                  </a:lnTo>
                  <a:lnTo>
                    <a:pt x="646944" y="745918"/>
                  </a:lnTo>
                  <a:close/>
                  <a:moveTo>
                    <a:pt x="655699" y="705231"/>
                  </a:moveTo>
                  <a:lnTo>
                    <a:pt x="692296" y="731349"/>
                  </a:lnTo>
                  <a:lnTo>
                    <a:pt x="679772" y="696784"/>
                  </a:lnTo>
                  <a:close/>
                  <a:moveTo>
                    <a:pt x="649613" y="741986"/>
                  </a:moveTo>
                  <a:lnTo>
                    <a:pt x="692296" y="731349"/>
                  </a:lnTo>
                  <a:lnTo>
                    <a:pt x="655699" y="705231"/>
                  </a:lnTo>
                  <a:close/>
                  <a:moveTo>
                    <a:pt x="692296" y="731349"/>
                  </a:moveTo>
                  <a:lnTo>
                    <a:pt x="715334" y="694961"/>
                  </a:lnTo>
                  <a:lnTo>
                    <a:pt x="679772" y="696784"/>
                  </a:lnTo>
                  <a:close/>
                  <a:moveTo>
                    <a:pt x="494100" y="558211"/>
                  </a:moveTo>
                  <a:lnTo>
                    <a:pt x="498911" y="566173"/>
                  </a:lnTo>
                  <a:lnTo>
                    <a:pt x="498572" y="556755"/>
                  </a:lnTo>
                  <a:close/>
                  <a:moveTo>
                    <a:pt x="498572" y="556755"/>
                  </a:moveTo>
                  <a:lnTo>
                    <a:pt x="498911" y="566173"/>
                  </a:lnTo>
                  <a:lnTo>
                    <a:pt x="523090" y="558211"/>
                  </a:lnTo>
                  <a:close/>
                  <a:moveTo>
                    <a:pt x="486249" y="518834"/>
                  </a:moveTo>
                  <a:lnTo>
                    <a:pt x="485106" y="521456"/>
                  </a:lnTo>
                  <a:lnTo>
                    <a:pt x="482709" y="480157"/>
                  </a:lnTo>
                  <a:close/>
                  <a:moveTo>
                    <a:pt x="335185" y="231551"/>
                  </a:moveTo>
                  <a:lnTo>
                    <a:pt x="304246" y="264171"/>
                  </a:lnTo>
                  <a:lnTo>
                    <a:pt x="322889" y="246988"/>
                  </a:lnTo>
                  <a:close/>
                  <a:moveTo>
                    <a:pt x="1083957" y="1165862"/>
                  </a:moveTo>
                  <a:lnTo>
                    <a:pt x="1100158" y="1198182"/>
                  </a:lnTo>
                  <a:lnTo>
                    <a:pt x="1101090" y="1152677"/>
                  </a:lnTo>
                  <a:close/>
                  <a:moveTo>
                    <a:pt x="1083957" y="1165862"/>
                  </a:moveTo>
                  <a:lnTo>
                    <a:pt x="1083009" y="1202617"/>
                  </a:lnTo>
                  <a:lnTo>
                    <a:pt x="1100158" y="1198182"/>
                  </a:lnTo>
                  <a:close/>
                  <a:moveTo>
                    <a:pt x="1050692" y="1129107"/>
                  </a:moveTo>
                  <a:lnTo>
                    <a:pt x="1083957" y="1165862"/>
                  </a:lnTo>
                  <a:lnTo>
                    <a:pt x="1091053" y="1111924"/>
                  </a:lnTo>
                  <a:close/>
                  <a:moveTo>
                    <a:pt x="1073617" y="1075169"/>
                  </a:moveTo>
                  <a:lnTo>
                    <a:pt x="1037610" y="1113732"/>
                  </a:lnTo>
                  <a:lnTo>
                    <a:pt x="1050692" y="1129107"/>
                  </a:lnTo>
                  <a:close/>
                  <a:moveTo>
                    <a:pt x="1073617" y="1075169"/>
                  </a:moveTo>
                  <a:lnTo>
                    <a:pt x="1050692" y="1129107"/>
                  </a:lnTo>
                  <a:lnTo>
                    <a:pt x="1091053" y="1111924"/>
                  </a:lnTo>
                  <a:close/>
                  <a:moveTo>
                    <a:pt x="354587" y="207884"/>
                  </a:moveTo>
                  <a:lnTo>
                    <a:pt x="335185" y="231551"/>
                  </a:lnTo>
                  <a:lnTo>
                    <a:pt x="322889" y="246988"/>
                  </a:lnTo>
                  <a:close/>
                  <a:moveTo>
                    <a:pt x="385990" y="200717"/>
                  </a:moveTo>
                  <a:lnTo>
                    <a:pt x="356750" y="210232"/>
                  </a:lnTo>
                  <a:lnTo>
                    <a:pt x="335185" y="231551"/>
                  </a:lnTo>
                  <a:close/>
                  <a:moveTo>
                    <a:pt x="385990" y="200717"/>
                  </a:moveTo>
                  <a:lnTo>
                    <a:pt x="335185" y="231551"/>
                  </a:lnTo>
                  <a:lnTo>
                    <a:pt x="354587" y="207884"/>
                  </a:lnTo>
                  <a:close/>
                  <a:moveTo>
                    <a:pt x="1141069" y="1102517"/>
                  </a:moveTo>
                  <a:lnTo>
                    <a:pt x="1099707" y="1109055"/>
                  </a:lnTo>
                  <a:lnTo>
                    <a:pt x="1153527" y="1137135"/>
                  </a:lnTo>
                  <a:close/>
                  <a:moveTo>
                    <a:pt x="1099707" y="1109055"/>
                  </a:moveTo>
                  <a:lnTo>
                    <a:pt x="1124065" y="1071593"/>
                  </a:lnTo>
                  <a:lnTo>
                    <a:pt x="1094710" y="1068370"/>
                  </a:lnTo>
                  <a:close/>
                  <a:moveTo>
                    <a:pt x="1094710" y="1068370"/>
                  </a:moveTo>
                  <a:lnTo>
                    <a:pt x="1112605" y="1036163"/>
                  </a:lnTo>
                  <a:lnTo>
                    <a:pt x="1081869" y="1034063"/>
                  </a:lnTo>
                  <a:close/>
                  <a:moveTo>
                    <a:pt x="667429" y="533881"/>
                  </a:moveTo>
                  <a:lnTo>
                    <a:pt x="684602" y="506661"/>
                  </a:lnTo>
                  <a:lnTo>
                    <a:pt x="664316" y="523844"/>
                  </a:lnTo>
                  <a:close/>
                  <a:moveTo>
                    <a:pt x="689174" y="490606"/>
                  </a:moveTo>
                  <a:lnTo>
                    <a:pt x="664316" y="523844"/>
                  </a:lnTo>
                  <a:lnTo>
                    <a:pt x="684602" y="506661"/>
                  </a:lnTo>
                  <a:close/>
                  <a:moveTo>
                    <a:pt x="689174" y="490606"/>
                  </a:moveTo>
                  <a:lnTo>
                    <a:pt x="669885" y="514697"/>
                  </a:lnTo>
                  <a:lnTo>
                    <a:pt x="664316" y="523844"/>
                  </a:lnTo>
                  <a:close/>
                  <a:moveTo>
                    <a:pt x="718392" y="475272"/>
                  </a:moveTo>
                  <a:lnTo>
                    <a:pt x="669885" y="514697"/>
                  </a:lnTo>
                  <a:lnTo>
                    <a:pt x="689174" y="490606"/>
                  </a:lnTo>
                  <a:close/>
                  <a:moveTo>
                    <a:pt x="410657" y="196737"/>
                  </a:moveTo>
                  <a:lnTo>
                    <a:pt x="385990" y="200717"/>
                  </a:lnTo>
                  <a:lnTo>
                    <a:pt x="354587" y="207884"/>
                  </a:lnTo>
                  <a:close/>
                  <a:moveTo>
                    <a:pt x="447343" y="209322"/>
                  </a:moveTo>
                  <a:lnTo>
                    <a:pt x="423560" y="216609"/>
                  </a:lnTo>
                  <a:lnTo>
                    <a:pt x="385990" y="200717"/>
                  </a:lnTo>
                  <a:close/>
                  <a:moveTo>
                    <a:pt x="475224" y="188987"/>
                  </a:moveTo>
                  <a:lnTo>
                    <a:pt x="423560" y="216609"/>
                  </a:lnTo>
                  <a:lnTo>
                    <a:pt x="447343" y="209322"/>
                  </a:lnTo>
                  <a:close/>
                  <a:moveTo>
                    <a:pt x="870142" y="668909"/>
                  </a:moveTo>
                  <a:lnTo>
                    <a:pt x="907869" y="636497"/>
                  </a:lnTo>
                  <a:lnTo>
                    <a:pt x="877607" y="644300"/>
                  </a:lnTo>
                  <a:close/>
                  <a:moveTo>
                    <a:pt x="927371" y="662097"/>
                  </a:moveTo>
                  <a:lnTo>
                    <a:pt x="907869" y="636497"/>
                  </a:lnTo>
                  <a:lnTo>
                    <a:pt x="870142" y="668909"/>
                  </a:lnTo>
                  <a:close/>
                  <a:moveTo>
                    <a:pt x="907869" y="636497"/>
                  </a:moveTo>
                  <a:lnTo>
                    <a:pt x="913851" y="611547"/>
                  </a:lnTo>
                  <a:lnTo>
                    <a:pt x="877607" y="644300"/>
                  </a:lnTo>
                  <a:close/>
                  <a:moveTo>
                    <a:pt x="804066" y="616926"/>
                  </a:moveTo>
                  <a:lnTo>
                    <a:pt x="822810" y="562987"/>
                  </a:lnTo>
                  <a:lnTo>
                    <a:pt x="789137" y="580171"/>
                  </a:lnTo>
                  <a:close/>
                  <a:moveTo>
                    <a:pt x="689174" y="490606"/>
                  </a:moveTo>
                  <a:lnTo>
                    <a:pt x="706433" y="496120"/>
                  </a:lnTo>
                  <a:lnTo>
                    <a:pt x="740514" y="461774"/>
                  </a:lnTo>
                  <a:close/>
                  <a:moveTo>
                    <a:pt x="643110" y="346749"/>
                  </a:moveTo>
                  <a:lnTo>
                    <a:pt x="597664" y="359641"/>
                  </a:lnTo>
                  <a:lnTo>
                    <a:pt x="588623" y="363818"/>
                  </a:lnTo>
                  <a:close/>
                  <a:moveTo>
                    <a:pt x="643110" y="346749"/>
                  </a:moveTo>
                  <a:lnTo>
                    <a:pt x="588623" y="363818"/>
                  </a:lnTo>
                  <a:lnTo>
                    <a:pt x="614846" y="365650"/>
                  </a:lnTo>
                  <a:close/>
                  <a:moveTo>
                    <a:pt x="615738" y="340619"/>
                  </a:moveTo>
                  <a:lnTo>
                    <a:pt x="597664" y="359641"/>
                  </a:lnTo>
                  <a:lnTo>
                    <a:pt x="637006" y="346486"/>
                  </a:lnTo>
                  <a:close/>
                  <a:moveTo>
                    <a:pt x="628453" y="322886"/>
                  </a:moveTo>
                  <a:lnTo>
                    <a:pt x="637006" y="346486"/>
                  </a:lnTo>
                  <a:lnTo>
                    <a:pt x="646978" y="342457"/>
                  </a:lnTo>
                  <a:close/>
                  <a:moveTo>
                    <a:pt x="451014" y="210354"/>
                  </a:moveTo>
                  <a:lnTo>
                    <a:pt x="475224" y="188987"/>
                  </a:lnTo>
                  <a:lnTo>
                    <a:pt x="447343" y="209322"/>
                  </a:lnTo>
                  <a:close/>
                  <a:moveTo>
                    <a:pt x="451014" y="210354"/>
                  </a:moveTo>
                  <a:lnTo>
                    <a:pt x="496086" y="200799"/>
                  </a:lnTo>
                  <a:lnTo>
                    <a:pt x="475224" y="188987"/>
                  </a:lnTo>
                  <a:close/>
                  <a:moveTo>
                    <a:pt x="496086" y="200799"/>
                  </a:moveTo>
                  <a:lnTo>
                    <a:pt x="451014" y="210354"/>
                  </a:lnTo>
                  <a:lnTo>
                    <a:pt x="511078" y="226832"/>
                  </a:lnTo>
                  <a:close/>
                  <a:moveTo>
                    <a:pt x="955200" y="669935"/>
                  </a:moveTo>
                  <a:lnTo>
                    <a:pt x="932383" y="680835"/>
                  </a:lnTo>
                  <a:lnTo>
                    <a:pt x="903088" y="695882"/>
                  </a:lnTo>
                  <a:close/>
                  <a:moveTo>
                    <a:pt x="994617" y="692733"/>
                  </a:moveTo>
                  <a:lnTo>
                    <a:pt x="936533" y="673252"/>
                  </a:lnTo>
                  <a:lnTo>
                    <a:pt x="932383" y="680835"/>
                  </a:lnTo>
                  <a:close/>
                  <a:moveTo>
                    <a:pt x="927364" y="630936"/>
                  </a:moveTo>
                  <a:lnTo>
                    <a:pt x="927371" y="662097"/>
                  </a:lnTo>
                  <a:lnTo>
                    <a:pt x="976780" y="662597"/>
                  </a:lnTo>
                  <a:close/>
                  <a:moveTo>
                    <a:pt x="913851" y="611547"/>
                  </a:moveTo>
                  <a:lnTo>
                    <a:pt x="907869" y="636497"/>
                  </a:lnTo>
                  <a:lnTo>
                    <a:pt x="927364" y="630936"/>
                  </a:lnTo>
                  <a:close/>
                  <a:moveTo>
                    <a:pt x="841742" y="556875"/>
                  </a:moveTo>
                  <a:lnTo>
                    <a:pt x="822810" y="562987"/>
                  </a:lnTo>
                  <a:lnTo>
                    <a:pt x="860352" y="564466"/>
                  </a:lnTo>
                  <a:close/>
                  <a:moveTo>
                    <a:pt x="841742" y="556875"/>
                  </a:moveTo>
                  <a:lnTo>
                    <a:pt x="863863" y="549224"/>
                  </a:lnTo>
                  <a:lnTo>
                    <a:pt x="831462" y="552661"/>
                  </a:lnTo>
                  <a:close/>
                  <a:moveTo>
                    <a:pt x="689633" y="330790"/>
                  </a:moveTo>
                  <a:lnTo>
                    <a:pt x="646978" y="342457"/>
                  </a:lnTo>
                  <a:lnTo>
                    <a:pt x="669426" y="364876"/>
                  </a:lnTo>
                  <a:close/>
                  <a:moveTo>
                    <a:pt x="733397" y="367046"/>
                  </a:moveTo>
                  <a:lnTo>
                    <a:pt x="699355" y="367633"/>
                  </a:lnTo>
                  <a:lnTo>
                    <a:pt x="741808" y="370405"/>
                  </a:lnTo>
                  <a:close/>
                  <a:moveTo>
                    <a:pt x="646978" y="342457"/>
                  </a:moveTo>
                  <a:lnTo>
                    <a:pt x="689633" y="330790"/>
                  </a:lnTo>
                  <a:lnTo>
                    <a:pt x="658139" y="305702"/>
                  </a:lnTo>
                  <a:close/>
                  <a:moveTo>
                    <a:pt x="648103" y="292718"/>
                  </a:moveTo>
                  <a:lnTo>
                    <a:pt x="661363" y="290417"/>
                  </a:lnTo>
                  <a:lnTo>
                    <a:pt x="658139" y="305702"/>
                  </a:lnTo>
                  <a:close/>
                  <a:moveTo>
                    <a:pt x="551274" y="227767"/>
                  </a:moveTo>
                  <a:lnTo>
                    <a:pt x="537996" y="193816"/>
                  </a:lnTo>
                  <a:lnTo>
                    <a:pt x="513885" y="231075"/>
                  </a:lnTo>
                  <a:close/>
                  <a:moveTo>
                    <a:pt x="597076" y="172872"/>
                  </a:moveTo>
                  <a:lnTo>
                    <a:pt x="592842" y="187173"/>
                  </a:lnTo>
                  <a:lnTo>
                    <a:pt x="621482" y="161071"/>
                  </a:lnTo>
                  <a:close/>
                  <a:moveTo>
                    <a:pt x="582214" y="178254"/>
                  </a:moveTo>
                  <a:lnTo>
                    <a:pt x="592842" y="187173"/>
                  </a:lnTo>
                  <a:lnTo>
                    <a:pt x="597076" y="172872"/>
                  </a:lnTo>
                  <a:close/>
                  <a:moveTo>
                    <a:pt x="582214" y="178254"/>
                  </a:moveTo>
                  <a:lnTo>
                    <a:pt x="597076" y="172872"/>
                  </a:lnTo>
                  <a:lnTo>
                    <a:pt x="586066" y="124316"/>
                  </a:lnTo>
                  <a:close/>
                  <a:moveTo>
                    <a:pt x="575021" y="120543"/>
                  </a:moveTo>
                  <a:lnTo>
                    <a:pt x="593658" y="94018"/>
                  </a:lnTo>
                  <a:lnTo>
                    <a:pt x="596264" y="104744"/>
                  </a:lnTo>
                  <a:close/>
                  <a:moveTo>
                    <a:pt x="593658" y="94018"/>
                  </a:moveTo>
                  <a:lnTo>
                    <a:pt x="595182" y="87561"/>
                  </a:lnTo>
                  <a:lnTo>
                    <a:pt x="596264" y="104744"/>
                  </a:lnTo>
                  <a:close/>
                  <a:moveTo>
                    <a:pt x="754848" y="198374"/>
                  </a:moveTo>
                  <a:lnTo>
                    <a:pt x="749102" y="220036"/>
                  </a:lnTo>
                  <a:lnTo>
                    <a:pt x="764404" y="180642"/>
                  </a:lnTo>
                  <a:close/>
                  <a:moveTo>
                    <a:pt x="764404" y="180642"/>
                  </a:moveTo>
                  <a:lnTo>
                    <a:pt x="749102" y="220036"/>
                  </a:lnTo>
                  <a:lnTo>
                    <a:pt x="755818" y="217397"/>
                  </a:lnTo>
                  <a:close/>
                  <a:moveTo>
                    <a:pt x="749102" y="220036"/>
                  </a:moveTo>
                  <a:lnTo>
                    <a:pt x="753197" y="220570"/>
                  </a:lnTo>
                  <a:lnTo>
                    <a:pt x="755818" y="217397"/>
                  </a:lnTo>
                  <a:close/>
                  <a:moveTo>
                    <a:pt x="637196" y="36013"/>
                  </a:moveTo>
                  <a:lnTo>
                    <a:pt x="595182" y="87561"/>
                  </a:lnTo>
                  <a:lnTo>
                    <a:pt x="613775" y="70377"/>
                  </a:lnTo>
                  <a:close/>
                  <a:moveTo>
                    <a:pt x="876056" y="306191"/>
                  </a:moveTo>
                  <a:lnTo>
                    <a:pt x="845888" y="317972"/>
                  </a:lnTo>
                  <a:lnTo>
                    <a:pt x="896213" y="285345"/>
                  </a:lnTo>
                  <a:close/>
                  <a:moveTo>
                    <a:pt x="876056" y="306191"/>
                  </a:moveTo>
                  <a:lnTo>
                    <a:pt x="896213" y="285345"/>
                  </a:lnTo>
                  <a:lnTo>
                    <a:pt x="896292" y="290907"/>
                  </a:lnTo>
                  <a:close/>
                  <a:moveTo>
                    <a:pt x="896213" y="285345"/>
                  </a:moveTo>
                  <a:lnTo>
                    <a:pt x="904556" y="273724"/>
                  </a:lnTo>
                  <a:lnTo>
                    <a:pt x="896292" y="290907"/>
                  </a:lnTo>
                  <a:close/>
                  <a:moveTo>
                    <a:pt x="764404" y="180642"/>
                  </a:moveTo>
                  <a:lnTo>
                    <a:pt x="755818" y="217397"/>
                  </a:lnTo>
                  <a:lnTo>
                    <a:pt x="776325" y="200214"/>
                  </a:lnTo>
                  <a:close/>
                  <a:moveTo>
                    <a:pt x="787930" y="129646"/>
                  </a:moveTo>
                  <a:lnTo>
                    <a:pt x="764404" y="180642"/>
                  </a:lnTo>
                  <a:lnTo>
                    <a:pt x="785890" y="163459"/>
                  </a:lnTo>
                  <a:close/>
                  <a:moveTo>
                    <a:pt x="787930" y="129646"/>
                  </a:moveTo>
                  <a:lnTo>
                    <a:pt x="769752" y="157889"/>
                  </a:lnTo>
                  <a:lnTo>
                    <a:pt x="764404" y="180642"/>
                  </a:lnTo>
                  <a:close/>
                  <a:moveTo>
                    <a:pt x="769752" y="157889"/>
                  </a:moveTo>
                  <a:lnTo>
                    <a:pt x="787930" y="129646"/>
                  </a:lnTo>
                  <a:lnTo>
                    <a:pt x="769096" y="143887"/>
                  </a:lnTo>
                  <a:close/>
                  <a:moveTo>
                    <a:pt x="787930" y="129646"/>
                  </a:moveTo>
                  <a:lnTo>
                    <a:pt x="788376" y="126704"/>
                  </a:lnTo>
                  <a:lnTo>
                    <a:pt x="769096" y="143887"/>
                  </a:lnTo>
                  <a:close/>
                  <a:moveTo>
                    <a:pt x="637196" y="36013"/>
                  </a:moveTo>
                  <a:lnTo>
                    <a:pt x="661029" y="28914"/>
                  </a:lnTo>
                  <a:lnTo>
                    <a:pt x="652942" y="33622"/>
                  </a:lnTo>
                  <a:close/>
                  <a:moveTo>
                    <a:pt x="661029" y="28914"/>
                  </a:moveTo>
                  <a:lnTo>
                    <a:pt x="681232" y="16439"/>
                  </a:lnTo>
                  <a:lnTo>
                    <a:pt x="652942" y="33622"/>
                  </a:lnTo>
                  <a:close/>
                  <a:moveTo>
                    <a:pt x="942345" y="237042"/>
                  </a:moveTo>
                  <a:lnTo>
                    <a:pt x="904556" y="273724"/>
                  </a:lnTo>
                  <a:lnTo>
                    <a:pt x="929480" y="256540"/>
                  </a:lnTo>
                  <a:close/>
                  <a:moveTo>
                    <a:pt x="942345" y="237042"/>
                  </a:moveTo>
                  <a:lnTo>
                    <a:pt x="970256" y="219786"/>
                  </a:lnTo>
                  <a:lnTo>
                    <a:pt x="918951" y="236969"/>
                  </a:lnTo>
                  <a:close/>
                  <a:moveTo>
                    <a:pt x="822694" y="146275"/>
                  </a:moveTo>
                  <a:lnTo>
                    <a:pt x="788706" y="125433"/>
                  </a:lnTo>
                  <a:lnTo>
                    <a:pt x="788376" y="126704"/>
                  </a:lnTo>
                  <a:close/>
                  <a:moveTo>
                    <a:pt x="788376" y="126704"/>
                  </a:moveTo>
                  <a:lnTo>
                    <a:pt x="787930" y="129646"/>
                  </a:lnTo>
                  <a:lnTo>
                    <a:pt x="822694" y="146275"/>
                  </a:lnTo>
                  <a:close/>
                  <a:moveTo>
                    <a:pt x="689389" y="10371"/>
                  </a:moveTo>
                  <a:lnTo>
                    <a:pt x="681232" y="16439"/>
                  </a:lnTo>
                  <a:lnTo>
                    <a:pt x="697194" y="11413"/>
                  </a:lnTo>
                  <a:close/>
                  <a:moveTo>
                    <a:pt x="742442" y="1716"/>
                  </a:moveTo>
                  <a:lnTo>
                    <a:pt x="697194" y="11413"/>
                  </a:lnTo>
                  <a:lnTo>
                    <a:pt x="745667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84" name="Input_density__123">
              <a:extLst>
                <a:ext uri="{FF2B5EF4-FFF2-40B4-BE49-F238E27FC236}">
                  <a16:creationId xmlns:a16="http://schemas.microsoft.com/office/drawing/2014/main" id="{524D03C7-D45B-A030-AA6E-F09750589970}"/>
                </a:ext>
              </a:extLst>
            </p:cNvPr>
            <p:cNvSpPr>
              <a:spLocks noGrp="1"/>
            </p:cNvSpPr>
            <p:nvPr/>
          </p:nvSpPr>
          <p:spPr>
            <a:xfrm>
              <a:off x="945874" y="1610289"/>
              <a:ext cx="933498" cy="1378099"/>
            </a:xfrm>
            <a:custGeom>
              <a:avLst/>
              <a:gdLst/>
              <a:ahLst/>
              <a:cxnLst/>
              <a:rect l="0" t="0" r="0" b="0"/>
              <a:pathLst>
                <a:path w="933498" h="1378099">
                  <a:moveTo>
                    <a:pt x="295330" y="1378099"/>
                  </a:moveTo>
                  <a:lnTo>
                    <a:pt x="296171" y="1377764"/>
                  </a:lnTo>
                  <a:lnTo>
                    <a:pt x="303131" y="1324160"/>
                  </a:lnTo>
                  <a:close/>
                  <a:moveTo>
                    <a:pt x="296171" y="1377764"/>
                  </a:moveTo>
                  <a:lnTo>
                    <a:pt x="300074" y="1378099"/>
                  </a:lnTo>
                  <a:lnTo>
                    <a:pt x="308636" y="1330034"/>
                  </a:lnTo>
                  <a:close/>
                  <a:moveTo>
                    <a:pt x="10774" y="1030120"/>
                  </a:moveTo>
                  <a:lnTo>
                    <a:pt x="2676" y="1006370"/>
                  </a:lnTo>
                  <a:lnTo>
                    <a:pt x="13786" y="1042085"/>
                  </a:lnTo>
                  <a:close/>
                  <a:moveTo>
                    <a:pt x="10774" y="1030120"/>
                  </a:moveTo>
                  <a:lnTo>
                    <a:pt x="0" y="993366"/>
                  </a:lnTo>
                  <a:lnTo>
                    <a:pt x="2676" y="1006370"/>
                  </a:lnTo>
                  <a:close/>
                  <a:moveTo>
                    <a:pt x="346683" y="1319040"/>
                  </a:moveTo>
                  <a:lnTo>
                    <a:pt x="308636" y="1330034"/>
                  </a:lnTo>
                  <a:lnTo>
                    <a:pt x="346973" y="1348795"/>
                  </a:lnTo>
                  <a:close/>
                  <a:moveTo>
                    <a:pt x="163771" y="1046162"/>
                  </a:moveTo>
                  <a:lnTo>
                    <a:pt x="152032" y="995754"/>
                  </a:lnTo>
                  <a:lnTo>
                    <a:pt x="126325" y="1004769"/>
                  </a:lnTo>
                  <a:close/>
                  <a:moveTo>
                    <a:pt x="163771" y="1046162"/>
                  </a:moveTo>
                  <a:lnTo>
                    <a:pt x="126325" y="1004769"/>
                  </a:lnTo>
                  <a:lnTo>
                    <a:pt x="131839" y="1045033"/>
                  </a:lnTo>
                  <a:close/>
                  <a:moveTo>
                    <a:pt x="93211" y="939427"/>
                  </a:moveTo>
                  <a:lnTo>
                    <a:pt x="125332" y="950581"/>
                  </a:lnTo>
                  <a:lnTo>
                    <a:pt x="118956" y="958999"/>
                  </a:lnTo>
                  <a:close/>
                  <a:moveTo>
                    <a:pt x="125332" y="950581"/>
                  </a:moveTo>
                  <a:lnTo>
                    <a:pt x="107866" y="930281"/>
                  </a:lnTo>
                  <a:lnTo>
                    <a:pt x="130389" y="958999"/>
                  </a:lnTo>
                  <a:close/>
                  <a:moveTo>
                    <a:pt x="99731" y="951068"/>
                  </a:moveTo>
                  <a:lnTo>
                    <a:pt x="125302" y="960854"/>
                  </a:lnTo>
                  <a:lnTo>
                    <a:pt x="130389" y="958999"/>
                  </a:lnTo>
                  <a:close/>
                  <a:moveTo>
                    <a:pt x="106922" y="939427"/>
                  </a:moveTo>
                  <a:lnTo>
                    <a:pt x="115893" y="915288"/>
                  </a:lnTo>
                  <a:lnTo>
                    <a:pt x="121835" y="885489"/>
                  </a:lnTo>
                  <a:close/>
                  <a:moveTo>
                    <a:pt x="121835" y="885489"/>
                  </a:moveTo>
                  <a:lnTo>
                    <a:pt x="133539" y="909410"/>
                  </a:lnTo>
                  <a:lnTo>
                    <a:pt x="140887" y="905060"/>
                  </a:lnTo>
                  <a:close/>
                  <a:moveTo>
                    <a:pt x="157379" y="868305"/>
                  </a:moveTo>
                  <a:lnTo>
                    <a:pt x="102591" y="848734"/>
                  </a:lnTo>
                  <a:lnTo>
                    <a:pt x="121835" y="885489"/>
                  </a:lnTo>
                  <a:close/>
                  <a:moveTo>
                    <a:pt x="460037" y="1199100"/>
                  </a:moveTo>
                  <a:lnTo>
                    <a:pt x="493238" y="1233299"/>
                  </a:lnTo>
                  <a:lnTo>
                    <a:pt x="505996" y="1218672"/>
                  </a:lnTo>
                  <a:close/>
                  <a:moveTo>
                    <a:pt x="120746" y="794795"/>
                  </a:moveTo>
                  <a:lnTo>
                    <a:pt x="143469" y="740857"/>
                  </a:lnTo>
                  <a:lnTo>
                    <a:pt x="99754" y="758040"/>
                  </a:lnTo>
                  <a:close/>
                  <a:moveTo>
                    <a:pt x="505996" y="1218672"/>
                  </a:moveTo>
                  <a:lnTo>
                    <a:pt x="497594" y="1232870"/>
                  </a:lnTo>
                  <a:lnTo>
                    <a:pt x="522611" y="1246911"/>
                  </a:lnTo>
                  <a:close/>
                  <a:moveTo>
                    <a:pt x="158599" y="737137"/>
                  </a:moveTo>
                  <a:lnTo>
                    <a:pt x="143469" y="740857"/>
                  </a:lnTo>
                  <a:lnTo>
                    <a:pt x="180320" y="742970"/>
                  </a:lnTo>
                  <a:close/>
                  <a:moveTo>
                    <a:pt x="152586" y="735485"/>
                  </a:moveTo>
                  <a:lnTo>
                    <a:pt x="143469" y="740857"/>
                  </a:lnTo>
                  <a:lnTo>
                    <a:pt x="158599" y="737137"/>
                  </a:lnTo>
                  <a:close/>
                  <a:moveTo>
                    <a:pt x="158599" y="737137"/>
                  </a:moveTo>
                  <a:lnTo>
                    <a:pt x="159517" y="740857"/>
                  </a:lnTo>
                  <a:lnTo>
                    <a:pt x="152586" y="735485"/>
                  </a:lnTo>
                  <a:close/>
                  <a:moveTo>
                    <a:pt x="87145" y="522715"/>
                  </a:moveTo>
                  <a:lnTo>
                    <a:pt x="81251" y="485961"/>
                  </a:lnTo>
                  <a:lnTo>
                    <a:pt x="77219" y="525385"/>
                  </a:lnTo>
                  <a:close/>
                  <a:moveTo>
                    <a:pt x="740941" y="1151707"/>
                  </a:moveTo>
                  <a:lnTo>
                    <a:pt x="682722" y="1154819"/>
                  </a:lnTo>
                  <a:lnTo>
                    <a:pt x="710366" y="1161968"/>
                  </a:lnTo>
                  <a:close/>
                  <a:moveTo>
                    <a:pt x="639630" y="1109167"/>
                  </a:moveTo>
                  <a:lnTo>
                    <a:pt x="601827" y="1101519"/>
                  </a:lnTo>
                  <a:lnTo>
                    <a:pt x="628791" y="1110795"/>
                  </a:lnTo>
                  <a:close/>
                  <a:moveTo>
                    <a:pt x="636440" y="1067014"/>
                  </a:moveTo>
                  <a:lnTo>
                    <a:pt x="608323" y="1062784"/>
                  </a:lnTo>
                  <a:lnTo>
                    <a:pt x="639630" y="1109167"/>
                  </a:lnTo>
                  <a:close/>
                  <a:moveTo>
                    <a:pt x="636440" y="1067014"/>
                  </a:moveTo>
                  <a:lnTo>
                    <a:pt x="591841" y="1031436"/>
                  </a:lnTo>
                  <a:lnTo>
                    <a:pt x="608323" y="1062784"/>
                  </a:lnTo>
                  <a:close/>
                  <a:moveTo>
                    <a:pt x="564273" y="989480"/>
                  </a:moveTo>
                  <a:lnTo>
                    <a:pt x="531200" y="1037285"/>
                  </a:lnTo>
                  <a:lnTo>
                    <a:pt x="561363" y="1029126"/>
                  </a:lnTo>
                  <a:close/>
                  <a:moveTo>
                    <a:pt x="319321" y="732484"/>
                  </a:moveTo>
                  <a:lnTo>
                    <a:pt x="314117" y="689307"/>
                  </a:lnTo>
                  <a:lnTo>
                    <a:pt x="280158" y="692487"/>
                  </a:lnTo>
                  <a:close/>
                  <a:moveTo>
                    <a:pt x="280158" y="692487"/>
                  </a:moveTo>
                  <a:lnTo>
                    <a:pt x="307465" y="652629"/>
                  </a:lnTo>
                  <a:lnTo>
                    <a:pt x="254420" y="668665"/>
                  </a:lnTo>
                  <a:close/>
                  <a:moveTo>
                    <a:pt x="307465" y="652629"/>
                  </a:moveTo>
                  <a:lnTo>
                    <a:pt x="320216" y="689307"/>
                  </a:lnTo>
                  <a:lnTo>
                    <a:pt x="343122" y="695475"/>
                  </a:lnTo>
                  <a:close/>
                  <a:moveTo>
                    <a:pt x="284500" y="615797"/>
                  </a:moveTo>
                  <a:lnTo>
                    <a:pt x="269124" y="633423"/>
                  </a:lnTo>
                  <a:lnTo>
                    <a:pt x="292565" y="619995"/>
                  </a:lnTo>
                  <a:close/>
                  <a:moveTo>
                    <a:pt x="237251" y="615797"/>
                  </a:moveTo>
                  <a:lnTo>
                    <a:pt x="259241" y="596472"/>
                  </a:lnTo>
                  <a:lnTo>
                    <a:pt x="229932" y="616738"/>
                  </a:lnTo>
                  <a:close/>
                  <a:moveTo>
                    <a:pt x="229932" y="616738"/>
                  </a:moveTo>
                  <a:lnTo>
                    <a:pt x="259241" y="596472"/>
                  </a:lnTo>
                  <a:lnTo>
                    <a:pt x="248432" y="584039"/>
                  </a:lnTo>
                  <a:close/>
                  <a:moveTo>
                    <a:pt x="229932" y="616738"/>
                  </a:moveTo>
                  <a:lnTo>
                    <a:pt x="248432" y="584039"/>
                  </a:lnTo>
                  <a:lnTo>
                    <a:pt x="209151" y="588886"/>
                  </a:lnTo>
                  <a:close/>
                  <a:moveTo>
                    <a:pt x="259241" y="596472"/>
                  </a:moveTo>
                  <a:lnTo>
                    <a:pt x="284500" y="615797"/>
                  </a:lnTo>
                  <a:lnTo>
                    <a:pt x="248432" y="584039"/>
                  </a:lnTo>
                  <a:close/>
                  <a:moveTo>
                    <a:pt x="284500" y="615797"/>
                  </a:moveTo>
                  <a:lnTo>
                    <a:pt x="292565" y="619995"/>
                  </a:lnTo>
                  <a:lnTo>
                    <a:pt x="248432" y="584039"/>
                  </a:lnTo>
                  <a:close/>
                  <a:moveTo>
                    <a:pt x="471974" y="873082"/>
                  </a:moveTo>
                  <a:lnTo>
                    <a:pt x="463830" y="836327"/>
                  </a:lnTo>
                  <a:lnTo>
                    <a:pt x="474057" y="849281"/>
                  </a:lnTo>
                  <a:close/>
                  <a:moveTo>
                    <a:pt x="761385" y="1131935"/>
                  </a:moveTo>
                  <a:lnTo>
                    <a:pt x="710366" y="1161968"/>
                  </a:lnTo>
                  <a:lnTo>
                    <a:pt x="729669" y="1137929"/>
                  </a:lnTo>
                  <a:close/>
                  <a:moveTo>
                    <a:pt x="471974" y="873082"/>
                  </a:moveTo>
                  <a:lnTo>
                    <a:pt x="500421" y="909837"/>
                  </a:lnTo>
                  <a:lnTo>
                    <a:pt x="525111" y="892653"/>
                  </a:lnTo>
                  <a:close/>
                  <a:moveTo>
                    <a:pt x="461720" y="758995"/>
                  </a:moveTo>
                  <a:lnTo>
                    <a:pt x="446053" y="755465"/>
                  </a:lnTo>
                  <a:lnTo>
                    <a:pt x="493237" y="782388"/>
                  </a:lnTo>
                  <a:close/>
                  <a:moveTo>
                    <a:pt x="314117" y="689307"/>
                  </a:moveTo>
                  <a:lnTo>
                    <a:pt x="318435" y="693211"/>
                  </a:lnTo>
                  <a:lnTo>
                    <a:pt x="318033" y="688784"/>
                  </a:lnTo>
                  <a:close/>
                  <a:moveTo>
                    <a:pt x="318033" y="688784"/>
                  </a:moveTo>
                  <a:lnTo>
                    <a:pt x="318435" y="693211"/>
                  </a:lnTo>
                  <a:lnTo>
                    <a:pt x="320216" y="689307"/>
                  </a:lnTo>
                  <a:close/>
                  <a:moveTo>
                    <a:pt x="396931" y="635368"/>
                  </a:moveTo>
                  <a:lnTo>
                    <a:pt x="395634" y="679873"/>
                  </a:lnTo>
                  <a:lnTo>
                    <a:pt x="396984" y="641537"/>
                  </a:lnTo>
                  <a:close/>
                  <a:moveTo>
                    <a:pt x="237251" y="615797"/>
                  </a:moveTo>
                  <a:lnTo>
                    <a:pt x="269124" y="633423"/>
                  </a:lnTo>
                  <a:lnTo>
                    <a:pt x="270410" y="610918"/>
                  </a:lnTo>
                  <a:close/>
                  <a:moveTo>
                    <a:pt x="259241" y="596472"/>
                  </a:moveTo>
                  <a:lnTo>
                    <a:pt x="237251" y="615797"/>
                  </a:lnTo>
                  <a:lnTo>
                    <a:pt x="270410" y="610918"/>
                  </a:lnTo>
                  <a:close/>
                  <a:moveTo>
                    <a:pt x="270410" y="610918"/>
                  </a:moveTo>
                  <a:lnTo>
                    <a:pt x="269124" y="633423"/>
                  </a:lnTo>
                  <a:lnTo>
                    <a:pt x="284500" y="615797"/>
                  </a:lnTo>
                  <a:close/>
                  <a:moveTo>
                    <a:pt x="270410" y="610918"/>
                  </a:moveTo>
                  <a:lnTo>
                    <a:pt x="284500" y="615797"/>
                  </a:lnTo>
                  <a:lnTo>
                    <a:pt x="259241" y="596472"/>
                  </a:lnTo>
                  <a:close/>
                  <a:moveTo>
                    <a:pt x="140809" y="456029"/>
                  </a:moveTo>
                  <a:lnTo>
                    <a:pt x="171387" y="458258"/>
                  </a:lnTo>
                  <a:lnTo>
                    <a:pt x="153039" y="448556"/>
                  </a:lnTo>
                  <a:close/>
                  <a:moveTo>
                    <a:pt x="767760" y="1113183"/>
                  </a:moveTo>
                  <a:lnTo>
                    <a:pt x="784514" y="1122201"/>
                  </a:lnTo>
                  <a:lnTo>
                    <a:pt x="763736" y="1107195"/>
                  </a:lnTo>
                  <a:close/>
                  <a:moveTo>
                    <a:pt x="767760" y="1113183"/>
                  </a:moveTo>
                  <a:lnTo>
                    <a:pt x="763736" y="1107195"/>
                  </a:lnTo>
                  <a:lnTo>
                    <a:pt x="764015" y="1076428"/>
                  </a:lnTo>
                  <a:close/>
                  <a:moveTo>
                    <a:pt x="747022" y="986541"/>
                  </a:moveTo>
                  <a:lnTo>
                    <a:pt x="734483" y="1031351"/>
                  </a:lnTo>
                  <a:lnTo>
                    <a:pt x="751109" y="985735"/>
                  </a:lnTo>
                  <a:close/>
                  <a:moveTo>
                    <a:pt x="633647" y="1002918"/>
                  </a:moveTo>
                  <a:lnTo>
                    <a:pt x="664488" y="1018807"/>
                  </a:lnTo>
                  <a:lnTo>
                    <a:pt x="670179" y="994838"/>
                  </a:lnTo>
                  <a:close/>
                  <a:moveTo>
                    <a:pt x="709715" y="989783"/>
                  </a:moveTo>
                  <a:lnTo>
                    <a:pt x="664488" y="1018807"/>
                  </a:lnTo>
                  <a:lnTo>
                    <a:pt x="700723" y="1029706"/>
                  </a:lnTo>
                  <a:close/>
                  <a:moveTo>
                    <a:pt x="709715" y="989783"/>
                  </a:moveTo>
                  <a:lnTo>
                    <a:pt x="670179" y="994838"/>
                  </a:lnTo>
                  <a:lnTo>
                    <a:pt x="664488" y="1018807"/>
                  </a:lnTo>
                  <a:close/>
                  <a:moveTo>
                    <a:pt x="747022" y="986541"/>
                  </a:moveTo>
                  <a:lnTo>
                    <a:pt x="709715" y="989783"/>
                  </a:lnTo>
                  <a:lnTo>
                    <a:pt x="700723" y="1029706"/>
                  </a:lnTo>
                  <a:close/>
                  <a:moveTo>
                    <a:pt x="631801" y="954202"/>
                  </a:moveTo>
                  <a:lnTo>
                    <a:pt x="667126" y="952572"/>
                  </a:lnTo>
                  <a:lnTo>
                    <a:pt x="656228" y="916685"/>
                  </a:lnTo>
                  <a:close/>
                  <a:moveTo>
                    <a:pt x="700677" y="952384"/>
                  </a:moveTo>
                  <a:lnTo>
                    <a:pt x="674320" y="930991"/>
                  </a:lnTo>
                  <a:lnTo>
                    <a:pt x="656228" y="916685"/>
                  </a:lnTo>
                  <a:close/>
                  <a:moveTo>
                    <a:pt x="667126" y="952572"/>
                  </a:moveTo>
                  <a:lnTo>
                    <a:pt x="700677" y="952384"/>
                  </a:lnTo>
                  <a:lnTo>
                    <a:pt x="656228" y="916685"/>
                  </a:lnTo>
                  <a:close/>
                  <a:moveTo>
                    <a:pt x="619618" y="919360"/>
                  </a:moveTo>
                  <a:lnTo>
                    <a:pt x="656228" y="916685"/>
                  </a:lnTo>
                  <a:lnTo>
                    <a:pt x="636894" y="915634"/>
                  </a:lnTo>
                  <a:close/>
                  <a:moveTo>
                    <a:pt x="565696" y="802383"/>
                  </a:moveTo>
                  <a:lnTo>
                    <a:pt x="552413" y="819143"/>
                  </a:lnTo>
                  <a:lnTo>
                    <a:pt x="563816" y="803396"/>
                  </a:lnTo>
                  <a:close/>
                  <a:moveTo>
                    <a:pt x="564782" y="798967"/>
                  </a:moveTo>
                  <a:lnTo>
                    <a:pt x="547470" y="765205"/>
                  </a:lnTo>
                  <a:lnTo>
                    <a:pt x="563816" y="803396"/>
                  </a:lnTo>
                  <a:close/>
                  <a:moveTo>
                    <a:pt x="563816" y="803396"/>
                  </a:moveTo>
                  <a:lnTo>
                    <a:pt x="547470" y="765205"/>
                  </a:lnTo>
                  <a:lnTo>
                    <a:pt x="505947" y="778608"/>
                  </a:lnTo>
                  <a:close/>
                  <a:moveTo>
                    <a:pt x="552413" y="819143"/>
                  </a:moveTo>
                  <a:lnTo>
                    <a:pt x="564782" y="798967"/>
                  </a:lnTo>
                  <a:lnTo>
                    <a:pt x="563816" y="803396"/>
                  </a:lnTo>
                  <a:close/>
                  <a:moveTo>
                    <a:pt x="461720" y="758995"/>
                  </a:moveTo>
                  <a:lnTo>
                    <a:pt x="505947" y="778608"/>
                  </a:lnTo>
                  <a:lnTo>
                    <a:pt x="515220" y="738237"/>
                  </a:lnTo>
                  <a:close/>
                  <a:moveTo>
                    <a:pt x="505947" y="778608"/>
                  </a:moveTo>
                  <a:lnTo>
                    <a:pt x="547470" y="765205"/>
                  </a:lnTo>
                  <a:lnTo>
                    <a:pt x="515220" y="738237"/>
                  </a:lnTo>
                  <a:close/>
                  <a:moveTo>
                    <a:pt x="269489" y="442373"/>
                  </a:moveTo>
                  <a:lnTo>
                    <a:pt x="300143" y="434846"/>
                  </a:lnTo>
                  <a:lnTo>
                    <a:pt x="293668" y="434410"/>
                  </a:lnTo>
                  <a:close/>
                  <a:moveTo>
                    <a:pt x="656651" y="797086"/>
                  </a:moveTo>
                  <a:lnTo>
                    <a:pt x="689587" y="821532"/>
                  </a:lnTo>
                  <a:lnTo>
                    <a:pt x="645964" y="790788"/>
                  </a:lnTo>
                  <a:close/>
                  <a:moveTo>
                    <a:pt x="547470" y="765205"/>
                  </a:moveTo>
                  <a:lnTo>
                    <a:pt x="564782" y="798967"/>
                  </a:lnTo>
                  <a:lnTo>
                    <a:pt x="560701" y="761182"/>
                  </a:lnTo>
                  <a:close/>
                  <a:moveTo>
                    <a:pt x="516618" y="725185"/>
                  </a:moveTo>
                  <a:lnTo>
                    <a:pt x="555277" y="676097"/>
                  </a:lnTo>
                  <a:lnTo>
                    <a:pt x="508133" y="687336"/>
                  </a:lnTo>
                  <a:close/>
                  <a:moveTo>
                    <a:pt x="478029" y="684722"/>
                  </a:moveTo>
                  <a:lnTo>
                    <a:pt x="508133" y="687336"/>
                  </a:lnTo>
                  <a:lnTo>
                    <a:pt x="499127" y="649911"/>
                  </a:lnTo>
                  <a:close/>
                  <a:moveTo>
                    <a:pt x="470620" y="645998"/>
                  </a:moveTo>
                  <a:lnTo>
                    <a:pt x="499127" y="649911"/>
                  </a:lnTo>
                  <a:lnTo>
                    <a:pt x="496099" y="607625"/>
                  </a:lnTo>
                  <a:close/>
                  <a:moveTo>
                    <a:pt x="470620" y="645998"/>
                  </a:moveTo>
                  <a:lnTo>
                    <a:pt x="496099" y="607625"/>
                  </a:lnTo>
                  <a:lnTo>
                    <a:pt x="462874" y="607548"/>
                  </a:lnTo>
                  <a:close/>
                  <a:moveTo>
                    <a:pt x="462874" y="607548"/>
                  </a:moveTo>
                  <a:lnTo>
                    <a:pt x="496099" y="607625"/>
                  </a:lnTo>
                  <a:lnTo>
                    <a:pt x="485912" y="571160"/>
                  </a:lnTo>
                  <a:close/>
                  <a:moveTo>
                    <a:pt x="293668" y="434410"/>
                  </a:moveTo>
                  <a:lnTo>
                    <a:pt x="300296" y="432977"/>
                  </a:lnTo>
                  <a:lnTo>
                    <a:pt x="269151" y="432954"/>
                  </a:lnTo>
                  <a:close/>
                  <a:moveTo>
                    <a:pt x="871669" y="1028877"/>
                  </a:moveTo>
                  <a:lnTo>
                    <a:pt x="870736" y="1074382"/>
                  </a:lnTo>
                  <a:lnTo>
                    <a:pt x="897611" y="1075116"/>
                  </a:lnTo>
                  <a:close/>
                  <a:moveTo>
                    <a:pt x="876812" y="1024878"/>
                  </a:moveTo>
                  <a:lnTo>
                    <a:pt x="871669" y="1028877"/>
                  </a:lnTo>
                  <a:lnTo>
                    <a:pt x="897611" y="1075116"/>
                  </a:lnTo>
                  <a:close/>
                  <a:moveTo>
                    <a:pt x="924105" y="1013335"/>
                  </a:moveTo>
                  <a:lnTo>
                    <a:pt x="933498" y="988040"/>
                  </a:lnTo>
                  <a:lnTo>
                    <a:pt x="911647" y="978716"/>
                  </a:lnTo>
                  <a:close/>
                  <a:moveTo>
                    <a:pt x="870285" y="985254"/>
                  </a:moveTo>
                  <a:lnTo>
                    <a:pt x="911647" y="978716"/>
                  </a:lnTo>
                  <a:lnTo>
                    <a:pt x="894644" y="947792"/>
                  </a:lnTo>
                  <a:close/>
                  <a:moveTo>
                    <a:pt x="865288" y="944570"/>
                  </a:moveTo>
                  <a:lnTo>
                    <a:pt x="894644" y="947792"/>
                  </a:lnTo>
                  <a:lnTo>
                    <a:pt x="883184" y="912362"/>
                  </a:lnTo>
                  <a:close/>
                  <a:moveTo>
                    <a:pt x="217921" y="85522"/>
                  </a:moveTo>
                  <a:lnTo>
                    <a:pt x="156568" y="76917"/>
                  </a:lnTo>
                  <a:lnTo>
                    <a:pt x="181236" y="72937"/>
                  </a:lnTo>
                  <a:close/>
                  <a:moveTo>
                    <a:pt x="713877" y="603390"/>
                  </a:moveTo>
                  <a:lnTo>
                    <a:pt x="702961" y="557034"/>
                  </a:lnTo>
                  <a:lnTo>
                    <a:pt x="707111" y="549452"/>
                  </a:lnTo>
                  <a:close/>
                  <a:moveTo>
                    <a:pt x="623386" y="529880"/>
                  </a:moveTo>
                  <a:lnTo>
                    <a:pt x="640720" y="545108"/>
                  </a:lnTo>
                  <a:lnTo>
                    <a:pt x="648185" y="520500"/>
                  </a:lnTo>
                  <a:close/>
                  <a:moveTo>
                    <a:pt x="574644" y="493125"/>
                  </a:moveTo>
                  <a:lnTo>
                    <a:pt x="577029" y="459925"/>
                  </a:lnTo>
                  <a:lnTo>
                    <a:pt x="593388" y="439187"/>
                  </a:lnTo>
                  <a:close/>
                  <a:moveTo>
                    <a:pt x="488970" y="351472"/>
                  </a:moveTo>
                  <a:lnTo>
                    <a:pt x="459752" y="366806"/>
                  </a:lnTo>
                  <a:lnTo>
                    <a:pt x="511092" y="337973"/>
                  </a:lnTo>
                  <a:close/>
                  <a:moveTo>
                    <a:pt x="747358" y="538797"/>
                  </a:moveTo>
                  <a:lnTo>
                    <a:pt x="707111" y="549452"/>
                  </a:lnTo>
                  <a:lnTo>
                    <a:pt x="765195" y="568932"/>
                  </a:lnTo>
                  <a:close/>
                  <a:moveTo>
                    <a:pt x="765195" y="568932"/>
                  </a:moveTo>
                  <a:lnTo>
                    <a:pt x="702961" y="557034"/>
                  </a:lnTo>
                  <a:lnTo>
                    <a:pt x="725778" y="546135"/>
                  </a:lnTo>
                  <a:close/>
                  <a:moveTo>
                    <a:pt x="612320" y="433075"/>
                  </a:moveTo>
                  <a:lnTo>
                    <a:pt x="646099" y="469012"/>
                  </a:lnTo>
                  <a:lnTo>
                    <a:pt x="644613" y="433910"/>
                  </a:lnTo>
                  <a:close/>
                  <a:moveTo>
                    <a:pt x="612320" y="433075"/>
                  </a:moveTo>
                  <a:lnTo>
                    <a:pt x="644613" y="433910"/>
                  </a:lnTo>
                  <a:lnTo>
                    <a:pt x="634441" y="425424"/>
                  </a:lnTo>
                  <a:close/>
                  <a:moveTo>
                    <a:pt x="469934" y="243832"/>
                  </a:moveTo>
                  <a:lnTo>
                    <a:pt x="480331" y="251332"/>
                  </a:lnTo>
                  <a:lnTo>
                    <a:pt x="512386" y="246604"/>
                  </a:lnTo>
                  <a:close/>
                  <a:moveTo>
                    <a:pt x="531158" y="248234"/>
                  </a:moveTo>
                  <a:lnTo>
                    <a:pt x="503975" y="243246"/>
                  </a:lnTo>
                  <a:lnTo>
                    <a:pt x="547642" y="253844"/>
                  </a:lnTo>
                  <a:close/>
                  <a:moveTo>
                    <a:pt x="503975" y="243246"/>
                  </a:moveTo>
                  <a:lnTo>
                    <a:pt x="512386" y="246604"/>
                  </a:lnTo>
                  <a:lnTo>
                    <a:pt x="547642" y="253844"/>
                  </a:lnTo>
                  <a:close/>
                  <a:moveTo>
                    <a:pt x="428717" y="181902"/>
                  </a:moveTo>
                  <a:lnTo>
                    <a:pt x="460211" y="206990"/>
                  </a:lnTo>
                  <a:lnTo>
                    <a:pt x="427447" y="178181"/>
                  </a:lnTo>
                  <a:close/>
                  <a:moveTo>
                    <a:pt x="418681" y="168917"/>
                  </a:moveTo>
                  <a:lnTo>
                    <a:pt x="428717" y="181902"/>
                  </a:lnTo>
                  <a:lnTo>
                    <a:pt x="427447" y="178181"/>
                  </a:lnTo>
                  <a:close/>
                  <a:moveTo>
                    <a:pt x="432805" y="139776"/>
                  </a:moveTo>
                  <a:lnTo>
                    <a:pt x="431941" y="166617"/>
                  </a:lnTo>
                  <a:lnTo>
                    <a:pt x="420651" y="152774"/>
                  </a:lnTo>
                  <a:close/>
                  <a:moveTo>
                    <a:pt x="420651" y="152774"/>
                  </a:moveTo>
                  <a:lnTo>
                    <a:pt x="431941" y="166617"/>
                  </a:lnTo>
                  <a:lnTo>
                    <a:pt x="418681" y="168917"/>
                  </a:lnTo>
                  <a:close/>
                  <a:moveTo>
                    <a:pt x="363420" y="63372"/>
                  </a:moveTo>
                  <a:lnTo>
                    <a:pt x="352792" y="54454"/>
                  </a:lnTo>
                  <a:lnTo>
                    <a:pt x="352508" y="106133"/>
                  </a:lnTo>
                  <a:close/>
                  <a:moveTo>
                    <a:pt x="352508" y="106133"/>
                  </a:moveTo>
                  <a:lnTo>
                    <a:pt x="352792" y="54454"/>
                  </a:lnTo>
                  <a:lnTo>
                    <a:pt x="308574" y="70015"/>
                  </a:lnTo>
                  <a:close/>
                  <a:moveTo>
                    <a:pt x="352508" y="106133"/>
                  </a:moveTo>
                  <a:lnTo>
                    <a:pt x="308574" y="70015"/>
                  </a:lnTo>
                  <a:lnTo>
                    <a:pt x="321853" y="103967"/>
                  </a:lnTo>
                  <a:close/>
                  <a:moveTo>
                    <a:pt x="566801" y="229267"/>
                  </a:moveTo>
                  <a:lnTo>
                    <a:pt x="547642" y="253844"/>
                  </a:lnTo>
                  <a:lnTo>
                    <a:pt x="512386" y="246604"/>
                  </a:lnTo>
                  <a:close/>
                  <a:moveTo>
                    <a:pt x="392060" y="37270"/>
                  </a:moveTo>
                  <a:lnTo>
                    <a:pt x="363420" y="63372"/>
                  </a:lnTo>
                  <a:lnTo>
                    <a:pt x="389313" y="91209"/>
                  </a:lnTo>
                  <a:close/>
                  <a:moveTo>
                    <a:pt x="556945" y="0"/>
                  </a:moveTo>
                  <a:lnTo>
                    <a:pt x="558954" y="2903"/>
                  </a:lnTo>
                  <a:lnTo>
                    <a:pt x="559285" y="1633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85" name="Input_density__124">
              <a:extLst>
                <a:ext uri="{FF2B5EF4-FFF2-40B4-BE49-F238E27FC236}">
                  <a16:creationId xmlns:a16="http://schemas.microsoft.com/office/drawing/2014/main" id="{2CF6CA97-87B1-AA29-A47F-A21F27AB8636}"/>
                </a:ext>
              </a:extLst>
            </p:cNvPr>
            <p:cNvSpPr>
              <a:spLocks noGrp="1"/>
            </p:cNvSpPr>
            <p:nvPr/>
          </p:nvSpPr>
          <p:spPr>
            <a:xfrm>
              <a:off x="890677" y="1562114"/>
              <a:ext cx="926865" cy="1389519"/>
            </a:xfrm>
            <a:custGeom>
              <a:avLst/>
              <a:gdLst/>
              <a:ahLst/>
              <a:cxnLst/>
              <a:rect l="0" t="0" r="0" b="0"/>
              <a:pathLst>
                <a:path w="926865" h="1389519">
                  <a:moveTo>
                    <a:pt x="298766" y="1352764"/>
                  </a:moveTo>
                  <a:lnTo>
                    <a:pt x="315249" y="1389519"/>
                  </a:lnTo>
                  <a:lnTo>
                    <a:pt x="358327" y="1372335"/>
                  </a:lnTo>
                  <a:close/>
                  <a:moveTo>
                    <a:pt x="298766" y="1352764"/>
                  </a:moveTo>
                  <a:lnTo>
                    <a:pt x="358327" y="1372335"/>
                  </a:lnTo>
                  <a:lnTo>
                    <a:pt x="351474" y="1335580"/>
                  </a:lnTo>
                  <a:close/>
                  <a:moveTo>
                    <a:pt x="351474" y="1335580"/>
                  </a:moveTo>
                  <a:lnTo>
                    <a:pt x="364070" y="1370866"/>
                  </a:lnTo>
                  <a:lnTo>
                    <a:pt x="353028" y="1335095"/>
                  </a:lnTo>
                  <a:close/>
                  <a:moveTo>
                    <a:pt x="351474" y="1335580"/>
                  </a:moveTo>
                  <a:lnTo>
                    <a:pt x="358327" y="1372335"/>
                  </a:lnTo>
                  <a:lnTo>
                    <a:pt x="364070" y="1370866"/>
                  </a:lnTo>
                  <a:close/>
                  <a:moveTo>
                    <a:pt x="349526" y="1324718"/>
                  </a:moveTo>
                  <a:lnTo>
                    <a:pt x="351474" y="1335580"/>
                  </a:lnTo>
                  <a:lnTo>
                    <a:pt x="353028" y="1335095"/>
                  </a:lnTo>
                  <a:close/>
                  <a:moveTo>
                    <a:pt x="34160" y="749889"/>
                  </a:moveTo>
                  <a:lnTo>
                    <a:pt x="54364" y="732705"/>
                  </a:lnTo>
                  <a:lnTo>
                    <a:pt x="28489" y="713134"/>
                  </a:lnTo>
                  <a:close/>
                  <a:moveTo>
                    <a:pt x="546395" y="1230092"/>
                  </a:moveTo>
                  <a:lnTo>
                    <a:pt x="515234" y="1247275"/>
                  </a:lnTo>
                  <a:lnTo>
                    <a:pt x="561193" y="1266847"/>
                  </a:lnTo>
                  <a:close/>
                  <a:moveTo>
                    <a:pt x="546395" y="1230092"/>
                  </a:moveTo>
                  <a:lnTo>
                    <a:pt x="555574" y="1211958"/>
                  </a:lnTo>
                  <a:lnTo>
                    <a:pt x="498167" y="1210520"/>
                  </a:lnTo>
                  <a:close/>
                  <a:moveTo>
                    <a:pt x="515234" y="1247275"/>
                  </a:moveTo>
                  <a:lnTo>
                    <a:pt x="546395" y="1230092"/>
                  </a:lnTo>
                  <a:lnTo>
                    <a:pt x="498167" y="1210520"/>
                  </a:lnTo>
                  <a:close/>
                  <a:moveTo>
                    <a:pt x="546395" y="1230092"/>
                  </a:moveTo>
                  <a:lnTo>
                    <a:pt x="584880" y="1254957"/>
                  </a:lnTo>
                  <a:lnTo>
                    <a:pt x="579674" y="1214442"/>
                  </a:lnTo>
                  <a:close/>
                  <a:moveTo>
                    <a:pt x="546395" y="1230092"/>
                  </a:moveTo>
                  <a:lnTo>
                    <a:pt x="561193" y="1266847"/>
                  </a:lnTo>
                  <a:lnTo>
                    <a:pt x="584880" y="1254957"/>
                  </a:lnTo>
                  <a:close/>
                  <a:moveTo>
                    <a:pt x="555574" y="1211958"/>
                  </a:moveTo>
                  <a:lnTo>
                    <a:pt x="546395" y="1230092"/>
                  </a:lnTo>
                  <a:lnTo>
                    <a:pt x="579674" y="1214442"/>
                  </a:lnTo>
                  <a:close/>
                  <a:moveTo>
                    <a:pt x="612100" y="1202516"/>
                  </a:moveTo>
                  <a:lnTo>
                    <a:pt x="604050" y="1221713"/>
                  </a:lnTo>
                  <a:lnTo>
                    <a:pt x="585987" y="1212909"/>
                  </a:lnTo>
                  <a:close/>
                  <a:moveTo>
                    <a:pt x="579674" y="1214442"/>
                  </a:moveTo>
                  <a:lnTo>
                    <a:pt x="581137" y="1230092"/>
                  </a:lnTo>
                  <a:lnTo>
                    <a:pt x="555574" y="1211958"/>
                  </a:lnTo>
                  <a:close/>
                  <a:moveTo>
                    <a:pt x="604050" y="1221713"/>
                  </a:moveTo>
                  <a:lnTo>
                    <a:pt x="612100" y="1202516"/>
                  </a:lnTo>
                  <a:lnTo>
                    <a:pt x="598458" y="1230092"/>
                  </a:lnTo>
                  <a:close/>
                  <a:moveTo>
                    <a:pt x="598458" y="1230092"/>
                  </a:moveTo>
                  <a:lnTo>
                    <a:pt x="612100" y="1202516"/>
                  </a:lnTo>
                  <a:lnTo>
                    <a:pt x="618366" y="1176154"/>
                  </a:lnTo>
                  <a:close/>
                  <a:moveTo>
                    <a:pt x="639962" y="1237264"/>
                  </a:moveTo>
                  <a:lnTo>
                    <a:pt x="677271" y="1225396"/>
                  </a:lnTo>
                  <a:lnTo>
                    <a:pt x="654733" y="1207597"/>
                  </a:lnTo>
                  <a:close/>
                  <a:moveTo>
                    <a:pt x="639962" y="1237264"/>
                  </a:moveTo>
                  <a:lnTo>
                    <a:pt x="654733" y="1207597"/>
                  </a:lnTo>
                  <a:lnTo>
                    <a:pt x="620921" y="1207997"/>
                  </a:lnTo>
                  <a:close/>
                  <a:moveTo>
                    <a:pt x="612100" y="1202516"/>
                  </a:moveTo>
                  <a:lnTo>
                    <a:pt x="585987" y="1212909"/>
                  </a:lnTo>
                  <a:lnTo>
                    <a:pt x="620921" y="1207997"/>
                  </a:lnTo>
                  <a:close/>
                  <a:moveTo>
                    <a:pt x="620921" y="1207997"/>
                  </a:moveTo>
                  <a:lnTo>
                    <a:pt x="618366" y="1176154"/>
                  </a:lnTo>
                  <a:lnTo>
                    <a:pt x="612100" y="1202516"/>
                  </a:lnTo>
                  <a:close/>
                  <a:moveTo>
                    <a:pt x="654733" y="1207597"/>
                  </a:moveTo>
                  <a:lnTo>
                    <a:pt x="677271" y="1225396"/>
                  </a:lnTo>
                  <a:lnTo>
                    <a:pt x="705694" y="1207089"/>
                  </a:lnTo>
                  <a:close/>
                  <a:moveTo>
                    <a:pt x="562675" y="1048705"/>
                  </a:moveTo>
                  <a:lnTo>
                    <a:pt x="551672" y="1101161"/>
                  </a:lnTo>
                  <a:lnTo>
                    <a:pt x="563968" y="1050926"/>
                  </a:lnTo>
                  <a:close/>
                  <a:moveTo>
                    <a:pt x="562675" y="1048705"/>
                  </a:moveTo>
                  <a:lnTo>
                    <a:pt x="562003" y="1043581"/>
                  </a:lnTo>
                  <a:lnTo>
                    <a:pt x="525307" y="1029134"/>
                  </a:lnTo>
                  <a:close/>
                  <a:moveTo>
                    <a:pt x="528733" y="1065889"/>
                  </a:moveTo>
                  <a:lnTo>
                    <a:pt x="562675" y="1048705"/>
                  </a:lnTo>
                  <a:lnTo>
                    <a:pt x="525307" y="1029134"/>
                  </a:lnTo>
                  <a:close/>
                  <a:moveTo>
                    <a:pt x="546537" y="1017646"/>
                  </a:moveTo>
                  <a:lnTo>
                    <a:pt x="562003" y="1043581"/>
                  </a:lnTo>
                  <a:lnTo>
                    <a:pt x="563139" y="1011950"/>
                  </a:lnTo>
                  <a:close/>
                  <a:moveTo>
                    <a:pt x="288380" y="768007"/>
                  </a:moveTo>
                  <a:lnTo>
                    <a:pt x="294695" y="754666"/>
                  </a:lnTo>
                  <a:lnTo>
                    <a:pt x="281531" y="771849"/>
                  </a:lnTo>
                  <a:close/>
                  <a:moveTo>
                    <a:pt x="681216" y="1230813"/>
                  </a:moveTo>
                  <a:lnTo>
                    <a:pt x="705694" y="1207089"/>
                  </a:lnTo>
                  <a:lnTo>
                    <a:pt x="677271" y="1225396"/>
                  </a:lnTo>
                  <a:close/>
                  <a:moveTo>
                    <a:pt x="681216" y="1230813"/>
                  </a:moveTo>
                  <a:lnTo>
                    <a:pt x="729816" y="1218391"/>
                  </a:lnTo>
                  <a:lnTo>
                    <a:pt x="705694" y="1207089"/>
                  </a:lnTo>
                  <a:close/>
                  <a:moveTo>
                    <a:pt x="765563" y="1210143"/>
                  </a:moveTo>
                  <a:lnTo>
                    <a:pt x="729816" y="1218391"/>
                  </a:lnTo>
                  <a:lnTo>
                    <a:pt x="743594" y="1215297"/>
                  </a:lnTo>
                  <a:close/>
                  <a:moveTo>
                    <a:pt x="705694" y="1207089"/>
                  </a:moveTo>
                  <a:lnTo>
                    <a:pt x="729816" y="1218391"/>
                  </a:lnTo>
                  <a:lnTo>
                    <a:pt x="765563" y="1210143"/>
                  </a:lnTo>
                  <a:close/>
                  <a:moveTo>
                    <a:pt x="562675" y="1048705"/>
                  </a:moveTo>
                  <a:lnTo>
                    <a:pt x="563968" y="1050926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2675" y="1048705"/>
                  </a:lnTo>
                  <a:lnTo>
                    <a:pt x="564681" y="1047643"/>
                  </a:lnTo>
                  <a:close/>
                  <a:moveTo>
                    <a:pt x="562003" y="1043581"/>
                  </a:moveTo>
                  <a:lnTo>
                    <a:pt x="564681" y="1047643"/>
                  </a:lnTo>
                  <a:lnTo>
                    <a:pt x="563139" y="1011950"/>
                  </a:lnTo>
                  <a:close/>
                  <a:moveTo>
                    <a:pt x="630336" y="982071"/>
                  </a:moveTo>
                  <a:lnTo>
                    <a:pt x="620373" y="984707"/>
                  </a:lnTo>
                  <a:lnTo>
                    <a:pt x="584278" y="994767"/>
                  </a:lnTo>
                  <a:close/>
                  <a:moveTo>
                    <a:pt x="620373" y="984707"/>
                  </a:moveTo>
                  <a:lnTo>
                    <a:pt x="631592" y="977584"/>
                  </a:lnTo>
                  <a:lnTo>
                    <a:pt x="656302" y="954580"/>
                  </a:lnTo>
                  <a:close/>
                  <a:moveTo>
                    <a:pt x="620373" y="984707"/>
                  </a:moveTo>
                  <a:lnTo>
                    <a:pt x="630336" y="982071"/>
                  </a:lnTo>
                  <a:lnTo>
                    <a:pt x="631592" y="977584"/>
                  </a:lnTo>
                  <a:close/>
                  <a:moveTo>
                    <a:pt x="519027" y="884502"/>
                  </a:moveTo>
                  <a:lnTo>
                    <a:pt x="552992" y="904074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19027" y="884502"/>
                  </a:lnTo>
                  <a:lnTo>
                    <a:pt x="544780" y="867319"/>
                  </a:lnTo>
                  <a:close/>
                  <a:moveTo>
                    <a:pt x="522612" y="847747"/>
                  </a:moveTo>
                  <a:lnTo>
                    <a:pt x="544780" y="867319"/>
                  </a:lnTo>
                  <a:lnTo>
                    <a:pt x="548434" y="830564"/>
                  </a:lnTo>
                  <a:close/>
                  <a:moveTo>
                    <a:pt x="254013" y="499769"/>
                  </a:moveTo>
                  <a:lnTo>
                    <a:pt x="226584" y="506433"/>
                  </a:lnTo>
                  <a:lnTo>
                    <a:pt x="233582" y="545490"/>
                  </a:lnTo>
                  <a:close/>
                  <a:moveTo>
                    <a:pt x="265371" y="489566"/>
                  </a:moveTo>
                  <a:lnTo>
                    <a:pt x="226584" y="506433"/>
                  </a:lnTo>
                  <a:lnTo>
                    <a:pt x="254013" y="499769"/>
                  </a:lnTo>
                  <a:close/>
                  <a:moveTo>
                    <a:pt x="0" y="259667"/>
                  </a:moveTo>
                  <a:lnTo>
                    <a:pt x="5181" y="296422"/>
                  </a:lnTo>
                  <a:lnTo>
                    <a:pt x="22492" y="242484"/>
                  </a:lnTo>
                  <a:close/>
                  <a:moveTo>
                    <a:pt x="28031" y="225072"/>
                  </a:moveTo>
                  <a:lnTo>
                    <a:pt x="0" y="259667"/>
                  </a:lnTo>
                  <a:lnTo>
                    <a:pt x="22492" y="242484"/>
                  </a:lnTo>
                  <a:close/>
                  <a:moveTo>
                    <a:pt x="819212" y="1124604"/>
                  </a:moveTo>
                  <a:lnTo>
                    <a:pt x="818933" y="1155370"/>
                  </a:lnTo>
                  <a:lnTo>
                    <a:pt x="861976" y="1129048"/>
                  </a:lnTo>
                  <a:close/>
                  <a:moveTo>
                    <a:pt x="861976" y="1129048"/>
                  </a:moveTo>
                  <a:lnTo>
                    <a:pt x="818933" y="1155370"/>
                  </a:lnTo>
                  <a:lnTo>
                    <a:pt x="828995" y="1130312"/>
                  </a:lnTo>
                  <a:close/>
                  <a:moveTo>
                    <a:pt x="861976" y="1129048"/>
                  </a:moveTo>
                  <a:lnTo>
                    <a:pt x="848696" y="1113514"/>
                  </a:lnTo>
                  <a:lnTo>
                    <a:pt x="819212" y="1124604"/>
                  </a:lnTo>
                  <a:close/>
                  <a:moveTo>
                    <a:pt x="848696" y="1113514"/>
                  </a:moveTo>
                  <a:lnTo>
                    <a:pt x="861976" y="1129048"/>
                  </a:lnTo>
                  <a:lnTo>
                    <a:pt x="867308" y="1107420"/>
                  </a:lnTo>
                  <a:close/>
                  <a:moveTo>
                    <a:pt x="548434" y="830564"/>
                  </a:moveTo>
                  <a:lnTo>
                    <a:pt x="580082" y="856133"/>
                  </a:lnTo>
                  <a:lnTo>
                    <a:pt x="561144" y="826783"/>
                  </a:lnTo>
                  <a:close/>
                  <a:moveTo>
                    <a:pt x="548434" y="830564"/>
                  </a:moveTo>
                  <a:lnTo>
                    <a:pt x="544780" y="867319"/>
                  </a:lnTo>
                  <a:lnTo>
                    <a:pt x="580082" y="856133"/>
                  </a:lnTo>
                  <a:close/>
                  <a:moveTo>
                    <a:pt x="452181" y="689712"/>
                  </a:moveTo>
                  <a:lnTo>
                    <a:pt x="472720" y="670293"/>
                  </a:lnTo>
                  <a:lnTo>
                    <a:pt x="452128" y="683544"/>
                  </a:lnTo>
                  <a:close/>
                  <a:moveTo>
                    <a:pt x="472720" y="670293"/>
                  </a:moveTo>
                  <a:lnTo>
                    <a:pt x="475389" y="666360"/>
                  </a:lnTo>
                  <a:lnTo>
                    <a:pt x="452128" y="683544"/>
                  </a:lnTo>
                  <a:close/>
                  <a:moveTo>
                    <a:pt x="456143" y="646789"/>
                  </a:moveTo>
                  <a:lnTo>
                    <a:pt x="452128" y="683544"/>
                  </a:lnTo>
                  <a:lnTo>
                    <a:pt x="475389" y="666360"/>
                  </a:lnTo>
                  <a:close/>
                  <a:moveTo>
                    <a:pt x="456143" y="646789"/>
                  </a:moveTo>
                  <a:lnTo>
                    <a:pt x="475389" y="666360"/>
                  </a:lnTo>
                  <a:lnTo>
                    <a:pt x="481474" y="629605"/>
                  </a:lnTo>
                  <a:close/>
                  <a:moveTo>
                    <a:pt x="254013" y="499769"/>
                  </a:moveTo>
                  <a:lnTo>
                    <a:pt x="290263" y="526497"/>
                  </a:lnTo>
                  <a:lnTo>
                    <a:pt x="272473" y="496213"/>
                  </a:lnTo>
                  <a:close/>
                  <a:moveTo>
                    <a:pt x="327820" y="523053"/>
                  </a:moveTo>
                  <a:lnTo>
                    <a:pt x="319875" y="482586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54013" y="499769"/>
                  </a:lnTo>
                  <a:lnTo>
                    <a:pt x="272473" y="496213"/>
                  </a:lnTo>
                  <a:close/>
                  <a:moveTo>
                    <a:pt x="265371" y="489566"/>
                  </a:moveTo>
                  <a:lnTo>
                    <a:pt x="272473" y="496213"/>
                  </a:lnTo>
                  <a:lnTo>
                    <a:pt x="272438" y="463014"/>
                  </a:lnTo>
                  <a:close/>
                  <a:moveTo>
                    <a:pt x="272438" y="463014"/>
                  </a:moveTo>
                  <a:lnTo>
                    <a:pt x="272473" y="496213"/>
                  </a:lnTo>
                  <a:lnTo>
                    <a:pt x="319875" y="482586"/>
                  </a:lnTo>
                  <a:close/>
                  <a:moveTo>
                    <a:pt x="272438" y="463014"/>
                  </a:moveTo>
                  <a:lnTo>
                    <a:pt x="319875" y="482586"/>
                  </a:lnTo>
                  <a:lnTo>
                    <a:pt x="310882" y="445830"/>
                  </a:lnTo>
                  <a:close/>
                  <a:moveTo>
                    <a:pt x="312024" y="443209"/>
                  </a:moveTo>
                  <a:lnTo>
                    <a:pt x="272438" y="463014"/>
                  </a:lnTo>
                  <a:lnTo>
                    <a:pt x="310882" y="445830"/>
                  </a:lnTo>
                  <a:close/>
                  <a:moveTo>
                    <a:pt x="861976" y="1129048"/>
                  </a:moveTo>
                  <a:lnTo>
                    <a:pt x="881283" y="1131769"/>
                  </a:lnTo>
                  <a:lnTo>
                    <a:pt x="867308" y="1107420"/>
                  </a:lnTo>
                  <a:close/>
                  <a:moveTo>
                    <a:pt x="867308" y="1107420"/>
                  </a:moveTo>
                  <a:lnTo>
                    <a:pt x="881283" y="1131769"/>
                  </a:lnTo>
                  <a:lnTo>
                    <a:pt x="908784" y="1126992"/>
                  </a:lnTo>
                  <a:close/>
                  <a:moveTo>
                    <a:pt x="867308" y="1107420"/>
                  </a:moveTo>
                  <a:lnTo>
                    <a:pt x="908784" y="1126992"/>
                  </a:lnTo>
                  <a:lnTo>
                    <a:pt x="909732" y="1090237"/>
                  </a:lnTo>
                  <a:close/>
                  <a:moveTo>
                    <a:pt x="796823" y="994356"/>
                  </a:moveTo>
                  <a:lnTo>
                    <a:pt x="800394" y="1023377"/>
                  </a:lnTo>
                  <a:lnTo>
                    <a:pt x="841676" y="979972"/>
                  </a:lnTo>
                  <a:close/>
                  <a:moveTo>
                    <a:pt x="841676" y="979972"/>
                  </a:moveTo>
                  <a:lnTo>
                    <a:pt x="800394" y="1023377"/>
                  </a:lnTo>
                  <a:lnTo>
                    <a:pt x="806305" y="1033910"/>
                  </a:lnTo>
                  <a:close/>
                  <a:moveTo>
                    <a:pt x="841676" y="979972"/>
                  </a:moveTo>
                  <a:lnTo>
                    <a:pt x="806305" y="1033910"/>
                  </a:lnTo>
                  <a:lnTo>
                    <a:pt x="847525" y="1016727"/>
                  </a:lnTo>
                  <a:close/>
                  <a:moveTo>
                    <a:pt x="784731" y="997155"/>
                  </a:moveTo>
                  <a:lnTo>
                    <a:pt x="800394" y="1023377"/>
                  </a:lnTo>
                  <a:lnTo>
                    <a:pt x="796823" y="994356"/>
                  </a:lnTo>
                  <a:close/>
                  <a:moveTo>
                    <a:pt x="319875" y="482586"/>
                  </a:moveTo>
                  <a:lnTo>
                    <a:pt x="324347" y="481129"/>
                  </a:lnTo>
                  <a:lnTo>
                    <a:pt x="310882" y="445830"/>
                  </a:lnTo>
                  <a:close/>
                  <a:moveTo>
                    <a:pt x="909732" y="1090237"/>
                  </a:moveTo>
                  <a:lnTo>
                    <a:pt x="926865" y="1077052"/>
                  </a:lnTo>
                  <a:lnTo>
                    <a:pt x="916828" y="1036298"/>
                  </a:lnTo>
                  <a:close/>
                  <a:moveTo>
                    <a:pt x="865748" y="1010156"/>
                  </a:moveTo>
                  <a:lnTo>
                    <a:pt x="863385" y="1038106"/>
                  </a:lnTo>
                  <a:lnTo>
                    <a:pt x="899393" y="999543"/>
                  </a:lnTo>
                  <a:close/>
                  <a:moveTo>
                    <a:pt x="847525" y="1016727"/>
                  </a:moveTo>
                  <a:lnTo>
                    <a:pt x="863385" y="1038106"/>
                  </a:lnTo>
                  <a:lnTo>
                    <a:pt x="865748" y="1010156"/>
                  </a:lnTo>
                  <a:close/>
                  <a:moveTo>
                    <a:pt x="841676" y="979972"/>
                  </a:moveTo>
                  <a:lnTo>
                    <a:pt x="865748" y="1010156"/>
                  </a:lnTo>
                  <a:lnTo>
                    <a:pt x="852215" y="976412"/>
                  </a:lnTo>
                  <a:close/>
                  <a:moveTo>
                    <a:pt x="841676" y="979972"/>
                  </a:moveTo>
                  <a:lnTo>
                    <a:pt x="847525" y="1016727"/>
                  </a:lnTo>
                  <a:lnTo>
                    <a:pt x="865748" y="1010156"/>
                  </a:lnTo>
                  <a:close/>
                  <a:moveTo>
                    <a:pt x="899393" y="999543"/>
                  </a:moveTo>
                  <a:lnTo>
                    <a:pt x="893619" y="962788"/>
                  </a:lnTo>
                  <a:lnTo>
                    <a:pt x="865748" y="1010156"/>
                  </a:lnTo>
                  <a:close/>
                  <a:moveTo>
                    <a:pt x="893619" y="962788"/>
                  </a:moveTo>
                  <a:lnTo>
                    <a:pt x="852215" y="976412"/>
                  </a:lnTo>
                  <a:lnTo>
                    <a:pt x="865748" y="1010156"/>
                  </a:lnTo>
                  <a:close/>
                  <a:moveTo>
                    <a:pt x="827563" y="943217"/>
                  </a:moveTo>
                  <a:lnTo>
                    <a:pt x="852215" y="976412"/>
                  </a:lnTo>
                  <a:lnTo>
                    <a:pt x="846003" y="936715"/>
                  </a:lnTo>
                  <a:close/>
                  <a:moveTo>
                    <a:pt x="827563" y="943217"/>
                  </a:moveTo>
                  <a:lnTo>
                    <a:pt x="841676" y="979972"/>
                  </a:lnTo>
                  <a:lnTo>
                    <a:pt x="852215" y="976412"/>
                  </a:lnTo>
                  <a:close/>
                  <a:moveTo>
                    <a:pt x="893619" y="962788"/>
                  </a:moveTo>
                  <a:lnTo>
                    <a:pt x="894831" y="934893"/>
                  </a:lnTo>
                  <a:lnTo>
                    <a:pt x="852215" y="976412"/>
                  </a:lnTo>
                  <a:close/>
                  <a:moveTo>
                    <a:pt x="899393" y="999543"/>
                  </a:moveTo>
                  <a:lnTo>
                    <a:pt x="925482" y="1033430"/>
                  </a:lnTo>
                  <a:lnTo>
                    <a:pt x="920485" y="992745"/>
                  </a:lnTo>
                  <a:close/>
                  <a:moveTo>
                    <a:pt x="899393" y="999543"/>
                  </a:moveTo>
                  <a:lnTo>
                    <a:pt x="916828" y="1036298"/>
                  </a:lnTo>
                  <a:lnTo>
                    <a:pt x="925482" y="1033430"/>
                  </a:lnTo>
                  <a:close/>
                  <a:moveTo>
                    <a:pt x="893619" y="962788"/>
                  </a:moveTo>
                  <a:lnTo>
                    <a:pt x="920485" y="992745"/>
                  </a:lnTo>
                  <a:lnTo>
                    <a:pt x="907644" y="958438"/>
                  </a:lnTo>
                  <a:close/>
                  <a:moveTo>
                    <a:pt x="893619" y="962788"/>
                  </a:moveTo>
                  <a:lnTo>
                    <a:pt x="899393" y="999543"/>
                  </a:lnTo>
                  <a:lnTo>
                    <a:pt x="920485" y="992745"/>
                  </a:lnTo>
                  <a:close/>
                  <a:moveTo>
                    <a:pt x="894831" y="934893"/>
                  </a:moveTo>
                  <a:lnTo>
                    <a:pt x="893619" y="962788"/>
                  </a:lnTo>
                  <a:lnTo>
                    <a:pt x="907644" y="958438"/>
                  </a:lnTo>
                  <a:close/>
                  <a:moveTo>
                    <a:pt x="657237" y="477036"/>
                  </a:moveTo>
                  <a:lnTo>
                    <a:pt x="614912" y="504545"/>
                  </a:lnTo>
                  <a:lnTo>
                    <a:pt x="648585" y="487362"/>
                  </a:lnTo>
                  <a:close/>
                  <a:moveTo>
                    <a:pt x="514949" y="414981"/>
                  </a:moveTo>
                  <a:lnTo>
                    <a:pt x="510378" y="431035"/>
                  </a:lnTo>
                  <a:lnTo>
                    <a:pt x="532208" y="420494"/>
                  </a:lnTo>
                  <a:close/>
                  <a:moveTo>
                    <a:pt x="462781" y="270861"/>
                  </a:moveTo>
                  <a:lnTo>
                    <a:pt x="423439" y="284015"/>
                  </a:lnTo>
                  <a:lnTo>
                    <a:pt x="468885" y="271124"/>
                  </a:lnTo>
                  <a:close/>
                  <a:moveTo>
                    <a:pt x="462781" y="270861"/>
                  </a:moveTo>
                  <a:lnTo>
                    <a:pt x="468885" y="271124"/>
                  </a:lnTo>
                  <a:lnTo>
                    <a:pt x="472753" y="266832"/>
                  </a:lnTo>
                  <a:close/>
                  <a:moveTo>
                    <a:pt x="360984" y="116853"/>
                  </a:moveTo>
                  <a:lnTo>
                    <a:pt x="321861" y="125174"/>
                  </a:lnTo>
                  <a:lnTo>
                    <a:pt x="358108" y="119812"/>
                  </a:lnTo>
                  <a:close/>
                  <a:moveTo>
                    <a:pt x="300999" y="113362"/>
                  </a:moveTo>
                  <a:lnTo>
                    <a:pt x="321861" y="125174"/>
                  </a:lnTo>
                  <a:lnTo>
                    <a:pt x="360984" y="116853"/>
                  </a:lnTo>
                  <a:close/>
                  <a:moveTo>
                    <a:pt x="321861" y="125174"/>
                  </a:moveTo>
                  <a:lnTo>
                    <a:pt x="336853" y="151207"/>
                  </a:lnTo>
                  <a:lnTo>
                    <a:pt x="358108" y="119812"/>
                  </a:lnTo>
                  <a:close/>
                  <a:moveTo>
                    <a:pt x="802555" y="586972"/>
                  </a:moveTo>
                  <a:lnTo>
                    <a:pt x="753146" y="586472"/>
                  </a:lnTo>
                  <a:lnTo>
                    <a:pt x="762308" y="597627"/>
                  </a:lnTo>
                  <a:close/>
                  <a:moveTo>
                    <a:pt x="733644" y="560872"/>
                  </a:moveTo>
                  <a:lnTo>
                    <a:pt x="753146" y="586472"/>
                  </a:lnTo>
                  <a:lnTo>
                    <a:pt x="753139" y="555311"/>
                  </a:lnTo>
                  <a:close/>
                  <a:moveTo>
                    <a:pt x="657237" y="477036"/>
                  </a:moveTo>
                  <a:lnTo>
                    <a:pt x="648585" y="487362"/>
                  </a:lnTo>
                  <a:lnTo>
                    <a:pt x="667517" y="481250"/>
                  </a:lnTo>
                  <a:close/>
                  <a:moveTo>
                    <a:pt x="495201" y="289251"/>
                  </a:moveTo>
                  <a:lnTo>
                    <a:pt x="472753" y="266832"/>
                  </a:lnTo>
                  <a:lnTo>
                    <a:pt x="468885" y="271124"/>
                  </a:lnTo>
                  <a:close/>
                  <a:moveTo>
                    <a:pt x="363771" y="118190"/>
                  </a:moveTo>
                  <a:lnTo>
                    <a:pt x="358108" y="119812"/>
                  </a:lnTo>
                  <a:lnTo>
                    <a:pt x="339661" y="155450"/>
                  </a:lnTo>
                  <a:close/>
                  <a:moveTo>
                    <a:pt x="360984" y="116853"/>
                  </a:moveTo>
                  <a:lnTo>
                    <a:pt x="358108" y="119812"/>
                  </a:lnTo>
                  <a:lnTo>
                    <a:pt x="363771" y="118190"/>
                  </a:lnTo>
                  <a:close/>
                  <a:moveTo>
                    <a:pt x="360984" y="116853"/>
                  </a:moveTo>
                  <a:lnTo>
                    <a:pt x="363771" y="118190"/>
                  </a:lnTo>
                  <a:lnTo>
                    <a:pt x="368304" y="83057"/>
                  </a:lnTo>
                  <a:close/>
                  <a:moveTo>
                    <a:pt x="368304" y="83057"/>
                  </a:moveTo>
                  <a:lnTo>
                    <a:pt x="363771" y="118190"/>
                  </a:lnTo>
                  <a:lnTo>
                    <a:pt x="407989" y="102629"/>
                  </a:lnTo>
                  <a:close/>
                  <a:moveTo>
                    <a:pt x="368304" y="83057"/>
                  </a:moveTo>
                  <a:lnTo>
                    <a:pt x="407989" y="102629"/>
                  </a:lnTo>
                  <a:lnTo>
                    <a:pt x="389642" y="65874"/>
                  </a:lnTo>
                  <a:close/>
                  <a:moveTo>
                    <a:pt x="400796" y="44918"/>
                  </a:moveTo>
                  <a:lnTo>
                    <a:pt x="368304" y="83057"/>
                  </a:lnTo>
                  <a:lnTo>
                    <a:pt x="389642" y="65874"/>
                  </a:lnTo>
                  <a:close/>
                  <a:moveTo>
                    <a:pt x="389642" y="65874"/>
                  </a:moveTo>
                  <a:lnTo>
                    <a:pt x="407989" y="102629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389642" y="65874"/>
                  </a:lnTo>
                  <a:lnTo>
                    <a:pt x="411841" y="48690"/>
                  </a:lnTo>
                  <a:close/>
                  <a:moveTo>
                    <a:pt x="419433" y="18393"/>
                  </a:moveTo>
                  <a:lnTo>
                    <a:pt x="400796" y="44918"/>
                  </a:lnTo>
                  <a:lnTo>
                    <a:pt x="389642" y="65874"/>
                  </a:lnTo>
                  <a:close/>
                  <a:moveTo>
                    <a:pt x="671663" y="242346"/>
                  </a:moveTo>
                  <a:lnTo>
                    <a:pt x="630794" y="269220"/>
                  </a:lnTo>
                  <a:lnTo>
                    <a:pt x="664020" y="252037"/>
                  </a:lnTo>
                  <a:close/>
                  <a:moveTo>
                    <a:pt x="419433" y="18393"/>
                  </a:moveTo>
                  <a:lnTo>
                    <a:pt x="440246" y="0"/>
                  </a:lnTo>
                  <a:lnTo>
                    <a:pt x="420957" y="11935"/>
                  </a:lnTo>
                  <a:close/>
                  <a:moveTo>
                    <a:pt x="671663" y="242346"/>
                  </a:moveTo>
                  <a:lnTo>
                    <a:pt x="680305" y="247118"/>
                  </a:lnTo>
                  <a:lnTo>
                    <a:pt x="721988" y="209719"/>
                  </a:lnTo>
                  <a:close/>
                  <a:moveTo>
                    <a:pt x="768120" y="161416"/>
                  </a:moveTo>
                  <a:lnTo>
                    <a:pt x="743228" y="164557"/>
                  </a:lnTo>
                  <a:lnTo>
                    <a:pt x="730331" y="198098"/>
                  </a:lnTo>
                  <a:close/>
                  <a:moveTo>
                    <a:pt x="743228" y="164557"/>
                  </a:moveTo>
                  <a:lnTo>
                    <a:pt x="768120" y="161416"/>
                  </a:lnTo>
                  <a:lnTo>
                    <a:pt x="744726" y="16134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86" name="Input_density__125">
              <a:extLst>
                <a:ext uri="{FF2B5EF4-FFF2-40B4-BE49-F238E27FC236}">
                  <a16:creationId xmlns:a16="http://schemas.microsoft.com/office/drawing/2014/main" id="{9824F333-1AFE-949C-AC7D-34BB46B7D990}"/>
                </a:ext>
              </a:extLst>
            </p:cNvPr>
            <p:cNvSpPr>
              <a:spLocks noGrp="1"/>
            </p:cNvSpPr>
            <p:nvPr/>
          </p:nvSpPr>
          <p:spPr>
            <a:xfrm>
              <a:off x="966123" y="1539776"/>
              <a:ext cx="926918" cy="1332257"/>
            </a:xfrm>
            <a:custGeom>
              <a:avLst/>
              <a:gdLst/>
              <a:ahLst/>
              <a:cxnLst/>
              <a:rect l="0" t="0" r="0" b="0"/>
              <a:pathLst>
                <a:path w="926918" h="1332257">
                  <a:moveTo>
                    <a:pt x="20557" y="1137388"/>
                  </a:moveTo>
                  <a:lnTo>
                    <a:pt x="34455" y="1170228"/>
                  </a:lnTo>
                  <a:lnTo>
                    <a:pt x="57930" y="1161788"/>
                  </a:lnTo>
                  <a:close/>
                  <a:moveTo>
                    <a:pt x="20557" y="1137388"/>
                  </a:moveTo>
                  <a:lnTo>
                    <a:pt x="0" y="1154571"/>
                  </a:lnTo>
                  <a:lnTo>
                    <a:pt x="34455" y="1170228"/>
                  </a:lnTo>
                  <a:close/>
                  <a:moveTo>
                    <a:pt x="90053" y="1157316"/>
                  </a:moveTo>
                  <a:lnTo>
                    <a:pt x="107969" y="1128091"/>
                  </a:lnTo>
                  <a:lnTo>
                    <a:pt x="57930" y="1161788"/>
                  </a:lnTo>
                  <a:close/>
                  <a:moveTo>
                    <a:pt x="107969" y="1128091"/>
                  </a:moveTo>
                  <a:lnTo>
                    <a:pt x="90053" y="1157316"/>
                  </a:lnTo>
                  <a:lnTo>
                    <a:pt x="140638" y="1125659"/>
                  </a:lnTo>
                  <a:close/>
                  <a:moveTo>
                    <a:pt x="178932" y="1114974"/>
                  </a:moveTo>
                  <a:lnTo>
                    <a:pt x="140638" y="1125659"/>
                  </a:lnTo>
                  <a:lnTo>
                    <a:pt x="174836" y="1128943"/>
                  </a:lnTo>
                  <a:close/>
                  <a:moveTo>
                    <a:pt x="178932" y="1114974"/>
                  </a:moveTo>
                  <a:lnTo>
                    <a:pt x="143521" y="1116675"/>
                  </a:lnTo>
                  <a:lnTo>
                    <a:pt x="140638" y="1125659"/>
                  </a:lnTo>
                  <a:close/>
                  <a:moveTo>
                    <a:pt x="143521" y="1116675"/>
                  </a:moveTo>
                  <a:lnTo>
                    <a:pt x="178932" y="1114974"/>
                  </a:lnTo>
                  <a:lnTo>
                    <a:pt x="153956" y="1079246"/>
                  </a:lnTo>
                  <a:close/>
                  <a:moveTo>
                    <a:pt x="485746" y="1289185"/>
                  </a:moveTo>
                  <a:lnTo>
                    <a:pt x="472988" y="1303812"/>
                  </a:lnTo>
                  <a:lnTo>
                    <a:pt x="477344" y="1303382"/>
                  </a:lnTo>
                  <a:close/>
                  <a:moveTo>
                    <a:pt x="622003" y="1294806"/>
                  </a:moveTo>
                  <a:lnTo>
                    <a:pt x="632485" y="1308756"/>
                  </a:lnTo>
                  <a:lnTo>
                    <a:pt x="629473" y="1305716"/>
                  </a:lnTo>
                  <a:close/>
                  <a:moveTo>
                    <a:pt x="622003" y="1294806"/>
                  </a:moveTo>
                  <a:lnTo>
                    <a:pt x="608302" y="1271949"/>
                  </a:lnTo>
                  <a:lnTo>
                    <a:pt x="591754" y="1306289"/>
                  </a:lnTo>
                  <a:close/>
                  <a:moveTo>
                    <a:pt x="317186" y="887268"/>
                  </a:moveTo>
                  <a:lnTo>
                    <a:pt x="310706" y="906747"/>
                  </a:lnTo>
                  <a:lnTo>
                    <a:pt x="328746" y="895454"/>
                  </a:lnTo>
                  <a:close/>
                  <a:moveTo>
                    <a:pt x="328746" y="895454"/>
                  </a:moveTo>
                  <a:lnTo>
                    <a:pt x="310706" y="906747"/>
                  </a:lnTo>
                  <a:lnTo>
                    <a:pt x="311943" y="926774"/>
                  </a:lnTo>
                  <a:close/>
                  <a:moveTo>
                    <a:pt x="328746" y="895454"/>
                  </a:moveTo>
                  <a:lnTo>
                    <a:pt x="311943" y="926774"/>
                  </a:lnTo>
                  <a:lnTo>
                    <a:pt x="335565" y="934658"/>
                  </a:lnTo>
                  <a:close/>
                  <a:moveTo>
                    <a:pt x="317186" y="887268"/>
                  </a:moveTo>
                  <a:lnTo>
                    <a:pt x="328746" y="895454"/>
                  </a:lnTo>
                  <a:lnTo>
                    <a:pt x="309542" y="850513"/>
                  </a:lnTo>
                  <a:close/>
                  <a:moveTo>
                    <a:pt x="641234" y="1328328"/>
                  </a:moveTo>
                  <a:lnTo>
                    <a:pt x="629473" y="1305716"/>
                  </a:lnTo>
                  <a:lnTo>
                    <a:pt x="651867" y="1332257"/>
                  </a:lnTo>
                  <a:close/>
                  <a:moveTo>
                    <a:pt x="298185" y="763724"/>
                  </a:moveTo>
                  <a:lnTo>
                    <a:pt x="315622" y="800551"/>
                  </a:lnTo>
                  <a:lnTo>
                    <a:pt x="322873" y="765988"/>
                  </a:lnTo>
                  <a:close/>
                  <a:moveTo>
                    <a:pt x="299071" y="802997"/>
                  </a:moveTo>
                  <a:lnTo>
                    <a:pt x="315622" y="800551"/>
                  </a:lnTo>
                  <a:lnTo>
                    <a:pt x="298185" y="763724"/>
                  </a:lnTo>
                  <a:close/>
                  <a:moveTo>
                    <a:pt x="234170" y="739178"/>
                  </a:moveTo>
                  <a:lnTo>
                    <a:pt x="209682" y="687251"/>
                  </a:lnTo>
                  <a:lnTo>
                    <a:pt x="211501" y="730519"/>
                  </a:lnTo>
                  <a:close/>
                  <a:moveTo>
                    <a:pt x="118265" y="589338"/>
                  </a:moveTo>
                  <a:lnTo>
                    <a:pt x="131739" y="611348"/>
                  </a:lnTo>
                  <a:lnTo>
                    <a:pt x="157382" y="611013"/>
                  </a:lnTo>
                  <a:close/>
                  <a:moveTo>
                    <a:pt x="480172" y="980349"/>
                  </a:moveTo>
                  <a:lnTo>
                    <a:pt x="479546" y="988363"/>
                  </a:lnTo>
                  <a:lnTo>
                    <a:pt x="497619" y="1011068"/>
                  </a:lnTo>
                  <a:close/>
                  <a:moveTo>
                    <a:pt x="480172" y="980349"/>
                  </a:moveTo>
                  <a:lnTo>
                    <a:pt x="463265" y="956852"/>
                  </a:lnTo>
                  <a:lnTo>
                    <a:pt x="479546" y="988363"/>
                  </a:lnTo>
                  <a:close/>
                  <a:moveTo>
                    <a:pt x="715525" y="1231273"/>
                  </a:moveTo>
                  <a:lnTo>
                    <a:pt x="712037" y="1274389"/>
                  </a:lnTo>
                  <a:lnTo>
                    <a:pt x="728522" y="1251496"/>
                  </a:lnTo>
                  <a:close/>
                  <a:moveTo>
                    <a:pt x="715525" y="1231273"/>
                  </a:moveTo>
                  <a:lnTo>
                    <a:pt x="728522" y="1251496"/>
                  </a:lnTo>
                  <a:lnTo>
                    <a:pt x="747951" y="1227931"/>
                  </a:lnTo>
                  <a:close/>
                  <a:moveTo>
                    <a:pt x="73114" y="420528"/>
                  </a:moveTo>
                  <a:lnTo>
                    <a:pt x="122004" y="382534"/>
                  </a:lnTo>
                  <a:lnTo>
                    <a:pt x="93110" y="399080"/>
                  </a:lnTo>
                  <a:close/>
                  <a:moveTo>
                    <a:pt x="764264" y="1192714"/>
                  </a:moveTo>
                  <a:lnTo>
                    <a:pt x="772475" y="1195044"/>
                  </a:lnTo>
                  <a:lnTo>
                    <a:pt x="798346" y="1195564"/>
                  </a:lnTo>
                  <a:close/>
                  <a:moveTo>
                    <a:pt x="599432" y="950164"/>
                  </a:moveTo>
                  <a:lnTo>
                    <a:pt x="617954" y="957104"/>
                  </a:lnTo>
                  <a:lnTo>
                    <a:pt x="640454" y="978961"/>
                  </a:lnTo>
                  <a:close/>
                  <a:moveTo>
                    <a:pt x="595518" y="948256"/>
                  </a:moveTo>
                  <a:lnTo>
                    <a:pt x="617954" y="957104"/>
                  </a:lnTo>
                  <a:lnTo>
                    <a:pt x="599432" y="950164"/>
                  </a:lnTo>
                  <a:close/>
                  <a:moveTo>
                    <a:pt x="249239" y="512885"/>
                  </a:moveTo>
                  <a:lnTo>
                    <a:pt x="266871" y="550437"/>
                  </a:lnTo>
                  <a:lnTo>
                    <a:pt x="279894" y="505358"/>
                  </a:lnTo>
                  <a:close/>
                  <a:moveTo>
                    <a:pt x="102395" y="362320"/>
                  </a:moveTo>
                  <a:lnTo>
                    <a:pt x="93110" y="399080"/>
                  </a:lnTo>
                  <a:lnTo>
                    <a:pt x="137395" y="360954"/>
                  </a:lnTo>
                  <a:close/>
                  <a:moveTo>
                    <a:pt x="122004" y="382534"/>
                  </a:moveTo>
                  <a:lnTo>
                    <a:pt x="172699" y="357903"/>
                  </a:lnTo>
                  <a:lnTo>
                    <a:pt x="137395" y="360954"/>
                  </a:lnTo>
                  <a:close/>
                  <a:moveTo>
                    <a:pt x="137395" y="360954"/>
                  </a:moveTo>
                  <a:lnTo>
                    <a:pt x="172699" y="357903"/>
                  </a:lnTo>
                  <a:lnTo>
                    <a:pt x="140850" y="356788"/>
                  </a:lnTo>
                  <a:close/>
                  <a:moveTo>
                    <a:pt x="847339" y="1157957"/>
                  </a:moveTo>
                  <a:lnTo>
                    <a:pt x="867406" y="1158228"/>
                  </a:lnTo>
                  <a:lnTo>
                    <a:pt x="855005" y="1149329"/>
                  </a:lnTo>
                  <a:close/>
                  <a:moveTo>
                    <a:pt x="858658" y="1171907"/>
                  </a:moveTo>
                  <a:lnTo>
                    <a:pt x="867406" y="1158228"/>
                  </a:lnTo>
                  <a:lnTo>
                    <a:pt x="847339" y="1157957"/>
                  </a:lnTo>
                  <a:close/>
                  <a:moveTo>
                    <a:pt x="259322" y="454374"/>
                  </a:moveTo>
                  <a:lnTo>
                    <a:pt x="280046" y="503490"/>
                  </a:lnTo>
                  <a:lnTo>
                    <a:pt x="290456" y="452025"/>
                  </a:lnTo>
                  <a:close/>
                  <a:moveTo>
                    <a:pt x="282464" y="450985"/>
                  </a:moveTo>
                  <a:lnTo>
                    <a:pt x="290456" y="452025"/>
                  </a:lnTo>
                  <a:lnTo>
                    <a:pt x="291388" y="449687"/>
                  </a:lnTo>
                  <a:close/>
                  <a:moveTo>
                    <a:pt x="280046" y="503490"/>
                  </a:moveTo>
                  <a:lnTo>
                    <a:pt x="294536" y="450985"/>
                  </a:lnTo>
                  <a:lnTo>
                    <a:pt x="290456" y="452025"/>
                  </a:lnTo>
                  <a:close/>
                  <a:moveTo>
                    <a:pt x="328852" y="465183"/>
                  </a:moveTo>
                  <a:lnTo>
                    <a:pt x="294536" y="450985"/>
                  </a:lnTo>
                  <a:lnTo>
                    <a:pt x="280046" y="503490"/>
                  </a:lnTo>
                  <a:close/>
                  <a:moveTo>
                    <a:pt x="290456" y="452025"/>
                  </a:moveTo>
                  <a:lnTo>
                    <a:pt x="294536" y="450985"/>
                  </a:lnTo>
                  <a:lnTo>
                    <a:pt x="291388" y="449687"/>
                  </a:lnTo>
                  <a:close/>
                  <a:moveTo>
                    <a:pt x="172699" y="357903"/>
                  </a:moveTo>
                  <a:lnTo>
                    <a:pt x="174572" y="357818"/>
                  </a:lnTo>
                  <a:lnTo>
                    <a:pt x="140850" y="356788"/>
                  </a:lnTo>
                  <a:close/>
                  <a:moveTo>
                    <a:pt x="140850" y="356788"/>
                  </a:moveTo>
                  <a:lnTo>
                    <a:pt x="174572" y="357818"/>
                  </a:lnTo>
                  <a:lnTo>
                    <a:pt x="190608" y="322041"/>
                  </a:lnTo>
                  <a:close/>
                  <a:moveTo>
                    <a:pt x="174572" y="357818"/>
                  </a:moveTo>
                  <a:lnTo>
                    <a:pt x="174626" y="357903"/>
                  </a:lnTo>
                  <a:lnTo>
                    <a:pt x="190608" y="322041"/>
                  </a:lnTo>
                  <a:close/>
                  <a:moveTo>
                    <a:pt x="104650" y="346021"/>
                  </a:moveTo>
                  <a:lnTo>
                    <a:pt x="140850" y="356788"/>
                  </a:lnTo>
                  <a:lnTo>
                    <a:pt x="159160" y="329039"/>
                  </a:lnTo>
                  <a:close/>
                  <a:moveTo>
                    <a:pt x="328852" y="465183"/>
                  </a:moveTo>
                  <a:lnTo>
                    <a:pt x="335994" y="442091"/>
                  </a:lnTo>
                  <a:lnTo>
                    <a:pt x="294536" y="450985"/>
                  </a:lnTo>
                  <a:close/>
                  <a:moveTo>
                    <a:pt x="291388" y="449687"/>
                  </a:moveTo>
                  <a:lnTo>
                    <a:pt x="294536" y="450985"/>
                  </a:lnTo>
                  <a:lnTo>
                    <a:pt x="344307" y="426758"/>
                  </a:lnTo>
                  <a:close/>
                  <a:moveTo>
                    <a:pt x="903856" y="1083847"/>
                  </a:moveTo>
                  <a:lnTo>
                    <a:pt x="901503" y="1130508"/>
                  </a:lnTo>
                  <a:lnTo>
                    <a:pt x="926918" y="1092186"/>
                  </a:lnTo>
                  <a:close/>
                  <a:moveTo>
                    <a:pt x="903856" y="1083847"/>
                  </a:moveTo>
                  <a:lnTo>
                    <a:pt x="926918" y="1092186"/>
                  </a:lnTo>
                  <a:lnTo>
                    <a:pt x="913249" y="1058553"/>
                  </a:lnTo>
                  <a:close/>
                  <a:moveTo>
                    <a:pt x="748334" y="771043"/>
                  </a:moveTo>
                  <a:lnTo>
                    <a:pt x="745650" y="817972"/>
                  </a:lnTo>
                  <a:lnTo>
                    <a:pt x="771917" y="778958"/>
                  </a:lnTo>
                  <a:close/>
                  <a:moveTo>
                    <a:pt x="757477" y="745950"/>
                  </a:moveTo>
                  <a:lnTo>
                    <a:pt x="744571" y="734251"/>
                  </a:lnTo>
                  <a:lnTo>
                    <a:pt x="748334" y="771043"/>
                  </a:lnTo>
                  <a:close/>
                  <a:moveTo>
                    <a:pt x="757477" y="745950"/>
                  </a:moveTo>
                  <a:lnTo>
                    <a:pt x="748334" y="771043"/>
                  </a:lnTo>
                  <a:lnTo>
                    <a:pt x="771917" y="778958"/>
                  </a:lnTo>
                  <a:close/>
                  <a:moveTo>
                    <a:pt x="575493" y="572033"/>
                  </a:moveTo>
                  <a:lnTo>
                    <a:pt x="603136" y="600393"/>
                  </a:lnTo>
                  <a:lnTo>
                    <a:pt x="600652" y="569893"/>
                  </a:lnTo>
                  <a:close/>
                  <a:moveTo>
                    <a:pt x="600652" y="569893"/>
                  </a:moveTo>
                  <a:lnTo>
                    <a:pt x="603136" y="600393"/>
                  </a:lnTo>
                  <a:lnTo>
                    <a:pt x="626094" y="547762"/>
                  </a:lnTo>
                  <a:close/>
                  <a:moveTo>
                    <a:pt x="625346" y="546455"/>
                  </a:moveTo>
                  <a:lnTo>
                    <a:pt x="626094" y="547762"/>
                  </a:lnTo>
                  <a:lnTo>
                    <a:pt x="625850" y="539525"/>
                  </a:lnTo>
                  <a:close/>
                  <a:moveTo>
                    <a:pt x="625346" y="546455"/>
                  </a:moveTo>
                  <a:lnTo>
                    <a:pt x="625850" y="539525"/>
                  </a:lnTo>
                  <a:lnTo>
                    <a:pt x="634327" y="529271"/>
                  </a:lnTo>
                  <a:close/>
                  <a:moveTo>
                    <a:pt x="332258" y="176645"/>
                  </a:moveTo>
                  <a:lnTo>
                    <a:pt x="301838" y="200135"/>
                  </a:lnTo>
                  <a:lnTo>
                    <a:pt x="330351" y="182163"/>
                  </a:lnTo>
                  <a:close/>
                  <a:moveTo>
                    <a:pt x="369064" y="161721"/>
                  </a:moveTo>
                  <a:lnTo>
                    <a:pt x="368076" y="174615"/>
                  </a:lnTo>
                  <a:lnTo>
                    <a:pt x="387871" y="176435"/>
                  </a:lnTo>
                  <a:close/>
                  <a:moveTo>
                    <a:pt x="343171" y="133885"/>
                  </a:moveTo>
                  <a:lnTo>
                    <a:pt x="332258" y="176645"/>
                  </a:lnTo>
                  <a:lnTo>
                    <a:pt x="361817" y="175232"/>
                  </a:lnTo>
                  <a:close/>
                  <a:moveTo>
                    <a:pt x="368076" y="174615"/>
                  </a:moveTo>
                  <a:lnTo>
                    <a:pt x="408296" y="198476"/>
                  </a:lnTo>
                  <a:lnTo>
                    <a:pt x="387871" y="176435"/>
                  </a:lnTo>
                  <a:close/>
                  <a:moveTo>
                    <a:pt x="744988" y="639521"/>
                  </a:moveTo>
                  <a:lnTo>
                    <a:pt x="751290" y="676291"/>
                  </a:lnTo>
                  <a:lnTo>
                    <a:pt x="745047" y="639824"/>
                  </a:lnTo>
                  <a:close/>
                  <a:moveTo>
                    <a:pt x="744988" y="639521"/>
                  </a:moveTo>
                  <a:lnTo>
                    <a:pt x="745047" y="639824"/>
                  </a:lnTo>
                  <a:lnTo>
                    <a:pt x="745003" y="639536"/>
                  </a:lnTo>
                  <a:close/>
                  <a:moveTo>
                    <a:pt x="744988" y="639521"/>
                  </a:moveTo>
                  <a:lnTo>
                    <a:pt x="745003" y="639536"/>
                  </a:lnTo>
                  <a:lnTo>
                    <a:pt x="744946" y="639445"/>
                  </a:lnTo>
                  <a:close/>
                  <a:moveTo>
                    <a:pt x="470214" y="127355"/>
                  </a:moveTo>
                  <a:lnTo>
                    <a:pt x="443137" y="95932"/>
                  </a:lnTo>
                  <a:lnTo>
                    <a:pt x="454175" y="107345"/>
                  </a:lnTo>
                  <a:close/>
                  <a:moveTo>
                    <a:pt x="503013" y="69154"/>
                  </a:moveTo>
                  <a:lnTo>
                    <a:pt x="536696" y="70513"/>
                  </a:lnTo>
                  <a:lnTo>
                    <a:pt x="514936" y="64650"/>
                  </a:lnTo>
                  <a:close/>
                  <a:moveTo>
                    <a:pt x="721804" y="166152"/>
                  </a:moveTo>
                  <a:lnTo>
                    <a:pt x="747745" y="189810"/>
                  </a:lnTo>
                  <a:lnTo>
                    <a:pt x="745427" y="203253"/>
                  </a:lnTo>
                  <a:close/>
                  <a:moveTo>
                    <a:pt x="637651" y="1402"/>
                  </a:moveTo>
                  <a:lnTo>
                    <a:pt x="652972" y="39050"/>
                  </a:lnTo>
                  <a:lnTo>
                    <a:pt x="637897" y="2295"/>
                  </a:lnTo>
                  <a:close/>
                  <a:moveTo>
                    <a:pt x="637651" y="1402"/>
                  </a:moveTo>
                  <a:lnTo>
                    <a:pt x="656997" y="30421"/>
                  </a:lnTo>
                  <a:lnTo>
                    <a:pt x="652972" y="39050"/>
                  </a:lnTo>
                  <a:close/>
                  <a:moveTo>
                    <a:pt x="637651" y="1402"/>
                  </a:moveTo>
                  <a:lnTo>
                    <a:pt x="637897" y="2295"/>
                  </a:lnTo>
                  <a:lnTo>
                    <a:pt x="635939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87" name="Input_density__126">
              <a:extLst>
                <a:ext uri="{FF2B5EF4-FFF2-40B4-BE49-F238E27FC236}">
                  <a16:creationId xmlns:a16="http://schemas.microsoft.com/office/drawing/2014/main" id="{C51DF5C2-4A9A-CDD8-5F29-4915919DD685}"/>
                </a:ext>
              </a:extLst>
            </p:cNvPr>
            <p:cNvSpPr>
              <a:spLocks noGrp="1"/>
            </p:cNvSpPr>
            <p:nvPr/>
          </p:nvSpPr>
          <p:spPr>
            <a:xfrm>
              <a:off x="1000578" y="1624010"/>
              <a:ext cx="893250" cy="1263234"/>
            </a:xfrm>
            <a:custGeom>
              <a:avLst/>
              <a:gdLst/>
              <a:ahLst/>
              <a:cxnLst/>
              <a:rect l="0" t="0" r="0" b="0"/>
              <a:pathLst>
                <a:path w="893250" h="1263234">
                  <a:moveTo>
                    <a:pt x="23475" y="1077555"/>
                  </a:moveTo>
                  <a:lnTo>
                    <a:pt x="0" y="1085995"/>
                  </a:lnTo>
                  <a:lnTo>
                    <a:pt x="55598" y="1073083"/>
                  </a:lnTo>
                  <a:close/>
                  <a:moveTo>
                    <a:pt x="55598" y="1073083"/>
                  </a:moveTo>
                  <a:lnTo>
                    <a:pt x="87106" y="1066308"/>
                  </a:lnTo>
                  <a:lnTo>
                    <a:pt x="106183" y="1041426"/>
                  </a:lnTo>
                  <a:close/>
                  <a:moveTo>
                    <a:pt x="106183" y="1041426"/>
                  </a:moveTo>
                  <a:lnTo>
                    <a:pt x="87106" y="1066308"/>
                  </a:lnTo>
                  <a:lnTo>
                    <a:pt x="140381" y="1044710"/>
                  </a:lnTo>
                  <a:close/>
                  <a:moveTo>
                    <a:pt x="144477" y="1030741"/>
                  </a:moveTo>
                  <a:lnTo>
                    <a:pt x="151889" y="991530"/>
                  </a:lnTo>
                  <a:lnTo>
                    <a:pt x="119501" y="995013"/>
                  </a:lnTo>
                  <a:close/>
                  <a:moveTo>
                    <a:pt x="119501" y="995013"/>
                  </a:moveTo>
                  <a:lnTo>
                    <a:pt x="151889" y="991530"/>
                  </a:lnTo>
                  <a:lnTo>
                    <a:pt x="176271" y="986483"/>
                  </a:lnTo>
                  <a:close/>
                  <a:moveTo>
                    <a:pt x="165894" y="982033"/>
                  </a:moveTo>
                  <a:lnTo>
                    <a:pt x="176271" y="986483"/>
                  </a:lnTo>
                  <a:lnTo>
                    <a:pt x="151889" y="991530"/>
                  </a:lnTo>
                  <a:close/>
                  <a:moveTo>
                    <a:pt x="44725" y="743804"/>
                  </a:moveTo>
                  <a:lnTo>
                    <a:pt x="44121" y="700176"/>
                  </a:lnTo>
                  <a:lnTo>
                    <a:pt x="26694" y="704759"/>
                  </a:lnTo>
                  <a:close/>
                  <a:moveTo>
                    <a:pt x="7309" y="728492"/>
                  </a:moveTo>
                  <a:lnTo>
                    <a:pt x="44725" y="743804"/>
                  </a:lnTo>
                  <a:lnTo>
                    <a:pt x="26694" y="704759"/>
                  </a:lnTo>
                  <a:close/>
                  <a:moveTo>
                    <a:pt x="497218" y="1246817"/>
                  </a:moveTo>
                  <a:lnTo>
                    <a:pt x="480972" y="1241706"/>
                  </a:lnTo>
                  <a:lnTo>
                    <a:pt x="442889" y="1219149"/>
                  </a:lnTo>
                  <a:close/>
                  <a:moveTo>
                    <a:pt x="513694" y="1241706"/>
                  </a:moveTo>
                  <a:lnTo>
                    <a:pt x="532064" y="1263234"/>
                  </a:lnTo>
                  <a:lnTo>
                    <a:pt x="507367" y="1256151"/>
                  </a:lnTo>
                  <a:close/>
                  <a:moveTo>
                    <a:pt x="573847" y="1187716"/>
                  </a:moveTo>
                  <a:lnTo>
                    <a:pt x="556090" y="1224523"/>
                  </a:lnTo>
                  <a:lnTo>
                    <a:pt x="557299" y="1222056"/>
                  </a:lnTo>
                  <a:close/>
                  <a:moveTo>
                    <a:pt x="301110" y="850425"/>
                  </a:moveTo>
                  <a:lnTo>
                    <a:pt x="268299" y="888992"/>
                  </a:lnTo>
                  <a:lnTo>
                    <a:pt x="297575" y="873871"/>
                  </a:lnTo>
                  <a:close/>
                  <a:moveTo>
                    <a:pt x="301110" y="850425"/>
                  </a:moveTo>
                  <a:lnTo>
                    <a:pt x="277488" y="842541"/>
                  </a:lnTo>
                  <a:lnTo>
                    <a:pt x="268299" y="888992"/>
                  </a:lnTo>
                  <a:close/>
                  <a:moveTo>
                    <a:pt x="301110" y="850425"/>
                  </a:moveTo>
                  <a:lnTo>
                    <a:pt x="297575" y="873871"/>
                  </a:lnTo>
                  <a:lnTo>
                    <a:pt x="305920" y="856973"/>
                  </a:lnTo>
                  <a:close/>
                  <a:moveTo>
                    <a:pt x="294291" y="811221"/>
                  </a:moveTo>
                  <a:lnTo>
                    <a:pt x="301110" y="850425"/>
                  </a:lnTo>
                  <a:lnTo>
                    <a:pt x="305920" y="856973"/>
                  </a:lnTo>
                  <a:close/>
                  <a:moveTo>
                    <a:pt x="65685" y="593151"/>
                  </a:moveTo>
                  <a:lnTo>
                    <a:pt x="75553" y="545750"/>
                  </a:lnTo>
                  <a:lnTo>
                    <a:pt x="71197" y="554157"/>
                  </a:lnTo>
                  <a:close/>
                  <a:moveTo>
                    <a:pt x="171164" y="678762"/>
                  </a:moveTo>
                  <a:lnTo>
                    <a:pt x="111374" y="672588"/>
                  </a:lnTo>
                  <a:lnTo>
                    <a:pt x="152625" y="666140"/>
                  </a:lnTo>
                  <a:close/>
                  <a:moveTo>
                    <a:pt x="663152" y="1244095"/>
                  </a:moveTo>
                  <a:lnTo>
                    <a:pt x="677582" y="1190156"/>
                  </a:lnTo>
                  <a:lnTo>
                    <a:pt x="685552" y="1226911"/>
                  </a:lnTo>
                  <a:close/>
                  <a:moveTo>
                    <a:pt x="677582" y="1190156"/>
                  </a:moveTo>
                  <a:lnTo>
                    <a:pt x="690539" y="1198003"/>
                  </a:lnTo>
                  <a:lnTo>
                    <a:pt x="694067" y="1167263"/>
                  </a:lnTo>
                  <a:close/>
                  <a:moveTo>
                    <a:pt x="268756" y="760145"/>
                  </a:moveTo>
                  <a:lnTo>
                    <a:pt x="282731" y="803035"/>
                  </a:lnTo>
                  <a:lnTo>
                    <a:pt x="275087" y="766280"/>
                  </a:lnTo>
                  <a:close/>
                  <a:moveTo>
                    <a:pt x="270239" y="729525"/>
                  </a:moveTo>
                  <a:lnTo>
                    <a:pt x="281167" y="716318"/>
                  </a:lnTo>
                  <a:lnTo>
                    <a:pt x="264616" y="718764"/>
                  </a:lnTo>
                  <a:close/>
                  <a:moveTo>
                    <a:pt x="71197" y="554157"/>
                  </a:moveTo>
                  <a:lnTo>
                    <a:pt x="75553" y="545750"/>
                  </a:lnTo>
                  <a:lnTo>
                    <a:pt x="71825" y="543412"/>
                  </a:lnTo>
                  <a:close/>
                  <a:moveTo>
                    <a:pt x="83810" y="505105"/>
                  </a:moveTo>
                  <a:lnTo>
                    <a:pt x="75553" y="545750"/>
                  </a:lnTo>
                  <a:lnTo>
                    <a:pt x="97284" y="527115"/>
                  </a:lnTo>
                  <a:close/>
                  <a:moveTo>
                    <a:pt x="58655" y="314847"/>
                  </a:moveTo>
                  <a:lnTo>
                    <a:pt x="5541" y="337047"/>
                  </a:lnTo>
                  <a:lnTo>
                    <a:pt x="38659" y="336295"/>
                  </a:lnTo>
                  <a:close/>
                  <a:moveTo>
                    <a:pt x="723342" y="1126588"/>
                  </a:moveTo>
                  <a:lnTo>
                    <a:pt x="713496" y="1143698"/>
                  </a:lnTo>
                  <a:lnTo>
                    <a:pt x="717565" y="1136218"/>
                  </a:lnTo>
                  <a:close/>
                  <a:moveTo>
                    <a:pt x="723342" y="1126588"/>
                  </a:moveTo>
                  <a:lnTo>
                    <a:pt x="717565" y="1136218"/>
                  </a:lnTo>
                  <a:lnTo>
                    <a:pt x="706681" y="1118215"/>
                  </a:lnTo>
                  <a:close/>
                  <a:moveTo>
                    <a:pt x="605999" y="894728"/>
                  </a:moveTo>
                  <a:lnTo>
                    <a:pt x="583499" y="872871"/>
                  </a:lnTo>
                  <a:lnTo>
                    <a:pt x="633352" y="872420"/>
                  </a:lnTo>
                  <a:close/>
                  <a:moveTo>
                    <a:pt x="528601" y="854503"/>
                  </a:moveTo>
                  <a:lnTo>
                    <a:pt x="517988" y="842178"/>
                  </a:lnTo>
                  <a:lnTo>
                    <a:pt x="561063" y="864023"/>
                  </a:lnTo>
                  <a:close/>
                  <a:moveTo>
                    <a:pt x="192049" y="511383"/>
                  </a:moveTo>
                  <a:lnTo>
                    <a:pt x="208093" y="499843"/>
                  </a:lnTo>
                  <a:lnTo>
                    <a:pt x="217919" y="461157"/>
                  </a:lnTo>
                  <a:close/>
                  <a:moveTo>
                    <a:pt x="217919" y="461157"/>
                  </a:moveTo>
                  <a:lnTo>
                    <a:pt x="208093" y="499843"/>
                  </a:lnTo>
                  <a:lnTo>
                    <a:pt x="228387" y="474628"/>
                  </a:lnTo>
                  <a:close/>
                  <a:moveTo>
                    <a:pt x="228387" y="474628"/>
                  </a:moveTo>
                  <a:lnTo>
                    <a:pt x="232416" y="466204"/>
                  </a:lnTo>
                  <a:lnTo>
                    <a:pt x="217919" y="461157"/>
                  </a:lnTo>
                  <a:close/>
                  <a:moveTo>
                    <a:pt x="40680" y="327608"/>
                  </a:moveTo>
                  <a:lnTo>
                    <a:pt x="58655" y="314847"/>
                  </a:lnTo>
                  <a:lnTo>
                    <a:pt x="67940" y="278087"/>
                  </a:lnTo>
                  <a:close/>
                  <a:moveTo>
                    <a:pt x="102940" y="276721"/>
                  </a:moveTo>
                  <a:lnTo>
                    <a:pt x="58655" y="314847"/>
                  </a:lnTo>
                  <a:lnTo>
                    <a:pt x="87549" y="298301"/>
                  </a:lnTo>
                  <a:close/>
                  <a:moveTo>
                    <a:pt x="796260" y="1107778"/>
                  </a:moveTo>
                  <a:lnTo>
                    <a:pt x="812884" y="1073724"/>
                  </a:lnTo>
                  <a:lnTo>
                    <a:pt x="763891" y="1111331"/>
                  </a:lnTo>
                  <a:close/>
                  <a:moveTo>
                    <a:pt x="796260" y="1107778"/>
                  </a:moveTo>
                  <a:lnTo>
                    <a:pt x="824203" y="1087674"/>
                  </a:lnTo>
                  <a:lnTo>
                    <a:pt x="812884" y="1073724"/>
                  </a:lnTo>
                  <a:close/>
                  <a:moveTo>
                    <a:pt x="820550" y="1065096"/>
                  </a:moveTo>
                  <a:lnTo>
                    <a:pt x="832951" y="1073995"/>
                  </a:lnTo>
                  <a:lnTo>
                    <a:pt x="842907" y="1061396"/>
                  </a:lnTo>
                  <a:close/>
                  <a:moveTo>
                    <a:pt x="625203" y="870320"/>
                  </a:moveTo>
                  <a:lnTo>
                    <a:pt x="636317" y="857019"/>
                  </a:lnTo>
                  <a:lnTo>
                    <a:pt x="648036" y="844566"/>
                  </a:lnTo>
                  <a:close/>
                  <a:moveTo>
                    <a:pt x="605999" y="894728"/>
                  </a:moveTo>
                  <a:lnTo>
                    <a:pt x="633352" y="872420"/>
                  </a:lnTo>
                  <a:lnTo>
                    <a:pt x="625203" y="870320"/>
                  </a:lnTo>
                  <a:close/>
                  <a:moveTo>
                    <a:pt x="636317" y="857019"/>
                  </a:moveTo>
                  <a:lnTo>
                    <a:pt x="638109" y="810816"/>
                  </a:lnTo>
                  <a:lnTo>
                    <a:pt x="648036" y="844566"/>
                  </a:lnTo>
                  <a:close/>
                  <a:moveTo>
                    <a:pt x="638109" y="810816"/>
                  </a:moveTo>
                  <a:lnTo>
                    <a:pt x="634882" y="807811"/>
                  </a:lnTo>
                  <a:lnTo>
                    <a:pt x="648036" y="844566"/>
                  </a:lnTo>
                  <a:close/>
                  <a:moveTo>
                    <a:pt x="224867" y="370141"/>
                  </a:moveTo>
                  <a:lnTo>
                    <a:pt x="256001" y="367792"/>
                  </a:lnTo>
                  <a:lnTo>
                    <a:pt x="248009" y="366751"/>
                  </a:lnTo>
                  <a:close/>
                  <a:moveTo>
                    <a:pt x="106395" y="272555"/>
                  </a:moveTo>
                  <a:lnTo>
                    <a:pt x="156153" y="237808"/>
                  </a:lnTo>
                  <a:lnTo>
                    <a:pt x="124705" y="244806"/>
                  </a:lnTo>
                  <a:close/>
                  <a:moveTo>
                    <a:pt x="842907" y="1061396"/>
                  </a:moveTo>
                  <a:lnTo>
                    <a:pt x="858772" y="1053002"/>
                  </a:lnTo>
                  <a:lnTo>
                    <a:pt x="856529" y="1047913"/>
                  </a:lnTo>
                  <a:close/>
                  <a:moveTo>
                    <a:pt x="873089" y="1047913"/>
                  </a:moveTo>
                  <a:lnTo>
                    <a:pt x="858772" y="1053002"/>
                  </a:lnTo>
                  <a:lnTo>
                    <a:pt x="893250" y="1028835"/>
                  </a:lnTo>
                  <a:close/>
                  <a:moveTo>
                    <a:pt x="893250" y="1028835"/>
                  </a:moveTo>
                  <a:lnTo>
                    <a:pt x="858772" y="1053002"/>
                  </a:lnTo>
                  <a:lnTo>
                    <a:pt x="842907" y="1061396"/>
                  </a:lnTo>
                  <a:close/>
                  <a:moveTo>
                    <a:pt x="634882" y="807811"/>
                  </a:moveTo>
                  <a:lnTo>
                    <a:pt x="630852" y="790628"/>
                  </a:lnTo>
                  <a:lnTo>
                    <a:pt x="648036" y="844566"/>
                  </a:lnTo>
                  <a:close/>
                  <a:moveTo>
                    <a:pt x="634882" y="807811"/>
                  </a:moveTo>
                  <a:lnTo>
                    <a:pt x="659467" y="777644"/>
                  </a:lnTo>
                  <a:lnTo>
                    <a:pt x="630852" y="790628"/>
                  </a:lnTo>
                  <a:close/>
                  <a:moveTo>
                    <a:pt x="267263" y="358635"/>
                  </a:moveTo>
                  <a:lnTo>
                    <a:pt x="248009" y="366751"/>
                  </a:lnTo>
                  <a:lnTo>
                    <a:pt x="256933" y="365454"/>
                  </a:lnTo>
                  <a:close/>
                  <a:moveTo>
                    <a:pt x="281718" y="349568"/>
                  </a:moveTo>
                  <a:lnTo>
                    <a:pt x="267263" y="358635"/>
                  </a:lnTo>
                  <a:lnTo>
                    <a:pt x="309852" y="342525"/>
                  </a:lnTo>
                  <a:close/>
                  <a:moveTo>
                    <a:pt x="309852" y="342525"/>
                  </a:moveTo>
                  <a:lnTo>
                    <a:pt x="267263" y="358635"/>
                  </a:lnTo>
                  <a:lnTo>
                    <a:pt x="256933" y="365454"/>
                  </a:lnTo>
                  <a:close/>
                  <a:moveTo>
                    <a:pt x="260081" y="366751"/>
                  </a:moveTo>
                  <a:lnTo>
                    <a:pt x="301539" y="357858"/>
                  </a:lnTo>
                  <a:lnTo>
                    <a:pt x="309852" y="342525"/>
                  </a:lnTo>
                  <a:close/>
                  <a:moveTo>
                    <a:pt x="301539" y="357858"/>
                  </a:moveTo>
                  <a:lnTo>
                    <a:pt x="294397" y="380950"/>
                  </a:lnTo>
                  <a:lnTo>
                    <a:pt x="303225" y="366751"/>
                  </a:lnTo>
                  <a:close/>
                  <a:moveTo>
                    <a:pt x="229190" y="210600"/>
                  </a:moveTo>
                  <a:lnTo>
                    <a:pt x="204121" y="203892"/>
                  </a:lnTo>
                  <a:lnTo>
                    <a:pt x="189908" y="239436"/>
                  </a:lnTo>
                  <a:close/>
                  <a:moveTo>
                    <a:pt x="204121" y="203892"/>
                  </a:moveTo>
                  <a:lnTo>
                    <a:pt x="229190" y="210600"/>
                  </a:lnTo>
                  <a:lnTo>
                    <a:pt x="204893" y="199253"/>
                  </a:lnTo>
                  <a:close/>
                  <a:moveTo>
                    <a:pt x="201980" y="202548"/>
                  </a:moveTo>
                  <a:lnTo>
                    <a:pt x="204121" y="203892"/>
                  </a:lnTo>
                  <a:lnTo>
                    <a:pt x="204893" y="199253"/>
                  </a:lnTo>
                  <a:close/>
                  <a:moveTo>
                    <a:pt x="873089" y="1047913"/>
                  </a:moveTo>
                  <a:lnTo>
                    <a:pt x="866266" y="1052524"/>
                  </a:lnTo>
                  <a:lnTo>
                    <a:pt x="858772" y="1053002"/>
                  </a:lnTo>
                  <a:close/>
                  <a:moveTo>
                    <a:pt x="892463" y="1007953"/>
                  </a:moveTo>
                  <a:lnTo>
                    <a:pt x="873089" y="1047913"/>
                  </a:lnTo>
                  <a:lnTo>
                    <a:pt x="893250" y="1028835"/>
                  </a:lnTo>
                  <a:close/>
                  <a:moveTo>
                    <a:pt x="867048" y="1046275"/>
                  </a:moveTo>
                  <a:lnTo>
                    <a:pt x="873089" y="1047913"/>
                  </a:lnTo>
                  <a:lnTo>
                    <a:pt x="892463" y="1007953"/>
                  </a:lnTo>
                  <a:close/>
                  <a:moveTo>
                    <a:pt x="329986" y="321596"/>
                  </a:moveTo>
                  <a:lnTo>
                    <a:pt x="309852" y="342525"/>
                  </a:lnTo>
                  <a:lnTo>
                    <a:pt x="363795" y="323424"/>
                  </a:lnTo>
                  <a:close/>
                  <a:moveTo>
                    <a:pt x="204893" y="199253"/>
                  </a:moveTo>
                  <a:lnTo>
                    <a:pt x="235227" y="188090"/>
                  </a:lnTo>
                  <a:lnTo>
                    <a:pt x="251879" y="154140"/>
                  </a:lnTo>
                  <a:close/>
                  <a:moveTo>
                    <a:pt x="711195" y="733738"/>
                  </a:moveTo>
                  <a:lnTo>
                    <a:pt x="709075" y="742335"/>
                  </a:lnTo>
                  <a:lnTo>
                    <a:pt x="719985" y="736690"/>
                  </a:lnTo>
                  <a:close/>
                  <a:moveTo>
                    <a:pt x="737462" y="694725"/>
                  </a:moveTo>
                  <a:lnTo>
                    <a:pt x="719985" y="736690"/>
                  </a:lnTo>
                  <a:lnTo>
                    <a:pt x="737359" y="723506"/>
                  </a:lnTo>
                  <a:close/>
                  <a:moveTo>
                    <a:pt x="711195" y="733738"/>
                  </a:moveTo>
                  <a:lnTo>
                    <a:pt x="719985" y="736690"/>
                  </a:lnTo>
                  <a:lnTo>
                    <a:pt x="737462" y="694725"/>
                  </a:lnTo>
                  <a:close/>
                  <a:moveTo>
                    <a:pt x="710423" y="645996"/>
                  </a:moveTo>
                  <a:lnTo>
                    <a:pt x="710116" y="650018"/>
                  </a:lnTo>
                  <a:lnTo>
                    <a:pt x="723022" y="661717"/>
                  </a:lnTo>
                  <a:close/>
                  <a:moveTo>
                    <a:pt x="591639" y="463529"/>
                  </a:moveTo>
                  <a:lnTo>
                    <a:pt x="590891" y="462222"/>
                  </a:lnTo>
                  <a:lnTo>
                    <a:pt x="566197" y="485660"/>
                  </a:lnTo>
                  <a:close/>
                  <a:moveTo>
                    <a:pt x="566197" y="485660"/>
                  </a:moveTo>
                  <a:lnTo>
                    <a:pt x="519940" y="479405"/>
                  </a:lnTo>
                  <a:lnTo>
                    <a:pt x="541038" y="487800"/>
                  </a:lnTo>
                  <a:close/>
                  <a:moveTo>
                    <a:pt x="259277" y="141393"/>
                  </a:moveTo>
                  <a:lnTo>
                    <a:pt x="263271" y="131426"/>
                  </a:lnTo>
                  <a:lnTo>
                    <a:pt x="251879" y="154140"/>
                  </a:lnTo>
                  <a:close/>
                  <a:moveTo>
                    <a:pt x="259277" y="141393"/>
                  </a:moveTo>
                  <a:lnTo>
                    <a:pt x="251879" y="154140"/>
                  </a:lnTo>
                  <a:lnTo>
                    <a:pt x="256226" y="148610"/>
                  </a:lnTo>
                  <a:close/>
                  <a:moveTo>
                    <a:pt x="259277" y="141393"/>
                  </a:moveTo>
                  <a:lnTo>
                    <a:pt x="256226" y="148610"/>
                  </a:lnTo>
                  <a:lnTo>
                    <a:pt x="267383" y="115902"/>
                  </a:lnTo>
                  <a:close/>
                  <a:moveTo>
                    <a:pt x="267383" y="115902"/>
                  </a:moveTo>
                  <a:lnTo>
                    <a:pt x="256226" y="148610"/>
                  </a:lnTo>
                  <a:lnTo>
                    <a:pt x="275606" y="118279"/>
                  </a:lnTo>
                  <a:close/>
                  <a:moveTo>
                    <a:pt x="267383" y="115902"/>
                  </a:moveTo>
                  <a:lnTo>
                    <a:pt x="275606" y="118279"/>
                  </a:lnTo>
                  <a:lnTo>
                    <a:pt x="295896" y="97930"/>
                  </a:lnTo>
                  <a:close/>
                  <a:moveTo>
                    <a:pt x="263271" y="131426"/>
                  </a:moveTo>
                  <a:lnTo>
                    <a:pt x="259277" y="141393"/>
                  </a:lnTo>
                  <a:lnTo>
                    <a:pt x="267383" y="115902"/>
                  </a:lnTo>
                  <a:close/>
                  <a:moveTo>
                    <a:pt x="716039" y="609241"/>
                  </a:moveTo>
                  <a:lnTo>
                    <a:pt x="710592" y="555591"/>
                  </a:lnTo>
                  <a:lnTo>
                    <a:pt x="716709" y="595014"/>
                  </a:lnTo>
                  <a:close/>
                  <a:moveTo>
                    <a:pt x="710548" y="555303"/>
                  </a:moveTo>
                  <a:lnTo>
                    <a:pt x="710592" y="555591"/>
                  </a:lnTo>
                  <a:lnTo>
                    <a:pt x="716039" y="609241"/>
                  </a:lnTo>
                  <a:close/>
                  <a:moveTo>
                    <a:pt x="720611" y="572487"/>
                  </a:moveTo>
                  <a:lnTo>
                    <a:pt x="710548" y="555303"/>
                  </a:lnTo>
                  <a:lnTo>
                    <a:pt x="716039" y="609241"/>
                  </a:lnTo>
                  <a:close/>
                  <a:moveTo>
                    <a:pt x="436116" y="195472"/>
                  </a:moveTo>
                  <a:lnTo>
                    <a:pt x="444412" y="183270"/>
                  </a:lnTo>
                  <a:lnTo>
                    <a:pt x="408301" y="172831"/>
                  </a:lnTo>
                  <a:close/>
                  <a:moveTo>
                    <a:pt x="295896" y="97930"/>
                  </a:moveTo>
                  <a:lnTo>
                    <a:pt x="307046" y="94672"/>
                  </a:lnTo>
                  <a:lnTo>
                    <a:pt x="297803" y="92412"/>
                  </a:lnTo>
                  <a:close/>
                  <a:moveTo>
                    <a:pt x="408301" y="172831"/>
                  </a:moveTo>
                  <a:lnTo>
                    <a:pt x="444412" y="183270"/>
                  </a:lnTo>
                  <a:lnTo>
                    <a:pt x="464948" y="163843"/>
                  </a:lnTo>
                  <a:close/>
                  <a:moveTo>
                    <a:pt x="416407" y="23550"/>
                  </a:moveTo>
                  <a:lnTo>
                    <a:pt x="413539" y="0"/>
                  </a:lnTo>
                  <a:lnTo>
                    <a:pt x="408682" y="11699"/>
                  </a:lnTo>
                  <a:close/>
                  <a:moveTo>
                    <a:pt x="419720" y="23111"/>
                  </a:moveTo>
                  <a:lnTo>
                    <a:pt x="408682" y="11699"/>
                  </a:lnTo>
                  <a:lnTo>
                    <a:pt x="397022" y="6366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88" name="Input_density__127">
              <a:extLst>
                <a:ext uri="{FF2B5EF4-FFF2-40B4-BE49-F238E27FC236}">
                  <a16:creationId xmlns:a16="http://schemas.microsoft.com/office/drawing/2014/main" id="{B4B29744-64A8-E351-9799-6F582BA60AD0}"/>
                </a:ext>
              </a:extLst>
            </p:cNvPr>
            <p:cNvSpPr>
              <a:spLocks noGrp="1"/>
            </p:cNvSpPr>
            <p:nvPr/>
          </p:nvSpPr>
          <p:spPr>
            <a:xfrm>
              <a:off x="661527" y="1624010"/>
              <a:ext cx="1076410" cy="1259926"/>
            </a:xfrm>
            <a:custGeom>
              <a:avLst/>
              <a:gdLst/>
              <a:ahLst/>
              <a:cxnLst/>
              <a:rect l="0" t="0" r="0" b="0"/>
              <a:pathLst>
                <a:path w="1076410" h="1259926">
                  <a:moveTo>
                    <a:pt x="53600" y="573785"/>
                  </a:moveTo>
                  <a:lnTo>
                    <a:pt x="18657" y="567714"/>
                  </a:lnTo>
                  <a:lnTo>
                    <a:pt x="0" y="571247"/>
                  </a:lnTo>
                  <a:close/>
                  <a:moveTo>
                    <a:pt x="504945" y="982033"/>
                  </a:moveTo>
                  <a:lnTo>
                    <a:pt x="535324" y="964850"/>
                  </a:lnTo>
                  <a:lnTo>
                    <a:pt x="515322" y="986483"/>
                  </a:lnTo>
                  <a:close/>
                  <a:moveTo>
                    <a:pt x="535324" y="964850"/>
                  </a:moveTo>
                  <a:lnTo>
                    <a:pt x="504945" y="982033"/>
                  </a:lnTo>
                  <a:lnTo>
                    <a:pt x="538384" y="948131"/>
                  </a:lnTo>
                  <a:close/>
                  <a:moveTo>
                    <a:pt x="140522" y="577728"/>
                  </a:moveTo>
                  <a:lnTo>
                    <a:pt x="149869" y="530671"/>
                  </a:lnTo>
                  <a:lnTo>
                    <a:pt x="149751" y="523790"/>
                  </a:lnTo>
                  <a:close/>
                  <a:moveTo>
                    <a:pt x="149751" y="523790"/>
                  </a:moveTo>
                  <a:lnTo>
                    <a:pt x="149869" y="530671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74771" y="489045"/>
                  </a:lnTo>
                  <a:lnTo>
                    <a:pt x="157710" y="521463"/>
                  </a:lnTo>
                  <a:close/>
                  <a:moveTo>
                    <a:pt x="178669" y="487035"/>
                  </a:moveTo>
                  <a:lnTo>
                    <a:pt x="188006" y="469852"/>
                  </a:lnTo>
                  <a:lnTo>
                    <a:pt x="174771" y="489045"/>
                  </a:lnTo>
                  <a:close/>
                  <a:moveTo>
                    <a:pt x="597868" y="893728"/>
                  </a:moveTo>
                  <a:lnTo>
                    <a:pt x="582037" y="910912"/>
                  </a:lnTo>
                  <a:lnTo>
                    <a:pt x="607351" y="888992"/>
                  </a:lnTo>
                  <a:close/>
                  <a:moveTo>
                    <a:pt x="582037" y="910912"/>
                  </a:moveTo>
                  <a:lnTo>
                    <a:pt x="586286" y="906444"/>
                  </a:lnTo>
                  <a:lnTo>
                    <a:pt x="607351" y="888992"/>
                  </a:lnTo>
                  <a:close/>
                  <a:moveTo>
                    <a:pt x="586286" y="906444"/>
                  </a:moveTo>
                  <a:lnTo>
                    <a:pt x="616834" y="896082"/>
                  </a:lnTo>
                  <a:lnTo>
                    <a:pt x="636626" y="873871"/>
                  </a:lnTo>
                  <a:close/>
                  <a:moveTo>
                    <a:pt x="607351" y="888992"/>
                  </a:moveTo>
                  <a:lnTo>
                    <a:pt x="586286" y="906444"/>
                  </a:lnTo>
                  <a:lnTo>
                    <a:pt x="636626" y="873871"/>
                  </a:lnTo>
                  <a:close/>
                  <a:moveTo>
                    <a:pt x="1002203" y="1244095"/>
                  </a:moveTo>
                  <a:lnTo>
                    <a:pt x="1022043" y="1250431"/>
                  </a:lnTo>
                  <a:lnTo>
                    <a:pt x="998850" y="1259926"/>
                  </a:lnTo>
                  <a:close/>
                  <a:moveTo>
                    <a:pt x="1002203" y="1244095"/>
                  </a:moveTo>
                  <a:lnTo>
                    <a:pt x="1029590" y="1198003"/>
                  </a:lnTo>
                  <a:lnTo>
                    <a:pt x="1016633" y="1190156"/>
                  </a:lnTo>
                  <a:close/>
                  <a:moveTo>
                    <a:pt x="603667" y="718764"/>
                  </a:moveTo>
                  <a:lnTo>
                    <a:pt x="614138" y="766280"/>
                  </a:lnTo>
                  <a:lnTo>
                    <a:pt x="609290" y="729525"/>
                  </a:lnTo>
                  <a:close/>
                  <a:moveTo>
                    <a:pt x="827273" y="878933"/>
                  </a:moveTo>
                  <a:lnTo>
                    <a:pt x="838933" y="886673"/>
                  </a:lnTo>
                  <a:lnTo>
                    <a:pt x="846397" y="871239"/>
                  </a:lnTo>
                  <a:close/>
                  <a:moveTo>
                    <a:pt x="972403" y="872420"/>
                  </a:moveTo>
                  <a:lnTo>
                    <a:pt x="975368" y="857019"/>
                  </a:lnTo>
                  <a:lnTo>
                    <a:pt x="964254" y="870320"/>
                  </a:lnTo>
                  <a:close/>
                  <a:moveTo>
                    <a:pt x="648903" y="342525"/>
                  </a:moveTo>
                  <a:lnTo>
                    <a:pt x="640590" y="357858"/>
                  </a:lnTo>
                  <a:lnTo>
                    <a:pt x="680591" y="336426"/>
                  </a:lnTo>
                  <a:close/>
                  <a:moveTo>
                    <a:pt x="516590" y="221559"/>
                  </a:moveTo>
                  <a:lnTo>
                    <a:pt x="463756" y="244806"/>
                  </a:lnTo>
                  <a:lnTo>
                    <a:pt x="495204" y="237808"/>
                  </a:lnTo>
                  <a:close/>
                  <a:moveTo>
                    <a:pt x="516590" y="221559"/>
                  </a:moveTo>
                  <a:lnTo>
                    <a:pt x="543172" y="203892"/>
                  </a:lnTo>
                  <a:lnTo>
                    <a:pt x="541031" y="202548"/>
                  </a:lnTo>
                  <a:close/>
                  <a:moveTo>
                    <a:pt x="528959" y="239436"/>
                  </a:moveTo>
                  <a:lnTo>
                    <a:pt x="543172" y="203892"/>
                  </a:lnTo>
                  <a:lnTo>
                    <a:pt x="516590" y="221559"/>
                  </a:lnTo>
                  <a:close/>
                  <a:moveTo>
                    <a:pt x="495204" y="237808"/>
                  </a:moveTo>
                  <a:lnTo>
                    <a:pt x="528959" y="239436"/>
                  </a:lnTo>
                  <a:lnTo>
                    <a:pt x="516590" y="221559"/>
                  </a:lnTo>
                  <a:close/>
                  <a:moveTo>
                    <a:pt x="998518" y="777644"/>
                  </a:moveTo>
                  <a:lnTo>
                    <a:pt x="1025636" y="754456"/>
                  </a:lnTo>
                  <a:lnTo>
                    <a:pt x="1048126" y="742335"/>
                  </a:lnTo>
                  <a:close/>
                  <a:moveTo>
                    <a:pt x="1026625" y="753873"/>
                  </a:moveTo>
                  <a:lnTo>
                    <a:pt x="1048126" y="742335"/>
                  </a:lnTo>
                  <a:lnTo>
                    <a:pt x="1025636" y="754456"/>
                  </a:lnTo>
                  <a:close/>
                  <a:moveTo>
                    <a:pt x="1026625" y="753873"/>
                  </a:moveTo>
                  <a:lnTo>
                    <a:pt x="1059036" y="736690"/>
                  </a:lnTo>
                  <a:lnTo>
                    <a:pt x="1048126" y="742335"/>
                  </a:lnTo>
                  <a:close/>
                  <a:moveTo>
                    <a:pt x="1059036" y="736690"/>
                  </a:moveTo>
                  <a:lnTo>
                    <a:pt x="1026625" y="753873"/>
                  </a:lnTo>
                  <a:lnTo>
                    <a:pt x="1076410" y="723506"/>
                  </a:lnTo>
                  <a:close/>
                  <a:moveTo>
                    <a:pt x="648903" y="342525"/>
                  </a:moveTo>
                  <a:lnTo>
                    <a:pt x="680591" y="336426"/>
                  </a:lnTo>
                  <a:lnTo>
                    <a:pt x="702846" y="323424"/>
                  </a:lnTo>
                  <a:close/>
                  <a:moveTo>
                    <a:pt x="702846" y="323424"/>
                  </a:moveTo>
                  <a:lnTo>
                    <a:pt x="680591" y="336426"/>
                  </a:lnTo>
                  <a:lnTo>
                    <a:pt x="735574" y="321214"/>
                  </a:lnTo>
                  <a:close/>
                  <a:moveTo>
                    <a:pt x="1049415" y="644920"/>
                  </a:moveTo>
                  <a:lnTo>
                    <a:pt x="1049167" y="650018"/>
                  </a:lnTo>
                  <a:lnTo>
                    <a:pt x="1049474" y="645996"/>
                  </a:lnTo>
                  <a:close/>
                  <a:moveTo>
                    <a:pt x="1055760" y="595014"/>
                  </a:moveTo>
                  <a:lnTo>
                    <a:pt x="1049415" y="644920"/>
                  </a:lnTo>
                  <a:lnTo>
                    <a:pt x="1049474" y="645996"/>
                  </a:lnTo>
                  <a:close/>
                  <a:moveTo>
                    <a:pt x="825475" y="351957"/>
                  </a:moveTo>
                  <a:lnTo>
                    <a:pt x="829923" y="334773"/>
                  </a:lnTo>
                  <a:lnTo>
                    <a:pt x="827665" y="388711"/>
                  </a:lnTo>
                  <a:close/>
                  <a:moveTo>
                    <a:pt x="803999" y="163843"/>
                  </a:moveTo>
                  <a:lnTo>
                    <a:pt x="783463" y="183270"/>
                  </a:lnTo>
                  <a:lnTo>
                    <a:pt x="833197" y="148433"/>
                  </a:lnTo>
                  <a:close/>
                  <a:moveTo>
                    <a:pt x="736073" y="6366"/>
                  </a:moveTo>
                  <a:lnTo>
                    <a:pt x="747733" y="11699"/>
                  </a:lnTo>
                  <a:lnTo>
                    <a:pt x="752590" y="0"/>
                  </a:lnTo>
                  <a:close/>
                  <a:moveTo>
                    <a:pt x="902656" y="91134"/>
                  </a:moveTo>
                  <a:lnTo>
                    <a:pt x="907437" y="79710"/>
                  </a:lnTo>
                  <a:lnTo>
                    <a:pt x="911015" y="62693"/>
                  </a:lnTo>
                  <a:close/>
                  <a:moveTo>
                    <a:pt x="911015" y="62693"/>
                  </a:moveTo>
                  <a:lnTo>
                    <a:pt x="925045" y="50264"/>
                  </a:lnTo>
                  <a:lnTo>
                    <a:pt x="943654" y="2363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89" name="Input_density__128">
              <a:extLst>
                <a:ext uri="{FF2B5EF4-FFF2-40B4-BE49-F238E27FC236}">
                  <a16:creationId xmlns:a16="http://schemas.microsoft.com/office/drawing/2014/main" id="{131B0895-2BB0-6F79-57E0-9CED27BB8C2B}"/>
                </a:ext>
              </a:extLst>
            </p:cNvPr>
            <p:cNvSpPr>
              <a:spLocks noGrp="1"/>
            </p:cNvSpPr>
            <p:nvPr/>
          </p:nvSpPr>
          <p:spPr>
            <a:xfrm>
              <a:off x="660805" y="1491545"/>
              <a:ext cx="1209174" cy="1395698"/>
            </a:xfrm>
            <a:custGeom>
              <a:avLst/>
              <a:gdLst/>
              <a:ahLst/>
              <a:cxnLst/>
              <a:rect l="0" t="0" r="0" b="0"/>
              <a:pathLst>
                <a:path w="1209174" h="1395698">
                  <a:moveTo>
                    <a:pt x="322581" y="1182552"/>
                  </a:moveTo>
                  <a:lnTo>
                    <a:pt x="298854" y="1160829"/>
                  </a:lnTo>
                  <a:lnTo>
                    <a:pt x="325874" y="1185619"/>
                  </a:lnTo>
                  <a:close/>
                  <a:moveTo>
                    <a:pt x="295842" y="1148864"/>
                  </a:moveTo>
                  <a:lnTo>
                    <a:pt x="298854" y="1160829"/>
                  </a:lnTo>
                  <a:lnTo>
                    <a:pt x="322581" y="1182552"/>
                  </a:lnTo>
                  <a:close/>
                  <a:moveTo>
                    <a:pt x="325874" y="1185619"/>
                  </a:moveTo>
                  <a:lnTo>
                    <a:pt x="376351" y="1169660"/>
                  </a:lnTo>
                  <a:lnTo>
                    <a:pt x="322581" y="1182552"/>
                  </a:lnTo>
                  <a:close/>
                  <a:moveTo>
                    <a:pt x="322581" y="1182552"/>
                  </a:moveTo>
                  <a:lnTo>
                    <a:pt x="376351" y="1169660"/>
                  </a:lnTo>
                  <a:lnTo>
                    <a:pt x="376570" y="1163622"/>
                  </a:lnTo>
                  <a:close/>
                  <a:moveTo>
                    <a:pt x="322581" y="1182552"/>
                  </a:moveTo>
                  <a:lnTo>
                    <a:pt x="376570" y="1163622"/>
                  </a:lnTo>
                  <a:lnTo>
                    <a:pt x="340109" y="1151877"/>
                  </a:lnTo>
                  <a:close/>
                  <a:moveTo>
                    <a:pt x="376351" y="1169660"/>
                  </a:moveTo>
                  <a:lnTo>
                    <a:pt x="383848" y="1168436"/>
                  </a:lnTo>
                  <a:lnTo>
                    <a:pt x="376570" y="1163622"/>
                  </a:lnTo>
                  <a:close/>
                  <a:moveTo>
                    <a:pt x="314291" y="1131681"/>
                  </a:moveTo>
                  <a:lnTo>
                    <a:pt x="322581" y="1182552"/>
                  </a:lnTo>
                  <a:lnTo>
                    <a:pt x="340109" y="1151877"/>
                  </a:lnTo>
                  <a:close/>
                  <a:moveTo>
                    <a:pt x="314291" y="1131681"/>
                  </a:moveTo>
                  <a:lnTo>
                    <a:pt x="295842" y="1148864"/>
                  </a:lnTo>
                  <a:lnTo>
                    <a:pt x="322581" y="1182552"/>
                  </a:lnTo>
                  <a:close/>
                  <a:moveTo>
                    <a:pt x="314291" y="1131681"/>
                  </a:moveTo>
                  <a:lnTo>
                    <a:pt x="285068" y="1112109"/>
                  </a:lnTo>
                  <a:lnTo>
                    <a:pt x="295842" y="1148864"/>
                  </a:lnTo>
                  <a:close/>
                  <a:moveTo>
                    <a:pt x="383848" y="1168436"/>
                  </a:moveTo>
                  <a:lnTo>
                    <a:pt x="413286" y="1176323"/>
                  </a:lnTo>
                  <a:lnTo>
                    <a:pt x="416907" y="1163777"/>
                  </a:lnTo>
                  <a:close/>
                  <a:moveTo>
                    <a:pt x="416907" y="1163777"/>
                  </a:moveTo>
                  <a:lnTo>
                    <a:pt x="376570" y="1163622"/>
                  </a:lnTo>
                  <a:lnTo>
                    <a:pt x="383848" y="1168436"/>
                  </a:lnTo>
                  <a:close/>
                  <a:moveTo>
                    <a:pt x="377024" y="1124367"/>
                  </a:moveTo>
                  <a:lnTo>
                    <a:pt x="376570" y="1163622"/>
                  </a:lnTo>
                  <a:lnTo>
                    <a:pt x="416907" y="1163777"/>
                  </a:lnTo>
                  <a:close/>
                  <a:moveTo>
                    <a:pt x="411393" y="1123513"/>
                  </a:moveTo>
                  <a:lnTo>
                    <a:pt x="377024" y="1124367"/>
                  </a:lnTo>
                  <a:lnTo>
                    <a:pt x="416907" y="1163777"/>
                  </a:lnTo>
                  <a:close/>
                  <a:moveTo>
                    <a:pt x="377024" y="1124367"/>
                  </a:moveTo>
                  <a:lnTo>
                    <a:pt x="340109" y="1151877"/>
                  </a:lnTo>
                  <a:lnTo>
                    <a:pt x="376570" y="1163622"/>
                  </a:lnTo>
                  <a:close/>
                  <a:moveTo>
                    <a:pt x="404024" y="1077743"/>
                  </a:moveTo>
                  <a:lnTo>
                    <a:pt x="381330" y="1085212"/>
                  </a:lnTo>
                  <a:lnTo>
                    <a:pt x="410370" y="1079598"/>
                  </a:lnTo>
                  <a:close/>
                  <a:moveTo>
                    <a:pt x="410370" y="1079598"/>
                  </a:moveTo>
                  <a:lnTo>
                    <a:pt x="381330" y="1085212"/>
                  </a:lnTo>
                  <a:lnTo>
                    <a:pt x="377024" y="1124367"/>
                  </a:lnTo>
                  <a:close/>
                  <a:moveTo>
                    <a:pt x="410370" y="1079598"/>
                  </a:moveTo>
                  <a:lnTo>
                    <a:pt x="377024" y="1124367"/>
                  </a:lnTo>
                  <a:lnTo>
                    <a:pt x="411393" y="1123513"/>
                  </a:lnTo>
                  <a:close/>
                  <a:moveTo>
                    <a:pt x="35825" y="675173"/>
                  </a:moveTo>
                  <a:lnTo>
                    <a:pt x="37649" y="672278"/>
                  </a:lnTo>
                  <a:lnTo>
                    <a:pt x="0" y="656093"/>
                  </a:lnTo>
                  <a:close/>
                  <a:moveTo>
                    <a:pt x="35825" y="675173"/>
                  </a:moveTo>
                  <a:lnTo>
                    <a:pt x="38779" y="673438"/>
                  </a:lnTo>
                  <a:lnTo>
                    <a:pt x="37649" y="672278"/>
                  </a:lnTo>
                  <a:close/>
                  <a:moveTo>
                    <a:pt x="415457" y="1077743"/>
                  </a:moveTo>
                  <a:lnTo>
                    <a:pt x="437100" y="1114498"/>
                  </a:lnTo>
                  <a:lnTo>
                    <a:pt x="456068" y="1097314"/>
                  </a:lnTo>
                  <a:close/>
                  <a:moveTo>
                    <a:pt x="393494" y="1034481"/>
                  </a:moveTo>
                  <a:lnTo>
                    <a:pt x="410400" y="1069325"/>
                  </a:lnTo>
                  <a:lnTo>
                    <a:pt x="418607" y="1028154"/>
                  </a:lnTo>
                  <a:close/>
                  <a:moveTo>
                    <a:pt x="404024" y="1077743"/>
                  </a:moveTo>
                  <a:lnTo>
                    <a:pt x="410400" y="1069325"/>
                  </a:lnTo>
                  <a:lnTo>
                    <a:pt x="384765" y="1073326"/>
                  </a:lnTo>
                  <a:close/>
                  <a:moveTo>
                    <a:pt x="418607" y="1028154"/>
                  </a:moveTo>
                  <a:lnTo>
                    <a:pt x="410400" y="1069325"/>
                  </a:lnTo>
                  <a:lnTo>
                    <a:pt x="425955" y="1023804"/>
                  </a:lnTo>
                  <a:close/>
                  <a:moveTo>
                    <a:pt x="425955" y="1023804"/>
                  </a:moveTo>
                  <a:lnTo>
                    <a:pt x="415457" y="1077743"/>
                  </a:lnTo>
                  <a:lnTo>
                    <a:pt x="462788" y="1060559"/>
                  </a:lnTo>
                  <a:close/>
                  <a:moveTo>
                    <a:pt x="18421" y="600389"/>
                  </a:moveTo>
                  <a:lnTo>
                    <a:pt x="42873" y="624696"/>
                  </a:lnTo>
                  <a:lnTo>
                    <a:pt x="63073" y="619499"/>
                  </a:lnTo>
                  <a:close/>
                  <a:moveTo>
                    <a:pt x="18978" y="599928"/>
                  </a:moveTo>
                  <a:lnTo>
                    <a:pt x="18421" y="600389"/>
                  </a:lnTo>
                  <a:lnTo>
                    <a:pt x="63073" y="619499"/>
                  </a:lnTo>
                  <a:close/>
                  <a:moveTo>
                    <a:pt x="271221" y="826478"/>
                  </a:moveTo>
                  <a:lnTo>
                    <a:pt x="243043" y="838796"/>
                  </a:lnTo>
                  <a:lnTo>
                    <a:pt x="278772" y="786091"/>
                  </a:lnTo>
                  <a:close/>
                  <a:moveTo>
                    <a:pt x="136642" y="647386"/>
                  </a:moveTo>
                  <a:lnTo>
                    <a:pt x="150472" y="656254"/>
                  </a:lnTo>
                  <a:lnTo>
                    <a:pt x="142838" y="623994"/>
                  </a:lnTo>
                  <a:close/>
                  <a:moveTo>
                    <a:pt x="82354" y="574939"/>
                  </a:moveTo>
                  <a:lnTo>
                    <a:pt x="40079" y="582220"/>
                  </a:lnTo>
                  <a:lnTo>
                    <a:pt x="92250" y="611641"/>
                  </a:lnTo>
                  <a:close/>
                  <a:moveTo>
                    <a:pt x="66919" y="560929"/>
                  </a:moveTo>
                  <a:lnTo>
                    <a:pt x="40079" y="582220"/>
                  </a:lnTo>
                  <a:lnTo>
                    <a:pt x="82354" y="574939"/>
                  </a:lnTo>
                  <a:close/>
                  <a:moveTo>
                    <a:pt x="849357" y="1356987"/>
                  </a:moveTo>
                  <a:lnTo>
                    <a:pt x="820744" y="1374171"/>
                  </a:lnTo>
                  <a:lnTo>
                    <a:pt x="873525" y="1393742"/>
                  </a:lnTo>
                  <a:close/>
                  <a:moveTo>
                    <a:pt x="825957" y="1320233"/>
                  </a:moveTo>
                  <a:lnTo>
                    <a:pt x="807679" y="1365655"/>
                  </a:lnTo>
                  <a:lnTo>
                    <a:pt x="820744" y="1374171"/>
                  </a:lnTo>
                  <a:close/>
                  <a:moveTo>
                    <a:pt x="114217" y="474868"/>
                  </a:moveTo>
                  <a:lnTo>
                    <a:pt x="88620" y="438113"/>
                  </a:lnTo>
                  <a:lnTo>
                    <a:pt x="80456" y="486988"/>
                  </a:lnTo>
                  <a:close/>
                  <a:moveTo>
                    <a:pt x="88620" y="438113"/>
                  </a:moveTo>
                  <a:lnTo>
                    <a:pt x="80985" y="441811"/>
                  </a:lnTo>
                  <a:lnTo>
                    <a:pt x="80456" y="486988"/>
                  </a:lnTo>
                  <a:close/>
                  <a:moveTo>
                    <a:pt x="60847" y="418541"/>
                  </a:moveTo>
                  <a:lnTo>
                    <a:pt x="80985" y="441811"/>
                  </a:lnTo>
                  <a:lnTo>
                    <a:pt x="88620" y="438113"/>
                  </a:lnTo>
                  <a:close/>
                  <a:moveTo>
                    <a:pt x="873525" y="1393742"/>
                  </a:moveTo>
                  <a:lnTo>
                    <a:pt x="871837" y="1395698"/>
                  </a:lnTo>
                  <a:lnTo>
                    <a:pt x="874520" y="1394778"/>
                  </a:lnTo>
                  <a:close/>
                  <a:moveTo>
                    <a:pt x="873525" y="1393742"/>
                  </a:moveTo>
                  <a:lnTo>
                    <a:pt x="874520" y="1394778"/>
                  </a:lnTo>
                  <a:lnTo>
                    <a:pt x="875240" y="1392932"/>
                  </a:lnTo>
                  <a:close/>
                  <a:moveTo>
                    <a:pt x="849357" y="1356987"/>
                  </a:moveTo>
                  <a:lnTo>
                    <a:pt x="873525" y="1393742"/>
                  </a:lnTo>
                  <a:lnTo>
                    <a:pt x="875240" y="1392932"/>
                  </a:lnTo>
                  <a:close/>
                  <a:moveTo>
                    <a:pt x="878996" y="1345131"/>
                  </a:moveTo>
                  <a:lnTo>
                    <a:pt x="875240" y="1392932"/>
                  </a:lnTo>
                  <a:lnTo>
                    <a:pt x="890927" y="1393742"/>
                  </a:lnTo>
                  <a:close/>
                  <a:moveTo>
                    <a:pt x="869834" y="1307833"/>
                  </a:moveTo>
                  <a:lnTo>
                    <a:pt x="895862" y="1356987"/>
                  </a:lnTo>
                  <a:lnTo>
                    <a:pt x="913619" y="1320180"/>
                  </a:lnTo>
                  <a:close/>
                  <a:moveTo>
                    <a:pt x="405457" y="725615"/>
                  </a:moveTo>
                  <a:lnTo>
                    <a:pt x="380060" y="719174"/>
                  </a:lnTo>
                  <a:lnTo>
                    <a:pt x="422393" y="729332"/>
                  </a:lnTo>
                  <a:close/>
                  <a:moveTo>
                    <a:pt x="380060" y="719174"/>
                  </a:moveTo>
                  <a:lnTo>
                    <a:pt x="387865" y="724814"/>
                  </a:lnTo>
                  <a:lnTo>
                    <a:pt x="422393" y="729332"/>
                  </a:lnTo>
                  <a:close/>
                  <a:moveTo>
                    <a:pt x="287419" y="658643"/>
                  </a:moveTo>
                  <a:lnTo>
                    <a:pt x="324826" y="647496"/>
                  </a:lnTo>
                  <a:lnTo>
                    <a:pt x="284033" y="621888"/>
                  </a:lnTo>
                  <a:close/>
                  <a:moveTo>
                    <a:pt x="351988" y="607755"/>
                  </a:moveTo>
                  <a:lnTo>
                    <a:pt x="324826" y="647496"/>
                  </a:lnTo>
                  <a:lnTo>
                    <a:pt x="362287" y="644129"/>
                  </a:lnTo>
                  <a:close/>
                  <a:moveTo>
                    <a:pt x="946552" y="1376559"/>
                  </a:moveTo>
                  <a:lnTo>
                    <a:pt x="925596" y="1339804"/>
                  </a:lnTo>
                  <a:lnTo>
                    <a:pt x="934791" y="1353947"/>
                  </a:lnTo>
                  <a:close/>
                  <a:moveTo>
                    <a:pt x="977025" y="1359375"/>
                  </a:moveTo>
                  <a:lnTo>
                    <a:pt x="967075" y="1395466"/>
                  </a:lnTo>
                  <a:lnTo>
                    <a:pt x="986187" y="1370714"/>
                  </a:lnTo>
                  <a:close/>
                  <a:moveTo>
                    <a:pt x="977025" y="1359375"/>
                  </a:moveTo>
                  <a:lnTo>
                    <a:pt x="946552" y="1376559"/>
                  </a:lnTo>
                  <a:lnTo>
                    <a:pt x="967075" y="1395466"/>
                  </a:lnTo>
                  <a:close/>
                  <a:moveTo>
                    <a:pt x="565226" y="811231"/>
                  </a:moveTo>
                  <a:lnTo>
                    <a:pt x="571378" y="816424"/>
                  </a:lnTo>
                  <a:lnTo>
                    <a:pt x="604389" y="851228"/>
                  </a:lnTo>
                  <a:close/>
                  <a:moveTo>
                    <a:pt x="516819" y="778750"/>
                  </a:moveTo>
                  <a:lnTo>
                    <a:pt x="510936" y="811226"/>
                  </a:lnTo>
                  <a:lnTo>
                    <a:pt x="565226" y="811231"/>
                  </a:lnTo>
                  <a:close/>
                  <a:moveTo>
                    <a:pt x="510529" y="734541"/>
                  </a:moveTo>
                  <a:lnTo>
                    <a:pt x="488632" y="756202"/>
                  </a:lnTo>
                  <a:lnTo>
                    <a:pt x="515000" y="735482"/>
                  </a:lnTo>
                  <a:close/>
                  <a:moveTo>
                    <a:pt x="411598" y="675876"/>
                  </a:moveTo>
                  <a:lnTo>
                    <a:pt x="385654" y="669879"/>
                  </a:lnTo>
                  <a:lnTo>
                    <a:pt x="382441" y="704532"/>
                  </a:lnTo>
                  <a:close/>
                  <a:moveTo>
                    <a:pt x="372213" y="641459"/>
                  </a:moveTo>
                  <a:lnTo>
                    <a:pt x="423582" y="637569"/>
                  </a:lnTo>
                  <a:lnTo>
                    <a:pt x="394084" y="624276"/>
                  </a:lnTo>
                  <a:close/>
                  <a:moveTo>
                    <a:pt x="165840" y="382255"/>
                  </a:moveTo>
                  <a:lnTo>
                    <a:pt x="168758" y="384174"/>
                  </a:lnTo>
                  <a:lnTo>
                    <a:pt x="162929" y="382118"/>
                  </a:lnTo>
                  <a:close/>
                  <a:moveTo>
                    <a:pt x="1022184" y="1354733"/>
                  </a:moveTo>
                  <a:lnTo>
                    <a:pt x="985838" y="1357194"/>
                  </a:lnTo>
                  <a:lnTo>
                    <a:pt x="986187" y="1370714"/>
                  </a:lnTo>
                  <a:close/>
                  <a:moveTo>
                    <a:pt x="985838" y="1357194"/>
                  </a:moveTo>
                  <a:lnTo>
                    <a:pt x="1022184" y="1354733"/>
                  </a:lnTo>
                  <a:lnTo>
                    <a:pt x="1016882" y="1314297"/>
                  </a:lnTo>
                  <a:close/>
                  <a:moveTo>
                    <a:pt x="849341" y="1108224"/>
                  </a:moveTo>
                  <a:lnTo>
                    <a:pt x="823786" y="1094445"/>
                  </a:lnTo>
                  <a:lnTo>
                    <a:pt x="839129" y="1102091"/>
                  </a:lnTo>
                  <a:close/>
                  <a:moveTo>
                    <a:pt x="873307" y="1101620"/>
                  </a:moveTo>
                  <a:lnTo>
                    <a:pt x="838978" y="1097843"/>
                  </a:lnTo>
                  <a:lnTo>
                    <a:pt x="849341" y="1108224"/>
                  </a:lnTo>
                  <a:close/>
                  <a:moveTo>
                    <a:pt x="839129" y="1102091"/>
                  </a:moveTo>
                  <a:lnTo>
                    <a:pt x="823786" y="1094445"/>
                  </a:lnTo>
                  <a:lnTo>
                    <a:pt x="814149" y="1065336"/>
                  </a:lnTo>
                  <a:close/>
                  <a:moveTo>
                    <a:pt x="873307" y="1101620"/>
                  </a:moveTo>
                  <a:lnTo>
                    <a:pt x="849341" y="1108224"/>
                  </a:lnTo>
                  <a:lnTo>
                    <a:pt x="910959" y="1117818"/>
                  </a:lnTo>
                  <a:close/>
                  <a:moveTo>
                    <a:pt x="802936" y="1059299"/>
                  </a:moveTo>
                  <a:lnTo>
                    <a:pt x="814149" y="1065336"/>
                  </a:lnTo>
                  <a:lnTo>
                    <a:pt x="822849" y="1037541"/>
                  </a:lnTo>
                  <a:close/>
                  <a:moveTo>
                    <a:pt x="810180" y="1011397"/>
                  </a:moveTo>
                  <a:lnTo>
                    <a:pt x="802936" y="1059299"/>
                  </a:lnTo>
                  <a:lnTo>
                    <a:pt x="822849" y="1037541"/>
                  </a:lnTo>
                  <a:close/>
                  <a:moveTo>
                    <a:pt x="592424" y="833867"/>
                  </a:moveTo>
                  <a:lnTo>
                    <a:pt x="605197" y="844806"/>
                  </a:lnTo>
                  <a:lnTo>
                    <a:pt x="571378" y="816424"/>
                  </a:lnTo>
                  <a:close/>
                  <a:moveTo>
                    <a:pt x="489496" y="729129"/>
                  </a:moveTo>
                  <a:lnTo>
                    <a:pt x="488632" y="756202"/>
                  </a:lnTo>
                  <a:lnTo>
                    <a:pt x="510529" y="734541"/>
                  </a:lnTo>
                  <a:close/>
                  <a:moveTo>
                    <a:pt x="463454" y="616059"/>
                  </a:moveTo>
                  <a:lnTo>
                    <a:pt x="423582" y="637569"/>
                  </a:lnTo>
                  <a:lnTo>
                    <a:pt x="462699" y="659244"/>
                  </a:lnTo>
                  <a:close/>
                  <a:moveTo>
                    <a:pt x="463454" y="616059"/>
                  </a:moveTo>
                  <a:lnTo>
                    <a:pt x="428353" y="617507"/>
                  </a:lnTo>
                  <a:lnTo>
                    <a:pt x="423582" y="637569"/>
                  </a:lnTo>
                  <a:close/>
                  <a:moveTo>
                    <a:pt x="428353" y="617507"/>
                  </a:moveTo>
                  <a:lnTo>
                    <a:pt x="456455" y="577002"/>
                  </a:lnTo>
                  <a:lnTo>
                    <a:pt x="425877" y="574773"/>
                  </a:lnTo>
                  <a:close/>
                  <a:moveTo>
                    <a:pt x="399578" y="570338"/>
                  </a:moveTo>
                  <a:lnTo>
                    <a:pt x="425877" y="574773"/>
                  </a:lnTo>
                  <a:lnTo>
                    <a:pt x="386112" y="535266"/>
                  </a:lnTo>
                  <a:close/>
                  <a:moveTo>
                    <a:pt x="826808" y="1052345"/>
                  </a:moveTo>
                  <a:lnTo>
                    <a:pt x="823786" y="1094445"/>
                  </a:lnTo>
                  <a:lnTo>
                    <a:pt x="817328" y="1084907"/>
                  </a:lnTo>
                  <a:close/>
                  <a:moveTo>
                    <a:pt x="1063114" y="1259052"/>
                  </a:moveTo>
                  <a:lnTo>
                    <a:pt x="1021557" y="1265749"/>
                  </a:lnTo>
                  <a:lnTo>
                    <a:pt x="1020843" y="1279504"/>
                  </a:lnTo>
                  <a:close/>
                  <a:moveTo>
                    <a:pt x="955247" y="1113582"/>
                  </a:moveTo>
                  <a:lnTo>
                    <a:pt x="910959" y="1117818"/>
                  </a:lnTo>
                  <a:lnTo>
                    <a:pt x="918715" y="1121662"/>
                  </a:lnTo>
                  <a:close/>
                  <a:moveTo>
                    <a:pt x="916869" y="1072946"/>
                  </a:moveTo>
                  <a:lnTo>
                    <a:pt x="910959" y="1117818"/>
                  </a:lnTo>
                  <a:lnTo>
                    <a:pt x="955247" y="1113582"/>
                  </a:lnTo>
                  <a:close/>
                  <a:moveTo>
                    <a:pt x="878382" y="1077148"/>
                  </a:moveTo>
                  <a:lnTo>
                    <a:pt x="838978" y="1097843"/>
                  </a:lnTo>
                  <a:lnTo>
                    <a:pt x="873307" y="1101620"/>
                  </a:lnTo>
                  <a:close/>
                  <a:moveTo>
                    <a:pt x="916869" y="1072946"/>
                  </a:moveTo>
                  <a:lnTo>
                    <a:pt x="873307" y="1101620"/>
                  </a:lnTo>
                  <a:lnTo>
                    <a:pt x="910959" y="1117818"/>
                  </a:lnTo>
                  <a:close/>
                  <a:moveTo>
                    <a:pt x="916869" y="1072946"/>
                  </a:moveTo>
                  <a:lnTo>
                    <a:pt x="878382" y="1077148"/>
                  </a:lnTo>
                  <a:lnTo>
                    <a:pt x="873307" y="1101620"/>
                  </a:lnTo>
                  <a:close/>
                  <a:moveTo>
                    <a:pt x="810180" y="1011397"/>
                  </a:moveTo>
                  <a:lnTo>
                    <a:pt x="822849" y="1037541"/>
                  </a:lnTo>
                  <a:lnTo>
                    <a:pt x="821180" y="1007070"/>
                  </a:lnTo>
                  <a:close/>
                  <a:moveTo>
                    <a:pt x="810180" y="1011397"/>
                  </a:moveTo>
                  <a:lnTo>
                    <a:pt x="821180" y="1007070"/>
                  </a:lnTo>
                  <a:lnTo>
                    <a:pt x="824104" y="957459"/>
                  </a:lnTo>
                  <a:close/>
                  <a:moveTo>
                    <a:pt x="821180" y="1007070"/>
                  </a:moveTo>
                  <a:lnTo>
                    <a:pt x="822849" y="1037541"/>
                  </a:lnTo>
                  <a:lnTo>
                    <a:pt x="827994" y="1011397"/>
                  </a:lnTo>
                  <a:close/>
                  <a:moveTo>
                    <a:pt x="821180" y="1007070"/>
                  </a:moveTo>
                  <a:lnTo>
                    <a:pt x="827994" y="1011397"/>
                  </a:lnTo>
                  <a:lnTo>
                    <a:pt x="829309" y="965486"/>
                  </a:lnTo>
                  <a:close/>
                  <a:moveTo>
                    <a:pt x="520135" y="597066"/>
                  </a:moveTo>
                  <a:lnTo>
                    <a:pt x="533993" y="608808"/>
                  </a:lnTo>
                  <a:lnTo>
                    <a:pt x="531822" y="643847"/>
                  </a:lnTo>
                  <a:close/>
                  <a:moveTo>
                    <a:pt x="1111154" y="1202338"/>
                  </a:moveTo>
                  <a:lnTo>
                    <a:pt x="1069582" y="1240945"/>
                  </a:lnTo>
                  <a:lnTo>
                    <a:pt x="1103664" y="1243795"/>
                  </a:lnTo>
                  <a:close/>
                  <a:moveTo>
                    <a:pt x="1103664" y="1243795"/>
                  </a:moveTo>
                  <a:lnTo>
                    <a:pt x="1138656" y="1197561"/>
                  </a:lnTo>
                  <a:lnTo>
                    <a:pt x="1111154" y="1202338"/>
                  </a:lnTo>
                  <a:close/>
                  <a:moveTo>
                    <a:pt x="906924" y="977031"/>
                  </a:moveTo>
                  <a:lnTo>
                    <a:pt x="904750" y="998395"/>
                  </a:lnTo>
                  <a:lnTo>
                    <a:pt x="927779" y="988289"/>
                  </a:lnTo>
                  <a:close/>
                  <a:moveTo>
                    <a:pt x="906924" y="977031"/>
                  </a:moveTo>
                  <a:lnTo>
                    <a:pt x="886459" y="958375"/>
                  </a:lnTo>
                  <a:lnTo>
                    <a:pt x="868374" y="986968"/>
                  </a:lnTo>
                  <a:close/>
                  <a:moveTo>
                    <a:pt x="755688" y="764742"/>
                  </a:moveTo>
                  <a:lnTo>
                    <a:pt x="747942" y="726292"/>
                  </a:lnTo>
                  <a:lnTo>
                    <a:pt x="725666" y="762062"/>
                  </a:lnTo>
                  <a:close/>
                  <a:moveTo>
                    <a:pt x="540753" y="516399"/>
                  </a:moveTo>
                  <a:lnTo>
                    <a:pt x="554219" y="551698"/>
                  </a:lnTo>
                  <a:lnTo>
                    <a:pt x="532276" y="506179"/>
                  </a:lnTo>
                  <a:close/>
                  <a:moveTo>
                    <a:pt x="1138656" y="1197561"/>
                  </a:moveTo>
                  <a:lnTo>
                    <a:pt x="1152657" y="1206188"/>
                  </a:lnTo>
                  <a:lnTo>
                    <a:pt x="1155804" y="1193125"/>
                  </a:lnTo>
                  <a:close/>
                  <a:moveTo>
                    <a:pt x="906924" y="977031"/>
                  </a:moveTo>
                  <a:lnTo>
                    <a:pt x="927779" y="988289"/>
                  </a:lnTo>
                  <a:lnTo>
                    <a:pt x="933945" y="969570"/>
                  </a:lnTo>
                  <a:close/>
                  <a:moveTo>
                    <a:pt x="972215" y="965545"/>
                  </a:moveTo>
                  <a:lnTo>
                    <a:pt x="933945" y="969570"/>
                  </a:lnTo>
                  <a:lnTo>
                    <a:pt x="927779" y="988289"/>
                  </a:lnTo>
                  <a:close/>
                  <a:moveTo>
                    <a:pt x="972215" y="965545"/>
                  </a:moveTo>
                  <a:lnTo>
                    <a:pt x="930454" y="927661"/>
                  </a:lnTo>
                  <a:lnTo>
                    <a:pt x="933945" y="969570"/>
                  </a:lnTo>
                  <a:close/>
                  <a:moveTo>
                    <a:pt x="894457" y="929838"/>
                  </a:moveTo>
                  <a:lnTo>
                    <a:pt x="930454" y="927661"/>
                  </a:lnTo>
                  <a:lnTo>
                    <a:pt x="910232" y="922684"/>
                  </a:lnTo>
                  <a:close/>
                  <a:moveTo>
                    <a:pt x="1161880" y="1143622"/>
                  </a:moveTo>
                  <a:lnTo>
                    <a:pt x="1206821" y="1178739"/>
                  </a:lnTo>
                  <a:lnTo>
                    <a:pt x="1209174" y="1132079"/>
                  </a:lnTo>
                  <a:close/>
                  <a:moveTo>
                    <a:pt x="619562" y="480916"/>
                  </a:moveTo>
                  <a:lnTo>
                    <a:pt x="599229" y="428094"/>
                  </a:lnTo>
                  <a:lnTo>
                    <a:pt x="595076" y="428988"/>
                  </a:lnTo>
                  <a:close/>
                  <a:moveTo>
                    <a:pt x="676646" y="416849"/>
                  </a:moveTo>
                  <a:lnTo>
                    <a:pt x="635591" y="450887"/>
                  </a:lnTo>
                  <a:lnTo>
                    <a:pt x="669759" y="454060"/>
                  </a:lnTo>
                  <a:close/>
                  <a:moveTo>
                    <a:pt x="676646" y="416849"/>
                  </a:moveTo>
                  <a:lnTo>
                    <a:pt x="645753" y="414876"/>
                  </a:lnTo>
                  <a:lnTo>
                    <a:pt x="635591" y="450887"/>
                  </a:lnTo>
                  <a:close/>
                  <a:moveTo>
                    <a:pt x="705539" y="410911"/>
                  </a:moveTo>
                  <a:lnTo>
                    <a:pt x="676646" y="416849"/>
                  </a:lnTo>
                  <a:lnTo>
                    <a:pt x="669759" y="454060"/>
                  </a:lnTo>
                  <a:close/>
                  <a:moveTo>
                    <a:pt x="506660" y="205297"/>
                  </a:moveTo>
                  <a:lnTo>
                    <a:pt x="483361" y="197151"/>
                  </a:lnTo>
                  <a:lnTo>
                    <a:pt x="532988" y="220216"/>
                  </a:lnTo>
                  <a:close/>
                  <a:moveTo>
                    <a:pt x="897389" y="551819"/>
                  </a:moveTo>
                  <a:lnTo>
                    <a:pt x="915998" y="559410"/>
                  </a:lnTo>
                  <a:lnTo>
                    <a:pt x="939645" y="577502"/>
                  </a:lnTo>
                  <a:close/>
                  <a:moveTo>
                    <a:pt x="776624" y="484421"/>
                  </a:moveTo>
                  <a:lnTo>
                    <a:pt x="798592" y="494175"/>
                  </a:lnTo>
                  <a:lnTo>
                    <a:pt x="779527" y="476879"/>
                  </a:lnTo>
                  <a:close/>
                  <a:moveTo>
                    <a:pt x="798827" y="505936"/>
                  </a:moveTo>
                  <a:lnTo>
                    <a:pt x="827900" y="509388"/>
                  </a:lnTo>
                  <a:lnTo>
                    <a:pt x="776624" y="484421"/>
                  </a:lnTo>
                  <a:close/>
                  <a:moveTo>
                    <a:pt x="725073" y="359820"/>
                  </a:moveTo>
                  <a:lnTo>
                    <a:pt x="686034" y="364469"/>
                  </a:lnTo>
                  <a:lnTo>
                    <a:pt x="705539" y="410911"/>
                  </a:lnTo>
                  <a:close/>
                  <a:moveTo>
                    <a:pt x="705539" y="410911"/>
                  </a:moveTo>
                  <a:lnTo>
                    <a:pt x="686034" y="364469"/>
                  </a:lnTo>
                  <a:lnTo>
                    <a:pt x="676014" y="381241"/>
                  </a:lnTo>
                  <a:close/>
                  <a:moveTo>
                    <a:pt x="697913" y="366908"/>
                  </a:moveTo>
                  <a:lnTo>
                    <a:pt x="730276" y="363331"/>
                  </a:lnTo>
                  <a:lnTo>
                    <a:pt x="705539" y="410911"/>
                  </a:lnTo>
                  <a:close/>
                  <a:moveTo>
                    <a:pt x="686034" y="364469"/>
                  </a:moveTo>
                  <a:lnTo>
                    <a:pt x="698757" y="341693"/>
                  </a:lnTo>
                  <a:lnTo>
                    <a:pt x="670492" y="360593"/>
                  </a:lnTo>
                  <a:close/>
                  <a:moveTo>
                    <a:pt x="686034" y="364469"/>
                  </a:moveTo>
                  <a:lnTo>
                    <a:pt x="725073" y="359820"/>
                  </a:lnTo>
                  <a:lnTo>
                    <a:pt x="698757" y="341693"/>
                  </a:lnTo>
                  <a:close/>
                  <a:moveTo>
                    <a:pt x="755002" y="362576"/>
                  </a:moveTo>
                  <a:lnTo>
                    <a:pt x="725073" y="359820"/>
                  </a:lnTo>
                  <a:lnTo>
                    <a:pt x="765400" y="370076"/>
                  </a:lnTo>
                  <a:close/>
                  <a:moveTo>
                    <a:pt x="725073" y="359820"/>
                  </a:moveTo>
                  <a:lnTo>
                    <a:pt x="730276" y="363331"/>
                  </a:lnTo>
                  <a:lnTo>
                    <a:pt x="765400" y="370076"/>
                  </a:lnTo>
                  <a:close/>
                  <a:moveTo>
                    <a:pt x="569532" y="226019"/>
                  </a:moveTo>
                  <a:lnTo>
                    <a:pt x="590691" y="253564"/>
                  </a:lnTo>
                  <a:lnTo>
                    <a:pt x="606921" y="222711"/>
                  </a:lnTo>
                  <a:close/>
                  <a:moveTo>
                    <a:pt x="537841" y="224695"/>
                  </a:moveTo>
                  <a:lnTo>
                    <a:pt x="590691" y="253564"/>
                  </a:lnTo>
                  <a:lnTo>
                    <a:pt x="569532" y="226019"/>
                  </a:lnTo>
                  <a:close/>
                  <a:moveTo>
                    <a:pt x="537841" y="224695"/>
                  </a:moveTo>
                  <a:lnTo>
                    <a:pt x="566724" y="221775"/>
                  </a:lnTo>
                  <a:lnTo>
                    <a:pt x="532988" y="220216"/>
                  </a:lnTo>
                  <a:close/>
                  <a:moveTo>
                    <a:pt x="996039" y="677694"/>
                  </a:moveTo>
                  <a:lnTo>
                    <a:pt x="1027103" y="679528"/>
                  </a:lnTo>
                  <a:lnTo>
                    <a:pt x="1010846" y="664879"/>
                  </a:lnTo>
                  <a:close/>
                  <a:moveTo>
                    <a:pt x="1027103" y="679528"/>
                  </a:moveTo>
                  <a:lnTo>
                    <a:pt x="1050264" y="687676"/>
                  </a:lnTo>
                  <a:lnTo>
                    <a:pt x="1010846" y="664879"/>
                  </a:lnTo>
                  <a:close/>
                  <a:moveTo>
                    <a:pt x="697729" y="192769"/>
                  </a:moveTo>
                  <a:lnTo>
                    <a:pt x="674381" y="209952"/>
                  </a:lnTo>
                  <a:lnTo>
                    <a:pt x="697557" y="229524"/>
                  </a:lnTo>
                  <a:close/>
                  <a:moveTo>
                    <a:pt x="677128" y="156014"/>
                  </a:moveTo>
                  <a:lnTo>
                    <a:pt x="674381" y="209952"/>
                  </a:lnTo>
                  <a:lnTo>
                    <a:pt x="697729" y="192769"/>
                  </a:lnTo>
                  <a:close/>
                  <a:moveTo>
                    <a:pt x="819149" y="350253"/>
                  </a:moveTo>
                  <a:lnTo>
                    <a:pt x="793356" y="339789"/>
                  </a:lnTo>
                  <a:lnTo>
                    <a:pt x="842603" y="341734"/>
                  </a:lnTo>
                  <a:close/>
                  <a:moveTo>
                    <a:pt x="697729" y="192769"/>
                  </a:moveTo>
                  <a:lnTo>
                    <a:pt x="697174" y="171729"/>
                  </a:lnTo>
                  <a:lnTo>
                    <a:pt x="709202" y="138831"/>
                  </a:lnTo>
                  <a:close/>
                  <a:moveTo>
                    <a:pt x="697729" y="192769"/>
                  </a:moveTo>
                  <a:lnTo>
                    <a:pt x="709202" y="138831"/>
                  </a:lnTo>
                  <a:lnTo>
                    <a:pt x="677128" y="156014"/>
                  </a:lnTo>
                  <a:close/>
                  <a:moveTo>
                    <a:pt x="677128" y="156014"/>
                  </a:moveTo>
                  <a:lnTo>
                    <a:pt x="709202" y="138831"/>
                  </a:lnTo>
                  <a:lnTo>
                    <a:pt x="664264" y="144891"/>
                  </a:lnTo>
                  <a:close/>
                  <a:moveTo>
                    <a:pt x="972402" y="378932"/>
                  </a:moveTo>
                  <a:lnTo>
                    <a:pt x="943496" y="342177"/>
                  </a:lnTo>
                  <a:lnTo>
                    <a:pt x="935079" y="386935"/>
                  </a:lnTo>
                  <a:close/>
                  <a:moveTo>
                    <a:pt x="802217" y="212341"/>
                  </a:moveTo>
                  <a:lnTo>
                    <a:pt x="787686" y="201763"/>
                  </a:lnTo>
                  <a:lnTo>
                    <a:pt x="808844" y="215514"/>
                  </a:lnTo>
                  <a:close/>
                  <a:moveTo>
                    <a:pt x="808844" y="215514"/>
                  </a:moveTo>
                  <a:lnTo>
                    <a:pt x="787686" y="201763"/>
                  </a:lnTo>
                  <a:lnTo>
                    <a:pt x="801340" y="215825"/>
                  </a:lnTo>
                  <a:close/>
                  <a:moveTo>
                    <a:pt x="770130" y="171289"/>
                  </a:moveTo>
                  <a:lnTo>
                    <a:pt x="802217" y="212341"/>
                  </a:lnTo>
                  <a:lnTo>
                    <a:pt x="775532" y="175586"/>
                  </a:lnTo>
                  <a:close/>
                  <a:moveTo>
                    <a:pt x="742453" y="120234"/>
                  </a:moveTo>
                  <a:lnTo>
                    <a:pt x="740158" y="123821"/>
                  </a:lnTo>
                  <a:lnTo>
                    <a:pt x="753312" y="132464"/>
                  </a:lnTo>
                  <a:close/>
                  <a:moveTo>
                    <a:pt x="844353" y="120377"/>
                  </a:moveTo>
                  <a:lnTo>
                    <a:pt x="871761" y="133758"/>
                  </a:lnTo>
                  <a:lnTo>
                    <a:pt x="820254" y="112881"/>
                  </a:lnTo>
                  <a:close/>
                  <a:moveTo>
                    <a:pt x="916972" y="124036"/>
                  </a:moveTo>
                  <a:lnTo>
                    <a:pt x="887508" y="96424"/>
                  </a:lnTo>
                  <a:lnTo>
                    <a:pt x="871761" y="133758"/>
                  </a:lnTo>
                  <a:close/>
                  <a:moveTo>
                    <a:pt x="871761" y="133758"/>
                  </a:moveTo>
                  <a:lnTo>
                    <a:pt x="887508" y="96424"/>
                  </a:lnTo>
                  <a:lnTo>
                    <a:pt x="831653" y="108377"/>
                  </a:lnTo>
                  <a:close/>
                  <a:moveTo>
                    <a:pt x="882340" y="0"/>
                  </a:moveTo>
                  <a:lnTo>
                    <a:pt x="920759" y="33342"/>
                  </a:lnTo>
                  <a:lnTo>
                    <a:pt x="927073" y="35467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090" name="Input_density__129">
              <a:extLst>
                <a:ext uri="{FF2B5EF4-FFF2-40B4-BE49-F238E27FC236}">
                  <a16:creationId xmlns:a16="http://schemas.microsoft.com/office/drawing/2014/main" id="{09611700-2676-3990-4011-23C3916F8918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91545"/>
              <a:ext cx="1187842" cy="1395698"/>
            </a:xfrm>
            <a:custGeom>
              <a:avLst/>
              <a:gdLst/>
              <a:ahLst/>
              <a:cxnLst/>
              <a:rect l="0" t="0" r="0" b="0"/>
              <a:pathLst>
                <a:path w="1187842" h="1395698">
                  <a:moveTo>
                    <a:pt x="306896" y="1185619"/>
                  </a:moveTo>
                  <a:lnTo>
                    <a:pt x="344269" y="1210019"/>
                  </a:lnTo>
                  <a:lnTo>
                    <a:pt x="357373" y="1169660"/>
                  </a:lnTo>
                  <a:close/>
                  <a:moveTo>
                    <a:pt x="344269" y="1210019"/>
                  </a:moveTo>
                  <a:lnTo>
                    <a:pt x="364870" y="1168436"/>
                  </a:lnTo>
                  <a:lnTo>
                    <a:pt x="357373" y="1169660"/>
                  </a:lnTo>
                  <a:close/>
                  <a:moveTo>
                    <a:pt x="394308" y="1176323"/>
                  </a:moveTo>
                  <a:lnTo>
                    <a:pt x="364870" y="1168436"/>
                  </a:lnTo>
                  <a:lnTo>
                    <a:pt x="344269" y="1210019"/>
                  </a:lnTo>
                  <a:close/>
                  <a:moveTo>
                    <a:pt x="295312" y="1131681"/>
                  </a:moveTo>
                  <a:lnTo>
                    <a:pt x="263543" y="1102272"/>
                  </a:lnTo>
                  <a:lnTo>
                    <a:pt x="266090" y="1112109"/>
                  </a:lnTo>
                  <a:close/>
                  <a:moveTo>
                    <a:pt x="243745" y="1083329"/>
                  </a:moveTo>
                  <a:lnTo>
                    <a:pt x="266090" y="1112109"/>
                  </a:lnTo>
                  <a:lnTo>
                    <a:pt x="263543" y="1102272"/>
                  </a:lnTo>
                  <a:close/>
                  <a:moveTo>
                    <a:pt x="358045" y="1124367"/>
                  </a:moveTo>
                  <a:lnTo>
                    <a:pt x="325832" y="1123468"/>
                  </a:lnTo>
                  <a:lnTo>
                    <a:pt x="321131" y="1151877"/>
                  </a:lnTo>
                  <a:close/>
                  <a:moveTo>
                    <a:pt x="358045" y="1124367"/>
                  </a:moveTo>
                  <a:lnTo>
                    <a:pt x="362352" y="1085212"/>
                  </a:lnTo>
                  <a:lnTo>
                    <a:pt x="330441" y="1090479"/>
                  </a:lnTo>
                  <a:close/>
                  <a:moveTo>
                    <a:pt x="220353" y="928031"/>
                  </a:moveTo>
                  <a:lnTo>
                    <a:pt x="190317" y="910980"/>
                  </a:lnTo>
                  <a:lnTo>
                    <a:pt x="244429" y="930722"/>
                  </a:lnTo>
                  <a:close/>
                  <a:moveTo>
                    <a:pt x="190410" y="912286"/>
                  </a:moveTo>
                  <a:lnTo>
                    <a:pt x="216846" y="934159"/>
                  </a:lnTo>
                  <a:lnTo>
                    <a:pt x="244429" y="930722"/>
                  </a:lnTo>
                  <a:close/>
                  <a:moveTo>
                    <a:pt x="401" y="700179"/>
                  </a:moveTo>
                  <a:lnTo>
                    <a:pt x="19800" y="673438"/>
                  </a:lnTo>
                  <a:lnTo>
                    <a:pt x="16846" y="675173"/>
                  </a:lnTo>
                  <a:close/>
                  <a:moveTo>
                    <a:pt x="437089" y="1097314"/>
                  </a:moveTo>
                  <a:lnTo>
                    <a:pt x="418122" y="1114498"/>
                  </a:lnTo>
                  <a:lnTo>
                    <a:pt x="440295" y="1127477"/>
                  </a:lnTo>
                  <a:close/>
                  <a:moveTo>
                    <a:pt x="396479" y="1077743"/>
                  </a:moveTo>
                  <a:lnTo>
                    <a:pt x="437089" y="1097314"/>
                  </a:lnTo>
                  <a:lnTo>
                    <a:pt x="443810" y="1060559"/>
                  </a:lnTo>
                  <a:close/>
                  <a:moveTo>
                    <a:pt x="365786" y="1073326"/>
                  </a:moveTo>
                  <a:lnTo>
                    <a:pt x="362352" y="1085212"/>
                  </a:lnTo>
                  <a:lnTo>
                    <a:pt x="385046" y="1077743"/>
                  </a:lnTo>
                  <a:close/>
                  <a:moveTo>
                    <a:pt x="374515" y="1034481"/>
                  </a:moveTo>
                  <a:lnTo>
                    <a:pt x="399628" y="1028154"/>
                  </a:lnTo>
                  <a:lnTo>
                    <a:pt x="396583" y="1023804"/>
                  </a:lnTo>
                  <a:close/>
                  <a:moveTo>
                    <a:pt x="365786" y="1073326"/>
                  </a:moveTo>
                  <a:lnTo>
                    <a:pt x="391422" y="1069325"/>
                  </a:lnTo>
                  <a:lnTo>
                    <a:pt x="374515" y="1034481"/>
                  </a:lnTo>
                  <a:close/>
                  <a:moveTo>
                    <a:pt x="44095" y="619499"/>
                  </a:moveTo>
                  <a:lnTo>
                    <a:pt x="9915" y="591313"/>
                  </a:lnTo>
                  <a:lnTo>
                    <a:pt x="0" y="599928"/>
                  </a:lnTo>
                  <a:close/>
                  <a:moveTo>
                    <a:pt x="12363" y="552488"/>
                  </a:moveTo>
                  <a:lnTo>
                    <a:pt x="47940" y="560929"/>
                  </a:lnTo>
                  <a:lnTo>
                    <a:pt x="0" y="599928"/>
                  </a:lnTo>
                  <a:close/>
                  <a:moveTo>
                    <a:pt x="36668" y="551905"/>
                  </a:moveTo>
                  <a:lnTo>
                    <a:pt x="41132" y="535476"/>
                  </a:lnTo>
                  <a:lnTo>
                    <a:pt x="10600" y="545897"/>
                  </a:lnTo>
                  <a:close/>
                  <a:moveTo>
                    <a:pt x="406977" y="1023804"/>
                  </a:moveTo>
                  <a:lnTo>
                    <a:pt x="443810" y="1060559"/>
                  </a:lnTo>
                  <a:lnTo>
                    <a:pt x="406666" y="1022433"/>
                  </a:lnTo>
                  <a:close/>
                  <a:moveTo>
                    <a:pt x="423469" y="987049"/>
                  </a:moveTo>
                  <a:lnTo>
                    <a:pt x="406977" y="1023804"/>
                  </a:lnTo>
                  <a:lnTo>
                    <a:pt x="401093" y="982216"/>
                  </a:lnTo>
                  <a:close/>
                  <a:moveTo>
                    <a:pt x="130262" y="647933"/>
                  </a:moveTo>
                  <a:lnTo>
                    <a:pt x="131494" y="656254"/>
                  </a:lnTo>
                  <a:lnTo>
                    <a:pt x="117664" y="647386"/>
                  </a:lnTo>
                  <a:close/>
                  <a:moveTo>
                    <a:pt x="58222" y="503163"/>
                  </a:moveTo>
                  <a:lnTo>
                    <a:pt x="10600" y="545897"/>
                  </a:lnTo>
                  <a:lnTo>
                    <a:pt x="41132" y="535476"/>
                  </a:lnTo>
                  <a:close/>
                  <a:moveTo>
                    <a:pt x="854546" y="1393742"/>
                  </a:moveTo>
                  <a:lnTo>
                    <a:pt x="828161" y="1388615"/>
                  </a:lnTo>
                  <a:lnTo>
                    <a:pt x="852859" y="1395698"/>
                  </a:lnTo>
                  <a:close/>
                  <a:moveTo>
                    <a:pt x="58222" y="503163"/>
                  </a:moveTo>
                  <a:lnTo>
                    <a:pt x="61478" y="486988"/>
                  </a:lnTo>
                  <a:lnTo>
                    <a:pt x="40362" y="528806"/>
                  </a:lnTo>
                  <a:close/>
                  <a:moveTo>
                    <a:pt x="38897" y="430910"/>
                  </a:moveTo>
                  <a:lnTo>
                    <a:pt x="63048" y="438113"/>
                  </a:lnTo>
                  <a:lnTo>
                    <a:pt x="62006" y="441811"/>
                  </a:lnTo>
                  <a:close/>
                  <a:moveTo>
                    <a:pt x="871949" y="1393742"/>
                  </a:moveTo>
                  <a:lnTo>
                    <a:pt x="855541" y="1394778"/>
                  </a:lnTo>
                  <a:lnTo>
                    <a:pt x="852859" y="1395698"/>
                  </a:lnTo>
                  <a:close/>
                  <a:moveTo>
                    <a:pt x="856261" y="1392932"/>
                  </a:moveTo>
                  <a:lnTo>
                    <a:pt x="855541" y="1394778"/>
                  </a:lnTo>
                  <a:lnTo>
                    <a:pt x="871949" y="1393742"/>
                  </a:lnTo>
                  <a:close/>
                  <a:moveTo>
                    <a:pt x="860017" y="1345131"/>
                  </a:moveTo>
                  <a:lnTo>
                    <a:pt x="876884" y="1356987"/>
                  </a:lnTo>
                  <a:lnTo>
                    <a:pt x="850855" y="1307833"/>
                  </a:lnTo>
                  <a:close/>
                  <a:moveTo>
                    <a:pt x="571911" y="985582"/>
                  </a:moveTo>
                  <a:lnTo>
                    <a:pt x="598282" y="975005"/>
                  </a:lnTo>
                  <a:lnTo>
                    <a:pt x="588007" y="972254"/>
                  </a:lnTo>
                  <a:close/>
                  <a:moveTo>
                    <a:pt x="588007" y="972254"/>
                  </a:moveTo>
                  <a:lnTo>
                    <a:pt x="598282" y="975005"/>
                  </a:lnTo>
                  <a:lnTo>
                    <a:pt x="597046" y="954978"/>
                  </a:lnTo>
                  <a:close/>
                  <a:moveTo>
                    <a:pt x="361082" y="719174"/>
                  </a:moveTo>
                  <a:lnTo>
                    <a:pt x="386479" y="725615"/>
                  </a:lnTo>
                  <a:lnTo>
                    <a:pt x="363462" y="704532"/>
                  </a:lnTo>
                  <a:close/>
                  <a:moveTo>
                    <a:pt x="386479" y="725615"/>
                  </a:moveTo>
                  <a:lnTo>
                    <a:pt x="391991" y="686621"/>
                  </a:lnTo>
                  <a:lnTo>
                    <a:pt x="363462" y="704532"/>
                  </a:lnTo>
                  <a:close/>
                  <a:moveTo>
                    <a:pt x="189364" y="551912"/>
                  </a:moveTo>
                  <a:lnTo>
                    <a:pt x="193348" y="548378"/>
                  </a:lnTo>
                  <a:lnTo>
                    <a:pt x="174654" y="538648"/>
                  </a:lnTo>
                  <a:close/>
                  <a:moveTo>
                    <a:pt x="69642" y="438113"/>
                  </a:moveTo>
                  <a:lnTo>
                    <a:pt x="95238" y="474868"/>
                  </a:lnTo>
                  <a:lnTo>
                    <a:pt x="69038" y="436095"/>
                  </a:lnTo>
                  <a:close/>
                  <a:moveTo>
                    <a:pt x="967209" y="1370714"/>
                  </a:moveTo>
                  <a:lnTo>
                    <a:pt x="948097" y="1395466"/>
                  </a:lnTo>
                  <a:lnTo>
                    <a:pt x="1003786" y="1382895"/>
                  </a:lnTo>
                  <a:close/>
                  <a:moveTo>
                    <a:pt x="597749" y="930692"/>
                  </a:moveTo>
                  <a:lnTo>
                    <a:pt x="588007" y="972254"/>
                  </a:lnTo>
                  <a:lnTo>
                    <a:pt x="597046" y="954978"/>
                  </a:lnTo>
                  <a:close/>
                  <a:moveTo>
                    <a:pt x="574728" y="967066"/>
                  </a:moveTo>
                  <a:lnTo>
                    <a:pt x="588007" y="972254"/>
                  </a:lnTo>
                  <a:lnTo>
                    <a:pt x="597749" y="930692"/>
                  </a:lnTo>
                  <a:close/>
                  <a:moveTo>
                    <a:pt x="570955" y="925386"/>
                  </a:moveTo>
                  <a:lnTo>
                    <a:pt x="574728" y="967066"/>
                  </a:lnTo>
                  <a:lnTo>
                    <a:pt x="597749" y="930692"/>
                  </a:lnTo>
                  <a:close/>
                  <a:moveTo>
                    <a:pt x="597749" y="930692"/>
                  </a:moveTo>
                  <a:lnTo>
                    <a:pt x="597046" y="954978"/>
                  </a:lnTo>
                  <a:lnTo>
                    <a:pt x="603525" y="935499"/>
                  </a:lnTo>
                  <a:close/>
                  <a:moveTo>
                    <a:pt x="552400" y="816424"/>
                  </a:moveTo>
                  <a:lnTo>
                    <a:pt x="586219" y="844806"/>
                  </a:lnTo>
                  <a:lnTo>
                    <a:pt x="585411" y="851228"/>
                  </a:lnTo>
                  <a:close/>
                  <a:moveTo>
                    <a:pt x="496022" y="735482"/>
                  </a:moveTo>
                  <a:lnTo>
                    <a:pt x="469654" y="756202"/>
                  </a:lnTo>
                  <a:lnTo>
                    <a:pt x="466224" y="777366"/>
                  </a:lnTo>
                  <a:close/>
                  <a:moveTo>
                    <a:pt x="496022" y="735482"/>
                  </a:moveTo>
                  <a:lnTo>
                    <a:pt x="466224" y="777366"/>
                  </a:lnTo>
                  <a:lnTo>
                    <a:pt x="497841" y="778750"/>
                  </a:lnTo>
                  <a:close/>
                  <a:moveTo>
                    <a:pt x="392619" y="675876"/>
                  </a:moveTo>
                  <a:lnTo>
                    <a:pt x="404604" y="637569"/>
                  </a:lnTo>
                  <a:lnTo>
                    <a:pt x="366676" y="669879"/>
                  </a:lnTo>
                  <a:close/>
                  <a:moveTo>
                    <a:pt x="375106" y="624276"/>
                  </a:moveTo>
                  <a:lnTo>
                    <a:pt x="347341" y="604704"/>
                  </a:lnTo>
                  <a:lnTo>
                    <a:pt x="353235" y="641459"/>
                  </a:lnTo>
                  <a:close/>
                  <a:moveTo>
                    <a:pt x="1003206" y="1354733"/>
                  </a:moveTo>
                  <a:lnTo>
                    <a:pt x="967209" y="1370714"/>
                  </a:lnTo>
                  <a:lnTo>
                    <a:pt x="1003786" y="1382895"/>
                  </a:lnTo>
                  <a:close/>
                  <a:moveTo>
                    <a:pt x="997903" y="1314297"/>
                  </a:moveTo>
                  <a:lnTo>
                    <a:pt x="998376" y="1322621"/>
                  </a:lnTo>
                  <a:lnTo>
                    <a:pt x="1001865" y="1279504"/>
                  </a:lnTo>
                  <a:close/>
                  <a:moveTo>
                    <a:pt x="819999" y="1097843"/>
                  </a:moveTo>
                  <a:lnTo>
                    <a:pt x="804807" y="1094445"/>
                  </a:lnTo>
                  <a:lnTo>
                    <a:pt x="830363" y="1108224"/>
                  </a:lnTo>
                  <a:close/>
                  <a:moveTo>
                    <a:pt x="404604" y="637569"/>
                  </a:moveTo>
                  <a:lnTo>
                    <a:pt x="409374" y="617507"/>
                  </a:lnTo>
                  <a:lnTo>
                    <a:pt x="375106" y="624276"/>
                  </a:lnTo>
                  <a:close/>
                  <a:moveTo>
                    <a:pt x="406899" y="574773"/>
                  </a:moveTo>
                  <a:lnTo>
                    <a:pt x="380600" y="570338"/>
                  </a:lnTo>
                  <a:lnTo>
                    <a:pt x="366801" y="620807"/>
                  </a:lnTo>
                  <a:close/>
                  <a:moveTo>
                    <a:pt x="409374" y="617507"/>
                  </a:moveTo>
                  <a:lnTo>
                    <a:pt x="406899" y="574773"/>
                  </a:lnTo>
                  <a:lnTo>
                    <a:pt x="366801" y="620807"/>
                  </a:lnTo>
                  <a:close/>
                  <a:moveTo>
                    <a:pt x="469276" y="607092"/>
                  </a:moveTo>
                  <a:lnTo>
                    <a:pt x="480608" y="658519"/>
                  </a:lnTo>
                  <a:lnTo>
                    <a:pt x="482365" y="643847"/>
                  </a:lnTo>
                  <a:close/>
                  <a:moveTo>
                    <a:pt x="443721" y="659244"/>
                  </a:moveTo>
                  <a:lnTo>
                    <a:pt x="480608" y="658519"/>
                  </a:lnTo>
                  <a:lnTo>
                    <a:pt x="469276" y="607092"/>
                  </a:lnTo>
                  <a:close/>
                  <a:moveTo>
                    <a:pt x="367134" y="535266"/>
                  </a:moveTo>
                  <a:lnTo>
                    <a:pt x="406899" y="574773"/>
                  </a:lnTo>
                  <a:lnTo>
                    <a:pt x="380144" y="550766"/>
                  </a:lnTo>
                  <a:close/>
                  <a:moveTo>
                    <a:pt x="1044136" y="1259052"/>
                  </a:moveTo>
                  <a:lnTo>
                    <a:pt x="1001865" y="1279504"/>
                  </a:lnTo>
                  <a:lnTo>
                    <a:pt x="1034291" y="1276162"/>
                  </a:lnTo>
                  <a:close/>
                  <a:moveTo>
                    <a:pt x="1044136" y="1259052"/>
                  </a:moveTo>
                  <a:lnTo>
                    <a:pt x="1027475" y="1250679"/>
                  </a:lnTo>
                  <a:lnTo>
                    <a:pt x="1002579" y="1265749"/>
                  </a:lnTo>
                  <a:close/>
                  <a:moveTo>
                    <a:pt x="810330" y="965486"/>
                  </a:moveTo>
                  <a:lnTo>
                    <a:pt x="809016" y="1011397"/>
                  </a:lnTo>
                  <a:lnTo>
                    <a:pt x="828140" y="1003703"/>
                  </a:lnTo>
                  <a:close/>
                  <a:moveTo>
                    <a:pt x="810330" y="965486"/>
                  </a:moveTo>
                  <a:lnTo>
                    <a:pt x="828140" y="1003703"/>
                  </a:lnTo>
                  <a:lnTo>
                    <a:pt x="849396" y="986968"/>
                  </a:lnTo>
                  <a:close/>
                  <a:moveTo>
                    <a:pt x="715095" y="858570"/>
                  </a:moveTo>
                  <a:lnTo>
                    <a:pt x="702503" y="854958"/>
                  </a:lnTo>
                  <a:lnTo>
                    <a:pt x="727810" y="877739"/>
                  </a:lnTo>
                  <a:close/>
                  <a:moveTo>
                    <a:pt x="515015" y="608808"/>
                  </a:moveTo>
                  <a:lnTo>
                    <a:pt x="546434" y="601704"/>
                  </a:lnTo>
                  <a:lnTo>
                    <a:pt x="512844" y="643847"/>
                  </a:lnTo>
                  <a:close/>
                  <a:moveTo>
                    <a:pt x="538713" y="593622"/>
                  </a:moveTo>
                  <a:lnTo>
                    <a:pt x="501157" y="597066"/>
                  </a:lnTo>
                  <a:lnTo>
                    <a:pt x="512844" y="643847"/>
                  </a:lnTo>
                  <a:close/>
                  <a:moveTo>
                    <a:pt x="887946" y="977031"/>
                  </a:moveTo>
                  <a:lnTo>
                    <a:pt x="877946" y="994214"/>
                  </a:lnTo>
                  <a:lnTo>
                    <a:pt x="885772" y="998395"/>
                  </a:lnTo>
                  <a:close/>
                  <a:moveTo>
                    <a:pt x="877946" y="994214"/>
                  </a:moveTo>
                  <a:lnTo>
                    <a:pt x="887946" y="977031"/>
                  </a:lnTo>
                  <a:lnTo>
                    <a:pt x="849396" y="986968"/>
                  </a:lnTo>
                  <a:close/>
                  <a:moveTo>
                    <a:pt x="908801" y="988289"/>
                  </a:moveTo>
                  <a:lnTo>
                    <a:pt x="885772" y="998395"/>
                  </a:lnTo>
                  <a:lnTo>
                    <a:pt x="945998" y="1002785"/>
                  </a:lnTo>
                  <a:close/>
                  <a:moveTo>
                    <a:pt x="763706" y="832289"/>
                  </a:moveTo>
                  <a:lnTo>
                    <a:pt x="782708" y="843929"/>
                  </a:lnTo>
                  <a:lnTo>
                    <a:pt x="774223" y="806080"/>
                  </a:lnTo>
                  <a:close/>
                  <a:moveTo>
                    <a:pt x="717076" y="769768"/>
                  </a:moveTo>
                  <a:lnTo>
                    <a:pt x="737854" y="793256"/>
                  </a:lnTo>
                  <a:lnTo>
                    <a:pt x="706687" y="762062"/>
                  </a:lnTo>
                  <a:close/>
                  <a:moveTo>
                    <a:pt x="706687" y="762062"/>
                  </a:moveTo>
                  <a:lnTo>
                    <a:pt x="737854" y="793256"/>
                  </a:lnTo>
                  <a:lnTo>
                    <a:pt x="744119" y="803466"/>
                  </a:lnTo>
                  <a:close/>
                  <a:moveTo>
                    <a:pt x="706687" y="762062"/>
                  </a:moveTo>
                  <a:lnTo>
                    <a:pt x="744119" y="803466"/>
                  </a:lnTo>
                  <a:lnTo>
                    <a:pt x="736710" y="764742"/>
                  </a:lnTo>
                  <a:close/>
                  <a:moveTo>
                    <a:pt x="504415" y="504923"/>
                  </a:moveTo>
                  <a:lnTo>
                    <a:pt x="521775" y="516399"/>
                  </a:lnTo>
                  <a:lnTo>
                    <a:pt x="513298" y="506179"/>
                  </a:lnTo>
                  <a:close/>
                  <a:moveTo>
                    <a:pt x="953237" y="965545"/>
                  </a:moveTo>
                  <a:lnTo>
                    <a:pt x="908801" y="988289"/>
                  </a:lnTo>
                  <a:lnTo>
                    <a:pt x="945998" y="1002785"/>
                  </a:lnTo>
                  <a:close/>
                  <a:moveTo>
                    <a:pt x="953237" y="965545"/>
                  </a:moveTo>
                  <a:lnTo>
                    <a:pt x="948702" y="923092"/>
                  </a:lnTo>
                  <a:lnTo>
                    <a:pt x="911476" y="927661"/>
                  </a:lnTo>
                  <a:close/>
                  <a:moveTo>
                    <a:pt x="922741" y="915830"/>
                  </a:moveTo>
                  <a:lnTo>
                    <a:pt x="891254" y="922684"/>
                  </a:lnTo>
                  <a:lnTo>
                    <a:pt x="948702" y="923092"/>
                  </a:lnTo>
                  <a:close/>
                  <a:moveTo>
                    <a:pt x="948702" y="923092"/>
                  </a:moveTo>
                  <a:lnTo>
                    <a:pt x="891254" y="922684"/>
                  </a:lnTo>
                  <a:lnTo>
                    <a:pt x="911476" y="927661"/>
                  </a:lnTo>
                  <a:close/>
                  <a:moveTo>
                    <a:pt x="1142902" y="1143622"/>
                  </a:moveTo>
                  <a:lnTo>
                    <a:pt x="1177323" y="1180377"/>
                  </a:lnTo>
                  <a:lnTo>
                    <a:pt x="1187842" y="1178739"/>
                  </a:lnTo>
                  <a:close/>
                  <a:moveTo>
                    <a:pt x="616612" y="450887"/>
                  </a:moveTo>
                  <a:lnTo>
                    <a:pt x="580251" y="428094"/>
                  </a:lnTo>
                  <a:lnTo>
                    <a:pt x="600584" y="480916"/>
                  </a:lnTo>
                  <a:close/>
                  <a:moveTo>
                    <a:pt x="1007580" y="819831"/>
                  </a:moveTo>
                  <a:lnTo>
                    <a:pt x="993877" y="815216"/>
                  </a:lnTo>
                  <a:lnTo>
                    <a:pt x="1004040" y="861836"/>
                  </a:lnTo>
                  <a:close/>
                  <a:moveTo>
                    <a:pt x="1004040" y="861836"/>
                  </a:moveTo>
                  <a:lnTo>
                    <a:pt x="993877" y="815216"/>
                  </a:lnTo>
                  <a:lnTo>
                    <a:pt x="970086" y="817606"/>
                  </a:lnTo>
                  <a:close/>
                  <a:moveTo>
                    <a:pt x="1013687" y="815216"/>
                  </a:moveTo>
                  <a:lnTo>
                    <a:pt x="1007580" y="819831"/>
                  </a:lnTo>
                  <a:lnTo>
                    <a:pt x="1034673" y="819274"/>
                  </a:lnTo>
                  <a:close/>
                  <a:moveTo>
                    <a:pt x="963526" y="795644"/>
                  </a:moveTo>
                  <a:lnTo>
                    <a:pt x="970086" y="817606"/>
                  </a:lnTo>
                  <a:lnTo>
                    <a:pt x="993877" y="815216"/>
                  </a:lnTo>
                  <a:close/>
                  <a:moveTo>
                    <a:pt x="963526" y="795644"/>
                  </a:moveTo>
                  <a:lnTo>
                    <a:pt x="993877" y="815216"/>
                  </a:lnTo>
                  <a:lnTo>
                    <a:pt x="964592" y="778461"/>
                  </a:lnTo>
                  <a:close/>
                  <a:moveTo>
                    <a:pt x="657667" y="416849"/>
                  </a:moveTo>
                  <a:lnTo>
                    <a:pt x="657036" y="381241"/>
                  </a:lnTo>
                  <a:lnTo>
                    <a:pt x="629124" y="401456"/>
                  </a:lnTo>
                  <a:close/>
                  <a:moveTo>
                    <a:pt x="650780" y="454060"/>
                  </a:moveTo>
                  <a:lnTo>
                    <a:pt x="697321" y="456447"/>
                  </a:lnTo>
                  <a:lnTo>
                    <a:pt x="686560" y="410911"/>
                  </a:lnTo>
                  <a:close/>
                  <a:moveTo>
                    <a:pt x="993877" y="815216"/>
                  </a:moveTo>
                  <a:lnTo>
                    <a:pt x="1007580" y="819831"/>
                  </a:lnTo>
                  <a:lnTo>
                    <a:pt x="1008492" y="813471"/>
                  </a:lnTo>
                  <a:close/>
                  <a:moveTo>
                    <a:pt x="993877" y="815216"/>
                  </a:moveTo>
                  <a:lnTo>
                    <a:pt x="1008492" y="813471"/>
                  </a:lnTo>
                  <a:lnTo>
                    <a:pt x="964592" y="778461"/>
                  </a:lnTo>
                  <a:close/>
                  <a:moveTo>
                    <a:pt x="1008492" y="813471"/>
                  </a:moveTo>
                  <a:lnTo>
                    <a:pt x="1007580" y="819831"/>
                  </a:lnTo>
                  <a:lnTo>
                    <a:pt x="1013687" y="815216"/>
                  </a:lnTo>
                  <a:close/>
                  <a:moveTo>
                    <a:pt x="807722" y="474692"/>
                  </a:moveTo>
                  <a:lnTo>
                    <a:pt x="779613" y="494175"/>
                  </a:lnTo>
                  <a:lnTo>
                    <a:pt x="757646" y="484421"/>
                  </a:lnTo>
                  <a:close/>
                  <a:moveTo>
                    <a:pt x="808922" y="509388"/>
                  </a:moveTo>
                  <a:lnTo>
                    <a:pt x="807722" y="474692"/>
                  </a:lnTo>
                  <a:lnTo>
                    <a:pt x="757646" y="484421"/>
                  </a:lnTo>
                  <a:close/>
                  <a:moveTo>
                    <a:pt x="778925" y="444280"/>
                  </a:moveTo>
                  <a:lnTo>
                    <a:pt x="757646" y="484421"/>
                  </a:lnTo>
                  <a:lnTo>
                    <a:pt x="760548" y="476879"/>
                  </a:lnTo>
                  <a:close/>
                  <a:moveTo>
                    <a:pt x="686560" y="410911"/>
                  </a:moveTo>
                  <a:lnTo>
                    <a:pt x="690910" y="447666"/>
                  </a:lnTo>
                  <a:lnTo>
                    <a:pt x="679073" y="399447"/>
                  </a:lnTo>
                  <a:close/>
                  <a:moveTo>
                    <a:pt x="587942" y="222711"/>
                  </a:moveTo>
                  <a:lnTo>
                    <a:pt x="584065" y="263891"/>
                  </a:lnTo>
                  <a:lnTo>
                    <a:pt x="588178" y="248367"/>
                  </a:lnTo>
                  <a:close/>
                  <a:moveTo>
                    <a:pt x="571713" y="253564"/>
                  </a:moveTo>
                  <a:lnTo>
                    <a:pt x="584065" y="263891"/>
                  </a:lnTo>
                  <a:lnTo>
                    <a:pt x="587942" y="222711"/>
                  </a:lnTo>
                  <a:close/>
                  <a:moveTo>
                    <a:pt x="1008124" y="679528"/>
                  </a:moveTo>
                  <a:lnTo>
                    <a:pt x="1020885" y="713901"/>
                  </a:lnTo>
                  <a:lnTo>
                    <a:pt x="1031328" y="687753"/>
                  </a:lnTo>
                  <a:close/>
                  <a:moveTo>
                    <a:pt x="1008124" y="679528"/>
                  </a:moveTo>
                  <a:lnTo>
                    <a:pt x="1031328" y="687753"/>
                  </a:lnTo>
                  <a:lnTo>
                    <a:pt x="1031285" y="687676"/>
                  </a:lnTo>
                  <a:close/>
                  <a:moveTo>
                    <a:pt x="912092" y="569183"/>
                  </a:moveTo>
                  <a:lnTo>
                    <a:pt x="920667" y="577502"/>
                  </a:lnTo>
                  <a:lnTo>
                    <a:pt x="897020" y="559410"/>
                  </a:lnTo>
                  <a:close/>
                  <a:moveTo>
                    <a:pt x="916101" y="386935"/>
                  </a:moveTo>
                  <a:lnTo>
                    <a:pt x="960822" y="384754"/>
                  </a:lnTo>
                  <a:lnTo>
                    <a:pt x="953423" y="378932"/>
                  </a:lnTo>
                  <a:close/>
                  <a:moveTo>
                    <a:pt x="751152" y="171289"/>
                  </a:moveTo>
                  <a:lnTo>
                    <a:pt x="768708" y="201763"/>
                  </a:lnTo>
                  <a:lnTo>
                    <a:pt x="783238" y="212341"/>
                  </a:lnTo>
                  <a:close/>
                  <a:moveTo>
                    <a:pt x="768708" y="201763"/>
                  </a:moveTo>
                  <a:lnTo>
                    <a:pt x="751152" y="171289"/>
                  </a:lnTo>
                  <a:lnTo>
                    <a:pt x="769792" y="195157"/>
                  </a:lnTo>
                  <a:close/>
                  <a:moveTo>
                    <a:pt x="756554" y="175586"/>
                  </a:moveTo>
                  <a:lnTo>
                    <a:pt x="740515" y="155576"/>
                  </a:lnTo>
                  <a:lnTo>
                    <a:pt x="751152" y="171289"/>
                  </a:lnTo>
                  <a:close/>
                  <a:moveTo>
                    <a:pt x="721179" y="123821"/>
                  </a:moveTo>
                  <a:lnTo>
                    <a:pt x="751152" y="171289"/>
                  </a:lnTo>
                  <a:lnTo>
                    <a:pt x="717816" y="138831"/>
                  </a:lnTo>
                  <a:close/>
                  <a:moveTo>
                    <a:pt x="749329" y="158403"/>
                  </a:moveTo>
                  <a:lnTo>
                    <a:pt x="751152" y="171289"/>
                  </a:lnTo>
                  <a:lnTo>
                    <a:pt x="721179" y="123821"/>
                  </a:lnTo>
                  <a:close/>
                  <a:moveTo>
                    <a:pt x="801275" y="112881"/>
                  </a:moveTo>
                  <a:lnTo>
                    <a:pt x="852783" y="133758"/>
                  </a:lnTo>
                  <a:lnTo>
                    <a:pt x="812675" y="108377"/>
                  </a:lnTo>
                  <a:close/>
                  <a:moveTo>
                    <a:pt x="915898" y="52743"/>
                  </a:moveTo>
                  <a:lnTo>
                    <a:pt x="938369" y="70097"/>
                  </a:lnTo>
                  <a:lnTo>
                    <a:pt x="908095" y="35467"/>
                  </a:lnTo>
                  <a:close/>
                  <a:moveTo>
                    <a:pt x="908095" y="35467"/>
                  </a:moveTo>
                  <a:lnTo>
                    <a:pt x="938369" y="70097"/>
                  </a:lnTo>
                  <a:lnTo>
                    <a:pt x="943337" y="78652"/>
                  </a:lnTo>
                  <a:close/>
                  <a:moveTo>
                    <a:pt x="908095" y="35467"/>
                  </a:moveTo>
                  <a:lnTo>
                    <a:pt x="943337" y="78652"/>
                  </a:lnTo>
                  <a:lnTo>
                    <a:pt x="923990" y="49633"/>
                  </a:lnTo>
                  <a:close/>
                  <a:moveTo>
                    <a:pt x="863361" y="0"/>
                  </a:moveTo>
                  <a:lnTo>
                    <a:pt x="908095" y="35467"/>
                  </a:lnTo>
                  <a:lnTo>
                    <a:pt x="886007" y="8677"/>
                  </a:lnTo>
                  <a:close/>
                  <a:moveTo>
                    <a:pt x="915898" y="52743"/>
                  </a:moveTo>
                  <a:lnTo>
                    <a:pt x="908095" y="35467"/>
                  </a:lnTo>
                  <a:lnTo>
                    <a:pt x="901781" y="3334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91" name="Input_density__130">
              <a:extLst>
                <a:ext uri="{FF2B5EF4-FFF2-40B4-BE49-F238E27FC236}">
                  <a16:creationId xmlns:a16="http://schemas.microsoft.com/office/drawing/2014/main" id="{3BFCC86D-9C2F-423E-9F63-9A30005924C0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500223"/>
              <a:ext cx="1193883" cy="1387021"/>
            </a:xfrm>
            <a:custGeom>
              <a:avLst/>
              <a:gdLst/>
              <a:ahLst/>
              <a:cxnLst/>
              <a:rect l="0" t="0" r="0" b="0"/>
              <a:pathLst>
                <a:path w="1193883" h="1387021">
                  <a:moveTo>
                    <a:pt x="233660" y="1066677"/>
                  </a:moveTo>
                  <a:lnTo>
                    <a:pt x="263543" y="1093595"/>
                  </a:lnTo>
                  <a:lnTo>
                    <a:pt x="226368" y="1051982"/>
                  </a:lnTo>
                  <a:close/>
                  <a:moveTo>
                    <a:pt x="226368" y="1051982"/>
                  </a:moveTo>
                  <a:lnTo>
                    <a:pt x="223808" y="1049493"/>
                  </a:lnTo>
                  <a:lnTo>
                    <a:pt x="201223" y="1040246"/>
                  </a:lnTo>
                  <a:close/>
                  <a:moveTo>
                    <a:pt x="60493" y="695392"/>
                  </a:moveTo>
                  <a:lnTo>
                    <a:pt x="19800" y="664760"/>
                  </a:lnTo>
                  <a:lnTo>
                    <a:pt x="401" y="691501"/>
                  </a:lnTo>
                  <a:close/>
                  <a:moveTo>
                    <a:pt x="437089" y="1088637"/>
                  </a:moveTo>
                  <a:lnTo>
                    <a:pt x="440295" y="1118800"/>
                  </a:lnTo>
                  <a:lnTo>
                    <a:pt x="463254" y="1108428"/>
                  </a:lnTo>
                  <a:close/>
                  <a:moveTo>
                    <a:pt x="365786" y="1064649"/>
                  </a:moveTo>
                  <a:lnTo>
                    <a:pt x="330441" y="1081802"/>
                  </a:lnTo>
                  <a:lnTo>
                    <a:pt x="362352" y="1076535"/>
                  </a:lnTo>
                  <a:close/>
                  <a:moveTo>
                    <a:pt x="244429" y="922045"/>
                  </a:moveTo>
                  <a:lnTo>
                    <a:pt x="222027" y="925611"/>
                  </a:lnTo>
                  <a:lnTo>
                    <a:pt x="228168" y="916277"/>
                  </a:lnTo>
                  <a:close/>
                  <a:moveTo>
                    <a:pt x="220353" y="919353"/>
                  </a:moveTo>
                  <a:lnTo>
                    <a:pt x="244429" y="922045"/>
                  </a:lnTo>
                  <a:lnTo>
                    <a:pt x="228168" y="916277"/>
                  </a:lnTo>
                  <a:close/>
                  <a:moveTo>
                    <a:pt x="73661" y="701515"/>
                  </a:moveTo>
                  <a:lnTo>
                    <a:pt x="100102" y="718907"/>
                  </a:lnTo>
                  <a:lnTo>
                    <a:pt x="72304" y="693245"/>
                  </a:lnTo>
                  <a:close/>
                  <a:moveTo>
                    <a:pt x="60493" y="695392"/>
                  </a:moveTo>
                  <a:lnTo>
                    <a:pt x="73661" y="701515"/>
                  </a:lnTo>
                  <a:lnTo>
                    <a:pt x="72304" y="693245"/>
                  </a:lnTo>
                  <a:close/>
                  <a:moveTo>
                    <a:pt x="20734" y="575107"/>
                  </a:moveTo>
                  <a:lnTo>
                    <a:pt x="9915" y="582636"/>
                  </a:lnTo>
                  <a:lnTo>
                    <a:pt x="44095" y="610822"/>
                  </a:lnTo>
                  <a:close/>
                  <a:moveTo>
                    <a:pt x="36668" y="543227"/>
                  </a:moveTo>
                  <a:lnTo>
                    <a:pt x="9675" y="538084"/>
                  </a:lnTo>
                  <a:lnTo>
                    <a:pt x="0" y="591250"/>
                  </a:lnTo>
                  <a:close/>
                  <a:moveTo>
                    <a:pt x="123860" y="615317"/>
                  </a:moveTo>
                  <a:lnTo>
                    <a:pt x="131494" y="647577"/>
                  </a:lnTo>
                  <a:lnTo>
                    <a:pt x="139453" y="645250"/>
                  </a:lnTo>
                  <a:close/>
                  <a:moveTo>
                    <a:pt x="123860" y="615317"/>
                  </a:moveTo>
                  <a:lnTo>
                    <a:pt x="139453" y="645250"/>
                  </a:lnTo>
                  <a:lnTo>
                    <a:pt x="156514" y="612831"/>
                  </a:lnTo>
                  <a:close/>
                  <a:moveTo>
                    <a:pt x="21100" y="573543"/>
                  </a:moveTo>
                  <a:lnTo>
                    <a:pt x="20734" y="575107"/>
                  </a:lnTo>
                  <a:lnTo>
                    <a:pt x="73272" y="602963"/>
                  </a:lnTo>
                  <a:close/>
                  <a:moveTo>
                    <a:pt x="12363" y="543810"/>
                  </a:moveTo>
                  <a:lnTo>
                    <a:pt x="21100" y="573543"/>
                  </a:lnTo>
                  <a:lnTo>
                    <a:pt x="47940" y="552251"/>
                  </a:lnTo>
                  <a:close/>
                  <a:moveTo>
                    <a:pt x="801766" y="1365493"/>
                  </a:moveTo>
                  <a:lnTo>
                    <a:pt x="828161" y="1379937"/>
                  </a:lnTo>
                  <a:lnTo>
                    <a:pt x="854546" y="1385065"/>
                  </a:lnTo>
                  <a:close/>
                  <a:moveTo>
                    <a:pt x="871949" y="1385065"/>
                  </a:moveTo>
                  <a:lnTo>
                    <a:pt x="852859" y="1387021"/>
                  </a:lnTo>
                  <a:lnTo>
                    <a:pt x="834489" y="1365493"/>
                  </a:lnTo>
                  <a:close/>
                  <a:moveTo>
                    <a:pt x="61478" y="478310"/>
                  </a:moveTo>
                  <a:lnTo>
                    <a:pt x="62006" y="433134"/>
                  </a:lnTo>
                  <a:lnTo>
                    <a:pt x="64997" y="466190"/>
                  </a:lnTo>
                  <a:close/>
                  <a:moveTo>
                    <a:pt x="860017" y="1336454"/>
                  </a:moveTo>
                  <a:lnTo>
                    <a:pt x="871949" y="1385065"/>
                  </a:lnTo>
                  <a:lnTo>
                    <a:pt x="876884" y="1348310"/>
                  </a:lnTo>
                  <a:close/>
                  <a:moveTo>
                    <a:pt x="571911" y="976904"/>
                  </a:moveTo>
                  <a:lnTo>
                    <a:pt x="589094" y="1012779"/>
                  </a:lnTo>
                  <a:lnTo>
                    <a:pt x="598282" y="966328"/>
                  </a:lnTo>
                  <a:close/>
                  <a:moveTo>
                    <a:pt x="565321" y="1010784"/>
                  </a:moveTo>
                  <a:lnTo>
                    <a:pt x="589094" y="1012779"/>
                  </a:lnTo>
                  <a:lnTo>
                    <a:pt x="571911" y="976904"/>
                  </a:lnTo>
                  <a:close/>
                  <a:moveTo>
                    <a:pt x="265055" y="613210"/>
                  </a:moveTo>
                  <a:lnTo>
                    <a:pt x="305848" y="638819"/>
                  </a:lnTo>
                  <a:lnTo>
                    <a:pt x="278367" y="626851"/>
                  </a:lnTo>
                  <a:close/>
                  <a:moveTo>
                    <a:pt x="333010" y="599078"/>
                  </a:moveTo>
                  <a:lnTo>
                    <a:pt x="308901" y="616434"/>
                  </a:lnTo>
                  <a:lnTo>
                    <a:pt x="305848" y="638819"/>
                  </a:lnTo>
                  <a:close/>
                  <a:moveTo>
                    <a:pt x="174654" y="529971"/>
                  </a:moveTo>
                  <a:lnTo>
                    <a:pt x="193348" y="539700"/>
                  </a:lnTo>
                  <a:lnTo>
                    <a:pt x="174453" y="487486"/>
                  </a:lnTo>
                  <a:close/>
                  <a:moveTo>
                    <a:pt x="174453" y="487486"/>
                  </a:moveTo>
                  <a:lnTo>
                    <a:pt x="195327" y="537163"/>
                  </a:lnTo>
                  <a:lnTo>
                    <a:pt x="215960" y="518096"/>
                  </a:lnTo>
                  <a:close/>
                  <a:moveTo>
                    <a:pt x="927574" y="1367882"/>
                  </a:moveTo>
                  <a:lnTo>
                    <a:pt x="938206" y="1371811"/>
                  </a:lnTo>
                  <a:lnTo>
                    <a:pt x="948097" y="1386788"/>
                  </a:lnTo>
                  <a:close/>
                  <a:moveTo>
                    <a:pt x="589551" y="883932"/>
                  </a:moveTo>
                  <a:lnTo>
                    <a:pt x="570955" y="916709"/>
                  </a:lnTo>
                  <a:lnTo>
                    <a:pt x="597749" y="922015"/>
                  </a:lnTo>
                  <a:close/>
                  <a:moveTo>
                    <a:pt x="589551" y="883932"/>
                  </a:moveTo>
                  <a:lnTo>
                    <a:pt x="597749" y="922015"/>
                  </a:lnTo>
                  <a:lnTo>
                    <a:pt x="603525" y="926822"/>
                  </a:lnTo>
                  <a:close/>
                  <a:moveTo>
                    <a:pt x="497841" y="770073"/>
                  </a:moveTo>
                  <a:lnTo>
                    <a:pt x="456953" y="796246"/>
                  </a:lnTo>
                  <a:lnTo>
                    <a:pt x="491958" y="802549"/>
                  </a:lnTo>
                  <a:close/>
                  <a:moveTo>
                    <a:pt x="392619" y="667198"/>
                  </a:moveTo>
                  <a:lnTo>
                    <a:pt x="363462" y="695854"/>
                  </a:lnTo>
                  <a:lnTo>
                    <a:pt x="391991" y="677944"/>
                  </a:lnTo>
                  <a:close/>
                  <a:moveTo>
                    <a:pt x="392619" y="667198"/>
                  </a:moveTo>
                  <a:lnTo>
                    <a:pt x="396348" y="669537"/>
                  </a:lnTo>
                  <a:lnTo>
                    <a:pt x="404604" y="628892"/>
                  </a:lnTo>
                  <a:close/>
                  <a:moveTo>
                    <a:pt x="330869" y="602361"/>
                  </a:moveTo>
                  <a:lnTo>
                    <a:pt x="308901" y="616434"/>
                  </a:lnTo>
                  <a:lnTo>
                    <a:pt x="366801" y="612129"/>
                  </a:lnTo>
                  <a:close/>
                  <a:moveTo>
                    <a:pt x="1003206" y="1346056"/>
                  </a:moveTo>
                  <a:lnTo>
                    <a:pt x="1003786" y="1374217"/>
                  </a:lnTo>
                  <a:lnTo>
                    <a:pt x="1006346" y="1350698"/>
                  </a:lnTo>
                  <a:close/>
                  <a:moveTo>
                    <a:pt x="997903" y="1305620"/>
                  </a:moveTo>
                  <a:lnTo>
                    <a:pt x="1006346" y="1350698"/>
                  </a:lnTo>
                  <a:lnTo>
                    <a:pt x="998376" y="1313943"/>
                  </a:lnTo>
                  <a:close/>
                  <a:moveTo>
                    <a:pt x="997903" y="1305620"/>
                  </a:moveTo>
                  <a:lnTo>
                    <a:pt x="1003206" y="1346056"/>
                  </a:lnTo>
                  <a:lnTo>
                    <a:pt x="1006346" y="1350698"/>
                  </a:lnTo>
                  <a:close/>
                  <a:moveTo>
                    <a:pt x="820677" y="1010460"/>
                  </a:moveTo>
                  <a:lnTo>
                    <a:pt x="809016" y="1002720"/>
                  </a:lnTo>
                  <a:lnTo>
                    <a:pt x="803871" y="1028864"/>
                  </a:lnTo>
                  <a:close/>
                  <a:moveTo>
                    <a:pt x="573446" y="825190"/>
                  </a:moveTo>
                  <a:lnTo>
                    <a:pt x="589266" y="872883"/>
                  </a:lnTo>
                  <a:lnTo>
                    <a:pt x="586219" y="836128"/>
                  </a:lnTo>
                  <a:close/>
                  <a:moveTo>
                    <a:pt x="366801" y="612129"/>
                  </a:moveTo>
                  <a:lnTo>
                    <a:pt x="375106" y="615599"/>
                  </a:lnTo>
                  <a:lnTo>
                    <a:pt x="409374" y="608830"/>
                  </a:lnTo>
                  <a:close/>
                  <a:moveTo>
                    <a:pt x="380144" y="542088"/>
                  </a:moveTo>
                  <a:lnTo>
                    <a:pt x="368093" y="520751"/>
                  </a:lnTo>
                  <a:lnTo>
                    <a:pt x="367134" y="526588"/>
                  </a:lnTo>
                  <a:close/>
                  <a:moveTo>
                    <a:pt x="361815" y="524905"/>
                  </a:moveTo>
                  <a:lnTo>
                    <a:pt x="367134" y="526588"/>
                  </a:lnTo>
                  <a:lnTo>
                    <a:pt x="368093" y="520751"/>
                  </a:lnTo>
                  <a:close/>
                  <a:moveTo>
                    <a:pt x="877946" y="985537"/>
                  </a:moveTo>
                  <a:lnTo>
                    <a:pt x="849396" y="978290"/>
                  </a:lnTo>
                  <a:lnTo>
                    <a:pt x="881857" y="987810"/>
                  </a:lnTo>
                  <a:close/>
                  <a:moveTo>
                    <a:pt x="752277" y="864334"/>
                  </a:moveTo>
                  <a:lnTo>
                    <a:pt x="715095" y="849892"/>
                  </a:lnTo>
                  <a:lnTo>
                    <a:pt x="727810" y="869061"/>
                  </a:lnTo>
                  <a:close/>
                  <a:moveTo>
                    <a:pt x="357537" y="400149"/>
                  </a:moveTo>
                  <a:lnTo>
                    <a:pt x="388735" y="401874"/>
                  </a:lnTo>
                  <a:lnTo>
                    <a:pt x="360302" y="395414"/>
                  </a:lnTo>
                  <a:close/>
                  <a:moveTo>
                    <a:pt x="388735" y="401874"/>
                  </a:moveTo>
                  <a:lnTo>
                    <a:pt x="390990" y="385575"/>
                  </a:lnTo>
                  <a:lnTo>
                    <a:pt x="360302" y="395414"/>
                  </a:lnTo>
                  <a:close/>
                  <a:moveTo>
                    <a:pt x="696804" y="838517"/>
                  </a:moveTo>
                  <a:lnTo>
                    <a:pt x="702503" y="846280"/>
                  </a:lnTo>
                  <a:lnTo>
                    <a:pt x="715095" y="849892"/>
                  </a:lnTo>
                  <a:close/>
                  <a:moveTo>
                    <a:pt x="696804" y="838517"/>
                  </a:moveTo>
                  <a:lnTo>
                    <a:pt x="683611" y="816892"/>
                  </a:lnTo>
                  <a:lnTo>
                    <a:pt x="702503" y="846280"/>
                  </a:lnTo>
                  <a:close/>
                  <a:moveTo>
                    <a:pt x="696804" y="838517"/>
                  </a:moveTo>
                  <a:lnTo>
                    <a:pt x="678683" y="801762"/>
                  </a:lnTo>
                  <a:lnTo>
                    <a:pt x="683611" y="816892"/>
                  </a:lnTo>
                  <a:close/>
                  <a:moveTo>
                    <a:pt x="782708" y="835251"/>
                  </a:moveTo>
                  <a:lnTo>
                    <a:pt x="752277" y="864334"/>
                  </a:lnTo>
                  <a:lnTo>
                    <a:pt x="781310" y="848304"/>
                  </a:lnTo>
                  <a:close/>
                  <a:moveTo>
                    <a:pt x="763706" y="823611"/>
                  </a:moveTo>
                  <a:lnTo>
                    <a:pt x="774223" y="797403"/>
                  </a:lnTo>
                  <a:lnTo>
                    <a:pt x="744119" y="794789"/>
                  </a:lnTo>
                  <a:close/>
                  <a:moveTo>
                    <a:pt x="513298" y="497502"/>
                  </a:moveTo>
                  <a:lnTo>
                    <a:pt x="535240" y="543021"/>
                  </a:lnTo>
                  <a:lnTo>
                    <a:pt x="545661" y="493928"/>
                  </a:lnTo>
                  <a:close/>
                  <a:moveTo>
                    <a:pt x="1177323" y="1171700"/>
                  </a:moveTo>
                  <a:lnTo>
                    <a:pt x="1179567" y="1176789"/>
                  </a:lnTo>
                  <a:lnTo>
                    <a:pt x="1187060" y="1176311"/>
                  </a:lnTo>
                  <a:close/>
                  <a:moveTo>
                    <a:pt x="950640" y="915255"/>
                  </a:moveTo>
                  <a:lnTo>
                    <a:pt x="948702" y="914415"/>
                  </a:lnTo>
                  <a:lnTo>
                    <a:pt x="953237" y="956868"/>
                  </a:lnTo>
                  <a:close/>
                  <a:moveTo>
                    <a:pt x="953237" y="956868"/>
                  </a:moveTo>
                  <a:lnTo>
                    <a:pt x="945998" y="994107"/>
                  </a:lnTo>
                  <a:lnTo>
                    <a:pt x="968830" y="968353"/>
                  </a:lnTo>
                  <a:close/>
                  <a:moveTo>
                    <a:pt x="968830" y="968353"/>
                  </a:moveTo>
                  <a:lnTo>
                    <a:pt x="950640" y="915255"/>
                  </a:lnTo>
                  <a:lnTo>
                    <a:pt x="953237" y="956868"/>
                  </a:lnTo>
                  <a:close/>
                  <a:moveTo>
                    <a:pt x="881544" y="906071"/>
                  </a:moveTo>
                  <a:lnTo>
                    <a:pt x="897899" y="885274"/>
                  </a:lnTo>
                  <a:lnTo>
                    <a:pt x="914198" y="903585"/>
                  </a:lnTo>
                  <a:close/>
                  <a:moveTo>
                    <a:pt x="1177323" y="1171700"/>
                  </a:moveTo>
                  <a:lnTo>
                    <a:pt x="1187060" y="1176311"/>
                  </a:lnTo>
                  <a:lnTo>
                    <a:pt x="1187842" y="1170061"/>
                  </a:lnTo>
                  <a:close/>
                  <a:moveTo>
                    <a:pt x="1187842" y="1170061"/>
                  </a:moveTo>
                  <a:lnTo>
                    <a:pt x="1187060" y="1176311"/>
                  </a:lnTo>
                  <a:lnTo>
                    <a:pt x="1193883" y="1171700"/>
                  </a:lnTo>
                  <a:close/>
                  <a:moveTo>
                    <a:pt x="959271" y="897232"/>
                  </a:moveTo>
                  <a:lnTo>
                    <a:pt x="948702" y="914415"/>
                  </a:lnTo>
                  <a:lnTo>
                    <a:pt x="950640" y="915255"/>
                  </a:lnTo>
                  <a:close/>
                  <a:moveTo>
                    <a:pt x="948702" y="914415"/>
                  </a:moveTo>
                  <a:lnTo>
                    <a:pt x="959271" y="897232"/>
                  </a:lnTo>
                  <a:lnTo>
                    <a:pt x="914198" y="903585"/>
                  </a:lnTo>
                  <a:close/>
                  <a:moveTo>
                    <a:pt x="951647" y="914415"/>
                  </a:moveTo>
                  <a:lnTo>
                    <a:pt x="974053" y="906586"/>
                  </a:lnTo>
                  <a:lnTo>
                    <a:pt x="950640" y="915255"/>
                  </a:lnTo>
                  <a:close/>
                  <a:moveTo>
                    <a:pt x="951647" y="914415"/>
                  </a:moveTo>
                  <a:lnTo>
                    <a:pt x="994907" y="897232"/>
                  </a:lnTo>
                  <a:lnTo>
                    <a:pt x="974053" y="906586"/>
                  </a:lnTo>
                  <a:close/>
                  <a:moveTo>
                    <a:pt x="600584" y="472239"/>
                  </a:moveTo>
                  <a:lnTo>
                    <a:pt x="595666" y="493895"/>
                  </a:lnTo>
                  <a:lnTo>
                    <a:pt x="599868" y="475814"/>
                  </a:lnTo>
                  <a:close/>
                  <a:moveTo>
                    <a:pt x="600584" y="472239"/>
                  </a:moveTo>
                  <a:lnTo>
                    <a:pt x="602513" y="473355"/>
                  </a:lnTo>
                  <a:lnTo>
                    <a:pt x="616612" y="442209"/>
                  </a:lnTo>
                  <a:close/>
                  <a:moveTo>
                    <a:pt x="616612" y="442209"/>
                  </a:moveTo>
                  <a:lnTo>
                    <a:pt x="602513" y="473355"/>
                  </a:lnTo>
                  <a:lnTo>
                    <a:pt x="630646" y="466312"/>
                  </a:lnTo>
                  <a:close/>
                  <a:moveTo>
                    <a:pt x="616612" y="442209"/>
                  </a:moveTo>
                  <a:lnTo>
                    <a:pt x="630646" y="466312"/>
                  </a:lnTo>
                  <a:lnTo>
                    <a:pt x="650780" y="445382"/>
                  </a:lnTo>
                  <a:close/>
                  <a:moveTo>
                    <a:pt x="978652" y="891459"/>
                  </a:moveTo>
                  <a:lnTo>
                    <a:pt x="994907" y="897232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7580" y="811153"/>
                  </a:lnTo>
                  <a:lnTo>
                    <a:pt x="1004040" y="853159"/>
                  </a:lnTo>
                  <a:close/>
                  <a:moveTo>
                    <a:pt x="1034673" y="810597"/>
                  </a:moveTo>
                  <a:lnTo>
                    <a:pt x="1004040" y="853159"/>
                  </a:lnTo>
                  <a:lnTo>
                    <a:pt x="1031989" y="857525"/>
                  </a:lnTo>
                  <a:close/>
                  <a:moveTo>
                    <a:pt x="1013687" y="806538"/>
                  </a:moveTo>
                  <a:lnTo>
                    <a:pt x="1034673" y="810597"/>
                  </a:lnTo>
                  <a:lnTo>
                    <a:pt x="1030910" y="773805"/>
                  </a:lnTo>
                  <a:close/>
                  <a:moveTo>
                    <a:pt x="962893" y="768654"/>
                  </a:moveTo>
                  <a:lnTo>
                    <a:pt x="934392" y="748453"/>
                  </a:lnTo>
                  <a:lnTo>
                    <a:pt x="964592" y="769783"/>
                  </a:lnTo>
                  <a:close/>
                  <a:moveTo>
                    <a:pt x="686560" y="402233"/>
                  </a:moveTo>
                  <a:lnTo>
                    <a:pt x="697321" y="447769"/>
                  </a:lnTo>
                  <a:lnTo>
                    <a:pt x="690910" y="438988"/>
                  </a:lnTo>
                  <a:close/>
                  <a:moveTo>
                    <a:pt x="1008492" y="804793"/>
                  </a:moveTo>
                  <a:lnTo>
                    <a:pt x="1030910" y="773805"/>
                  </a:lnTo>
                  <a:lnTo>
                    <a:pt x="1018473" y="755674"/>
                  </a:lnTo>
                  <a:close/>
                  <a:moveTo>
                    <a:pt x="1013687" y="806538"/>
                  </a:moveTo>
                  <a:lnTo>
                    <a:pt x="1030910" y="773805"/>
                  </a:lnTo>
                  <a:lnTo>
                    <a:pt x="1008492" y="804793"/>
                  </a:lnTo>
                  <a:close/>
                  <a:moveTo>
                    <a:pt x="962893" y="768654"/>
                  </a:moveTo>
                  <a:lnTo>
                    <a:pt x="964592" y="769783"/>
                  </a:lnTo>
                  <a:lnTo>
                    <a:pt x="966031" y="767478"/>
                  </a:lnTo>
                  <a:close/>
                  <a:moveTo>
                    <a:pt x="672320" y="348295"/>
                  </a:moveTo>
                  <a:lnTo>
                    <a:pt x="657036" y="372563"/>
                  </a:lnTo>
                  <a:lnTo>
                    <a:pt x="667056" y="355792"/>
                  </a:lnTo>
                  <a:close/>
                  <a:moveTo>
                    <a:pt x="667056" y="355792"/>
                  </a:moveTo>
                  <a:lnTo>
                    <a:pt x="651514" y="351916"/>
                  </a:lnTo>
                  <a:lnTo>
                    <a:pt x="672320" y="348295"/>
                  </a:lnTo>
                  <a:close/>
                  <a:moveTo>
                    <a:pt x="1020885" y="705224"/>
                  </a:moveTo>
                  <a:lnTo>
                    <a:pt x="1021330" y="752600"/>
                  </a:lnTo>
                  <a:lnTo>
                    <a:pt x="1037630" y="715845"/>
                  </a:lnTo>
                  <a:close/>
                  <a:moveTo>
                    <a:pt x="1020885" y="705224"/>
                  </a:moveTo>
                  <a:lnTo>
                    <a:pt x="1037630" y="715845"/>
                  </a:lnTo>
                  <a:lnTo>
                    <a:pt x="1031328" y="679075"/>
                  </a:lnTo>
                  <a:close/>
                  <a:moveTo>
                    <a:pt x="912092" y="560505"/>
                  </a:moveTo>
                  <a:lnTo>
                    <a:pt x="925454" y="605580"/>
                  </a:lnTo>
                  <a:lnTo>
                    <a:pt x="920667" y="568825"/>
                  </a:lnTo>
                  <a:close/>
                  <a:moveTo>
                    <a:pt x="693537" y="288247"/>
                  </a:moveTo>
                  <a:lnTo>
                    <a:pt x="729095" y="296618"/>
                  </a:lnTo>
                  <a:lnTo>
                    <a:pt x="753207" y="290559"/>
                  </a:lnTo>
                  <a:close/>
                  <a:moveTo>
                    <a:pt x="916101" y="378258"/>
                  </a:moveTo>
                  <a:lnTo>
                    <a:pt x="915545" y="424193"/>
                  </a:lnTo>
                  <a:lnTo>
                    <a:pt x="960822" y="376077"/>
                  </a:lnTo>
                  <a:close/>
                  <a:moveTo>
                    <a:pt x="717816" y="130153"/>
                  </a:moveTo>
                  <a:lnTo>
                    <a:pt x="751152" y="162612"/>
                  </a:lnTo>
                  <a:lnTo>
                    <a:pt x="740515" y="146898"/>
                  </a:lnTo>
                  <a:close/>
                  <a:moveTo>
                    <a:pt x="734333" y="123787"/>
                  </a:moveTo>
                  <a:lnTo>
                    <a:pt x="747105" y="112970"/>
                  </a:lnTo>
                  <a:lnTo>
                    <a:pt x="723475" y="111557"/>
                  </a:lnTo>
                  <a:close/>
                  <a:moveTo>
                    <a:pt x="721179" y="115143"/>
                  </a:moveTo>
                  <a:lnTo>
                    <a:pt x="717816" y="130153"/>
                  </a:lnTo>
                  <a:lnTo>
                    <a:pt x="734333" y="123787"/>
                  </a:lnTo>
                  <a:close/>
                  <a:moveTo>
                    <a:pt x="994774" y="378439"/>
                  </a:moveTo>
                  <a:lnTo>
                    <a:pt x="981746" y="358101"/>
                  </a:lnTo>
                  <a:lnTo>
                    <a:pt x="960822" y="376077"/>
                  </a:lnTo>
                  <a:close/>
                  <a:moveTo>
                    <a:pt x="797933" y="95787"/>
                  </a:moveTo>
                  <a:lnTo>
                    <a:pt x="801275" y="104203"/>
                  </a:lnTo>
                  <a:lnTo>
                    <a:pt x="812675" y="99699"/>
                  </a:lnTo>
                  <a:close/>
                  <a:moveTo>
                    <a:pt x="908095" y="26790"/>
                  </a:moveTo>
                  <a:lnTo>
                    <a:pt x="923990" y="40956"/>
                  </a:lnTo>
                  <a:lnTo>
                    <a:pt x="886007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92" name="Input_density__131">
              <a:extLst>
                <a:ext uri="{FF2B5EF4-FFF2-40B4-BE49-F238E27FC236}">
                  <a16:creationId xmlns:a16="http://schemas.microsoft.com/office/drawing/2014/main" id="{016E0316-17DA-494F-5F02-1C2E0BA5CA43}"/>
                </a:ext>
              </a:extLst>
            </p:cNvPr>
            <p:cNvSpPr>
              <a:spLocks noGrp="1"/>
            </p:cNvSpPr>
            <p:nvPr/>
          </p:nvSpPr>
          <p:spPr>
            <a:xfrm>
              <a:off x="679784" y="1485900"/>
              <a:ext cx="1190195" cy="1398577"/>
            </a:xfrm>
            <a:custGeom>
              <a:avLst/>
              <a:gdLst/>
              <a:ahLst/>
              <a:cxnLst/>
              <a:rect l="0" t="0" r="0" b="0"/>
              <a:pathLst>
                <a:path w="1190195" h="1398577">
                  <a:moveTo>
                    <a:pt x="418122" y="1120143"/>
                  </a:moveTo>
                  <a:lnTo>
                    <a:pt x="396479" y="1083388"/>
                  </a:lnTo>
                  <a:lnTo>
                    <a:pt x="392415" y="1129158"/>
                  </a:lnTo>
                  <a:close/>
                  <a:moveTo>
                    <a:pt x="396479" y="1083388"/>
                  </a:moveTo>
                  <a:lnTo>
                    <a:pt x="391392" y="1085243"/>
                  </a:lnTo>
                  <a:lnTo>
                    <a:pt x="392415" y="1129158"/>
                  </a:lnTo>
                  <a:close/>
                  <a:moveTo>
                    <a:pt x="244429" y="936368"/>
                  </a:moveTo>
                  <a:lnTo>
                    <a:pt x="190317" y="916625"/>
                  </a:lnTo>
                  <a:lnTo>
                    <a:pt x="190369" y="916796"/>
                  </a:lnTo>
                  <a:close/>
                  <a:moveTo>
                    <a:pt x="190369" y="916796"/>
                  </a:moveTo>
                  <a:lnTo>
                    <a:pt x="190410" y="917931"/>
                  </a:lnTo>
                  <a:lnTo>
                    <a:pt x="244429" y="936368"/>
                  </a:lnTo>
                  <a:close/>
                  <a:moveTo>
                    <a:pt x="406977" y="1029449"/>
                  </a:moveTo>
                  <a:lnTo>
                    <a:pt x="391422" y="1074970"/>
                  </a:lnTo>
                  <a:lnTo>
                    <a:pt x="396479" y="1083388"/>
                  </a:lnTo>
                  <a:close/>
                  <a:moveTo>
                    <a:pt x="222159" y="844222"/>
                  </a:moveTo>
                  <a:lnTo>
                    <a:pt x="184870" y="862858"/>
                  </a:lnTo>
                  <a:lnTo>
                    <a:pt x="219936" y="845674"/>
                  </a:lnTo>
                  <a:close/>
                  <a:moveTo>
                    <a:pt x="252243" y="832123"/>
                  </a:moveTo>
                  <a:lnTo>
                    <a:pt x="198525" y="852065"/>
                  </a:lnTo>
                  <a:lnTo>
                    <a:pt x="222159" y="844222"/>
                  </a:lnTo>
                  <a:close/>
                  <a:moveTo>
                    <a:pt x="23895" y="630341"/>
                  </a:moveTo>
                  <a:lnTo>
                    <a:pt x="18670" y="677923"/>
                  </a:lnTo>
                  <a:lnTo>
                    <a:pt x="44095" y="625145"/>
                  </a:lnTo>
                  <a:close/>
                  <a:moveTo>
                    <a:pt x="44095" y="625145"/>
                  </a:moveTo>
                  <a:lnTo>
                    <a:pt x="18670" y="677923"/>
                  </a:lnTo>
                  <a:lnTo>
                    <a:pt x="19800" y="679083"/>
                  </a:lnTo>
                  <a:close/>
                  <a:moveTo>
                    <a:pt x="47940" y="566574"/>
                  </a:moveTo>
                  <a:lnTo>
                    <a:pt x="36668" y="557550"/>
                  </a:lnTo>
                  <a:lnTo>
                    <a:pt x="0" y="605573"/>
                  </a:lnTo>
                  <a:close/>
                  <a:moveTo>
                    <a:pt x="222159" y="844222"/>
                  </a:moveTo>
                  <a:lnTo>
                    <a:pt x="224065" y="844441"/>
                  </a:lnTo>
                  <a:lnTo>
                    <a:pt x="252243" y="832123"/>
                  </a:lnTo>
                  <a:close/>
                  <a:moveTo>
                    <a:pt x="62634" y="551635"/>
                  </a:moveTo>
                  <a:lnTo>
                    <a:pt x="84503" y="571206"/>
                  </a:lnTo>
                  <a:lnTo>
                    <a:pt x="76689" y="534451"/>
                  </a:lnTo>
                  <a:close/>
                  <a:moveTo>
                    <a:pt x="62634" y="551635"/>
                  </a:moveTo>
                  <a:lnTo>
                    <a:pt x="76689" y="534451"/>
                  </a:lnTo>
                  <a:lnTo>
                    <a:pt x="41132" y="541121"/>
                  </a:lnTo>
                  <a:close/>
                  <a:moveTo>
                    <a:pt x="76689" y="534451"/>
                  </a:moveTo>
                  <a:lnTo>
                    <a:pt x="58222" y="508809"/>
                  </a:lnTo>
                  <a:lnTo>
                    <a:pt x="41132" y="541121"/>
                  </a:lnTo>
                  <a:close/>
                  <a:moveTo>
                    <a:pt x="795773" y="1331171"/>
                  </a:moveTo>
                  <a:lnTo>
                    <a:pt x="788701" y="1371301"/>
                  </a:lnTo>
                  <a:lnTo>
                    <a:pt x="806979" y="1325878"/>
                  </a:lnTo>
                  <a:close/>
                  <a:moveTo>
                    <a:pt x="806979" y="1325878"/>
                  </a:moveTo>
                  <a:lnTo>
                    <a:pt x="801766" y="1379816"/>
                  </a:lnTo>
                  <a:lnTo>
                    <a:pt x="830379" y="1362633"/>
                  </a:lnTo>
                  <a:close/>
                  <a:moveTo>
                    <a:pt x="772086" y="1343061"/>
                  </a:moveTo>
                  <a:lnTo>
                    <a:pt x="788701" y="1371301"/>
                  </a:lnTo>
                  <a:lnTo>
                    <a:pt x="795773" y="1331171"/>
                  </a:lnTo>
                  <a:close/>
                  <a:moveTo>
                    <a:pt x="263570" y="682056"/>
                  </a:moveTo>
                  <a:lnTo>
                    <a:pt x="268441" y="664288"/>
                  </a:lnTo>
                  <a:lnTo>
                    <a:pt x="243097" y="681471"/>
                  </a:lnTo>
                  <a:close/>
                  <a:moveTo>
                    <a:pt x="76689" y="534451"/>
                  </a:moveTo>
                  <a:lnTo>
                    <a:pt x="84503" y="571206"/>
                  </a:lnTo>
                  <a:lnTo>
                    <a:pt x="121215" y="554023"/>
                  </a:lnTo>
                  <a:close/>
                  <a:moveTo>
                    <a:pt x="61478" y="492633"/>
                  </a:moveTo>
                  <a:lnTo>
                    <a:pt x="58222" y="508809"/>
                  </a:lnTo>
                  <a:lnTo>
                    <a:pt x="95238" y="480513"/>
                  </a:lnTo>
                  <a:close/>
                  <a:moveTo>
                    <a:pt x="95238" y="480513"/>
                  </a:moveTo>
                  <a:lnTo>
                    <a:pt x="58222" y="508809"/>
                  </a:lnTo>
                  <a:lnTo>
                    <a:pt x="76689" y="534451"/>
                  </a:lnTo>
                  <a:close/>
                  <a:moveTo>
                    <a:pt x="95238" y="480513"/>
                  </a:moveTo>
                  <a:lnTo>
                    <a:pt x="76689" y="534451"/>
                  </a:lnTo>
                  <a:lnTo>
                    <a:pt x="99817" y="517268"/>
                  </a:lnTo>
                  <a:close/>
                  <a:moveTo>
                    <a:pt x="38897" y="436555"/>
                  </a:moveTo>
                  <a:lnTo>
                    <a:pt x="62006" y="447457"/>
                  </a:lnTo>
                  <a:lnTo>
                    <a:pt x="41869" y="424186"/>
                  </a:lnTo>
                  <a:close/>
                  <a:moveTo>
                    <a:pt x="41869" y="424186"/>
                  </a:moveTo>
                  <a:lnTo>
                    <a:pt x="69642" y="443758"/>
                  </a:lnTo>
                  <a:lnTo>
                    <a:pt x="67681" y="407003"/>
                  </a:lnTo>
                  <a:close/>
                  <a:moveTo>
                    <a:pt x="830379" y="1362633"/>
                  </a:moveTo>
                  <a:lnTo>
                    <a:pt x="856261" y="1398577"/>
                  </a:lnTo>
                  <a:lnTo>
                    <a:pt x="860017" y="1350777"/>
                  </a:lnTo>
                  <a:close/>
                  <a:moveTo>
                    <a:pt x="363462" y="710177"/>
                  </a:moveTo>
                  <a:lnTo>
                    <a:pt x="340097" y="683860"/>
                  </a:lnTo>
                  <a:lnTo>
                    <a:pt x="361082" y="724819"/>
                  </a:lnTo>
                  <a:close/>
                  <a:moveTo>
                    <a:pt x="361082" y="724819"/>
                  </a:moveTo>
                  <a:lnTo>
                    <a:pt x="340097" y="683860"/>
                  </a:lnTo>
                  <a:lnTo>
                    <a:pt x="309199" y="695164"/>
                  </a:lnTo>
                  <a:close/>
                  <a:moveTo>
                    <a:pt x="361082" y="724819"/>
                  </a:moveTo>
                  <a:lnTo>
                    <a:pt x="309199" y="695164"/>
                  </a:lnTo>
                  <a:lnTo>
                    <a:pt x="330291" y="722763"/>
                  </a:lnTo>
                  <a:close/>
                  <a:moveTo>
                    <a:pt x="278956" y="692663"/>
                  </a:moveTo>
                  <a:lnTo>
                    <a:pt x="268441" y="664288"/>
                  </a:lnTo>
                  <a:lnTo>
                    <a:pt x="263570" y="682056"/>
                  </a:lnTo>
                  <a:close/>
                  <a:moveTo>
                    <a:pt x="305848" y="653141"/>
                  </a:moveTo>
                  <a:lnTo>
                    <a:pt x="268441" y="664288"/>
                  </a:lnTo>
                  <a:lnTo>
                    <a:pt x="278956" y="692663"/>
                  </a:lnTo>
                  <a:close/>
                  <a:moveTo>
                    <a:pt x="309199" y="695164"/>
                  </a:moveTo>
                  <a:lnTo>
                    <a:pt x="305848" y="653141"/>
                  </a:lnTo>
                  <a:lnTo>
                    <a:pt x="278956" y="692663"/>
                  </a:lnTo>
                  <a:close/>
                  <a:moveTo>
                    <a:pt x="113611" y="398904"/>
                  </a:moveTo>
                  <a:lnTo>
                    <a:pt x="105989" y="394041"/>
                  </a:lnTo>
                  <a:lnTo>
                    <a:pt x="67681" y="407003"/>
                  </a:lnTo>
                  <a:close/>
                  <a:moveTo>
                    <a:pt x="86037" y="392019"/>
                  </a:moveTo>
                  <a:lnTo>
                    <a:pt x="67681" y="407003"/>
                  </a:lnTo>
                  <a:lnTo>
                    <a:pt x="105989" y="394041"/>
                  </a:lnTo>
                  <a:close/>
                  <a:moveTo>
                    <a:pt x="143950" y="387763"/>
                  </a:moveTo>
                  <a:lnTo>
                    <a:pt x="105989" y="394041"/>
                  </a:lnTo>
                  <a:lnTo>
                    <a:pt x="136849" y="389819"/>
                  </a:lnTo>
                  <a:close/>
                  <a:moveTo>
                    <a:pt x="86037" y="392019"/>
                  </a:moveTo>
                  <a:lnTo>
                    <a:pt x="105989" y="394041"/>
                  </a:lnTo>
                  <a:lnTo>
                    <a:pt x="143950" y="387763"/>
                  </a:lnTo>
                  <a:close/>
                  <a:moveTo>
                    <a:pt x="105989" y="394041"/>
                  </a:moveTo>
                  <a:lnTo>
                    <a:pt x="113611" y="398904"/>
                  </a:lnTo>
                  <a:lnTo>
                    <a:pt x="136849" y="389819"/>
                  </a:lnTo>
                  <a:close/>
                  <a:moveTo>
                    <a:pt x="906618" y="1345449"/>
                  </a:moveTo>
                  <a:lnTo>
                    <a:pt x="927574" y="1382204"/>
                  </a:lnTo>
                  <a:lnTo>
                    <a:pt x="958047" y="1365021"/>
                  </a:lnTo>
                  <a:close/>
                  <a:moveTo>
                    <a:pt x="522862" y="836206"/>
                  </a:moveTo>
                  <a:lnTo>
                    <a:pt x="499273" y="844221"/>
                  </a:lnTo>
                  <a:lnTo>
                    <a:pt x="466384" y="845831"/>
                  </a:lnTo>
                  <a:close/>
                  <a:moveTo>
                    <a:pt x="552400" y="822069"/>
                  </a:moveTo>
                  <a:lnTo>
                    <a:pt x="499273" y="844221"/>
                  </a:lnTo>
                  <a:lnTo>
                    <a:pt x="522862" y="836206"/>
                  </a:lnTo>
                  <a:close/>
                  <a:moveTo>
                    <a:pt x="546248" y="816877"/>
                  </a:moveTo>
                  <a:lnTo>
                    <a:pt x="491958" y="816872"/>
                  </a:lnTo>
                  <a:lnTo>
                    <a:pt x="505588" y="830880"/>
                  </a:lnTo>
                  <a:close/>
                  <a:moveTo>
                    <a:pt x="440028" y="714814"/>
                  </a:moveTo>
                  <a:lnTo>
                    <a:pt x="423689" y="720615"/>
                  </a:lnTo>
                  <a:lnTo>
                    <a:pt x="458470" y="720035"/>
                  </a:lnTo>
                  <a:close/>
                  <a:moveTo>
                    <a:pt x="458470" y="720035"/>
                  </a:moveTo>
                  <a:lnTo>
                    <a:pt x="491551" y="740186"/>
                  </a:lnTo>
                  <a:lnTo>
                    <a:pt x="440028" y="714814"/>
                  </a:lnTo>
                  <a:close/>
                  <a:moveTo>
                    <a:pt x="440028" y="714814"/>
                  </a:moveTo>
                  <a:lnTo>
                    <a:pt x="491551" y="740186"/>
                  </a:lnTo>
                  <a:lnTo>
                    <a:pt x="496022" y="741127"/>
                  </a:lnTo>
                  <a:close/>
                  <a:moveTo>
                    <a:pt x="340097" y="683860"/>
                  </a:moveTo>
                  <a:lnTo>
                    <a:pt x="363462" y="710177"/>
                  </a:lnTo>
                  <a:lnTo>
                    <a:pt x="366676" y="675525"/>
                  </a:lnTo>
                  <a:close/>
                  <a:moveTo>
                    <a:pt x="366676" y="675525"/>
                  </a:moveTo>
                  <a:lnTo>
                    <a:pt x="404604" y="643215"/>
                  </a:lnTo>
                  <a:lnTo>
                    <a:pt x="353235" y="647104"/>
                  </a:lnTo>
                  <a:close/>
                  <a:moveTo>
                    <a:pt x="146862" y="387900"/>
                  </a:moveTo>
                  <a:lnTo>
                    <a:pt x="136849" y="389819"/>
                  </a:lnTo>
                  <a:lnTo>
                    <a:pt x="168695" y="384071"/>
                  </a:lnTo>
                  <a:close/>
                  <a:moveTo>
                    <a:pt x="168695" y="384071"/>
                  </a:moveTo>
                  <a:lnTo>
                    <a:pt x="136849" y="389819"/>
                  </a:lnTo>
                  <a:lnTo>
                    <a:pt x="113611" y="398904"/>
                  </a:lnTo>
                  <a:close/>
                  <a:moveTo>
                    <a:pt x="143950" y="387763"/>
                  </a:moveTo>
                  <a:lnTo>
                    <a:pt x="136849" y="389819"/>
                  </a:lnTo>
                  <a:lnTo>
                    <a:pt x="146862" y="387900"/>
                  </a:lnTo>
                  <a:close/>
                  <a:moveTo>
                    <a:pt x="966859" y="1362840"/>
                  </a:moveTo>
                  <a:lnTo>
                    <a:pt x="997903" y="1319942"/>
                  </a:lnTo>
                  <a:lnTo>
                    <a:pt x="957755" y="1325494"/>
                  </a:lnTo>
                  <a:close/>
                  <a:moveTo>
                    <a:pt x="997903" y="1319942"/>
                  </a:moveTo>
                  <a:lnTo>
                    <a:pt x="1001865" y="1285149"/>
                  </a:lnTo>
                  <a:lnTo>
                    <a:pt x="957755" y="1325494"/>
                  </a:lnTo>
                  <a:close/>
                  <a:moveTo>
                    <a:pt x="795171" y="1070981"/>
                  </a:moveTo>
                  <a:lnTo>
                    <a:pt x="804807" y="1100090"/>
                  </a:lnTo>
                  <a:lnTo>
                    <a:pt x="841229" y="1058285"/>
                  </a:lnTo>
                  <a:close/>
                  <a:moveTo>
                    <a:pt x="841229" y="1058285"/>
                  </a:moveTo>
                  <a:lnTo>
                    <a:pt x="804807" y="1100090"/>
                  </a:lnTo>
                  <a:lnTo>
                    <a:pt x="807830" y="1057990"/>
                  </a:lnTo>
                  <a:close/>
                  <a:moveTo>
                    <a:pt x="738064" y="997471"/>
                  </a:moveTo>
                  <a:lnTo>
                    <a:pt x="791201" y="1017043"/>
                  </a:lnTo>
                  <a:lnTo>
                    <a:pt x="763885" y="980288"/>
                  </a:lnTo>
                  <a:close/>
                  <a:moveTo>
                    <a:pt x="458470" y="720035"/>
                  </a:moveTo>
                  <a:lnTo>
                    <a:pt x="445186" y="740186"/>
                  </a:lnTo>
                  <a:lnTo>
                    <a:pt x="470517" y="734774"/>
                  </a:lnTo>
                  <a:close/>
                  <a:moveTo>
                    <a:pt x="470517" y="734774"/>
                  </a:moveTo>
                  <a:lnTo>
                    <a:pt x="491551" y="740186"/>
                  </a:lnTo>
                  <a:lnTo>
                    <a:pt x="458470" y="720035"/>
                  </a:lnTo>
                  <a:close/>
                  <a:moveTo>
                    <a:pt x="409374" y="623153"/>
                  </a:moveTo>
                  <a:lnTo>
                    <a:pt x="444475" y="621704"/>
                  </a:lnTo>
                  <a:lnTo>
                    <a:pt x="437477" y="582647"/>
                  </a:lnTo>
                  <a:close/>
                  <a:moveTo>
                    <a:pt x="469276" y="612738"/>
                  </a:moveTo>
                  <a:lnTo>
                    <a:pt x="444475" y="621704"/>
                  </a:lnTo>
                  <a:lnTo>
                    <a:pt x="443721" y="664889"/>
                  </a:lnTo>
                  <a:close/>
                  <a:moveTo>
                    <a:pt x="221463" y="399086"/>
                  </a:moveTo>
                  <a:lnTo>
                    <a:pt x="216074" y="372636"/>
                  </a:lnTo>
                  <a:lnTo>
                    <a:pt x="203833" y="390869"/>
                  </a:lnTo>
                  <a:close/>
                  <a:moveTo>
                    <a:pt x="252597" y="356115"/>
                  </a:moveTo>
                  <a:lnTo>
                    <a:pt x="216074" y="372636"/>
                  </a:lnTo>
                  <a:lnTo>
                    <a:pt x="221463" y="399086"/>
                  </a:lnTo>
                  <a:close/>
                  <a:moveTo>
                    <a:pt x="257823" y="396614"/>
                  </a:moveTo>
                  <a:lnTo>
                    <a:pt x="252597" y="356115"/>
                  </a:lnTo>
                  <a:lnTo>
                    <a:pt x="221463" y="399086"/>
                  </a:lnTo>
                  <a:close/>
                  <a:moveTo>
                    <a:pt x="1002579" y="1271394"/>
                  </a:moveTo>
                  <a:lnTo>
                    <a:pt x="1027475" y="1256324"/>
                  </a:lnTo>
                  <a:lnTo>
                    <a:pt x="995758" y="1262318"/>
                  </a:lnTo>
                  <a:close/>
                  <a:moveTo>
                    <a:pt x="1029826" y="1231584"/>
                  </a:moveTo>
                  <a:lnTo>
                    <a:pt x="1050604" y="1246591"/>
                  </a:lnTo>
                  <a:lnTo>
                    <a:pt x="1035059" y="1220389"/>
                  </a:lnTo>
                  <a:close/>
                  <a:moveTo>
                    <a:pt x="933215" y="1076962"/>
                  </a:moveTo>
                  <a:lnTo>
                    <a:pt x="897891" y="1078592"/>
                  </a:lnTo>
                  <a:lnTo>
                    <a:pt x="936269" y="1119227"/>
                  </a:lnTo>
                  <a:close/>
                  <a:moveTo>
                    <a:pt x="833171" y="1077032"/>
                  </a:moveTo>
                  <a:lnTo>
                    <a:pt x="841229" y="1058285"/>
                  </a:lnTo>
                  <a:lnTo>
                    <a:pt x="807830" y="1057990"/>
                  </a:lnTo>
                  <a:close/>
                  <a:moveTo>
                    <a:pt x="833171" y="1077032"/>
                  </a:moveTo>
                  <a:lnTo>
                    <a:pt x="859404" y="1082793"/>
                  </a:lnTo>
                  <a:lnTo>
                    <a:pt x="841229" y="1058285"/>
                  </a:lnTo>
                  <a:close/>
                  <a:moveTo>
                    <a:pt x="897891" y="1078592"/>
                  </a:moveTo>
                  <a:lnTo>
                    <a:pt x="885708" y="1043749"/>
                  </a:lnTo>
                  <a:lnTo>
                    <a:pt x="859404" y="1082793"/>
                  </a:lnTo>
                  <a:close/>
                  <a:moveTo>
                    <a:pt x="805126" y="963104"/>
                  </a:moveTo>
                  <a:lnTo>
                    <a:pt x="802201" y="1012715"/>
                  </a:lnTo>
                  <a:lnTo>
                    <a:pt x="810330" y="971131"/>
                  </a:lnTo>
                  <a:close/>
                  <a:moveTo>
                    <a:pt x="763885" y="980288"/>
                  </a:moveTo>
                  <a:lnTo>
                    <a:pt x="791201" y="1017043"/>
                  </a:lnTo>
                  <a:lnTo>
                    <a:pt x="805126" y="963104"/>
                  </a:lnTo>
                  <a:close/>
                  <a:moveTo>
                    <a:pt x="672973" y="779329"/>
                  </a:moveTo>
                  <a:lnTo>
                    <a:pt x="662086" y="796513"/>
                  </a:lnTo>
                  <a:lnTo>
                    <a:pt x="678683" y="816084"/>
                  </a:lnTo>
                  <a:close/>
                  <a:moveTo>
                    <a:pt x="491130" y="632309"/>
                  </a:moveTo>
                  <a:lnTo>
                    <a:pt x="515015" y="614454"/>
                  </a:lnTo>
                  <a:lnTo>
                    <a:pt x="469276" y="612738"/>
                  </a:lnTo>
                  <a:close/>
                  <a:moveTo>
                    <a:pt x="482365" y="649493"/>
                  </a:moveTo>
                  <a:lnTo>
                    <a:pt x="491130" y="632309"/>
                  </a:lnTo>
                  <a:lnTo>
                    <a:pt x="469276" y="612738"/>
                  </a:lnTo>
                  <a:close/>
                  <a:moveTo>
                    <a:pt x="849396" y="992613"/>
                  </a:moveTo>
                  <a:lnTo>
                    <a:pt x="867480" y="964020"/>
                  </a:lnTo>
                  <a:lnTo>
                    <a:pt x="810330" y="971131"/>
                  </a:lnTo>
                  <a:close/>
                  <a:moveTo>
                    <a:pt x="891254" y="928329"/>
                  </a:moveTo>
                  <a:lnTo>
                    <a:pt x="831786" y="926773"/>
                  </a:lnTo>
                  <a:lnTo>
                    <a:pt x="857445" y="926499"/>
                  </a:lnTo>
                  <a:close/>
                  <a:moveTo>
                    <a:pt x="678683" y="816084"/>
                  </a:moveTo>
                  <a:lnTo>
                    <a:pt x="678870" y="807981"/>
                  </a:lnTo>
                  <a:lnTo>
                    <a:pt x="672973" y="779329"/>
                  </a:lnTo>
                  <a:close/>
                  <a:moveTo>
                    <a:pt x="672973" y="779329"/>
                  </a:moveTo>
                  <a:lnTo>
                    <a:pt x="678870" y="807981"/>
                  </a:lnTo>
                  <a:lnTo>
                    <a:pt x="717076" y="775414"/>
                  </a:lnTo>
                  <a:close/>
                  <a:moveTo>
                    <a:pt x="717076" y="775414"/>
                  </a:moveTo>
                  <a:lnTo>
                    <a:pt x="706687" y="767707"/>
                  </a:lnTo>
                  <a:lnTo>
                    <a:pt x="672973" y="779329"/>
                  </a:lnTo>
                  <a:close/>
                  <a:moveTo>
                    <a:pt x="706687" y="767707"/>
                  </a:moveTo>
                  <a:lnTo>
                    <a:pt x="728964" y="731938"/>
                  </a:lnTo>
                  <a:lnTo>
                    <a:pt x="683613" y="746507"/>
                  </a:lnTo>
                  <a:close/>
                  <a:moveTo>
                    <a:pt x="568358" y="593111"/>
                  </a:moveTo>
                  <a:lnTo>
                    <a:pt x="546434" y="607350"/>
                  </a:lnTo>
                  <a:lnTo>
                    <a:pt x="515015" y="614454"/>
                  </a:lnTo>
                  <a:close/>
                  <a:moveTo>
                    <a:pt x="344796" y="255555"/>
                  </a:moveTo>
                  <a:lnTo>
                    <a:pt x="288610" y="266269"/>
                  </a:lnTo>
                  <a:lnTo>
                    <a:pt x="314208" y="265767"/>
                  </a:lnTo>
                  <a:close/>
                  <a:moveTo>
                    <a:pt x="914967" y="975215"/>
                  </a:moveTo>
                  <a:lnTo>
                    <a:pt x="867480" y="964020"/>
                  </a:lnTo>
                  <a:lnTo>
                    <a:pt x="887946" y="982676"/>
                  </a:lnTo>
                  <a:close/>
                  <a:moveTo>
                    <a:pt x="857445" y="926499"/>
                  </a:moveTo>
                  <a:lnTo>
                    <a:pt x="875478" y="935483"/>
                  </a:lnTo>
                  <a:lnTo>
                    <a:pt x="891254" y="928329"/>
                  </a:lnTo>
                  <a:close/>
                  <a:moveTo>
                    <a:pt x="344796" y="255555"/>
                  </a:moveTo>
                  <a:lnTo>
                    <a:pt x="367873" y="245629"/>
                  </a:lnTo>
                  <a:lnTo>
                    <a:pt x="359558" y="247576"/>
                  </a:lnTo>
                  <a:close/>
                  <a:moveTo>
                    <a:pt x="391255" y="208472"/>
                  </a:moveTo>
                  <a:lnTo>
                    <a:pt x="359558" y="247576"/>
                  </a:lnTo>
                  <a:lnTo>
                    <a:pt x="373312" y="230393"/>
                  </a:lnTo>
                  <a:close/>
                  <a:moveTo>
                    <a:pt x="1190195" y="1137724"/>
                  </a:moveTo>
                  <a:lnTo>
                    <a:pt x="1142336" y="1147993"/>
                  </a:lnTo>
                  <a:lnTo>
                    <a:pt x="1142902" y="1149268"/>
                  </a:lnTo>
                  <a:close/>
                  <a:moveTo>
                    <a:pt x="1136375" y="1109644"/>
                  </a:moveTo>
                  <a:lnTo>
                    <a:pt x="1142336" y="1147993"/>
                  </a:lnTo>
                  <a:lnTo>
                    <a:pt x="1190195" y="1137724"/>
                  </a:lnTo>
                  <a:close/>
                  <a:moveTo>
                    <a:pt x="447325" y="197326"/>
                  </a:moveTo>
                  <a:lnTo>
                    <a:pt x="391255" y="208472"/>
                  </a:lnTo>
                  <a:lnTo>
                    <a:pt x="414408" y="198829"/>
                  </a:lnTo>
                  <a:close/>
                  <a:moveTo>
                    <a:pt x="777182" y="462362"/>
                  </a:moveTo>
                  <a:lnTo>
                    <a:pt x="743102" y="496709"/>
                  </a:lnTo>
                  <a:lnTo>
                    <a:pt x="757646" y="490066"/>
                  </a:lnTo>
                  <a:close/>
                  <a:moveTo>
                    <a:pt x="657667" y="422495"/>
                  </a:moveTo>
                  <a:lnTo>
                    <a:pt x="686560" y="416556"/>
                  </a:lnTo>
                  <a:lnTo>
                    <a:pt x="657036" y="386886"/>
                  </a:lnTo>
                  <a:close/>
                  <a:moveTo>
                    <a:pt x="428470" y="204904"/>
                  </a:moveTo>
                  <a:lnTo>
                    <a:pt x="447325" y="197326"/>
                  </a:lnTo>
                  <a:lnTo>
                    <a:pt x="414408" y="198829"/>
                  </a:lnTo>
                  <a:close/>
                  <a:moveTo>
                    <a:pt x="428470" y="204904"/>
                  </a:moveTo>
                  <a:lnTo>
                    <a:pt x="464382" y="202796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4011" y="209911"/>
                  </a:lnTo>
                  <a:lnTo>
                    <a:pt x="447325" y="197326"/>
                  </a:lnTo>
                  <a:close/>
                  <a:moveTo>
                    <a:pt x="464382" y="202796"/>
                  </a:moveTo>
                  <a:lnTo>
                    <a:pt x="487682" y="210942"/>
                  </a:lnTo>
                  <a:lnTo>
                    <a:pt x="484011" y="209911"/>
                  </a:lnTo>
                  <a:close/>
                  <a:moveTo>
                    <a:pt x="464382" y="202796"/>
                  </a:moveTo>
                  <a:lnTo>
                    <a:pt x="476906" y="211713"/>
                  </a:lnTo>
                  <a:lnTo>
                    <a:pt x="514009" y="225862"/>
                  </a:lnTo>
                  <a:close/>
                  <a:moveTo>
                    <a:pt x="487682" y="210942"/>
                  </a:moveTo>
                  <a:lnTo>
                    <a:pt x="514009" y="225862"/>
                  </a:lnTo>
                  <a:lnTo>
                    <a:pt x="547746" y="227421"/>
                  </a:lnTo>
                  <a:close/>
                  <a:moveTo>
                    <a:pt x="897020" y="565055"/>
                  </a:moveTo>
                  <a:lnTo>
                    <a:pt x="859478" y="563576"/>
                  </a:lnTo>
                  <a:lnTo>
                    <a:pt x="843119" y="584314"/>
                  </a:lnTo>
                  <a:close/>
                  <a:moveTo>
                    <a:pt x="897020" y="565055"/>
                  </a:moveTo>
                  <a:lnTo>
                    <a:pt x="843119" y="584314"/>
                  </a:lnTo>
                  <a:lnTo>
                    <a:pt x="865169" y="570547"/>
                  </a:lnTo>
                  <a:close/>
                  <a:moveTo>
                    <a:pt x="757646" y="490066"/>
                  </a:moveTo>
                  <a:lnTo>
                    <a:pt x="753385" y="497963"/>
                  </a:lnTo>
                  <a:lnTo>
                    <a:pt x="779848" y="511581"/>
                  </a:lnTo>
                  <a:close/>
                  <a:moveTo>
                    <a:pt x="711298" y="368977"/>
                  </a:moveTo>
                  <a:lnTo>
                    <a:pt x="706094" y="365465"/>
                  </a:lnTo>
                  <a:lnTo>
                    <a:pt x="686560" y="416556"/>
                  </a:lnTo>
                  <a:close/>
                  <a:moveTo>
                    <a:pt x="736024" y="368222"/>
                  </a:moveTo>
                  <a:lnTo>
                    <a:pt x="726301" y="331379"/>
                  </a:lnTo>
                  <a:lnTo>
                    <a:pt x="706094" y="365465"/>
                  </a:lnTo>
                  <a:close/>
                  <a:moveTo>
                    <a:pt x="518862" y="230340"/>
                  </a:moveTo>
                  <a:lnTo>
                    <a:pt x="550554" y="231664"/>
                  </a:lnTo>
                  <a:lnTo>
                    <a:pt x="547746" y="227421"/>
                  </a:lnTo>
                  <a:close/>
                  <a:moveTo>
                    <a:pt x="550554" y="231664"/>
                  </a:moveTo>
                  <a:lnTo>
                    <a:pt x="569001" y="196026"/>
                  </a:lnTo>
                  <a:lnTo>
                    <a:pt x="547746" y="227421"/>
                  </a:lnTo>
                  <a:close/>
                  <a:moveTo>
                    <a:pt x="977061" y="683340"/>
                  </a:moveTo>
                  <a:lnTo>
                    <a:pt x="991868" y="670524"/>
                  </a:lnTo>
                  <a:lnTo>
                    <a:pt x="960562" y="678052"/>
                  </a:lnTo>
                  <a:close/>
                  <a:moveTo>
                    <a:pt x="877270" y="576050"/>
                  </a:moveTo>
                  <a:lnTo>
                    <a:pt x="897020" y="565055"/>
                  </a:lnTo>
                  <a:lnTo>
                    <a:pt x="865169" y="570547"/>
                  </a:lnTo>
                  <a:close/>
                  <a:moveTo>
                    <a:pt x="877270" y="576050"/>
                  </a:moveTo>
                  <a:lnTo>
                    <a:pt x="912092" y="574828"/>
                  </a:lnTo>
                  <a:lnTo>
                    <a:pt x="897020" y="565055"/>
                  </a:lnTo>
                  <a:close/>
                  <a:moveTo>
                    <a:pt x="622734" y="124904"/>
                  </a:moveTo>
                  <a:lnTo>
                    <a:pt x="633744" y="173461"/>
                  </a:lnTo>
                  <a:lnTo>
                    <a:pt x="645285" y="150536"/>
                  </a:lnTo>
                  <a:close/>
                  <a:moveTo>
                    <a:pt x="633744" y="173461"/>
                  </a:moveTo>
                  <a:lnTo>
                    <a:pt x="658150" y="161660"/>
                  </a:lnTo>
                  <a:lnTo>
                    <a:pt x="645285" y="150536"/>
                  </a:lnTo>
                  <a:close/>
                  <a:moveTo>
                    <a:pt x="857760" y="350427"/>
                  </a:moveTo>
                  <a:lnTo>
                    <a:pt x="832891" y="353656"/>
                  </a:lnTo>
                  <a:lnTo>
                    <a:pt x="800171" y="355898"/>
                  </a:lnTo>
                  <a:close/>
                  <a:moveTo>
                    <a:pt x="857760" y="350427"/>
                  </a:moveTo>
                  <a:lnTo>
                    <a:pt x="800171" y="355898"/>
                  </a:lnTo>
                  <a:lnTo>
                    <a:pt x="823625" y="347379"/>
                  </a:lnTo>
                  <a:close/>
                  <a:moveTo>
                    <a:pt x="832891" y="353656"/>
                  </a:moveTo>
                  <a:lnTo>
                    <a:pt x="857760" y="350427"/>
                  </a:lnTo>
                  <a:lnTo>
                    <a:pt x="841687" y="345434"/>
                  </a:lnTo>
                  <a:close/>
                  <a:moveTo>
                    <a:pt x="789865" y="221159"/>
                  </a:moveTo>
                  <a:lnTo>
                    <a:pt x="785770" y="220625"/>
                  </a:lnTo>
                  <a:lnTo>
                    <a:pt x="783238" y="217986"/>
                  </a:lnTo>
                  <a:close/>
                  <a:moveTo>
                    <a:pt x="690224" y="144476"/>
                  </a:moveTo>
                  <a:lnTo>
                    <a:pt x="663192" y="121279"/>
                  </a:lnTo>
                  <a:lnTo>
                    <a:pt x="645285" y="150536"/>
                  </a:lnTo>
                  <a:close/>
                  <a:moveTo>
                    <a:pt x="924518" y="347823"/>
                  </a:moveTo>
                  <a:lnTo>
                    <a:pt x="912622" y="350662"/>
                  </a:lnTo>
                  <a:lnTo>
                    <a:pt x="916101" y="392581"/>
                  </a:lnTo>
                  <a:close/>
                  <a:moveTo>
                    <a:pt x="789865" y="221159"/>
                  </a:moveTo>
                  <a:lnTo>
                    <a:pt x="782361" y="221470"/>
                  </a:lnTo>
                  <a:lnTo>
                    <a:pt x="810803" y="203233"/>
                  </a:lnTo>
                  <a:close/>
                  <a:moveTo>
                    <a:pt x="789865" y="221159"/>
                  </a:moveTo>
                  <a:lnTo>
                    <a:pt x="810803" y="203233"/>
                  </a:lnTo>
                  <a:lnTo>
                    <a:pt x="792486" y="217986"/>
                  </a:lnTo>
                  <a:close/>
                  <a:moveTo>
                    <a:pt x="810803" y="203233"/>
                  </a:moveTo>
                  <a:lnTo>
                    <a:pt x="812993" y="200802"/>
                  </a:lnTo>
                  <a:lnTo>
                    <a:pt x="792486" y="217986"/>
                  </a:lnTo>
                  <a:close/>
                  <a:moveTo>
                    <a:pt x="663192" y="121279"/>
                  </a:moveTo>
                  <a:lnTo>
                    <a:pt x="690224" y="144476"/>
                  </a:lnTo>
                  <a:lnTo>
                    <a:pt x="694101" y="90538"/>
                  </a:lnTo>
                  <a:close/>
                  <a:moveTo>
                    <a:pt x="957320" y="281099"/>
                  </a:moveTo>
                  <a:lnTo>
                    <a:pt x="966148" y="257129"/>
                  </a:lnTo>
                  <a:lnTo>
                    <a:pt x="941224" y="274313"/>
                  </a:lnTo>
                  <a:close/>
                  <a:moveTo>
                    <a:pt x="852783" y="139404"/>
                  </a:moveTo>
                  <a:lnTo>
                    <a:pt x="825375" y="126022"/>
                  </a:lnTo>
                  <a:lnTo>
                    <a:pt x="859362" y="146864"/>
                  </a:lnTo>
                  <a:close/>
                  <a:moveTo>
                    <a:pt x="733863" y="12001"/>
                  </a:moveTo>
                  <a:lnTo>
                    <a:pt x="717901" y="17027"/>
                  </a:lnTo>
                  <a:lnTo>
                    <a:pt x="751704" y="10637"/>
                  </a:lnTo>
                  <a:close/>
                  <a:moveTo>
                    <a:pt x="733863" y="12001"/>
                  </a:moveTo>
                  <a:lnTo>
                    <a:pt x="751704" y="10637"/>
                  </a:lnTo>
                  <a:lnTo>
                    <a:pt x="782335" y="589"/>
                  </a:lnTo>
                  <a:close/>
                  <a:moveTo>
                    <a:pt x="782335" y="589"/>
                  </a:moveTo>
                  <a:lnTo>
                    <a:pt x="751704" y="10637"/>
                  </a:lnTo>
                  <a:lnTo>
                    <a:pt x="809263" y="5059"/>
                  </a:lnTo>
                  <a:close/>
                  <a:moveTo>
                    <a:pt x="841229" y="0"/>
                  </a:moveTo>
                  <a:lnTo>
                    <a:pt x="782335" y="589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41229" y="0"/>
                  </a:lnTo>
                  <a:lnTo>
                    <a:pt x="809263" y="5059"/>
                  </a:lnTo>
                  <a:close/>
                  <a:moveTo>
                    <a:pt x="823041" y="11336"/>
                  </a:moveTo>
                  <a:lnTo>
                    <a:pt x="863361" y="5645"/>
                  </a:lnTo>
                  <a:lnTo>
                    <a:pt x="841229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093" name="Input_density__132">
              <a:extLst>
                <a:ext uri="{FF2B5EF4-FFF2-40B4-BE49-F238E27FC236}">
                  <a16:creationId xmlns:a16="http://schemas.microsoft.com/office/drawing/2014/main" id="{2C70E35B-2453-3D70-C85A-A8E45D15F51B}"/>
                </a:ext>
              </a:extLst>
            </p:cNvPr>
            <p:cNvSpPr>
              <a:spLocks noGrp="1"/>
            </p:cNvSpPr>
            <p:nvPr/>
          </p:nvSpPr>
          <p:spPr>
            <a:xfrm>
              <a:off x="666662" y="1588968"/>
              <a:ext cx="1050752" cy="1298043"/>
            </a:xfrm>
            <a:custGeom>
              <a:avLst/>
              <a:gdLst/>
              <a:ahLst/>
              <a:cxnLst/>
              <a:rect l="0" t="0" r="0" b="0"/>
              <a:pathLst>
                <a:path w="1050752" h="1298043">
                  <a:moveTo>
                    <a:pt x="29968" y="577750"/>
                  </a:moveTo>
                  <a:lnTo>
                    <a:pt x="0" y="629953"/>
                  </a:lnTo>
                  <a:lnTo>
                    <a:pt x="13522" y="602756"/>
                  </a:lnTo>
                  <a:close/>
                  <a:moveTo>
                    <a:pt x="48466" y="608826"/>
                  </a:moveTo>
                  <a:lnTo>
                    <a:pt x="73615" y="606646"/>
                  </a:lnTo>
                  <a:lnTo>
                    <a:pt x="13522" y="602756"/>
                  </a:lnTo>
                  <a:close/>
                  <a:moveTo>
                    <a:pt x="80342" y="603432"/>
                  </a:moveTo>
                  <a:lnTo>
                    <a:pt x="86783" y="612770"/>
                  </a:lnTo>
                  <a:lnTo>
                    <a:pt x="73615" y="606646"/>
                  </a:lnTo>
                  <a:close/>
                  <a:moveTo>
                    <a:pt x="476375" y="1019682"/>
                  </a:moveTo>
                  <a:lnTo>
                    <a:pt x="453417" y="1030054"/>
                  </a:lnTo>
                  <a:lnTo>
                    <a:pt x="510187" y="1021524"/>
                  </a:lnTo>
                  <a:close/>
                  <a:moveTo>
                    <a:pt x="22797" y="449338"/>
                  </a:moveTo>
                  <a:lnTo>
                    <a:pt x="49790" y="454482"/>
                  </a:lnTo>
                  <a:lnTo>
                    <a:pt x="23722" y="448474"/>
                  </a:lnTo>
                  <a:close/>
                  <a:moveTo>
                    <a:pt x="476375" y="1019682"/>
                  </a:moveTo>
                  <a:lnTo>
                    <a:pt x="510187" y="1021524"/>
                  </a:lnTo>
                  <a:lnTo>
                    <a:pt x="527956" y="991749"/>
                  </a:lnTo>
                  <a:close/>
                  <a:moveTo>
                    <a:pt x="53484" y="431383"/>
                  </a:moveTo>
                  <a:lnTo>
                    <a:pt x="24098" y="448281"/>
                  </a:lnTo>
                  <a:lnTo>
                    <a:pt x="71344" y="405741"/>
                  </a:lnTo>
                  <a:close/>
                  <a:moveTo>
                    <a:pt x="71344" y="405741"/>
                  </a:moveTo>
                  <a:lnTo>
                    <a:pt x="24098" y="448281"/>
                  </a:lnTo>
                  <a:lnTo>
                    <a:pt x="23722" y="448474"/>
                  </a:lnTo>
                  <a:close/>
                  <a:moveTo>
                    <a:pt x="536113" y="974111"/>
                  </a:moveTo>
                  <a:lnTo>
                    <a:pt x="527956" y="991749"/>
                  </a:lnTo>
                  <a:lnTo>
                    <a:pt x="539202" y="982708"/>
                  </a:lnTo>
                  <a:close/>
                  <a:moveTo>
                    <a:pt x="544318" y="956717"/>
                  </a:moveTo>
                  <a:lnTo>
                    <a:pt x="555299" y="969404"/>
                  </a:lnTo>
                  <a:lnTo>
                    <a:pt x="573045" y="939545"/>
                  </a:lnTo>
                  <a:close/>
                  <a:moveTo>
                    <a:pt x="578443" y="922038"/>
                  </a:moveTo>
                  <a:lnTo>
                    <a:pt x="573045" y="939545"/>
                  </a:lnTo>
                  <a:lnTo>
                    <a:pt x="592733" y="928770"/>
                  </a:lnTo>
                  <a:close/>
                  <a:moveTo>
                    <a:pt x="592733" y="928770"/>
                  </a:moveTo>
                  <a:lnTo>
                    <a:pt x="602216" y="924033"/>
                  </a:lnTo>
                  <a:lnTo>
                    <a:pt x="578443" y="922038"/>
                  </a:lnTo>
                  <a:close/>
                  <a:moveTo>
                    <a:pt x="291489" y="538106"/>
                  </a:moveTo>
                  <a:lnTo>
                    <a:pt x="318970" y="550073"/>
                  </a:lnTo>
                  <a:lnTo>
                    <a:pt x="322023" y="527689"/>
                  </a:lnTo>
                  <a:close/>
                  <a:moveTo>
                    <a:pt x="505080" y="713804"/>
                  </a:moveTo>
                  <a:lnTo>
                    <a:pt x="470074" y="707500"/>
                  </a:lnTo>
                  <a:lnTo>
                    <a:pt x="445290" y="707630"/>
                  </a:lnTo>
                  <a:close/>
                  <a:moveTo>
                    <a:pt x="961219" y="1298043"/>
                  </a:moveTo>
                  <a:lnTo>
                    <a:pt x="993715" y="1294967"/>
                  </a:lnTo>
                  <a:lnTo>
                    <a:pt x="1016908" y="1285472"/>
                  </a:lnTo>
                  <a:close/>
                  <a:moveTo>
                    <a:pt x="997069" y="1279136"/>
                  </a:moveTo>
                  <a:lnTo>
                    <a:pt x="1019468" y="1261953"/>
                  </a:lnTo>
                  <a:lnTo>
                    <a:pt x="1016908" y="1285472"/>
                  </a:lnTo>
                  <a:close/>
                  <a:moveTo>
                    <a:pt x="602388" y="784138"/>
                  </a:moveTo>
                  <a:lnTo>
                    <a:pt x="589016" y="806842"/>
                  </a:lnTo>
                  <a:lnTo>
                    <a:pt x="602672" y="795187"/>
                  </a:lnTo>
                  <a:close/>
                  <a:moveTo>
                    <a:pt x="602672" y="795187"/>
                  </a:moveTo>
                  <a:lnTo>
                    <a:pt x="589016" y="806842"/>
                  </a:lnTo>
                  <a:lnTo>
                    <a:pt x="584077" y="827963"/>
                  </a:lnTo>
                  <a:close/>
                  <a:moveTo>
                    <a:pt x="602672" y="795187"/>
                  </a:moveTo>
                  <a:lnTo>
                    <a:pt x="598533" y="753805"/>
                  </a:lnTo>
                  <a:lnTo>
                    <a:pt x="602388" y="784138"/>
                  </a:lnTo>
                  <a:close/>
                  <a:moveTo>
                    <a:pt x="598533" y="753805"/>
                  </a:moveTo>
                  <a:lnTo>
                    <a:pt x="599341" y="747383"/>
                  </a:lnTo>
                  <a:lnTo>
                    <a:pt x="602388" y="784138"/>
                  </a:lnTo>
                  <a:close/>
                  <a:moveTo>
                    <a:pt x="510962" y="681328"/>
                  </a:moveTo>
                  <a:lnTo>
                    <a:pt x="479346" y="679943"/>
                  </a:lnTo>
                  <a:lnTo>
                    <a:pt x="470074" y="707500"/>
                  </a:lnTo>
                  <a:close/>
                  <a:moveTo>
                    <a:pt x="379923" y="523384"/>
                  </a:moveTo>
                  <a:lnTo>
                    <a:pt x="352281" y="505333"/>
                  </a:lnTo>
                  <a:lnTo>
                    <a:pt x="388228" y="526853"/>
                  </a:lnTo>
                  <a:close/>
                  <a:moveTo>
                    <a:pt x="399748" y="405092"/>
                  </a:moveTo>
                  <a:lnTo>
                    <a:pt x="395710" y="399405"/>
                  </a:lnTo>
                  <a:lnTo>
                    <a:pt x="433043" y="422016"/>
                  </a:lnTo>
                  <a:close/>
                  <a:moveTo>
                    <a:pt x="381215" y="432005"/>
                  </a:moveTo>
                  <a:lnTo>
                    <a:pt x="395710" y="399405"/>
                  </a:lnTo>
                  <a:lnTo>
                    <a:pt x="399748" y="405092"/>
                  </a:lnTo>
                  <a:close/>
                  <a:moveTo>
                    <a:pt x="401857" y="313128"/>
                  </a:moveTo>
                  <a:lnTo>
                    <a:pt x="370659" y="311404"/>
                  </a:lnTo>
                  <a:lnTo>
                    <a:pt x="374596" y="362650"/>
                  </a:lnTo>
                  <a:close/>
                  <a:moveTo>
                    <a:pt x="367216" y="308711"/>
                  </a:moveTo>
                  <a:lnTo>
                    <a:pt x="370659" y="311404"/>
                  </a:lnTo>
                  <a:lnTo>
                    <a:pt x="373424" y="306669"/>
                  </a:lnTo>
                  <a:close/>
                  <a:moveTo>
                    <a:pt x="374470" y="310579"/>
                  </a:moveTo>
                  <a:lnTo>
                    <a:pt x="370659" y="311404"/>
                  </a:lnTo>
                  <a:lnTo>
                    <a:pt x="367216" y="308711"/>
                  </a:lnTo>
                  <a:close/>
                  <a:moveTo>
                    <a:pt x="795830" y="746506"/>
                  </a:moveTo>
                  <a:lnTo>
                    <a:pt x="776828" y="734866"/>
                  </a:lnTo>
                  <a:lnTo>
                    <a:pt x="765399" y="775589"/>
                  </a:lnTo>
                  <a:close/>
                  <a:moveTo>
                    <a:pt x="373424" y="306669"/>
                  </a:moveTo>
                  <a:lnTo>
                    <a:pt x="404112" y="296829"/>
                  </a:lnTo>
                  <a:lnTo>
                    <a:pt x="426023" y="282542"/>
                  </a:lnTo>
                  <a:close/>
                  <a:moveTo>
                    <a:pt x="426023" y="282542"/>
                  </a:moveTo>
                  <a:lnTo>
                    <a:pt x="404112" y="296829"/>
                  </a:lnTo>
                  <a:lnTo>
                    <a:pt x="458622" y="279847"/>
                  </a:lnTo>
                  <a:close/>
                  <a:moveTo>
                    <a:pt x="526420" y="408756"/>
                  </a:moveTo>
                  <a:lnTo>
                    <a:pt x="485732" y="406269"/>
                  </a:lnTo>
                  <a:lnTo>
                    <a:pt x="517537" y="407500"/>
                  </a:lnTo>
                  <a:close/>
                  <a:moveTo>
                    <a:pt x="964769" y="825670"/>
                  </a:moveTo>
                  <a:lnTo>
                    <a:pt x="963762" y="826510"/>
                  </a:lnTo>
                  <a:lnTo>
                    <a:pt x="981952" y="879608"/>
                  </a:lnTo>
                  <a:close/>
                  <a:moveTo>
                    <a:pt x="961824" y="825670"/>
                  </a:moveTo>
                  <a:lnTo>
                    <a:pt x="927320" y="814839"/>
                  </a:lnTo>
                  <a:lnTo>
                    <a:pt x="911021" y="796529"/>
                  </a:lnTo>
                  <a:close/>
                  <a:moveTo>
                    <a:pt x="558783" y="405183"/>
                  </a:moveTo>
                  <a:lnTo>
                    <a:pt x="584350" y="425018"/>
                  </a:lnTo>
                  <a:lnTo>
                    <a:pt x="526420" y="408756"/>
                  </a:lnTo>
                  <a:close/>
                  <a:moveTo>
                    <a:pt x="612990" y="387069"/>
                  </a:moveTo>
                  <a:lnTo>
                    <a:pt x="581925" y="401793"/>
                  </a:lnTo>
                  <a:lnTo>
                    <a:pt x="601179" y="393677"/>
                  </a:lnTo>
                  <a:close/>
                  <a:moveTo>
                    <a:pt x="1008029" y="808486"/>
                  </a:moveTo>
                  <a:lnTo>
                    <a:pt x="964769" y="825670"/>
                  </a:lnTo>
                  <a:lnTo>
                    <a:pt x="1015582" y="799475"/>
                  </a:lnTo>
                  <a:close/>
                  <a:moveTo>
                    <a:pt x="1017162" y="764414"/>
                  </a:moveTo>
                  <a:lnTo>
                    <a:pt x="1008029" y="808486"/>
                  </a:lnTo>
                  <a:lnTo>
                    <a:pt x="1015582" y="799475"/>
                  </a:lnTo>
                  <a:close/>
                  <a:moveTo>
                    <a:pt x="1045111" y="768780"/>
                  </a:moveTo>
                  <a:lnTo>
                    <a:pt x="1015582" y="799475"/>
                  </a:lnTo>
                  <a:lnTo>
                    <a:pt x="1042991" y="777376"/>
                  </a:lnTo>
                  <a:close/>
                  <a:moveTo>
                    <a:pt x="1045111" y="768780"/>
                  </a:moveTo>
                  <a:lnTo>
                    <a:pt x="1017162" y="764414"/>
                  </a:lnTo>
                  <a:lnTo>
                    <a:pt x="1015582" y="799475"/>
                  </a:lnTo>
                  <a:close/>
                  <a:moveTo>
                    <a:pt x="697711" y="358465"/>
                  </a:moveTo>
                  <a:lnTo>
                    <a:pt x="710443" y="359024"/>
                  </a:lnTo>
                  <a:lnTo>
                    <a:pt x="663902" y="356637"/>
                  </a:lnTo>
                  <a:close/>
                  <a:moveTo>
                    <a:pt x="1031595" y="666928"/>
                  </a:moveTo>
                  <a:lnTo>
                    <a:pt x="1044280" y="679961"/>
                  </a:lnTo>
                  <a:lnTo>
                    <a:pt x="1034452" y="663854"/>
                  </a:lnTo>
                  <a:close/>
                  <a:moveTo>
                    <a:pt x="1031595" y="666928"/>
                  </a:moveTo>
                  <a:lnTo>
                    <a:pt x="1044032" y="685059"/>
                  </a:lnTo>
                  <a:lnTo>
                    <a:pt x="1044280" y="679961"/>
                  </a:lnTo>
                  <a:close/>
                  <a:moveTo>
                    <a:pt x="1044280" y="679961"/>
                  </a:moveTo>
                  <a:lnTo>
                    <a:pt x="1050626" y="630056"/>
                  </a:lnTo>
                  <a:lnTo>
                    <a:pt x="1034452" y="663854"/>
                  </a:lnTo>
                  <a:close/>
                  <a:moveTo>
                    <a:pt x="1050626" y="630056"/>
                  </a:moveTo>
                  <a:lnTo>
                    <a:pt x="1050752" y="627099"/>
                  </a:lnTo>
                  <a:lnTo>
                    <a:pt x="1034452" y="663854"/>
                  </a:lnTo>
                  <a:close/>
                  <a:moveTo>
                    <a:pt x="1050752" y="627099"/>
                  </a:moveTo>
                  <a:lnTo>
                    <a:pt x="1050626" y="630056"/>
                  </a:lnTo>
                  <a:lnTo>
                    <a:pt x="1044509" y="590633"/>
                  </a:lnTo>
                  <a:close/>
                  <a:moveTo>
                    <a:pt x="933789" y="480080"/>
                  </a:moveTo>
                  <a:lnTo>
                    <a:pt x="938576" y="516834"/>
                  </a:lnTo>
                  <a:lnTo>
                    <a:pt x="924808" y="497263"/>
                  </a:lnTo>
                  <a:close/>
                  <a:moveTo>
                    <a:pt x="822531" y="423753"/>
                  </a:moveTo>
                  <a:lnTo>
                    <a:pt x="820844" y="377269"/>
                  </a:lnTo>
                  <a:lnTo>
                    <a:pt x="822044" y="411965"/>
                  </a:lnTo>
                  <a:close/>
                  <a:moveTo>
                    <a:pt x="925214" y="471760"/>
                  </a:moveTo>
                  <a:lnTo>
                    <a:pt x="935899" y="507821"/>
                  </a:lnTo>
                  <a:lnTo>
                    <a:pt x="938576" y="516834"/>
                  </a:lnTo>
                  <a:close/>
                  <a:moveTo>
                    <a:pt x="766328" y="201814"/>
                  </a:moveTo>
                  <a:lnTo>
                    <a:pt x="742217" y="207873"/>
                  </a:lnTo>
                  <a:lnTo>
                    <a:pt x="798865" y="198884"/>
                  </a:lnTo>
                  <a:close/>
                  <a:moveTo>
                    <a:pt x="928686" y="334696"/>
                  </a:moveTo>
                  <a:lnTo>
                    <a:pt x="928667" y="335448"/>
                  </a:lnTo>
                  <a:lnTo>
                    <a:pt x="929223" y="289512"/>
                  </a:lnTo>
                  <a:close/>
                  <a:moveTo>
                    <a:pt x="770435" y="24750"/>
                  </a:moveTo>
                  <a:lnTo>
                    <a:pt x="769250" y="25073"/>
                  </a:lnTo>
                  <a:lnTo>
                    <a:pt x="772418" y="24225"/>
                  </a:lnTo>
                  <a:close/>
                  <a:moveTo>
                    <a:pt x="769250" y="25073"/>
                  </a:moveTo>
                  <a:lnTo>
                    <a:pt x="770435" y="24750"/>
                  </a:lnTo>
                  <a:lnTo>
                    <a:pt x="760227" y="24225"/>
                  </a:lnTo>
                  <a:close/>
                  <a:moveTo>
                    <a:pt x="760227" y="24225"/>
                  </a:moveTo>
                  <a:lnTo>
                    <a:pt x="770435" y="24750"/>
                  </a:lnTo>
                  <a:lnTo>
                    <a:pt x="771291" y="23414"/>
                  </a:lnTo>
                  <a:close/>
                  <a:moveTo>
                    <a:pt x="789547" y="0"/>
                  </a:moveTo>
                  <a:lnTo>
                    <a:pt x="760227" y="24225"/>
                  </a:lnTo>
                  <a:lnTo>
                    <a:pt x="771291" y="23414"/>
                  </a:lnTo>
                  <a:close/>
                  <a:moveTo>
                    <a:pt x="770435" y="24750"/>
                  </a:moveTo>
                  <a:lnTo>
                    <a:pt x="772418" y="24225"/>
                  </a:lnTo>
                  <a:lnTo>
                    <a:pt x="771291" y="23414"/>
                  </a:lnTo>
                  <a:close/>
                  <a:moveTo>
                    <a:pt x="814397" y="15458"/>
                  </a:moveTo>
                  <a:lnTo>
                    <a:pt x="811055" y="7041"/>
                  </a:lnTo>
                  <a:lnTo>
                    <a:pt x="802474" y="19963"/>
                  </a:lnTo>
                  <a:close/>
                  <a:moveTo>
                    <a:pt x="802474" y="19963"/>
                  </a:moveTo>
                  <a:lnTo>
                    <a:pt x="811055" y="7041"/>
                  </a:lnTo>
                  <a:lnTo>
                    <a:pt x="789547" y="0"/>
                  </a:lnTo>
                  <a:close/>
                  <a:moveTo>
                    <a:pt x="771291" y="23414"/>
                  </a:moveTo>
                  <a:lnTo>
                    <a:pt x="772418" y="24225"/>
                  </a:lnTo>
                  <a:lnTo>
                    <a:pt x="802474" y="19963"/>
                  </a:lnTo>
                  <a:close/>
                  <a:moveTo>
                    <a:pt x="789547" y="0"/>
                  </a:moveTo>
                  <a:lnTo>
                    <a:pt x="771291" y="23414"/>
                  </a:lnTo>
                  <a:lnTo>
                    <a:pt x="802474" y="19963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94" name="Input_density__133">
              <a:extLst>
                <a:ext uri="{FF2B5EF4-FFF2-40B4-BE49-F238E27FC236}">
                  <a16:creationId xmlns:a16="http://schemas.microsoft.com/office/drawing/2014/main" id="{F0DD0F94-35A0-E5D7-551C-A9150F5FAFDE}"/>
                </a:ext>
              </a:extLst>
            </p:cNvPr>
            <p:cNvSpPr>
              <a:spLocks noGrp="1"/>
            </p:cNvSpPr>
            <p:nvPr/>
          </p:nvSpPr>
          <p:spPr>
            <a:xfrm>
              <a:off x="753445" y="1608931"/>
              <a:ext cx="956208" cy="1001562"/>
            </a:xfrm>
            <a:custGeom>
              <a:avLst/>
              <a:gdLst/>
              <a:ahLst/>
              <a:cxnLst/>
              <a:rect l="0" t="0" r="0" b="0"/>
              <a:pathLst>
                <a:path w="956208" h="1001562">
                  <a:moveTo>
                    <a:pt x="0" y="592807"/>
                  </a:moveTo>
                  <a:lnTo>
                    <a:pt x="13795" y="599306"/>
                  </a:lnTo>
                  <a:lnTo>
                    <a:pt x="26440" y="610199"/>
                  </a:lnTo>
                  <a:close/>
                  <a:moveTo>
                    <a:pt x="443406" y="979929"/>
                  </a:moveTo>
                  <a:lnTo>
                    <a:pt x="441173" y="971786"/>
                  </a:lnTo>
                  <a:lnTo>
                    <a:pt x="423404" y="1001562"/>
                  </a:lnTo>
                  <a:close/>
                  <a:moveTo>
                    <a:pt x="443406" y="979929"/>
                  </a:moveTo>
                  <a:lnTo>
                    <a:pt x="452419" y="962745"/>
                  </a:lnTo>
                  <a:lnTo>
                    <a:pt x="441173" y="971786"/>
                  </a:lnTo>
                  <a:close/>
                  <a:moveTo>
                    <a:pt x="452419" y="962745"/>
                  </a:moveTo>
                  <a:lnTo>
                    <a:pt x="443406" y="979929"/>
                  </a:lnTo>
                  <a:lnTo>
                    <a:pt x="468516" y="949442"/>
                  </a:lnTo>
                  <a:close/>
                  <a:moveTo>
                    <a:pt x="457535" y="936755"/>
                  </a:moveTo>
                  <a:lnTo>
                    <a:pt x="452419" y="962745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486262" y="919583"/>
                  </a:lnTo>
                  <a:lnTo>
                    <a:pt x="468516" y="949442"/>
                  </a:lnTo>
                  <a:close/>
                  <a:moveTo>
                    <a:pt x="490119" y="925990"/>
                  </a:moveTo>
                  <a:lnTo>
                    <a:pt x="505950" y="908807"/>
                  </a:lnTo>
                  <a:lnTo>
                    <a:pt x="486262" y="919583"/>
                  </a:lnTo>
                  <a:close/>
                  <a:moveTo>
                    <a:pt x="100792" y="378778"/>
                  </a:moveTo>
                  <a:lnTo>
                    <a:pt x="119687" y="430992"/>
                  </a:lnTo>
                  <a:lnTo>
                    <a:pt x="121666" y="428455"/>
                  </a:lnTo>
                  <a:close/>
                  <a:moveTo>
                    <a:pt x="383291" y="687538"/>
                  </a:moveTo>
                  <a:lnTo>
                    <a:pt x="392562" y="659981"/>
                  </a:lnTo>
                  <a:lnTo>
                    <a:pt x="359899" y="707849"/>
                  </a:lnTo>
                  <a:close/>
                  <a:moveTo>
                    <a:pt x="235239" y="507726"/>
                  </a:moveTo>
                  <a:lnTo>
                    <a:pt x="255253" y="487319"/>
                  </a:lnTo>
                  <a:lnTo>
                    <a:pt x="293140" y="503421"/>
                  </a:lnTo>
                  <a:close/>
                  <a:moveTo>
                    <a:pt x="346260" y="402053"/>
                  </a:moveTo>
                  <a:lnTo>
                    <a:pt x="379009" y="382905"/>
                  </a:lnTo>
                  <a:lnTo>
                    <a:pt x="353709" y="399014"/>
                  </a:lnTo>
                  <a:close/>
                  <a:moveTo>
                    <a:pt x="356501" y="393727"/>
                  </a:moveTo>
                  <a:lnTo>
                    <a:pt x="353709" y="399014"/>
                  </a:lnTo>
                  <a:lnTo>
                    <a:pt x="379009" y="382905"/>
                  </a:lnTo>
                  <a:close/>
                  <a:moveTo>
                    <a:pt x="526207" y="367106"/>
                  </a:moveTo>
                  <a:lnTo>
                    <a:pt x="472000" y="385220"/>
                  </a:lnTo>
                  <a:lnTo>
                    <a:pt x="495142" y="381830"/>
                  </a:lnTo>
                  <a:close/>
                  <a:moveTo>
                    <a:pt x="514396" y="373714"/>
                  </a:moveTo>
                  <a:lnTo>
                    <a:pt x="528851" y="364647"/>
                  </a:lnTo>
                  <a:lnTo>
                    <a:pt x="526207" y="367106"/>
                  </a:lnTo>
                  <a:close/>
                  <a:moveTo>
                    <a:pt x="877985" y="805707"/>
                  </a:moveTo>
                  <a:lnTo>
                    <a:pt x="906600" y="792723"/>
                  </a:lnTo>
                  <a:lnTo>
                    <a:pt x="928799" y="779512"/>
                  </a:lnTo>
                  <a:close/>
                  <a:moveTo>
                    <a:pt x="928799" y="779512"/>
                  </a:moveTo>
                  <a:lnTo>
                    <a:pt x="906600" y="792723"/>
                  </a:lnTo>
                  <a:lnTo>
                    <a:pt x="956208" y="757414"/>
                  </a:lnTo>
                  <a:close/>
                  <a:moveTo>
                    <a:pt x="526922" y="363531"/>
                  </a:moveTo>
                  <a:lnTo>
                    <a:pt x="526207" y="367106"/>
                  </a:lnTo>
                  <a:lnTo>
                    <a:pt x="528851" y="364647"/>
                  </a:lnTo>
                  <a:close/>
                  <a:moveTo>
                    <a:pt x="735260" y="392003"/>
                  </a:moveTo>
                  <a:lnTo>
                    <a:pt x="727613" y="429407"/>
                  </a:lnTo>
                  <a:lnTo>
                    <a:pt x="735747" y="403790"/>
                  </a:lnTo>
                  <a:close/>
                  <a:moveTo>
                    <a:pt x="738005" y="349852"/>
                  </a:moveTo>
                  <a:lnTo>
                    <a:pt x="734061" y="357306"/>
                  </a:lnTo>
                  <a:lnTo>
                    <a:pt x="735747" y="403790"/>
                  </a:lnTo>
                  <a:close/>
                  <a:moveTo>
                    <a:pt x="788069" y="338450"/>
                  </a:moveTo>
                  <a:lnTo>
                    <a:pt x="738005" y="349852"/>
                  </a:lnTo>
                  <a:lnTo>
                    <a:pt x="781255" y="336951"/>
                  </a:lnTo>
                  <a:close/>
                  <a:moveTo>
                    <a:pt x="734061" y="357306"/>
                  </a:moveTo>
                  <a:lnTo>
                    <a:pt x="738005" y="349852"/>
                  </a:lnTo>
                  <a:lnTo>
                    <a:pt x="788069" y="338450"/>
                  </a:lnTo>
                  <a:close/>
                  <a:moveTo>
                    <a:pt x="781255" y="336951"/>
                  </a:moveTo>
                  <a:lnTo>
                    <a:pt x="738005" y="349852"/>
                  </a:lnTo>
                  <a:lnTo>
                    <a:pt x="763010" y="340966"/>
                  </a:lnTo>
                  <a:close/>
                  <a:moveTo>
                    <a:pt x="887161" y="267369"/>
                  </a:moveTo>
                  <a:lnTo>
                    <a:pt x="841884" y="315485"/>
                  </a:lnTo>
                  <a:lnTo>
                    <a:pt x="867111" y="288613"/>
                  </a:lnTo>
                  <a:close/>
                  <a:moveTo>
                    <a:pt x="887161" y="267369"/>
                  </a:moveTo>
                  <a:lnTo>
                    <a:pt x="867111" y="288613"/>
                  </a:lnTo>
                  <a:lnTo>
                    <a:pt x="921112" y="269731"/>
                  </a:lnTo>
                  <a:close/>
                  <a:moveTo>
                    <a:pt x="682467" y="5111"/>
                  </a:moveTo>
                  <a:lnTo>
                    <a:pt x="673444" y="4262"/>
                  </a:lnTo>
                  <a:lnTo>
                    <a:pt x="660672" y="15079"/>
                  </a:lnTo>
                  <a:close/>
                  <a:moveTo>
                    <a:pt x="685635" y="4262"/>
                  </a:moveTo>
                  <a:lnTo>
                    <a:pt x="660672" y="15079"/>
                  </a:lnTo>
                  <a:lnTo>
                    <a:pt x="715691" y="0"/>
                  </a:lnTo>
                  <a:close/>
                  <a:moveTo>
                    <a:pt x="682467" y="5111"/>
                  </a:moveTo>
                  <a:lnTo>
                    <a:pt x="660672" y="15079"/>
                  </a:lnTo>
                  <a:lnTo>
                    <a:pt x="685635" y="426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095" name="Input_density__134">
              <a:extLst>
                <a:ext uri="{FF2B5EF4-FFF2-40B4-BE49-F238E27FC236}">
                  <a16:creationId xmlns:a16="http://schemas.microsoft.com/office/drawing/2014/main" id="{D5311538-920B-249A-86D9-D1B6C8730F70}"/>
                </a:ext>
              </a:extLst>
            </p:cNvPr>
            <p:cNvSpPr>
              <a:spLocks noGrp="1"/>
            </p:cNvSpPr>
            <p:nvPr/>
          </p:nvSpPr>
          <p:spPr>
            <a:xfrm>
              <a:off x="727724" y="1490959"/>
              <a:ext cx="1094961" cy="1359961"/>
            </a:xfrm>
            <a:custGeom>
              <a:avLst/>
              <a:gdLst/>
              <a:ahLst/>
              <a:cxnLst/>
              <a:rect l="0" t="0" r="0" b="0"/>
              <a:pathLst>
                <a:path w="1094961" h="1359961">
                  <a:moveTo>
                    <a:pt x="36563" y="566147"/>
                  </a:moveTo>
                  <a:lnTo>
                    <a:pt x="15436" y="575525"/>
                  </a:lnTo>
                  <a:lnTo>
                    <a:pt x="25332" y="612226"/>
                  </a:lnTo>
                  <a:close/>
                  <a:moveTo>
                    <a:pt x="0" y="561515"/>
                  </a:moveTo>
                  <a:lnTo>
                    <a:pt x="15436" y="575525"/>
                  </a:lnTo>
                  <a:lnTo>
                    <a:pt x="14694" y="546575"/>
                  </a:lnTo>
                  <a:close/>
                  <a:moveTo>
                    <a:pt x="14694" y="546575"/>
                  </a:moveTo>
                  <a:lnTo>
                    <a:pt x="15436" y="575525"/>
                  </a:lnTo>
                  <a:lnTo>
                    <a:pt x="36563" y="566147"/>
                  </a:lnTo>
                  <a:close/>
                  <a:moveTo>
                    <a:pt x="759039" y="1320818"/>
                  </a:moveTo>
                  <a:lnTo>
                    <a:pt x="812077" y="1345717"/>
                  </a:lnTo>
                  <a:lnTo>
                    <a:pt x="802915" y="1308419"/>
                  </a:lnTo>
                  <a:close/>
                  <a:moveTo>
                    <a:pt x="759039" y="1320818"/>
                  </a:moveTo>
                  <a:lnTo>
                    <a:pt x="782438" y="1357573"/>
                  </a:lnTo>
                  <a:lnTo>
                    <a:pt x="812077" y="1345717"/>
                  </a:lnTo>
                  <a:close/>
                  <a:moveTo>
                    <a:pt x="802915" y="1308419"/>
                  </a:moveTo>
                  <a:lnTo>
                    <a:pt x="846701" y="1320766"/>
                  </a:lnTo>
                  <a:lnTo>
                    <a:pt x="833824" y="1303635"/>
                  </a:lnTo>
                  <a:close/>
                  <a:moveTo>
                    <a:pt x="748940" y="1284063"/>
                  </a:moveTo>
                  <a:lnTo>
                    <a:pt x="802915" y="1308419"/>
                  </a:lnTo>
                  <a:lnTo>
                    <a:pt x="783874" y="1279151"/>
                  </a:lnTo>
                  <a:close/>
                  <a:moveTo>
                    <a:pt x="748940" y="1284063"/>
                  </a:moveTo>
                  <a:lnTo>
                    <a:pt x="759039" y="1320818"/>
                  </a:lnTo>
                  <a:lnTo>
                    <a:pt x="802915" y="1308419"/>
                  </a:lnTo>
                  <a:close/>
                  <a:moveTo>
                    <a:pt x="833824" y="1303635"/>
                  </a:moveTo>
                  <a:lnTo>
                    <a:pt x="840224" y="1296551"/>
                  </a:lnTo>
                  <a:lnTo>
                    <a:pt x="802915" y="1308419"/>
                  </a:lnTo>
                  <a:close/>
                  <a:moveTo>
                    <a:pt x="292157" y="678800"/>
                  </a:moveTo>
                  <a:lnTo>
                    <a:pt x="301022" y="650902"/>
                  </a:lnTo>
                  <a:lnTo>
                    <a:pt x="261259" y="690105"/>
                  </a:lnTo>
                  <a:close/>
                  <a:moveTo>
                    <a:pt x="261259" y="690105"/>
                  </a:moveTo>
                  <a:lnTo>
                    <a:pt x="301022" y="650902"/>
                  </a:lnTo>
                  <a:lnTo>
                    <a:pt x="295369" y="644715"/>
                  </a:lnTo>
                  <a:close/>
                  <a:moveTo>
                    <a:pt x="261259" y="690105"/>
                  </a:moveTo>
                  <a:lnTo>
                    <a:pt x="295369" y="644715"/>
                  </a:lnTo>
                  <a:lnTo>
                    <a:pt x="257908" y="648082"/>
                  </a:lnTo>
                  <a:close/>
                  <a:moveTo>
                    <a:pt x="295369" y="644715"/>
                  </a:moveTo>
                  <a:lnTo>
                    <a:pt x="301022" y="650902"/>
                  </a:lnTo>
                  <a:lnTo>
                    <a:pt x="305295" y="642045"/>
                  </a:lnTo>
                  <a:close/>
                  <a:moveTo>
                    <a:pt x="858678" y="1340390"/>
                  </a:moveTo>
                  <a:lnTo>
                    <a:pt x="910107" y="1359961"/>
                  </a:lnTo>
                  <a:lnTo>
                    <a:pt x="900855" y="1323207"/>
                  </a:lnTo>
                  <a:close/>
                  <a:moveTo>
                    <a:pt x="900855" y="1323207"/>
                  </a:moveTo>
                  <a:lnTo>
                    <a:pt x="899595" y="1297742"/>
                  </a:lnTo>
                  <a:lnTo>
                    <a:pt x="858678" y="1340390"/>
                  </a:lnTo>
                  <a:close/>
                  <a:moveTo>
                    <a:pt x="858678" y="1340390"/>
                  </a:moveTo>
                  <a:lnTo>
                    <a:pt x="899595" y="1297742"/>
                  </a:lnTo>
                  <a:lnTo>
                    <a:pt x="844169" y="1301968"/>
                  </a:lnTo>
                  <a:close/>
                  <a:moveTo>
                    <a:pt x="844169" y="1301968"/>
                  </a:moveTo>
                  <a:lnTo>
                    <a:pt x="899595" y="1297742"/>
                  </a:lnTo>
                  <a:lnTo>
                    <a:pt x="892769" y="1289545"/>
                  </a:lnTo>
                  <a:close/>
                  <a:moveTo>
                    <a:pt x="858678" y="1340390"/>
                  </a:moveTo>
                  <a:lnTo>
                    <a:pt x="844169" y="1301968"/>
                  </a:lnTo>
                  <a:lnTo>
                    <a:pt x="846701" y="1320766"/>
                  </a:lnTo>
                  <a:close/>
                  <a:moveTo>
                    <a:pt x="833824" y="1303635"/>
                  </a:moveTo>
                  <a:lnTo>
                    <a:pt x="846701" y="1320766"/>
                  </a:lnTo>
                  <a:lnTo>
                    <a:pt x="844169" y="1301968"/>
                  </a:lnTo>
                  <a:close/>
                  <a:moveTo>
                    <a:pt x="840224" y="1296551"/>
                  </a:moveTo>
                  <a:lnTo>
                    <a:pt x="833824" y="1303635"/>
                  </a:lnTo>
                  <a:lnTo>
                    <a:pt x="844169" y="1301968"/>
                  </a:lnTo>
                  <a:close/>
                  <a:moveTo>
                    <a:pt x="892769" y="1289545"/>
                  </a:moveTo>
                  <a:lnTo>
                    <a:pt x="899595" y="1297742"/>
                  </a:lnTo>
                  <a:lnTo>
                    <a:pt x="906547" y="1286451"/>
                  </a:lnTo>
                  <a:close/>
                  <a:moveTo>
                    <a:pt x="498308" y="811817"/>
                  </a:moveTo>
                  <a:lnTo>
                    <a:pt x="457648" y="825820"/>
                  </a:lnTo>
                  <a:lnTo>
                    <a:pt x="504460" y="817010"/>
                  </a:lnTo>
                  <a:close/>
                  <a:moveTo>
                    <a:pt x="504460" y="817010"/>
                  </a:moveTo>
                  <a:lnTo>
                    <a:pt x="457648" y="825820"/>
                  </a:lnTo>
                  <a:lnTo>
                    <a:pt x="451333" y="839161"/>
                  </a:lnTo>
                  <a:close/>
                  <a:moveTo>
                    <a:pt x="375749" y="715555"/>
                  </a:moveTo>
                  <a:lnTo>
                    <a:pt x="355475" y="729918"/>
                  </a:lnTo>
                  <a:lnTo>
                    <a:pt x="410530" y="714975"/>
                  </a:lnTo>
                  <a:close/>
                  <a:moveTo>
                    <a:pt x="410530" y="714975"/>
                  </a:moveTo>
                  <a:lnTo>
                    <a:pt x="355475" y="729918"/>
                  </a:lnTo>
                  <a:lnTo>
                    <a:pt x="397246" y="735127"/>
                  </a:lnTo>
                  <a:close/>
                  <a:moveTo>
                    <a:pt x="397246" y="735127"/>
                  </a:moveTo>
                  <a:lnTo>
                    <a:pt x="355475" y="729918"/>
                  </a:lnTo>
                  <a:lnTo>
                    <a:pt x="375968" y="740518"/>
                  </a:lnTo>
                  <a:close/>
                  <a:moveTo>
                    <a:pt x="301022" y="650902"/>
                  </a:moveTo>
                  <a:lnTo>
                    <a:pt x="292157" y="678800"/>
                  </a:lnTo>
                  <a:lnTo>
                    <a:pt x="318735" y="670465"/>
                  </a:lnTo>
                  <a:close/>
                  <a:moveTo>
                    <a:pt x="305295" y="642045"/>
                  </a:moveTo>
                  <a:lnTo>
                    <a:pt x="301022" y="650902"/>
                  </a:lnTo>
                  <a:lnTo>
                    <a:pt x="318735" y="670465"/>
                  </a:lnTo>
                  <a:close/>
                  <a:moveTo>
                    <a:pt x="900855" y="1323207"/>
                  </a:moveTo>
                  <a:lnTo>
                    <a:pt x="918919" y="1357780"/>
                  </a:lnTo>
                  <a:lnTo>
                    <a:pt x="909815" y="1320434"/>
                  </a:lnTo>
                  <a:close/>
                  <a:moveTo>
                    <a:pt x="900855" y="1323207"/>
                  </a:moveTo>
                  <a:lnTo>
                    <a:pt x="910107" y="1359961"/>
                  </a:lnTo>
                  <a:lnTo>
                    <a:pt x="918919" y="1357780"/>
                  </a:lnTo>
                  <a:close/>
                  <a:moveTo>
                    <a:pt x="899595" y="1297742"/>
                  </a:moveTo>
                  <a:lnTo>
                    <a:pt x="900855" y="1323207"/>
                  </a:lnTo>
                  <a:lnTo>
                    <a:pt x="909815" y="1320434"/>
                  </a:lnTo>
                  <a:close/>
                  <a:moveTo>
                    <a:pt x="909815" y="1320434"/>
                  </a:moveTo>
                  <a:lnTo>
                    <a:pt x="953925" y="1280090"/>
                  </a:lnTo>
                  <a:lnTo>
                    <a:pt x="906547" y="1286451"/>
                  </a:lnTo>
                  <a:close/>
                  <a:moveTo>
                    <a:pt x="906547" y="1286451"/>
                  </a:moveTo>
                  <a:lnTo>
                    <a:pt x="953925" y="1280090"/>
                  </a:lnTo>
                  <a:lnTo>
                    <a:pt x="940390" y="1269268"/>
                  </a:lnTo>
                  <a:close/>
                  <a:moveTo>
                    <a:pt x="906547" y="1286451"/>
                  </a:moveTo>
                  <a:lnTo>
                    <a:pt x="899595" y="1297742"/>
                  </a:lnTo>
                  <a:lnTo>
                    <a:pt x="909815" y="1320434"/>
                  </a:lnTo>
                  <a:close/>
                  <a:moveTo>
                    <a:pt x="947818" y="1257259"/>
                  </a:moveTo>
                  <a:lnTo>
                    <a:pt x="906547" y="1286451"/>
                  </a:lnTo>
                  <a:lnTo>
                    <a:pt x="940390" y="1269268"/>
                  </a:lnTo>
                  <a:close/>
                  <a:moveTo>
                    <a:pt x="947818" y="1257259"/>
                  </a:moveTo>
                  <a:lnTo>
                    <a:pt x="928516" y="1281297"/>
                  </a:lnTo>
                  <a:lnTo>
                    <a:pt x="906547" y="1286451"/>
                  </a:lnTo>
                  <a:close/>
                  <a:moveTo>
                    <a:pt x="421336" y="607678"/>
                  </a:moveTo>
                  <a:lnTo>
                    <a:pt x="416966" y="570923"/>
                  </a:lnTo>
                  <a:lnTo>
                    <a:pt x="396535" y="616645"/>
                  </a:lnTo>
                  <a:close/>
                  <a:moveTo>
                    <a:pt x="209882" y="391555"/>
                  </a:moveTo>
                  <a:lnTo>
                    <a:pt x="173522" y="394027"/>
                  </a:lnTo>
                  <a:lnTo>
                    <a:pt x="216972" y="393391"/>
                  </a:lnTo>
                  <a:close/>
                  <a:moveTo>
                    <a:pt x="221063" y="387148"/>
                  </a:moveTo>
                  <a:lnTo>
                    <a:pt x="205757" y="350393"/>
                  </a:lnTo>
                  <a:lnTo>
                    <a:pt x="209882" y="391555"/>
                  </a:lnTo>
                  <a:close/>
                  <a:moveTo>
                    <a:pt x="205757" y="350393"/>
                  </a:moveTo>
                  <a:lnTo>
                    <a:pt x="204657" y="351056"/>
                  </a:lnTo>
                  <a:lnTo>
                    <a:pt x="209882" y="391555"/>
                  </a:lnTo>
                  <a:close/>
                  <a:moveTo>
                    <a:pt x="209882" y="391555"/>
                  </a:moveTo>
                  <a:lnTo>
                    <a:pt x="216972" y="393391"/>
                  </a:lnTo>
                  <a:lnTo>
                    <a:pt x="221063" y="387148"/>
                  </a:lnTo>
                  <a:close/>
                  <a:moveTo>
                    <a:pt x="185445" y="313638"/>
                  </a:moveTo>
                  <a:lnTo>
                    <a:pt x="204657" y="351056"/>
                  </a:lnTo>
                  <a:lnTo>
                    <a:pt x="205100" y="349004"/>
                  </a:lnTo>
                  <a:close/>
                  <a:moveTo>
                    <a:pt x="168134" y="367577"/>
                  </a:moveTo>
                  <a:lnTo>
                    <a:pt x="204657" y="351056"/>
                  </a:lnTo>
                  <a:lnTo>
                    <a:pt x="185445" y="313638"/>
                  </a:lnTo>
                  <a:close/>
                  <a:moveTo>
                    <a:pt x="204657" y="351056"/>
                  </a:moveTo>
                  <a:lnTo>
                    <a:pt x="205757" y="350393"/>
                  </a:lnTo>
                  <a:lnTo>
                    <a:pt x="205100" y="349004"/>
                  </a:lnTo>
                  <a:close/>
                  <a:moveTo>
                    <a:pt x="940390" y="1269268"/>
                  </a:moveTo>
                  <a:lnTo>
                    <a:pt x="953925" y="1280090"/>
                  </a:lnTo>
                  <a:lnTo>
                    <a:pt x="954639" y="1266335"/>
                  </a:lnTo>
                  <a:close/>
                  <a:moveTo>
                    <a:pt x="947818" y="1257259"/>
                  </a:moveTo>
                  <a:lnTo>
                    <a:pt x="940390" y="1269268"/>
                  </a:lnTo>
                  <a:lnTo>
                    <a:pt x="954639" y="1266335"/>
                  </a:lnTo>
                  <a:close/>
                  <a:moveTo>
                    <a:pt x="811464" y="1077733"/>
                  </a:moveTo>
                  <a:lnTo>
                    <a:pt x="794545" y="1048738"/>
                  </a:lnTo>
                  <a:lnTo>
                    <a:pt x="793288" y="1053226"/>
                  </a:lnTo>
                  <a:close/>
                  <a:moveTo>
                    <a:pt x="837768" y="1038690"/>
                  </a:moveTo>
                  <a:lnTo>
                    <a:pt x="794545" y="1048738"/>
                  </a:lnTo>
                  <a:lnTo>
                    <a:pt x="811464" y="1077733"/>
                  </a:lnTo>
                  <a:close/>
                  <a:moveTo>
                    <a:pt x="707733" y="938473"/>
                  </a:moveTo>
                  <a:lnTo>
                    <a:pt x="758348" y="950957"/>
                  </a:lnTo>
                  <a:lnTo>
                    <a:pt x="743035" y="927288"/>
                  </a:lnTo>
                  <a:close/>
                  <a:moveTo>
                    <a:pt x="757186" y="958045"/>
                  </a:moveTo>
                  <a:lnTo>
                    <a:pt x="758348" y="950957"/>
                  </a:lnTo>
                  <a:lnTo>
                    <a:pt x="707733" y="938473"/>
                  </a:lnTo>
                  <a:close/>
                  <a:moveTo>
                    <a:pt x="715945" y="975228"/>
                  </a:moveTo>
                  <a:lnTo>
                    <a:pt x="757186" y="958045"/>
                  </a:lnTo>
                  <a:lnTo>
                    <a:pt x="707733" y="938473"/>
                  </a:lnTo>
                  <a:close/>
                  <a:moveTo>
                    <a:pt x="743035" y="927288"/>
                  </a:moveTo>
                  <a:lnTo>
                    <a:pt x="758348" y="950957"/>
                  </a:lnTo>
                  <a:lnTo>
                    <a:pt x="783846" y="921713"/>
                  </a:lnTo>
                  <a:close/>
                  <a:moveTo>
                    <a:pt x="421336" y="607678"/>
                  </a:moveTo>
                  <a:lnTo>
                    <a:pt x="467075" y="609394"/>
                  </a:lnTo>
                  <a:lnTo>
                    <a:pt x="453216" y="597652"/>
                  </a:lnTo>
                  <a:close/>
                  <a:moveTo>
                    <a:pt x="416966" y="570923"/>
                  </a:moveTo>
                  <a:lnTo>
                    <a:pt x="421336" y="607678"/>
                  </a:lnTo>
                  <a:lnTo>
                    <a:pt x="453216" y="597652"/>
                  </a:lnTo>
                  <a:close/>
                  <a:moveTo>
                    <a:pt x="490773" y="594207"/>
                  </a:moveTo>
                  <a:lnTo>
                    <a:pt x="435426" y="567368"/>
                  </a:lnTo>
                  <a:lnTo>
                    <a:pt x="453216" y="597652"/>
                  </a:lnTo>
                  <a:close/>
                  <a:moveTo>
                    <a:pt x="205757" y="350393"/>
                  </a:moveTo>
                  <a:lnTo>
                    <a:pt x="221063" y="387148"/>
                  </a:lnTo>
                  <a:lnTo>
                    <a:pt x="253041" y="369965"/>
                  </a:lnTo>
                  <a:close/>
                  <a:moveTo>
                    <a:pt x="205757" y="350393"/>
                  </a:moveTo>
                  <a:lnTo>
                    <a:pt x="253041" y="369965"/>
                  </a:lnTo>
                  <a:lnTo>
                    <a:pt x="229620" y="333210"/>
                  </a:lnTo>
                  <a:close/>
                  <a:moveTo>
                    <a:pt x="211158" y="301024"/>
                  </a:moveTo>
                  <a:lnTo>
                    <a:pt x="205100" y="349004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205100" y="349004"/>
                  </a:lnTo>
                  <a:lnTo>
                    <a:pt x="205757" y="350393"/>
                  </a:lnTo>
                  <a:close/>
                  <a:moveTo>
                    <a:pt x="219625" y="296455"/>
                  </a:moveTo>
                  <a:lnTo>
                    <a:pt x="205757" y="350393"/>
                  </a:lnTo>
                  <a:lnTo>
                    <a:pt x="229620" y="333210"/>
                  </a:lnTo>
                  <a:close/>
                  <a:moveTo>
                    <a:pt x="185445" y="313638"/>
                  </a:moveTo>
                  <a:lnTo>
                    <a:pt x="205100" y="349004"/>
                  </a:lnTo>
                  <a:lnTo>
                    <a:pt x="211158" y="301024"/>
                  </a:lnTo>
                  <a:close/>
                  <a:moveTo>
                    <a:pt x="190984" y="296226"/>
                  </a:moveTo>
                  <a:lnTo>
                    <a:pt x="185445" y="313638"/>
                  </a:lnTo>
                  <a:lnTo>
                    <a:pt x="211158" y="301024"/>
                  </a:lnTo>
                  <a:close/>
                  <a:moveTo>
                    <a:pt x="240670" y="261210"/>
                  </a:moveTo>
                  <a:lnTo>
                    <a:pt x="190984" y="296226"/>
                  </a:lnTo>
                  <a:lnTo>
                    <a:pt x="219625" y="296455"/>
                  </a:lnTo>
                  <a:close/>
                  <a:moveTo>
                    <a:pt x="219625" y="296455"/>
                  </a:moveTo>
                  <a:lnTo>
                    <a:pt x="190984" y="296226"/>
                  </a:lnTo>
                  <a:lnTo>
                    <a:pt x="211158" y="301024"/>
                  </a:lnTo>
                  <a:close/>
                  <a:moveTo>
                    <a:pt x="991948" y="1201467"/>
                  </a:moveTo>
                  <a:lnTo>
                    <a:pt x="981886" y="1226524"/>
                  </a:lnTo>
                  <a:lnTo>
                    <a:pt x="987119" y="1215330"/>
                  </a:lnTo>
                  <a:close/>
                  <a:moveTo>
                    <a:pt x="987119" y="1215330"/>
                  </a:moveTo>
                  <a:lnTo>
                    <a:pt x="1002663" y="1241531"/>
                  </a:lnTo>
                  <a:lnTo>
                    <a:pt x="1002803" y="1209520"/>
                  </a:lnTo>
                  <a:close/>
                  <a:moveTo>
                    <a:pt x="991948" y="1201467"/>
                  </a:moveTo>
                  <a:lnTo>
                    <a:pt x="987119" y="1215330"/>
                  </a:lnTo>
                  <a:lnTo>
                    <a:pt x="1002803" y="1209520"/>
                  </a:lnTo>
                  <a:close/>
                  <a:moveTo>
                    <a:pt x="1044236" y="1202923"/>
                  </a:moveTo>
                  <a:lnTo>
                    <a:pt x="1002803" y="1209520"/>
                  </a:lnTo>
                  <a:lnTo>
                    <a:pt x="1002663" y="1241531"/>
                  </a:lnTo>
                  <a:close/>
                  <a:moveTo>
                    <a:pt x="1002803" y="1209520"/>
                  </a:moveTo>
                  <a:lnTo>
                    <a:pt x="1024929" y="1200203"/>
                  </a:lnTo>
                  <a:lnTo>
                    <a:pt x="991948" y="1201467"/>
                  </a:lnTo>
                  <a:close/>
                  <a:moveTo>
                    <a:pt x="1002803" y="1209520"/>
                  </a:moveTo>
                  <a:lnTo>
                    <a:pt x="1044236" y="1202923"/>
                  </a:lnTo>
                  <a:lnTo>
                    <a:pt x="1024929" y="1200203"/>
                  </a:lnTo>
                  <a:close/>
                  <a:moveTo>
                    <a:pt x="757186" y="958045"/>
                  </a:moveTo>
                  <a:lnTo>
                    <a:pt x="762390" y="966072"/>
                  </a:lnTo>
                  <a:lnTo>
                    <a:pt x="762943" y="955850"/>
                  </a:lnTo>
                  <a:close/>
                  <a:moveTo>
                    <a:pt x="758348" y="950957"/>
                  </a:moveTo>
                  <a:lnTo>
                    <a:pt x="757186" y="958045"/>
                  </a:lnTo>
                  <a:lnTo>
                    <a:pt x="762943" y="955850"/>
                  </a:lnTo>
                  <a:close/>
                  <a:moveTo>
                    <a:pt x="762390" y="966072"/>
                  </a:moveTo>
                  <a:lnTo>
                    <a:pt x="802724" y="940862"/>
                  </a:lnTo>
                  <a:lnTo>
                    <a:pt x="762943" y="955850"/>
                  </a:lnTo>
                  <a:close/>
                  <a:moveTo>
                    <a:pt x="819540" y="958961"/>
                  </a:moveTo>
                  <a:lnTo>
                    <a:pt x="802724" y="940862"/>
                  </a:lnTo>
                  <a:lnTo>
                    <a:pt x="762390" y="966072"/>
                  </a:lnTo>
                  <a:close/>
                  <a:moveTo>
                    <a:pt x="809505" y="921439"/>
                  </a:moveTo>
                  <a:lnTo>
                    <a:pt x="762943" y="955850"/>
                  </a:lnTo>
                  <a:lnTo>
                    <a:pt x="802724" y="940862"/>
                  </a:lnTo>
                  <a:close/>
                  <a:moveTo>
                    <a:pt x="758348" y="950957"/>
                  </a:moveTo>
                  <a:lnTo>
                    <a:pt x="762943" y="955850"/>
                  </a:lnTo>
                  <a:lnTo>
                    <a:pt x="809505" y="921439"/>
                  </a:lnTo>
                  <a:close/>
                  <a:moveTo>
                    <a:pt x="783846" y="921713"/>
                  </a:moveTo>
                  <a:lnTo>
                    <a:pt x="758348" y="950957"/>
                  </a:lnTo>
                  <a:lnTo>
                    <a:pt x="809505" y="921439"/>
                  </a:lnTo>
                  <a:close/>
                  <a:moveTo>
                    <a:pt x="625033" y="774270"/>
                  </a:moveTo>
                  <a:lnTo>
                    <a:pt x="658747" y="762647"/>
                  </a:lnTo>
                  <a:lnTo>
                    <a:pt x="635672" y="741447"/>
                  </a:lnTo>
                  <a:close/>
                  <a:moveTo>
                    <a:pt x="266268" y="260707"/>
                  </a:moveTo>
                  <a:lnTo>
                    <a:pt x="219625" y="296455"/>
                  </a:lnTo>
                  <a:lnTo>
                    <a:pt x="255334" y="279272"/>
                  </a:lnTo>
                  <a:close/>
                  <a:moveTo>
                    <a:pt x="266268" y="260707"/>
                  </a:moveTo>
                  <a:lnTo>
                    <a:pt x="240670" y="261210"/>
                  </a:lnTo>
                  <a:lnTo>
                    <a:pt x="219625" y="296455"/>
                  </a:lnTo>
                  <a:close/>
                  <a:moveTo>
                    <a:pt x="1079781" y="1107453"/>
                  </a:moveTo>
                  <a:lnTo>
                    <a:pt x="1089818" y="1148207"/>
                  </a:lnTo>
                  <a:lnTo>
                    <a:pt x="1094396" y="1142934"/>
                  </a:lnTo>
                  <a:close/>
                  <a:moveTo>
                    <a:pt x="1089818" y="1148207"/>
                  </a:moveTo>
                  <a:lnTo>
                    <a:pt x="1094961" y="1144208"/>
                  </a:lnTo>
                  <a:lnTo>
                    <a:pt x="1094396" y="1142934"/>
                  </a:lnTo>
                  <a:close/>
                  <a:moveTo>
                    <a:pt x="296856" y="250496"/>
                  </a:moveTo>
                  <a:lnTo>
                    <a:pt x="266268" y="260707"/>
                  </a:lnTo>
                  <a:lnTo>
                    <a:pt x="319933" y="240569"/>
                  </a:lnTo>
                  <a:close/>
                  <a:moveTo>
                    <a:pt x="319933" y="240569"/>
                  </a:moveTo>
                  <a:lnTo>
                    <a:pt x="325371" y="225334"/>
                  </a:lnTo>
                  <a:lnTo>
                    <a:pt x="311617" y="242517"/>
                  </a:lnTo>
                  <a:close/>
                  <a:moveTo>
                    <a:pt x="1079781" y="1107453"/>
                  </a:moveTo>
                  <a:lnTo>
                    <a:pt x="1094396" y="1142934"/>
                  </a:lnTo>
                  <a:lnTo>
                    <a:pt x="1088435" y="1104584"/>
                  </a:lnTo>
                  <a:close/>
                  <a:moveTo>
                    <a:pt x="366468" y="193770"/>
                  </a:moveTo>
                  <a:lnTo>
                    <a:pt x="325371" y="225334"/>
                  </a:lnTo>
                  <a:lnTo>
                    <a:pt x="355395" y="208150"/>
                  </a:lnTo>
                  <a:close/>
                  <a:moveTo>
                    <a:pt x="366468" y="193770"/>
                  </a:moveTo>
                  <a:lnTo>
                    <a:pt x="343315" y="203413"/>
                  </a:lnTo>
                  <a:lnTo>
                    <a:pt x="325371" y="225334"/>
                  </a:lnTo>
                  <a:close/>
                  <a:moveTo>
                    <a:pt x="695161" y="491649"/>
                  </a:moveTo>
                  <a:lnTo>
                    <a:pt x="673330" y="502190"/>
                  </a:lnTo>
                  <a:lnTo>
                    <a:pt x="705444" y="492904"/>
                  </a:lnTo>
                  <a:close/>
                  <a:moveTo>
                    <a:pt x="705444" y="492904"/>
                  </a:moveTo>
                  <a:lnTo>
                    <a:pt x="673330" y="502190"/>
                  </a:lnTo>
                  <a:lnTo>
                    <a:pt x="656157" y="529411"/>
                  </a:lnTo>
                  <a:close/>
                  <a:moveTo>
                    <a:pt x="705444" y="492904"/>
                  </a:moveTo>
                  <a:lnTo>
                    <a:pt x="656157" y="529411"/>
                  </a:lnTo>
                  <a:lnTo>
                    <a:pt x="676703" y="510023"/>
                  </a:lnTo>
                  <a:close/>
                  <a:moveTo>
                    <a:pt x="695161" y="491649"/>
                  </a:moveTo>
                  <a:lnTo>
                    <a:pt x="705444" y="492904"/>
                  </a:lnTo>
                  <a:lnTo>
                    <a:pt x="709706" y="485007"/>
                  </a:lnTo>
                  <a:close/>
                  <a:moveTo>
                    <a:pt x="809819" y="345368"/>
                  </a:moveTo>
                  <a:lnTo>
                    <a:pt x="826973" y="323191"/>
                  </a:lnTo>
                  <a:lnTo>
                    <a:pt x="793747" y="340375"/>
                  </a:lnTo>
                  <a:close/>
                  <a:moveTo>
                    <a:pt x="605379" y="102661"/>
                  </a:moveTo>
                  <a:lnTo>
                    <a:pt x="597345" y="145476"/>
                  </a:lnTo>
                  <a:lnTo>
                    <a:pt x="615252" y="116220"/>
                  </a:lnTo>
                  <a:close/>
                  <a:moveTo>
                    <a:pt x="605379" y="102661"/>
                  </a:moveTo>
                  <a:lnTo>
                    <a:pt x="574794" y="119845"/>
                  </a:lnTo>
                  <a:lnTo>
                    <a:pt x="597345" y="145476"/>
                  </a:lnTo>
                  <a:close/>
                  <a:moveTo>
                    <a:pt x="603199" y="71155"/>
                  </a:moveTo>
                  <a:lnTo>
                    <a:pt x="574794" y="119845"/>
                  </a:lnTo>
                  <a:lnTo>
                    <a:pt x="605379" y="102661"/>
                  </a:lnTo>
                  <a:close/>
                  <a:moveTo>
                    <a:pt x="603199" y="71155"/>
                  </a:moveTo>
                  <a:lnTo>
                    <a:pt x="582386" y="89547"/>
                  </a:lnTo>
                  <a:lnTo>
                    <a:pt x="574794" y="119845"/>
                  </a:lnTo>
                  <a:close/>
                  <a:moveTo>
                    <a:pt x="603199" y="71155"/>
                  </a:moveTo>
                  <a:lnTo>
                    <a:pt x="602503" y="65907"/>
                  </a:lnTo>
                  <a:lnTo>
                    <a:pt x="583910" y="83090"/>
                  </a:lnTo>
                  <a:close/>
                  <a:moveTo>
                    <a:pt x="819822" y="354985"/>
                  </a:moveTo>
                  <a:lnTo>
                    <a:pt x="826973" y="323191"/>
                  </a:lnTo>
                  <a:lnTo>
                    <a:pt x="809819" y="345368"/>
                  </a:lnTo>
                  <a:close/>
                  <a:moveTo>
                    <a:pt x="843258" y="318273"/>
                  </a:moveTo>
                  <a:lnTo>
                    <a:pt x="826973" y="323191"/>
                  </a:lnTo>
                  <a:lnTo>
                    <a:pt x="819822" y="354985"/>
                  </a:lnTo>
                  <a:close/>
                  <a:moveTo>
                    <a:pt x="864681" y="345603"/>
                  </a:moveTo>
                  <a:lnTo>
                    <a:pt x="843258" y="318273"/>
                  </a:lnTo>
                  <a:lnTo>
                    <a:pt x="819822" y="354985"/>
                  </a:lnTo>
                  <a:close/>
                  <a:moveTo>
                    <a:pt x="876578" y="342763"/>
                  </a:moveTo>
                  <a:lnTo>
                    <a:pt x="874623" y="306008"/>
                  </a:lnTo>
                  <a:lnTo>
                    <a:pt x="864681" y="345603"/>
                  </a:lnTo>
                  <a:close/>
                  <a:moveTo>
                    <a:pt x="874623" y="306008"/>
                  </a:moveTo>
                  <a:lnTo>
                    <a:pt x="843258" y="318273"/>
                  </a:lnTo>
                  <a:lnTo>
                    <a:pt x="864681" y="345603"/>
                  </a:lnTo>
                  <a:close/>
                  <a:moveTo>
                    <a:pt x="834616" y="313501"/>
                  </a:moveTo>
                  <a:lnTo>
                    <a:pt x="826973" y="323191"/>
                  </a:lnTo>
                  <a:lnTo>
                    <a:pt x="843258" y="318273"/>
                  </a:lnTo>
                  <a:close/>
                  <a:moveTo>
                    <a:pt x="884941" y="280874"/>
                  </a:moveTo>
                  <a:lnTo>
                    <a:pt x="843258" y="318273"/>
                  </a:lnTo>
                  <a:lnTo>
                    <a:pt x="874623" y="306008"/>
                  </a:lnTo>
                  <a:close/>
                  <a:moveTo>
                    <a:pt x="753132" y="176172"/>
                  </a:moveTo>
                  <a:lnTo>
                    <a:pt x="765053" y="195743"/>
                  </a:lnTo>
                  <a:lnTo>
                    <a:pt x="774618" y="158988"/>
                  </a:lnTo>
                  <a:close/>
                  <a:moveTo>
                    <a:pt x="605379" y="102661"/>
                  </a:moveTo>
                  <a:lnTo>
                    <a:pt x="615252" y="116220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05379" y="102661"/>
                  </a:lnTo>
                  <a:lnTo>
                    <a:pt x="617667" y="97750"/>
                  </a:lnTo>
                  <a:close/>
                  <a:moveTo>
                    <a:pt x="603199" y="71155"/>
                  </a:moveTo>
                  <a:lnTo>
                    <a:pt x="617667" y="97750"/>
                  </a:lnTo>
                  <a:lnTo>
                    <a:pt x="602503" y="65907"/>
                  </a:lnTo>
                  <a:close/>
                  <a:moveTo>
                    <a:pt x="602503" y="65907"/>
                  </a:moveTo>
                  <a:lnTo>
                    <a:pt x="617667" y="97750"/>
                  </a:lnTo>
                  <a:lnTo>
                    <a:pt x="646161" y="85478"/>
                  </a:lnTo>
                  <a:close/>
                  <a:moveTo>
                    <a:pt x="602503" y="65907"/>
                  </a:moveTo>
                  <a:lnTo>
                    <a:pt x="646161" y="85478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02503" y="65907"/>
                  </a:lnTo>
                  <a:lnTo>
                    <a:pt x="637080" y="48723"/>
                  </a:lnTo>
                  <a:close/>
                  <a:moveTo>
                    <a:pt x="649757" y="24443"/>
                  </a:moveTo>
                  <a:lnTo>
                    <a:pt x="625924" y="31542"/>
                  </a:lnTo>
                  <a:lnTo>
                    <a:pt x="602503" y="65907"/>
                  </a:lnTo>
                  <a:close/>
                  <a:moveTo>
                    <a:pt x="874623" y="306008"/>
                  </a:moveTo>
                  <a:lnTo>
                    <a:pt x="876578" y="342763"/>
                  </a:lnTo>
                  <a:lnTo>
                    <a:pt x="908999" y="325580"/>
                  </a:lnTo>
                  <a:close/>
                  <a:moveTo>
                    <a:pt x="874623" y="306008"/>
                  </a:moveTo>
                  <a:lnTo>
                    <a:pt x="908999" y="325580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74623" y="306008"/>
                  </a:lnTo>
                  <a:lnTo>
                    <a:pt x="906512" y="288825"/>
                  </a:lnTo>
                  <a:close/>
                  <a:moveTo>
                    <a:pt x="909380" y="276040"/>
                  </a:moveTo>
                  <a:lnTo>
                    <a:pt x="884941" y="280874"/>
                  </a:lnTo>
                  <a:lnTo>
                    <a:pt x="874623" y="306008"/>
                  </a:lnTo>
                  <a:close/>
                  <a:moveTo>
                    <a:pt x="884941" y="280874"/>
                  </a:moveTo>
                  <a:lnTo>
                    <a:pt x="909380" y="276040"/>
                  </a:lnTo>
                  <a:lnTo>
                    <a:pt x="893284" y="269253"/>
                  </a:lnTo>
                  <a:close/>
                  <a:moveTo>
                    <a:pt x="774618" y="158988"/>
                  </a:moveTo>
                  <a:lnTo>
                    <a:pt x="808532" y="148137"/>
                  </a:lnTo>
                  <a:lnTo>
                    <a:pt x="802247" y="145537"/>
                  </a:lnTo>
                  <a:close/>
                  <a:moveTo>
                    <a:pt x="797441" y="178560"/>
                  </a:moveTo>
                  <a:lnTo>
                    <a:pt x="808532" y="148137"/>
                  </a:lnTo>
                  <a:lnTo>
                    <a:pt x="774618" y="158988"/>
                  </a:lnTo>
                  <a:close/>
                  <a:moveTo>
                    <a:pt x="765053" y="195743"/>
                  </a:moveTo>
                  <a:lnTo>
                    <a:pt x="797441" y="178560"/>
                  </a:lnTo>
                  <a:lnTo>
                    <a:pt x="774618" y="158988"/>
                  </a:lnTo>
                  <a:close/>
                  <a:moveTo>
                    <a:pt x="802247" y="145537"/>
                  </a:moveTo>
                  <a:lnTo>
                    <a:pt x="776658" y="125175"/>
                  </a:lnTo>
                  <a:lnTo>
                    <a:pt x="774618" y="158988"/>
                  </a:lnTo>
                  <a:close/>
                  <a:moveTo>
                    <a:pt x="776658" y="125175"/>
                  </a:moveTo>
                  <a:lnTo>
                    <a:pt x="802247" y="145537"/>
                  </a:lnTo>
                  <a:lnTo>
                    <a:pt x="811422" y="141805"/>
                  </a:lnTo>
                  <a:close/>
                  <a:moveTo>
                    <a:pt x="802247" y="145537"/>
                  </a:moveTo>
                  <a:lnTo>
                    <a:pt x="808532" y="148137"/>
                  </a:lnTo>
                  <a:lnTo>
                    <a:pt x="811422" y="141805"/>
                  </a:lnTo>
                  <a:close/>
                  <a:moveTo>
                    <a:pt x="649757" y="24443"/>
                  </a:moveTo>
                  <a:lnTo>
                    <a:pt x="637080" y="48723"/>
                  </a:lnTo>
                  <a:lnTo>
                    <a:pt x="669404" y="38030"/>
                  </a:lnTo>
                  <a:close/>
                  <a:moveTo>
                    <a:pt x="669960" y="11968"/>
                  </a:moveTo>
                  <a:lnTo>
                    <a:pt x="649757" y="24443"/>
                  </a:lnTo>
                  <a:lnTo>
                    <a:pt x="703763" y="5578"/>
                  </a:lnTo>
                  <a:close/>
                  <a:moveTo>
                    <a:pt x="703763" y="5578"/>
                  </a:moveTo>
                  <a:lnTo>
                    <a:pt x="649757" y="24443"/>
                  </a:lnTo>
                  <a:lnTo>
                    <a:pt x="688326" y="31540"/>
                  </a:lnTo>
                  <a:close/>
                  <a:moveTo>
                    <a:pt x="688326" y="31540"/>
                  </a:moveTo>
                  <a:lnTo>
                    <a:pt x="649757" y="24443"/>
                  </a:lnTo>
                  <a:lnTo>
                    <a:pt x="669404" y="38030"/>
                  </a:lnTo>
                  <a:close/>
                  <a:moveTo>
                    <a:pt x="808532" y="148137"/>
                  </a:moveTo>
                  <a:lnTo>
                    <a:pt x="835065" y="151133"/>
                  </a:lnTo>
                  <a:lnTo>
                    <a:pt x="811422" y="141805"/>
                  </a:lnTo>
                  <a:close/>
                  <a:moveTo>
                    <a:pt x="811422" y="141805"/>
                  </a:moveTo>
                  <a:lnTo>
                    <a:pt x="850053" y="124621"/>
                  </a:lnTo>
                  <a:lnTo>
                    <a:pt x="804843" y="134344"/>
                  </a:lnTo>
                  <a:close/>
                  <a:moveTo>
                    <a:pt x="703763" y="5578"/>
                  </a:moveTo>
                  <a:lnTo>
                    <a:pt x="688326" y="31540"/>
                  </a:lnTo>
                  <a:lnTo>
                    <a:pt x="726869" y="18401"/>
                  </a:lnTo>
                  <a:close/>
                  <a:moveTo>
                    <a:pt x="703763" y="5578"/>
                  </a:moveTo>
                  <a:lnTo>
                    <a:pt x="726869" y="18401"/>
                  </a:lnTo>
                  <a:lnTo>
                    <a:pt x="761323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096" name="Input_density__135">
              <a:extLst>
                <a:ext uri="{FF2B5EF4-FFF2-40B4-BE49-F238E27FC236}">
                  <a16:creationId xmlns:a16="http://schemas.microsoft.com/office/drawing/2014/main" id="{D3FF6458-8741-8D38-90E5-160F83F334C5}"/>
                </a:ext>
              </a:extLst>
            </p:cNvPr>
            <p:cNvSpPr>
              <a:spLocks noGrp="1"/>
            </p:cNvSpPr>
            <p:nvPr/>
          </p:nvSpPr>
          <p:spPr>
            <a:xfrm>
              <a:off x="651365" y="1542071"/>
              <a:ext cx="1049303" cy="1081155"/>
            </a:xfrm>
            <a:custGeom>
              <a:avLst/>
              <a:gdLst/>
              <a:ahLst/>
              <a:cxnLst/>
              <a:rect l="0" t="0" r="0" b="0"/>
              <a:pathLst>
                <a:path w="1049303" h="1081155">
                  <a:moveTo>
                    <a:pt x="306010" y="1063142"/>
                  </a:moveTo>
                  <a:lnTo>
                    <a:pt x="291961" y="1051746"/>
                  </a:lnTo>
                  <a:lnTo>
                    <a:pt x="323731" y="1081155"/>
                  </a:lnTo>
                  <a:close/>
                  <a:moveTo>
                    <a:pt x="254786" y="1010134"/>
                  </a:moveTo>
                  <a:lnTo>
                    <a:pt x="289691" y="1044400"/>
                  </a:lnTo>
                  <a:lnTo>
                    <a:pt x="258764" y="1011076"/>
                  </a:lnTo>
                  <a:close/>
                  <a:moveTo>
                    <a:pt x="254786" y="1010134"/>
                  </a:moveTo>
                  <a:lnTo>
                    <a:pt x="291961" y="1051746"/>
                  </a:lnTo>
                  <a:lnTo>
                    <a:pt x="289691" y="1044400"/>
                  </a:lnTo>
                  <a:close/>
                  <a:moveTo>
                    <a:pt x="289691" y="1044400"/>
                  </a:moveTo>
                  <a:lnTo>
                    <a:pt x="291961" y="1051746"/>
                  </a:lnTo>
                  <a:lnTo>
                    <a:pt x="306010" y="1063142"/>
                  </a:lnTo>
                  <a:close/>
                  <a:moveTo>
                    <a:pt x="252226" y="1007645"/>
                  </a:moveTo>
                  <a:lnTo>
                    <a:pt x="254786" y="1010134"/>
                  </a:lnTo>
                  <a:lnTo>
                    <a:pt x="258764" y="1011076"/>
                  </a:lnTo>
                  <a:close/>
                  <a:moveTo>
                    <a:pt x="306010" y="1063142"/>
                  </a:moveTo>
                  <a:lnTo>
                    <a:pt x="354250" y="1072942"/>
                  </a:lnTo>
                  <a:lnTo>
                    <a:pt x="358859" y="1039953"/>
                  </a:lnTo>
                  <a:close/>
                  <a:moveTo>
                    <a:pt x="354250" y="1072942"/>
                  </a:moveTo>
                  <a:lnTo>
                    <a:pt x="386464" y="1073841"/>
                  </a:lnTo>
                  <a:lnTo>
                    <a:pt x="358859" y="1039953"/>
                  </a:lnTo>
                  <a:close/>
                  <a:moveTo>
                    <a:pt x="297682" y="1027217"/>
                  </a:moveTo>
                  <a:lnTo>
                    <a:pt x="306010" y="1063142"/>
                  </a:lnTo>
                  <a:lnTo>
                    <a:pt x="328406" y="1050668"/>
                  </a:lnTo>
                  <a:close/>
                  <a:moveTo>
                    <a:pt x="297682" y="1027217"/>
                  </a:moveTo>
                  <a:lnTo>
                    <a:pt x="289691" y="1044400"/>
                  </a:lnTo>
                  <a:lnTo>
                    <a:pt x="306010" y="1063142"/>
                  </a:lnTo>
                  <a:close/>
                  <a:moveTo>
                    <a:pt x="266321" y="1000756"/>
                  </a:moveTo>
                  <a:lnTo>
                    <a:pt x="258764" y="1011076"/>
                  </a:lnTo>
                  <a:lnTo>
                    <a:pt x="284031" y="990462"/>
                  </a:lnTo>
                  <a:close/>
                  <a:moveTo>
                    <a:pt x="284031" y="990462"/>
                  </a:moveTo>
                  <a:lnTo>
                    <a:pt x="258764" y="1011076"/>
                  </a:lnTo>
                  <a:lnTo>
                    <a:pt x="289691" y="1044400"/>
                  </a:lnTo>
                  <a:close/>
                  <a:moveTo>
                    <a:pt x="284031" y="990462"/>
                  </a:moveTo>
                  <a:lnTo>
                    <a:pt x="289691" y="1044400"/>
                  </a:lnTo>
                  <a:lnTo>
                    <a:pt x="297682" y="1027217"/>
                  </a:lnTo>
                  <a:close/>
                  <a:moveTo>
                    <a:pt x="252226" y="1007645"/>
                  </a:moveTo>
                  <a:lnTo>
                    <a:pt x="258764" y="1011076"/>
                  </a:lnTo>
                  <a:lnTo>
                    <a:pt x="266321" y="1000756"/>
                  </a:lnTo>
                  <a:close/>
                  <a:moveTo>
                    <a:pt x="221575" y="996607"/>
                  </a:moveTo>
                  <a:lnTo>
                    <a:pt x="266321" y="1000756"/>
                  </a:lnTo>
                  <a:lnTo>
                    <a:pt x="277329" y="984276"/>
                  </a:lnTo>
                  <a:close/>
                  <a:moveTo>
                    <a:pt x="0" y="634358"/>
                  </a:moveTo>
                  <a:lnTo>
                    <a:pt x="14224" y="667541"/>
                  </a:lnTo>
                  <a:lnTo>
                    <a:pt x="45265" y="624647"/>
                  </a:lnTo>
                  <a:close/>
                  <a:moveTo>
                    <a:pt x="0" y="634358"/>
                  </a:moveTo>
                  <a:lnTo>
                    <a:pt x="45265" y="624647"/>
                  </a:lnTo>
                  <a:lnTo>
                    <a:pt x="9440" y="605567"/>
                  </a:lnTo>
                  <a:close/>
                  <a:moveTo>
                    <a:pt x="47089" y="621752"/>
                  </a:moveTo>
                  <a:lnTo>
                    <a:pt x="52313" y="574170"/>
                  </a:lnTo>
                  <a:lnTo>
                    <a:pt x="25892" y="570872"/>
                  </a:lnTo>
                  <a:close/>
                  <a:moveTo>
                    <a:pt x="304051" y="862928"/>
                  </a:moveTo>
                  <a:lnTo>
                    <a:pt x="277064" y="813033"/>
                  </a:lnTo>
                  <a:lnTo>
                    <a:pt x="276703" y="858074"/>
                  </a:lnTo>
                  <a:close/>
                  <a:moveTo>
                    <a:pt x="306183" y="809075"/>
                  </a:moveTo>
                  <a:lnTo>
                    <a:pt x="318188" y="820051"/>
                  </a:lnTo>
                  <a:lnTo>
                    <a:pt x="291770" y="801078"/>
                  </a:lnTo>
                  <a:close/>
                  <a:moveTo>
                    <a:pt x="284660" y="672617"/>
                  </a:moveTo>
                  <a:lnTo>
                    <a:pt x="307374" y="636492"/>
                  </a:lnTo>
                  <a:lnTo>
                    <a:pt x="279220" y="632292"/>
                  </a:lnTo>
                  <a:close/>
                  <a:moveTo>
                    <a:pt x="307374" y="636492"/>
                  </a:moveTo>
                  <a:lnTo>
                    <a:pt x="291988" y="625885"/>
                  </a:lnTo>
                  <a:lnTo>
                    <a:pt x="279220" y="632292"/>
                  </a:lnTo>
                  <a:close/>
                  <a:moveTo>
                    <a:pt x="174926" y="483917"/>
                  </a:moveTo>
                  <a:lnTo>
                    <a:pt x="149633" y="497852"/>
                  </a:lnTo>
                  <a:lnTo>
                    <a:pt x="188737" y="517436"/>
                  </a:lnTo>
                  <a:close/>
                  <a:moveTo>
                    <a:pt x="188737" y="517436"/>
                  </a:moveTo>
                  <a:lnTo>
                    <a:pt x="217782" y="501386"/>
                  </a:lnTo>
                  <a:lnTo>
                    <a:pt x="203072" y="488122"/>
                  </a:lnTo>
                  <a:close/>
                  <a:moveTo>
                    <a:pt x="202871" y="445637"/>
                  </a:moveTo>
                  <a:lnTo>
                    <a:pt x="192735" y="443913"/>
                  </a:lnTo>
                  <a:lnTo>
                    <a:pt x="203072" y="488122"/>
                  </a:lnTo>
                  <a:close/>
                  <a:moveTo>
                    <a:pt x="203072" y="488122"/>
                  </a:moveTo>
                  <a:lnTo>
                    <a:pt x="167324" y="445350"/>
                  </a:lnTo>
                  <a:lnTo>
                    <a:pt x="174926" y="483917"/>
                  </a:lnTo>
                  <a:close/>
                  <a:moveTo>
                    <a:pt x="128972" y="418491"/>
                  </a:moveTo>
                  <a:lnTo>
                    <a:pt x="167324" y="445350"/>
                  </a:lnTo>
                  <a:lnTo>
                    <a:pt x="167932" y="439580"/>
                  </a:lnTo>
                  <a:close/>
                  <a:moveTo>
                    <a:pt x="123657" y="424342"/>
                  </a:moveTo>
                  <a:lnTo>
                    <a:pt x="167324" y="445350"/>
                  </a:lnTo>
                  <a:lnTo>
                    <a:pt x="128972" y="418491"/>
                  </a:lnTo>
                  <a:close/>
                  <a:moveTo>
                    <a:pt x="599374" y="874860"/>
                  </a:moveTo>
                  <a:lnTo>
                    <a:pt x="571913" y="914844"/>
                  </a:lnTo>
                  <a:lnTo>
                    <a:pt x="603147" y="916540"/>
                  </a:lnTo>
                  <a:close/>
                  <a:moveTo>
                    <a:pt x="603147" y="916540"/>
                  </a:moveTo>
                  <a:lnTo>
                    <a:pt x="600329" y="935056"/>
                  </a:lnTo>
                  <a:lnTo>
                    <a:pt x="616426" y="921728"/>
                  </a:lnTo>
                  <a:close/>
                  <a:moveTo>
                    <a:pt x="498072" y="705676"/>
                  </a:moveTo>
                  <a:lnTo>
                    <a:pt x="473604" y="684015"/>
                  </a:lnTo>
                  <a:lnTo>
                    <a:pt x="494642" y="726840"/>
                  </a:lnTo>
                  <a:close/>
                  <a:moveTo>
                    <a:pt x="467940" y="717596"/>
                  </a:moveTo>
                  <a:lnTo>
                    <a:pt x="471994" y="720770"/>
                  </a:lnTo>
                  <a:lnTo>
                    <a:pt x="494642" y="726840"/>
                  </a:lnTo>
                  <a:close/>
                  <a:moveTo>
                    <a:pt x="452327" y="689407"/>
                  </a:moveTo>
                  <a:lnTo>
                    <a:pt x="467940" y="717596"/>
                  </a:lnTo>
                  <a:lnTo>
                    <a:pt x="494642" y="726840"/>
                  </a:lnTo>
                  <a:close/>
                  <a:moveTo>
                    <a:pt x="579989" y="818784"/>
                  </a:moveTo>
                  <a:lnTo>
                    <a:pt x="607621" y="823408"/>
                  </a:lnTo>
                  <a:lnTo>
                    <a:pt x="601864" y="783341"/>
                  </a:lnTo>
                  <a:close/>
                  <a:moveTo>
                    <a:pt x="579989" y="818784"/>
                  </a:moveTo>
                  <a:lnTo>
                    <a:pt x="601864" y="783341"/>
                  </a:lnTo>
                  <a:lnTo>
                    <a:pt x="569565" y="782511"/>
                  </a:lnTo>
                  <a:close/>
                  <a:moveTo>
                    <a:pt x="427211" y="682737"/>
                  </a:moveTo>
                  <a:lnTo>
                    <a:pt x="467940" y="717596"/>
                  </a:lnTo>
                  <a:lnTo>
                    <a:pt x="427308" y="684015"/>
                  </a:lnTo>
                  <a:close/>
                  <a:moveTo>
                    <a:pt x="470331" y="719516"/>
                  </a:moveTo>
                  <a:lnTo>
                    <a:pt x="467940" y="717596"/>
                  </a:lnTo>
                  <a:lnTo>
                    <a:pt x="427211" y="682737"/>
                  </a:lnTo>
                  <a:close/>
                  <a:moveTo>
                    <a:pt x="470331" y="719516"/>
                  </a:moveTo>
                  <a:lnTo>
                    <a:pt x="471994" y="720770"/>
                  </a:lnTo>
                  <a:lnTo>
                    <a:pt x="467940" y="717596"/>
                  </a:lnTo>
                  <a:close/>
                  <a:moveTo>
                    <a:pt x="359287" y="560512"/>
                  </a:moveTo>
                  <a:lnTo>
                    <a:pt x="404554" y="566916"/>
                  </a:lnTo>
                  <a:lnTo>
                    <a:pt x="405670" y="519812"/>
                  </a:lnTo>
                  <a:close/>
                  <a:moveTo>
                    <a:pt x="826768" y="1034381"/>
                  </a:moveTo>
                  <a:lnTo>
                    <a:pt x="833226" y="1043919"/>
                  </a:lnTo>
                  <a:lnTo>
                    <a:pt x="848418" y="1047317"/>
                  </a:lnTo>
                  <a:close/>
                  <a:moveTo>
                    <a:pt x="826768" y="1034381"/>
                  </a:moveTo>
                  <a:lnTo>
                    <a:pt x="848418" y="1047317"/>
                  </a:lnTo>
                  <a:lnTo>
                    <a:pt x="861589" y="1020861"/>
                  </a:lnTo>
                  <a:close/>
                  <a:moveTo>
                    <a:pt x="432468" y="517133"/>
                  </a:moveTo>
                  <a:lnTo>
                    <a:pt x="408243" y="519169"/>
                  </a:lnTo>
                  <a:lnTo>
                    <a:pt x="405670" y="519812"/>
                  </a:lnTo>
                  <a:close/>
                  <a:moveTo>
                    <a:pt x="409018" y="519812"/>
                  </a:moveTo>
                  <a:lnTo>
                    <a:pt x="408243" y="519169"/>
                  </a:lnTo>
                  <a:lnTo>
                    <a:pt x="455678" y="539383"/>
                  </a:lnTo>
                  <a:close/>
                  <a:moveTo>
                    <a:pt x="374602" y="429937"/>
                  </a:moveTo>
                  <a:lnTo>
                    <a:pt x="390234" y="483057"/>
                  </a:lnTo>
                  <a:lnTo>
                    <a:pt x="415045" y="451989"/>
                  </a:lnTo>
                  <a:close/>
                  <a:moveTo>
                    <a:pt x="725222" y="796668"/>
                  </a:moveTo>
                  <a:lnTo>
                    <a:pt x="716520" y="789052"/>
                  </a:lnTo>
                  <a:lnTo>
                    <a:pt x="707288" y="751810"/>
                  </a:lnTo>
                  <a:close/>
                  <a:moveTo>
                    <a:pt x="361269" y="306534"/>
                  </a:moveTo>
                  <a:lnTo>
                    <a:pt x="382512" y="355608"/>
                  </a:lnTo>
                  <a:lnTo>
                    <a:pt x="410352" y="338235"/>
                  </a:lnTo>
                  <a:close/>
                  <a:moveTo>
                    <a:pt x="715230" y="779485"/>
                  </a:moveTo>
                  <a:lnTo>
                    <a:pt x="707288" y="751810"/>
                  </a:lnTo>
                  <a:lnTo>
                    <a:pt x="716520" y="789052"/>
                  </a:lnTo>
                  <a:close/>
                  <a:moveTo>
                    <a:pt x="745495" y="719243"/>
                  </a:moveTo>
                  <a:lnTo>
                    <a:pt x="757882" y="725547"/>
                  </a:lnTo>
                  <a:lnTo>
                    <a:pt x="768550" y="729094"/>
                  </a:lnTo>
                  <a:close/>
                  <a:moveTo>
                    <a:pt x="552929" y="438060"/>
                  </a:moveTo>
                  <a:lnTo>
                    <a:pt x="559354" y="425389"/>
                  </a:lnTo>
                  <a:lnTo>
                    <a:pt x="524953" y="421348"/>
                  </a:lnTo>
                  <a:close/>
                  <a:moveTo>
                    <a:pt x="552929" y="438060"/>
                  </a:moveTo>
                  <a:lnTo>
                    <a:pt x="567394" y="431507"/>
                  </a:lnTo>
                  <a:lnTo>
                    <a:pt x="559354" y="425389"/>
                  </a:lnTo>
                  <a:close/>
                  <a:moveTo>
                    <a:pt x="438600" y="347641"/>
                  </a:moveTo>
                  <a:lnTo>
                    <a:pt x="458469" y="326436"/>
                  </a:lnTo>
                  <a:lnTo>
                    <a:pt x="446859" y="350153"/>
                  </a:lnTo>
                  <a:close/>
                  <a:moveTo>
                    <a:pt x="987690" y="855383"/>
                  </a:moveTo>
                  <a:lnTo>
                    <a:pt x="962174" y="838650"/>
                  </a:lnTo>
                  <a:lnTo>
                    <a:pt x="942617" y="861736"/>
                  </a:lnTo>
                  <a:close/>
                  <a:moveTo>
                    <a:pt x="909962" y="864223"/>
                  </a:moveTo>
                  <a:lnTo>
                    <a:pt x="882215" y="825104"/>
                  </a:lnTo>
                  <a:lnTo>
                    <a:pt x="872872" y="835812"/>
                  </a:lnTo>
                  <a:close/>
                  <a:moveTo>
                    <a:pt x="909962" y="864223"/>
                  </a:moveTo>
                  <a:lnTo>
                    <a:pt x="942617" y="861736"/>
                  </a:lnTo>
                  <a:lnTo>
                    <a:pt x="962174" y="838650"/>
                  </a:lnTo>
                  <a:close/>
                  <a:moveTo>
                    <a:pt x="928042" y="835613"/>
                  </a:moveTo>
                  <a:lnTo>
                    <a:pt x="909962" y="864223"/>
                  </a:lnTo>
                  <a:lnTo>
                    <a:pt x="962174" y="838650"/>
                  </a:lnTo>
                  <a:close/>
                  <a:moveTo>
                    <a:pt x="567394" y="431507"/>
                  </a:moveTo>
                  <a:lnTo>
                    <a:pt x="596940" y="468262"/>
                  </a:lnTo>
                  <a:lnTo>
                    <a:pt x="624085" y="452047"/>
                  </a:lnTo>
                  <a:close/>
                  <a:moveTo>
                    <a:pt x="607930" y="420433"/>
                  </a:moveTo>
                  <a:lnTo>
                    <a:pt x="624085" y="452047"/>
                  </a:lnTo>
                  <a:lnTo>
                    <a:pt x="629002" y="430391"/>
                  </a:lnTo>
                  <a:close/>
                  <a:moveTo>
                    <a:pt x="629002" y="430391"/>
                  </a:moveTo>
                  <a:lnTo>
                    <a:pt x="604516" y="378462"/>
                  </a:lnTo>
                  <a:lnTo>
                    <a:pt x="607930" y="420433"/>
                  </a:lnTo>
                  <a:close/>
                  <a:moveTo>
                    <a:pt x="569697" y="379681"/>
                  </a:moveTo>
                  <a:lnTo>
                    <a:pt x="524953" y="421348"/>
                  </a:lnTo>
                  <a:lnTo>
                    <a:pt x="559354" y="425389"/>
                  </a:lnTo>
                  <a:close/>
                  <a:moveTo>
                    <a:pt x="549041" y="340813"/>
                  </a:moveTo>
                  <a:lnTo>
                    <a:pt x="541612" y="359058"/>
                  </a:lnTo>
                  <a:lnTo>
                    <a:pt x="540059" y="357997"/>
                  </a:lnTo>
                  <a:close/>
                  <a:moveTo>
                    <a:pt x="535492" y="380400"/>
                  </a:moveTo>
                  <a:lnTo>
                    <a:pt x="541612" y="359058"/>
                  </a:lnTo>
                  <a:lnTo>
                    <a:pt x="549041" y="340813"/>
                  </a:lnTo>
                  <a:close/>
                  <a:moveTo>
                    <a:pt x="569697" y="379681"/>
                  </a:moveTo>
                  <a:lnTo>
                    <a:pt x="541612" y="359058"/>
                  </a:lnTo>
                  <a:lnTo>
                    <a:pt x="535492" y="380400"/>
                  </a:lnTo>
                  <a:close/>
                  <a:moveTo>
                    <a:pt x="544998" y="357997"/>
                  </a:moveTo>
                  <a:lnTo>
                    <a:pt x="603344" y="369079"/>
                  </a:lnTo>
                  <a:lnTo>
                    <a:pt x="571118" y="340813"/>
                  </a:lnTo>
                  <a:close/>
                  <a:moveTo>
                    <a:pt x="544998" y="357997"/>
                  </a:moveTo>
                  <a:lnTo>
                    <a:pt x="541612" y="359058"/>
                  </a:lnTo>
                  <a:lnTo>
                    <a:pt x="569697" y="379681"/>
                  </a:lnTo>
                  <a:close/>
                  <a:moveTo>
                    <a:pt x="1007070" y="849611"/>
                  </a:moveTo>
                  <a:lnTo>
                    <a:pt x="962174" y="838650"/>
                  </a:lnTo>
                  <a:lnTo>
                    <a:pt x="987690" y="855383"/>
                  </a:lnTo>
                  <a:close/>
                  <a:moveTo>
                    <a:pt x="969643" y="808202"/>
                  </a:moveTo>
                  <a:lnTo>
                    <a:pt x="962174" y="838650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969643" y="808202"/>
                  </a:lnTo>
                  <a:lnTo>
                    <a:pt x="1007070" y="849611"/>
                  </a:lnTo>
                  <a:close/>
                  <a:moveTo>
                    <a:pt x="1006487" y="805337"/>
                  </a:moveTo>
                  <a:lnTo>
                    <a:pt x="1007070" y="849611"/>
                  </a:lnTo>
                  <a:lnTo>
                    <a:pt x="1032459" y="811311"/>
                  </a:lnTo>
                  <a:close/>
                  <a:moveTo>
                    <a:pt x="969643" y="808202"/>
                  </a:moveTo>
                  <a:lnTo>
                    <a:pt x="928042" y="835613"/>
                  </a:lnTo>
                  <a:lnTo>
                    <a:pt x="962174" y="838650"/>
                  </a:lnTo>
                  <a:close/>
                  <a:moveTo>
                    <a:pt x="966278" y="766191"/>
                  </a:moveTo>
                  <a:lnTo>
                    <a:pt x="937630" y="746885"/>
                  </a:lnTo>
                  <a:lnTo>
                    <a:pt x="920999" y="731167"/>
                  </a:lnTo>
                  <a:close/>
                  <a:moveTo>
                    <a:pt x="889827" y="729421"/>
                  </a:moveTo>
                  <a:lnTo>
                    <a:pt x="920999" y="731167"/>
                  </a:lnTo>
                  <a:lnTo>
                    <a:pt x="898860" y="726505"/>
                  </a:lnTo>
                  <a:close/>
                  <a:moveTo>
                    <a:pt x="608669" y="377568"/>
                  </a:moveTo>
                  <a:lnTo>
                    <a:pt x="655193" y="364351"/>
                  </a:lnTo>
                  <a:lnTo>
                    <a:pt x="657542" y="350931"/>
                  </a:lnTo>
                  <a:close/>
                  <a:moveTo>
                    <a:pt x="526822" y="297955"/>
                  </a:moveTo>
                  <a:lnTo>
                    <a:pt x="537011" y="334419"/>
                  </a:lnTo>
                  <a:lnTo>
                    <a:pt x="559500" y="329731"/>
                  </a:lnTo>
                  <a:close/>
                  <a:moveTo>
                    <a:pt x="571118" y="340813"/>
                  </a:moveTo>
                  <a:lnTo>
                    <a:pt x="603344" y="369079"/>
                  </a:lnTo>
                  <a:lnTo>
                    <a:pt x="566594" y="337456"/>
                  </a:lnTo>
                  <a:close/>
                  <a:moveTo>
                    <a:pt x="862333" y="528038"/>
                  </a:moveTo>
                  <a:lnTo>
                    <a:pt x="835487" y="517933"/>
                  </a:lnTo>
                  <a:lnTo>
                    <a:pt x="812627" y="496612"/>
                  </a:lnTo>
                  <a:close/>
                  <a:moveTo>
                    <a:pt x="808267" y="455410"/>
                  </a:moveTo>
                  <a:lnTo>
                    <a:pt x="812627" y="496612"/>
                  </a:lnTo>
                  <a:lnTo>
                    <a:pt x="837340" y="458862"/>
                  </a:lnTo>
                  <a:close/>
                  <a:moveTo>
                    <a:pt x="1018300" y="706240"/>
                  </a:moveTo>
                  <a:lnTo>
                    <a:pt x="1049303" y="663376"/>
                  </a:lnTo>
                  <a:lnTo>
                    <a:pt x="1020307" y="659861"/>
                  </a:lnTo>
                  <a:close/>
                  <a:moveTo>
                    <a:pt x="1020307" y="659861"/>
                  </a:moveTo>
                  <a:lnTo>
                    <a:pt x="1049303" y="663376"/>
                  </a:lnTo>
                  <a:lnTo>
                    <a:pt x="1036543" y="629002"/>
                  </a:lnTo>
                  <a:close/>
                  <a:moveTo>
                    <a:pt x="926496" y="547710"/>
                  </a:moveTo>
                  <a:lnTo>
                    <a:pt x="951195" y="554718"/>
                  </a:lnTo>
                  <a:lnTo>
                    <a:pt x="940511" y="518657"/>
                  </a:lnTo>
                  <a:close/>
                  <a:moveTo>
                    <a:pt x="887158" y="382345"/>
                  </a:moveTo>
                  <a:lnTo>
                    <a:pt x="865879" y="390914"/>
                  </a:lnTo>
                  <a:lnTo>
                    <a:pt x="859487" y="415248"/>
                  </a:lnTo>
                  <a:close/>
                  <a:moveTo>
                    <a:pt x="911309" y="336320"/>
                  </a:moveTo>
                  <a:lnTo>
                    <a:pt x="943983" y="381593"/>
                  </a:lnTo>
                  <a:lnTo>
                    <a:pt x="944519" y="336410"/>
                  </a:lnTo>
                  <a:close/>
                  <a:moveTo>
                    <a:pt x="810780" y="165299"/>
                  </a:moveTo>
                  <a:lnTo>
                    <a:pt x="797126" y="151237"/>
                  </a:lnTo>
                  <a:lnTo>
                    <a:pt x="798210" y="144631"/>
                  </a:lnTo>
                  <a:close/>
                  <a:moveTo>
                    <a:pt x="1006855" y="311223"/>
                  </a:moveTo>
                  <a:lnTo>
                    <a:pt x="989241" y="334229"/>
                  </a:lnTo>
                  <a:lnTo>
                    <a:pt x="1010165" y="316253"/>
                  </a:lnTo>
                  <a:close/>
                  <a:moveTo>
                    <a:pt x="1006855" y="311223"/>
                  </a:moveTo>
                  <a:lnTo>
                    <a:pt x="981842" y="328406"/>
                  </a:lnTo>
                  <a:lnTo>
                    <a:pt x="989241" y="334229"/>
                  </a:lnTo>
                  <a:close/>
                  <a:moveTo>
                    <a:pt x="772525" y="17183"/>
                  </a:moveTo>
                  <a:lnTo>
                    <a:pt x="775523" y="71122"/>
                  </a:lnTo>
                  <a:lnTo>
                    <a:pt x="804844" y="46897"/>
                  </a:lnTo>
                  <a:close/>
                  <a:moveTo>
                    <a:pt x="1006855" y="311223"/>
                  </a:moveTo>
                  <a:lnTo>
                    <a:pt x="1010165" y="316253"/>
                  </a:lnTo>
                  <a:lnTo>
                    <a:pt x="1004905" y="294040"/>
                  </a:lnTo>
                  <a:close/>
                  <a:moveTo>
                    <a:pt x="952999" y="195274"/>
                  </a:moveTo>
                  <a:lnTo>
                    <a:pt x="985739" y="224928"/>
                  </a:lnTo>
                  <a:lnTo>
                    <a:pt x="1005510" y="220530"/>
                  </a:lnTo>
                  <a:close/>
                  <a:moveTo>
                    <a:pt x="812497" y="0"/>
                  </a:moveTo>
                  <a:lnTo>
                    <a:pt x="804844" y="46897"/>
                  </a:lnTo>
                  <a:lnTo>
                    <a:pt x="774078" y="53393"/>
                  </a:lnTo>
                  <a:close/>
                  <a:moveTo>
                    <a:pt x="896948" y="45898"/>
                  </a:moveTo>
                  <a:lnTo>
                    <a:pt x="926412" y="73510"/>
                  </a:lnTo>
                  <a:lnTo>
                    <a:pt x="915560" y="6438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097" name="Input_density__136">
              <a:extLst>
                <a:ext uri="{FF2B5EF4-FFF2-40B4-BE49-F238E27FC236}">
                  <a16:creationId xmlns:a16="http://schemas.microsoft.com/office/drawing/2014/main" id="{57E0D2D8-1476-8728-DE79-FB2EEC2B55F7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69731"/>
              <a:ext cx="995674" cy="1038920"/>
            </a:xfrm>
            <a:custGeom>
              <a:avLst/>
              <a:gdLst/>
              <a:ahLst/>
              <a:cxnLst/>
              <a:rect l="0" t="0" r="0" b="0"/>
              <a:pathLst>
                <a:path w="995674" h="1038920">
                  <a:moveTo>
                    <a:pt x="225937" y="968947"/>
                  </a:moveTo>
                  <a:lnTo>
                    <a:pt x="190997" y="962887"/>
                  </a:lnTo>
                  <a:lnTo>
                    <a:pt x="198505" y="962591"/>
                  </a:lnTo>
                  <a:close/>
                  <a:moveTo>
                    <a:pt x="398567" y="995141"/>
                  </a:moveTo>
                  <a:lnTo>
                    <a:pt x="377015" y="985573"/>
                  </a:lnTo>
                  <a:lnTo>
                    <a:pt x="363221" y="1012293"/>
                  </a:lnTo>
                  <a:close/>
                  <a:moveTo>
                    <a:pt x="398567" y="995141"/>
                  </a:moveTo>
                  <a:lnTo>
                    <a:pt x="407296" y="956295"/>
                  </a:lnTo>
                  <a:lnTo>
                    <a:pt x="378253" y="972286"/>
                  </a:lnTo>
                  <a:close/>
                  <a:moveTo>
                    <a:pt x="378253" y="972286"/>
                  </a:moveTo>
                  <a:lnTo>
                    <a:pt x="357325" y="945619"/>
                  </a:lnTo>
                  <a:lnTo>
                    <a:pt x="377015" y="985573"/>
                  </a:lnTo>
                  <a:close/>
                  <a:moveTo>
                    <a:pt x="0" y="595252"/>
                  </a:moveTo>
                  <a:lnTo>
                    <a:pt x="13802" y="577907"/>
                  </a:lnTo>
                  <a:lnTo>
                    <a:pt x="30254" y="543212"/>
                  </a:lnTo>
                  <a:close/>
                  <a:moveTo>
                    <a:pt x="518511" y="1026748"/>
                  </a:moveTo>
                  <a:lnTo>
                    <a:pt x="488125" y="1037718"/>
                  </a:lnTo>
                  <a:lnTo>
                    <a:pt x="496034" y="1038920"/>
                  </a:lnTo>
                  <a:close/>
                  <a:moveTo>
                    <a:pt x="518511" y="1026748"/>
                  </a:moveTo>
                  <a:lnTo>
                    <a:pt x="496034" y="1038920"/>
                  </a:lnTo>
                  <a:lnTo>
                    <a:pt x="547614" y="1010986"/>
                  </a:lnTo>
                  <a:close/>
                  <a:moveTo>
                    <a:pt x="357325" y="945619"/>
                  </a:moveTo>
                  <a:lnTo>
                    <a:pt x="378253" y="972286"/>
                  </a:lnTo>
                  <a:lnTo>
                    <a:pt x="384419" y="979554"/>
                  </a:lnTo>
                  <a:close/>
                  <a:moveTo>
                    <a:pt x="535367" y="993564"/>
                  </a:moveTo>
                  <a:lnTo>
                    <a:pt x="555771" y="993348"/>
                  </a:lnTo>
                  <a:lnTo>
                    <a:pt x="548486" y="984762"/>
                  </a:lnTo>
                  <a:close/>
                  <a:moveTo>
                    <a:pt x="547614" y="1010986"/>
                  </a:moveTo>
                  <a:lnTo>
                    <a:pt x="555771" y="993348"/>
                  </a:lnTo>
                  <a:lnTo>
                    <a:pt x="535367" y="993564"/>
                  </a:lnTo>
                  <a:close/>
                  <a:moveTo>
                    <a:pt x="518511" y="1026748"/>
                  </a:moveTo>
                  <a:lnTo>
                    <a:pt x="547614" y="1010986"/>
                  </a:lnTo>
                  <a:lnTo>
                    <a:pt x="535367" y="993564"/>
                  </a:lnTo>
                  <a:close/>
                  <a:moveTo>
                    <a:pt x="555771" y="993348"/>
                  </a:moveTo>
                  <a:lnTo>
                    <a:pt x="558860" y="1001945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55771" y="993348"/>
                  </a:lnTo>
                  <a:lnTo>
                    <a:pt x="563977" y="975955"/>
                  </a:lnTo>
                  <a:close/>
                  <a:moveTo>
                    <a:pt x="548486" y="984762"/>
                  </a:moveTo>
                  <a:lnTo>
                    <a:pt x="563977" y="975955"/>
                  </a:lnTo>
                  <a:lnTo>
                    <a:pt x="538543" y="980266"/>
                  </a:lnTo>
                  <a:close/>
                  <a:moveTo>
                    <a:pt x="598101" y="941276"/>
                  </a:moveTo>
                  <a:lnTo>
                    <a:pt x="563977" y="975955"/>
                  </a:lnTo>
                  <a:lnTo>
                    <a:pt x="592703" y="958782"/>
                  </a:lnTo>
                  <a:close/>
                  <a:moveTo>
                    <a:pt x="598101" y="941276"/>
                  </a:moveTo>
                  <a:lnTo>
                    <a:pt x="575045" y="932932"/>
                  </a:lnTo>
                  <a:lnTo>
                    <a:pt x="563977" y="975955"/>
                  </a:lnTo>
                  <a:close/>
                  <a:moveTo>
                    <a:pt x="283582" y="604632"/>
                  </a:moveTo>
                  <a:lnTo>
                    <a:pt x="296350" y="598225"/>
                  </a:lnTo>
                  <a:lnTo>
                    <a:pt x="310118" y="563274"/>
                  </a:lnTo>
                  <a:close/>
                  <a:moveTo>
                    <a:pt x="121381" y="386752"/>
                  </a:moveTo>
                  <a:lnTo>
                    <a:pt x="128019" y="396682"/>
                  </a:lnTo>
                  <a:lnTo>
                    <a:pt x="133334" y="390831"/>
                  </a:lnTo>
                  <a:close/>
                  <a:moveTo>
                    <a:pt x="128019" y="396682"/>
                  </a:moveTo>
                  <a:lnTo>
                    <a:pt x="121381" y="386752"/>
                  </a:lnTo>
                  <a:lnTo>
                    <a:pt x="101818" y="357909"/>
                  </a:lnTo>
                  <a:close/>
                  <a:moveTo>
                    <a:pt x="466340" y="747049"/>
                  </a:moveTo>
                  <a:lnTo>
                    <a:pt x="499004" y="699181"/>
                  </a:lnTo>
                  <a:lnTo>
                    <a:pt x="476356" y="693110"/>
                  </a:lnTo>
                  <a:close/>
                  <a:moveTo>
                    <a:pt x="311148" y="557343"/>
                  </a:moveTo>
                  <a:lnTo>
                    <a:pt x="341681" y="546926"/>
                  </a:lnTo>
                  <a:lnTo>
                    <a:pt x="363649" y="532853"/>
                  </a:lnTo>
                  <a:close/>
                  <a:moveTo>
                    <a:pt x="329530" y="529862"/>
                  </a:moveTo>
                  <a:lnTo>
                    <a:pt x="311148" y="557343"/>
                  </a:lnTo>
                  <a:lnTo>
                    <a:pt x="363649" y="532853"/>
                  </a:lnTo>
                  <a:close/>
                  <a:moveTo>
                    <a:pt x="611984" y="795748"/>
                  </a:moveTo>
                  <a:lnTo>
                    <a:pt x="608674" y="826079"/>
                  </a:lnTo>
                  <a:lnTo>
                    <a:pt x="622047" y="803375"/>
                  </a:lnTo>
                  <a:close/>
                  <a:moveTo>
                    <a:pt x="399582" y="542621"/>
                  </a:moveTo>
                  <a:lnTo>
                    <a:pt x="428930" y="528907"/>
                  </a:lnTo>
                  <a:lnTo>
                    <a:pt x="408916" y="539256"/>
                  </a:lnTo>
                  <a:close/>
                  <a:moveTo>
                    <a:pt x="374028" y="475451"/>
                  </a:moveTo>
                  <a:lnTo>
                    <a:pt x="394596" y="455397"/>
                  </a:lnTo>
                  <a:lnTo>
                    <a:pt x="377924" y="447869"/>
                  </a:lnTo>
                  <a:close/>
                  <a:moveTo>
                    <a:pt x="452701" y="441253"/>
                  </a:moveTo>
                  <a:lnTo>
                    <a:pt x="457157" y="440895"/>
                  </a:lnTo>
                  <a:lnTo>
                    <a:pt x="453111" y="438214"/>
                  </a:lnTo>
                  <a:close/>
                  <a:moveTo>
                    <a:pt x="460150" y="438214"/>
                  </a:moveTo>
                  <a:lnTo>
                    <a:pt x="457157" y="440895"/>
                  </a:lnTo>
                  <a:lnTo>
                    <a:pt x="452701" y="441253"/>
                  </a:lnTo>
                  <a:close/>
                  <a:moveTo>
                    <a:pt x="747876" y="780384"/>
                  </a:moveTo>
                  <a:lnTo>
                    <a:pt x="785058" y="794826"/>
                  </a:lnTo>
                  <a:lnTo>
                    <a:pt x="773726" y="780827"/>
                  </a:lnTo>
                  <a:close/>
                  <a:moveTo>
                    <a:pt x="453111" y="438214"/>
                  </a:moveTo>
                  <a:lnTo>
                    <a:pt x="457157" y="440895"/>
                  </a:lnTo>
                  <a:lnTo>
                    <a:pt x="462942" y="432927"/>
                  </a:lnTo>
                  <a:close/>
                  <a:moveTo>
                    <a:pt x="462942" y="432927"/>
                  </a:moveTo>
                  <a:lnTo>
                    <a:pt x="457157" y="440895"/>
                  </a:lnTo>
                  <a:lnTo>
                    <a:pt x="460150" y="438214"/>
                  </a:lnTo>
                  <a:close/>
                  <a:moveTo>
                    <a:pt x="492392" y="421030"/>
                  </a:moveTo>
                  <a:lnTo>
                    <a:pt x="505391" y="425506"/>
                  </a:lnTo>
                  <a:lnTo>
                    <a:pt x="512334" y="426406"/>
                  </a:lnTo>
                  <a:close/>
                  <a:moveTo>
                    <a:pt x="485451" y="422105"/>
                  </a:moveTo>
                  <a:lnTo>
                    <a:pt x="492392" y="421030"/>
                  </a:lnTo>
                  <a:lnTo>
                    <a:pt x="476546" y="417178"/>
                  </a:lnTo>
                  <a:close/>
                  <a:moveTo>
                    <a:pt x="476546" y="417178"/>
                  </a:moveTo>
                  <a:lnTo>
                    <a:pt x="462942" y="432927"/>
                  </a:lnTo>
                  <a:lnTo>
                    <a:pt x="485451" y="422105"/>
                  </a:lnTo>
                  <a:close/>
                  <a:moveTo>
                    <a:pt x="546078" y="427993"/>
                  </a:moveTo>
                  <a:lnTo>
                    <a:pt x="512334" y="426406"/>
                  </a:lnTo>
                  <a:lnTo>
                    <a:pt x="505391" y="425506"/>
                  </a:lnTo>
                  <a:close/>
                  <a:moveTo>
                    <a:pt x="492392" y="421030"/>
                  </a:moveTo>
                  <a:lnTo>
                    <a:pt x="512334" y="426406"/>
                  </a:lnTo>
                  <a:lnTo>
                    <a:pt x="519708" y="413866"/>
                  </a:lnTo>
                  <a:close/>
                  <a:moveTo>
                    <a:pt x="557291" y="410400"/>
                  </a:moveTo>
                  <a:lnTo>
                    <a:pt x="512334" y="426406"/>
                  </a:lnTo>
                  <a:lnTo>
                    <a:pt x="546078" y="427993"/>
                  </a:lnTo>
                  <a:close/>
                  <a:moveTo>
                    <a:pt x="872686" y="805458"/>
                  </a:moveTo>
                  <a:lnTo>
                    <a:pt x="837010" y="796652"/>
                  </a:lnTo>
                  <a:lnTo>
                    <a:pt x="809304" y="788431"/>
                  </a:lnTo>
                  <a:close/>
                  <a:moveTo>
                    <a:pt x="570956" y="309797"/>
                  </a:moveTo>
                  <a:lnTo>
                    <a:pt x="624090" y="338435"/>
                  </a:lnTo>
                  <a:lnTo>
                    <a:pt x="583017" y="344738"/>
                  </a:lnTo>
                  <a:close/>
                  <a:moveTo>
                    <a:pt x="961941" y="697602"/>
                  </a:moveTo>
                  <a:lnTo>
                    <a:pt x="965317" y="698112"/>
                  </a:lnTo>
                  <a:lnTo>
                    <a:pt x="946660" y="686191"/>
                  </a:lnTo>
                  <a:close/>
                  <a:moveTo>
                    <a:pt x="961941" y="697602"/>
                  </a:moveTo>
                  <a:lnTo>
                    <a:pt x="995674" y="699146"/>
                  </a:lnTo>
                  <a:lnTo>
                    <a:pt x="965317" y="698112"/>
                  </a:lnTo>
                  <a:close/>
                  <a:moveTo>
                    <a:pt x="883086" y="555721"/>
                  </a:moveTo>
                  <a:lnTo>
                    <a:pt x="877355" y="590010"/>
                  </a:lnTo>
                  <a:lnTo>
                    <a:pt x="895117" y="572335"/>
                  </a:lnTo>
                  <a:close/>
                  <a:moveTo>
                    <a:pt x="816989" y="468952"/>
                  </a:moveTo>
                  <a:lnTo>
                    <a:pt x="829245" y="479745"/>
                  </a:lnTo>
                  <a:lnTo>
                    <a:pt x="841702" y="431202"/>
                  </a:lnTo>
                  <a:close/>
                  <a:moveTo>
                    <a:pt x="756793" y="401308"/>
                  </a:moveTo>
                  <a:lnTo>
                    <a:pt x="793329" y="398694"/>
                  </a:lnTo>
                  <a:lnTo>
                    <a:pt x="777800" y="411227"/>
                  </a:lnTo>
                  <a:close/>
                  <a:moveTo>
                    <a:pt x="777800" y="411227"/>
                  </a:moveTo>
                  <a:lnTo>
                    <a:pt x="812394" y="415989"/>
                  </a:lnTo>
                  <a:lnTo>
                    <a:pt x="827637" y="376774"/>
                  </a:lnTo>
                  <a:close/>
                  <a:moveTo>
                    <a:pt x="812394" y="415989"/>
                  </a:moveTo>
                  <a:lnTo>
                    <a:pt x="840502" y="396506"/>
                  </a:lnTo>
                  <a:lnTo>
                    <a:pt x="863849" y="387588"/>
                  </a:lnTo>
                  <a:close/>
                  <a:moveTo>
                    <a:pt x="827637" y="376774"/>
                  </a:moveTo>
                  <a:lnTo>
                    <a:pt x="812394" y="415989"/>
                  </a:lnTo>
                  <a:lnTo>
                    <a:pt x="863849" y="387588"/>
                  </a:lnTo>
                  <a:close/>
                  <a:moveTo>
                    <a:pt x="863849" y="387588"/>
                  </a:moveTo>
                  <a:lnTo>
                    <a:pt x="870241" y="363254"/>
                  </a:lnTo>
                  <a:lnTo>
                    <a:pt x="827637" y="376774"/>
                  </a:lnTo>
                  <a:close/>
                  <a:moveTo>
                    <a:pt x="863401" y="1080"/>
                  </a:moveTo>
                  <a:lnTo>
                    <a:pt x="819788" y="19206"/>
                  </a:lnTo>
                  <a:lnTo>
                    <a:pt x="809206" y="19237"/>
                  </a:lnTo>
                  <a:close/>
                  <a:moveTo>
                    <a:pt x="884302" y="9095"/>
                  </a:moveTo>
                  <a:lnTo>
                    <a:pt x="901310" y="18238"/>
                  </a:lnTo>
                  <a:lnTo>
                    <a:pt x="876732" y="0"/>
                  </a:lnTo>
                  <a:close/>
                  <a:moveTo>
                    <a:pt x="863401" y="1080"/>
                  </a:moveTo>
                  <a:lnTo>
                    <a:pt x="884302" y="9095"/>
                  </a:lnTo>
                  <a:lnTo>
                    <a:pt x="876732" y="0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098" name="Input_density__137">
              <a:extLst>
                <a:ext uri="{FF2B5EF4-FFF2-40B4-BE49-F238E27FC236}">
                  <a16:creationId xmlns:a16="http://schemas.microsoft.com/office/drawing/2014/main" id="{F5EBA7AD-348A-6D26-A15F-9CB842D31872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570810"/>
              <a:ext cx="1054111" cy="1037840"/>
            </a:xfrm>
            <a:custGeom>
              <a:avLst/>
              <a:gdLst/>
              <a:ahLst/>
              <a:cxnLst/>
              <a:rect l="0" t="0" r="0" b="0"/>
              <a:pathLst>
                <a:path w="1054111" h="1037840">
                  <a:moveTo>
                    <a:pt x="234003" y="969659"/>
                  </a:moveTo>
                  <a:lnTo>
                    <a:pt x="256588" y="978906"/>
                  </a:lnTo>
                  <a:lnTo>
                    <a:pt x="225937" y="967868"/>
                  </a:lnTo>
                  <a:close/>
                  <a:moveTo>
                    <a:pt x="310372" y="1034403"/>
                  </a:moveTo>
                  <a:lnTo>
                    <a:pt x="363221" y="1011214"/>
                  </a:lnTo>
                  <a:lnTo>
                    <a:pt x="332768" y="1021929"/>
                  </a:lnTo>
                  <a:close/>
                  <a:moveTo>
                    <a:pt x="256588" y="978906"/>
                  </a:moveTo>
                  <a:lnTo>
                    <a:pt x="270683" y="972016"/>
                  </a:lnTo>
                  <a:lnTo>
                    <a:pt x="225937" y="967868"/>
                  </a:lnTo>
                  <a:close/>
                  <a:moveTo>
                    <a:pt x="18586" y="638802"/>
                  </a:moveTo>
                  <a:lnTo>
                    <a:pt x="19659" y="648111"/>
                  </a:lnTo>
                  <a:lnTo>
                    <a:pt x="49627" y="595908"/>
                  </a:lnTo>
                  <a:close/>
                  <a:moveTo>
                    <a:pt x="18586" y="638802"/>
                  </a:moveTo>
                  <a:lnTo>
                    <a:pt x="4362" y="605619"/>
                  </a:lnTo>
                  <a:lnTo>
                    <a:pt x="13289" y="630927"/>
                  </a:lnTo>
                  <a:close/>
                  <a:moveTo>
                    <a:pt x="4362" y="605619"/>
                  </a:moveTo>
                  <a:lnTo>
                    <a:pt x="0" y="594173"/>
                  </a:lnTo>
                  <a:lnTo>
                    <a:pt x="13289" y="630927"/>
                  </a:lnTo>
                  <a:close/>
                  <a:moveTo>
                    <a:pt x="0" y="594173"/>
                  </a:moveTo>
                  <a:lnTo>
                    <a:pt x="4362" y="605619"/>
                  </a:lnTo>
                  <a:lnTo>
                    <a:pt x="13802" y="576828"/>
                  </a:lnTo>
                  <a:close/>
                  <a:moveTo>
                    <a:pt x="30254" y="542132"/>
                  </a:moveTo>
                  <a:lnTo>
                    <a:pt x="56675" y="545430"/>
                  </a:lnTo>
                  <a:lnTo>
                    <a:pt x="34066" y="540234"/>
                  </a:lnTo>
                  <a:close/>
                  <a:moveTo>
                    <a:pt x="13802" y="576828"/>
                  </a:moveTo>
                  <a:lnTo>
                    <a:pt x="51451" y="593013"/>
                  </a:lnTo>
                  <a:lnTo>
                    <a:pt x="30254" y="542132"/>
                  </a:lnTo>
                  <a:close/>
                  <a:moveTo>
                    <a:pt x="34066" y="540234"/>
                  </a:moveTo>
                  <a:lnTo>
                    <a:pt x="56675" y="545430"/>
                  </a:lnTo>
                  <a:lnTo>
                    <a:pt x="31644" y="520662"/>
                  </a:lnTo>
                  <a:close/>
                  <a:moveTo>
                    <a:pt x="496034" y="1037840"/>
                  </a:moveTo>
                  <a:lnTo>
                    <a:pt x="462141" y="1014211"/>
                  </a:lnTo>
                  <a:lnTo>
                    <a:pt x="469870" y="1018049"/>
                  </a:lnTo>
                  <a:close/>
                  <a:moveTo>
                    <a:pt x="488125" y="1036638"/>
                  </a:moveTo>
                  <a:lnTo>
                    <a:pt x="462141" y="1014211"/>
                  </a:lnTo>
                  <a:lnTo>
                    <a:pt x="496034" y="1037840"/>
                  </a:lnTo>
                  <a:close/>
                  <a:moveTo>
                    <a:pt x="407296" y="955216"/>
                  </a:moveTo>
                  <a:lnTo>
                    <a:pt x="429364" y="944539"/>
                  </a:lnTo>
                  <a:lnTo>
                    <a:pt x="430186" y="968355"/>
                  </a:lnTo>
                  <a:close/>
                  <a:moveTo>
                    <a:pt x="295017" y="862739"/>
                  </a:moveTo>
                  <a:lnTo>
                    <a:pt x="308413" y="834189"/>
                  </a:lnTo>
                  <a:lnTo>
                    <a:pt x="281065" y="829335"/>
                  </a:lnTo>
                  <a:close/>
                  <a:moveTo>
                    <a:pt x="488125" y="1036638"/>
                  </a:moveTo>
                  <a:lnTo>
                    <a:pt x="436417" y="1008036"/>
                  </a:lnTo>
                  <a:lnTo>
                    <a:pt x="462141" y="1014211"/>
                  </a:lnTo>
                  <a:close/>
                  <a:moveTo>
                    <a:pt x="315625" y="726397"/>
                  </a:moveTo>
                  <a:lnTo>
                    <a:pt x="284625" y="692200"/>
                  </a:lnTo>
                  <a:lnTo>
                    <a:pt x="292574" y="706826"/>
                  </a:lnTo>
                  <a:close/>
                  <a:moveTo>
                    <a:pt x="549191" y="947962"/>
                  </a:moveTo>
                  <a:lnTo>
                    <a:pt x="563977" y="974875"/>
                  </a:lnTo>
                  <a:lnTo>
                    <a:pt x="575045" y="931852"/>
                  </a:lnTo>
                  <a:close/>
                  <a:moveTo>
                    <a:pt x="575045" y="931852"/>
                  </a:moveTo>
                  <a:lnTo>
                    <a:pt x="598101" y="940196"/>
                  </a:lnTo>
                  <a:lnTo>
                    <a:pt x="575193" y="920604"/>
                  </a:lnTo>
                  <a:close/>
                  <a:moveTo>
                    <a:pt x="598101" y="940196"/>
                  </a:moveTo>
                  <a:lnTo>
                    <a:pt x="604691" y="906316"/>
                  </a:lnTo>
                  <a:lnTo>
                    <a:pt x="575193" y="920604"/>
                  </a:lnTo>
                  <a:close/>
                  <a:moveTo>
                    <a:pt x="572447" y="929744"/>
                  </a:moveTo>
                  <a:lnTo>
                    <a:pt x="575045" y="931852"/>
                  </a:lnTo>
                  <a:lnTo>
                    <a:pt x="575193" y="920604"/>
                  </a:lnTo>
                  <a:close/>
                  <a:moveTo>
                    <a:pt x="576275" y="886104"/>
                  </a:moveTo>
                  <a:lnTo>
                    <a:pt x="572447" y="929744"/>
                  </a:lnTo>
                  <a:lnTo>
                    <a:pt x="575193" y="920604"/>
                  </a:lnTo>
                  <a:close/>
                  <a:moveTo>
                    <a:pt x="607509" y="887801"/>
                  </a:moveTo>
                  <a:lnTo>
                    <a:pt x="575193" y="920604"/>
                  </a:lnTo>
                  <a:lnTo>
                    <a:pt x="604691" y="906316"/>
                  </a:lnTo>
                  <a:close/>
                  <a:moveTo>
                    <a:pt x="607509" y="887801"/>
                  </a:moveTo>
                  <a:lnTo>
                    <a:pt x="576275" y="886104"/>
                  </a:lnTo>
                  <a:lnTo>
                    <a:pt x="575193" y="920604"/>
                  </a:lnTo>
                  <a:close/>
                  <a:moveTo>
                    <a:pt x="586407" y="839050"/>
                  </a:moveTo>
                  <a:lnTo>
                    <a:pt x="580430" y="843973"/>
                  </a:lnTo>
                  <a:lnTo>
                    <a:pt x="603736" y="846121"/>
                  </a:lnTo>
                  <a:close/>
                  <a:moveTo>
                    <a:pt x="603736" y="846121"/>
                  </a:moveTo>
                  <a:lnTo>
                    <a:pt x="580430" y="843973"/>
                  </a:lnTo>
                  <a:lnTo>
                    <a:pt x="576275" y="886104"/>
                  </a:lnTo>
                  <a:close/>
                  <a:moveTo>
                    <a:pt x="586407" y="839050"/>
                  </a:moveTo>
                  <a:lnTo>
                    <a:pt x="603736" y="846121"/>
                  </a:lnTo>
                  <a:lnTo>
                    <a:pt x="608674" y="825000"/>
                  </a:lnTo>
                  <a:close/>
                  <a:moveTo>
                    <a:pt x="177871" y="411582"/>
                  </a:moveTo>
                  <a:lnTo>
                    <a:pt x="207234" y="416898"/>
                  </a:lnTo>
                  <a:lnTo>
                    <a:pt x="237169" y="435209"/>
                  </a:lnTo>
                  <a:close/>
                  <a:moveTo>
                    <a:pt x="581051" y="837475"/>
                  </a:moveTo>
                  <a:lnTo>
                    <a:pt x="580430" y="843973"/>
                  </a:lnTo>
                  <a:lnTo>
                    <a:pt x="586407" y="839050"/>
                  </a:lnTo>
                  <a:close/>
                  <a:moveTo>
                    <a:pt x="611984" y="794668"/>
                  </a:moveTo>
                  <a:lnTo>
                    <a:pt x="586407" y="839050"/>
                  </a:lnTo>
                  <a:lnTo>
                    <a:pt x="608674" y="825000"/>
                  </a:lnTo>
                  <a:close/>
                  <a:moveTo>
                    <a:pt x="581051" y="837475"/>
                  </a:moveTo>
                  <a:lnTo>
                    <a:pt x="586407" y="839050"/>
                  </a:lnTo>
                  <a:lnTo>
                    <a:pt x="611984" y="794668"/>
                  </a:lnTo>
                  <a:close/>
                  <a:moveTo>
                    <a:pt x="584351" y="790045"/>
                  </a:moveTo>
                  <a:lnTo>
                    <a:pt x="581051" y="837475"/>
                  </a:lnTo>
                  <a:lnTo>
                    <a:pt x="611984" y="794668"/>
                  </a:lnTo>
                  <a:close/>
                  <a:moveTo>
                    <a:pt x="606226" y="754602"/>
                  </a:moveTo>
                  <a:lnTo>
                    <a:pt x="611984" y="794668"/>
                  </a:lnTo>
                  <a:lnTo>
                    <a:pt x="622047" y="802295"/>
                  </a:lnTo>
                  <a:close/>
                  <a:moveTo>
                    <a:pt x="413380" y="491072"/>
                  </a:moveTo>
                  <a:lnTo>
                    <a:pt x="428930" y="527827"/>
                  </a:lnTo>
                  <a:lnTo>
                    <a:pt x="399582" y="541542"/>
                  </a:lnTo>
                  <a:close/>
                  <a:moveTo>
                    <a:pt x="366975" y="500438"/>
                  </a:moveTo>
                  <a:lnTo>
                    <a:pt x="329530" y="528782"/>
                  </a:lnTo>
                  <a:lnTo>
                    <a:pt x="363649" y="531773"/>
                  </a:lnTo>
                  <a:close/>
                  <a:moveTo>
                    <a:pt x="340641" y="494759"/>
                  </a:moveTo>
                  <a:lnTo>
                    <a:pt x="329530" y="528782"/>
                  </a:lnTo>
                  <a:lnTo>
                    <a:pt x="366975" y="500438"/>
                  </a:lnTo>
                  <a:close/>
                  <a:moveTo>
                    <a:pt x="366975" y="500438"/>
                  </a:moveTo>
                  <a:lnTo>
                    <a:pt x="374028" y="474371"/>
                  </a:lnTo>
                  <a:lnTo>
                    <a:pt x="344252" y="487620"/>
                  </a:lnTo>
                  <a:close/>
                  <a:moveTo>
                    <a:pt x="410033" y="491072"/>
                  </a:moveTo>
                  <a:lnTo>
                    <a:pt x="408916" y="538176"/>
                  </a:lnTo>
                  <a:lnTo>
                    <a:pt x="412582" y="527827"/>
                  </a:lnTo>
                  <a:close/>
                  <a:moveTo>
                    <a:pt x="399582" y="541542"/>
                  </a:moveTo>
                  <a:lnTo>
                    <a:pt x="408916" y="538176"/>
                  </a:lnTo>
                  <a:lnTo>
                    <a:pt x="363649" y="531773"/>
                  </a:lnTo>
                  <a:close/>
                  <a:moveTo>
                    <a:pt x="394596" y="454317"/>
                  </a:moveTo>
                  <a:lnTo>
                    <a:pt x="374028" y="474371"/>
                  </a:lnTo>
                  <a:lnTo>
                    <a:pt x="399914" y="456000"/>
                  </a:lnTo>
                  <a:close/>
                  <a:moveTo>
                    <a:pt x="399914" y="456000"/>
                  </a:moveTo>
                  <a:lnTo>
                    <a:pt x="374028" y="474371"/>
                  </a:lnTo>
                  <a:lnTo>
                    <a:pt x="366975" y="500438"/>
                  </a:lnTo>
                  <a:close/>
                  <a:moveTo>
                    <a:pt x="377924" y="446789"/>
                  </a:moveTo>
                  <a:lnTo>
                    <a:pt x="394596" y="454317"/>
                  </a:lnTo>
                  <a:lnTo>
                    <a:pt x="378964" y="401197"/>
                  </a:lnTo>
                  <a:close/>
                  <a:moveTo>
                    <a:pt x="419407" y="423249"/>
                  </a:moveTo>
                  <a:lnTo>
                    <a:pt x="394596" y="454317"/>
                  </a:lnTo>
                  <a:lnTo>
                    <a:pt x="400873" y="450163"/>
                  </a:lnTo>
                  <a:close/>
                  <a:moveTo>
                    <a:pt x="453111" y="437134"/>
                  </a:moveTo>
                  <a:lnTo>
                    <a:pt x="419407" y="423249"/>
                  </a:lnTo>
                  <a:lnTo>
                    <a:pt x="452701" y="440174"/>
                  </a:lnTo>
                  <a:close/>
                  <a:moveTo>
                    <a:pt x="747876" y="779305"/>
                  </a:moveTo>
                  <a:lnTo>
                    <a:pt x="720882" y="760312"/>
                  </a:lnTo>
                  <a:lnTo>
                    <a:pt x="729584" y="767929"/>
                  </a:lnTo>
                  <a:close/>
                  <a:moveTo>
                    <a:pt x="736944" y="766800"/>
                  </a:moveTo>
                  <a:lnTo>
                    <a:pt x="720882" y="760312"/>
                  </a:lnTo>
                  <a:lnTo>
                    <a:pt x="747876" y="779305"/>
                  </a:lnTo>
                  <a:close/>
                  <a:moveTo>
                    <a:pt x="773726" y="779747"/>
                  </a:moveTo>
                  <a:lnTo>
                    <a:pt x="736944" y="766800"/>
                  </a:lnTo>
                  <a:lnTo>
                    <a:pt x="747876" y="779305"/>
                  </a:lnTo>
                  <a:close/>
                  <a:moveTo>
                    <a:pt x="453111" y="437134"/>
                  </a:moveTo>
                  <a:lnTo>
                    <a:pt x="462942" y="431848"/>
                  </a:lnTo>
                  <a:lnTo>
                    <a:pt x="419407" y="423249"/>
                  </a:lnTo>
                  <a:close/>
                  <a:moveTo>
                    <a:pt x="419407" y="423249"/>
                  </a:moveTo>
                  <a:lnTo>
                    <a:pt x="462942" y="431848"/>
                  </a:lnTo>
                  <a:lnTo>
                    <a:pt x="476546" y="416098"/>
                  </a:lnTo>
                  <a:close/>
                  <a:moveTo>
                    <a:pt x="419407" y="423249"/>
                  </a:moveTo>
                  <a:lnTo>
                    <a:pt x="476546" y="416098"/>
                  </a:lnTo>
                  <a:lnTo>
                    <a:pt x="442799" y="414500"/>
                  </a:lnTo>
                  <a:close/>
                  <a:moveTo>
                    <a:pt x="891688" y="819298"/>
                  </a:moveTo>
                  <a:lnTo>
                    <a:pt x="914324" y="835483"/>
                  </a:lnTo>
                  <a:lnTo>
                    <a:pt x="877235" y="807072"/>
                  </a:lnTo>
                  <a:close/>
                  <a:moveTo>
                    <a:pt x="492392" y="419951"/>
                  </a:moveTo>
                  <a:lnTo>
                    <a:pt x="519708" y="412786"/>
                  </a:lnTo>
                  <a:lnTo>
                    <a:pt x="476546" y="416098"/>
                  </a:lnTo>
                  <a:close/>
                  <a:moveTo>
                    <a:pt x="476546" y="416098"/>
                  </a:moveTo>
                  <a:lnTo>
                    <a:pt x="519708" y="412786"/>
                  </a:lnTo>
                  <a:lnTo>
                    <a:pt x="529315" y="392609"/>
                  </a:lnTo>
                  <a:close/>
                  <a:moveTo>
                    <a:pt x="557291" y="409321"/>
                  </a:moveTo>
                  <a:lnTo>
                    <a:pt x="519708" y="412786"/>
                  </a:lnTo>
                  <a:lnTo>
                    <a:pt x="512334" y="425326"/>
                  </a:lnTo>
                  <a:close/>
                  <a:moveTo>
                    <a:pt x="519708" y="412786"/>
                  </a:moveTo>
                  <a:lnTo>
                    <a:pt x="557291" y="409321"/>
                  </a:lnTo>
                  <a:lnTo>
                    <a:pt x="529315" y="392609"/>
                  </a:lnTo>
                  <a:close/>
                  <a:moveTo>
                    <a:pt x="571756" y="402767"/>
                  </a:moveTo>
                  <a:lnTo>
                    <a:pt x="604008" y="443176"/>
                  </a:lnTo>
                  <a:lnTo>
                    <a:pt x="601302" y="439522"/>
                  </a:lnTo>
                  <a:close/>
                  <a:moveTo>
                    <a:pt x="546078" y="426914"/>
                  </a:moveTo>
                  <a:lnTo>
                    <a:pt x="604008" y="443176"/>
                  </a:lnTo>
                  <a:lnTo>
                    <a:pt x="571756" y="402767"/>
                  </a:lnTo>
                  <a:close/>
                  <a:moveTo>
                    <a:pt x="571756" y="402767"/>
                  </a:moveTo>
                  <a:lnTo>
                    <a:pt x="557291" y="409321"/>
                  </a:lnTo>
                  <a:lnTo>
                    <a:pt x="546078" y="426914"/>
                  </a:lnTo>
                  <a:close/>
                  <a:moveTo>
                    <a:pt x="462831" y="297697"/>
                  </a:moveTo>
                  <a:lnTo>
                    <a:pt x="460543" y="292502"/>
                  </a:lnTo>
                  <a:lnTo>
                    <a:pt x="445681" y="300699"/>
                  </a:lnTo>
                  <a:close/>
                  <a:moveTo>
                    <a:pt x="445681" y="300699"/>
                  </a:moveTo>
                  <a:lnTo>
                    <a:pt x="460543" y="292502"/>
                  </a:lnTo>
                  <a:lnTo>
                    <a:pt x="432466" y="279660"/>
                  </a:lnTo>
                  <a:close/>
                  <a:moveTo>
                    <a:pt x="445681" y="300699"/>
                  </a:moveTo>
                  <a:lnTo>
                    <a:pt x="432466" y="279660"/>
                  </a:lnTo>
                  <a:lnTo>
                    <a:pt x="414714" y="309495"/>
                  </a:lnTo>
                  <a:close/>
                  <a:moveTo>
                    <a:pt x="992052" y="826644"/>
                  </a:moveTo>
                  <a:lnTo>
                    <a:pt x="983420" y="844667"/>
                  </a:lnTo>
                  <a:lnTo>
                    <a:pt x="1006833" y="835998"/>
                  </a:lnTo>
                  <a:close/>
                  <a:moveTo>
                    <a:pt x="872686" y="804379"/>
                  </a:moveTo>
                  <a:lnTo>
                    <a:pt x="877235" y="807072"/>
                  </a:lnTo>
                  <a:lnTo>
                    <a:pt x="886577" y="796364"/>
                  </a:lnTo>
                  <a:close/>
                  <a:moveTo>
                    <a:pt x="992052" y="826644"/>
                  </a:moveTo>
                  <a:lnTo>
                    <a:pt x="1006833" y="835998"/>
                  </a:lnTo>
                  <a:lnTo>
                    <a:pt x="1011432" y="820871"/>
                  </a:lnTo>
                  <a:close/>
                  <a:moveTo>
                    <a:pt x="1011432" y="820871"/>
                  </a:moveTo>
                  <a:lnTo>
                    <a:pt x="1006833" y="835998"/>
                  </a:lnTo>
                  <a:lnTo>
                    <a:pt x="1027688" y="826644"/>
                  </a:lnTo>
                  <a:close/>
                  <a:moveTo>
                    <a:pt x="789349" y="521164"/>
                  </a:moveTo>
                  <a:lnTo>
                    <a:pt x="808267" y="515421"/>
                  </a:lnTo>
                  <a:lnTo>
                    <a:pt x="778247" y="508027"/>
                  </a:lnTo>
                  <a:close/>
                  <a:moveTo>
                    <a:pt x="661904" y="322191"/>
                  </a:moveTo>
                  <a:lnTo>
                    <a:pt x="624090" y="337355"/>
                  </a:lnTo>
                  <a:lnTo>
                    <a:pt x="607706" y="340340"/>
                  </a:lnTo>
                  <a:close/>
                  <a:moveTo>
                    <a:pt x="659555" y="335611"/>
                  </a:moveTo>
                  <a:lnTo>
                    <a:pt x="690448" y="337584"/>
                  </a:lnTo>
                  <a:lnTo>
                    <a:pt x="661904" y="322191"/>
                  </a:lnTo>
                  <a:close/>
                  <a:moveTo>
                    <a:pt x="563862" y="300991"/>
                  </a:moveTo>
                  <a:lnTo>
                    <a:pt x="541373" y="305679"/>
                  </a:lnTo>
                  <a:lnTo>
                    <a:pt x="553403" y="312074"/>
                  </a:lnTo>
                  <a:close/>
                  <a:moveTo>
                    <a:pt x="563862" y="300991"/>
                  </a:moveTo>
                  <a:lnTo>
                    <a:pt x="570956" y="308717"/>
                  </a:lnTo>
                  <a:lnTo>
                    <a:pt x="567231" y="294890"/>
                  </a:lnTo>
                  <a:close/>
                  <a:moveTo>
                    <a:pt x="570956" y="308717"/>
                  </a:moveTo>
                  <a:lnTo>
                    <a:pt x="607706" y="340340"/>
                  </a:lnTo>
                  <a:lnTo>
                    <a:pt x="624090" y="337355"/>
                  </a:lnTo>
                  <a:close/>
                  <a:moveTo>
                    <a:pt x="1019730" y="691800"/>
                  </a:moveTo>
                  <a:lnTo>
                    <a:pt x="1041272" y="734205"/>
                  </a:lnTo>
                  <a:lnTo>
                    <a:pt x="1051254" y="685086"/>
                  </a:lnTo>
                  <a:close/>
                  <a:moveTo>
                    <a:pt x="997373" y="699195"/>
                  </a:moveTo>
                  <a:lnTo>
                    <a:pt x="1041272" y="734205"/>
                  </a:lnTo>
                  <a:lnTo>
                    <a:pt x="1019730" y="691800"/>
                  </a:lnTo>
                  <a:close/>
                  <a:moveTo>
                    <a:pt x="998811" y="696891"/>
                  </a:moveTo>
                  <a:lnTo>
                    <a:pt x="997373" y="699195"/>
                  </a:lnTo>
                  <a:lnTo>
                    <a:pt x="1019730" y="691800"/>
                  </a:lnTo>
                  <a:close/>
                  <a:moveTo>
                    <a:pt x="995674" y="698066"/>
                  </a:moveTo>
                  <a:lnTo>
                    <a:pt x="998811" y="696891"/>
                  </a:lnTo>
                  <a:lnTo>
                    <a:pt x="965317" y="697032"/>
                  </a:lnTo>
                  <a:close/>
                  <a:moveTo>
                    <a:pt x="873958" y="582887"/>
                  </a:moveTo>
                  <a:lnTo>
                    <a:pt x="877355" y="588930"/>
                  </a:lnTo>
                  <a:lnTo>
                    <a:pt x="883086" y="554642"/>
                  </a:lnTo>
                  <a:close/>
                  <a:moveTo>
                    <a:pt x="883086" y="554642"/>
                  </a:moveTo>
                  <a:lnTo>
                    <a:pt x="895117" y="571255"/>
                  </a:lnTo>
                  <a:lnTo>
                    <a:pt x="917730" y="559592"/>
                  </a:lnTo>
                  <a:close/>
                  <a:moveTo>
                    <a:pt x="777800" y="410147"/>
                  </a:moveTo>
                  <a:lnTo>
                    <a:pt x="793329" y="397614"/>
                  </a:lnTo>
                  <a:lnTo>
                    <a:pt x="812394" y="414909"/>
                  </a:lnTo>
                  <a:close/>
                  <a:moveTo>
                    <a:pt x="661904" y="322191"/>
                  </a:moveTo>
                  <a:lnTo>
                    <a:pt x="689816" y="301975"/>
                  </a:lnTo>
                  <a:lnTo>
                    <a:pt x="705101" y="277707"/>
                  </a:lnTo>
                  <a:close/>
                  <a:moveTo>
                    <a:pt x="1019730" y="691800"/>
                  </a:moveTo>
                  <a:lnTo>
                    <a:pt x="965317" y="697032"/>
                  </a:lnTo>
                  <a:lnTo>
                    <a:pt x="998811" y="696891"/>
                  </a:lnTo>
                  <a:close/>
                  <a:moveTo>
                    <a:pt x="1019730" y="691800"/>
                  </a:moveTo>
                  <a:lnTo>
                    <a:pt x="986440" y="691912"/>
                  </a:lnTo>
                  <a:lnTo>
                    <a:pt x="965317" y="697032"/>
                  </a:lnTo>
                  <a:close/>
                  <a:moveTo>
                    <a:pt x="1022662" y="677500"/>
                  </a:moveTo>
                  <a:lnTo>
                    <a:pt x="986440" y="691912"/>
                  </a:lnTo>
                  <a:lnTo>
                    <a:pt x="1019730" y="691800"/>
                  </a:lnTo>
                  <a:close/>
                  <a:moveTo>
                    <a:pt x="1051822" y="680881"/>
                  </a:moveTo>
                  <a:lnTo>
                    <a:pt x="1019730" y="691800"/>
                  </a:lnTo>
                  <a:lnTo>
                    <a:pt x="1051254" y="685086"/>
                  </a:lnTo>
                  <a:close/>
                  <a:moveTo>
                    <a:pt x="1051822" y="680881"/>
                  </a:moveTo>
                  <a:lnTo>
                    <a:pt x="1022662" y="677500"/>
                  </a:lnTo>
                  <a:lnTo>
                    <a:pt x="1019730" y="691800"/>
                  </a:lnTo>
                  <a:close/>
                  <a:moveTo>
                    <a:pt x="1022662" y="677500"/>
                  </a:moveTo>
                  <a:lnTo>
                    <a:pt x="1051822" y="680881"/>
                  </a:lnTo>
                  <a:lnTo>
                    <a:pt x="1053665" y="634636"/>
                  </a:lnTo>
                  <a:close/>
                  <a:moveTo>
                    <a:pt x="1051822" y="680881"/>
                  </a:moveTo>
                  <a:lnTo>
                    <a:pt x="1051254" y="685086"/>
                  </a:lnTo>
                  <a:lnTo>
                    <a:pt x="1054111" y="682012"/>
                  </a:lnTo>
                  <a:close/>
                  <a:moveTo>
                    <a:pt x="1053665" y="634636"/>
                  </a:moveTo>
                  <a:lnTo>
                    <a:pt x="1051822" y="680881"/>
                  </a:lnTo>
                  <a:lnTo>
                    <a:pt x="1054111" y="682012"/>
                  </a:lnTo>
                  <a:close/>
                  <a:moveTo>
                    <a:pt x="955557" y="525978"/>
                  </a:moveTo>
                  <a:lnTo>
                    <a:pt x="930858" y="518970"/>
                  </a:lnTo>
                  <a:lnTo>
                    <a:pt x="917730" y="559592"/>
                  </a:lnTo>
                  <a:close/>
                  <a:moveTo>
                    <a:pt x="837062" y="362060"/>
                  </a:moveTo>
                  <a:lnTo>
                    <a:pt x="870241" y="362175"/>
                  </a:lnTo>
                  <a:lnTo>
                    <a:pt x="868818" y="318584"/>
                  </a:lnTo>
                  <a:close/>
                  <a:moveTo>
                    <a:pt x="863849" y="386508"/>
                  </a:moveTo>
                  <a:lnTo>
                    <a:pt x="894511" y="376570"/>
                  </a:lnTo>
                  <a:lnTo>
                    <a:pt x="891520" y="353606"/>
                  </a:lnTo>
                  <a:close/>
                  <a:moveTo>
                    <a:pt x="807362" y="98709"/>
                  </a:moveTo>
                  <a:lnTo>
                    <a:pt x="815142" y="136560"/>
                  </a:lnTo>
                  <a:lnTo>
                    <a:pt x="802572" y="115892"/>
                  </a:lnTo>
                  <a:close/>
                  <a:moveTo>
                    <a:pt x="852508" y="18614"/>
                  </a:moveTo>
                  <a:lnTo>
                    <a:pt x="830713" y="25199"/>
                  </a:lnTo>
                  <a:lnTo>
                    <a:pt x="845455" y="29112"/>
                  </a:lnTo>
                  <a:close/>
                  <a:moveTo>
                    <a:pt x="830713" y="25199"/>
                  </a:moveTo>
                  <a:lnTo>
                    <a:pt x="852508" y="18614"/>
                  </a:lnTo>
                  <a:lnTo>
                    <a:pt x="863401" y="0"/>
                  </a:lnTo>
                  <a:close/>
                  <a:moveTo>
                    <a:pt x="809206" y="18158"/>
                  </a:moveTo>
                  <a:lnTo>
                    <a:pt x="830713" y="25199"/>
                  </a:lnTo>
                  <a:lnTo>
                    <a:pt x="863401" y="0"/>
                  </a:lnTo>
                  <a:close/>
                  <a:moveTo>
                    <a:pt x="845455" y="29112"/>
                  </a:moveTo>
                  <a:lnTo>
                    <a:pt x="884302" y="8016"/>
                  </a:lnTo>
                  <a:lnTo>
                    <a:pt x="852508" y="18614"/>
                  </a:lnTo>
                  <a:close/>
                  <a:moveTo>
                    <a:pt x="901310" y="17158"/>
                  </a:moveTo>
                  <a:lnTo>
                    <a:pt x="884302" y="8016"/>
                  </a:lnTo>
                  <a:lnTo>
                    <a:pt x="845455" y="29112"/>
                  </a:lnTo>
                  <a:close/>
                  <a:moveTo>
                    <a:pt x="852508" y="18614"/>
                  </a:moveTo>
                  <a:lnTo>
                    <a:pt x="884302" y="8016"/>
                  </a:lnTo>
                  <a:lnTo>
                    <a:pt x="863401" y="0"/>
                  </a:lnTo>
                  <a:close/>
                  <a:moveTo>
                    <a:pt x="1019121" y="9172"/>
                  </a:moveTo>
                  <a:lnTo>
                    <a:pt x="1035318" y="40751"/>
                  </a:lnTo>
                  <a:lnTo>
                    <a:pt x="1044476" y="47159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099" name="Input_density__138">
              <a:extLst>
                <a:ext uri="{FF2B5EF4-FFF2-40B4-BE49-F238E27FC236}">
                  <a16:creationId xmlns:a16="http://schemas.microsoft.com/office/drawing/2014/main" id="{0A65C445-4412-51D2-E5EE-855A74C437D2}"/>
                </a:ext>
              </a:extLst>
            </p:cNvPr>
            <p:cNvSpPr>
              <a:spLocks noGrp="1"/>
            </p:cNvSpPr>
            <p:nvPr/>
          </p:nvSpPr>
          <p:spPr>
            <a:xfrm>
              <a:off x="699584" y="1491545"/>
              <a:ext cx="988324" cy="1151877"/>
            </a:xfrm>
            <a:custGeom>
              <a:avLst/>
              <a:gdLst/>
              <a:ahLst/>
              <a:cxnLst/>
              <a:rect l="0" t="0" r="0" b="0"/>
              <a:pathLst>
                <a:path w="988324" h="1151877">
                  <a:moveTo>
                    <a:pt x="275512" y="1131681"/>
                  </a:moveTo>
                  <a:lnTo>
                    <a:pt x="301330" y="1151877"/>
                  </a:lnTo>
                  <a:lnTo>
                    <a:pt x="306031" y="1123468"/>
                  </a:lnTo>
                  <a:close/>
                  <a:moveTo>
                    <a:pt x="275512" y="1131681"/>
                  </a:moveTo>
                  <a:lnTo>
                    <a:pt x="306031" y="1123468"/>
                  </a:lnTo>
                  <a:lnTo>
                    <a:pt x="257791" y="1113668"/>
                  </a:lnTo>
                  <a:close/>
                  <a:moveTo>
                    <a:pt x="218102" y="1051282"/>
                  </a:moveTo>
                  <a:lnTo>
                    <a:pt x="235813" y="1040987"/>
                  </a:lnTo>
                  <a:lnTo>
                    <a:pt x="229110" y="1034802"/>
                  </a:lnTo>
                  <a:close/>
                  <a:moveTo>
                    <a:pt x="324435" y="1063759"/>
                  </a:moveTo>
                  <a:lnTo>
                    <a:pt x="304744" y="1023804"/>
                  </a:lnTo>
                  <a:lnTo>
                    <a:pt x="278666" y="1029133"/>
                  </a:lnTo>
                  <a:close/>
                  <a:moveTo>
                    <a:pt x="272919" y="989058"/>
                  </a:moveTo>
                  <a:lnTo>
                    <a:pt x="272737" y="977132"/>
                  </a:lnTo>
                  <a:lnTo>
                    <a:pt x="237428" y="969695"/>
                  </a:lnTo>
                  <a:close/>
                  <a:moveTo>
                    <a:pt x="56482" y="693009"/>
                  </a:moveTo>
                  <a:lnTo>
                    <a:pt x="40693" y="704069"/>
                  </a:lnTo>
                  <a:lnTo>
                    <a:pt x="52503" y="701922"/>
                  </a:lnTo>
                  <a:close/>
                  <a:moveTo>
                    <a:pt x="0" y="673438"/>
                  </a:moveTo>
                  <a:lnTo>
                    <a:pt x="40693" y="704069"/>
                  </a:lnTo>
                  <a:lnTo>
                    <a:pt x="56482" y="693009"/>
                  </a:lnTo>
                  <a:close/>
                  <a:moveTo>
                    <a:pt x="52503" y="701922"/>
                  </a:moveTo>
                  <a:lnTo>
                    <a:pt x="35461" y="712878"/>
                  </a:lnTo>
                  <a:lnTo>
                    <a:pt x="56482" y="693009"/>
                  </a:lnTo>
                  <a:close/>
                  <a:moveTo>
                    <a:pt x="242436" y="942005"/>
                  </a:moveTo>
                  <a:lnTo>
                    <a:pt x="282809" y="918581"/>
                  </a:lnTo>
                  <a:lnTo>
                    <a:pt x="255833" y="913454"/>
                  </a:lnTo>
                  <a:close/>
                  <a:moveTo>
                    <a:pt x="269970" y="870576"/>
                  </a:moveTo>
                  <a:lnTo>
                    <a:pt x="257964" y="859601"/>
                  </a:lnTo>
                  <a:lnTo>
                    <a:pt x="255833" y="913454"/>
                  </a:lnTo>
                  <a:close/>
                  <a:moveTo>
                    <a:pt x="255833" y="913454"/>
                  </a:moveTo>
                  <a:lnTo>
                    <a:pt x="292119" y="896356"/>
                  </a:lnTo>
                  <a:lnTo>
                    <a:pt x="269970" y="870576"/>
                  </a:lnTo>
                  <a:close/>
                  <a:moveTo>
                    <a:pt x="255833" y="913454"/>
                  </a:moveTo>
                  <a:lnTo>
                    <a:pt x="282809" y="918581"/>
                  </a:lnTo>
                  <a:lnTo>
                    <a:pt x="292119" y="896356"/>
                  </a:lnTo>
                  <a:close/>
                  <a:moveTo>
                    <a:pt x="257964" y="859601"/>
                  </a:moveTo>
                  <a:lnTo>
                    <a:pt x="238946" y="822846"/>
                  </a:lnTo>
                  <a:lnTo>
                    <a:pt x="228846" y="863559"/>
                  </a:lnTo>
                  <a:close/>
                  <a:moveTo>
                    <a:pt x="53472" y="611641"/>
                  </a:moveTo>
                  <a:lnTo>
                    <a:pt x="934" y="583785"/>
                  </a:lnTo>
                  <a:lnTo>
                    <a:pt x="24294" y="619499"/>
                  </a:lnTo>
                  <a:close/>
                  <a:moveTo>
                    <a:pt x="257964" y="859601"/>
                  </a:moveTo>
                  <a:lnTo>
                    <a:pt x="263045" y="805663"/>
                  </a:lnTo>
                  <a:lnTo>
                    <a:pt x="238946" y="822846"/>
                  </a:lnTo>
                  <a:close/>
                  <a:moveTo>
                    <a:pt x="263045" y="805663"/>
                  </a:moveTo>
                  <a:lnTo>
                    <a:pt x="239993" y="786091"/>
                  </a:lnTo>
                  <a:lnTo>
                    <a:pt x="238946" y="822846"/>
                  </a:lnTo>
                  <a:close/>
                  <a:moveTo>
                    <a:pt x="79066" y="590833"/>
                  </a:moveTo>
                  <a:lnTo>
                    <a:pt x="83149" y="574181"/>
                  </a:lnTo>
                  <a:lnTo>
                    <a:pt x="84908" y="602316"/>
                  </a:lnTo>
                  <a:close/>
                  <a:moveTo>
                    <a:pt x="104059" y="623994"/>
                  </a:moveTo>
                  <a:lnTo>
                    <a:pt x="136714" y="621509"/>
                  </a:lnTo>
                  <a:lnTo>
                    <a:pt x="120489" y="628992"/>
                  </a:lnTo>
                  <a:close/>
                  <a:moveTo>
                    <a:pt x="341282" y="719174"/>
                  </a:moveTo>
                  <a:lnTo>
                    <a:pt x="310491" y="717118"/>
                  </a:lnTo>
                  <a:lnTo>
                    <a:pt x="349087" y="724814"/>
                  </a:lnTo>
                  <a:close/>
                  <a:moveTo>
                    <a:pt x="80017" y="511623"/>
                  </a:moveTo>
                  <a:lnTo>
                    <a:pt x="126707" y="534443"/>
                  </a:lnTo>
                  <a:lnTo>
                    <a:pt x="119105" y="495876"/>
                  </a:lnTo>
                  <a:close/>
                  <a:moveTo>
                    <a:pt x="80017" y="511623"/>
                  </a:moveTo>
                  <a:lnTo>
                    <a:pt x="101415" y="548378"/>
                  </a:lnTo>
                  <a:lnTo>
                    <a:pt x="126707" y="534443"/>
                  </a:lnTo>
                  <a:close/>
                  <a:moveTo>
                    <a:pt x="154854" y="538648"/>
                  </a:moveTo>
                  <a:lnTo>
                    <a:pt x="144516" y="494439"/>
                  </a:lnTo>
                  <a:lnTo>
                    <a:pt x="119105" y="495876"/>
                  </a:lnTo>
                  <a:close/>
                  <a:moveTo>
                    <a:pt x="119105" y="495876"/>
                  </a:moveTo>
                  <a:lnTo>
                    <a:pt x="144516" y="494439"/>
                  </a:lnTo>
                  <a:lnTo>
                    <a:pt x="119713" y="490106"/>
                  </a:lnTo>
                  <a:close/>
                  <a:moveTo>
                    <a:pt x="446423" y="777366"/>
                  </a:moveTo>
                  <a:lnTo>
                    <a:pt x="425386" y="734541"/>
                  </a:lnTo>
                  <a:lnTo>
                    <a:pt x="404108" y="739933"/>
                  </a:lnTo>
                  <a:close/>
                  <a:moveTo>
                    <a:pt x="377185" y="733659"/>
                  </a:moveTo>
                  <a:lnTo>
                    <a:pt x="349087" y="724814"/>
                  </a:lnTo>
                  <a:lnTo>
                    <a:pt x="315427" y="723542"/>
                  </a:lnTo>
                  <a:close/>
                  <a:moveTo>
                    <a:pt x="377185" y="733659"/>
                  </a:moveTo>
                  <a:lnTo>
                    <a:pt x="315427" y="723542"/>
                  </a:lnTo>
                  <a:lnTo>
                    <a:pt x="339198" y="716208"/>
                  </a:lnTo>
                  <a:close/>
                  <a:moveTo>
                    <a:pt x="377185" y="733659"/>
                  </a:moveTo>
                  <a:lnTo>
                    <a:pt x="379090" y="734541"/>
                  </a:lnTo>
                  <a:lnTo>
                    <a:pt x="383615" y="729332"/>
                  </a:lnTo>
                  <a:close/>
                  <a:moveTo>
                    <a:pt x="349087" y="724814"/>
                  </a:moveTo>
                  <a:lnTo>
                    <a:pt x="377185" y="733659"/>
                  </a:lnTo>
                  <a:lnTo>
                    <a:pt x="383615" y="729332"/>
                  </a:lnTo>
                  <a:close/>
                  <a:moveTo>
                    <a:pt x="419722" y="768121"/>
                  </a:moveTo>
                  <a:lnTo>
                    <a:pt x="404108" y="739933"/>
                  </a:lnTo>
                  <a:lnTo>
                    <a:pt x="379090" y="734541"/>
                  </a:lnTo>
                  <a:close/>
                  <a:moveTo>
                    <a:pt x="144516" y="494439"/>
                  </a:moveTo>
                  <a:lnTo>
                    <a:pt x="154653" y="496163"/>
                  </a:lnTo>
                  <a:lnTo>
                    <a:pt x="125291" y="490847"/>
                  </a:lnTo>
                  <a:close/>
                  <a:moveTo>
                    <a:pt x="119713" y="490106"/>
                  </a:moveTo>
                  <a:lnTo>
                    <a:pt x="144516" y="494439"/>
                  </a:lnTo>
                  <a:lnTo>
                    <a:pt x="125291" y="490847"/>
                  </a:lnTo>
                  <a:close/>
                  <a:moveTo>
                    <a:pt x="148895" y="378426"/>
                  </a:moveTo>
                  <a:lnTo>
                    <a:pt x="93810" y="393259"/>
                  </a:lnTo>
                  <a:lnTo>
                    <a:pt x="117034" y="383880"/>
                  </a:lnTo>
                  <a:close/>
                  <a:moveTo>
                    <a:pt x="521347" y="833037"/>
                  </a:moveTo>
                  <a:lnTo>
                    <a:pt x="532600" y="816424"/>
                  </a:lnTo>
                  <a:lnTo>
                    <a:pt x="503061" y="830561"/>
                  </a:lnTo>
                  <a:close/>
                  <a:moveTo>
                    <a:pt x="521347" y="833037"/>
                  </a:moveTo>
                  <a:lnTo>
                    <a:pt x="553645" y="833867"/>
                  </a:lnTo>
                  <a:lnTo>
                    <a:pt x="532600" y="816424"/>
                  </a:lnTo>
                  <a:close/>
                  <a:moveTo>
                    <a:pt x="357452" y="570338"/>
                  </a:moveTo>
                  <a:lnTo>
                    <a:pt x="314395" y="579703"/>
                  </a:lnTo>
                  <a:lnTo>
                    <a:pt x="311069" y="611038"/>
                  </a:lnTo>
                  <a:close/>
                  <a:moveTo>
                    <a:pt x="357452" y="570338"/>
                  </a:moveTo>
                  <a:lnTo>
                    <a:pt x="357841" y="565126"/>
                  </a:lnTo>
                  <a:lnTo>
                    <a:pt x="347333" y="535266"/>
                  </a:lnTo>
                  <a:close/>
                  <a:moveTo>
                    <a:pt x="314395" y="579703"/>
                  </a:moveTo>
                  <a:lnTo>
                    <a:pt x="357452" y="570338"/>
                  </a:lnTo>
                  <a:lnTo>
                    <a:pt x="347333" y="535266"/>
                  </a:lnTo>
                  <a:close/>
                  <a:moveTo>
                    <a:pt x="357841" y="565126"/>
                  </a:moveTo>
                  <a:lnTo>
                    <a:pt x="360799" y="570338"/>
                  </a:lnTo>
                  <a:lnTo>
                    <a:pt x="347333" y="535266"/>
                  </a:lnTo>
                  <a:close/>
                  <a:moveTo>
                    <a:pt x="148895" y="378426"/>
                  </a:moveTo>
                  <a:lnTo>
                    <a:pt x="117034" y="383880"/>
                  </a:lnTo>
                  <a:lnTo>
                    <a:pt x="175617" y="382126"/>
                  </a:lnTo>
                  <a:close/>
                  <a:moveTo>
                    <a:pt x="184033" y="385224"/>
                  </a:moveTo>
                  <a:lnTo>
                    <a:pt x="186259" y="386563"/>
                  </a:lnTo>
                  <a:lnTo>
                    <a:pt x="201662" y="393441"/>
                  </a:lnTo>
                  <a:close/>
                  <a:moveTo>
                    <a:pt x="212758" y="396417"/>
                  </a:moveTo>
                  <a:lnTo>
                    <a:pt x="201662" y="393441"/>
                  </a:lnTo>
                  <a:lnTo>
                    <a:pt x="186259" y="386563"/>
                  </a:lnTo>
                  <a:close/>
                  <a:moveTo>
                    <a:pt x="839604" y="1077148"/>
                  </a:moveTo>
                  <a:lnTo>
                    <a:pt x="813370" y="1071386"/>
                  </a:lnTo>
                  <a:lnTo>
                    <a:pt x="800199" y="1097843"/>
                  </a:lnTo>
                  <a:close/>
                  <a:moveTo>
                    <a:pt x="326383" y="480463"/>
                  </a:moveTo>
                  <a:lnTo>
                    <a:pt x="366826" y="502514"/>
                  </a:lnTo>
                  <a:lnTo>
                    <a:pt x="329079" y="479644"/>
                  </a:lnTo>
                  <a:close/>
                  <a:moveTo>
                    <a:pt x="263531" y="461671"/>
                  </a:moveTo>
                  <a:lnTo>
                    <a:pt x="286002" y="449479"/>
                  </a:lnTo>
                  <a:lnTo>
                    <a:pt x="326383" y="480463"/>
                  </a:lnTo>
                  <a:close/>
                  <a:moveTo>
                    <a:pt x="265824" y="460072"/>
                  </a:moveTo>
                  <a:lnTo>
                    <a:pt x="263531" y="461671"/>
                  </a:lnTo>
                  <a:lnTo>
                    <a:pt x="326383" y="480463"/>
                  </a:lnTo>
                  <a:close/>
                  <a:moveTo>
                    <a:pt x="277241" y="442889"/>
                  </a:moveTo>
                  <a:lnTo>
                    <a:pt x="262245" y="456862"/>
                  </a:lnTo>
                  <a:lnTo>
                    <a:pt x="235686" y="410527"/>
                  </a:lnTo>
                  <a:close/>
                  <a:moveTo>
                    <a:pt x="284312" y="406134"/>
                  </a:moveTo>
                  <a:lnTo>
                    <a:pt x="262245" y="456862"/>
                  </a:lnTo>
                  <a:lnTo>
                    <a:pt x="265824" y="460072"/>
                  </a:lnTo>
                  <a:close/>
                  <a:moveTo>
                    <a:pt x="658883" y="810439"/>
                  </a:moveTo>
                  <a:lnTo>
                    <a:pt x="677003" y="847194"/>
                  </a:lnTo>
                  <a:lnTo>
                    <a:pt x="659070" y="802336"/>
                  </a:lnTo>
                  <a:close/>
                  <a:moveTo>
                    <a:pt x="697276" y="769768"/>
                  </a:moveTo>
                  <a:lnTo>
                    <a:pt x="659070" y="802336"/>
                  </a:lnTo>
                  <a:lnTo>
                    <a:pt x="665756" y="776498"/>
                  </a:lnTo>
                  <a:close/>
                  <a:moveTo>
                    <a:pt x="362209" y="389042"/>
                  </a:moveTo>
                  <a:lnTo>
                    <a:pt x="334294" y="406134"/>
                  </a:lnTo>
                  <a:lnTo>
                    <a:pt x="329466" y="433209"/>
                  </a:lnTo>
                  <a:close/>
                  <a:moveTo>
                    <a:pt x="329466" y="433209"/>
                  </a:moveTo>
                  <a:lnTo>
                    <a:pt x="334294" y="406134"/>
                  </a:lnTo>
                  <a:lnTo>
                    <a:pt x="319319" y="396712"/>
                  </a:lnTo>
                  <a:close/>
                  <a:moveTo>
                    <a:pt x="319319" y="396712"/>
                  </a:moveTo>
                  <a:lnTo>
                    <a:pt x="334294" y="406134"/>
                  </a:lnTo>
                  <a:lnTo>
                    <a:pt x="313051" y="357060"/>
                  </a:lnTo>
                  <a:close/>
                  <a:moveTo>
                    <a:pt x="313051" y="357060"/>
                  </a:moveTo>
                  <a:lnTo>
                    <a:pt x="362134" y="388761"/>
                  </a:lnTo>
                  <a:lnTo>
                    <a:pt x="326342" y="352196"/>
                  </a:lnTo>
                  <a:close/>
                  <a:moveTo>
                    <a:pt x="313051" y="357060"/>
                  </a:moveTo>
                  <a:lnTo>
                    <a:pt x="326342" y="352196"/>
                  </a:lnTo>
                  <a:lnTo>
                    <a:pt x="317706" y="347229"/>
                  </a:lnTo>
                  <a:close/>
                  <a:moveTo>
                    <a:pt x="667012" y="830011"/>
                  </a:moveTo>
                  <a:lnTo>
                    <a:pt x="662438" y="793256"/>
                  </a:lnTo>
                  <a:lnTo>
                    <a:pt x="659070" y="802336"/>
                  </a:lnTo>
                  <a:close/>
                  <a:moveTo>
                    <a:pt x="891676" y="927661"/>
                  </a:moveTo>
                  <a:lnTo>
                    <a:pt x="855678" y="929838"/>
                  </a:lnTo>
                  <a:lnTo>
                    <a:pt x="895166" y="969570"/>
                  </a:lnTo>
                  <a:close/>
                  <a:moveTo>
                    <a:pt x="686619" y="758293"/>
                  </a:moveTo>
                  <a:lnTo>
                    <a:pt x="709663" y="776072"/>
                  </a:lnTo>
                  <a:lnTo>
                    <a:pt x="697276" y="769768"/>
                  </a:lnTo>
                  <a:close/>
                  <a:moveTo>
                    <a:pt x="665756" y="776498"/>
                  </a:moveTo>
                  <a:lnTo>
                    <a:pt x="686619" y="758293"/>
                  </a:lnTo>
                  <a:lnTo>
                    <a:pt x="697276" y="769768"/>
                  </a:lnTo>
                  <a:close/>
                  <a:moveTo>
                    <a:pt x="548558" y="587466"/>
                  </a:moveTo>
                  <a:lnTo>
                    <a:pt x="541895" y="592596"/>
                  </a:lnTo>
                  <a:lnTo>
                    <a:pt x="564806" y="555543"/>
                  </a:lnTo>
                  <a:close/>
                  <a:moveTo>
                    <a:pt x="407962" y="371767"/>
                  </a:moveTo>
                  <a:lnTo>
                    <a:pt x="410251" y="376962"/>
                  </a:lnTo>
                  <a:lnTo>
                    <a:pt x="390382" y="398167"/>
                  </a:lnTo>
                  <a:close/>
                  <a:moveTo>
                    <a:pt x="346567" y="335013"/>
                  </a:moveTo>
                  <a:lnTo>
                    <a:pt x="362134" y="388761"/>
                  </a:lnTo>
                  <a:lnTo>
                    <a:pt x="379886" y="358925"/>
                  </a:lnTo>
                  <a:close/>
                  <a:moveTo>
                    <a:pt x="346567" y="335013"/>
                  </a:moveTo>
                  <a:lnTo>
                    <a:pt x="326342" y="352196"/>
                  </a:lnTo>
                  <a:lnTo>
                    <a:pt x="362134" y="388761"/>
                  </a:lnTo>
                  <a:close/>
                  <a:moveTo>
                    <a:pt x="326342" y="352196"/>
                  </a:moveTo>
                  <a:lnTo>
                    <a:pt x="346567" y="335013"/>
                  </a:lnTo>
                  <a:lnTo>
                    <a:pt x="317706" y="347229"/>
                  </a:lnTo>
                  <a:close/>
                  <a:moveTo>
                    <a:pt x="657609" y="702562"/>
                  </a:moveTo>
                  <a:lnTo>
                    <a:pt x="654685" y="716406"/>
                  </a:lnTo>
                  <a:lnTo>
                    <a:pt x="679510" y="731711"/>
                  </a:lnTo>
                  <a:close/>
                  <a:moveTo>
                    <a:pt x="519175" y="482032"/>
                  </a:moveTo>
                  <a:lnTo>
                    <a:pt x="575866" y="502572"/>
                  </a:lnTo>
                  <a:lnTo>
                    <a:pt x="559712" y="470959"/>
                  </a:lnTo>
                  <a:close/>
                  <a:moveTo>
                    <a:pt x="559712" y="470959"/>
                  </a:moveTo>
                  <a:lnTo>
                    <a:pt x="511135" y="475915"/>
                  </a:lnTo>
                  <a:lnTo>
                    <a:pt x="519175" y="482032"/>
                  </a:lnTo>
                  <a:close/>
                  <a:moveTo>
                    <a:pt x="521479" y="430206"/>
                  </a:moveTo>
                  <a:lnTo>
                    <a:pt x="511135" y="475915"/>
                  </a:lnTo>
                  <a:lnTo>
                    <a:pt x="559712" y="470959"/>
                  </a:lnTo>
                  <a:close/>
                  <a:moveTo>
                    <a:pt x="556297" y="428988"/>
                  </a:moveTo>
                  <a:lnTo>
                    <a:pt x="521479" y="430206"/>
                  </a:lnTo>
                  <a:lnTo>
                    <a:pt x="559712" y="470959"/>
                  </a:lnTo>
                  <a:close/>
                  <a:moveTo>
                    <a:pt x="521479" y="430206"/>
                  </a:moveTo>
                  <a:lnTo>
                    <a:pt x="555126" y="419605"/>
                  </a:lnTo>
                  <a:lnTo>
                    <a:pt x="496780" y="408522"/>
                  </a:lnTo>
                  <a:close/>
                  <a:moveTo>
                    <a:pt x="407962" y="371767"/>
                  </a:moveTo>
                  <a:lnTo>
                    <a:pt x="428708" y="361956"/>
                  </a:lnTo>
                  <a:lnTo>
                    <a:pt x="379886" y="358925"/>
                  </a:lnTo>
                  <a:close/>
                  <a:moveTo>
                    <a:pt x="921425" y="858728"/>
                  </a:moveTo>
                  <a:lnTo>
                    <a:pt x="958268" y="855863"/>
                  </a:lnTo>
                  <a:lnTo>
                    <a:pt x="950286" y="817606"/>
                  </a:lnTo>
                  <a:close/>
                  <a:moveTo>
                    <a:pt x="921425" y="858728"/>
                  </a:moveTo>
                  <a:lnTo>
                    <a:pt x="950286" y="817606"/>
                  </a:lnTo>
                  <a:lnTo>
                    <a:pt x="918059" y="816717"/>
                  </a:lnTo>
                  <a:close/>
                  <a:moveTo>
                    <a:pt x="984240" y="861836"/>
                  </a:moveTo>
                  <a:lnTo>
                    <a:pt x="950286" y="817606"/>
                  </a:lnTo>
                  <a:lnTo>
                    <a:pt x="958268" y="855863"/>
                  </a:lnTo>
                  <a:close/>
                  <a:moveTo>
                    <a:pt x="882004" y="818941"/>
                  </a:moveTo>
                  <a:lnTo>
                    <a:pt x="918059" y="816717"/>
                  </a:lnTo>
                  <a:lnTo>
                    <a:pt x="872780" y="781693"/>
                  </a:lnTo>
                  <a:close/>
                  <a:moveTo>
                    <a:pt x="918059" y="816717"/>
                  </a:moveTo>
                  <a:lnTo>
                    <a:pt x="950286" y="817606"/>
                  </a:lnTo>
                  <a:lnTo>
                    <a:pt x="925060" y="806117"/>
                  </a:lnTo>
                  <a:close/>
                  <a:moveTo>
                    <a:pt x="735274" y="623214"/>
                  </a:moveTo>
                  <a:lnTo>
                    <a:pt x="741250" y="617189"/>
                  </a:lnTo>
                  <a:lnTo>
                    <a:pt x="712273" y="633424"/>
                  </a:lnTo>
                  <a:close/>
                  <a:moveTo>
                    <a:pt x="757353" y="597621"/>
                  </a:moveTo>
                  <a:lnTo>
                    <a:pt x="755686" y="594686"/>
                  </a:lnTo>
                  <a:lnTo>
                    <a:pt x="736768" y="600430"/>
                  </a:lnTo>
                  <a:close/>
                  <a:moveTo>
                    <a:pt x="606974" y="414876"/>
                  </a:moveTo>
                  <a:lnTo>
                    <a:pt x="560451" y="428094"/>
                  </a:lnTo>
                  <a:lnTo>
                    <a:pt x="596812" y="450887"/>
                  </a:lnTo>
                  <a:close/>
                  <a:moveTo>
                    <a:pt x="555126" y="419605"/>
                  </a:moveTo>
                  <a:lnTo>
                    <a:pt x="560451" y="428094"/>
                  </a:lnTo>
                  <a:lnTo>
                    <a:pt x="609324" y="401456"/>
                  </a:lnTo>
                  <a:close/>
                  <a:moveTo>
                    <a:pt x="501924" y="337401"/>
                  </a:moveTo>
                  <a:lnTo>
                    <a:pt x="478604" y="348480"/>
                  </a:lnTo>
                  <a:lnTo>
                    <a:pt x="511282" y="380257"/>
                  </a:lnTo>
                  <a:close/>
                  <a:moveTo>
                    <a:pt x="762788" y="593203"/>
                  </a:moveTo>
                  <a:lnTo>
                    <a:pt x="725667" y="587292"/>
                  </a:lnTo>
                  <a:lnTo>
                    <a:pt x="755686" y="594686"/>
                  </a:lnTo>
                  <a:close/>
                  <a:moveTo>
                    <a:pt x="732924" y="545647"/>
                  </a:moveTo>
                  <a:lnTo>
                    <a:pt x="725667" y="587292"/>
                  </a:lnTo>
                  <a:lnTo>
                    <a:pt x="762788" y="593203"/>
                  </a:lnTo>
                  <a:close/>
                  <a:moveTo>
                    <a:pt x="764409" y="547138"/>
                  </a:moveTo>
                  <a:lnTo>
                    <a:pt x="732924" y="545647"/>
                  </a:lnTo>
                  <a:lnTo>
                    <a:pt x="762788" y="593203"/>
                  </a:lnTo>
                  <a:close/>
                  <a:moveTo>
                    <a:pt x="787269" y="568458"/>
                  </a:moveTo>
                  <a:lnTo>
                    <a:pt x="814114" y="578564"/>
                  </a:lnTo>
                  <a:lnTo>
                    <a:pt x="845369" y="564902"/>
                  </a:lnTo>
                  <a:close/>
                  <a:moveTo>
                    <a:pt x="732924" y="545647"/>
                  </a:moveTo>
                  <a:lnTo>
                    <a:pt x="764409" y="547138"/>
                  </a:lnTo>
                  <a:lnTo>
                    <a:pt x="760048" y="505936"/>
                  </a:lnTo>
                  <a:close/>
                  <a:moveTo>
                    <a:pt x="666760" y="410911"/>
                  </a:moveTo>
                  <a:lnTo>
                    <a:pt x="659273" y="399447"/>
                  </a:lnTo>
                  <a:lnTo>
                    <a:pt x="659135" y="366908"/>
                  </a:lnTo>
                  <a:close/>
                  <a:moveTo>
                    <a:pt x="525649" y="241558"/>
                  </a:moveTo>
                  <a:lnTo>
                    <a:pt x="535812" y="246707"/>
                  </a:lnTo>
                  <a:lnTo>
                    <a:pt x="499062" y="224695"/>
                  </a:lnTo>
                  <a:close/>
                  <a:moveTo>
                    <a:pt x="499062" y="224695"/>
                  </a:moveTo>
                  <a:lnTo>
                    <a:pt x="535812" y="246707"/>
                  </a:lnTo>
                  <a:lnTo>
                    <a:pt x="551913" y="253564"/>
                  </a:lnTo>
                  <a:close/>
                  <a:moveTo>
                    <a:pt x="972088" y="710387"/>
                  </a:moveTo>
                  <a:lnTo>
                    <a:pt x="988324" y="679528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72088" y="710387"/>
                  </a:lnTo>
                  <a:lnTo>
                    <a:pt x="957261" y="677694"/>
                  </a:lnTo>
                  <a:close/>
                  <a:moveTo>
                    <a:pt x="927662" y="674669"/>
                  </a:moveTo>
                  <a:lnTo>
                    <a:pt x="957261" y="677694"/>
                  </a:lnTo>
                  <a:lnTo>
                    <a:pt x="940762" y="672406"/>
                  </a:lnTo>
                  <a:close/>
                  <a:moveTo>
                    <a:pt x="878277" y="598235"/>
                  </a:moveTo>
                  <a:lnTo>
                    <a:pt x="830506" y="633907"/>
                  </a:lnTo>
                  <a:lnTo>
                    <a:pt x="865149" y="638857"/>
                  </a:lnTo>
                  <a:close/>
                  <a:moveTo>
                    <a:pt x="535812" y="246707"/>
                  </a:moveTo>
                  <a:lnTo>
                    <a:pt x="532713" y="242084"/>
                  </a:lnTo>
                  <a:lnTo>
                    <a:pt x="562815" y="255937"/>
                  </a:lnTo>
                  <a:close/>
                  <a:moveTo>
                    <a:pt x="838940" y="432871"/>
                  </a:moveTo>
                  <a:lnTo>
                    <a:pt x="825451" y="396116"/>
                  </a:lnTo>
                  <a:lnTo>
                    <a:pt x="817660" y="441440"/>
                  </a:lnTo>
                  <a:close/>
                  <a:moveTo>
                    <a:pt x="825451" y="396116"/>
                  </a:moveTo>
                  <a:lnTo>
                    <a:pt x="816237" y="397849"/>
                  </a:lnTo>
                  <a:lnTo>
                    <a:pt x="817660" y="441440"/>
                  </a:lnTo>
                  <a:close/>
                  <a:moveTo>
                    <a:pt x="715278" y="336256"/>
                  </a:moveTo>
                  <a:lnTo>
                    <a:pt x="744174" y="359361"/>
                  </a:lnTo>
                  <a:lnTo>
                    <a:pt x="769466" y="364038"/>
                  </a:lnTo>
                  <a:close/>
                  <a:moveTo>
                    <a:pt x="715278" y="336256"/>
                  </a:moveTo>
                  <a:lnTo>
                    <a:pt x="769466" y="364038"/>
                  </a:lnTo>
                  <a:lnTo>
                    <a:pt x="753768" y="332053"/>
                  </a:lnTo>
                  <a:close/>
                  <a:moveTo>
                    <a:pt x="657698" y="176992"/>
                  </a:moveTo>
                  <a:lnTo>
                    <a:pt x="658396" y="171729"/>
                  </a:lnTo>
                  <a:lnTo>
                    <a:pt x="658950" y="192769"/>
                  </a:lnTo>
                  <a:close/>
                  <a:moveTo>
                    <a:pt x="838940" y="432871"/>
                  </a:moveTo>
                  <a:lnTo>
                    <a:pt x="836648" y="426003"/>
                  </a:lnTo>
                  <a:lnTo>
                    <a:pt x="825451" y="396116"/>
                  </a:lnTo>
                  <a:close/>
                  <a:moveTo>
                    <a:pt x="701379" y="123821"/>
                  </a:moveTo>
                  <a:lnTo>
                    <a:pt x="704411" y="122987"/>
                  </a:lnTo>
                  <a:lnTo>
                    <a:pt x="729529" y="158403"/>
                  </a:lnTo>
                  <a:close/>
                  <a:moveTo>
                    <a:pt x="904718" y="342177"/>
                  </a:moveTo>
                  <a:lnTo>
                    <a:pt x="933623" y="378932"/>
                  </a:lnTo>
                  <a:lnTo>
                    <a:pt x="958637" y="361749"/>
                  </a:lnTo>
                  <a:close/>
                  <a:moveTo>
                    <a:pt x="937139" y="324994"/>
                  </a:moveTo>
                  <a:lnTo>
                    <a:pt x="958637" y="361749"/>
                  </a:lnTo>
                  <a:lnTo>
                    <a:pt x="956687" y="344566"/>
                  </a:lnTo>
                  <a:close/>
                  <a:moveTo>
                    <a:pt x="934652" y="288239"/>
                  </a:moveTo>
                  <a:lnTo>
                    <a:pt x="958616" y="307811"/>
                  </a:lnTo>
                  <a:lnTo>
                    <a:pt x="957292" y="271055"/>
                  </a:lnTo>
                  <a:close/>
                  <a:moveTo>
                    <a:pt x="878193" y="124036"/>
                  </a:moveTo>
                  <a:lnTo>
                    <a:pt x="863205" y="150547"/>
                  </a:lnTo>
                  <a:lnTo>
                    <a:pt x="867342" y="114908"/>
                  </a:lnTo>
                  <a:close/>
                  <a:moveTo>
                    <a:pt x="850756" y="7795"/>
                  </a:moveTo>
                  <a:lnTo>
                    <a:pt x="881981" y="33342"/>
                  </a:lnTo>
                  <a:lnTo>
                    <a:pt x="843561" y="0"/>
                  </a:lnTo>
                  <a:close/>
                  <a:moveTo>
                    <a:pt x="910041" y="52914"/>
                  </a:moveTo>
                  <a:lnTo>
                    <a:pt x="915282" y="58274"/>
                  </a:lnTo>
                  <a:lnTo>
                    <a:pt x="866681" y="25951"/>
                  </a:lnTo>
                  <a:close/>
                  <a:moveTo>
                    <a:pt x="866681" y="25951"/>
                  </a:moveTo>
                  <a:lnTo>
                    <a:pt x="915282" y="58274"/>
                  </a:lnTo>
                  <a:lnTo>
                    <a:pt x="881981" y="33342"/>
                  </a:lnTo>
                  <a:close/>
                  <a:moveTo>
                    <a:pt x="881981" y="33342"/>
                  </a:moveTo>
                  <a:lnTo>
                    <a:pt x="915282" y="58274"/>
                  </a:lnTo>
                  <a:lnTo>
                    <a:pt x="896098" y="52743"/>
                  </a:lnTo>
                  <a:close/>
                  <a:moveTo>
                    <a:pt x="866681" y="25951"/>
                  </a:moveTo>
                  <a:lnTo>
                    <a:pt x="881981" y="33342"/>
                  </a:lnTo>
                  <a:lnTo>
                    <a:pt x="850756" y="7795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00" name="Input_density__139">
              <a:extLst>
                <a:ext uri="{FF2B5EF4-FFF2-40B4-BE49-F238E27FC236}">
                  <a16:creationId xmlns:a16="http://schemas.microsoft.com/office/drawing/2014/main" id="{43631F43-6D4C-E50A-1947-C6CD09594B53}"/>
                </a:ext>
              </a:extLst>
            </p:cNvPr>
            <p:cNvSpPr>
              <a:spLocks noGrp="1"/>
            </p:cNvSpPr>
            <p:nvPr/>
          </p:nvSpPr>
          <p:spPr>
            <a:xfrm>
              <a:off x="681070" y="1570810"/>
              <a:ext cx="1067378" cy="994061"/>
            </a:xfrm>
            <a:custGeom>
              <a:avLst/>
              <a:gdLst/>
              <a:ahLst/>
              <a:cxnLst/>
              <a:rect l="0" t="0" r="0" b="0"/>
              <a:pathLst>
                <a:path w="1067378" h="994061">
                  <a:moveTo>
                    <a:pt x="342949" y="984494"/>
                  </a:moveTo>
                  <a:lnTo>
                    <a:pt x="364500" y="994061"/>
                  </a:lnTo>
                  <a:lnTo>
                    <a:pt x="344187" y="971206"/>
                  </a:lnTo>
                  <a:close/>
                  <a:moveTo>
                    <a:pt x="344187" y="971206"/>
                  </a:moveTo>
                  <a:lnTo>
                    <a:pt x="373229" y="955216"/>
                  </a:lnTo>
                  <a:lnTo>
                    <a:pt x="350352" y="978475"/>
                  </a:lnTo>
                  <a:close/>
                  <a:moveTo>
                    <a:pt x="0" y="540234"/>
                  </a:moveTo>
                  <a:lnTo>
                    <a:pt x="19814" y="502955"/>
                  </a:lnTo>
                  <a:lnTo>
                    <a:pt x="26242" y="486296"/>
                  </a:lnTo>
                  <a:close/>
                  <a:moveTo>
                    <a:pt x="39076" y="449541"/>
                  </a:moveTo>
                  <a:lnTo>
                    <a:pt x="60192" y="407723"/>
                  </a:lnTo>
                  <a:lnTo>
                    <a:pt x="63711" y="395602"/>
                  </a:lnTo>
                  <a:close/>
                  <a:moveTo>
                    <a:pt x="265500" y="541330"/>
                  </a:moveTo>
                  <a:lnTo>
                    <a:pt x="276052" y="562194"/>
                  </a:lnTo>
                  <a:lnTo>
                    <a:pt x="277082" y="556263"/>
                  </a:lnTo>
                  <a:close/>
                  <a:moveTo>
                    <a:pt x="265500" y="541330"/>
                  </a:moveTo>
                  <a:lnTo>
                    <a:pt x="277082" y="556263"/>
                  </a:lnTo>
                  <a:lnTo>
                    <a:pt x="295463" y="528782"/>
                  </a:lnTo>
                  <a:close/>
                  <a:moveTo>
                    <a:pt x="471324" y="424426"/>
                  </a:moveTo>
                  <a:lnTo>
                    <a:pt x="458326" y="419951"/>
                  </a:lnTo>
                  <a:lnTo>
                    <a:pt x="451385" y="421025"/>
                  </a:lnTo>
                  <a:close/>
                  <a:moveTo>
                    <a:pt x="836361" y="603518"/>
                  </a:moveTo>
                  <a:lnTo>
                    <a:pt x="843289" y="588930"/>
                  </a:lnTo>
                  <a:lnTo>
                    <a:pt x="839892" y="582887"/>
                  </a:lnTo>
                  <a:close/>
                  <a:moveTo>
                    <a:pt x="712497" y="417932"/>
                  </a:moveTo>
                  <a:lnTo>
                    <a:pt x="722727" y="400229"/>
                  </a:lnTo>
                  <a:lnTo>
                    <a:pt x="743734" y="410147"/>
                  </a:lnTo>
                  <a:close/>
                  <a:moveTo>
                    <a:pt x="921491" y="525978"/>
                  </a:moveTo>
                  <a:lnTo>
                    <a:pt x="883664" y="559592"/>
                  </a:lnTo>
                  <a:lnTo>
                    <a:pt x="915305" y="553316"/>
                  </a:lnTo>
                  <a:close/>
                  <a:moveTo>
                    <a:pt x="829783" y="386508"/>
                  </a:moveTo>
                  <a:lnTo>
                    <a:pt x="806436" y="395426"/>
                  </a:lnTo>
                  <a:lnTo>
                    <a:pt x="860444" y="376570"/>
                  </a:lnTo>
                  <a:close/>
                  <a:moveTo>
                    <a:pt x="1040251" y="319239"/>
                  </a:moveTo>
                  <a:lnTo>
                    <a:pt x="1061413" y="302055"/>
                  </a:lnTo>
                  <a:lnTo>
                    <a:pt x="1047591" y="317720"/>
                  </a:lnTo>
                  <a:close/>
                  <a:moveTo>
                    <a:pt x="816818" y="8016"/>
                  </a:moveTo>
                  <a:lnTo>
                    <a:pt x="785722" y="18126"/>
                  </a:lnTo>
                  <a:lnTo>
                    <a:pt x="829335" y="0"/>
                  </a:lnTo>
                  <a:close/>
                  <a:moveTo>
                    <a:pt x="1061413" y="302055"/>
                  </a:moveTo>
                  <a:lnTo>
                    <a:pt x="1067378" y="267123"/>
                  </a:lnTo>
                  <a:lnTo>
                    <a:pt x="1060019" y="2885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01" name="Input_density__140">
              <a:extLst>
                <a:ext uri="{FF2B5EF4-FFF2-40B4-BE49-F238E27FC236}">
                  <a16:creationId xmlns:a16="http://schemas.microsoft.com/office/drawing/2014/main" id="{E98B4635-A061-B3B2-EE17-1B5E7C1CF037}"/>
                </a:ext>
              </a:extLst>
            </p:cNvPr>
            <p:cNvSpPr>
              <a:spLocks noGrp="1"/>
            </p:cNvSpPr>
            <p:nvPr/>
          </p:nvSpPr>
          <p:spPr>
            <a:xfrm>
              <a:off x="723878" y="1490959"/>
              <a:ext cx="868527" cy="1029718"/>
            </a:xfrm>
            <a:custGeom>
              <a:avLst/>
              <a:gdLst/>
              <a:ahLst/>
              <a:cxnLst/>
              <a:rect l="0" t="0" r="0" b="0"/>
              <a:pathLst>
                <a:path w="868527" h="1029718">
                  <a:moveTo>
                    <a:pt x="280450" y="1024390"/>
                  </a:moveTo>
                  <a:lnTo>
                    <a:pt x="256568" y="987635"/>
                  </a:lnTo>
                  <a:lnTo>
                    <a:pt x="254372" y="1029718"/>
                  </a:lnTo>
                  <a:close/>
                  <a:moveTo>
                    <a:pt x="0" y="620085"/>
                  </a:moveTo>
                  <a:lnTo>
                    <a:pt x="30379" y="655997"/>
                  </a:lnTo>
                  <a:lnTo>
                    <a:pt x="29177" y="612226"/>
                  </a:lnTo>
                  <a:close/>
                  <a:moveTo>
                    <a:pt x="0" y="620085"/>
                  </a:moveTo>
                  <a:lnTo>
                    <a:pt x="27137" y="656840"/>
                  </a:lnTo>
                  <a:lnTo>
                    <a:pt x="30379" y="655997"/>
                  </a:lnTo>
                  <a:close/>
                  <a:moveTo>
                    <a:pt x="60614" y="602902"/>
                  </a:moveTo>
                  <a:lnTo>
                    <a:pt x="40408" y="566147"/>
                  </a:lnTo>
                  <a:lnTo>
                    <a:pt x="29177" y="612226"/>
                  </a:lnTo>
                  <a:close/>
                  <a:moveTo>
                    <a:pt x="60614" y="602902"/>
                  </a:moveTo>
                  <a:lnTo>
                    <a:pt x="77120" y="548964"/>
                  </a:lnTo>
                  <a:lnTo>
                    <a:pt x="40408" y="566147"/>
                  </a:lnTo>
                  <a:close/>
                  <a:moveTo>
                    <a:pt x="273107" y="752310"/>
                  </a:moveTo>
                  <a:lnTo>
                    <a:pt x="291133" y="724127"/>
                  </a:lnTo>
                  <a:lnTo>
                    <a:pt x="258440" y="757928"/>
                  </a:lnTo>
                  <a:close/>
                  <a:moveTo>
                    <a:pt x="211392" y="411113"/>
                  </a:moveTo>
                  <a:lnTo>
                    <a:pt x="246164" y="409932"/>
                  </a:lnTo>
                  <a:lnTo>
                    <a:pt x="220817" y="393391"/>
                  </a:lnTo>
                  <a:close/>
                  <a:moveTo>
                    <a:pt x="220817" y="393391"/>
                  </a:moveTo>
                  <a:lnTo>
                    <a:pt x="246164" y="409932"/>
                  </a:lnTo>
                  <a:lnTo>
                    <a:pt x="224909" y="387148"/>
                  </a:lnTo>
                  <a:close/>
                  <a:moveTo>
                    <a:pt x="224909" y="387148"/>
                  </a:moveTo>
                  <a:lnTo>
                    <a:pt x="246164" y="409932"/>
                  </a:lnTo>
                  <a:lnTo>
                    <a:pt x="260017" y="406720"/>
                  </a:lnTo>
                  <a:close/>
                  <a:moveTo>
                    <a:pt x="224909" y="387148"/>
                  </a:moveTo>
                  <a:lnTo>
                    <a:pt x="260017" y="406720"/>
                  </a:lnTo>
                  <a:lnTo>
                    <a:pt x="256886" y="369965"/>
                  </a:lnTo>
                  <a:close/>
                  <a:moveTo>
                    <a:pt x="271257" y="443475"/>
                  </a:moveTo>
                  <a:lnTo>
                    <a:pt x="300692" y="471243"/>
                  </a:lnTo>
                  <a:lnTo>
                    <a:pt x="305172" y="433795"/>
                  </a:lnTo>
                  <a:close/>
                  <a:moveTo>
                    <a:pt x="260017" y="406720"/>
                  </a:moveTo>
                  <a:lnTo>
                    <a:pt x="305172" y="433795"/>
                  </a:lnTo>
                  <a:lnTo>
                    <a:pt x="295024" y="397297"/>
                  </a:lnTo>
                  <a:close/>
                  <a:moveTo>
                    <a:pt x="260017" y="406720"/>
                  </a:moveTo>
                  <a:lnTo>
                    <a:pt x="271257" y="443475"/>
                  </a:lnTo>
                  <a:lnTo>
                    <a:pt x="305172" y="433795"/>
                  </a:lnTo>
                  <a:close/>
                  <a:moveTo>
                    <a:pt x="305172" y="433795"/>
                  </a:moveTo>
                  <a:lnTo>
                    <a:pt x="319034" y="426292"/>
                  </a:lnTo>
                  <a:lnTo>
                    <a:pt x="337914" y="389628"/>
                  </a:lnTo>
                  <a:close/>
                  <a:moveTo>
                    <a:pt x="256886" y="369965"/>
                  </a:moveTo>
                  <a:lnTo>
                    <a:pt x="260017" y="406720"/>
                  </a:lnTo>
                  <a:lnTo>
                    <a:pt x="295024" y="397297"/>
                  </a:lnTo>
                  <a:close/>
                  <a:moveTo>
                    <a:pt x="233465" y="333210"/>
                  </a:moveTo>
                  <a:lnTo>
                    <a:pt x="256886" y="369965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33465" y="333210"/>
                  </a:lnTo>
                  <a:lnTo>
                    <a:pt x="262972" y="316027"/>
                  </a:lnTo>
                  <a:close/>
                  <a:moveTo>
                    <a:pt x="223470" y="296455"/>
                  </a:moveTo>
                  <a:lnTo>
                    <a:pt x="262972" y="316027"/>
                  </a:lnTo>
                  <a:lnTo>
                    <a:pt x="259180" y="279272"/>
                  </a:lnTo>
                  <a:close/>
                  <a:moveTo>
                    <a:pt x="806569" y="940862"/>
                  </a:moveTo>
                  <a:lnTo>
                    <a:pt x="831384" y="930424"/>
                  </a:lnTo>
                  <a:lnTo>
                    <a:pt x="813350" y="921439"/>
                  </a:lnTo>
                  <a:close/>
                  <a:moveTo>
                    <a:pt x="297549" y="298843"/>
                  </a:moveTo>
                  <a:lnTo>
                    <a:pt x="262972" y="316027"/>
                  </a:lnTo>
                  <a:lnTo>
                    <a:pt x="293411" y="347814"/>
                  </a:lnTo>
                  <a:close/>
                  <a:moveTo>
                    <a:pt x="259180" y="279272"/>
                  </a:moveTo>
                  <a:lnTo>
                    <a:pt x="299396" y="273984"/>
                  </a:lnTo>
                  <a:lnTo>
                    <a:pt x="291903" y="265593"/>
                  </a:lnTo>
                  <a:close/>
                  <a:moveTo>
                    <a:pt x="297549" y="298843"/>
                  </a:moveTo>
                  <a:lnTo>
                    <a:pt x="299396" y="273984"/>
                  </a:lnTo>
                  <a:lnTo>
                    <a:pt x="259180" y="279272"/>
                  </a:lnTo>
                  <a:close/>
                  <a:moveTo>
                    <a:pt x="262972" y="316027"/>
                  </a:moveTo>
                  <a:lnTo>
                    <a:pt x="297549" y="298843"/>
                  </a:lnTo>
                  <a:lnTo>
                    <a:pt x="259180" y="279272"/>
                  </a:lnTo>
                  <a:close/>
                  <a:moveTo>
                    <a:pt x="270113" y="260707"/>
                  </a:moveTo>
                  <a:lnTo>
                    <a:pt x="259180" y="279272"/>
                  </a:lnTo>
                  <a:lnTo>
                    <a:pt x="291903" y="265593"/>
                  </a:lnTo>
                  <a:close/>
                  <a:moveTo>
                    <a:pt x="323779" y="240569"/>
                  </a:moveTo>
                  <a:lnTo>
                    <a:pt x="291903" y="265593"/>
                  </a:lnTo>
                  <a:lnTo>
                    <a:pt x="306569" y="262088"/>
                  </a:lnTo>
                  <a:close/>
                  <a:moveTo>
                    <a:pt x="270113" y="260707"/>
                  </a:moveTo>
                  <a:lnTo>
                    <a:pt x="291903" y="265593"/>
                  </a:lnTo>
                  <a:lnTo>
                    <a:pt x="323779" y="240569"/>
                  </a:lnTo>
                  <a:close/>
                  <a:moveTo>
                    <a:pt x="291903" y="265593"/>
                  </a:moveTo>
                  <a:lnTo>
                    <a:pt x="299396" y="273984"/>
                  </a:lnTo>
                  <a:lnTo>
                    <a:pt x="306569" y="262088"/>
                  </a:lnTo>
                  <a:close/>
                  <a:moveTo>
                    <a:pt x="349272" y="246042"/>
                  </a:moveTo>
                  <a:lnTo>
                    <a:pt x="306569" y="262088"/>
                  </a:lnTo>
                  <a:lnTo>
                    <a:pt x="350984" y="246077"/>
                  </a:lnTo>
                  <a:close/>
                  <a:moveTo>
                    <a:pt x="306569" y="262088"/>
                  </a:moveTo>
                  <a:lnTo>
                    <a:pt x="299396" y="273984"/>
                  </a:lnTo>
                  <a:lnTo>
                    <a:pt x="350984" y="246077"/>
                  </a:lnTo>
                  <a:close/>
                  <a:moveTo>
                    <a:pt x="323779" y="240569"/>
                  </a:moveTo>
                  <a:lnTo>
                    <a:pt x="306569" y="262088"/>
                  </a:lnTo>
                  <a:lnTo>
                    <a:pt x="349272" y="246042"/>
                  </a:lnTo>
                  <a:close/>
                  <a:moveTo>
                    <a:pt x="323779" y="240569"/>
                  </a:moveTo>
                  <a:lnTo>
                    <a:pt x="349272" y="246042"/>
                  </a:lnTo>
                  <a:lnTo>
                    <a:pt x="329217" y="225334"/>
                  </a:lnTo>
                  <a:close/>
                  <a:moveTo>
                    <a:pt x="329217" y="225334"/>
                  </a:moveTo>
                  <a:lnTo>
                    <a:pt x="349272" y="246042"/>
                  </a:lnTo>
                  <a:lnTo>
                    <a:pt x="351490" y="244905"/>
                  </a:lnTo>
                  <a:close/>
                  <a:moveTo>
                    <a:pt x="329217" y="225334"/>
                  </a:moveTo>
                  <a:lnTo>
                    <a:pt x="351490" y="244905"/>
                  </a:lnTo>
                  <a:lnTo>
                    <a:pt x="359241" y="208150"/>
                  </a:lnTo>
                  <a:close/>
                  <a:moveTo>
                    <a:pt x="349272" y="246042"/>
                  </a:moveTo>
                  <a:lnTo>
                    <a:pt x="350984" y="246077"/>
                  </a:lnTo>
                  <a:lnTo>
                    <a:pt x="351490" y="244905"/>
                  </a:lnTo>
                  <a:close/>
                  <a:moveTo>
                    <a:pt x="731392" y="595272"/>
                  </a:moveTo>
                  <a:lnTo>
                    <a:pt x="733059" y="598207"/>
                  </a:lnTo>
                  <a:lnTo>
                    <a:pt x="710980" y="623799"/>
                  </a:lnTo>
                  <a:close/>
                  <a:moveTo>
                    <a:pt x="359241" y="208150"/>
                  </a:moveTo>
                  <a:lnTo>
                    <a:pt x="404885" y="226821"/>
                  </a:lnTo>
                  <a:lnTo>
                    <a:pt x="384375" y="199845"/>
                  </a:lnTo>
                  <a:close/>
                  <a:moveTo>
                    <a:pt x="404544" y="227722"/>
                  </a:moveTo>
                  <a:lnTo>
                    <a:pt x="404885" y="226821"/>
                  </a:lnTo>
                  <a:lnTo>
                    <a:pt x="359241" y="208150"/>
                  </a:lnTo>
                  <a:close/>
                  <a:moveTo>
                    <a:pt x="351490" y="244905"/>
                  </a:moveTo>
                  <a:lnTo>
                    <a:pt x="404544" y="227722"/>
                  </a:lnTo>
                  <a:lnTo>
                    <a:pt x="359241" y="208150"/>
                  </a:lnTo>
                  <a:close/>
                  <a:moveTo>
                    <a:pt x="370313" y="193770"/>
                  </a:moveTo>
                  <a:lnTo>
                    <a:pt x="359241" y="208150"/>
                  </a:lnTo>
                  <a:lnTo>
                    <a:pt x="384375" y="199845"/>
                  </a:lnTo>
                  <a:close/>
                  <a:moveTo>
                    <a:pt x="384375" y="199845"/>
                  </a:moveTo>
                  <a:lnTo>
                    <a:pt x="404885" y="226821"/>
                  </a:lnTo>
                  <a:lnTo>
                    <a:pt x="432811" y="206654"/>
                  </a:lnTo>
                  <a:close/>
                  <a:moveTo>
                    <a:pt x="738494" y="593788"/>
                  </a:moveTo>
                  <a:lnTo>
                    <a:pt x="731392" y="595272"/>
                  </a:lnTo>
                  <a:lnTo>
                    <a:pt x="715478" y="630159"/>
                  </a:lnTo>
                  <a:close/>
                  <a:moveTo>
                    <a:pt x="761505" y="619828"/>
                  </a:moveTo>
                  <a:lnTo>
                    <a:pt x="791768" y="580492"/>
                  </a:lnTo>
                  <a:lnTo>
                    <a:pt x="789820" y="579150"/>
                  </a:lnTo>
                  <a:close/>
                  <a:moveTo>
                    <a:pt x="761505" y="619828"/>
                  </a:moveTo>
                  <a:lnTo>
                    <a:pt x="789820" y="579150"/>
                  </a:lnTo>
                  <a:lnTo>
                    <a:pt x="738494" y="593788"/>
                  </a:lnTo>
                  <a:close/>
                  <a:moveTo>
                    <a:pt x="821075" y="565488"/>
                  </a:moveTo>
                  <a:lnTo>
                    <a:pt x="789820" y="579150"/>
                  </a:lnTo>
                  <a:lnTo>
                    <a:pt x="795330" y="578088"/>
                  </a:lnTo>
                  <a:close/>
                  <a:moveTo>
                    <a:pt x="789820" y="579150"/>
                  </a:moveTo>
                  <a:lnTo>
                    <a:pt x="791768" y="580492"/>
                  </a:lnTo>
                  <a:lnTo>
                    <a:pt x="795330" y="578088"/>
                  </a:lnTo>
                  <a:close/>
                  <a:moveTo>
                    <a:pt x="680549" y="510023"/>
                  </a:moveTo>
                  <a:lnTo>
                    <a:pt x="688400" y="517931"/>
                  </a:lnTo>
                  <a:lnTo>
                    <a:pt x="709290" y="492904"/>
                  </a:lnTo>
                  <a:close/>
                  <a:moveTo>
                    <a:pt x="405402" y="227498"/>
                  </a:moveTo>
                  <a:lnTo>
                    <a:pt x="432811" y="206654"/>
                  </a:lnTo>
                  <a:lnTo>
                    <a:pt x="404885" y="226821"/>
                  </a:lnTo>
                  <a:close/>
                  <a:moveTo>
                    <a:pt x="812999" y="605052"/>
                  </a:moveTo>
                  <a:lnTo>
                    <a:pt x="795330" y="578088"/>
                  </a:lnTo>
                  <a:lnTo>
                    <a:pt x="791768" y="580492"/>
                  </a:lnTo>
                  <a:close/>
                  <a:moveTo>
                    <a:pt x="833176" y="570990"/>
                  </a:moveTo>
                  <a:lnTo>
                    <a:pt x="795330" y="578088"/>
                  </a:lnTo>
                  <a:lnTo>
                    <a:pt x="812999" y="605052"/>
                  </a:lnTo>
                  <a:close/>
                  <a:moveTo>
                    <a:pt x="821075" y="565488"/>
                  </a:moveTo>
                  <a:lnTo>
                    <a:pt x="795330" y="578088"/>
                  </a:lnTo>
                  <a:lnTo>
                    <a:pt x="833176" y="570990"/>
                  </a:lnTo>
                  <a:close/>
                  <a:moveTo>
                    <a:pt x="745172" y="364624"/>
                  </a:moveTo>
                  <a:lnTo>
                    <a:pt x="772754" y="359947"/>
                  </a:lnTo>
                  <a:lnTo>
                    <a:pt x="779530" y="342320"/>
                  </a:lnTo>
                  <a:close/>
                  <a:moveTo>
                    <a:pt x="823667" y="354985"/>
                  </a:moveTo>
                  <a:lnTo>
                    <a:pt x="790347" y="354986"/>
                  </a:lnTo>
                  <a:lnTo>
                    <a:pt x="838796" y="387432"/>
                  </a:lnTo>
                  <a:close/>
                  <a:moveTo>
                    <a:pt x="838796" y="387432"/>
                  </a:moveTo>
                  <a:lnTo>
                    <a:pt x="868527" y="345603"/>
                  </a:lnTo>
                  <a:lnTo>
                    <a:pt x="823667" y="354985"/>
                  </a:lnTo>
                  <a:close/>
                  <a:moveTo>
                    <a:pt x="772754" y="359947"/>
                  </a:moveTo>
                  <a:lnTo>
                    <a:pt x="790347" y="354986"/>
                  </a:lnTo>
                  <a:lnTo>
                    <a:pt x="779530" y="342320"/>
                  </a:lnTo>
                  <a:close/>
                  <a:moveTo>
                    <a:pt x="813665" y="345368"/>
                  </a:moveTo>
                  <a:lnTo>
                    <a:pt x="790347" y="354986"/>
                  </a:lnTo>
                  <a:lnTo>
                    <a:pt x="823667" y="354985"/>
                  </a:lnTo>
                  <a:close/>
                  <a:moveTo>
                    <a:pt x="779530" y="342320"/>
                  </a:moveTo>
                  <a:lnTo>
                    <a:pt x="790347" y="354986"/>
                  </a:lnTo>
                  <a:lnTo>
                    <a:pt x="813665" y="345368"/>
                  </a:lnTo>
                  <a:close/>
                  <a:moveTo>
                    <a:pt x="621512" y="97750"/>
                  </a:moveTo>
                  <a:lnTo>
                    <a:pt x="619098" y="116220"/>
                  </a:lnTo>
                  <a:lnTo>
                    <a:pt x="650006" y="85478"/>
                  </a:lnTo>
                  <a:close/>
                  <a:moveTo>
                    <a:pt x="766709" y="198173"/>
                  </a:moveTo>
                  <a:lnTo>
                    <a:pt x="793602" y="202514"/>
                  </a:lnTo>
                  <a:lnTo>
                    <a:pt x="768898" y="195743"/>
                  </a:lnTo>
                  <a:close/>
                  <a:moveTo>
                    <a:pt x="793602" y="202514"/>
                  </a:moveTo>
                  <a:lnTo>
                    <a:pt x="801286" y="178560"/>
                  </a:lnTo>
                  <a:lnTo>
                    <a:pt x="768898" y="195743"/>
                  </a:lnTo>
                  <a:close/>
                  <a:moveTo>
                    <a:pt x="683633" y="74336"/>
                  </a:moveTo>
                  <a:lnTo>
                    <a:pt x="679380" y="120820"/>
                  </a:lnTo>
                  <a:lnTo>
                    <a:pt x="700012" y="68295"/>
                  </a:lnTo>
                  <a:close/>
                  <a:moveTo>
                    <a:pt x="650006" y="85478"/>
                  </a:moveTo>
                  <a:lnTo>
                    <a:pt x="679380" y="120820"/>
                  </a:lnTo>
                  <a:lnTo>
                    <a:pt x="683633" y="74336"/>
                  </a:lnTo>
                  <a:close/>
                  <a:moveTo>
                    <a:pt x="640925" y="48723"/>
                  </a:moveTo>
                  <a:lnTo>
                    <a:pt x="683633" y="74336"/>
                  </a:lnTo>
                  <a:lnTo>
                    <a:pt x="673249" y="38030"/>
                  </a:lnTo>
                  <a:close/>
                  <a:moveTo>
                    <a:pt x="640925" y="48723"/>
                  </a:moveTo>
                  <a:lnTo>
                    <a:pt x="650006" y="85478"/>
                  </a:lnTo>
                  <a:lnTo>
                    <a:pt x="683633" y="74336"/>
                  </a:lnTo>
                  <a:close/>
                  <a:moveTo>
                    <a:pt x="700012" y="68295"/>
                  </a:moveTo>
                  <a:lnTo>
                    <a:pt x="692171" y="31540"/>
                  </a:lnTo>
                  <a:lnTo>
                    <a:pt x="683633" y="74336"/>
                  </a:lnTo>
                  <a:close/>
                  <a:moveTo>
                    <a:pt x="692171" y="31540"/>
                  </a:moveTo>
                  <a:lnTo>
                    <a:pt x="673249" y="38030"/>
                  </a:lnTo>
                  <a:lnTo>
                    <a:pt x="683633" y="74336"/>
                  </a:lnTo>
                  <a:close/>
                  <a:moveTo>
                    <a:pt x="793602" y="202514"/>
                  </a:moveTo>
                  <a:lnTo>
                    <a:pt x="809601" y="205091"/>
                  </a:lnTo>
                  <a:lnTo>
                    <a:pt x="801286" y="178560"/>
                  </a:lnTo>
                  <a:close/>
                  <a:moveTo>
                    <a:pt x="801286" y="178560"/>
                  </a:moveTo>
                  <a:lnTo>
                    <a:pt x="828133" y="198131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01286" y="178560"/>
                  </a:lnTo>
                  <a:lnTo>
                    <a:pt x="833390" y="161376"/>
                  </a:lnTo>
                  <a:close/>
                  <a:moveTo>
                    <a:pt x="838911" y="151133"/>
                  </a:moveTo>
                  <a:lnTo>
                    <a:pt x="812377" y="148137"/>
                  </a:lnTo>
                  <a:lnTo>
                    <a:pt x="801286" y="178560"/>
                  </a:lnTo>
                  <a:close/>
                  <a:moveTo>
                    <a:pt x="838911" y="151133"/>
                  </a:moveTo>
                  <a:lnTo>
                    <a:pt x="853899" y="124621"/>
                  </a:lnTo>
                  <a:lnTo>
                    <a:pt x="815267" y="141805"/>
                  </a:lnTo>
                  <a:close/>
                  <a:moveTo>
                    <a:pt x="692171" y="31540"/>
                  </a:moveTo>
                  <a:lnTo>
                    <a:pt x="743331" y="42928"/>
                  </a:lnTo>
                  <a:lnTo>
                    <a:pt x="730715" y="18401"/>
                  </a:lnTo>
                  <a:close/>
                  <a:moveTo>
                    <a:pt x="739984" y="51112"/>
                  </a:moveTo>
                  <a:lnTo>
                    <a:pt x="743331" y="42928"/>
                  </a:lnTo>
                  <a:lnTo>
                    <a:pt x="692171" y="31540"/>
                  </a:lnTo>
                  <a:close/>
                  <a:moveTo>
                    <a:pt x="700012" y="68295"/>
                  </a:moveTo>
                  <a:lnTo>
                    <a:pt x="739984" y="51112"/>
                  </a:lnTo>
                  <a:lnTo>
                    <a:pt x="692171" y="31540"/>
                  </a:lnTo>
                  <a:close/>
                  <a:moveTo>
                    <a:pt x="765169" y="0"/>
                  </a:moveTo>
                  <a:lnTo>
                    <a:pt x="730715" y="18401"/>
                  </a:lnTo>
                  <a:lnTo>
                    <a:pt x="747725" y="14357"/>
                  </a:lnTo>
                  <a:close/>
                  <a:moveTo>
                    <a:pt x="730715" y="18401"/>
                  </a:moveTo>
                  <a:lnTo>
                    <a:pt x="743331" y="42928"/>
                  </a:lnTo>
                  <a:lnTo>
                    <a:pt x="747725" y="14357"/>
                  </a:lnTo>
                  <a:close/>
                  <a:moveTo>
                    <a:pt x="743331" y="42928"/>
                  </a:moveTo>
                  <a:lnTo>
                    <a:pt x="739984" y="51112"/>
                  </a:lnTo>
                  <a:lnTo>
                    <a:pt x="754062" y="44166"/>
                  </a:lnTo>
                  <a:close/>
                  <a:moveTo>
                    <a:pt x="778947" y="6277"/>
                  </a:moveTo>
                  <a:lnTo>
                    <a:pt x="747725" y="14357"/>
                  </a:lnTo>
                  <a:lnTo>
                    <a:pt x="798426" y="28135"/>
                  </a:lnTo>
                  <a:close/>
                  <a:moveTo>
                    <a:pt x="747725" y="14357"/>
                  </a:moveTo>
                  <a:lnTo>
                    <a:pt x="743331" y="42928"/>
                  </a:lnTo>
                  <a:lnTo>
                    <a:pt x="798426" y="28135"/>
                  </a:lnTo>
                  <a:close/>
                  <a:moveTo>
                    <a:pt x="798426" y="28135"/>
                  </a:moveTo>
                  <a:lnTo>
                    <a:pt x="743331" y="42928"/>
                  </a:lnTo>
                  <a:lnTo>
                    <a:pt x="784351" y="33928"/>
                  </a:lnTo>
                  <a:close/>
                  <a:moveTo>
                    <a:pt x="765169" y="0"/>
                  </a:moveTo>
                  <a:lnTo>
                    <a:pt x="747725" y="14357"/>
                  </a:lnTo>
                  <a:lnTo>
                    <a:pt x="778947" y="6277"/>
                  </a:lnTo>
                  <a:close/>
                  <a:moveTo>
                    <a:pt x="778947" y="6277"/>
                  </a:moveTo>
                  <a:lnTo>
                    <a:pt x="798426" y="28135"/>
                  </a:lnTo>
                  <a:lnTo>
                    <a:pt x="826462" y="838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02" name="Input_density__141">
              <a:extLst>
                <a:ext uri="{FF2B5EF4-FFF2-40B4-BE49-F238E27FC236}">
                  <a16:creationId xmlns:a16="http://schemas.microsoft.com/office/drawing/2014/main" id="{544AA68C-619A-A3C0-32EB-696EE7188839}"/>
                </a:ext>
              </a:extLst>
            </p:cNvPr>
            <p:cNvSpPr>
              <a:spLocks noGrp="1"/>
            </p:cNvSpPr>
            <p:nvPr/>
          </p:nvSpPr>
          <p:spPr>
            <a:xfrm>
              <a:off x="615759" y="1491545"/>
              <a:ext cx="1042462" cy="1370714"/>
            </a:xfrm>
            <a:custGeom>
              <a:avLst/>
              <a:gdLst/>
              <a:ahLst/>
              <a:cxnLst/>
              <a:rect l="0" t="0" r="0" b="0"/>
              <a:pathLst>
                <a:path w="1042462" h="1370714">
                  <a:moveTo>
                    <a:pt x="364688" y="987049"/>
                  </a:moveTo>
                  <a:lnTo>
                    <a:pt x="356745" y="989058"/>
                  </a:lnTo>
                  <a:lnTo>
                    <a:pt x="362491" y="1029133"/>
                  </a:lnTo>
                  <a:close/>
                  <a:moveTo>
                    <a:pt x="356745" y="989058"/>
                  </a:moveTo>
                  <a:lnTo>
                    <a:pt x="364688" y="987049"/>
                  </a:lnTo>
                  <a:lnTo>
                    <a:pt x="356562" y="977132"/>
                  </a:lnTo>
                  <a:close/>
                  <a:moveTo>
                    <a:pt x="135257" y="656254"/>
                  </a:moveTo>
                  <a:lnTo>
                    <a:pt x="83825" y="673438"/>
                  </a:lnTo>
                  <a:lnTo>
                    <a:pt x="140307" y="693009"/>
                  </a:lnTo>
                  <a:close/>
                  <a:moveTo>
                    <a:pt x="108120" y="619499"/>
                  </a:moveTo>
                  <a:lnTo>
                    <a:pt x="83825" y="673438"/>
                  </a:lnTo>
                  <a:lnTo>
                    <a:pt x="135257" y="656254"/>
                  </a:lnTo>
                  <a:close/>
                  <a:moveTo>
                    <a:pt x="339658" y="913454"/>
                  </a:moveTo>
                  <a:lnTo>
                    <a:pt x="341789" y="859601"/>
                  </a:lnTo>
                  <a:lnTo>
                    <a:pt x="312671" y="863559"/>
                  </a:lnTo>
                  <a:close/>
                  <a:moveTo>
                    <a:pt x="288090" y="838796"/>
                  </a:moveTo>
                  <a:lnTo>
                    <a:pt x="283961" y="840029"/>
                  </a:lnTo>
                  <a:lnTo>
                    <a:pt x="312671" y="863559"/>
                  </a:lnTo>
                  <a:close/>
                  <a:moveTo>
                    <a:pt x="322771" y="822846"/>
                  </a:moveTo>
                  <a:lnTo>
                    <a:pt x="288090" y="838796"/>
                  </a:lnTo>
                  <a:lnTo>
                    <a:pt x="312671" y="863559"/>
                  </a:lnTo>
                  <a:close/>
                  <a:moveTo>
                    <a:pt x="286184" y="838576"/>
                  </a:moveTo>
                  <a:lnTo>
                    <a:pt x="283961" y="840029"/>
                  </a:lnTo>
                  <a:lnTo>
                    <a:pt x="288090" y="838796"/>
                  </a:lnTo>
                  <a:close/>
                  <a:moveTo>
                    <a:pt x="323819" y="786091"/>
                  </a:moveTo>
                  <a:lnTo>
                    <a:pt x="288090" y="838796"/>
                  </a:lnTo>
                  <a:lnTo>
                    <a:pt x="322771" y="822846"/>
                  </a:lnTo>
                  <a:close/>
                  <a:moveTo>
                    <a:pt x="135257" y="656254"/>
                  </a:moveTo>
                  <a:lnTo>
                    <a:pt x="165950" y="666561"/>
                  </a:lnTo>
                  <a:lnTo>
                    <a:pt x="138499" y="655411"/>
                  </a:lnTo>
                  <a:close/>
                  <a:moveTo>
                    <a:pt x="160517" y="675826"/>
                  </a:moveTo>
                  <a:lnTo>
                    <a:pt x="165950" y="666561"/>
                  </a:lnTo>
                  <a:lnTo>
                    <a:pt x="135257" y="656254"/>
                  </a:lnTo>
                  <a:close/>
                  <a:moveTo>
                    <a:pt x="140307" y="693009"/>
                  </a:moveTo>
                  <a:lnTo>
                    <a:pt x="160517" y="675826"/>
                  </a:lnTo>
                  <a:lnTo>
                    <a:pt x="135257" y="656254"/>
                  </a:lnTo>
                  <a:close/>
                  <a:moveTo>
                    <a:pt x="187885" y="623994"/>
                  </a:moveTo>
                  <a:lnTo>
                    <a:pt x="168733" y="602316"/>
                  </a:lnTo>
                  <a:lnTo>
                    <a:pt x="181689" y="647386"/>
                  </a:lnTo>
                  <a:close/>
                  <a:moveTo>
                    <a:pt x="181689" y="647386"/>
                  </a:moveTo>
                  <a:lnTo>
                    <a:pt x="168733" y="602316"/>
                  </a:lnTo>
                  <a:lnTo>
                    <a:pt x="137297" y="611641"/>
                  </a:lnTo>
                  <a:close/>
                  <a:moveTo>
                    <a:pt x="181689" y="647386"/>
                  </a:moveTo>
                  <a:lnTo>
                    <a:pt x="137297" y="611641"/>
                  </a:lnTo>
                  <a:lnTo>
                    <a:pt x="138499" y="655411"/>
                  </a:lnTo>
                  <a:close/>
                  <a:moveTo>
                    <a:pt x="181689" y="647386"/>
                  </a:moveTo>
                  <a:lnTo>
                    <a:pt x="138499" y="655411"/>
                  </a:lnTo>
                  <a:lnTo>
                    <a:pt x="194287" y="647933"/>
                  </a:lnTo>
                  <a:close/>
                  <a:moveTo>
                    <a:pt x="138499" y="655411"/>
                  </a:moveTo>
                  <a:lnTo>
                    <a:pt x="165950" y="666561"/>
                  </a:lnTo>
                  <a:lnTo>
                    <a:pt x="194287" y="647933"/>
                  </a:lnTo>
                  <a:close/>
                  <a:moveTo>
                    <a:pt x="395" y="509234"/>
                  </a:moveTo>
                  <a:lnTo>
                    <a:pt x="0" y="516039"/>
                  </a:lnTo>
                  <a:lnTo>
                    <a:pt x="4070" y="504446"/>
                  </a:lnTo>
                  <a:close/>
                  <a:moveTo>
                    <a:pt x="184645" y="640252"/>
                  </a:moveTo>
                  <a:lnTo>
                    <a:pt x="204314" y="628992"/>
                  </a:lnTo>
                  <a:lnTo>
                    <a:pt x="194287" y="647933"/>
                  </a:lnTo>
                  <a:close/>
                  <a:moveTo>
                    <a:pt x="162891" y="590833"/>
                  </a:moveTo>
                  <a:lnTo>
                    <a:pt x="204314" y="628992"/>
                  </a:lnTo>
                  <a:lnTo>
                    <a:pt x="206123" y="621888"/>
                  </a:lnTo>
                  <a:close/>
                  <a:moveTo>
                    <a:pt x="168733" y="602316"/>
                  </a:moveTo>
                  <a:lnTo>
                    <a:pt x="204314" y="628992"/>
                  </a:lnTo>
                  <a:lnTo>
                    <a:pt x="162891" y="590833"/>
                  </a:lnTo>
                  <a:close/>
                  <a:moveTo>
                    <a:pt x="187885" y="623994"/>
                  </a:moveTo>
                  <a:lnTo>
                    <a:pt x="204314" y="628992"/>
                  </a:lnTo>
                  <a:lnTo>
                    <a:pt x="168733" y="602316"/>
                  </a:lnTo>
                  <a:close/>
                  <a:moveTo>
                    <a:pt x="168733" y="602316"/>
                  </a:moveTo>
                  <a:lnTo>
                    <a:pt x="166974" y="574181"/>
                  </a:lnTo>
                  <a:lnTo>
                    <a:pt x="185240" y="548378"/>
                  </a:lnTo>
                  <a:close/>
                  <a:moveTo>
                    <a:pt x="140714" y="528806"/>
                  </a:moveTo>
                  <a:lnTo>
                    <a:pt x="185240" y="548378"/>
                  </a:lnTo>
                  <a:lnTo>
                    <a:pt x="163842" y="511623"/>
                  </a:lnTo>
                  <a:close/>
                  <a:moveTo>
                    <a:pt x="366560" y="757343"/>
                  </a:moveTo>
                  <a:lnTo>
                    <a:pt x="399252" y="723542"/>
                  </a:lnTo>
                  <a:lnTo>
                    <a:pt x="394316" y="717118"/>
                  </a:lnTo>
                  <a:close/>
                  <a:moveTo>
                    <a:pt x="366560" y="757343"/>
                  </a:moveTo>
                  <a:lnTo>
                    <a:pt x="394316" y="717118"/>
                  </a:lnTo>
                  <a:lnTo>
                    <a:pt x="361465" y="716737"/>
                  </a:lnTo>
                  <a:close/>
                  <a:moveTo>
                    <a:pt x="320266" y="723143"/>
                  </a:moveTo>
                  <a:lnTo>
                    <a:pt x="361465" y="716737"/>
                  </a:lnTo>
                  <a:lnTo>
                    <a:pt x="342981" y="687018"/>
                  </a:lnTo>
                  <a:close/>
                  <a:moveTo>
                    <a:pt x="361465" y="716737"/>
                  </a:moveTo>
                  <a:lnTo>
                    <a:pt x="394316" y="717118"/>
                  </a:lnTo>
                  <a:lnTo>
                    <a:pt x="373224" y="689519"/>
                  </a:lnTo>
                  <a:close/>
                  <a:moveTo>
                    <a:pt x="361465" y="716737"/>
                  </a:moveTo>
                  <a:lnTo>
                    <a:pt x="373224" y="689519"/>
                  </a:lnTo>
                  <a:lnTo>
                    <a:pt x="342981" y="687018"/>
                  </a:lnTo>
                  <a:close/>
                  <a:moveTo>
                    <a:pt x="394316" y="717118"/>
                  </a:moveTo>
                  <a:lnTo>
                    <a:pt x="399252" y="723542"/>
                  </a:lnTo>
                  <a:lnTo>
                    <a:pt x="432912" y="724814"/>
                  </a:lnTo>
                  <a:close/>
                  <a:moveTo>
                    <a:pt x="163842" y="511623"/>
                  </a:moveTo>
                  <a:lnTo>
                    <a:pt x="202930" y="495876"/>
                  </a:lnTo>
                  <a:lnTo>
                    <a:pt x="159263" y="474868"/>
                  </a:lnTo>
                  <a:close/>
                  <a:moveTo>
                    <a:pt x="467440" y="729332"/>
                  </a:moveTo>
                  <a:lnTo>
                    <a:pt x="462915" y="734541"/>
                  </a:lnTo>
                  <a:lnTo>
                    <a:pt x="487933" y="739933"/>
                  </a:lnTo>
                  <a:close/>
                  <a:moveTo>
                    <a:pt x="1022072" y="1359375"/>
                  </a:moveTo>
                  <a:lnTo>
                    <a:pt x="1031234" y="1370714"/>
                  </a:lnTo>
                  <a:lnTo>
                    <a:pt x="1030884" y="1357194"/>
                  </a:lnTo>
                  <a:close/>
                  <a:moveTo>
                    <a:pt x="509211" y="734541"/>
                  </a:moveTo>
                  <a:lnTo>
                    <a:pt x="533679" y="756202"/>
                  </a:lnTo>
                  <a:lnTo>
                    <a:pt x="534542" y="729129"/>
                  </a:lnTo>
                  <a:close/>
                  <a:moveTo>
                    <a:pt x="200859" y="383880"/>
                  </a:moveTo>
                  <a:lnTo>
                    <a:pt x="223110" y="389976"/>
                  </a:lnTo>
                  <a:lnTo>
                    <a:pt x="259442" y="382126"/>
                  </a:lnTo>
                  <a:close/>
                  <a:moveTo>
                    <a:pt x="259442" y="382126"/>
                  </a:moveTo>
                  <a:lnTo>
                    <a:pt x="270084" y="386563"/>
                  </a:lnTo>
                  <a:lnTo>
                    <a:pt x="267858" y="385224"/>
                  </a:lnTo>
                  <a:close/>
                  <a:moveTo>
                    <a:pt x="232720" y="378426"/>
                  </a:moveTo>
                  <a:lnTo>
                    <a:pt x="259442" y="382126"/>
                  </a:lnTo>
                  <a:lnTo>
                    <a:pt x="267858" y="385224"/>
                  </a:lnTo>
                  <a:close/>
                  <a:moveTo>
                    <a:pt x="285488" y="393441"/>
                  </a:moveTo>
                  <a:lnTo>
                    <a:pt x="296583" y="396417"/>
                  </a:lnTo>
                  <a:lnTo>
                    <a:pt x="328937" y="392805"/>
                  </a:lnTo>
                  <a:close/>
                  <a:moveTo>
                    <a:pt x="871855" y="1052345"/>
                  </a:moveTo>
                  <a:lnTo>
                    <a:pt x="862375" y="1084907"/>
                  </a:lnTo>
                  <a:lnTo>
                    <a:pt x="897196" y="1071386"/>
                  </a:lnTo>
                  <a:close/>
                  <a:moveTo>
                    <a:pt x="443850" y="569695"/>
                  </a:moveTo>
                  <a:lnTo>
                    <a:pt x="441666" y="565126"/>
                  </a:lnTo>
                  <a:lnTo>
                    <a:pt x="441277" y="570338"/>
                  </a:lnTo>
                  <a:close/>
                  <a:moveTo>
                    <a:pt x="443850" y="569695"/>
                  </a:moveTo>
                  <a:lnTo>
                    <a:pt x="444624" y="570338"/>
                  </a:lnTo>
                  <a:lnTo>
                    <a:pt x="441666" y="565126"/>
                  </a:lnTo>
                  <a:close/>
                  <a:moveTo>
                    <a:pt x="410208" y="480463"/>
                  </a:moveTo>
                  <a:lnTo>
                    <a:pt x="408811" y="470657"/>
                  </a:lnTo>
                  <a:lnTo>
                    <a:pt x="379376" y="442889"/>
                  </a:lnTo>
                  <a:close/>
                  <a:moveTo>
                    <a:pt x="379376" y="442889"/>
                  </a:moveTo>
                  <a:lnTo>
                    <a:pt x="349649" y="460072"/>
                  </a:lnTo>
                  <a:lnTo>
                    <a:pt x="410208" y="480463"/>
                  </a:lnTo>
                  <a:close/>
                  <a:moveTo>
                    <a:pt x="410208" y="480463"/>
                  </a:moveTo>
                  <a:lnTo>
                    <a:pt x="412904" y="479644"/>
                  </a:lnTo>
                  <a:lnTo>
                    <a:pt x="408811" y="470657"/>
                  </a:lnTo>
                  <a:close/>
                  <a:moveTo>
                    <a:pt x="319511" y="410527"/>
                  </a:moveTo>
                  <a:lnTo>
                    <a:pt x="346070" y="456862"/>
                  </a:lnTo>
                  <a:lnTo>
                    <a:pt x="354283" y="409346"/>
                  </a:lnTo>
                  <a:close/>
                  <a:moveTo>
                    <a:pt x="354283" y="409346"/>
                  </a:moveTo>
                  <a:lnTo>
                    <a:pt x="346070" y="456862"/>
                  </a:lnTo>
                  <a:lnTo>
                    <a:pt x="368137" y="406134"/>
                  </a:lnTo>
                  <a:close/>
                  <a:moveTo>
                    <a:pt x="368137" y="406134"/>
                  </a:moveTo>
                  <a:lnTo>
                    <a:pt x="349649" y="460072"/>
                  </a:lnTo>
                  <a:lnTo>
                    <a:pt x="379376" y="442889"/>
                  </a:lnTo>
                  <a:close/>
                  <a:moveTo>
                    <a:pt x="263110" y="384545"/>
                  </a:moveTo>
                  <a:lnTo>
                    <a:pt x="296583" y="396417"/>
                  </a:lnTo>
                  <a:lnTo>
                    <a:pt x="270084" y="386563"/>
                  </a:lnTo>
                  <a:close/>
                  <a:moveTo>
                    <a:pt x="319511" y="410527"/>
                  </a:moveTo>
                  <a:lnTo>
                    <a:pt x="296583" y="396417"/>
                  </a:lnTo>
                  <a:lnTo>
                    <a:pt x="263110" y="384545"/>
                  </a:lnTo>
                  <a:close/>
                  <a:moveTo>
                    <a:pt x="319511" y="410527"/>
                  </a:moveTo>
                  <a:lnTo>
                    <a:pt x="328937" y="392805"/>
                  </a:lnTo>
                  <a:lnTo>
                    <a:pt x="296583" y="396417"/>
                  </a:lnTo>
                  <a:close/>
                  <a:moveTo>
                    <a:pt x="259442" y="382126"/>
                  </a:moveTo>
                  <a:lnTo>
                    <a:pt x="247250" y="386563"/>
                  </a:lnTo>
                  <a:lnTo>
                    <a:pt x="263110" y="384545"/>
                  </a:lnTo>
                  <a:close/>
                  <a:moveTo>
                    <a:pt x="263110" y="384545"/>
                  </a:moveTo>
                  <a:lnTo>
                    <a:pt x="270084" y="386563"/>
                  </a:lnTo>
                  <a:lnTo>
                    <a:pt x="259442" y="382126"/>
                  </a:lnTo>
                  <a:close/>
                  <a:moveTo>
                    <a:pt x="598661" y="585960"/>
                  </a:moveTo>
                  <a:lnTo>
                    <a:pt x="555155" y="626664"/>
                  </a:lnTo>
                  <a:lnTo>
                    <a:pt x="578585" y="609481"/>
                  </a:lnTo>
                  <a:close/>
                  <a:moveTo>
                    <a:pt x="598661" y="585960"/>
                  </a:moveTo>
                  <a:lnTo>
                    <a:pt x="579040" y="608808"/>
                  </a:lnTo>
                  <a:lnTo>
                    <a:pt x="555155" y="626664"/>
                  </a:lnTo>
                  <a:close/>
                  <a:moveTo>
                    <a:pt x="365006" y="369379"/>
                  </a:moveTo>
                  <a:lnTo>
                    <a:pt x="403144" y="396712"/>
                  </a:lnTo>
                  <a:lnTo>
                    <a:pt x="396876" y="357060"/>
                  </a:lnTo>
                  <a:close/>
                  <a:moveTo>
                    <a:pt x="371091" y="315441"/>
                  </a:moveTo>
                  <a:lnTo>
                    <a:pt x="396876" y="357060"/>
                  </a:lnTo>
                  <a:lnTo>
                    <a:pt x="401531" y="347229"/>
                  </a:lnTo>
                  <a:close/>
                  <a:moveTo>
                    <a:pt x="365006" y="369379"/>
                  </a:moveTo>
                  <a:lnTo>
                    <a:pt x="396876" y="357060"/>
                  </a:lnTo>
                  <a:lnTo>
                    <a:pt x="371091" y="315441"/>
                  </a:lnTo>
                  <a:close/>
                  <a:moveTo>
                    <a:pt x="749581" y="776498"/>
                  </a:moveTo>
                  <a:lnTo>
                    <a:pt x="742895" y="802336"/>
                  </a:lnTo>
                  <a:lnTo>
                    <a:pt x="746264" y="793256"/>
                  </a:lnTo>
                  <a:close/>
                  <a:moveTo>
                    <a:pt x="939503" y="929838"/>
                  </a:moveTo>
                  <a:lnTo>
                    <a:pt x="931505" y="958375"/>
                  </a:lnTo>
                  <a:lnTo>
                    <a:pt x="978992" y="969570"/>
                  </a:lnTo>
                  <a:close/>
                  <a:moveTo>
                    <a:pt x="914689" y="940276"/>
                  </a:moveTo>
                  <a:lnTo>
                    <a:pt x="931505" y="958375"/>
                  </a:lnTo>
                  <a:lnTo>
                    <a:pt x="939503" y="929838"/>
                  </a:lnTo>
                  <a:close/>
                  <a:moveTo>
                    <a:pt x="770444" y="758293"/>
                  </a:moveTo>
                  <a:lnTo>
                    <a:pt x="749581" y="776498"/>
                  </a:lnTo>
                  <a:lnTo>
                    <a:pt x="746264" y="793256"/>
                  </a:lnTo>
                  <a:close/>
                  <a:moveTo>
                    <a:pt x="598661" y="585960"/>
                  </a:moveTo>
                  <a:lnTo>
                    <a:pt x="625721" y="592596"/>
                  </a:lnTo>
                  <a:lnTo>
                    <a:pt x="632383" y="587466"/>
                  </a:lnTo>
                  <a:close/>
                  <a:moveTo>
                    <a:pt x="640122" y="428988"/>
                  </a:moveTo>
                  <a:lnTo>
                    <a:pt x="638951" y="419605"/>
                  </a:lnTo>
                  <a:lnTo>
                    <a:pt x="605304" y="430206"/>
                  </a:lnTo>
                  <a:close/>
                  <a:moveTo>
                    <a:pt x="640122" y="428988"/>
                  </a:moveTo>
                  <a:lnTo>
                    <a:pt x="644276" y="428094"/>
                  </a:lnTo>
                  <a:lnTo>
                    <a:pt x="638951" y="419605"/>
                  </a:lnTo>
                  <a:close/>
                  <a:moveTo>
                    <a:pt x="819100" y="623214"/>
                  </a:moveTo>
                  <a:lnTo>
                    <a:pt x="841178" y="597621"/>
                  </a:lnTo>
                  <a:lnTo>
                    <a:pt x="825076" y="617189"/>
                  </a:lnTo>
                  <a:close/>
                  <a:moveTo>
                    <a:pt x="528407" y="197151"/>
                  </a:moveTo>
                  <a:lnTo>
                    <a:pt x="492495" y="199259"/>
                  </a:lnTo>
                  <a:lnTo>
                    <a:pt x="540931" y="206068"/>
                  </a:lnTo>
                  <a:close/>
                  <a:moveTo>
                    <a:pt x="846613" y="593203"/>
                  </a:moveTo>
                  <a:lnTo>
                    <a:pt x="897939" y="578564"/>
                  </a:lnTo>
                  <a:lnTo>
                    <a:pt x="848234" y="547138"/>
                  </a:lnTo>
                  <a:close/>
                  <a:moveTo>
                    <a:pt x="816749" y="545647"/>
                  </a:moveTo>
                  <a:lnTo>
                    <a:pt x="843873" y="505936"/>
                  </a:lnTo>
                  <a:lnTo>
                    <a:pt x="796520" y="517345"/>
                  </a:lnTo>
                  <a:close/>
                  <a:moveTo>
                    <a:pt x="759283" y="520530"/>
                  </a:moveTo>
                  <a:lnTo>
                    <a:pt x="796520" y="517345"/>
                  </a:lnTo>
                  <a:lnTo>
                    <a:pt x="788669" y="509437"/>
                  </a:lnTo>
                  <a:close/>
                  <a:moveTo>
                    <a:pt x="796520" y="517345"/>
                  </a:moveTo>
                  <a:lnTo>
                    <a:pt x="843873" y="505936"/>
                  </a:lnTo>
                  <a:lnTo>
                    <a:pt x="817410" y="492318"/>
                  </a:lnTo>
                  <a:close/>
                  <a:moveTo>
                    <a:pt x="573380" y="250083"/>
                  </a:moveTo>
                  <a:lnTo>
                    <a:pt x="609475" y="241558"/>
                  </a:lnTo>
                  <a:lnTo>
                    <a:pt x="582887" y="224695"/>
                  </a:lnTo>
                  <a:close/>
                  <a:moveTo>
                    <a:pt x="573380" y="250083"/>
                  </a:moveTo>
                  <a:lnTo>
                    <a:pt x="582887" y="224695"/>
                  </a:lnTo>
                  <a:lnTo>
                    <a:pt x="555616" y="219778"/>
                  </a:lnTo>
                  <a:close/>
                  <a:moveTo>
                    <a:pt x="513521" y="226912"/>
                  </a:moveTo>
                  <a:lnTo>
                    <a:pt x="555616" y="219778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78034" y="220216"/>
                  </a:lnTo>
                  <a:lnTo>
                    <a:pt x="540931" y="206068"/>
                  </a:lnTo>
                  <a:close/>
                  <a:moveTo>
                    <a:pt x="555616" y="219778"/>
                  </a:moveTo>
                  <a:lnTo>
                    <a:pt x="582887" y="224695"/>
                  </a:lnTo>
                  <a:lnTo>
                    <a:pt x="578034" y="220216"/>
                  </a:lnTo>
                  <a:close/>
                  <a:moveTo>
                    <a:pt x="962102" y="598235"/>
                  </a:moveTo>
                  <a:lnTo>
                    <a:pt x="941295" y="570404"/>
                  </a:lnTo>
                  <a:lnTo>
                    <a:pt x="921119" y="604466"/>
                  </a:lnTo>
                  <a:close/>
                  <a:moveTo>
                    <a:pt x="962102" y="598235"/>
                  </a:moveTo>
                  <a:lnTo>
                    <a:pt x="976117" y="569183"/>
                  </a:lnTo>
                  <a:lnTo>
                    <a:pt x="941295" y="570404"/>
                  </a:lnTo>
                  <a:close/>
                  <a:moveTo>
                    <a:pt x="616539" y="242084"/>
                  </a:moveTo>
                  <a:lnTo>
                    <a:pt x="619637" y="246707"/>
                  </a:lnTo>
                  <a:lnTo>
                    <a:pt x="609475" y="241558"/>
                  </a:lnTo>
                  <a:close/>
                  <a:moveTo>
                    <a:pt x="897664" y="379174"/>
                  </a:moveTo>
                  <a:lnTo>
                    <a:pt x="880873" y="359361"/>
                  </a:lnTo>
                  <a:lnTo>
                    <a:pt x="900063" y="397849"/>
                  </a:lnTo>
                  <a:close/>
                  <a:moveTo>
                    <a:pt x="900063" y="397849"/>
                  </a:moveTo>
                  <a:lnTo>
                    <a:pt x="880873" y="359361"/>
                  </a:lnTo>
                  <a:lnTo>
                    <a:pt x="853291" y="364038"/>
                  </a:lnTo>
                  <a:close/>
                  <a:moveTo>
                    <a:pt x="900063" y="397849"/>
                  </a:moveTo>
                  <a:lnTo>
                    <a:pt x="853291" y="364038"/>
                  </a:lnTo>
                  <a:lnTo>
                    <a:pt x="868271" y="396607"/>
                  </a:lnTo>
                  <a:close/>
                  <a:moveTo>
                    <a:pt x="900063" y="397849"/>
                  </a:moveTo>
                  <a:lnTo>
                    <a:pt x="909277" y="396116"/>
                  </a:lnTo>
                  <a:lnTo>
                    <a:pt x="897664" y="379174"/>
                  </a:lnTo>
                  <a:close/>
                  <a:moveTo>
                    <a:pt x="887650" y="341734"/>
                  </a:moveTo>
                  <a:lnTo>
                    <a:pt x="838402" y="339789"/>
                  </a:lnTo>
                  <a:lnTo>
                    <a:pt x="853291" y="364038"/>
                  </a:lnTo>
                  <a:close/>
                  <a:moveTo>
                    <a:pt x="963178" y="403338"/>
                  </a:moveTo>
                  <a:lnTo>
                    <a:pt x="946916" y="386846"/>
                  </a:lnTo>
                  <a:lnTo>
                    <a:pt x="909277" y="396116"/>
                  </a:lnTo>
                  <a:close/>
                  <a:moveTo>
                    <a:pt x="946916" y="386846"/>
                  </a:moveTo>
                  <a:lnTo>
                    <a:pt x="897664" y="379174"/>
                  </a:lnTo>
                  <a:lnTo>
                    <a:pt x="909277" y="396116"/>
                  </a:lnTo>
                  <a:close/>
                  <a:moveTo>
                    <a:pt x="898466" y="354400"/>
                  </a:moveTo>
                  <a:lnTo>
                    <a:pt x="897664" y="379174"/>
                  </a:lnTo>
                  <a:lnTo>
                    <a:pt x="946916" y="386846"/>
                  </a:lnTo>
                  <a:close/>
                  <a:moveTo>
                    <a:pt x="946916" y="386846"/>
                  </a:moveTo>
                  <a:lnTo>
                    <a:pt x="980126" y="386935"/>
                  </a:lnTo>
                  <a:lnTo>
                    <a:pt x="976646" y="345017"/>
                  </a:lnTo>
                  <a:close/>
                  <a:moveTo>
                    <a:pt x="880873" y="359361"/>
                  </a:moveTo>
                  <a:lnTo>
                    <a:pt x="897664" y="379174"/>
                  </a:lnTo>
                  <a:lnTo>
                    <a:pt x="898466" y="354400"/>
                  </a:lnTo>
                  <a:close/>
                  <a:moveTo>
                    <a:pt x="785204" y="123821"/>
                  </a:moveTo>
                  <a:lnTo>
                    <a:pt x="754249" y="138831"/>
                  </a:lnTo>
                  <a:lnTo>
                    <a:pt x="788236" y="122987"/>
                  </a:lnTo>
                  <a:close/>
                  <a:moveTo>
                    <a:pt x="788236" y="122987"/>
                  </a:moveTo>
                  <a:lnTo>
                    <a:pt x="754249" y="138831"/>
                  </a:lnTo>
                  <a:lnTo>
                    <a:pt x="742221" y="171729"/>
                  </a:lnTo>
                  <a:close/>
                  <a:moveTo>
                    <a:pt x="788236" y="122987"/>
                  </a:moveTo>
                  <a:lnTo>
                    <a:pt x="742221" y="171729"/>
                  </a:lnTo>
                  <a:lnTo>
                    <a:pt x="759152" y="138823"/>
                  </a:lnTo>
                  <a:close/>
                  <a:moveTo>
                    <a:pt x="758126" y="84892"/>
                  </a:moveTo>
                  <a:lnTo>
                    <a:pt x="754249" y="138831"/>
                  </a:lnTo>
                  <a:lnTo>
                    <a:pt x="787500" y="120234"/>
                  </a:lnTo>
                  <a:close/>
                  <a:moveTo>
                    <a:pt x="787500" y="120234"/>
                  </a:moveTo>
                  <a:lnTo>
                    <a:pt x="754249" y="138831"/>
                  </a:lnTo>
                  <a:lnTo>
                    <a:pt x="785204" y="123821"/>
                  </a:lnTo>
                  <a:close/>
                  <a:moveTo>
                    <a:pt x="988543" y="342177"/>
                  </a:moveTo>
                  <a:lnTo>
                    <a:pt x="1042462" y="361749"/>
                  </a:lnTo>
                  <a:lnTo>
                    <a:pt x="1020964" y="324994"/>
                  </a:lnTo>
                  <a:close/>
                  <a:moveTo>
                    <a:pt x="846386" y="215825"/>
                  </a:moveTo>
                  <a:lnTo>
                    <a:pt x="865668" y="219735"/>
                  </a:lnTo>
                  <a:lnTo>
                    <a:pt x="901721" y="201928"/>
                  </a:lnTo>
                  <a:close/>
                  <a:moveTo>
                    <a:pt x="874828" y="197587"/>
                  </a:moveTo>
                  <a:lnTo>
                    <a:pt x="846386" y="215825"/>
                  </a:lnTo>
                  <a:lnTo>
                    <a:pt x="901721" y="201928"/>
                  </a:lnTo>
                  <a:close/>
                  <a:moveTo>
                    <a:pt x="787500" y="120234"/>
                  </a:moveTo>
                  <a:lnTo>
                    <a:pt x="811130" y="121647"/>
                  </a:lnTo>
                  <a:lnTo>
                    <a:pt x="808132" y="67709"/>
                  </a:lnTo>
                  <a:close/>
                  <a:moveTo>
                    <a:pt x="1018477" y="288239"/>
                  </a:moveTo>
                  <a:lnTo>
                    <a:pt x="1020964" y="324994"/>
                  </a:lnTo>
                  <a:lnTo>
                    <a:pt x="1042441" y="307811"/>
                  </a:lnTo>
                  <a:close/>
                  <a:moveTo>
                    <a:pt x="1041117" y="271055"/>
                  </a:moveTo>
                  <a:lnTo>
                    <a:pt x="1021345" y="275454"/>
                  </a:lnTo>
                  <a:lnTo>
                    <a:pt x="1018477" y="288239"/>
                  </a:lnTo>
                  <a:close/>
                  <a:moveTo>
                    <a:pt x="808132" y="67709"/>
                  </a:moveTo>
                  <a:lnTo>
                    <a:pt x="840450" y="97423"/>
                  </a:lnTo>
                  <a:lnTo>
                    <a:pt x="848104" y="50526"/>
                  </a:lnTo>
                  <a:close/>
                  <a:moveTo>
                    <a:pt x="947030" y="150547"/>
                  </a:moveTo>
                  <a:lnTo>
                    <a:pt x="941510" y="160790"/>
                  </a:lnTo>
                  <a:lnTo>
                    <a:pt x="951167" y="114908"/>
                  </a:lnTo>
                  <a:close/>
                  <a:moveTo>
                    <a:pt x="927386" y="0"/>
                  </a:moveTo>
                  <a:lnTo>
                    <a:pt x="887066" y="5691"/>
                  </a:lnTo>
                  <a:lnTo>
                    <a:pt x="934581" y="7795"/>
                  </a:lnTo>
                  <a:close/>
                  <a:moveTo>
                    <a:pt x="911493" y="30579"/>
                  </a:moveTo>
                  <a:lnTo>
                    <a:pt x="934581" y="7795"/>
                  </a:lnTo>
                  <a:lnTo>
                    <a:pt x="906545" y="27549"/>
                  </a:lnTo>
                  <a:close/>
                  <a:moveTo>
                    <a:pt x="911493" y="30579"/>
                  </a:moveTo>
                  <a:lnTo>
                    <a:pt x="950506" y="25951"/>
                  </a:lnTo>
                  <a:lnTo>
                    <a:pt x="934581" y="779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03" name="Input_density__142">
              <a:extLst>
                <a:ext uri="{FF2B5EF4-FFF2-40B4-BE49-F238E27FC236}">
                  <a16:creationId xmlns:a16="http://schemas.microsoft.com/office/drawing/2014/main" id="{D69DDC35-B065-1A7D-218B-CF719ACDCFB7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69519"/>
              <a:ext cx="1155472" cy="937929"/>
            </a:xfrm>
            <a:custGeom>
              <a:avLst/>
              <a:gdLst/>
              <a:ahLst/>
              <a:cxnLst/>
              <a:rect l="0" t="0" r="0" b="0"/>
              <a:pathLst>
                <a:path w="1155472" h="937929">
                  <a:moveTo>
                    <a:pt x="37176" y="546394"/>
                  </a:moveTo>
                  <a:lnTo>
                    <a:pt x="0" y="531974"/>
                  </a:lnTo>
                  <a:lnTo>
                    <a:pt x="8776" y="536418"/>
                  </a:lnTo>
                  <a:close/>
                  <a:moveTo>
                    <a:pt x="277176" y="843442"/>
                  </a:moveTo>
                  <a:lnTo>
                    <a:pt x="278699" y="847120"/>
                  </a:lnTo>
                  <a:lnTo>
                    <a:pt x="285161" y="850684"/>
                  </a:lnTo>
                  <a:close/>
                  <a:moveTo>
                    <a:pt x="321801" y="863099"/>
                  </a:moveTo>
                  <a:lnTo>
                    <a:pt x="278699" y="847120"/>
                  </a:lnTo>
                  <a:lnTo>
                    <a:pt x="299077" y="857642"/>
                  </a:lnTo>
                  <a:close/>
                  <a:moveTo>
                    <a:pt x="321801" y="863099"/>
                  </a:moveTo>
                  <a:lnTo>
                    <a:pt x="285161" y="850684"/>
                  </a:lnTo>
                  <a:lnTo>
                    <a:pt x="278699" y="847120"/>
                  </a:lnTo>
                  <a:close/>
                  <a:moveTo>
                    <a:pt x="80030" y="586157"/>
                  </a:moveTo>
                  <a:lnTo>
                    <a:pt x="80509" y="586662"/>
                  </a:lnTo>
                  <a:lnTo>
                    <a:pt x="81547" y="587713"/>
                  </a:lnTo>
                  <a:close/>
                  <a:moveTo>
                    <a:pt x="80030" y="586157"/>
                  </a:moveTo>
                  <a:lnTo>
                    <a:pt x="40793" y="549402"/>
                  </a:lnTo>
                  <a:lnTo>
                    <a:pt x="57895" y="560300"/>
                  </a:lnTo>
                  <a:close/>
                  <a:moveTo>
                    <a:pt x="356741" y="869159"/>
                  </a:moveTo>
                  <a:lnTo>
                    <a:pt x="412494" y="856828"/>
                  </a:lnTo>
                  <a:lnTo>
                    <a:pt x="376602" y="847206"/>
                  </a:lnTo>
                  <a:close/>
                  <a:moveTo>
                    <a:pt x="285161" y="850684"/>
                  </a:moveTo>
                  <a:lnTo>
                    <a:pt x="321801" y="863099"/>
                  </a:lnTo>
                  <a:lnTo>
                    <a:pt x="345078" y="853922"/>
                  </a:lnTo>
                  <a:close/>
                  <a:moveTo>
                    <a:pt x="40793" y="549402"/>
                  </a:moveTo>
                  <a:lnTo>
                    <a:pt x="80030" y="586157"/>
                  </a:lnTo>
                  <a:lnTo>
                    <a:pt x="41487" y="546552"/>
                  </a:lnTo>
                  <a:close/>
                  <a:moveTo>
                    <a:pt x="37176" y="546394"/>
                  </a:moveTo>
                  <a:lnTo>
                    <a:pt x="40793" y="549402"/>
                  </a:lnTo>
                  <a:lnTo>
                    <a:pt x="41487" y="546552"/>
                  </a:lnTo>
                  <a:close/>
                  <a:moveTo>
                    <a:pt x="484792" y="906350"/>
                  </a:moveTo>
                  <a:lnTo>
                    <a:pt x="447586" y="891819"/>
                  </a:lnTo>
                  <a:lnTo>
                    <a:pt x="463572" y="923220"/>
                  </a:lnTo>
                  <a:close/>
                  <a:moveTo>
                    <a:pt x="463572" y="923220"/>
                  </a:moveTo>
                  <a:lnTo>
                    <a:pt x="494025" y="912505"/>
                  </a:lnTo>
                  <a:lnTo>
                    <a:pt x="484792" y="906350"/>
                  </a:lnTo>
                  <a:close/>
                  <a:moveTo>
                    <a:pt x="412494" y="856828"/>
                  </a:moveTo>
                  <a:lnTo>
                    <a:pt x="420013" y="813499"/>
                  </a:lnTo>
                  <a:lnTo>
                    <a:pt x="420221" y="809075"/>
                  </a:lnTo>
                  <a:close/>
                  <a:moveTo>
                    <a:pt x="399547" y="836786"/>
                  </a:moveTo>
                  <a:lnTo>
                    <a:pt x="412494" y="856828"/>
                  </a:lnTo>
                  <a:lnTo>
                    <a:pt x="420221" y="809075"/>
                  </a:lnTo>
                  <a:close/>
                  <a:moveTo>
                    <a:pt x="376602" y="847206"/>
                  </a:moveTo>
                  <a:lnTo>
                    <a:pt x="412494" y="856828"/>
                  </a:lnTo>
                  <a:lnTo>
                    <a:pt x="399547" y="836786"/>
                  </a:lnTo>
                  <a:close/>
                  <a:moveTo>
                    <a:pt x="144093" y="532219"/>
                  </a:moveTo>
                  <a:lnTo>
                    <a:pt x="135995" y="523895"/>
                  </a:lnTo>
                  <a:lnTo>
                    <a:pt x="162128" y="543630"/>
                  </a:lnTo>
                  <a:close/>
                  <a:moveTo>
                    <a:pt x="144093" y="532219"/>
                  </a:moveTo>
                  <a:lnTo>
                    <a:pt x="137438" y="479687"/>
                  </a:lnTo>
                  <a:lnTo>
                    <a:pt x="135995" y="523895"/>
                  </a:lnTo>
                  <a:close/>
                  <a:moveTo>
                    <a:pt x="479277" y="837154"/>
                  </a:moveTo>
                  <a:lnTo>
                    <a:pt x="488129" y="845830"/>
                  </a:lnTo>
                  <a:lnTo>
                    <a:pt x="515223" y="879766"/>
                  </a:lnTo>
                  <a:close/>
                  <a:moveTo>
                    <a:pt x="420221" y="809075"/>
                  </a:moveTo>
                  <a:lnTo>
                    <a:pt x="425821" y="764031"/>
                  </a:lnTo>
                  <a:lnTo>
                    <a:pt x="417088" y="755137"/>
                  </a:lnTo>
                  <a:close/>
                  <a:moveTo>
                    <a:pt x="425821" y="764031"/>
                  </a:moveTo>
                  <a:lnTo>
                    <a:pt x="411869" y="730626"/>
                  </a:lnTo>
                  <a:lnTo>
                    <a:pt x="417088" y="755137"/>
                  </a:lnTo>
                  <a:close/>
                  <a:moveTo>
                    <a:pt x="567221" y="909328"/>
                  </a:moveTo>
                  <a:lnTo>
                    <a:pt x="562772" y="902157"/>
                  </a:lnTo>
                  <a:lnTo>
                    <a:pt x="515223" y="879766"/>
                  </a:lnTo>
                  <a:close/>
                  <a:moveTo>
                    <a:pt x="562772" y="902157"/>
                  </a:moveTo>
                  <a:lnTo>
                    <a:pt x="589585" y="884974"/>
                  </a:lnTo>
                  <a:lnTo>
                    <a:pt x="536730" y="879754"/>
                  </a:lnTo>
                  <a:close/>
                  <a:moveTo>
                    <a:pt x="634500" y="899941"/>
                  </a:moveTo>
                  <a:lnTo>
                    <a:pt x="618929" y="937929"/>
                  </a:lnTo>
                  <a:lnTo>
                    <a:pt x="666171" y="893776"/>
                  </a:lnTo>
                  <a:close/>
                  <a:moveTo>
                    <a:pt x="441349" y="681627"/>
                  </a:moveTo>
                  <a:lnTo>
                    <a:pt x="432081" y="641436"/>
                  </a:lnTo>
                  <a:lnTo>
                    <a:pt x="446429" y="627689"/>
                  </a:lnTo>
                  <a:close/>
                  <a:moveTo>
                    <a:pt x="669347" y="880478"/>
                  </a:moveTo>
                  <a:lnTo>
                    <a:pt x="634500" y="899941"/>
                  </a:lnTo>
                  <a:lnTo>
                    <a:pt x="666171" y="893776"/>
                  </a:lnTo>
                  <a:close/>
                  <a:moveTo>
                    <a:pt x="669347" y="880478"/>
                  </a:moveTo>
                  <a:lnTo>
                    <a:pt x="639478" y="877673"/>
                  </a:lnTo>
                  <a:lnTo>
                    <a:pt x="634500" y="899941"/>
                  </a:lnTo>
                  <a:close/>
                  <a:moveTo>
                    <a:pt x="669347" y="880478"/>
                  </a:moveTo>
                  <a:lnTo>
                    <a:pt x="666171" y="893776"/>
                  </a:lnTo>
                  <a:lnTo>
                    <a:pt x="679290" y="884974"/>
                  </a:lnTo>
                  <a:close/>
                  <a:moveTo>
                    <a:pt x="679995" y="849253"/>
                  </a:moveTo>
                  <a:lnTo>
                    <a:pt x="705849" y="833143"/>
                  </a:lnTo>
                  <a:lnTo>
                    <a:pt x="703251" y="831035"/>
                  </a:lnTo>
                  <a:close/>
                  <a:moveTo>
                    <a:pt x="669347" y="880478"/>
                  </a:moveTo>
                  <a:lnTo>
                    <a:pt x="694781" y="876166"/>
                  </a:lnTo>
                  <a:lnTo>
                    <a:pt x="679995" y="849253"/>
                  </a:lnTo>
                  <a:close/>
                  <a:moveTo>
                    <a:pt x="421105" y="588876"/>
                  </a:moveTo>
                  <a:lnTo>
                    <a:pt x="421534" y="602001"/>
                  </a:lnTo>
                  <a:lnTo>
                    <a:pt x="474180" y="617562"/>
                  </a:lnTo>
                  <a:close/>
                  <a:moveTo>
                    <a:pt x="323903" y="389987"/>
                  </a:moveTo>
                  <a:lnTo>
                    <a:pt x="323906" y="389975"/>
                  </a:lnTo>
                  <a:lnTo>
                    <a:pt x="294105" y="403084"/>
                  </a:lnTo>
                  <a:close/>
                  <a:moveTo>
                    <a:pt x="423400" y="446302"/>
                  </a:moveTo>
                  <a:lnTo>
                    <a:pt x="428896" y="448300"/>
                  </a:lnTo>
                  <a:lnTo>
                    <a:pt x="430370" y="442621"/>
                  </a:lnTo>
                  <a:close/>
                  <a:moveTo>
                    <a:pt x="315085" y="352409"/>
                  </a:moveTo>
                  <a:lnTo>
                    <a:pt x="317706" y="372792"/>
                  </a:lnTo>
                  <a:lnTo>
                    <a:pt x="302284" y="336037"/>
                  </a:lnTo>
                  <a:close/>
                  <a:moveTo>
                    <a:pt x="640667" y="697717"/>
                  </a:moveTo>
                  <a:lnTo>
                    <a:pt x="630550" y="692755"/>
                  </a:lnTo>
                  <a:lnTo>
                    <a:pt x="610867" y="666832"/>
                  </a:lnTo>
                  <a:close/>
                  <a:moveTo>
                    <a:pt x="683382" y="690079"/>
                  </a:moveTo>
                  <a:lnTo>
                    <a:pt x="685920" y="678988"/>
                  </a:lnTo>
                  <a:lnTo>
                    <a:pt x="637453" y="666832"/>
                  </a:lnTo>
                  <a:close/>
                  <a:moveTo>
                    <a:pt x="704731" y="655063"/>
                  </a:moveTo>
                  <a:lnTo>
                    <a:pt x="685920" y="678988"/>
                  </a:lnTo>
                  <a:lnTo>
                    <a:pt x="683382" y="690079"/>
                  </a:lnTo>
                  <a:close/>
                  <a:moveTo>
                    <a:pt x="704731" y="655063"/>
                  </a:moveTo>
                  <a:lnTo>
                    <a:pt x="683382" y="690079"/>
                  </a:lnTo>
                  <a:lnTo>
                    <a:pt x="715155" y="691336"/>
                  </a:lnTo>
                  <a:close/>
                  <a:moveTo>
                    <a:pt x="555554" y="578495"/>
                  </a:moveTo>
                  <a:lnTo>
                    <a:pt x="582724" y="583494"/>
                  </a:lnTo>
                  <a:lnTo>
                    <a:pt x="562377" y="555289"/>
                  </a:lnTo>
                  <a:close/>
                  <a:moveTo>
                    <a:pt x="582724" y="583494"/>
                  </a:moveTo>
                  <a:lnTo>
                    <a:pt x="605497" y="592068"/>
                  </a:lnTo>
                  <a:lnTo>
                    <a:pt x="562377" y="555289"/>
                  </a:lnTo>
                  <a:close/>
                  <a:moveTo>
                    <a:pt x="430370" y="442621"/>
                  </a:moveTo>
                  <a:lnTo>
                    <a:pt x="441493" y="393313"/>
                  </a:lnTo>
                  <a:lnTo>
                    <a:pt x="423400" y="446302"/>
                  </a:lnTo>
                  <a:close/>
                  <a:moveTo>
                    <a:pt x="430370" y="442621"/>
                  </a:moveTo>
                  <a:lnTo>
                    <a:pt x="471445" y="396050"/>
                  </a:lnTo>
                  <a:lnTo>
                    <a:pt x="441493" y="393313"/>
                  </a:lnTo>
                  <a:close/>
                  <a:moveTo>
                    <a:pt x="471445" y="396050"/>
                  </a:moveTo>
                  <a:lnTo>
                    <a:pt x="475056" y="388911"/>
                  </a:lnTo>
                  <a:lnTo>
                    <a:pt x="441484" y="387966"/>
                  </a:lnTo>
                  <a:close/>
                  <a:moveTo>
                    <a:pt x="471445" y="396050"/>
                  </a:moveTo>
                  <a:lnTo>
                    <a:pt x="497779" y="401729"/>
                  </a:lnTo>
                  <a:lnTo>
                    <a:pt x="475056" y="388911"/>
                  </a:lnTo>
                  <a:close/>
                  <a:moveTo>
                    <a:pt x="508728" y="348081"/>
                  </a:moveTo>
                  <a:lnTo>
                    <a:pt x="509768" y="302489"/>
                  </a:lnTo>
                  <a:lnTo>
                    <a:pt x="508185" y="338425"/>
                  </a:lnTo>
                  <a:close/>
                  <a:moveTo>
                    <a:pt x="508185" y="338425"/>
                  </a:moveTo>
                  <a:lnTo>
                    <a:pt x="506745" y="301670"/>
                  </a:lnTo>
                  <a:lnTo>
                    <a:pt x="526241" y="321242"/>
                  </a:lnTo>
                  <a:close/>
                  <a:moveTo>
                    <a:pt x="867748" y="668091"/>
                  </a:moveTo>
                  <a:lnTo>
                    <a:pt x="904530" y="681038"/>
                  </a:lnTo>
                  <a:lnTo>
                    <a:pt x="892781" y="672941"/>
                  </a:lnTo>
                  <a:close/>
                  <a:moveTo>
                    <a:pt x="695884" y="523827"/>
                  </a:moveTo>
                  <a:lnTo>
                    <a:pt x="725020" y="508184"/>
                  </a:lnTo>
                  <a:lnTo>
                    <a:pt x="744888" y="487833"/>
                  </a:lnTo>
                  <a:close/>
                  <a:moveTo>
                    <a:pt x="932495" y="689386"/>
                  </a:moveTo>
                  <a:lnTo>
                    <a:pt x="892781" y="672941"/>
                  </a:lnTo>
                  <a:lnTo>
                    <a:pt x="910360" y="685738"/>
                  </a:lnTo>
                  <a:close/>
                  <a:moveTo>
                    <a:pt x="932495" y="689386"/>
                  </a:moveTo>
                  <a:lnTo>
                    <a:pt x="967814" y="696863"/>
                  </a:lnTo>
                  <a:lnTo>
                    <a:pt x="989163" y="680473"/>
                  </a:lnTo>
                  <a:close/>
                  <a:moveTo>
                    <a:pt x="1003490" y="705670"/>
                  </a:moveTo>
                  <a:lnTo>
                    <a:pt x="989163" y="680473"/>
                  </a:lnTo>
                  <a:lnTo>
                    <a:pt x="967814" y="696863"/>
                  </a:lnTo>
                  <a:close/>
                  <a:moveTo>
                    <a:pt x="880335" y="548819"/>
                  </a:moveTo>
                  <a:lnTo>
                    <a:pt x="924495" y="563269"/>
                  </a:lnTo>
                  <a:lnTo>
                    <a:pt x="893048" y="598098"/>
                  </a:lnTo>
                  <a:close/>
                  <a:moveTo>
                    <a:pt x="852369" y="507405"/>
                  </a:moveTo>
                  <a:lnTo>
                    <a:pt x="834230" y="474934"/>
                  </a:lnTo>
                  <a:lnTo>
                    <a:pt x="832124" y="471430"/>
                  </a:lnTo>
                  <a:close/>
                  <a:moveTo>
                    <a:pt x="862894" y="553737"/>
                  </a:moveTo>
                  <a:lnTo>
                    <a:pt x="895784" y="552128"/>
                  </a:lnTo>
                  <a:lnTo>
                    <a:pt x="880335" y="548819"/>
                  </a:lnTo>
                  <a:close/>
                  <a:moveTo>
                    <a:pt x="712196" y="232937"/>
                  </a:moveTo>
                  <a:lnTo>
                    <a:pt x="701760" y="210008"/>
                  </a:lnTo>
                  <a:lnTo>
                    <a:pt x="713821" y="244950"/>
                  </a:lnTo>
                  <a:close/>
                  <a:moveTo>
                    <a:pt x="991517" y="593068"/>
                  </a:moveTo>
                  <a:lnTo>
                    <a:pt x="1022810" y="585489"/>
                  </a:lnTo>
                  <a:lnTo>
                    <a:pt x="1046084" y="576299"/>
                  </a:lnTo>
                  <a:close/>
                  <a:moveTo>
                    <a:pt x="1077464" y="586403"/>
                  </a:moveTo>
                  <a:lnTo>
                    <a:pt x="1078319" y="583303"/>
                  </a:lnTo>
                  <a:lnTo>
                    <a:pt x="1057573" y="590887"/>
                  </a:lnTo>
                  <a:close/>
                  <a:moveTo>
                    <a:pt x="975227" y="481102"/>
                  </a:moveTo>
                  <a:lnTo>
                    <a:pt x="990731" y="493921"/>
                  </a:lnTo>
                  <a:lnTo>
                    <a:pt x="982428" y="526977"/>
                  </a:lnTo>
                  <a:close/>
                  <a:moveTo>
                    <a:pt x="1078319" y="583303"/>
                  </a:moveTo>
                  <a:lnTo>
                    <a:pt x="1077464" y="586403"/>
                  </a:lnTo>
                  <a:lnTo>
                    <a:pt x="1081485" y="584080"/>
                  </a:lnTo>
                  <a:close/>
                  <a:moveTo>
                    <a:pt x="1117244" y="593203"/>
                  </a:moveTo>
                  <a:lnTo>
                    <a:pt x="1077464" y="586403"/>
                  </a:lnTo>
                  <a:lnTo>
                    <a:pt x="1096121" y="598323"/>
                  </a:lnTo>
                  <a:close/>
                  <a:moveTo>
                    <a:pt x="1117244" y="593203"/>
                  </a:moveTo>
                  <a:lnTo>
                    <a:pt x="1081485" y="584080"/>
                  </a:lnTo>
                  <a:lnTo>
                    <a:pt x="1077464" y="586403"/>
                  </a:lnTo>
                  <a:close/>
                  <a:moveTo>
                    <a:pt x="1078319" y="583303"/>
                  </a:moveTo>
                  <a:lnTo>
                    <a:pt x="1081485" y="584080"/>
                  </a:lnTo>
                  <a:lnTo>
                    <a:pt x="1082760" y="582097"/>
                  </a:lnTo>
                  <a:close/>
                  <a:moveTo>
                    <a:pt x="1123250" y="576268"/>
                  </a:moveTo>
                  <a:lnTo>
                    <a:pt x="1081485" y="584080"/>
                  </a:lnTo>
                  <a:lnTo>
                    <a:pt x="1117244" y="593203"/>
                  </a:lnTo>
                  <a:close/>
                  <a:moveTo>
                    <a:pt x="1123250" y="576268"/>
                  </a:moveTo>
                  <a:lnTo>
                    <a:pt x="1082760" y="582097"/>
                  </a:lnTo>
                  <a:lnTo>
                    <a:pt x="1081485" y="584080"/>
                  </a:lnTo>
                  <a:close/>
                  <a:moveTo>
                    <a:pt x="1082760" y="582097"/>
                  </a:moveTo>
                  <a:lnTo>
                    <a:pt x="1123250" y="576268"/>
                  </a:lnTo>
                  <a:lnTo>
                    <a:pt x="1099426" y="554951"/>
                  </a:lnTo>
                  <a:close/>
                  <a:moveTo>
                    <a:pt x="1123250" y="576268"/>
                  </a:moveTo>
                  <a:lnTo>
                    <a:pt x="1128507" y="539104"/>
                  </a:lnTo>
                  <a:lnTo>
                    <a:pt x="1099426" y="554951"/>
                  </a:lnTo>
                  <a:close/>
                  <a:moveTo>
                    <a:pt x="1153466" y="578791"/>
                  </a:moveTo>
                  <a:lnTo>
                    <a:pt x="1123250" y="576268"/>
                  </a:lnTo>
                  <a:lnTo>
                    <a:pt x="1117244" y="593203"/>
                  </a:lnTo>
                  <a:close/>
                  <a:moveTo>
                    <a:pt x="1155472" y="532413"/>
                  </a:moveTo>
                  <a:lnTo>
                    <a:pt x="1123250" y="576268"/>
                  </a:lnTo>
                  <a:lnTo>
                    <a:pt x="1153466" y="578791"/>
                  </a:lnTo>
                  <a:close/>
                  <a:moveTo>
                    <a:pt x="938955" y="232499"/>
                  </a:moveTo>
                  <a:lnTo>
                    <a:pt x="969080" y="254897"/>
                  </a:lnTo>
                  <a:lnTo>
                    <a:pt x="933550" y="219414"/>
                  </a:lnTo>
                  <a:close/>
                  <a:moveTo>
                    <a:pt x="927558" y="181387"/>
                  </a:moveTo>
                  <a:lnTo>
                    <a:pt x="927565" y="189913"/>
                  </a:lnTo>
                  <a:lnTo>
                    <a:pt x="952851" y="186064"/>
                  </a:lnTo>
                  <a:close/>
                  <a:moveTo>
                    <a:pt x="933158" y="18408"/>
                  </a:moveTo>
                  <a:lnTo>
                    <a:pt x="928825" y="44267"/>
                  </a:lnTo>
                  <a:lnTo>
                    <a:pt x="938166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04" name="Input_density__143">
              <a:extLst>
                <a:ext uri="{FF2B5EF4-FFF2-40B4-BE49-F238E27FC236}">
                  <a16:creationId xmlns:a16="http://schemas.microsoft.com/office/drawing/2014/main" id="{39D49CE1-0544-467A-A3BF-CBA7E43A8D3D}"/>
                </a:ext>
              </a:extLst>
            </p:cNvPr>
            <p:cNvSpPr>
              <a:spLocks noGrp="1"/>
            </p:cNvSpPr>
            <p:nvPr/>
          </p:nvSpPr>
          <p:spPr>
            <a:xfrm>
              <a:off x="553376" y="1669519"/>
              <a:ext cx="1055569" cy="937929"/>
            </a:xfrm>
            <a:custGeom>
              <a:avLst/>
              <a:gdLst/>
              <a:ahLst/>
              <a:cxnLst/>
              <a:rect l="0" t="0" r="0" b="0"/>
              <a:pathLst>
                <a:path w="1055569" h="937929">
                  <a:moveTo>
                    <a:pt x="3223" y="530076"/>
                  </a:moveTo>
                  <a:lnTo>
                    <a:pt x="3617" y="549402"/>
                  </a:lnTo>
                  <a:lnTo>
                    <a:pt x="0" y="546394"/>
                  </a:lnTo>
                  <a:close/>
                  <a:moveTo>
                    <a:pt x="83300" y="608686"/>
                  </a:moveTo>
                  <a:lnTo>
                    <a:pt x="44371" y="587713"/>
                  </a:lnTo>
                  <a:lnTo>
                    <a:pt x="43333" y="586662"/>
                  </a:lnTo>
                  <a:close/>
                  <a:moveTo>
                    <a:pt x="284625" y="863099"/>
                  </a:moveTo>
                  <a:lnTo>
                    <a:pt x="319565" y="869159"/>
                  </a:lnTo>
                  <a:lnTo>
                    <a:pt x="339425" y="847206"/>
                  </a:lnTo>
                  <a:close/>
                  <a:moveTo>
                    <a:pt x="307902" y="853922"/>
                  </a:moveTo>
                  <a:lnTo>
                    <a:pt x="284625" y="863099"/>
                  </a:lnTo>
                  <a:lnTo>
                    <a:pt x="339425" y="847206"/>
                  </a:lnTo>
                  <a:close/>
                  <a:moveTo>
                    <a:pt x="456849" y="912505"/>
                  </a:moveTo>
                  <a:lnTo>
                    <a:pt x="470643" y="885785"/>
                  </a:lnTo>
                  <a:lnTo>
                    <a:pt x="447615" y="906350"/>
                  </a:lnTo>
                  <a:close/>
                  <a:moveTo>
                    <a:pt x="307902" y="853922"/>
                  </a:moveTo>
                  <a:lnTo>
                    <a:pt x="339425" y="847206"/>
                  </a:lnTo>
                  <a:lnTo>
                    <a:pt x="362371" y="836786"/>
                  </a:lnTo>
                  <a:close/>
                  <a:moveTo>
                    <a:pt x="383045" y="809075"/>
                  </a:moveTo>
                  <a:lnTo>
                    <a:pt x="382837" y="813499"/>
                  </a:lnTo>
                  <a:lnTo>
                    <a:pt x="383637" y="791721"/>
                  </a:lnTo>
                  <a:close/>
                  <a:moveTo>
                    <a:pt x="100487" y="478280"/>
                  </a:moveTo>
                  <a:lnTo>
                    <a:pt x="100262" y="479687"/>
                  </a:lnTo>
                  <a:lnTo>
                    <a:pt x="106917" y="532219"/>
                  </a:lnTo>
                  <a:close/>
                  <a:moveTo>
                    <a:pt x="93628" y="495464"/>
                  </a:moveTo>
                  <a:lnTo>
                    <a:pt x="100487" y="478280"/>
                  </a:lnTo>
                  <a:lnTo>
                    <a:pt x="106917" y="532219"/>
                  </a:lnTo>
                  <a:close/>
                  <a:moveTo>
                    <a:pt x="383637" y="791721"/>
                  </a:moveTo>
                  <a:lnTo>
                    <a:pt x="388645" y="764031"/>
                  </a:lnTo>
                  <a:lnTo>
                    <a:pt x="383045" y="809075"/>
                  </a:lnTo>
                  <a:close/>
                  <a:moveTo>
                    <a:pt x="374693" y="730626"/>
                  </a:moveTo>
                  <a:lnTo>
                    <a:pt x="369714" y="718382"/>
                  </a:lnTo>
                  <a:lnTo>
                    <a:pt x="379912" y="755137"/>
                  </a:lnTo>
                  <a:close/>
                  <a:moveTo>
                    <a:pt x="374693" y="730626"/>
                  </a:moveTo>
                  <a:lnTo>
                    <a:pt x="375054" y="685585"/>
                  </a:lnTo>
                  <a:lnTo>
                    <a:pt x="369714" y="718382"/>
                  </a:lnTo>
                  <a:close/>
                  <a:moveTo>
                    <a:pt x="478047" y="879766"/>
                  </a:moveTo>
                  <a:lnTo>
                    <a:pt x="525595" y="902157"/>
                  </a:lnTo>
                  <a:lnTo>
                    <a:pt x="499554" y="879754"/>
                  </a:lnTo>
                  <a:close/>
                  <a:moveTo>
                    <a:pt x="581753" y="937929"/>
                  </a:moveTo>
                  <a:lnTo>
                    <a:pt x="612139" y="926960"/>
                  </a:lnTo>
                  <a:lnTo>
                    <a:pt x="628995" y="893776"/>
                  </a:lnTo>
                  <a:close/>
                  <a:moveTo>
                    <a:pt x="383929" y="588876"/>
                  </a:moveTo>
                  <a:lnTo>
                    <a:pt x="382650" y="545169"/>
                  </a:lnTo>
                  <a:lnTo>
                    <a:pt x="380389" y="573750"/>
                  </a:lnTo>
                  <a:close/>
                  <a:moveTo>
                    <a:pt x="382650" y="545169"/>
                  </a:moveTo>
                  <a:lnTo>
                    <a:pt x="377210" y="504844"/>
                  </a:lnTo>
                  <a:lnTo>
                    <a:pt x="369002" y="536995"/>
                  </a:lnTo>
                  <a:close/>
                  <a:moveTo>
                    <a:pt x="256928" y="403084"/>
                  </a:moveTo>
                  <a:lnTo>
                    <a:pt x="233689" y="389975"/>
                  </a:lnTo>
                  <a:lnTo>
                    <a:pt x="235083" y="417616"/>
                  </a:lnTo>
                  <a:close/>
                  <a:moveTo>
                    <a:pt x="377668" y="500240"/>
                  </a:moveTo>
                  <a:lnTo>
                    <a:pt x="391720" y="448300"/>
                  </a:lnTo>
                  <a:lnTo>
                    <a:pt x="386224" y="446302"/>
                  </a:lnTo>
                  <a:close/>
                  <a:moveTo>
                    <a:pt x="386224" y="446302"/>
                  </a:moveTo>
                  <a:lnTo>
                    <a:pt x="396853" y="456302"/>
                  </a:lnTo>
                  <a:lnTo>
                    <a:pt x="377668" y="500240"/>
                  </a:lnTo>
                  <a:close/>
                  <a:moveTo>
                    <a:pt x="391720" y="448300"/>
                  </a:moveTo>
                  <a:lnTo>
                    <a:pt x="403746" y="463485"/>
                  </a:lnTo>
                  <a:lnTo>
                    <a:pt x="393194" y="442621"/>
                  </a:lnTo>
                  <a:close/>
                  <a:moveTo>
                    <a:pt x="226962" y="291043"/>
                  </a:moveTo>
                  <a:lnTo>
                    <a:pt x="265922" y="312132"/>
                  </a:lnTo>
                  <a:lnTo>
                    <a:pt x="251094" y="302373"/>
                  </a:lnTo>
                  <a:close/>
                  <a:moveTo>
                    <a:pt x="669072" y="649648"/>
                  </a:moveTo>
                  <a:lnTo>
                    <a:pt x="648743" y="678988"/>
                  </a:lnTo>
                  <a:lnTo>
                    <a:pt x="667555" y="655063"/>
                  </a:lnTo>
                  <a:close/>
                  <a:moveTo>
                    <a:pt x="423157" y="430073"/>
                  </a:moveTo>
                  <a:lnTo>
                    <a:pt x="434269" y="396050"/>
                  </a:lnTo>
                  <a:lnTo>
                    <a:pt x="393194" y="442621"/>
                  </a:lnTo>
                  <a:close/>
                  <a:moveTo>
                    <a:pt x="404316" y="393313"/>
                  </a:moveTo>
                  <a:lnTo>
                    <a:pt x="434269" y="396050"/>
                  </a:lnTo>
                  <a:lnTo>
                    <a:pt x="404308" y="387966"/>
                  </a:lnTo>
                  <a:close/>
                  <a:moveTo>
                    <a:pt x="456849" y="363625"/>
                  </a:moveTo>
                  <a:lnTo>
                    <a:pt x="404308" y="387966"/>
                  </a:lnTo>
                  <a:lnTo>
                    <a:pt x="437880" y="388911"/>
                  </a:lnTo>
                  <a:close/>
                  <a:moveTo>
                    <a:pt x="437880" y="388911"/>
                  </a:moveTo>
                  <a:lnTo>
                    <a:pt x="467656" y="375662"/>
                  </a:lnTo>
                  <a:lnTo>
                    <a:pt x="456849" y="363625"/>
                  </a:lnTo>
                  <a:close/>
                  <a:moveTo>
                    <a:pt x="867354" y="681038"/>
                  </a:moveTo>
                  <a:lnTo>
                    <a:pt x="873184" y="685738"/>
                  </a:lnTo>
                  <a:lnTo>
                    <a:pt x="855605" y="672941"/>
                  </a:lnTo>
                  <a:close/>
                  <a:moveTo>
                    <a:pt x="570174" y="317390"/>
                  </a:moveTo>
                  <a:lnTo>
                    <a:pt x="622943" y="293900"/>
                  </a:lnTo>
                  <a:lnTo>
                    <a:pt x="590607" y="297579"/>
                  </a:lnTo>
                  <a:close/>
                  <a:moveTo>
                    <a:pt x="930638" y="696863"/>
                  </a:moveTo>
                  <a:lnTo>
                    <a:pt x="895319" y="689386"/>
                  </a:lnTo>
                  <a:lnTo>
                    <a:pt x="873184" y="685738"/>
                  </a:lnTo>
                  <a:close/>
                  <a:moveTo>
                    <a:pt x="870668" y="553542"/>
                  </a:moveTo>
                  <a:lnTo>
                    <a:pt x="887319" y="563269"/>
                  </a:lnTo>
                  <a:lnTo>
                    <a:pt x="843159" y="548819"/>
                  </a:lnTo>
                  <a:close/>
                  <a:moveTo>
                    <a:pt x="858607" y="552128"/>
                  </a:moveTo>
                  <a:lnTo>
                    <a:pt x="870668" y="553542"/>
                  </a:lnTo>
                  <a:lnTo>
                    <a:pt x="843159" y="548819"/>
                  </a:lnTo>
                  <a:close/>
                  <a:moveTo>
                    <a:pt x="590607" y="297579"/>
                  </a:moveTo>
                  <a:lnTo>
                    <a:pt x="622943" y="293900"/>
                  </a:lnTo>
                  <a:lnTo>
                    <a:pt x="629075" y="250120"/>
                  </a:lnTo>
                  <a:close/>
                  <a:moveTo>
                    <a:pt x="799994" y="467329"/>
                  </a:moveTo>
                  <a:lnTo>
                    <a:pt x="797054" y="474934"/>
                  </a:lnTo>
                  <a:lnTo>
                    <a:pt x="849793" y="453467"/>
                  </a:lnTo>
                  <a:close/>
                  <a:moveTo>
                    <a:pt x="1020397" y="590887"/>
                  </a:moveTo>
                  <a:lnTo>
                    <a:pt x="1041143" y="583303"/>
                  </a:lnTo>
                  <a:lnTo>
                    <a:pt x="1008908" y="576299"/>
                  </a:lnTo>
                  <a:close/>
                  <a:moveTo>
                    <a:pt x="1020397" y="590887"/>
                  </a:moveTo>
                  <a:lnTo>
                    <a:pt x="1008908" y="576299"/>
                  </a:lnTo>
                  <a:lnTo>
                    <a:pt x="985634" y="585489"/>
                  </a:lnTo>
                  <a:close/>
                  <a:moveTo>
                    <a:pt x="1020397" y="590887"/>
                  </a:moveTo>
                  <a:lnTo>
                    <a:pt x="1055569" y="597814"/>
                  </a:lnTo>
                  <a:lnTo>
                    <a:pt x="1040288" y="586403"/>
                  </a:lnTo>
                  <a:close/>
                  <a:moveTo>
                    <a:pt x="967586" y="484179"/>
                  </a:moveTo>
                  <a:lnTo>
                    <a:pt x="938051" y="481102"/>
                  </a:lnTo>
                  <a:lnTo>
                    <a:pt x="945251" y="526977"/>
                  </a:lnTo>
                  <a:close/>
                  <a:moveTo>
                    <a:pt x="867038" y="416712"/>
                  </a:moveTo>
                  <a:lnTo>
                    <a:pt x="871875" y="409318"/>
                  </a:lnTo>
                  <a:lnTo>
                    <a:pt x="861917" y="399528"/>
                  </a:lnTo>
                  <a:close/>
                  <a:moveTo>
                    <a:pt x="821666" y="342556"/>
                  </a:moveTo>
                  <a:lnTo>
                    <a:pt x="829710" y="326018"/>
                  </a:lnTo>
                  <a:lnTo>
                    <a:pt x="814866" y="349115"/>
                  </a:lnTo>
                  <a:close/>
                  <a:moveTo>
                    <a:pt x="857774" y="288756"/>
                  </a:moveTo>
                  <a:lnTo>
                    <a:pt x="840191" y="319223"/>
                  </a:lnTo>
                  <a:lnTo>
                    <a:pt x="893511" y="297794"/>
                  </a:lnTo>
                  <a:close/>
                  <a:moveTo>
                    <a:pt x="893511" y="297794"/>
                  </a:moveTo>
                  <a:lnTo>
                    <a:pt x="871428" y="311438"/>
                  </a:lnTo>
                  <a:lnTo>
                    <a:pt x="921265" y="276985"/>
                  </a:lnTo>
                  <a:close/>
                  <a:moveTo>
                    <a:pt x="921265" y="276985"/>
                  </a:moveTo>
                  <a:lnTo>
                    <a:pt x="963869" y="263466"/>
                  </a:lnTo>
                  <a:lnTo>
                    <a:pt x="930690" y="263351"/>
                  </a:lnTo>
                  <a:close/>
                  <a:moveTo>
                    <a:pt x="934418" y="126079"/>
                  </a:moveTo>
                  <a:lnTo>
                    <a:pt x="930537" y="127448"/>
                  </a:lnTo>
                  <a:lnTo>
                    <a:pt x="932593" y="126921"/>
                  </a:lnTo>
                  <a:close/>
                  <a:moveTo>
                    <a:pt x="970605" y="144468"/>
                  </a:moveTo>
                  <a:lnTo>
                    <a:pt x="934418" y="126079"/>
                  </a:lnTo>
                  <a:lnTo>
                    <a:pt x="933699" y="127448"/>
                  </a:lnTo>
                  <a:close/>
                  <a:moveTo>
                    <a:pt x="932593" y="126921"/>
                  </a:moveTo>
                  <a:lnTo>
                    <a:pt x="933699" y="127448"/>
                  </a:lnTo>
                  <a:lnTo>
                    <a:pt x="934418" y="126079"/>
                  </a:lnTo>
                  <a:close/>
                  <a:moveTo>
                    <a:pt x="900990" y="0"/>
                  </a:moveTo>
                  <a:lnTo>
                    <a:pt x="916941" y="564"/>
                  </a:lnTo>
                  <a:lnTo>
                    <a:pt x="895982" y="18408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05" name="Input_density__144">
              <a:extLst>
                <a:ext uri="{FF2B5EF4-FFF2-40B4-BE49-F238E27FC236}">
                  <a16:creationId xmlns:a16="http://schemas.microsoft.com/office/drawing/2014/main" id="{1F7E2814-CD01-A14A-22EA-234CE41CC8F9}"/>
                </a:ext>
              </a:extLst>
            </p:cNvPr>
            <p:cNvSpPr>
              <a:spLocks noGrp="1"/>
            </p:cNvSpPr>
            <p:nvPr/>
          </p:nvSpPr>
          <p:spPr>
            <a:xfrm>
              <a:off x="652195" y="1546804"/>
              <a:ext cx="1117869" cy="1060645"/>
            </a:xfrm>
            <a:custGeom>
              <a:avLst/>
              <a:gdLst/>
              <a:ahLst/>
              <a:cxnLst/>
              <a:rect l="0" t="0" r="0" b="0"/>
              <a:pathLst>
                <a:path w="1117869" h="1060645">
                  <a:moveTo>
                    <a:pt x="141180" y="966157"/>
                  </a:moveTo>
                  <a:lnTo>
                    <a:pt x="124974" y="939503"/>
                  </a:lnTo>
                  <a:lnTo>
                    <a:pt x="142704" y="969836"/>
                  </a:lnTo>
                  <a:close/>
                  <a:moveTo>
                    <a:pt x="327576" y="1045935"/>
                  </a:moveTo>
                  <a:lnTo>
                    <a:pt x="297946" y="1014386"/>
                  </a:lnTo>
                  <a:lnTo>
                    <a:pt x="296852" y="1022484"/>
                  </a:lnTo>
                  <a:close/>
                  <a:moveTo>
                    <a:pt x="311590" y="1014535"/>
                  </a:moveTo>
                  <a:lnTo>
                    <a:pt x="297946" y="1014386"/>
                  </a:lnTo>
                  <a:lnTo>
                    <a:pt x="327576" y="1045935"/>
                  </a:lnTo>
                  <a:close/>
                  <a:moveTo>
                    <a:pt x="326055" y="973874"/>
                  </a:moveTo>
                  <a:lnTo>
                    <a:pt x="334810" y="976771"/>
                  </a:lnTo>
                  <a:lnTo>
                    <a:pt x="371824" y="1008500"/>
                  </a:lnTo>
                  <a:close/>
                  <a:moveTo>
                    <a:pt x="284018" y="936215"/>
                  </a:moveTo>
                  <a:lnTo>
                    <a:pt x="320309" y="933799"/>
                  </a:lnTo>
                  <a:lnTo>
                    <a:pt x="284818" y="914436"/>
                  </a:lnTo>
                  <a:close/>
                  <a:moveTo>
                    <a:pt x="26132" y="666345"/>
                  </a:moveTo>
                  <a:lnTo>
                    <a:pt x="0" y="646610"/>
                  </a:lnTo>
                  <a:lnTo>
                    <a:pt x="14571" y="651487"/>
                  </a:lnTo>
                  <a:close/>
                  <a:moveTo>
                    <a:pt x="284818" y="914436"/>
                  </a:moveTo>
                  <a:lnTo>
                    <a:pt x="340120" y="917693"/>
                  </a:lnTo>
                  <a:lnTo>
                    <a:pt x="317710" y="877852"/>
                  </a:lnTo>
                  <a:close/>
                  <a:moveTo>
                    <a:pt x="320126" y="921873"/>
                  </a:moveTo>
                  <a:lnTo>
                    <a:pt x="340120" y="917693"/>
                  </a:lnTo>
                  <a:lnTo>
                    <a:pt x="284818" y="914436"/>
                  </a:lnTo>
                  <a:close/>
                  <a:moveTo>
                    <a:pt x="317710" y="877852"/>
                  </a:moveTo>
                  <a:lnTo>
                    <a:pt x="289825" y="886746"/>
                  </a:lnTo>
                  <a:lnTo>
                    <a:pt x="284818" y="914436"/>
                  </a:lnTo>
                  <a:close/>
                  <a:moveTo>
                    <a:pt x="426776" y="1024872"/>
                  </a:moveTo>
                  <a:lnTo>
                    <a:pt x="431226" y="1032043"/>
                  </a:lnTo>
                  <a:lnTo>
                    <a:pt x="443851" y="1039096"/>
                  </a:lnTo>
                  <a:close/>
                  <a:moveTo>
                    <a:pt x="482934" y="1060645"/>
                  </a:moveTo>
                  <a:lnTo>
                    <a:pt x="443851" y="1039096"/>
                  </a:lnTo>
                  <a:lnTo>
                    <a:pt x="431226" y="1032043"/>
                  </a:lnTo>
                  <a:close/>
                  <a:moveTo>
                    <a:pt x="453590" y="1007689"/>
                  </a:moveTo>
                  <a:lnTo>
                    <a:pt x="426776" y="1024872"/>
                  </a:lnTo>
                  <a:lnTo>
                    <a:pt x="443851" y="1039096"/>
                  </a:lnTo>
                  <a:close/>
                  <a:moveTo>
                    <a:pt x="443851" y="1039096"/>
                  </a:moveTo>
                  <a:lnTo>
                    <a:pt x="482934" y="1060645"/>
                  </a:lnTo>
                  <a:lnTo>
                    <a:pt x="498505" y="1022656"/>
                  </a:lnTo>
                  <a:close/>
                  <a:moveTo>
                    <a:pt x="462469" y="1012498"/>
                  </a:moveTo>
                  <a:lnTo>
                    <a:pt x="443851" y="1039096"/>
                  </a:lnTo>
                  <a:lnTo>
                    <a:pt x="498505" y="1022656"/>
                  </a:lnTo>
                  <a:close/>
                  <a:moveTo>
                    <a:pt x="503482" y="1000388"/>
                  </a:moveTo>
                  <a:lnTo>
                    <a:pt x="533352" y="1003193"/>
                  </a:lnTo>
                  <a:lnTo>
                    <a:pt x="508666" y="964437"/>
                  </a:lnTo>
                  <a:close/>
                  <a:moveTo>
                    <a:pt x="533352" y="1003193"/>
                  </a:moveTo>
                  <a:lnTo>
                    <a:pt x="544000" y="971969"/>
                  </a:lnTo>
                  <a:lnTo>
                    <a:pt x="508666" y="964437"/>
                  </a:lnTo>
                  <a:close/>
                  <a:moveTo>
                    <a:pt x="450706" y="881965"/>
                  </a:moveTo>
                  <a:lnTo>
                    <a:pt x="467757" y="880241"/>
                  </a:lnTo>
                  <a:lnTo>
                    <a:pt x="451832" y="876519"/>
                  </a:lnTo>
                  <a:close/>
                  <a:moveTo>
                    <a:pt x="445343" y="880241"/>
                  </a:moveTo>
                  <a:lnTo>
                    <a:pt x="450706" y="881965"/>
                  </a:lnTo>
                  <a:lnTo>
                    <a:pt x="451832" y="876519"/>
                  </a:lnTo>
                  <a:close/>
                  <a:moveTo>
                    <a:pt x="338185" y="740278"/>
                  </a:moveTo>
                  <a:lnTo>
                    <a:pt x="285539" y="724716"/>
                  </a:lnTo>
                  <a:lnTo>
                    <a:pt x="310434" y="750404"/>
                  </a:lnTo>
                  <a:close/>
                  <a:moveTo>
                    <a:pt x="285110" y="711591"/>
                  </a:moveTo>
                  <a:lnTo>
                    <a:pt x="330124" y="702084"/>
                  </a:lnTo>
                  <a:lnTo>
                    <a:pt x="325029" y="661479"/>
                  </a:lnTo>
                  <a:close/>
                  <a:moveTo>
                    <a:pt x="285110" y="711591"/>
                  </a:moveTo>
                  <a:lnTo>
                    <a:pt x="325029" y="661479"/>
                  </a:lnTo>
                  <a:lnTo>
                    <a:pt x="283831" y="667884"/>
                  </a:lnTo>
                  <a:close/>
                  <a:moveTo>
                    <a:pt x="136264" y="540332"/>
                  </a:moveTo>
                  <a:lnTo>
                    <a:pt x="169687" y="566629"/>
                  </a:lnTo>
                  <a:lnTo>
                    <a:pt x="158109" y="525799"/>
                  </a:lnTo>
                  <a:close/>
                  <a:moveTo>
                    <a:pt x="158109" y="525799"/>
                  </a:moveTo>
                  <a:lnTo>
                    <a:pt x="169687" y="566629"/>
                  </a:lnTo>
                  <a:lnTo>
                    <a:pt x="187908" y="512703"/>
                  </a:lnTo>
                  <a:close/>
                  <a:moveTo>
                    <a:pt x="187908" y="512703"/>
                  </a:moveTo>
                  <a:lnTo>
                    <a:pt x="148804" y="493119"/>
                  </a:lnTo>
                  <a:lnTo>
                    <a:pt x="150561" y="497575"/>
                  </a:lnTo>
                  <a:close/>
                  <a:moveTo>
                    <a:pt x="549042" y="945690"/>
                  </a:moveTo>
                  <a:lnTo>
                    <a:pt x="544000" y="971969"/>
                  </a:lnTo>
                  <a:lnTo>
                    <a:pt x="567256" y="953751"/>
                  </a:lnTo>
                  <a:close/>
                  <a:moveTo>
                    <a:pt x="549042" y="945690"/>
                  </a:moveTo>
                  <a:lnTo>
                    <a:pt x="567256" y="953751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49042" y="945690"/>
                  </a:lnTo>
                  <a:lnTo>
                    <a:pt x="571084" y="910111"/>
                  </a:lnTo>
                  <a:close/>
                  <a:moveTo>
                    <a:pt x="543146" y="905736"/>
                  </a:moveTo>
                  <a:lnTo>
                    <a:pt x="571084" y="910111"/>
                  </a:lnTo>
                  <a:lnTo>
                    <a:pt x="543568" y="874145"/>
                  </a:lnTo>
                  <a:close/>
                  <a:moveTo>
                    <a:pt x="571084" y="910111"/>
                  </a:moveTo>
                  <a:lnTo>
                    <a:pt x="575238" y="867980"/>
                  </a:lnTo>
                  <a:lnTo>
                    <a:pt x="543568" y="874145"/>
                  </a:lnTo>
                  <a:close/>
                  <a:moveTo>
                    <a:pt x="494555" y="815471"/>
                  </a:moveTo>
                  <a:lnTo>
                    <a:pt x="473548" y="800989"/>
                  </a:lnTo>
                  <a:lnTo>
                    <a:pt x="474872" y="789547"/>
                  </a:lnTo>
                  <a:close/>
                  <a:moveTo>
                    <a:pt x="235781" y="532262"/>
                  </a:moveTo>
                  <a:lnTo>
                    <a:pt x="187927" y="512687"/>
                  </a:lnTo>
                  <a:lnTo>
                    <a:pt x="187930" y="512691"/>
                  </a:lnTo>
                  <a:close/>
                  <a:moveTo>
                    <a:pt x="158109" y="525799"/>
                  </a:moveTo>
                  <a:lnTo>
                    <a:pt x="187911" y="512691"/>
                  </a:lnTo>
                  <a:lnTo>
                    <a:pt x="170070" y="500117"/>
                  </a:lnTo>
                  <a:close/>
                  <a:moveTo>
                    <a:pt x="170070" y="500117"/>
                  </a:moveTo>
                  <a:lnTo>
                    <a:pt x="187911" y="512691"/>
                  </a:lnTo>
                  <a:lnTo>
                    <a:pt x="150561" y="497575"/>
                  </a:lnTo>
                  <a:close/>
                  <a:moveTo>
                    <a:pt x="167103" y="434848"/>
                  </a:moveTo>
                  <a:lnTo>
                    <a:pt x="172680" y="435589"/>
                  </a:lnTo>
                  <a:lnTo>
                    <a:pt x="152275" y="425089"/>
                  </a:lnTo>
                  <a:close/>
                  <a:moveTo>
                    <a:pt x="547387" y="812794"/>
                  </a:moveTo>
                  <a:lnTo>
                    <a:pt x="504672" y="820433"/>
                  </a:lnTo>
                  <a:lnTo>
                    <a:pt x="545106" y="859396"/>
                  </a:lnTo>
                  <a:close/>
                  <a:moveTo>
                    <a:pt x="575860" y="861482"/>
                  </a:moveTo>
                  <a:lnTo>
                    <a:pt x="543568" y="874145"/>
                  </a:lnTo>
                  <a:lnTo>
                    <a:pt x="575238" y="867980"/>
                  </a:lnTo>
                  <a:close/>
                  <a:moveTo>
                    <a:pt x="575860" y="861482"/>
                  </a:moveTo>
                  <a:lnTo>
                    <a:pt x="545106" y="859396"/>
                  </a:lnTo>
                  <a:lnTo>
                    <a:pt x="543568" y="874145"/>
                  </a:lnTo>
                  <a:close/>
                  <a:moveTo>
                    <a:pt x="545106" y="859396"/>
                  </a:moveTo>
                  <a:lnTo>
                    <a:pt x="575860" y="861482"/>
                  </a:lnTo>
                  <a:lnTo>
                    <a:pt x="579160" y="814052"/>
                  </a:lnTo>
                  <a:close/>
                  <a:moveTo>
                    <a:pt x="545106" y="859396"/>
                  </a:moveTo>
                  <a:lnTo>
                    <a:pt x="579160" y="814052"/>
                  </a:lnTo>
                  <a:lnTo>
                    <a:pt x="547387" y="812794"/>
                  </a:lnTo>
                  <a:close/>
                  <a:moveTo>
                    <a:pt x="504672" y="820433"/>
                  </a:moveTo>
                  <a:lnTo>
                    <a:pt x="547387" y="812794"/>
                  </a:lnTo>
                  <a:lnTo>
                    <a:pt x="501458" y="789547"/>
                  </a:lnTo>
                  <a:close/>
                  <a:moveTo>
                    <a:pt x="489837" y="742999"/>
                  </a:moveTo>
                  <a:lnTo>
                    <a:pt x="475207" y="772552"/>
                  </a:lnTo>
                  <a:lnTo>
                    <a:pt x="483663" y="774749"/>
                  </a:lnTo>
                  <a:close/>
                  <a:moveTo>
                    <a:pt x="452853" y="745978"/>
                  </a:moveTo>
                  <a:lnTo>
                    <a:pt x="469502" y="714784"/>
                  </a:lnTo>
                  <a:lnTo>
                    <a:pt x="446729" y="706209"/>
                  </a:lnTo>
                  <a:close/>
                  <a:moveTo>
                    <a:pt x="489837" y="742999"/>
                  </a:moveTo>
                  <a:lnTo>
                    <a:pt x="493316" y="752792"/>
                  </a:lnTo>
                  <a:lnTo>
                    <a:pt x="469502" y="714784"/>
                  </a:lnTo>
                  <a:close/>
                  <a:moveTo>
                    <a:pt x="419559" y="701210"/>
                  </a:moveTo>
                  <a:lnTo>
                    <a:pt x="426382" y="678005"/>
                  </a:lnTo>
                  <a:lnTo>
                    <a:pt x="406529" y="667056"/>
                  </a:lnTo>
                  <a:close/>
                  <a:moveTo>
                    <a:pt x="373773" y="425204"/>
                  </a:moveTo>
                  <a:lnTo>
                    <a:pt x="370750" y="424386"/>
                  </a:lnTo>
                  <a:lnTo>
                    <a:pt x="372190" y="461141"/>
                  </a:lnTo>
                  <a:close/>
                  <a:moveTo>
                    <a:pt x="370750" y="424386"/>
                  </a:moveTo>
                  <a:lnTo>
                    <a:pt x="361706" y="407926"/>
                  </a:lnTo>
                  <a:lnTo>
                    <a:pt x="390246" y="443957"/>
                  </a:lnTo>
                  <a:close/>
                  <a:moveTo>
                    <a:pt x="397088" y="407202"/>
                  </a:moveTo>
                  <a:lnTo>
                    <a:pt x="414216" y="447256"/>
                  </a:lnTo>
                  <a:lnTo>
                    <a:pt x="437608" y="438507"/>
                  </a:lnTo>
                  <a:close/>
                  <a:moveTo>
                    <a:pt x="714401" y="774752"/>
                  </a:moveTo>
                  <a:lnTo>
                    <a:pt x="715691" y="784319"/>
                  </a:lnTo>
                  <a:lnTo>
                    <a:pt x="731752" y="790806"/>
                  </a:lnTo>
                  <a:close/>
                  <a:moveTo>
                    <a:pt x="756850" y="794324"/>
                  </a:moveTo>
                  <a:lnTo>
                    <a:pt x="731752" y="790806"/>
                  </a:lnTo>
                  <a:lnTo>
                    <a:pt x="756786" y="795656"/>
                  </a:lnTo>
                  <a:close/>
                  <a:moveTo>
                    <a:pt x="714401" y="774752"/>
                  </a:moveTo>
                  <a:lnTo>
                    <a:pt x="731752" y="790806"/>
                  </a:lnTo>
                  <a:lnTo>
                    <a:pt x="756850" y="794324"/>
                  </a:lnTo>
                  <a:close/>
                  <a:moveTo>
                    <a:pt x="889841" y="815728"/>
                  </a:moveTo>
                  <a:lnTo>
                    <a:pt x="881386" y="820371"/>
                  </a:lnTo>
                  <a:lnTo>
                    <a:pt x="909133" y="859490"/>
                  </a:lnTo>
                  <a:close/>
                  <a:moveTo>
                    <a:pt x="927213" y="830880"/>
                  </a:moveTo>
                  <a:lnTo>
                    <a:pt x="889841" y="815728"/>
                  </a:lnTo>
                  <a:lnTo>
                    <a:pt x="909133" y="859490"/>
                  </a:lnTo>
                  <a:close/>
                  <a:moveTo>
                    <a:pt x="881386" y="820371"/>
                  </a:moveTo>
                  <a:lnTo>
                    <a:pt x="885628" y="813895"/>
                  </a:lnTo>
                  <a:lnTo>
                    <a:pt x="867494" y="828385"/>
                  </a:lnTo>
                  <a:close/>
                  <a:moveTo>
                    <a:pt x="867494" y="828385"/>
                  </a:moveTo>
                  <a:lnTo>
                    <a:pt x="885628" y="813895"/>
                  </a:lnTo>
                  <a:lnTo>
                    <a:pt x="853167" y="803188"/>
                  </a:lnTo>
                  <a:close/>
                  <a:moveTo>
                    <a:pt x="696129" y="594146"/>
                  </a:moveTo>
                  <a:lnTo>
                    <a:pt x="714318" y="629413"/>
                  </a:lnTo>
                  <a:lnTo>
                    <a:pt x="716374" y="630120"/>
                  </a:lnTo>
                  <a:close/>
                  <a:moveTo>
                    <a:pt x="530256" y="372836"/>
                  </a:moveTo>
                  <a:lnTo>
                    <a:pt x="524124" y="416615"/>
                  </a:lnTo>
                  <a:lnTo>
                    <a:pt x="534663" y="375668"/>
                  </a:lnTo>
                  <a:close/>
                  <a:moveTo>
                    <a:pt x="534663" y="375668"/>
                  </a:moveTo>
                  <a:lnTo>
                    <a:pt x="524124" y="416615"/>
                  </a:lnTo>
                  <a:lnTo>
                    <a:pt x="568868" y="374948"/>
                  </a:lnTo>
                  <a:close/>
                  <a:moveTo>
                    <a:pt x="533237" y="354481"/>
                  </a:moveTo>
                  <a:lnTo>
                    <a:pt x="534663" y="375668"/>
                  </a:lnTo>
                  <a:lnTo>
                    <a:pt x="548212" y="336081"/>
                  </a:lnTo>
                  <a:close/>
                  <a:moveTo>
                    <a:pt x="530256" y="372836"/>
                  </a:moveTo>
                  <a:lnTo>
                    <a:pt x="534663" y="375668"/>
                  </a:lnTo>
                  <a:lnTo>
                    <a:pt x="533237" y="354481"/>
                  </a:lnTo>
                  <a:close/>
                  <a:moveTo>
                    <a:pt x="885628" y="813895"/>
                  </a:moveTo>
                  <a:lnTo>
                    <a:pt x="881386" y="820371"/>
                  </a:lnTo>
                  <a:lnTo>
                    <a:pt x="889841" y="815728"/>
                  </a:lnTo>
                  <a:close/>
                  <a:moveTo>
                    <a:pt x="885628" y="813895"/>
                  </a:moveTo>
                  <a:lnTo>
                    <a:pt x="889841" y="815728"/>
                  </a:lnTo>
                  <a:lnTo>
                    <a:pt x="890823" y="812698"/>
                  </a:lnTo>
                  <a:close/>
                  <a:moveTo>
                    <a:pt x="890823" y="812698"/>
                  </a:moveTo>
                  <a:lnTo>
                    <a:pt x="853167" y="803188"/>
                  </a:lnTo>
                  <a:lnTo>
                    <a:pt x="885628" y="813895"/>
                  </a:lnTo>
                  <a:close/>
                  <a:moveTo>
                    <a:pt x="935049" y="803832"/>
                  </a:moveTo>
                  <a:lnTo>
                    <a:pt x="889841" y="815728"/>
                  </a:lnTo>
                  <a:lnTo>
                    <a:pt x="927213" y="830880"/>
                  </a:lnTo>
                  <a:close/>
                  <a:moveTo>
                    <a:pt x="935049" y="803832"/>
                  </a:moveTo>
                  <a:lnTo>
                    <a:pt x="890823" y="812698"/>
                  </a:lnTo>
                  <a:lnTo>
                    <a:pt x="889841" y="815728"/>
                  </a:lnTo>
                  <a:close/>
                  <a:moveTo>
                    <a:pt x="797215" y="718569"/>
                  </a:moveTo>
                  <a:lnTo>
                    <a:pt x="814706" y="730910"/>
                  </a:lnTo>
                  <a:lnTo>
                    <a:pt x="830055" y="716775"/>
                  </a:lnTo>
                  <a:close/>
                  <a:moveTo>
                    <a:pt x="750974" y="576182"/>
                  </a:moveTo>
                  <a:lnTo>
                    <a:pt x="698235" y="597650"/>
                  </a:lnTo>
                  <a:lnTo>
                    <a:pt x="716374" y="630120"/>
                  </a:lnTo>
                  <a:close/>
                  <a:moveTo>
                    <a:pt x="782664" y="567955"/>
                  </a:moveTo>
                  <a:lnTo>
                    <a:pt x="759663" y="578165"/>
                  </a:lnTo>
                  <a:lnTo>
                    <a:pt x="768219" y="539427"/>
                  </a:lnTo>
                  <a:close/>
                  <a:moveTo>
                    <a:pt x="562040" y="318897"/>
                  </a:moveTo>
                  <a:lnTo>
                    <a:pt x="565764" y="332724"/>
                  </a:lnTo>
                  <a:lnTo>
                    <a:pt x="576201" y="355652"/>
                  </a:lnTo>
                  <a:close/>
                  <a:moveTo>
                    <a:pt x="548212" y="336081"/>
                  </a:moveTo>
                  <a:lnTo>
                    <a:pt x="536182" y="329686"/>
                  </a:lnTo>
                  <a:lnTo>
                    <a:pt x="533237" y="354481"/>
                  </a:lnTo>
                  <a:close/>
                  <a:moveTo>
                    <a:pt x="763098" y="522244"/>
                  </a:moveTo>
                  <a:lnTo>
                    <a:pt x="782664" y="567955"/>
                  </a:lnTo>
                  <a:lnTo>
                    <a:pt x="768219" y="539427"/>
                  </a:lnTo>
                  <a:close/>
                  <a:moveTo>
                    <a:pt x="746545" y="490752"/>
                  </a:moveTo>
                  <a:lnTo>
                    <a:pt x="773056" y="532033"/>
                  </a:lnTo>
                  <a:lnTo>
                    <a:pt x="780313" y="490388"/>
                  </a:lnTo>
                  <a:close/>
                  <a:moveTo>
                    <a:pt x="763098" y="522244"/>
                  </a:moveTo>
                  <a:lnTo>
                    <a:pt x="773056" y="532033"/>
                  </a:lnTo>
                  <a:lnTo>
                    <a:pt x="746545" y="490752"/>
                  </a:lnTo>
                  <a:close/>
                  <a:moveTo>
                    <a:pt x="716047" y="471831"/>
                  </a:moveTo>
                  <a:lnTo>
                    <a:pt x="705515" y="502672"/>
                  </a:lnTo>
                  <a:lnTo>
                    <a:pt x="722847" y="465271"/>
                  </a:lnTo>
                  <a:close/>
                  <a:moveTo>
                    <a:pt x="1002718" y="652081"/>
                  </a:moveTo>
                  <a:lnTo>
                    <a:pt x="992511" y="661819"/>
                  </a:lnTo>
                  <a:lnTo>
                    <a:pt x="1019477" y="655128"/>
                  </a:lnTo>
                  <a:close/>
                  <a:moveTo>
                    <a:pt x="1019477" y="655128"/>
                  </a:moveTo>
                  <a:lnTo>
                    <a:pt x="992511" y="661819"/>
                  </a:lnTo>
                  <a:lnTo>
                    <a:pt x="987254" y="698984"/>
                  </a:lnTo>
                  <a:close/>
                  <a:moveTo>
                    <a:pt x="993173" y="649425"/>
                  </a:moveTo>
                  <a:lnTo>
                    <a:pt x="963430" y="677666"/>
                  </a:lnTo>
                  <a:lnTo>
                    <a:pt x="992511" y="661819"/>
                  </a:lnTo>
                  <a:close/>
                  <a:moveTo>
                    <a:pt x="949746" y="612895"/>
                  </a:moveTo>
                  <a:lnTo>
                    <a:pt x="984393" y="631466"/>
                  </a:lnTo>
                  <a:lnTo>
                    <a:pt x="962009" y="615325"/>
                  </a:lnTo>
                  <a:close/>
                  <a:moveTo>
                    <a:pt x="993173" y="649425"/>
                  </a:moveTo>
                  <a:lnTo>
                    <a:pt x="984393" y="631466"/>
                  </a:lnTo>
                  <a:lnTo>
                    <a:pt x="949746" y="612895"/>
                  </a:lnTo>
                  <a:close/>
                  <a:moveTo>
                    <a:pt x="993173" y="649425"/>
                  </a:moveTo>
                  <a:lnTo>
                    <a:pt x="992511" y="661819"/>
                  </a:lnTo>
                  <a:lnTo>
                    <a:pt x="1002718" y="652081"/>
                  </a:lnTo>
                  <a:close/>
                  <a:moveTo>
                    <a:pt x="993173" y="649425"/>
                  </a:moveTo>
                  <a:lnTo>
                    <a:pt x="1002718" y="652081"/>
                  </a:lnTo>
                  <a:lnTo>
                    <a:pt x="984393" y="631466"/>
                  </a:lnTo>
                  <a:close/>
                  <a:moveTo>
                    <a:pt x="949746" y="612895"/>
                  </a:moveTo>
                  <a:lnTo>
                    <a:pt x="962009" y="615325"/>
                  </a:lnTo>
                  <a:lnTo>
                    <a:pt x="944262" y="605997"/>
                  </a:lnTo>
                  <a:close/>
                  <a:moveTo>
                    <a:pt x="831871" y="386067"/>
                  </a:moveTo>
                  <a:lnTo>
                    <a:pt x="863627" y="342590"/>
                  </a:lnTo>
                  <a:lnTo>
                    <a:pt x="831835" y="341349"/>
                  </a:lnTo>
                  <a:close/>
                  <a:moveTo>
                    <a:pt x="797554" y="342130"/>
                  </a:moveTo>
                  <a:lnTo>
                    <a:pt x="831871" y="386067"/>
                  </a:lnTo>
                  <a:lnTo>
                    <a:pt x="831835" y="341349"/>
                  </a:lnTo>
                  <a:close/>
                  <a:moveTo>
                    <a:pt x="816856" y="308779"/>
                  </a:moveTo>
                  <a:lnTo>
                    <a:pt x="791570" y="312629"/>
                  </a:lnTo>
                  <a:lnTo>
                    <a:pt x="797554" y="342130"/>
                  </a:lnTo>
                  <a:close/>
                  <a:moveTo>
                    <a:pt x="780792" y="340857"/>
                  </a:moveTo>
                  <a:lnTo>
                    <a:pt x="797554" y="342130"/>
                  </a:lnTo>
                  <a:lnTo>
                    <a:pt x="791570" y="312629"/>
                  </a:lnTo>
                  <a:close/>
                  <a:moveTo>
                    <a:pt x="688168" y="175180"/>
                  </a:moveTo>
                  <a:lnTo>
                    <a:pt x="709007" y="156883"/>
                  </a:lnTo>
                  <a:lnTo>
                    <a:pt x="747262" y="176940"/>
                  </a:lnTo>
                  <a:close/>
                  <a:moveTo>
                    <a:pt x="792829" y="166983"/>
                  </a:moveTo>
                  <a:lnTo>
                    <a:pt x="809950" y="160566"/>
                  </a:lnTo>
                  <a:lnTo>
                    <a:pt x="802171" y="122715"/>
                  </a:lnTo>
                  <a:close/>
                  <a:moveTo>
                    <a:pt x="902657" y="93981"/>
                  </a:moveTo>
                  <a:lnTo>
                    <a:pt x="898925" y="90158"/>
                  </a:lnTo>
                  <a:lnTo>
                    <a:pt x="943615" y="125104"/>
                  </a:lnTo>
                  <a:close/>
                  <a:moveTo>
                    <a:pt x="914731" y="59650"/>
                  </a:moveTo>
                  <a:lnTo>
                    <a:pt x="905074" y="105532"/>
                  </a:lnTo>
                  <a:lnTo>
                    <a:pt x="898925" y="90158"/>
                  </a:lnTo>
                  <a:close/>
                  <a:moveTo>
                    <a:pt x="1117869" y="164247"/>
                  </a:moveTo>
                  <a:lnTo>
                    <a:pt x="1091301" y="131607"/>
                  </a:lnTo>
                  <a:lnTo>
                    <a:pt x="1099330" y="138585"/>
                  </a:lnTo>
                  <a:close/>
                  <a:moveTo>
                    <a:pt x="1057633" y="131891"/>
                  </a:moveTo>
                  <a:lnTo>
                    <a:pt x="1091301" y="131607"/>
                  </a:lnTo>
                  <a:lnTo>
                    <a:pt x="1067697" y="106049"/>
                  </a:lnTo>
                  <a:close/>
                  <a:moveTo>
                    <a:pt x="1057633" y="131891"/>
                  </a:moveTo>
                  <a:lnTo>
                    <a:pt x="1067697" y="106049"/>
                  </a:lnTo>
                  <a:lnTo>
                    <a:pt x="1046087" y="96530"/>
                  </a:lnTo>
                  <a:close/>
                  <a:moveTo>
                    <a:pt x="1018129" y="92171"/>
                  </a:moveTo>
                  <a:lnTo>
                    <a:pt x="1046087" y="96530"/>
                  </a:lnTo>
                  <a:lnTo>
                    <a:pt x="1030127" y="64758"/>
                  </a:lnTo>
                  <a:close/>
                  <a:moveTo>
                    <a:pt x="1046087" y="96530"/>
                  </a:moveTo>
                  <a:lnTo>
                    <a:pt x="1067697" y="106049"/>
                  </a:lnTo>
                  <a:lnTo>
                    <a:pt x="1030127" y="64758"/>
                  </a:lnTo>
                  <a:close/>
                  <a:moveTo>
                    <a:pt x="1007285" y="56240"/>
                  </a:moveTo>
                  <a:lnTo>
                    <a:pt x="1030127" y="64758"/>
                  </a:lnTo>
                  <a:lnTo>
                    <a:pt x="1013930" y="33179"/>
                  </a:lnTo>
                  <a:close/>
                  <a:moveTo>
                    <a:pt x="1007285" y="56240"/>
                  </a:moveTo>
                  <a:lnTo>
                    <a:pt x="1013930" y="33179"/>
                  </a:lnTo>
                  <a:lnTo>
                    <a:pt x="995114" y="21387"/>
                  </a:lnTo>
                  <a:close/>
                  <a:moveTo>
                    <a:pt x="995114" y="21387"/>
                  </a:moveTo>
                  <a:lnTo>
                    <a:pt x="1011461" y="30843"/>
                  </a:lnTo>
                  <a:lnTo>
                    <a:pt x="969892" y="0"/>
                  </a:lnTo>
                  <a:close/>
                  <a:moveTo>
                    <a:pt x="995114" y="21387"/>
                  </a:moveTo>
                  <a:lnTo>
                    <a:pt x="1013930" y="33179"/>
                  </a:lnTo>
                  <a:lnTo>
                    <a:pt x="1011461" y="3084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06" name="Input_density__145">
              <a:extLst>
                <a:ext uri="{FF2B5EF4-FFF2-40B4-BE49-F238E27FC236}">
                  <a16:creationId xmlns:a16="http://schemas.microsoft.com/office/drawing/2014/main" id="{2A3EFF37-9B49-5DAC-DD4C-09DF1F6E2C81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255047" cy="1051792"/>
            </a:xfrm>
            <a:custGeom>
              <a:avLst/>
              <a:gdLst/>
              <a:ahLst/>
              <a:cxnLst/>
              <a:rect l="0" t="0" r="0" b="0"/>
              <a:pathLst>
                <a:path w="1255047" h="1051792">
                  <a:moveTo>
                    <a:pt x="296898" y="995465"/>
                  </a:moveTo>
                  <a:lnTo>
                    <a:pt x="278022" y="958710"/>
                  </a:lnTo>
                  <a:lnTo>
                    <a:pt x="280691" y="968811"/>
                  </a:lnTo>
                  <a:close/>
                  <a:moveTo>
                    <a:pt x="284747" y="927422"/>
                  </a:moveTo>
                  <a:lnTo>
                    <a:pt x="280691" y="968811"/>
                  </a:lnTo>
                  <a:lnTo>
                    <a:pt x="278022" y="958710"/>
                  </a:lnTo>
                  <a:close/>
                  <a:moveTo>
                    <a:pt x="1524" y="664671"/>
                  </a:moveTo>
                  <a:lnTo>
                    <a:pt x="1113" y="630850"/>
                  </a:lnTo>
                  <a:lnTo>
                    <a:pt x="5475" y="672051"/>
                  </a:lnTo>
                  <a:close/>
                  <a:moveTo>
                    <a:pt x="1524" y="664671"/>
                  </a:moveTo>
                  <a:lnTo>
                    <a:pt x="0" y="627915"/>
                  </a:lnTo>
                  <a:lnTo>
                    <a:pt x="1113" y="630850"/>
                  </a:lnTo>
                  <a:close/>
                  <a:moveTo>
                    <a:pt x="2336" y="618991"/>
                  </a:moveTo>
                  <a:lnTo>
                    <a:pt x="1113" y="630850"/>
                  </a:lnTo>
                  <a:lnTo>
                    <a:pt x="0" y="627915"/>
                  </a:lnTo>
                  <a:close/>
                  <a:moveTo>
                    <a:pt x="452570" y="1051792"/>
                  </a:moveTo>
                  <a:lnTo>
                    <a:pt x="453663" y="1043693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52570" y="1051792"/>
                  </a:lnTo>
                  <a:lnTo>
                    <a:pt x="490527" y="1006079"/>
                  </a:lnTo>
                  <a:close/>
                  <a:moveTo>
                    <a:pt x="438919" y="1015037"/>
                  </a:moveTo>
                  <a:lnTo>
                    <a:pt x="481773" y="1003182"/>
                  </a:lnTo>
                  <a:lnTo>
                    <a:pt x="439735" y="965523"/>
                  </a:lnTo>
                  <a:close/>
                  <a:moveTo>
                    <a:pt x="438919" y="1015037"/>
                  </a:moveTo>
                  <a:lnTo>
                    <a:pt x="439735" y="965523"/>
                  </a:lnTo>
                  <a:lnTo>
                    <a:pt x="432217" y="1008851"/>
                  </a:lnTo>
                  <a:close/>
                  <a:moveTo>
                    <a:pt x="457976" y="1034609"/>
                  </a:moveTo>
                  <a:lnTo>
                    <a:pt x="454006" y="998668"/>
                  </a:lnTo>
                  <a:lnTo>
                    <a:pt x="453663" y="1043693"/>
                  </a:lnTo>
                  <a:close/>
                  <a:moveTo>
                    <a:pt x="507851" y="997854"/>
                  </a:moveTo>
                  <a:lnTo>
                    <a:pt x="498999" y="989177"/>
                  </a:lnTo>
                  <a:lnTo>
                    <a:pt x="495838" y="947001"/>
                  </a:lnTo>
                  <a:close/>
                  <a:moveTo>
                    <a:pt x="473427" y="907160"/>
                  </a:moveTo>
                  <a:lnTo>
                    <a:pt x="495838" y="947001"/>
                  </a:lnTo>
                  <a:lnTo>
                    <a:pt x="494202" y="943915"/>
                  </a:lnTo>
                  <a:close/>
                  <a:moveTo>
                    <a:pt x="473427" y="907160"/>
                  </a:moveTo>
                  <a:lnTo>
                    <a:pt x="485916" y="892630"/>
                  </a:lnTo>
                  <a:lnTo>
                    <a:pt x="445543" y="916054"/>
                  </a:lnTo>
                  <a:close/>
                  <a:moveTo>
                    <a:pt x="494202" y="943915"/>
                  </a:moveTo>
                  <a:lnTo>
                    <a:pt x="483497" y="889977"/>
                  </a:lnTo>
                  <a:lnTo>
                    <a:pt x="473427" y="907160"/>
                  </a:lnTo>
                  <a:close/>
                  <a:moveTo>
                    <a:pt x="282173" y="564883"/>
                  </a:moveTo>
                  <a:lnTo>
                    <a:pt x="325404" y="595937"/>
                  </a:lnTo>
                  <a:lnTo>
                    <a:pt x="291982" y="569640"/>
                  </a:lnTo>
                  <a:close/>
                  <a:moveTo>
                    <a:pt x="623474" y="909549"/>
                  </a:moveTo>
                  <a:lnTo>
                    <a:pt x="606423" y="911273"/>
                  </a:lnTo>
                  <a:lnTo>
                    <a:pt x="613276" y="950449"/>
                  </a:lnTo>
                  <a:close/>
                  <a:moveTo>
                    <a:pt x="485841" y="731392"/>
                  </a:moveTo>
                  <a:lnTo>
                    <a:pt x="440828" y="740899"/>
                  </a:lnTo>
                  <a:lnTo>
                    <a:pt x="493902" y="769585"/>
                  </a:lnTo>
                  <a:close/>
                  <a:moveTo>
                    <a:pt x="343625" y="542011"/>
                  </a:moveTo>
                  <a:lnTo>
                    <a:pt x="325404" y="595937"/>
                  </a:lnTo>
                  <a:lnTo>
                    <a:pt x="351517" y="580342"/>
                  </a:lnTo>
                  <a:close/>
                  <a:moveTo>
                    <a:pt x="306278" y="526883"/>
                  </a:moveTo>
                  <a:lnTo>
                    <a:pt x="304522" y="522427"/>
                  </a:lnTo>
                  <a:lnTo>
                    <a:pt x="286256" y="548231"/>
                  </a:lnTo>
                  <a:close/>
                  <a:moveTo>
                    <a:pt x="704760" y="974998"/>
                  </a:moveTo>
                  <a:lnTo>
                    <a:pt x="664383" y="993745"/>
                  </a:lnTo>
                  <a:lnTo>
                    <a:pt x="699717" y="1001277"/>
                  </a:lnTo>
                  <a:close/>
                  <a:moveTo>
                    <a:pt x="666073" y="979362"/>
                  </a:moveTo>
                  <a:lnTo>
                    <a:pt x="704760" y="974998"/>
                  </a:lnTo>
                  <a:lnTo>
                    <a:pt x="698864" y="935044"/>
                  </a:lnTo>
                  <a:close/>
                  <a:moveTo>
                    <a:pt x="699285" y="903453"/>
                  </a:moveTo>
                  <a:lnTo>
                    <a:pt x="679047" y="892365"/>
                  </a:lnTo>
                  <a:lnTo>
                    <a:pt x="698864" y="935044"/>
                  </a:lnTo>
                  <a:close/>
                  <a:moveTo>
                    <a:pt x="698864" y="935044"/>
                  </a:moveTo>
                  <a:lnTo>
                    <a:pt x="679047" y="892365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51142" y="902006"/>
                  </a:lnTo>
                  <a:lnTo>
                    <a:pt x="607549" y="905827"/>
                  </a:lnTo>
                  <a:close/>
                  <a:moveTo>
                    <a:pt x="607549" y="905827"/>
                  </a:moveTo>
                  <a:lnTo>
                    <a:pt x="651142" y="902006"/>
                  </a:lnTo>
                  <a:lnTo>
                    <a:pt x="656179" y="866863"/>
                  </a:lnTo>
                  <a:close/>
                  <a:moveTo>
                    <a:pt x="369703" y="543233"/>
                  </a:moveTo>
                  <a:lnTo>
                    <a:pt x="343645" y="541995"/>
                  </a:lnTo>
                  <a:lnTo>
                    <a:pt x="391499" y="561570"/>
                  </a:lnTo>
                  <a:close/>
                  <a:moveTo>
                    <a:pt x="679047" y="892365"/>
                  </a:moveTo>
                  <a:lnTo>
                    <a:pt x="699285" y="903453"/>
                  </a:lnTo>
                  <a:lnTo>
                    <a:pt x="700823" y="888704"/>
                  </a:lnTo>
                  <a:close/>
                  <a:moveTo>
                    <a:pt x="700823" y="888704"/>
                  </a:moveTo>
                  <a:lnTo>
                    <a:pt x="656179" y="866863"/>
                  </a:lnTo>
                  <a:lnTo>
                    <a:pt x="679047" y="892365"/>
                  </a:lnTo>
                  <a:close/>
                  <a:moveTo>
                    <a:pt x="660389" y="849740"/>
                  </a:moveTo>
                  <a:lnTo>
                    <a:pt x="656179" y="866863"/>
                  </a:lnTo>
                  <a:lnTo>
                    <a:pt x="700823" y="888704"/>
                  </a:lnTo>
                  <a:close/>
                  <a:moveTo>
                    <a:pt x="657175" y="818855"/>
                  </a:moveTo>
                  <a:lnTo>
                    <a:pt x="650272" y="844779"/>
                  </a:lnTo>
                  <a:lnTo>
                    <a:pt x="660389" y="849740"/>
                  </a:lnTo>
                  <a:close/>
                  <a:moveTo>
                    <a:pt x="608570" y="775286"/>
                  </a:moveTo>
                  <a:lnTo>
                    <a:pt x="645555" y="772307"/>
                  </a:lnTo>
                  <a:lnTo>
                    <a:pt x="625220" y="744092"/>
                  </a:lnTo>
                  <a:close/>
                  <a:moveTo>
                    <a:pt x="310671" y="362726"/>
                  </a:moveTo>
                  <a:lnTo>
                    <a:pt x="283421" y="345216"/>
                  </a:lnTo>
                  <a:lnTo>
                    <a:pt x="255941" y="335385"/>
                  </a:lnTo>
                  <a:close/>
                  <a:moveTo>
                    <a:pt x="310671" y="362726"/>
                  </a:moveTo>
                  <a:lnTo>
                    <a:pt x="320141" y="357930"/>
                  </a:lnTo>
                  <a:lnTo>
                    <a:pt x="283421" y="345216"/>
                  </a:lnTo>
                  <a:close/>
                  <a:moveTo>
                    <a:pt x="255941" y="335385"/>
                  </a:moveTo>
                  <a:lnTo>
                    <a:pt x="272035" y="341040"/>
                  </a:lnTo>
                  <a:lnTo>
                    <a:pt x="245731" y="328877"/>
                  </a:lnTo>
                  <a:close/>
                  <a:moveTo>
                    <a:pt x="529490" y="454512"/>
                  </a:moveTo>
                  <a:lnTo>
                    <a:pt x="489109" y="423529"/>
                  </a:lnTo>
                  <a:lnTo>
                    <a:pt x="526467" y="453694"/>
                  </a:lnTo>
                  <a:close/>
                  <a:moveTo>
                    <a:pt x="438793" y="384576"/>
                  </a:moveTo>
                  <a:lnTo>
                    <a:pt x="447407" y="392188"/>
                  </a:lnTo>
                  <a:lnTo>
                    <a:pt x="480348" y="416939"/>
                  </a:lnTo>
                  <a:close/>
                  <a:moveTo>
                    <a:pt x="517424" y="437233"/>
                  </a:moveTo>
                  <a:lnTo>
                    <a:pt x="526467" y="453694"/>
                  </a:lnTo>
                  <a:lnTo>
                    <a:pt x="489109" y="423529"/>
                  </a:lnTo>
                  <a:close/>
                  <a:moveTo>
                    <a:pt x="469475" y="404380"/>
                  </a:moveTo>
                  <a:lnTo>
                    <a:pt x="517424" y="437233"/>
                  </a:lnTo>
                  <a:lnTo>
                    <a:pt x="480348" y="416939"/>
                  </a:lnTo>
                  <a:close/>
                  <a:moveTo>
                    <a:pt x="480348" y="416939"/>
                  </a:moveTo>
                  <a:lnTo>
                    <a:pt x="517424" y="437233"/>
                  </a:lnTo>
                  <a:lnTo>
                    <a:pt x="489109" y="423529"/>
                  </a:lnTo>
                  <a:close/>
                  <a:moveTo>
                    <a:pt x="552805" y="436510"/>
                  </a:moveTo>
                  <a:lnTo>
                    <a:pt x="532186" y="453694"/>
                  </a:lnTo>
                  <a:lnTo>
                    <a:pt x="569933" y="476564"/>
                  </a:lnTo>
                  <a:close/>
                  <a:moveTo>
                    <a:pt x="469475" y="404380"/>
                  </a:moveTo>
                  <a:lnTo>
                    <a:pt x="480348" y="416939"/>
                  </a:lnTo>
                  <a:lnTo>
                    <a:pt x="447407" y="392188"/>
                  </a:lnTo>
                  <a:close/>
                  <a:moveTo>
                    <a:pt x="881777" y="786877"/>
                  </a:moveTo>
                  <a:lnTo>
                    <a:pt x="870119" y="804060"/>
                  </a:lnTo>
                  <a:lnTo>
                    <a:pt x="912568" y="823632"/>
                  </a:lnTo>
                  <a:close/>
                  <a:moveTo>
                    <a:pt x="865545" y="767305"/>
                  </a:moveTo>
                  <a:lnTo>
                    <a:pt x="870119" y="804060"/>
                  </a:lnTo>
                  <a:lnTo>
                    <a:pt x="881777" y="786877"/>
                  </a:lnTo>
                  <a:close/>
                  <a:moveTo>
                    <a:pt x="552805" y="436510"/>
                  </a:moveTo>
                  <a:lnTo>
                    <a:pt x="593325" y="467815"/>
                  </a:lnTo>
                  <a:lnTo>
                    <a:pt x="576420" y="419327"/>
                  </a:lnTo>
                  <a:close/>
                  <a:moveTo>
                    <a:pt x="903380" y="696183"/>
                  </a:moveTo>
                  <a:lnTo>
                    <a:pt x="882617" y="705761"/>
                  </a:lnTo>
                  <a:lnTo>
                    <a:pt x="900057" y="700842"/>
                  </a:lnTo>
                  <a:close/>
                  <a:moveTo>
                    <a:pt x="860716" y="676612"/>
                  </a:moveTo>
                  <a:lnTo>
                    <a:pt x="882617" y="705761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60716" y="676612"/>
                  </a:lnTo>
                  <a:lnTo>
                    <a:pt x="903380" y="696183"/>
                  </a:lnTo>
                  <a:close/>
                  <a:moveTo>
                    <a:pt x="872092" y="659428"/>
                  </a:moveTo>
                  <a:lnTo>
                    <a:pt x="870035" y="658720"/>
                  </a:lnTo>
                  <a:lnTo>
                    <a:pt x="860716" y="676612"/>
                  </a:lnTo>
                  <a:close/>
                  <a:moveTo>
                    <a:pt x="767913" y="529592"/>
                  </a:moveTo>
                  <a:lnTo>
                    <a:pt x="791339" y="549163"/>
                  </a:lnTo>
                  <a:lnTo>
                    <a:pt x="764537" y="512408"/>
                  </a:lnTo>
                  <a:close/>
                  <a:moveTo>
                    <a:pt x="595874" y="291879"/>
                  </a:moveTo>
                  <a:lnTo>
                    <a:pt x="582993" y="332975"/>
                  </a:lnTo>
                  <a:lnTo>
                    <a:pt x="598308" y="294030"/>
                  </a:lnTo>
                  <a:close/>
                  <a:moveTo>
                    <a:pt x="595874" y="291879"/>
                  </a:moveTo>
                  <a:lnTo>
                    <a:pt x="549674" y="309062"/>
                  </a:lnTo>
                  <a:lnTo>
                    <a:pt x="582993" y="332975"/>
                  </a:lnTo>
                  <a:close/>
                  <a:moveTo>
                    <a:pt x="1051586" y="793157"/>
                  </a:moveTo>
                  <a:lnTo>
                    <a:pt x="1017709" y="793611"/>
                  </a:lnTo>
                  <a:lnTo>
                    <a:pt x="1046541" y="842006"/>
                  </a:lnTo>
                  <a:close/>
                  <a:moveTo>
                    <a:pt x="1046541" y="842006"/>
                  </a:moveTo>
                  <a:lnTo>
                    <a:pt x="1090767" y="833140"/>
                  </a:lnTo>
                  <a:lnTo>
                    <a:pt x="1085111" y="792991"/>
                  </a:lnTo>
                  <a:close/>
                  <a:moveTo>
                    <a:pt x="1046541" y="842006"/>
                  </a:moveTo>
                  <a:lnTo>
                    <a:pt x="1085111" y="792991"/>
                  </a:lnTo>
                  <a:lnTo>
                    <a:pt x="1051586" y="793157"/>
                  </a:lnTo>
                  <a:close/>
                  <a:moveTo>
                    <a:pt x="1124532" y="832777"/>
                  </a:moveTo>
                  <a:lnTo>
                    <a:pt x="1090767" y="833140"/>
                  </a:lnTo>
                  <a:lnTo>
                    <a:pt x="1082931" y="860188"/>
                  </a:lnTo>
                  <a:close/>
                  <a:moveTo>
                    <a:pt x="1090767" y="833140"/>
                  </a:moveTo>
                  <a:lnTo>
                    <a:pt x="1124532" y="832777"/>
                  </a:lnTo>
                  <a:lnTo>
                    <a:pt x="1121166" y="790766"/>
                  </a:lnTo>
                  <a:close/>
                  <a:moveTo>
                    <a:pt x="1090767" y="833140"/>
                  </a:moveTo>
                  <a:lnTo>
                    <a:pt x="1121166" y="790766"/>
                  </a:lnTo>
                  <a:lnTo>
                    <a:pt x="1085111" y="792991"/>
                  </a:lnTo>
                  <a:close/>
                  <a:moveTo>
                    <a:pt x="1017709" y="793611"/>
                  </a:moveTo>
                  <a:lnTo>
                    <a:pt x="1051586" y="793157"/>
                  </a:lnTo>
                  <a:lnTo>
                    <a:pt x="1044715" y="753996"/>
                  </a:lnTo>
                  <a:close/>
                  <a:moveTo>
                    <a:pt x="1051586" y="793157"/>
                  </a:moveTo>
                  <a:lnTo>
                    <a:pt x="1085111" y="792991"/>
                  </a:lnTo>
                  <a:lnTo>
                    <a:pt x="1075887" y="755742"/>
                  </a:lnTo>
                  <a:close/>
                  <a:moveTo>
                    <a:pt x="1051586" y="793157"/>
                  </a:moveTo>
                  <a:lnTo>
                    <a:pt x="1075887" y="755742"/>
                  </a:lnTo>
                  <a:lnTo>
                    <a:pt x="1044715" y="753996"/>
                  </a:lnTo>
                  <a:close/>
                  <a:moveTo>
                    <a:pt x="970423" y="760218"/>
                  </a:moveTo>
                  <a:lnTo>
                    <a:pt x="1011103" y="754234"/>
                  </a:lnTo>
                  <a:lnTo>
                    <a:pt x="985773" y="746083"/>
                  </a:lnTo>
                  <a:close/>
                  <a:moveTo>
                    <a:pt x="1011103" y="754234"/>
                  </a:moveTo>
                  <a:lnTo>
                    <a:pt x="1044715" y="753996"/>
                  </a:lnTo>
                  <a:lnTo>
                    <a:pt x="1021537" y="755226"/>
                  </a:lnTo>
                  <a:close/>
                  <a:moveTo>
                    <a:pt x="781477" y="495225"/>
                  </a:moveTo>
                  <a:lnTo>
                    <a:pt x="780285" y="476103"/>
                  </a:lnTo>
                  <a:lnTo>
                    <a:pt x="764537" y="512408"/>
                  </a:lnTo>
                  <a:close/>
                  <a:moveTo>
                    <a:pt x="686171" y="384960"/>
                  </a:moveTo>
                  <a:lnTo>
                    <a:pt x="688955" y="383789"/>
                  </a:lnTo>
                  <a:lnTo>
                    <a:pt x="651508" y="364743"/>
                  </a:lnTo>
                  <a:close/>
                  <a:moveTo>
                    <a:pt x="685974" y="402144"/>
                  </a:moveTo>
                  <a:lnTo>
                    <a:pt x="688955" y="383789"/>
                  </a:lnTo>
                  <a:lnTo>
                    <a:pt x="686171" y="384960"/>
                  </a:lnTo>
                  <a:close/>
                  <a:moveTo>
                    <a:pt x="717757" y="348205"/>
                  </a:moveTo>
                  <a:lnTo>
                    <a:pt x="705031" y="311450"/>
                  </a:lnTo>
                  <a:lnTo>
                    <a:pt x="714389" y="354306"/>
                  </a:lnTo>
                  <a:close/>
                  <a:moveTo>
                    <a:pt x="1033612" y="607956"/>
                  </a:moveTo>
                  <a:lnTo>
                    <a:pt x="1008478" y="588307"/>
                  </a:lnTo>
                  <a:lnTo>
                    <a:pt x="1024485" y="636202"/>
                  </a:lnTo>
                  <a:close/>
                  <a:moveTo>
                    <a:pt x="1024485" y="636202"/>
                  </a:moveTo>
                  <a:lnTo>
                    <a:pt x="1008478" y="588307"/>
                  </a:lnTo>
                  <a:lnTo>
                    <a:pt x="988906" y="593291"/>
                  </a:lnTo>
                  <a:close/>
                  <a:moveTo>
                    <a:pt x="1024485" y="636202"/>
                  </a:moveTo>
                  <a:lnTo>
                    <a:pt x="988906" y="593291"/>
                  </a:lnTo>
                  <a:lnTo>
                    <a:pt x="994949" y="633125"/>
                  </a:lnTo>
                  <a:close/>
                  <a:moveTo>
                    <a:pt x="907472" y="605319"/>
                  </a:moveTo>
                  <a:lnTo>
                    <a:pt x="938381" y="597263"/>
                  </a:lnTo>
                  <a:lnTo>
                    <a:pt x="918815" y="551552"/>
                  </a:lnTo>
                  <a:close/>
                  <a:moveTo>
                    <a:pt x="851326" y="520931"/>
                  </a:moveTo>
                  <a:lnTo>
                    <a:pt x="861233" y="531980"/>
                  </a:lnTo>
                  <a:lnTo>
                    <a:pt x="871765" y="501139"/>
                  </a:lnTo>
                  <a:close/>
                  <a:moveTo>
                    <a:pt x="1140110" y="660774"/>
                  </a:moveTo>
                  <a:lnTo>
                    <a:pt x="1158436" y="681388"/>
                  </a:lnTo>
                  <a:lnTo>
                    <a:pt x="1130768" y="648719"/>
                  </a:lnTo>
                  <a:close/>
                  <a:moveTo>
                    <a:pt x="1130768" y="648719"/>
                  </a:moveTo>
                  <a:lnTo>
                    <a:pt x="1158436" y="681388"/>
                  </a:lnTo>
                  <a:lnTo>
                    <a:pt x="1175195" y="684436"/>
                  </a:lnTo>
                  <a:close/>
                  <a:moveTo>
                    <a:pt x="1140110" y="660774"/>
                  </a:moveTo>
                  <a:lnTo>
                    <a:pt x="1130768" y="648719"/>
                  </a:lnTo>
                  <a:lnTo>
                    <a:pt x="1117727" y="644633"/>
                  </a:lnTo>
                  <a:close/>
                  <a:moveTo>
                    <a:pt x="718439" y="220757"/>
                  </a:moveTo>
                  <a:lnTo>
                    <a:pt x="754598" y="216016"/>
                  </a:lnTo>
                  <a:lnTo>
                    <a:pt x="735820" y="216133"/>
                  </a:lnTo>
                  <a:close/>
                  <a:moveTo>
                    <a:pt x="1028558" y="370165"/>
                  </a:moveTo>
                  <a:lnTo>
                    <a:pt x="1039754" y="400053"/>
                  </a:lnTo>
                  <a:lnTo>
                    <a:pt x="1082460" y="377388"/>
                  </a:lnTo>
                  <a:close/>
                  <a:moveTo>
                    <a:pt x="902980" y="206248"/>
                  </a:moveTo>
                  <a:lnTo>
                    <a:pt x="903073" y="204996"/>
                  </a:lnTo>
                  <a:lnTo>
                    <a:pt x="863926" y="169207"/>
                  </a:lnTo>
                  <a:close/>
                  <a:moveTo>
                    <a:pt x="863926" y="169207"/>
                  </a:moveTo>
                  <a:lnTo>
                    <a:pt x="840258" y="186390"/>
                  </a:lnTo>
                  <a:lnTo>
                    <a:pt x="902980" y="206248"/>
                  </a:lnTo>
                  <a:close/>
                  <a:moveTo>
                    <a:pt x="903073" y="204996"/>
                  </a:moveTo>
                  <a:lnTo>
                    <a:pt x="948547" y="196290"/>
                  </a:lnTo>
                  <a:lnTo>
                    <a:pt x="952880" y="170432"/>
                  </a:lnTo>
                  <a:close/>
                  <a:moveTo>
                    <a:pt x="1140246" y="299043"/>
                  </a:moveTo>
                  <a:lnTo>
                    <a:pt x="1159794" y="318615"/>
                  </a:lnTo>
                  <a:lnTo>
                    <a:pt x="1161722" y="281860"/>
                  </a:lnTo>
                  <a:close/>
                  <a:moveTo>
                    <a:pt x="1099333" y="154412"/>
                  </a:moveTo>
                  <a:lnTo>
                    <a:pt x="1054642" y="119466"/>
                  </a:lnTo>
                  <a:lnTo>
                    <a:pt x="1060791" y="134840"/>
                  </a:lnTo>
                  <a:close/>
                  <a:moveTo>
                    <a:pt x="1090001" y="20750"/>
                  </a:moveTo>
                  <a:lnTo>
                    <a:pt x="1113148" y="26963"/>
                  </a:lnTo>
                  <a:lnTo>
                    <a:pt x="1069788" y="0"/>
                  </a:lnTo>
                  <a:close/>
                  <a:moveTo>
                    <a:pt x="1247018" y="160915"/>
                  </a:moveTo>
                  <a:lnTo>
                    <a:pt x="1213350" y="161199"/>
                  </a:lnTo>
                  <a:lnTo>
                    <a:pt x="1255047" y="167893"/>
                  </a:lnTo>
                  <a:close/>
                  <a:moveTo>
                    <a:pt x="1094669" y="24519"/>
                  </a:moveTo>
                  <a:lnTo>
                    <a:pt x="1125610" y="29308"/>
                  </a:lnTo>
                  <a:lnTo>
                    <a:pt x="1113148" y="26963"/>
                  </a:lnTo>
                  <a:close/>
                  <a:moveTo>
                    <a:pt x="1150832" y="50695"/>
                  </a:moveTo>
                  <a:lnTo>
                    <a:pt x="1125610" y="29308"/>
                  </a:lnTo>
                  <a:lnTo>
                    <a:pt x="1094669" y="24519"/>
                  </a:lnTo>
                  <a:close/>
                  <a:moveTo>
                    <a:pt x="1116945" y="51157"/>
                  </a:moveTo>
                  <a:lnTo>
                    <a:pt x="1150832" y="50695"/>
                  </a:lnTo>
                  <a:lnTo>
                    <a:pt x="1094669" y="24519"/>
                  </a:lnTo>
                  <a:close/>
                  <a:moveTo>
                    <a:pt x="1063262" y="22965"/>
                  </a:moveTo>
                  <a:lnTo>
                    <a:pt x="1090001" y="20750"/>
                  </a:lnTo>
                  <a:lnTo>
                    <a:pt x="1055525" y="16425"/>
                  </a:lnTo>
                  <a:close/>
                  <a:moveTo>
                    <a:pt x="1063262" y="22965"/>
                  </a:moveTo>
                  <a:lnTo>
                    <a:pt x="1094669" y="24519"/>
                  </a:lnTo>
                  <a:lnTo>
                    <a:pt x="1090001" y="20750"/>
                  </a:lnTo>
                  <a:close/>
                  <a:moveTo>
                    <a:pt x="1094669" y="24519"/>
                  </a:moveTo>
                  <a:lnTo>
                    <a:pt x="1113148" y="26963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07" name="Input_density__146">
              <a:extLst>
                <a:ext uri="{FF2B5EF4-FFF2-40B4-BE49-F238E27FC236}">
                  <a16:creationId xmlns:a16="http://schemas.microsoft.com/office/drawing/2014/main" id="{507F7704-CD66-DA54-FEFB-C64D1EBBAB8C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17496"/>
              <a:ext cx="1090001" cy="1015037"/>
            </a:xfrm>
            <a:custGeom>
              <a:avLst/>
              <a:gdLst/>
              <a:ahLst/>
              <a:cxnLst/>
              <a:rect l="0" t="0" r="0" b="0"/>
              <a:pathLst>
                <a:path w="1090001" h="1015037">
                  <a:moveTo>
                    <a:pt x="278022" y="958710"/>
                  </a:moveTo>
                  <a:lnTo>
                    <a:pt x="296764" y="910997"/>
                  </a:lnTo>
                  <a:lnTo>
                    <a:pt x="284747" y="927422"/>
                  </a:lnTo>
                  <a:close/>
                  <a:moveTo>
                    <a:pt x="302389" y="904772"/>
                  </a:moveTo>
                  <a:lnTo>
                    <a:pt x="296764" y="910997"/>
                  </a:lnTo>
                  <a:lnTo>
                    <a:pt x="278022" y="958710"/>
                  </a:lnTo>
                  <a:close/>
                  <a:moveTo>
                    <a:pt x="303518" y="901396"/>
                  </a:moveTo>
                  <a:lnTo>
                    <a:pt x="294597" y="921955"/>
                  </a:lnTo>
                  <a:lnTo>
                    <a:pt x="296764" y="910997"/>
                  </a:lnTo>
                  <a:close/>
                  <a:moveTo>
                    <a:pt x="20680" y="591370"/>
                  </a:moveTo>
                  <a:lnTo>
                    <a:pt x="2336" y="618991"/>
                  </a:lnTo>
                  <a:lnTo>
                    <a:pt x="0" y="627915"/>
                  </a:lnTo>
                  <a:close/>
                  <a:moveTo>
                    <a:pt x="2336" y="618991"/>
                  </a:moveTo>
                  <a:lnTo>
                    <a:pt x="20680" y="591370"/>
                  </a:lnTo>
                  <a:lnTo>
                    <a:pt x="17852" y="591160"/>
                  </a:lnTo>
                  <a:close/>
                  <a:moveTo>
                    <a:pt x="20680" y="591370"/>
                  </a:moveTo>
                  <a:lnTo>
                    <a:pt x="47475" y="573977"/>
                  </a:lnTo>
                  <a:lnTo>
                    <a:pt x="17852" y="591160"/>
                  </a:lnTo>
                  <a:close/>
                  <a:moveTo>
                    <a:pt x="49009" y="572713"/>
                  </a:moveTo>
                  <a:lnTo>
                    <a:pt x="17852" y="591160"/>
                  </a:lnTo>
                  <a:lnTo>
                    <a:pt x="47475" y="573977"/>
                  </a:lnTo>
                  <a:close/>
                  <a:moveTo>
                    <a:pt x="49009" y="572713"/>
                  </a:moveTo>
                  <a:lnTo>
                    <a:pt x="26113" y="583317"/>
                  </a:lnTo>
                  <a:lnTo>
                    <a:pt x="17852" y="591160"/>
                  </a:lnTo>
                  <a:close/>
                  <a:moveTo>
                    <a:pt x="490527" y="1006079"/>
                  </a:moveTo>
                  <a:lnTo>
                    <a:pt x="481773" y="1003182"/>
                  </a:lnTo>
                  <a:lnTo>
                    <a:pt x="438919" y="1015037"/>
                  </a:lnTo>
                  <a:close/>
                  <a:moveTo>
                    <a:pt x="439735" y="965523"/>
                  </a:moveTo>
                  <a:lnTo>
                    <a:pt x="481773" y="1003182"/>
                  </a:lnTo>
                  <a:lnTo>
                    <a:pt x="476026" y="963107"/>
                  </a:lnTo>
                  <a:close/>
                  <a:moveTo>
                    <a:pt x="303518" y="901396"/>
                  </a:moveTo>
                  <a:lnTo>
                    <a:pt x="311006" y="899418"/>
                  </a:lnTo>
                  <a:lnTo>
                    <a:pt x="328182" y="869037"/>
                  </a:lnTo>
                  <a:close/>
                  <a:moveTo>
                    <a:pt x="49009" y="572713"/>
                  </a:moveTo>
                  <a:lnTo>
                    <a:pt x="47475" y="573977"/>
                  </a:lnTo>
                  <a:lnTo>
                    <a:pt x="67386" y="559312"/>
                  </a:lnTo>
                  <a:close/>
                  <a:moveTo>
                    <a:pt x="49009" y="572713"/>
                  </a:moveTo>
                  <a:lnTo>
                    <a:pt x="67386" y="559312"/>
                  </a:lnTo>
                  <a:lnTo>
                    <a:pt x="96669" y="530121"/>
                  </a:lnTo>
                  <a:close/>
                  <a:moveTo>
                    <a:pt x="73119" y="538279"/>
                  </a:moveTo>
                  <a:lnTo>
                    <a:pt x="49009" y="572713"/>
                  </a:lnTo>
                  <a:lnTo>
                    <a:pt x="96669" y="530121"/>
                  </a:lnTo>
                  <a:close/>
                  <a:moveTo>
                    <a:pt x="96669" y="530121"/>
                  </a:moveTo>
                  <a:lnTo>
                    <a:pt x="104881" y="520039"/>
                  </a:lnTo>
                  <a:lnTo>
                    <a:pt x="75033" y="537222"/>
                  </a:lnTo>
                  <a:close/>
                  <a:moveTo>
                    <a:pt x="483970" y="961099"/>
                  </a:moveTo>
                  <a:lnTo>
                    <a:pt x="507851" y="997854"/>
                  </a:lnTo>
                  <a:lnTo>
                    <a:pt x="495838" y="947001"/>
                  </a:lnTo>
                  <a:close/>
                  <a:moveTo>
                    <a:pt x="475844" y="951181"/>
                  </a:moveTo>
                  <a:lnTo>
                    <a:pt x="483970" y="961099"/>
                  </a:lnTo>
                  <a:lnTo>
                    <a:pt x="495838" y="947001"/>
                  </a:lnTo>
                  <a:close/>
                  <a:moveTo>
                    <a:pt x="259335" y="668364"/>
                  </a:moveTo>
                  <a:lnTo>
                    <a:pt x="279799" y="649875"/>
                  </a:lnTo>
                  <a:lnTo>
                    <a:pt x="259588" y="667059"/>
                  </a:lnTo>
                  <a:close/>
                  <a:moveTo>
                    <a:pt x="483497" y="889977"/>
                  </a:moveTo>
                  <a:lnTo>
                    <a:pt x="485916" y="892630"/>
                  </a:lnTo>
                  <a:lnTo>
                    <a:pt x="473427" y="907160"/>
                  </a:lnTo>
                  <a:close/>
                  <a:moveTo>
                    <a:pt x="303927" y="614301"/>
                  </a:moveTo>
                  <a:lnTo>
                    <a:pt x="279799" y="649875"/>
                  </a:lnTo>
                  <a:lnTo>
                    <a:pt x="286031" y="632692"/>
                  </a:lnTo>
                  <a:close/>
                  <a:moveTo>
                    <a:pt x="303927" y="614301"/>
                  </a:moveTo>
                  <a:lnTo>
                    <a:pt x="285232" y="640610"/>
                  </a:lnTo>
                  <a:lnTo>
                    <a:pt x="279799" y="649875"/>
                  </a:lnTo>
                  <a:close/>
                  <a:moveTo>
                    <a:pt x="325404" y="595937"/>
                  </a:moveTo>
                  <a:lnTo>
                    <a:pt x="323596" y="603042"/>
                  </a:lnTo>
                  <a:lnTo>
                    <a:pt x="303927" y="614301"/>
                  </a:lnTo>
                  <a:close/>
                  <a:moveTo>
                    <a:pt x="303927" y="614301"/>
                  </a:moveTo>
                  <a:lnTo>
                    <a:pt x="313569" y="621982"/>
                  </a:lnTo>
                  <a:lnTo>
                    <a:pt x="285232" y="640610"/>
                  </a:lnTo>
                  <a:close/>
                  <a:moveTo>
                    <a:pt x="632115" y="946303"/>
                  </a:moveTo>
                  <a:lnTo>
                    <a:pt x="623474" y="909549"/>
                  </a:lnTo>
                  <a:lnTo>
                    <a:pt x="613276" y="950449"/>
                  </a:lnTo>
                  <a:close/>
                  <a:moveTo>
                    <a:pt x="493902" y="769585"/>
                  </a:moveTo>
                  <a:lnTo>
                    <a:pt x="466152" y="779712"/>
                  </a:lnTo>
                  <a:lnTo>
                    <a:pt x="503688" y="766660"/>
                  </a:lnTo>
                  <a:close/>
                  <a:moveTo>
                    <a:pt x="353890" y="578754"/>
                  </a:moveTo>
                  <a:lnTo>
                    <a:pt x="343648" y="541999"/>
                  </a:lnTo>
                  <a:lnTo>
                    <a:pt x="351517" y="580342"/>
                  </a:lnTo>
                  <a:close/>
                  <a:moveTo>
                    <a:pt x="666073" y="979362"/>
                  </a:moveTo>
                  <a:lnTo>
                    <a:pt x="698864" y="935044"/>
                  </a:lnTo>
                  <a:lnTo>
                    <a:pt x="659086" y="940294"/>
                  </a:lnTo>
                  <a:close/>
                  <a:moveTo>
                    <a:pt x="623474" y="909549"/>
                  </a:moveTo>
                  <a:lnTo>
                    <a:pt x="659086" y="940294"/>
                  </a:lnTo>
                  <a:lnTo>
                    <a:pt x="651142" y="902006"/>
                  </a:lnTo>
                  <a:close/>
                  <a:moveTo>
                    <a:pt x="623474" y="909549"/>
                  </a:moveTo>
                  <a:lnTo>
                    <a:pt x="632115" y="946303"/>
                  </a:lnTo>
                  <a:lnTo>
                    <a:pt x="659086" y="940294"/>
                  </a:lnTo>
                  <a:close/>
                  <a:moveTo>
                    <a:pt x="698864" y="935044"/>
                  </a:moveTo>
                  <a:lnTo>
                    <a:pt x="651142" y="902006"/>
                  </a:lnTo>
                  <a:lnTo>
                    <a:pt x="659086" y="940294"/>
                  </a:lnTo>
                  <a:close/>
                  <a:moveTo>
                    <a:pt x="651142" y="902006"/>
                  </a:moveTo>
                  <a:lnTo>
                    <a:pt x="679047" y="892365"/>
                  </a:lnTo>
                  <a:lnTo>
                    <a:pt x="656179" y="866863"/>
                  </a:lnTo>
                  <a:close/>
                  <a:moveTo>
                    <a:pt x="629266" y="830297"/>
                  </a:moveTo>
                  <a:lnTo>
                    <a:pt x="650272" y="844779"/>
                  </a:lnTo>
                  <a:lnTo>
                    <a:pt x="657175" y="818855"/>
                  </a:lnTo>
                  <a:close/>
                  <a:moveTo>
                    <a:pt x="542305" y="690258"/>
                  </a:moveTo>
                  <a:lnTo>
                    <a:pt x="500508" y="725774"/>
                  </a:lnTo>
                  <a:lnTo>
                    <a:pt x="515321" y="708590"/>
                  </a:lnTo>
                  <a:close/>
                  <a:moveTo>
                    <a:pt x="542305" y="690258"/>
                  </a:moveTo>
                  <a:lnTo>
                    <a:pt x="518534" y="697591"/>
                  </a:lnTo>
                  <a:lnTo>
                    <a:pt x="500508" y="725774"/>
                  </a:lnTo>
                  <a:close/>
                  <a:moveTo>
                    <a:pt x="391499" y="561570"/>
                  </a:moveTo>
                  <a:lnTo>
                    <a:pt x="343648" y="541999"/>
                  </a:lnTo>
                  <a:lnTo>
                    <a:pt x="353890" y="578754"/>
                  </a:lnTo>
                  <a:close/>
                  <a:moveTo>
                    <a:pt x="245731" y="328877"/>
                  </a:moveTo>
                  <a:lnTo>
                    <a:pt x="192640" y="351162"/>
                  </a:lnTo>
                  <a:lnTo>
                    <a:pt x="215374" y="339952"/>
                  </a:lnTo>
                  <a:close/>
                  <a:moveTo>
                    <a:pt x="310671" y="362726"/>
                  </a:moveTo>
                  <a:lnTo>
                    <a:pt x="342392" y="364026"/>
                  </a:lnTo>
                  <a:lnTo>
                    <a:pt x="320141" y="357930"/>
                  </a:lnTo>
                  <a:close/>
                  <a:moveTo>
                    <a:pt x="342392" y="364026"/>
                  </a:moveTo>
                  <a:lnTo>
                    <a:pt x="310671" y="362726"/>
                  </a:lnTo>
                  <a:lnTo>
                    <a:pt x="351381" y="378524"/>
                  </a:lnTo>
                  <a:close/>
                  <a:moveTo>
                    <a:pt x="310671" y="362726"/>
                  </a:moveTo>
                  <a:lnTo>
                    <a:pt x="318128" y="378773"/>
                  </a:lnTo>
                  <a:lnTo>
                    <a:pt x="351381" y="378524"/>
                  </a:lnTo>
                  <a:close/>
                  <a:moveTo>
                    <a:pt x="378723" y="356175"/>
                  </a:moveTo>
                  <a:lnTo>
                    <a:pt x="342392" y="364026"/>
                  </a:lnTo>
                  <a:lnTo>
                    <a:pt x="366531" y="360612"/>
                  </a:lnTo>
                  <a:close/>
                  <a:moveTo>
                    <a:pt x="342392" y="364026"/>
                  </a:moveTo>
                  <a:lnTo>
                    <a:pt x="351381" y="378524"/>
                  </a:lnTo>
                  <a:lnTo>
                    <a:pt x="366531" y="360612"/>
                  </a:lnTo>
                  <a:close/>
                  <a:moveTo>
                    <a:pt x="216402" y="340440"/>
                  </a:moveTo>
                  <a:lnTo>
                    <a:pt x="245731" y="328877"/>
                  </a:lnTo>
                  <a:lnTo>
                    <a:pt x="215374" y="339952"/>
                  </a:lnTo>
                  <a:close/>
                  <a:moveTo>
                    <a:pt x="216402" y="340440"/>
                  </a:moveTo>
                  <a:lnTo>
                    <a:pt x="255941" y="335385"/>
                  </a:lnTo>
                  <a:lnTo>
                    <a:pt x="245731" y="328877"/>
                  </a:lnTo>
                  <a:close/>
                  <a:moveTo>
                    <a:pt x="702366" y="722555"/>
                  </a:moveTo>
                  <a:lnTo>
                    <a:pt x="665248" y="764917"/>
                  </a:lnTo>
                  <a:lnTo>
                    <a:pt x="684101" y="747734"/>
                  </a:lnTo>
                  <a:close/>
                  <a:moveTo>
                    <a:pt x="382391" y="358595"/>
                  </a:moveTo>
                  <a:lnTo>
                    <a:pt x="366531" y="360612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82391" y="358595"/>
                  </a:lnTo>
                  <a:lnTo>
                    <a:pt x="363718" y="391435"/>
                  </a:lnTo>
                  <a:close/>
                  <a:moveTo>
                    <a:pt x="406702" y="383578"/>
                  </a:moveTo>
                  <a:lnTo>
                    <a:pt x="363718" y="391435"/>
                  </a:lnTo>
                  <a:lnTo>
                    <a:pt x="413264" y="389111"/>
                  </a:lnTo>
                  <a:close/>
                  <a:moveTo>
                    <a:pt x="406702" y="383578"/>
                  </a:moveTo>
                  <a:lnTo>
                    <a:pt x="438793" y="384576"/>
                  </a:lnTo>
                  <a:lnTo>
                    <a:pt x="382391" y="358595"/>
                  </a:lnTo>
                  <a:close/>
                  <a:moveTo>
                    <a:pt x="438793" y="384576"/>
                  </a:moveTo>
                  <a:lnTo>
                    <a:pt x="406702" y="383578"/>
                  </a:lnTo>
                  <a:lnTo>
                    <a:pt x="447407" y="392188"/>
                  </a:lnTo>
                  <a:close/>
                  <a:moveTo>
                    <a:pt x="406702" y="383578"/>
                  </a:moveTo>
                  <a:lnTo>
                    <a:pt x="413264" y="389111"/>
                  </a:lnTo>
                  <a:lnTo>
                    <a:pt x="447407" y="392188"/>
                  </a:lnTo>
                  <a:close/>
                  <a:moveTo>
                    <a:pt x="692113" y="588014"/>
                  </a:moveTo>
                  <a:lnTo>
                    <a:pt x="697866" y="583530"/>
                  </a:lnTo>
                  <a:lnTo>
                    <a:pt x="674437" y="600714"/>
                  </a:lnTo>
                  <a:close/>
                  <a:moveTo>
                    <a:pt x="546436" y="399755"/>
                  </a:moveTo>
                  <a:lnTo>
                    <a:pt x="528093" y="444707"/>
                  </a:lnTo>
                  <a:lnTo>
                    <a:pt x="532186" y="453694"/>
                  </a:lnTo>
                  <a:close/>
                  <a:moveTo>
                    <a:pt x="865545" y="767305"/>
                  </a:moveTo>
                  <a:lnTo>
                    <a:pt x="881777" y="786877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865545" y="767305"/>
                  </a:lnTo>
                  <a:lnTo>
                    <a:pt x="888944" y="750122"/>
                  </a:lnTo>
                  <a:close/>
                  <a:moveTo>
                    <a:pt x="672398" y="616242"/>
                  </a:moveTo>
                  <a:lnTo>
                    <a:pt x="692113" y="588014"/>
                  </a:lnTo>
                  <a:lnTo>
                    <a:pt x="660695" y="595122"/>
                  </a:lnTo>
                  <a:close/>
                  <a:moveTo>
                    <a:pt x="767913" y="529592"/>
                  </a:moveTo>
                  <a:lnTo>
                    <a:pt x="745002" y="566646"/>
                  </a:lnTo>
                  <a:lnTo>
                    <a:pt x="746079" y="566347"/>
                  </a:lnTo>
                  <a:close/>
                  <a:moveTo>
                    <a:pt x="549674" y="309062"/>
                  </a:moveTo>
                  <a:lnTo>
                    <a:pt x="539417" y="294628"/>
                  </a:lnTo>
                  <a:lnTo>
                    <a:pt x="520813" y="321278"/>
                  </a:lnTo>
                  <a:close/>
                  <a:moveTo>
                    <a:pt x="524951" y="272307"/>
                  </a:moveTo>
                  <a:lnTo>
                    <a:pt x="520813" y="321278"/>
                  </a:lnTo>
                  <a:lnTo>
                    <a:pt x="539417" y="294628"/>
                  </a:lnTo>
                  <a:close/>
                  <a:moveTo>
                    <a:pt x="888944" y="750122"/>
                  </a:moveTo>
                  <a:lnTo>
                    <a:pt x="900057" y="700842"/>
                  </a:lnTo>
                  <a:lnTo>
                    <a:pt x="889726" y="732342"/>
                  </a:lnTo>
                  <a:close/>
                  <a:moveTo>
                    <a:pt x="903380" y="696183"/>
                  </a:moveTo>
                  <a:lnTo>
                    <a:pt x="900057" y="700842"/>
                  </a:lnTo>
                  <a:lnTo>
                    <a:pt x="888944" y="750122"/>
                  </a:lnTo>
                  <a:close/>
                  <a:moveTo>
                    <a:pt x="908805" y="732938"/>
                  </a:moveTo>
                  <a:lnTo>
                    <a:pt x="903380" y="696183"/>
                  </a:lnTo>
                  <a:lnTo>
                    <a:pt x="888944" y="750122"/>
                  </a:lnTo>
                  <a:close/>
                  <a:moveTo>
                    <a:pt x="889726" y="732342"/>
                  </a:moveTo>
                  <a:lnTo>
                    <a:pt x="900057" y="700842"/>
                  </a:lnTo>
                  <a:lnTo>
                    <a:pt x="912770" y="750122"/>
                  </a:lnTo>
                  <a:close/>
                  <a:moveTo>
                    <a:pt x="767913" y="529592"/>
                  </a:moveTo>
                  <a:lnTo>
                    <a:pt x="746079" y="566347"/>
                  </a:lnTo>
                  <a:lnTo>
                    <a:pt x="791339" y="549163"/>
                  </a:lnTo>
                  <a:close/>
                  <a:moveTo>
                    <a:pt x="631815" y="336006"/>
                  </a:moveTo>
                  <a:lnTo>
                    <a:pt x="611069" y="345817"/>
                  </a:lnTo>
                  <a:lnTo>
                    <a:pt x="649208" y="359757"/>
                  </a:lnTo>
                  <a:close/>
                  <a:moveTo>
                    <a:pt x="611069" y="345817"/>
                  </a:moveTo>
                  <a:lnTo>
                    <a:pt x="593488" y="372216"/>
                  </a:lnTo>
                  <a:lnTo>
                    <a:pt x="649208" y="359757"/>
                  </a:lnTo>
                  <a:close/>
                  <a:moveTo>
                    <a:pt x="582993" y="332975"/>
                  </a:moveTo>
                  <a:lnTo>
                    <a:pt x="631815" y="336006"/>
                  </a:lnTo>
                  <a:lnTo>
                    <a:pt x="638520" y="319796"/>
                  </a:lnTo>
                  <a:close/>
                  <a:moveTo>
                    <a:pt x="582993" y="332975"/>
                  </a:moveTo>
                  <a:lnTo>
                    <a:pt x="638520" y="319796"/>
                  </a:lnTo>
                  <a:lnTo>
                    <a:pt x="598308" y="294030"/>
                  </a:lnTo>
                  <a:close/>
                  <a:moveTo>
                    <a:pt x="631815" y="336006"/>
                  </a:moveTo>
                  <a:lnTo>
                    <a:pt x="653286" y="328634"/>
                  </a:lnTo>
                  <a:lnTo>
                    <a:pt x="638520" y="319796"/>
                  </a:lnTo>
                  <a:close/>
                  <a:moveTo>
                    <a:pt x="631815" y="336006"/>
                  </a:moveTo>
                  <a:lnTo>
                    <a:pt x="649208" y="359757"/>
                  </a:lnTo>
                  <a:lnTo>
                    <a:pt x="653286" y="328634"/>
                  </a:lnTo>
                  <a:close/>
                  <a:moveTo>
                    <a:pt x="566959" y="255123"/>
                  </a:moveTo>
                  <a:lnTo>
                    <a:pt x="549674" y="309062"/>
                  </a:lnTo>
                  <a:lnTo>
                    <a:pt x="595874" y="291879"/>
                  </a:lnTo>
                  <a:close/>
                  <a:moveTo>
                    <a:pt x="812595" y="538782"/>
                  </a:moveTo>
                  <a:lnTo>
                    <a:pt x="838478" y="544828"/>
                  </a:lnTo>
                  <a:lnTo>
                    <a:pt x="819888" y="527966"/>
                  </a:lnTo>
                  <a:close/>
                  <a:moveTo>
                    <a:pt x="651508" y="364743"/>
                  </a:moveTo>
                  <a:lnTo>
                    <a:pt x="688955" y="383789"/>
                  </a:lnTo>
                  <a:lnTo>
                    <a:pt x="691899" y="358994"/>
                  </a:lnTo>
                  <a:close/>
                  <a:moveTo>
                    <a:pt x="681711" y="322530"/>
                  </a:moveTo>
                  <a:lnTo>
                    <a:pt x="653286" y="328634"/>
                  </a:lnTo>
                  <a:lnTo>
                    <a:pt x="651508" y="364743"/>
                  </a:lnTo>
                  <a:close/>
                  <a:moveTo>
                    <a:pt x="691899" y="358994"/>
                  </a:moveTo>
                  <a:lnTo>
                    <a:pt x="681711" y="322530"/>
                  </a:lnTo>
                  <a:lnTo>
                    <a:pt x="651508" y="364743"/>
                  </a:lnTo>
                  <a:close/>
                  <a:moveTo>
                    <a:pt x="641711" y="283214"/>
                  </a:moveTo>
                  <a:lnTo>
                    <a:pt x="638520" y="319796"/>
                  </a:lnTo>
                  <a:lnTo>
                    <a:pt x="675619" y="274695"/>
                  </a:lnTo>
                  <a:close/>
                  <a:moveTo>
                    <a:pt x="638520" y="319796"/>
                  </a:moveTo>
                  <a:lnTo>
                    <a:pt x="653286" y="328634"/>
                  </a:lnTo>
                  <a:lnTo>
                    <a:pt x="675619" y="274695"/>
                  </a:lnTo>
                  <a:close/>
                  <a:moveTo>
                    <a:pt x="675619" y="274695"/>
                  </a:moveTo>
                  <a:lnTo>
                    <a:pt x="653286" y="328634"/>
                  </a:lnTo>
                  <a:lnTo>
                    <a:pt x="688456" y="285714"/>
                  </a:lnTo>
                  <a:close/>
                  <a:moveTo>
                    <a:pt x="688456" y="285714"/>
                  </a:moveTo>
                  <a:lnTo>
                    <a:pt x="653286" y="328634"/>
                  </a:lnTo>
                  <a:lnTo>
                    <a:pt x="681711" y="322530"/>
                  </a:lnTo>
                  <a:close/>
                  <a:moveTo>
                    <a:pt x="681711" y="322530"/>
                  </a:moveTo>
                  <a:lnTo>
                    <a:pt x="705031" y="311450"/>
                  </a:lnTo>
                  <a:lnTo>
                    <a:pt x="688456" y="285714"/>
                  </a:lnTo>
                  <a:close/>
                  <a:moveTo>
                    <a:pt x="595874" y="291879"/>
                  </a:moveTo>
                  <a:lnTo>
                    <a:pt x="598308" y="294030"/>
                  </a:lnTo>
                  <a:lnTo>
                    <a:pt x="598725" y="291072"/>
                  </a:lnTo>
                  <a:close/>
                  <a:moveTo>
                    <a:pt x="566959" y="255123"/>
                  </a:moveTo>
                  <a:lnTo>
                    <a:pt x="595874" y="291879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598308" y="294030"/>
                  </a:lnTo>
                  <a:lnTo>
                    <a:pt x="638520" y="319796"/>
                  </a:lnTo>
                  <a:close/>
                  <a:moveTo>
                    <a:pt x="641711" y="283214"/>
                  </a:moveTo>
                  <a:lnTo>
                    <a:pt x="598725" y="291072"/>
                  </a:lnTo>
                  <a:lnTo>
                    <a:pt x="598308" y="294030"/>
                  </a:lnTo>
                  <a:close/>
                  <a:moveTo>
                    <a:pt x="644434" y="245702"/>
                  </a:moveTo>
                  <a:lnTo>
                    <a:pt x="636845" y="237940"/>
                  </a:lnTo>
                  <a:lnTo>
                    <a:pt x="641711" y="283214"/>
                  </a:lnTo>
                  <a:close/>
                  <a:moveTo>
                    <a:pt x="641711" y="283214"/>
                  </a:moveTo>
                  <a:lnTo>
                    <a:pt x="636845" y="237940"/>
                  </a:lnTo>
                  <a:lnTo>
                    <a:pt x="600258" y="245078"/>
                  </a:lnTo>
                  <a:close/>
                  <a:moveTo>
                    <a:pt x="641711" y="283214"/>
                  </a:moveTo>
                  <a:lnTo>
                    <a:pt x="600258" y="245078"/>
                  </a:lnTo>
                  <a:lnTo>
                    <a:pt x="598725" y="291072"/>
                  </a:lnTo>
                  <a:close/>
                  <a:moveTo>
                    <a:pt x="641711" y="283214"/>
                  </a:moveTo>
                  <a:lnTo>
                    <a:pt x="675619" y="274695"/>
                  </a:lnTo>
                  <a:lnTo>
                    <a:pt x="644434" y="245702"/>
                  </a:lnTo>
                  <a:close/>
                  <a:moveTo>
                    <a:pt x="994949" y="633125"/>
                  </a:moveTo>
                  <a:lnTo>
                    <a:pt x="956945" y="642245"/>
                  </a:lnTo>
                  <a:lnTo>
                    <a:pt x="1010454" y="645944"/>
                  </a:lnTo>
                  <a:close/>
                  <a:moveTo>
                    <a:pt x="1010454" y="645944"/>
                  </a:moveTo>
                  <a:lnTo>
                    <a:pt x="956945" y="642245"/>
                  </a:lnTo>
                  <a:lnTo>
                    <a:pt x="955207" y="660174"/>
                  </a:lnTo>
                  <a:close/>
                  <a:moveTo>
                    <a:pt x="907472" y="605319"/>
                  </a:moveTo>
                  <a:lnTo>
                    <a:pt x="920702" y="639311"/>
                  </a:lnTo>
                  <a:lnTo>
                    <a:pt x="942879" y="603622"/>
                  </a:lnTo>
                  <a:close/>
                  <a:moveTo>
                    <a:pt x="994949" y="633125"/>
                  </a:moveTo>
                  <a:lnTo>
                    <a:pt x="944458" y="619984"/>
                  </a:lnTo>
                  <a:lnTo>
                    <a:pt x="956945" y="642245"/>
                  </a:lnTo>
                  <a:close/>
                  <a:moveTo>
                    <a:pt x="942879" y="603622"/>
                  </a:moveTo>
                  <a:lnTo>
                    <a:pt x="938381" y="597263"/>
                  </a:lnTo>
                  <a:lnTo>
                    <a:pt x="907472" y="605319"/>
                  </a:lnTo>
                  <a:close/>
                  <a:moveTo>
                    <a:pt x="902263" y="520060"/>
                  </a:moveTo>
                  <a:lnTo>
                    <a:pt x="861233" y="531980"/>
                  </a:lnTo>
                  <a:lnTo>
                    <a:pt x="918435" y="551056"/>
                  </a:lnTo>
                  <a:close/>
                  <a:moveTo>
                    <a:pt x="878565" y="494579"/>
                  </a:moveTo>
                  <a:lnTo>
                    <a:pt x="861233" y="531980"/>
                  </a:lnTo>
                  <a:lnTo>
                    <a:pt x="902263" y="520060"/>
                  </a:lnTo>
                  <a:close/>
                  <a:moveTo>
                    <a:pt x="902263" y="520060"/>
                  </a:moveTo>
                  <a:lnTo>
                    <a:pt x="936030" y="519696"/>
                  </a:lnTo>
                  <a:lnTo>
                    <a:pt x="915802" y="491395"/>
                  </a:lnTo>
                  <a:close/>
                  <a:moveTo>
                    <a:pt x="902263" y="520060"/>
                  </a:moveTo>
                  <a:lnTo>
                    <a:pt x="915802" y="491395"/>
                  </a:lnTo>
                  <a:lnTo>
                    <a:pt x="878565" y="494579"/>
                  </a:lnTo>
                  <a:close/>
                  <a:moveTo>
                    <a:pt x="705031" y="311450"/>
                  </a:moveTo>
                  <a:lnTo>
                    <a:pt x="717757" y="348205"/>
                  </a:lnTo>
                  <a:lnTo>
                    <a:pt x="734701" y="331022"/>
                  </a:lnTo>
                  <a:close/>
                  <a:moveTo>
                    <a:pt x="675619" y="274695"/>
                  </a:moveTo>
                  <a:lnTo>
                    <a:pt x="688456" y="285714"/>
                  </a:lnTo>
                  <a:lnTo>
                    <a:pt x="695563" y="266521"/>
                  </a:lnTo>
                  <a:close/>
                  <a:moveTo>
                    <a:pt x="695563" y="266521"/>
                  </a:moveTo>
                  <a:lnTo>
                    <a:pt x="644434" y="245702"/>
                  </a:lnTo>
                  <a:lnTo>
                    <a:pt x="675619" y="274695"/>
                  </a:lnTo>
                  <a:close/>
                  <a:moveTo>
                    <a:pt x="718439" y="220757"/>
                  </a:moveTo>
                  <a:lnTo>
                    <a:pt x="728756" y="215608"/>
                  </a:lnTo>
                  <a:lnTo>
                    <a:pt x="692661" y="224133"/>
                  </a:lnTo>
                  <a:close/>
                  <a:moveTo>
                    <a:pt x="1081384" y="572285"/>
                  </a:moveTo>
                  <a:lnTo>
                    <a:pt x="1040401" y="578516"/>
                  </a:lnTo>
                  <a:lnTo>
                    <a:pt x="1033612" y="607956"/>
                  </a:lnTo>
                  <a:close/>
                  <a:moveTo>
                    <a:pt x="741340" y="240329"/>
                  </a:moveTo>
                  <a:lnTo>
                    <a:pt x="754598" y="216016"/>
                  </a:lnTo>
                  <a:lnTo>
                    <a:pt x="718439" y="220757"/>
                  </a:lnTo>
                  <a:close/>
                  <a:moveTo>
                    <a:pt x="728756" y="215608"/>
                  </a:moveTo>
                  <a:lnTo>
                    <a:pt x="718439" y="220757"/>
                  </a:lnTo>
                  <a:lnTo>
                    <a:pt x="735820" y="216133"/>
                  </a:lnTo>
                  <a:close/>
                  <a:moveTo>
                    <a:pt x="972573" y="338087"/>
                  </a:moveTo>
                  <a:lnTo>
                    <a:pt x="953272" y="371438"/>
                  </a:lnTo>
                  <a:lnTo>
                    <a:pt x="987552" y="370656"/>
                  </a:lnTo>
                  <a:close/>
                  <a:moveTo>
                    <a:pt x="840258" y="186390"/>
                  </a:moveTo>
                  <a:lnTo>
                    <a:pt x="843886" y="204488"/>
                  </a:lnTo>
                  <a:lnTo>
                    <a:pt x="902980" y="206248"/>
                  </a:lnTo>
                  <a:close/>
                  <a:moveTo>
                    <a:pt x="902980" y="206248"/>
                  </a:moveTo>
                  <a:lnTo>
                    <a:pt x="904335" y="205962"/>
                  </a:lnTo>
                  <a:lnTo>
                    <a:pt x="903073" y="204996"/>
                  </a:lnTo>
                  <a:close/>
                  <a:moveTo>
                    <a:pt x="902980" y="206248"/>
                  </a:moveTo>
                  <a:lnTo>
                    <a:pt x="906400" y="217436"/>
                  </a:lnTo>
                  <a:lnTo>
                    <a:pt x="904335" y="205962"/>
                  </a:lnTo>
                  <a:close/>
                  <a:moveTo>
                    <a:pt x="906400" y="217436"/>
                  </a:moveTo>
                  <a:lnTo>
                    <a:pt x="902980" y="206248"/>
                  </a:lnTo>
                  <a:lnTo>
                    <a:pt x="898178" y="205962"/>
                  </a:lnTo>
                  <a:close/>
                  <a:moveTo>
                    <a:pt x="948547" y="196290"/>
                  </a:moveTo>
                  <a:lnTo>
                    <a:pt x="904335" y="205962"/>
                  </a:lnTo>
                  <a:lnTo>
                    <a:pt x="964908" y="215401"/>
                  </a:lnTo>
                  <a:close/>
                  <a:moveTo>
                    <a:pt x="904335" y="205962"/>
                  </a:moveTo>
                  <a:lnTo>
                    <a:pt x="948547" y="196290"/>
                  </a:lnTo>
                  <a:lnTo>
                    <a:pt x="903073" y="204996"/>
                  </a:lnTo>
                  <a:close/>
                  <a:moveTo>
                    <a:pt x="984950" y="193784"/>
                  </a:moveTo>
                  <a:lnTo>
                    <a:pt x="965668" y="189874"/>
                  </a:lnTo>
                  <a:lnTo>
                    <a:pt x="948547" y="196290"/>
                  </a:lnTo>
                  <a:close/>
                  <a:moveTo>
                    <a:pt x="984950" y="193784"/>
                  </a:moveTo>
                  <a:lnTo>
                    <a:pt x="948547" y="196290"/>
                  </a:lnTo>
                  <a:lnTo>
                    <a:pt x="992326" y="193337"/>
                  </a:lnTo>
                  <a:close/>
                  <a:moveTo>
                    <a:pt x="948547" y="196290"/>
                  </a:moveTo>
                  <a:lnTo>
                    <a:pt x="964908" y="215401"/>
                  </a:lnTo>
                  <a:lnTo>
                    <a:pt x="992326" y="193337"/>
                  </a:lnTo>
                  <a:close/>
                  <a:moveTo>
                    <a:pt x="984950" y="193784"/>
                  </a:moveTo>
                  <a:lnTo>
                    <a:pt x="992326" y="193337"/>
                  </a:lnTo>
                  <a:lnTo>
                    <a:pt x="999176" y="188779"/>
                  </a:lnTo>
                  <a:close/>
                  <a:moveTo>
                    <a:pt x="869470" y="107728"/>
                  </a:moveTo>
                  <a:lnTo>
                    <a:pt x="878434" y="112873"/>
                  </a:lnTo>
                  <a:lnTo>
                    <a:pt x="866160" y="119599"/>
                  </a:lnTo>
                  <a:close/>
                  <a:moveTo>
                    <a:pt x="995015" y="10974"/>
                  </a:moveTo>
                  <a:lnTo>
                    <a:pt x="967385" y="24575"/>
                  </a:lnTo>
                  <a:lnTo>
                    <a:pt x="942767" y="36414"/>
                  </a:lnTo>
                  <a:close/>
                  <a:moveTo>
                    <a:pt x="1011753" y="7392"/>
                  </a:moveTo>
                  <a:lnTo>
                    <a:pt x="981464" y="17630"/>
                  </a:lnTo>
                  <a:lnTo>
                    <a:pt x="995015" y="10974"/>
                  </a:lnTo>
                  <a:close/>
                  <a:moveTo>
                    <a:pt x="1030775" y="4629"/>
                  </a:moveTo>
                  <a:lnTo>
                    <a:pt x="1011753" y="7392"/>
                  </a:lnTo>
                  <a:lnTo>
                    <a:pt x="1055525" y="16425"/>
                  </a:lnTo>
                  <a:close/>
                  <a:moveTo>
                    <a:pt x="1055525" y="16425"/>
                  </a:moveTo>
                  <a:lnTo>
                    <a:pt x="1011753" y="7392"/>
                  </a:lnTo>
                  <a:lnTo>
                    <a:pt x="995015" y="10974"/>
                  </a:lnTo>
                  <a:close/>
                  <a:moveTo>
                    <a:pt x="1069788" y="0"/>
                  </a:moveTo>
                  <a:lnTo>
                    <a:pt x="1030775" y="4629"/>
                  </a:lnTo>
                  <a:lnTo>
                    <a:pt x="1090001" y="20750"/>
                  </a:lnTo>
                  <a:close/>
                  <a:moveTo>
                    <a:pt x="1030775" y="4629"/>
                  </a:moveTo>
                  <a:lnTo>
                    <a:pt x="1055525" y="16425"/>
                  </a:lnTo>
                  <a:lnTo>
                    <a:pt x="1090001" y="2075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08" name="Input_density__147">
              <a:extLst>
                <a:ext uri="{FF2B5EF4-FFF2-40B4-BE49-F238E27FC236}">
                  <a16:creationId xmlns:a16="http://schemas.microsoft.com/office/drawing/2014/main" id="{E0D27E41-5FFD-6139-F96B-6A6A8CDF1DAF}"/>
                </a:ext>
              </a:extLst>
            </p:cNvPr>
            <p:cNvSpPr>
              <a:spLocks noGrp="1"/>
            </p:cNvSpPr>
            <p:nvPr/>
          </p:nvSpPr>
          <p:spPr>
            <a:xfrm>
              <a:off x="755812" y="1519094"/>
              <a:ext cx="839998" cy="957112"/>
            </a:xfrm>
            <a:custGeom>
              <a:avLst/>
              <a:gdLst/>
              <a:ahLst/>
              <a:cxnLst/>
              <a:rect l="0" t="0" r="0" b="0"/>
              <a:pathLst>
                <a:path w="839998" h="957112">
                  <a:moveTo>
                    <a:pt x="41559" y="939928"/>
                  </a:moveTo>
                  <a:lnTo>
                    <a:pt x="43054" y="903173"/>
                  </a:lnTo>
                  <a:lnTo>
                    <a:pt x="18686" y="957112"/>
                  </a:lnTo>
                  <a:close/>
                  <a:moveTo>
                    <a:pt x="44183" y="899797"/>
                  </a:moveTo>
                  <a:lnTo>
                    <a:pt x="37429" y="909398"/>
                  </a:lnTo>
                  <a:lnTo>
                    <a:pt x="43054" y="903173"/>
                  </a:lnTo>
                  <a:close/>
                  <a:moveTo>
                    <a:pt x="44183" y="899797"/>
                  </a:moveTo>
                  <a:lnTo>
                    <a:pt x="43054" y="903173"/>
                  </a:lnTo>
                  <a:lnTo>
                    <a:pt x="51671" y="897819"/>
                  </a:lnTo>
                  <a:close/>
                  <a:moveTo>
                    <a:pt x="0" y="666765"/>
                  </a:moveTo>
                  <a:lnTo>
                    <a:pt x="20786" y="672105"/>
                  </a:lnTo>
                  <a:lnTo>
                    <a:pt x="20463" y="648277"/>
                  </a:lnTo>
                  <a:close/>
                  <a:moveTo>
                    <a:pt x="249375" y="760930"/>
                  </a:moveTo>
                  <a:lnTo>
                    <a:pt x="241173" y="724175"/>
                  </a:lnTo>
                  <a:lnTo>
                    <a:pt x="234567" y="767987"/>
                  </a:lnTo>
                  <a:close/>
                  <a:moveTo>
                    <a:pt x="241173" y="724175"/>
                  </a:moveTo>
                  <a:lnTo>
                    <a:pt x="226506" y="729793"/>
                  </a:lnTo>
                  <a:lnTo>
                    <a:pt x="234567" y="767987"/>
                  </a:lnTo>
                  <a:close/>
                  <a:moveTo>
                    <a:pt x="234567" y="767987"/>
                  </a:moveTo>
                  <a:lnTo>
                    <a:pt x="244352" y="765061"/>
                  </a:lnTo>
                  <a:lnTo>
                    <a:pt x="249375" y="760930"/>
                  </a:lnTo>
                  <a:close/>
                  <a:moveTo>
                    <a:pt x="92182" y="578744"/>
                  </a:moveTo>
                  <a:lnTo>
                    <a:pt x="66069" y="594339"/>
                  </a:lnTo>
                  <a:lnTo>
                    <a:pt x="94286" y="577716"/>
                  </a:lnTo>
                  <a:close/>
                  <a:moveTo>
                    <a:pt x="66069" y="594339"/>
                  </a:moveTo>
                  <a:lnTo>
                    <a:pt x="44592" y="612703"/>
                  </a:lnTo>
                  <a:lnTo>
                    <a:pt x="94286" y="577716"/>
                  </a:lnTo>
                  <a:close/>
                  <a:moveTo>
                    <a:pt x="92182" y="578744"/>
                  </a:moveTo>
                  <a:lnTo>
                    <a:pt x="94286" y="577716"/>
                  </a:lnTo>
                  <a:lnTo>
                    <a:pt x="94554" y="577155"/>
                  </a:lnTo>
                  <a:close/>
                  <a:moveTo>
                    <a:pt x="244352" y="765061"/>
                  </a:moveTo>
                  <a:lnTo>
                    <a:pt x="266584" y="751973"/>
                  </a:lnTo>
                  <a:lnTo>
                    <a:pt x="249375" y="760930"/>
                  </a:lnTo>
                  <a:close/>
                  <a:moveTo>
                    <a:pt x="241173" y="724175"/>
                  </a:moveTo>
                  <a:lnTo>
                    <a:pt x="249375" y="760930"/>
                  </a:lnTo>
                  <a:lnTo>
                    <a:pt x="267011" y="743746"/>
                  </a:lnTo>
                  <a:close/>
                  <a:moveTo>
                    <a:pt x="241173" y="724175"/>
                  </a:moveTo>
                  <a:lnTo>
                    <a:pt x="267011" y="743746"/>
                  </a:lnTo>
                  <a:lnTo>
                    <a:pt x="255986" y="706992"/>
                  </a:lnTo>
                  <a:close/>
                  <a:moveTo>
                    <a:pt x="104383" y="389836"/>
                  </a:moveTo>
                  <a:lnTo>
                    <a:pt x="107196" y="359013"/>
                  </a:lnTo>
                  <a:lnTo>
                    <a:pt x="92046" y="376926"/>
                  </a:lnTo>
                  <a:close/>
                  <a:moveTo>
                    <a:pt x="273238" y="405660"/>
                  </a:moveTo>
                  <a:lnTo>
                    <a:pt x="268758" y="443108"/>
                  </a:lnTo>
                  <a:lnTo>
                    <a:pt x="287100" y="398157"/>
                  </a:lnTo>
                  <a:close/>
                  <a:moveTo>
                    <a:pt x="287100" y="398157"/>
                  </a:moveTo>
                  <a:lnTo>
                    <a:pt x="272851" y="452095"/>
                  </a:lnTo>
                  <a:lnTo>
                    <a:pt x="293470" y="434912"/>
                  </a:lnTo>
                  <a:close/>
                  <a:moveTo>
                    <a:pt x="510332" y="601503"/>
                  </a:moveTo>
                  <a:lnTo>
                    <a:pt x="492430" y="604296"/>
                  </a:lnTo>
                  <a:lnTo>
                    <a:pt x="505354" y="636980"/>
                  </a:lnTo>
                  <a:close/>
                  <a:moveTo>
                    <a:pt x="454926" y="607697"/>
                  </a:moveTo>
                  <a:lnTo>
                    <a:pt x="438531" y="581931"/>
                  </a:lnTo>
                  <a:lnTo>
                    <a:pt x="432778" y="586416"/>
                  </a:lnTo>
                  <a:close/>
                  <a:moveTo>
                    <a:pt x="485667" y="565047"/>
                  </a:moveTo>
                  <a:lnTo>
                    <a:pt x="438531" y="581931"/>
                  </a:lnTo>
                  <a:lnTo>
                    <a:pt x="454926" y="607697"/>
                  </a:lnTo>
                  <a:close/>
                  <a:moveTo>
                    <a:pt x="492430" y="604296"/>
                  </a:moveTo>
                  <a:lnTo>
                    <a:pt x="485667" y="565047"/>
                  </a:lnTo>
                  <a:lnTo>
                    <a:pt x="454926" y="607697"/>
                  </a:lnTo>
                  <a:close/>
                  <a:moveTo>
                    <a:pt x="510332" y="601503"/>
                  </a:moveTo>
                  <a:lnTo>
                    <a:pt x="486744" y="564748"/>
                  </a:lnTo>
                  <a:lnTo>
                    <a:pt x="492430" y="604296"/>
                  </a:lnTo>
                  <a:close/>
                  <a:moveTo>
                    <a:pt x="486744" y="564748"/>
                  </a:moveTo>
                  <a:lnTo>
                    <a:pt x="485667" y="565047"/>
                  </a:lnTo>
                  <a:lnTo>
                    <a:pt x="492430" y="604296"/>
                  </a:lnTo>
                  <a:close/>
                  <a:moveTo>
                    <a:pt x="458608" y="558410"/>
                  </a:moveTo>
                  <a:lnTo>
                    <a:pt x="438531" y="581931"/>
                  </a:lnTo>
                  <a:lnTo>
                    <a:pt x="485667" y="565047"/>
                  </a:lnTo>
                  <a:close/>
                  <a:moveTo>
                    <a:pt x="287100" y="398157"/>
                  </a:moveTo>
                  <a:lnTo>
                    <a:pt x="293470" y="434912"/>
                  </a:lnTo>
                  <a:lnTo>
                    <a:pt x="317084" y="417728"/>
                  </a:lnTo>
                  <a:close/>
                  <a:moveTo>
                    <a:pt x="287100" y="398157"/>
                  </a:moveTo>
                  <a:lnTo>
                    <a:pt x="317084" y="417728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287100" y="398157"/>
                  </a:lnTo>
                  <a:lnTo>
                    <a:pt x="328028" y="380973"/>
                  </a:lnTo>
                  <a:close/>
                  <a:moveTo>
                    <a:pt x="334153" y="370618"/>
                  </a:moveTo>
                  <a:lnTo>
                    <a:pt x="305981" y="361493"/>
                  </a:lnTo>
                  <a:lnTo>
                    <a:pt x="287100" y="398157"/>
                  </a:lnTo>
                  <a:close/>
                  <a:moveTo>
                    <a:pt x="486744" y="564748"/>
                  </a:moveTo>
                  <a:lnTo>
                    <a:pt x="510332" y="601503"/>
                  </a:lnTo>
                  <a:lnTo>
                    <a:pt x="541427" y="584320"/>
                  </a:lnTo>
                  <a:close/>
                  <a:moveTo>
                    <a:pt x="486744" y="564748"/>
                  </a:moveTo>
                  <a:lnTo>
                    <a:pt x="541427" y="584320"/>
                  </a:lnTo>
                  <a:lnTo>
                    <a:pt x="532004" y="547565"/>
                  </a:lnTo>
                  <a:close/>
                  <a:moveTo>
                    <a:pt x="328028" y="380973"/>
                  </a:moveTo>
                  <a:lnTo>
                    <a:pt x="362220" y="379345"/>
                  </a:lnTo>
                  <a:lnTo>
                    <a:pt x="345050" y="374366"/>
                  </a:lnTo>
                  <a:close/>
                  <a:moveTo>
                    <a:pt x="334153" y="370618"/>
                  </a:moveTo>
                  <a:lnTo>
                    <a:pt x="328028" y="380973"/>
                  </a:lnTo>
                  <a:lnTo>
                    <a:pt x="345050" y="374366"/>
                  </a:lnTo>
                  <a:close/>
                  <a:moveTo>
                    <a:pt x="389873" y="358159"/>
                  </a:moveTo>
                  <a:lnTo>
                    <a:pt x="334153" y="370618"/>
                  </a:lnTo>
                  <a:lnTo>
                    <a:pt x="389018" y="363790"/>
                  </a:lnTo>
                  <a:close/>
                  <a:moveTo>
                    <a:pt x="389018" y="363790"/>
                  </a:moveTo>
                  <a:lnTo>
                    <a:pt x="334153" y="370618"/>
                  </a:lnTo>
                  <a:lnTo>
                    <a:pt x="345050" y="374366"/>
                  </a:lnTo>
                  <a:close/>
                  <a:moveTo>
                    <a:pt x="345050" y="374366"/>
                  </a:moveTo>
                  <a:lnTo>
                    <a:pt x="362220" y="379345"/>
                  </a:lnTo>
                  <a:lnTo>
                    <a:pt x="389018" y="363790"/>
                  </a:lnTo>
                  <a:close/>
                  <a:moveTo>
                    <a:pt x="283111" y="263391"/>
                  </a:moveTo>
                  <a:lnTo>
                    <a:pt x="280081" y="293029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80081" y="293029"/>
                  </a:lnTo>
                  <a:lnTo>
                    <a:pt x="290339" y="307463"/>
                  </a:lnTo>
                  <a:close/>
                  <a:moveTo>
                    <a:pt x="265615" y="270708"/>
                  </a:moveTo>
                  <a:lnTo>
                    <a:pt x="280081" y="293029"/>
                  </a:lnTo>
                  <a:lnTo>
                    <a:pt x="283111" y="263391"/>
                  </a:lnTo>
                  <a:close/>
                  <a:moveTo>
                    <a:pt x="267462" y="245848"/>
                  </a:moveTo>
                  <a:lnTo>
                    <a:pt x="265615" y="270708"/>
                  </a:lnTo>
                  <a:lnTo>
                    <a:pt x="283111" y="263391"/>
                  </a:lnTo>
                  <a:close/>
                  <a:moveTo>
                    <a:pt x="319050" y="217942"/>
                  </a:moveTo>
                  <a:lnTo>
                    <a:pt x="267462" y="245848"/>
                  </a:lnTo>
                  <a:lnTo>
                    <a:pt x="307624" y="253525"/>
                  </a:lnTo>
                  <a:close/>
                  <a:moveTo>
                    <a:pt x="307624" y="253525"/>
                  </a:moveTo>
                  <a:lnTo>
                    <a:pt x="267462" y="245848"/>
                  </a:lnTo>
                  <a:lnTo>
                    <a:pt x="283111" y="263391"/>
                  </a:lnTo>
                  <a:close/>
                  <a:moveTo>
                    <a:pt x="685493" y="677402"/>
                  </a:moveTo>
                  <a:lnTo>
                    <a:pt x="695872" y="658575"/>
                  </a:lnTo>
                  <a:lnTo>
                    <a:pt x="688259" y="642938"/>
                  </a:lnTo>
                  <a:close/>
                  <a:moveTo>
                    <a:pt x="688259" y="642938"/>
                  </a:moveTo>
                  <a:lnTo>
                    <a:pt x="697610" y="640646"/>
                  </a:lnTo>
                  <a:lnTo>
                    <a:pt x="685123" y="618386"/>
                  </a:lnTo>
                  <a:close/>
                  <a:moveTo>
                    <a:pt x="673717" y="640646"/>
                  </a:moveTo>
                  <a:lnTo>
                    <a:pt x="688259" y="642938"/>
                  </a:lnTo>
                  <a:lnTo>
                    <a:pt x="685123" y="618386"/>
                  </a:lnTo>
                  <a:close/>
                  <a:moveTo>
                    <a:pt x="688259" y="642938"/>
                  </a:moveTo>
                  <a:lnTo>
                    <a:pt x="695872" y="658575"/>
                  </a:lnTo>
                  <a:lnTo>
                    <a:pt x="697610" y="640646"/>
                  </a:lnTo>
                  <a:close/>
                  <a:moveTo>
                    <a:pt x="579143" y="543230"/>
                  </a:moveTo>
                  <a:lnTo>
                    <a:pt x="591991" y="519333"/>
                  </a:lnTo>
                  <a:lnTo>
                    <a:pt x="560553" y="526367"/>
                  </a:lnTo>
                  <a:close/>
                  <a:moveTo>
                    <a:pt x="579143" y="543230"/>
                  </a:moveTo>
                  <a:lnTo>
                    <a:pt x="553260" y="537183"/>
                  </a:lnTo>
                  <a:lnTo>
                    <a:pt x="596830" y="537423"/>
                  </a:lnTo>
                  <a:close/>
                  <a:moveTo>
                    <a:pt x="591991" y="519333"/>
                  </a:moveTo>
                  <a:lnTo>
                    <a:pt x="579143" y="543230"/>
                  </a:lnTo>
                  <a:lnTo>
                    <a:pt x="601898" y="530382"/>
                  </a:lnTo>
                  <a:close/>
                  <a:moveTo>
                    <a:pt x="579143" y="543230"/>
                  </a:moveTo>
                  <a:lnTo>
                    <a:pt x="596830" y="537423"/>
                  </a:lnTo>
                  <a:lnTo>
                    <a:pt x="601898" y="530382"/>
                  </a:lnTo>
                  <a:close/>
                  <a:moveTo>
                    <a:pt x="389873" y="358159"/>
                  </a:moveTo>
                  <a:lnTo>
                    <a:pt x="389018" y="363790"/>
                  </a:lnTo>
                  <a:lnTo>
                    <a:pt x="392172" y="363144"/>
                  </a:lnTo>
                  <a:close/>
                  <a:moveTo>
                    <a:pt x="392172" y="363144"/>
                  </a:moveTo>
                  <a:lnTo>
                    <a:pt x="393951" y="327035"/>
                  </a:lnTo>
                  <a:lnTo>
                    <a:pt x="389873" y="358159"/>
                  </a:lnTo>
                  <a:close/>
                  <a:moveTo>
                    <a:pt x="307624" y="253525"/>
                  </a:moveTo>
                  <a:lnTo>
                    <a:pt x="339390" y="289473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07624" y="253525"/>
                  </a:lnTo>
                  <a:lnTo>
                    <a:pt x="340923" y="243480"/>
                  </a:lnTo>
                  <a:close/>
                  <a:moveTo>
                    <a:pt x="319050" y="217942"/>
                  </a:moveTo>
                  <a:lnTo>
                    <a:pt x="340923" y="243480"/>
                  </a:lnTo>
                  <a:lnTo>
                    <a:pt x="319556" y="216770"/>
                  </a:lnTo>
                  <a:close/>
                  <a:moveTo>
                    <a:pt x="319556" y="216770"/>
                  </a:moveTo>
                  <a:lnTo>
                    <a:pt x="340923" y="243480"/>
                  </a:lnTo>
                  <a:lnTo>
                    <a:pt x="377510" y="236341"/>
                  </a:lnTo>
                  <a:close/>
                  <a:moveTo>
                    <a:pt x="319556" y="216770"/>
                  </a:moveTo>
                  <a:lnTo>
                    <a:pt x="377510" y="236341"/>
                  </a:lnTo>
                  <a:lnTo>
                    <a:pt x="372611" y="199587"/>
                  </a:lnTo>
                  <a:close/>
                  <a:moveTo>
                    <a:pt x="683544" y="602024"/>
                  </a:moveTo>
                  <a:lnTo>
                    <a:pt x="673717" y="640646"/>
                  </a:lnTo>
                  <a:lnTo>
                    <a:pt x="685123" y="618386"/>
                  </a:lnTo>
                  <a:close/>
                  <a:moveTo>
                    <a:pt x="661367" y="637712"/>
                  </a:moveTo>
                  <a:lnTo>
                    <a:pt x="673717" y="640646"/>
                  </a:lnTo>
                  <a:lnTo>
                    <a:pt x="683544" y="602024"/>
                  </a:lnTo>
                  <a:close/>
                  <a:moveTo>
                    <a:pt x="683544" y="602024"/>
                  </a:moveTo>
                  <a:lnTo>
                    <a:pt x="685123" y="618386"/>
                  </a:lnTo>
                  <a:lnTo>
                    <a:pt x="735614" y="631527"/>
                  </a:lnTo>
                  <a:close/>
                  <a:moveTo>
                    <a:pt x="729571" y="591693"/>
                  </a:moveTo>
                  <a:lnTo>
                    <a:pt x="683544" y="602024"/>
                  </a:lnTo>
                  <a:lnTo>
                    <a:pt x="735614" y="631527"/>
                  </a:lnTo>
                  <a:close/>
                  <a:moveTo>
                    <a:pt x="683544" y="602024"/>
                  </a:moveTo>
                  <a:lnTo>
                    <a:pt x="699458" y="567137"/>
                  </a:lnTo>
                  <a:lnTo>
                    <a:pt x="679046" y="595664"/>
                  </a:lnTo>
                  <a:close/>
                  <a:moveTo>
                    <a:pt x="729571" y="591693"/>
                  </a:moveTo>
                  <a:lnTo>
                    <a:pt x="706560" y="565653"/>
                  </a:lnTo>
                  <a:lnTo>
                    <a:pt x="683544" y="602024"/>
                  </a:lnTo>
                  <a:close/>
                  <a:moveTo>
                    <a:pt x="749143" y="586708"/>
                  </a:moveTo>
                  <a:lnTo>
                    <a:pt x="759834" y="552357"/>
                  </a:lnTo>
                  <a:lnTo>
                    <a:pt x="729571" y="591693"/>
                  </a:lnTo>
                  <a:close/>
                  <a:moveTo>
                    <a:pt x="445695" y="309852"/>
                  </a:moveTo>
                  <a:lnTo>
                    <a:pt x="475366" y="329423"/>
                  </a:lnTo>
                  <a:lnTo>
                    <a:pt x="469803" y="292668"/>
                  </a:lnTo>
                  <a:close/>
                  <a:moveTo>
                    <a:pt x="436228" y="264922"/>
                  </a:moveTo>
                  <a:lnTo>
                    <a:pt x="429120" y="284116"/>
                  </a:lnTo>
                  <a:lnTo>
                    <a:pt x="453357" y="255913"/>
                  </a:lnTo>
                  <a:close/>
                  <a:moveTo>
                    <a:pt x="453357" y="255913"/>
                  </a:moveTo>
                  <a:lnTo>
                    <a:pt x="429120" y="284116"/>
                  </a:lnTo>
                  <a:lnTo>
                    <a:pt x="445695" y="309852"/>
                  </a:lnTo>
                  <a:close/>
                  <a:moveTo>
                    <a:pt x="453357" y="255913"/>
                  </a:moveTo>
                  <a:lnTo>
                    <a:pt x="445695" y="309852"/>
                  </a:lnTo>
                  <a:lnTo>
                    <a:pt x="469803" y="292668"/>
                  </a:lnTo>
                  <a:close/>
                  <a:moveTo>
                    <a:pt x="385973" y="233943"/>
                  </a:moveTo>
                  <a:lnTo>
                    <a:pt x="385099" y="244103"/>
                  </a:lnTo>
                  <a:lnTo>
                    <a:pt x="436228" y="264922"/>
                  </a:lnTo>
                  <a:close/>
                  <a:moveTo>
                    <a:pt x="433326" y="222534"/>
                  </a:moveTo>
                  <a:lnTo>
                    <a:pt x="385973" y="233943"/>
                  </a:lnTo>
                  <a:lnTo>
                    <a:pt x="436228" y="264922"/>
                  </a:lnTo>
                  <a:close/>
                  <a:moveTo>
                    <a:pt x="453357" y="255913"/>
                  </a:moveTo>
                  <a:lnTo>
                    <a:pt x="459104" y="219158"/>
                  </a:lnTo>
                  <a:lnTo>
                    <a:pt x="436228" y="264922"/>
                  </a:lnTo>
                  <a:close/>
                  <a:moveTo>
                    <a:pt x="459104" y="219158"/>
                  </a:moveTo>
                  <a:lnTo>
                    <a:pt x="433326" y="222534"/>
                  </a:lnTo>
                  <a:lnTo>
                    <a:pt x="436228" y="264922"/>
                  </a:lnTo>
                  <a:close/>
                  <a:moveTo>
                    <a:pt x="377510" y="236341"/>
                  </a:moveTo>
                  <a:lnTo>
                    <a:pt x="385099" y="244103"/>
                  </a:lnTo>
                  <a:lnTo>
                    <a:pt x="385973" y="233943"/>
                  </a:lnTo>
                  <a:close/>
                  <a:moveTo>
                    <a:pt x="372611" y="199587"/>
                  </a:moveTo>
                  <a:lnTo>
                    <a:pt x="385973" y="233943"/>
                  </a:lnTo>
                  <a:lnTo>
                    <a:pt x="373468" y="199363"/>
                  </a:lnTo>
                  <a:close/>
                  <a:moveTo>
                    <a:pt x="372611" y="199587"/>
                  </a:moveTo>
                  <a:lnTo>
                    <a:pt x="377510" y="236341"/>
                  </a:lnTo>
                  <a:lnTo>
                    <a:pt x="385973" y="233943"/>
                  </a:lnTo>
                  <a:close/>
                  <a:moveTo>
                    <a:pt x="385973" y="233943"/>
                  </a:moveTo>
                  <a:lnTo>
                    <a:pt x="433326" y="222534"/>
                  </a:lnTo>
                  <a:lnTo>
                    <a:pt x="415563" y="192229"/>
                  </a:lnTo>
                  <a:close/>
                  <a:moveTo>
                    <a:pt x="385973" y="233943"/>
                  </a:moveTo>
                  <a:lnTo>
                    <a:pt x="415563" y="192229"/>
                  </a:lnTo>
                  <a:lnTo>
                    <a:pt x="373468" y="199363"/>
                  </a:lnTo>
                  <a:close/>
                  <a:moveTo>
                    <a:pt x="372951" y="198686"/>
                  </a:moveTo>
                  <a:lnTo>
                    <a:pt x="372611" y="199587"/>
                  </a:lnTo>
                  <a:lnTo>
                    <a:pt x="373468" y="199363"/>
                  </a:lnTo>
                  <a:close/>
                  <a:moveTo>
                    <a:pt x="749143" y="586708"/>
                  </a:moveTo>
                  <a:lnTo>
                    <a:pt x="774277" y="606358"/>
                  </a:lnTo>
                  <a:lnTo>
                    <a:pt x="781066" y="576917"/>
                  </a:lnTo>
                  <a:close/>
                  <a:moveTo>
                    <a:pt x="759834" y="552357"/>
                  </a:moveTo>
                  <a:lnTo>
                    <a:pt x="749143" y="586708"/>
                  </a:lnTo>
                  <a:lnTo>
                    <a:pt x="781066" y="576917"/>
                  </a:lnTo>
                  <a:close/>
                  <a:moveTo>
                    <a:pt x="453357" y="255913"/>
                  </a:moveTo>
                  <a:lnTo>
                    <a:pt x="482005" y="238730"/>
                  </a:lnTo>
                  <a:lnTo>
                    <a:pt x="459104" y="219158"/>
                  </a:lnTo>
                  <a:close/>
                  <a:moveTo>
                    <a:pt x="761668" y="174379"/>
                  </a:moveTo>
                  <a:lnTo>
                    <a:pt x="725615" y="192186"/>
                  </a:lnTo>
                  <a:lnTo>
                    <a:pt x="739841" y="187180"/>
                  </a:lnTo>
                  <a:close/>
                  <a:moveTo>
                    <a:pt x="777667" y="176956"/>
                  </a:moveTo>
                  <a:lnTo>
                    <a:pt x="739841" y="187180"/>
                  </a:lnTo>
                  <a:lnTo>
                    <a:pt x="788628" y="178972"/>
                  </a:lnTo>
                  <a:close/>
                  <a:moveTo>
                    <a:pt x="788628" y="178972"/>
                  </a:moveTo>
                  <a:lnTo>
                    <a:pt x="739841" y="187180"/>
                  </a:lnTo>
                  <a:lnTo>
                    <a:pt x="732991" y="191738"/>
                  </a:lnTo>
                  <a:close/>
                  <a:moveTo>
                    <a:pt x="788628" y="178972"/>
                  </a:moveTo>
                  <a:lnTo>
                    <a:pt x="732991" y="191738"/>
                  </a:lnTo>
                  <a:lnTo>
                    <a:pt x="761904" y="203633"/>
                  </a:lnTo>
                  <a:close/>
                  <a:moveTo>
                    <a:pt x="761668" y="174379"/>
                  </a:moveTo>
                  <a:lnTo>
                    <a:pt x="739841" y="187180"/>
                  </a:lnTo>
                  <a:lnTo>
                    <a:pt x="777667" y="176956"/>
                  </a:lnTo>
                  <a:close/>
                  <a:moveTo>
                    <a:pt x="769352" y="150425"/>
                  </a:moveTo>
                  <a:lnTo>
                    <a:pt x="777667" y="176956"/>
                  </a:lnTo>
                  <a:lnTo>
                    <a:pt x="796199" y="169996"/>
                  </a:lnTo>
                  <a:close/>
                  <a:moveTo>
                    <a:pt x="777667" y="176956"/>
                  </a:moveTo>
                  <a:lnTo>
                    <a:pt x="788628" y="178972"/>
                  </a:lnTo>
                  <a:lnTo>
                    <a:pt x="796199" y="169996"/>
                  </a:lnTo>
                  <a:close/>
                  <a:moveTo>
                    <a:pt x="788628" y="178972"/>
                  </a:moveTo>
                  <a:lnTo>
                    <a:pt x="815219" y="182184"/>
                  </a:lnTo>
                  <a:lnTo>
                    <a:pt x="796199" y="169996"/>
                  </a:lnTo>
                  <a:close/>
                  <a:moveTo>
                    <a:pt x="815219" y="182184"/>
                  </a:moveTo>
                  <a:lnTo>
                    <a:pt x="839998" y="152813"/>
                  </a:lnTo>
                  <a:lnTo>
                    <a:pt x="796199" y="169996"/>
                  </a:lnTo>
                  <a:close/>
                  <a:moveTo>
                    <a:pt x="839998" y="152813"/>
                  </a:moveTo>
                  <a:lnTo>
                    <a:pt x="801456" y="133241"/>
                  </a:lnTo>
                  <a:lnTo>
                    <a:pt x="796199" y="169996"/>
                  </a:lnTo>
                  <a:close/>
                  <a:moveTo>
                    <a:pt x="722128" y="16031"/>
                  </a:moveTo>
                  <a:lnTo>
                    <a:pt x="708050" y="22977"/>
                  </a:lnTo>
                  <a:lnTo>
                    <a:pt x="735680" y="9375"/>
                  </a:lnTo>
                  <a:close/>
                  <a:moveTo>
                    <a:pt x="752418" y="5793"/>
                  </a:moveTo>
                  <a:lnTo>
                    <a:pt x="711397" y="14793"/>
                  </a:lnTo>
                  <a:lnTo>
                    <a:pt x="722128" y="16031"/>
                  </a:lnTo>
                  <a:close/>
                  <a:moveTo>
                    <a:pt x="766492" y="0"/>
                  </a:moveTo>
                  <a:lnTo>
                    <a:pt x="752418" y="5793"/>
                  </a:lnTo>
                  <a:lnTo>
                    <a:pt x="771440" y="303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09" name="Input_density__148">
              <a:extLst>
                <a:ext uri="{FF2B5EF4-FFF2-40B4-BE49-F238E27FC236}">
                  <a16:creationId xmlns:a16="http://schemas.microsoft.com/office/drawing/2014/main" id="{EEE0BB8E-DFEB-3784-1701-A06D5F566DD9}"/>
                </a:ext>
              </a:extLst>
            </p:cNvPr>
            <p:cNvSpPr>
              <a:spLocks noGrp="1"/>
            </p:cNvSpPr>
            <p:nvPr/>
          </p:nvSpPr>
          <p:spPr>
            <a:xfrm>
              <a:off x="647003" y="1792041"/>
              <a:ext cx="1115623" cy="783828"/>
            </a:xfrm>
            <a:custGeom>
              <a:avLst/>
              <a:gdLst/>
              <a:ahLst/>
              <a:cxnLst/>
              <a:rect l="0" t="0" r="0" b="0"/>
              <a:pathLst>
                <a:path w="1115623" h="783828">
                  <a:moveTo>
                    <a:pt x="353988" y="783828"/>
                  </a:moveTo>
                  <a:lnTo>
                    <a:pt x="377015" y="763263"/>
                  </a:lnTo>
                  <a:lnTo>
                    <a:pt x="378567" y="760063"/>
                  </a:lnTo>
                  <a:close/>
                  <a:moveTo>
                    <a:pt x="6859" y="355758"/>
                  </a:moveTo>
                  <a:lnTo>
                    <a:pt x="0" y="372942"/>
                  </a:lnTo>
                  <a:lnTo>
                    <a:pt x="30254" y="320902"/>
                  </a:lnTo>
                  <a:close/>
                  <a:moveTo>
                    <a:pt x="353988" y="783828"/>
                  </a:moveTo>
                  <a:lnTo>
                    <a:pt x="378567" y="760063"/>
                  </a:lnTo>
                  <a:lnTo>
                    <a:pt x="405926" y="757232"/>
                  </a:lnTo>
                  <a:close/>
                  <a:moveTo>
                    <a:pt x="9894" y="352802"/>
                  </a:moveTo>
                  <a:lnTo>
                    <a:pt x="6634" y="357165"/>
                  </a:lnTo>
                  <a:lnTo>
                    <a:pt x="6859" y="355758"/>
                  </a:lnTo>
                  <a:close/>
                  <a:moveTo>
                    <a:pt x="284040" y="377718"/>
                  </a:moveTo>
                  <a:lnTo>
                    <a:pt x="283582" y="382322"/>
                  </a:lnTo>
                  <a:lnTo>
                    <a:pt x="288570" y="375194"/>
                  </a:lnTo>
                  <a:close/>
                  <a:moveTo>
                    <a:pt x="288570" y="375194"/>
                  </a:moveTo>
                  <a:lnTo>
                    <a:pt x="298092" y="325778"/>
                  </a:lnTo>
                  <a:lnTo>
                    <a:pt x="284040" y="377718"/>
                  </a:lnTo>
                  <a:close/>
                  <a:moveTo>
                    <a:pt x="303225" y="333780"/>
                  </a:moveTo>
                  <a:lnTo>
                    <a:pt x="292904" y="374743"/>
                  </a:lnTo>
                  <a:lnTo>
                    <a:pt x="284040" y="377718"/>
                  </a:lnTo>
                  <a:close/>
                  <a:moveTo>
                    <a:pt x="298092" y="325778"/>
                  </a:moveTo>
                  <a:lnTo>
                    <a:pt x="288570" y="375194"/>
                  </a:lnTo>
                  <a:lnTo>
                    <a:pt x="310118" y="340963"/>
                  </a:lnTo>
                  <a:close/>
                  <a:moveTo>
                    <a:pt x="575445" y="527126"/>
                  </a:moveTo>
                  <a:lnTo>
                    <a:pt x="564648" y="557744"/>
                  </a:lnTo>
                  <a:lnTo>
                    <a:pt x="555116" y="556466"/>
                  </a:lnTo>
                  <a:close/>
                  <a:moveTo>
                    <a:pt x="374028" y="253140"/>
                  </a:moveTo>
                  <a:lnTo>
                    <a:pt x="377924" y="225559"/>
                  </a:lnTo>
                  <a:lnTo>
                    <a:pt x="363221" y="241103"/>
                  </a:lnTo>
                  <a:close/>
                  <a:moveTo>
                    <a:pt x="746563" y="196701"/>
                  </a:moveTo>
                  <a:lnTo>
                    <a:pt x="777800" y="188916"/>
                  </a:lnTo>
                  <a:lnTo>
                    <a:pt x="799883" y="175272"/>
                  </a:lnTo>
                  <a:close/>
                  <a:moveTo>
                    <a:pt x="836909" y="4926"/>
                  </a:moveTo>
                  <a:lnTo>
                    <a:pt x="793446" y="14959"/>
                  </a:lnTo>
                  <a:lnTo>
                    <a:pt x="838965" y="4399"/>
                  </a:lnTo>
                  <a:close/>
                  <a:moveTo>
                    <a:pt x="838965" y="4399"/>
                  </a:moveTo>
                  <a:lnTo>
                    <a:pt x="793446" y="14959"/>
                  </a:lnTo>
                  <a:lnTo>
                    <a:pt x="783349" y="17245"/>
                  </a:lnTo>
                  <a:close/>
                  <a:moveTo>
                    <a:pt x="836909" y="4926"/>
                  </a:moveTo>
                  <a:lnTo>
                    <a:pt x="840790" y="3557"/>
                  </a:lnTo>
                  <a:lnTo>
                    <a:pt x="863520" y="0"/>
                  </a:lnTo>
                  <a:close/>
                  <a:moveTo>
                    <a:pt x="863520" y="0"/>
                  </a:moveTo>
                  <a:lnTo>
                    <a:pt x="840790" y="3557"/>
                  </a:lnTo>
                  <a:lnTo>
                    <a:pt x="876978" y="21946"/>
                  </a:lnTo>
                  <a:close/>
                  <a:moveTo>
                    <a:pt x="1069813" y="80571"/>
                  </a:moveTo>
                  <a:lnTo>
                    <a:pt x="1081657" y="96489"/>
                  </a:lnTo>
                  <a:lnTo>
                    <a:pt x="1094085" y="67315"/>
                  </a:lnTo>
                  <a:close/>
                  <a:moveTo>
                    <a:pt x="1057666" y="114582"/>
                  </a:moveTo>
                  <a:lnTo>
                    <a:pt x="1081657" y="96489"/>
                  </a:lnTo>
                  <a:lnTo>
                    <a:pt x="1069813" y="80571"/>
                  </a:lnTo>
                  <a:close/>
                  <a:moveTo>
                    <a:pt x="1094085" y="67315"/>
                  </a:moveTo>
                  <a:lnTo>
                    <a:pt x="1081657" y="96489"/>
                  </a:lnTo>
                  <a:lnTo>
                    <a:pt x="1095480" y="80825"/>
                  </a:lnTo>
                  <a:close/>
                  <a:moveTo>
                    <a:pt x="1094085" y="67315"/>
                  </a:moveTo>
                  <a:lnTo>
                    <a:pt x="1101444" y="45892"/>
                  </a:lnTo>
                  <a:lnTo>
                    <a:pt x="1096711" y="56563"/>
                  </a:lnTo>
                  <a:close/>
                  <a:moveTo>
                    <a:pt x="1089492" y="63641"/>
                  </a:moveTo>
                  <a:lnTo>
                    <a:pt x="1094085" y="67315"/>
                  </a:lnTo>
                  <a:lnTo>
                    <a:pt x="1096711" y="56563"/>
                  </a:lnTo>
                  <a:close/>
                  <a:moveTo>
                    <a:pt x="1108140" y="26886"/>
                  </a:moveTo>
                  <a:lnTo>
                    <a:pt x="1115623" y="31064"/>
                  </a:lnTo>
                  <a:lnTo>
                    <a:pt x="1096711" y="56563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10" name="Input_density__149">
              <a:extLst>
                <a:ext uri="{FF2B5EF4-FFF2-40B4-BE49-F238E27FC236}">
                  <a16:creationId xmlns:a16="http://schemas.microsoft.com/office/drawing/2014/main" id="{2014FB69-E0D7-6B18-EB8C-20B7D9F7F122}"/>
                </a:ext>
              </a:extLst>
            </p:cNvPr>
            <p:cNvSpPr>
              <a:spLocks noGrp="1"/>
            </p:cNvSpPr>
            <p:nvPr/>
          </p:nvSpPr>
          <p:spPr>
            <a:xfrm>
              <a:off x="1226387" y="2174536"/>
              <a:ext cx="17542" cy="17183"/>
            </a:xfrm>
            <a:custGeom>
              <a:avLst/>
              <a:gdLst/>
              <a:ahLst/>
              <a:cxnLst/>
              <a:rect l="0" t="0" r="0" b="0"/>
              <a:pathLst>
                <a:path w="17542" h="17183">
                  <a:moveTo>
                    <a:pt x="0" y="17183"/>
                  </a:moveTo>
                  <a:lnTo>
                    <a:pt x="17542" y="0"/>
                  </a:lnTo>
                  <a:lnTo>
                    <a:pt x="14832" y="3167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111" name="Input_density__150">
              <a:extLst>
                <a:ext uri="{FF2B5EF4-FFF2-40B4-BE49-F238E27FC236}">
                  <a16:creationId xmlns:a16="http://schemas.microsoft.com/office/drawing/2014/main" id="{5C4D3DE1-79DA-24BF-6EFD-9A536EE86BF6}"/>
                </a:ext>
              </a:extLst>
            </p:cNvPr>
            <p:cNvSpPr>
              <a:spLocks noGrp="1"/>
            </p:cNvSpPr>
            <p:nvPr/>
          </p:nvSpPr>
          <p:spPr>
            <a:xfrm>
              <a:off x="498001" y="1603044"/>
              <a:ext cx="1287253" cy="982856"/>
            </a:xfrm>
            <a:custGeom>
              <a:avLst/>
              <a:gdLst/>
              <a:ahLst/>
              <a:cxnLst/>
              <a:rect l="0" t="0" r="0" b="0"/>
              <a:pathLst>
                <a:path w="1287253" h="982856">
                  <a:moveTo>
                    <a:pt x="0" y="579122"/>
                  </a:moveTo>
                  <a:lnTo>
                    <a:pt x="3951" y="586502"/>
                  </a:lnTo>
                  <a:lnTo>
                    <a:pt x="18199" y="598449"/>
                  </a:lnTo>
                  <a:close/>
                  <a:moveTo>
                    <a:pt x="311305" y="892734"/>
                  </a:moveTo>
                  <a:lnTo>
                    <a:pt x="295374" y="909917"/>
                  </a:lnTo>
                  <a:lnTo>
                    <a:pt x="303359" y="917159"/>
                  </a:lnTo>
                  <a:close/>
                  <a:moveTo>
                    <a:pt x="0" y="579122"/>
                  </a:moveTo>
                  <a:lnTo>
                    <a:pt x="18199" y="598449"/>
                  </a:lnTo>
                  <a:lnTo>
                    <a:pt x="29890" y="598694"/>
                  </a:lnTo>
                  <a:close/>
                  <a:moveTo>
                    <a:pt x="4954" y="561939"/>
                  </a:moveTo>
                  <a:lnTo>
                    <a:pt x="0" y="579122"/>
                  </a:lnTo>
                  <a:lnTo>
                    <a:pt x="29890" y="598694"/>
                  </a:lnTo>
                  <a:close/>
                  <a:moveTo>
                    <a:pt x="465784" y="958294"/>
                  </a:moveTo>
                  <a:lnTo>
                    <a:pt x="502990" y="972825"/>
                  </a:lnTo>
                  <a:lnTo>
                    <a:pt x="522014" y="947744"/>
                  </a:lnTo>
                  <a:close/>
                  <a:moveTo>
                    <a:pt x="335721" y="784857"/>
                  </a:moveTo>
                  <a:lnTo>
                    <a:pt x="317050" y="762971"/>
                  </a:lnTo>
                  <a:lnTo>
                    <a:pt x="334971" y="793149"/>
                  </a:lnTo>
                  <a:close/>
                  <a:moveTo>
                    <a:pt x="607784" y="951449"/>
                  </a:moveTo>
                  <a:lnTo>
                    <a:pt x="598044" y="982856"/>
                  </a:lnTo>
                  <a:lnTo>
                    <a:pt x="616662" y="956258"/>
                  </a:lnTo>
                  <a:close/>
                  <a:moveTo>
                    <a:pt x="522014" y="947744"/>
                  </a:moveTo>
                  <a:lnTo>
                    <a:pt x="541856" y="925721"/>
                  </a:lnTo>
                  <a:lnTo>
                    <a:pt x="485608" y="936205"/>
                  </a:lnTo>
                  <a:close/>
                  <a:moveTo>
                    <a:pt x="541856" y="925721"/>
                  </a:moveTo>
                  <a:lnTo>
                    <a:pt x="522014" y="947744"/>
                  </a:lnTo>
                  <a:lnTo>
                    <a:pt x="578014" y="936332"/>
                  </a:lnTo>
                  <a:close/>
                  <a:moveTo>
                    <a:pt x="438935" y="852298"/>
                  </a:moveTo>
                  <a:lnTo>
                    <a:pt x="435768" y="874437"/>
                  </a:lnTo>
                  <a:lnTo>
                    <a:pt x="454352" y="858367"/>
                  </a:lnTo>
                  <a:close/>
                  <a:moveTo>
                    <a:pt x="425637" y="818362"/>
                  </a:moveTo>
                  <a:lnTo>
                    <a:pt x="454352" y="858367"/>
                  </a:lnTo>
                  <a:lnTo>
                    <a:pt x="435287" y="821612"/>
                  </a:lnTo>
                  <a:close/>
                  <a:moveTo>
                    <a:pt x="438935" y="852298"/>
                  </a:moveTo>
                  <a:lnTo>
                    <a:pt x="454352" y="858367"/>
                  </a:lnTo>
                  <a:lnTo>
                    <a:pt x="425637" y="818362"/>
                  </a:lnTo>
                  <a:close/>
                  <a:moveTo>
                    <a:pt x="425088" y="784857"/>
                  </a:moveTo>
                  <a:lnTo>
                    <a:pt x="425637" y="818362"/>
                  </a:lnTo>
                  <a:lnTo>
                    <a:pt x="435287" y="821612"/>
                  </a:lnTo>
                  <a:close/>
                  <a:moveTo>
                    <a:pt x="473475" y="794632"/>
                  </a:moveTo>
                  <a:lnTo>
                    <a:pt x="425637" y="818362"/>
                  </a:lnTo>
                  <a:lnTo>
                    <a:pt x="425088" y="784857"/>
                  </a:lnTo>
                  <a:close/>
                  <a:moveTo>
                    <a:pt x="437979" y="786495"/>
                  </a:moveTo>
                  <a:lnTo>
                    <a:pt x="425637" y="818362"/>
                  </a:lnTo>
                  <a:lnTo>
                    <a:pt x="473475" y="794632"/>
                  </a:lnTo>
                  <a:close/>
                  <a:moveTo>
                    <a:pt x="351265" y="711347"/>
                  </a:moveTo>
                  <a:lnTo>
                    <a:pt x="337989" y="657409"/>
                  </a:lnTo>
                  <a:lnTo>
                    <a:pt x="325492" y="674592"/>
                  </a:lnTo>
                  <a:close/>
                  <a:moveTo>
                    <a:pt x="281464" y="671248"/>
                  </a:moveTo>
                  <a:lnTo>
                    <a:pt x="315505" y="673945"/>
                  </a:lnTo>
                  <a:lnTo>
                    <a:pt x="335496" y="652482"/>
                  </a:lnTo>
                  <a:close/>
                  <a:moveTo>
                    <a:pt x="607784" y="951449"/>
                  </a:moveTo>
                  <a:lnTo>
                    <a:pt x="616662" y="956258"/>
                  </a:lnTo>
                  <a:lnTo>
                    <a:pt x="618138" y="949204"/>
                  </a:lnTo>
                  <a:close/>
                  <a:moveTo>
                    <a:pt x="618138" y="949204"/>
                  </a:moveTo>
                  <a:lnTo>
                    <a:pt x="578014" y="936332"/>
                  </a:lnTo>
                  <a:lnTo>
                    <a:pt x="607784" y="951449"/>
                  </a:lnTo>
                  <a:close/>
                  <a:moveTo>
                    <a:pt x="657676" y="944148"/>
                  </a:moveTo>
                  <a:lnTo>
                    <a:pt x="616662" y="956258"/>
                  </a:lnTo>
                  <a:lnTo>
                    <a:pt x="652699" y="966416"/>
                  </a:lnTo>
                  <a:close/>
                  <a:moveTo>
                    <a:pt x="657676" y="944148"/>
                  </a:moveTo>
                  <a:lnTo>
                    <a:pt x="618138" y="949204"/>
                  </a:lnTo>
                  <a:lnTo>
                    <a:pt x="616662" y="956258"/>
                  </a:lnTo>
                  <a:close/>
                  <a:moveTo>
                    <a:pt x="578342" y="864974"/>
                  </a:moveTo>
                  <a:lnTo>
                    <a:pt x="579365" y="845178"/>
                  </a:lnTo>
                  <a:lnTo>
                    <a:pt x="549891" y="859555"/>
                  </a:lnTo>
                  <a:close/>
                  <a:moveTo>
                    <a:pt x="599537" y="824000"/>
                  </a:moveTo>
                  <a:lnTo>
                    <a:pt x="579365" y="845178"/>
                  </a:lnTo>
                  <a:lnTo>
                    <a:pt x="604900" y="825725"/>
                  </a:lnTo>
                  <a:close/>
                  <a:moveTo>
                    <a:pt x="604900" y="825725"/>
                  </a:moveTo>
                  <a:lnTo>
                    <a:pt x="579365" y="845178"/>
                  </a:lnTo>
                  <a:lnTo>
                    <a:pt x="578342" y="864974"/>
                  </a:lnTo>
                  <a:close/>
                  <a:moveTo>
                    <a:pt x="473960" y="700237"/>
                  </a:moveTo>
                  <a:lnTo>
                    <a:pt x="450280" y="707911"/>
                  </a:lnTo>
                  <a:lnTo>
                    <a:pt x="444643" y="676980"/>
                  </a:lnTo>
                  <a:close/>
                  <a:moveTo>
                    <a:pt x="591422" y="794049"/>
                  </a:moveTo>
                  <a:lnTo>
                    <a:pt x="599537" y="824000"/>
                  </a:lnTo>
                  <a:lnTo>
                    <a:pt x="606025" y="820279"/>
                  </a:lnTo>
                  <a:close/>
                  <a:moveTo>
                    <a:pt x="591422" y="794049"/>
                  </a:moveTo>
                  <a:lnTo>
                    <a:pt x="606025" y="820279"/>
                  </a:lnTo>
                  <a:lnTo>
                    <a:pt x="624543" y="793304"/>
                  </a:lnTo>
                  <a:close/>
                  <a:moveTo>
                    <a:pt x="606025" y="820279"/>
                  </a:moveTo>
                  <a:lnTo>
                    <a:pt x="654656" y="781315"/>
                  </a:lnTo>
                  <a:lnTo>
                    <a:pt x="624543" y="793304"/>
                  </a:lnTo>
                  <a:close/>
                  <a:moveTo>
                    <a:pt x="335905" y="439267"/>
                  </a:moveTo>
                  <a:lnTo>
                    <a:pt x="342121" y="456447"/>
                  </a:lnTo>
                  <a:lnTo>
                    <a:pt x="368179" y="457685"/>
                  </a:lnTo>
                  <a:close/>
                  <a:moveTo>
                    <a:pt x="629401" y="716311"/>
                  </a:moveTo>
                  <a:lnTo>
                    <a:pt x="658866" y="764192"/>
                  </a:lnTo>
                  <a:lnTo>
                    <a:pt x="629066" y="733307"/>
                  </a:lnTo>
                  <a:close/>
                  <a:moveTo>
                    <a:pt x="635790" y="755864"/>
                  </a:moveTo>
                  <a:lnTo>
                    <a:pt x="658866" y="764192"/>
                  </a:lnTo>
                  <a:lnTo>
                    <a:pt x="629401" y="716311"/>
                  </a:lnTo>
                  <a:close/>
                  <a:moveTo>
                    <a:pt x="579459" y="685078"/>
                  </a:moveTo>
                  <a:lnTo>
                    <a:pt x="607046" y="689738"/>
                  </a:lnTo>
                  <a:lnTo>
                    <a:pt x="600923" y="649969"/>
                  </a:lnTo>
                  <a:close/>
                  <a:moveTo>
                    <a:pt x="579459" y="685078"/>
                  </a:moveTo>
                  <a:lnTo>
                    <a:pt x="600923" y="649969"/>
                  </a:lnTo>
                  <a:lnTo>
                    <a:pt x="573752" y="644970"/>
                  </a:lnTo>
                  <a:close/>
                  <a:moveTo>
                    <a:pt x="368179" y="457685"/>
                  </a:moveTo>
                  <a:lnTo>
                    <a:pt x="389975" y="476022"/>
                  </a:lnTo>
                  <a:lnTo>
                    <a:pt x="390433" y="461918"/>
                  </a:lnTo>
                  <a:close/>
                  <a:moveTo>
                    <a:pt x="349102" y="422084"/>
                  </a:moveTo>
                  <a:lnTo>
                    <a:pt x="320433" y="439267"/>
                  </a:lnTo>
                  <a:lnTo>
                    <a:pt x="319433" y="402512"/>
                  </a:lnTo>
                  <a:close/>
                  <a:moveTo>
                    <a:pt x="451447" y="495594"/>
                  </a:moveTo>
                  <a:lnTo>
                    <a:pt x="447365" y="458839"/>
                  </a:lnTo>
                  <a:lnTo>
                    <a:pt x="457691" y="475362"/>
                  </a:lnTo>
                  <a:close/>
                  <a:moveTo>
                    <a:pt x="477465" y="328509"/>
                  </a:moveTo>
                  <a:lnTo>
                    <a:pt x="467951" y="318831"/>
                  </a:lnTo>
                  <a:lnTo>
                    <a:pt x="454688" y="314207"/>
                  </a:lnTo>
                  <a:close/>
                  <a:moveTo>
                    <a:pt x="454688" y="314207"/>
                  </a:moveTo>
                  <a:lnTo>
                    <a:pt x="490605" y="345161"/>
                  </a:lnTo>
                  <a:lnTo>
                    <a:pt x="477465" y="328509"/>
                  </a:lnTo>
                  <a:close/>
                  <a:moveTo>
                    <a:pt x="911044" y="738083"/>
                  </a:moveTo>
                  <a:lnTo>
                    <a:pt x="910980" y="739416"/>
                  </a:lnTo>
                  <a:lnTo>
                    <a:pt x="913057" y="739721"/>
                  </a:lnTo>
                  <a:close/>
                  <a:moveTo>
                    <a:pt x="950694" y="755861"/>
                  </a:moveTo>
                  <a:lnTo>
                    <a:pt x="913057" y="739721"/>
                  </a:lnTo>
                  <a:lnTo>
                    <a:pt x="910980" y="739416"/>
                  </a:lnTo>
                  <a:close/>
                  <a:moveTo>
                    <a:pt x="932456" y="720900"/>
                  </a:moveTo>
                  <a:lnTo>
                    <a:pt x="911044" y="738083"/>
                  </a:lnTo>
                  <a:lnTo>
                    <a:pt x="913057" y="739721"/>
                  </a:lnTo>
                  <a:close/>
                  <a:moveTo>
                    <a:pt x="913057" y="739721"/>
                  </a:moveTo>
                  <a:lnTo>
                    <a:pt x="950694" y="755861"/>
                  </a:lnTo>
                  <a:lnTo>
                    <a:pt x="969349" y="729405"/>
                  </a:lnTo>
                  <a:close/>
                  <a:moveTo>
                    <a:pt x="969349" y="729405"/>
                  </a:moveTo>
                  <a:lnTo>
                    <a:pt x="950694" y="755861"/>
                  </a:lnTo>
                  <a:lnTo>
                    <a:pt x="1007361" y="746948"/>
                  </a:lnTo>
                  <a:close/>
                  <a:moveTo>
                    <a:pt x="962655" y="634999"/>
                  </a:moveTo>
                  <a:lnTo>
                    <a:pt x="970964" y="639234"/>
                  </a:lnTo>
                  <a:lnTo>
                    <a:pt x="954123" y="630207"/>
                  </a:lnTo>
                  <a:close/>
                  <a:moveTo>
                    <a:pt x="909843" y="606099"/>
                  </a:moveTo>
                  <a:lnTo>
                    <a:pt x="925701" y="637954"/>
                  </a:lnTo>
                  <a:lnTo>
                    <a:pt x="942694" y="629744"/>
                  </a:lnTo>
                  <a:close/>
                  <a:moveTo>
                    <a:pt x="942694" y="629744"/>
                  </a:moveTo>
                  <a:lnTo>
                    <a:pt x="925701" y="637954"/>
                  </a:lnTo>
                  <a:lnTo>
                    <a:pt x="926807" y="647390"/>
                  </a:lnTo>
                  <a:close/>
                  <a:moveTo>
                    <a:pt x="943305" y="593452"/>
                  </a:moveTo>
                  <a:lnTo>
                    <a:pt x="909843" y="606099"/>
                  </a:lnTo>
                  <a:lnTo>
                    <a:pt x="942694" y="629744"/>
                  </a:lnTo>
                  <a:close/>
                  <a:moveTo>
                    <a:pt x="954123" y="630207"/>
                  </a:moveTo>
                  <a:lnTo>
                    <a:pt x="943305" y="593452"/>
                  </a:lnTo>
                  <a:lnTo>
                    <a:pt x="942694" y="629744"/>
                  </a:lnTo>
                  <a:close/>
                  <a:moveTo>
                    <a:pt x="970964" y="639234"/>
                  </a:moveTo>
                  <a:lnTo>
                    <a:pt x="1009716" y="659543"/>
                  </a:lnTo>
                  <a:lnTo>
                    <a:pt x="1030590" y="641380"/>
                  </a:lnTo>
                  <a:close/>
                  <a:moveTo>
                    <a:pt x="991749" y="620737"/>
                  </a:moveTo>
                  <a:lnTo>
                    <a:pt x="970964" y="639234"/>
                  </a:lnTo>
                  <a:lnTo>
                    <a:pt x="1030590" y="641380"/>
                  </a:lnTo>
                  <a:close/>
                  <a:moveTo>
                    <a:pt x="905168" y="519942"/>
                  </a:moveTo>
                  <a:lnTo>
                    <a:pt x="905949" y="519771"/>
                  </a:lnTo>
                  <a:lnTo>
                    <a:pt x="870737" y="513652"/>
                  </a:lnTo>
                  <a:close/>
                  <a:moveTo>
                    <a:pt x="870737" y="513652"/>
                  </a:moveTo>
                  <a:lnTo>
                    <a:pt x="905949" y="519771"/>
                  </a:lnTo>
                  <a:lnTo>
                    <a:pt x="917191" y="466553"/>
                  </a:lnTo>
                  <a:close/>
                  <a:moveTo>
                    <a:pt x="870737" y="513652"/>
                  </a:moveTo>
                  <a:lnTo>
                    <a:pt x="917191" y="466553"/>
                  </a:lnTo>
                  <a:lnTo>
                    <a:pt x="887864" y="481481"/>
                  </a:lnTo>
                  <a:close/>
                  <a:moveTo>
                    <a:pt x="917191" y="466553"/>
                  </a:moveTo>
                  <a:lnTo>
                    <a:pt x="905949" y="519771"/>
                  </a:lnTo>
                  <a:lnTo>
                    <a:pt x="917292" y="466004"/>
                  </a:lnTo>
                  <a:close/>
                  <a:moveTo>
                    <a:pt x="846505" y="451423"/>
                  </a:moveTo>
                  <a:lnTo>
                    <a:pt x="825169" y="441773"/>
                  </a:lnTo>
                  <a:lnTo>
                    <a:pt x="861922" y="429248"/>
                  </a:lnTo>
                  <a:close/>
                  <a:moveTo>
                    <a:pt x="779954" y="409677"/>
                  </a:moveTo>
                  <a:lnTo>
                    <a:pt x="825169" y="441773"/>
                  </a:lnTo>
                  <a:lnTo>
                    <a:pt x="786211" y="401610"/>
                  </a:lnTo>
                  <a:close/>
                  <a:moveTo>
                    <a:pt x="870241" y="415591"/>
                  </a:moveTo>
                  <a:lnTo>
                    <a:pt x="825169" y="441773"/>
                  </a:lnTo>
                  <a:lnTo>
                    <a:pt x="818364" y="442417"/>
                  </a:lnTo>
                  <a:close/>
                  <a:moveTo>
                    <a:pt x="917194" y="465881"/>
                  </a:moveTo>
                  <a:lnTo>
                    <a:pt x="917191" y="466553"/>
                  </a:lnTo>
                  <a:lnTo>
                    <a:pt x="917292" y="466004"/>
                  </a:lnTo>
                  <a:close/>
                  <a:moveTo>
                    <a:pt x="917194" y="465881"/>
                  </a:moveTo>
                  <a:lnTo>
                    <a:pt x="917292" y="466004"/>
                  </a:lnTo>
                  <a:lnTo>
                    <a:pt x="916911" y="465507"/>
                  </a:lnTo>
                  <a:close/>
                  <a:moveTo>
                    <a:pt x="1092186" y="583869"/>
                  </a:moveTo>
                  <a:lnTo>
                    <a:pt x="1122320" y="586459"/>
                  </a:lnTo>
                  <a:lnTo>
                    <a:pt x="1103939" y="556655"/>
                  </a:lnTo>
                  <a:close/>
                  <a:moveTo>
                    <a:pt x="1092186" y="583869"/>
                  </a:moveTo>
                  <a:lnTo>
                    <a:pt x="1103939" y="556655"/>
                  </a:lnTo>
                  <a:lnTo>
                    <a:pt x="1084285" y="545546"/>
                  </a:lnTo>
                  <a:close/>
                  <a:moveTo>
                    <a:pt x="1147366" y="593185"/>
                  </a:moveTo>
                  <a:lnTo>
                    <a:pt x="1122320" y="586459"/>
                  </a:lnTo>
                  <a:lnTo>
                    <a:pt x="1117624" y="621426"/>
                  </a:lnTo>
                  <a:close/>
                  <a:moveTo>
                    <a:pt x="1122320" y="586459"/>
                  </a:moveTo>
                  <a:lnTo>
                    <a:pt x="1147366" y="593185"/>
                  </a:lnTo>
                  <a:lnTo>
                    <a:pt x="1103939" y="556655"/>
                  </a:lnTo>
                  <a:close/>
                  <a:moveTo>
                    <a:pt x="1084285" y="545546"/>
                  </a:moveTo>
                  <a:lnTo>
                    <a:pt x="1103939" y="556655"/>
                  </a:lnTo>
                  <a:lnTo>
                    <a:pt x="1098456" y="549757"/>
                  </a:lnTo>
                  <a:close/>
                  <a:moveTo>
                    <a:pt x="912125" y="284617"/>
                  </a:moveTo>
                  <a:lnTo>
                    <a:pt x="882156" y="288291"/>
                  </a:lnTo>
                  <a:lnTo>
                    <a:pt x="895865" y="321892"/>
                  </a:lnTo>
                  <a:close/>
                  <a:moveTo>
                    <a:pt x="882156" y="288291"/>
                  </a:moveTo>
                  <a:lnTo>
                    <a:pt x="912125" y="284617"/>
                  </a:lnTo>
                  <a:lnTo>
                    <a:pt x="884053" y="274816"/>
                  </a:lnTo>
                  <a:close/>
                  <a:moveTo>
                    <a:pt x="1000143" y="267433"/>
                  </a:moveTo>
                  <a:lnTo>
                    <a:pt x="957154" y="298974"/>
                  </a:lnTo>
                  <a:lnTo>
                    <a:pt x="958451" y="280440"/>
                  </a:lnTo>
                  <a:close/>
                  <a:moveTo>
                    <a:pt x="928839" y="277426"/>
                  </a:moveTo>
                  <a:lnTo>
                    <a:pt x="934985" y="284617"/>
                  </a:lnTo>
                  <a:lnTo>
                    <a:pt x="945764" y="256388"/>
                  </a:lnTo>
                  <a:close/>
                  <a:moveTo>
                    <a:pt x="901456" y="120699"/>
                  </a:moveTo>
                  <a:lnTo>
                    <a:pt x="863201" y="100642"/>
                  </a:lnTo>
                  <a:lnTo>
                    <a:pt x="896654" y="120414"/>
                  </a:lnTo>
                  <a:close/>
                  <a:moveTo>
                    <a:pt x="904877" y="131888"/>
                  </a:moveTo>
                  <a:lnTo>
                    <a:pt x="896654" y="120414"/>
                  </a:lnTo>
                  <a:lnTo>
                    <a:pt x="901659" y="103230"/>
                  </a:lnTo>
                  <a:close/>
                  <a:moveTo>
                    <a:pt x="901550" y="119448"/>
                  </a:moveTo>
                  <a:lnTo>
                    <a:pt x="951357" y="84884"/>
                  </a:lnTo>
                  <a:lnTo>
                    <a:pt x="916524" y="79228"/>
                  </a:lnTo>
                  <a:close/>
                  <a:moveTo>
                    <a:pt x="1172323" y="35931"/>
                  </a:moveTo>
                  <a:lnTo>
                    <a:pt x="1184321" y="8518"/>
                  </a:lnTo>
                  <a:lnTo>
                    <a:pt x="1161478" y="0"/>
                  </a:lnTo>
                  <a:close/>
                  <a:moveTo>
                    <a:pt x="1266945" y="102675"/>
                  </a:moveTo>
                  <a:lnTo>
                    <a:pt x="1279884" y="136903"/>
                  </a:lnTo>
                  <a:lnTo>
                    <a:pt x="1287253" y="144762"/>
                  </a:lnTo>
                  <a:close/>
                  <a:moveTo>
                    <a:pt x="1266945" y="102675"/>
                  </a:moveTo>
                  <a:lnTo>
                    <a:pt x="1272063" y="108007"/>
                  </a:lnTo>
                  <a:lnTo>
                    <a:pt x="1253523" y="8234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12" name="Input_density__151">
              <a:extLst>
                <a:ext uri="{FF2B5EF4-FFF2-40B4-BE49-F238E27FC236}">
                  <a16:creationId xmlns:a16="http://schemas.microsoft.com/office/drawing/2014/main" id="{BE0A15AC-BEE8-BA3D-3276-B34388B200F7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68191"/>
              <a:ext cx="1268468" cy="993147"/>
            </a:xfrm>
            <a:custGeom>
              <a:avLst/>
              <a:gdLst/>
              <a:ahLst/>
              <a:cxnLst/>
              <a:rect l="0" t="0" r="0" b="0"/>
              <a:pathLst>
                <a:path w="1268468" h="993147">
                  <a:moveTo>
                    <a:pt x="312828" y="927587"/>
                  </a:moveTo>
                  <a:lnTo>
                    <a:pt x="304883" y="952013"/>
                  </a:lnTo>
                  <a:lnTo>
                    <a:pt x="327886" y="941808"/>
                  </a:lnTo>
                  <a:close/>
                  <a:moveTo>
                    <a:pt x="278022" y="908015"/>
                  </a:moveTo>
                  <a:lnTo>
                    <a:pt x="296898" y="944770"/>
                  </a:lnTo>
                  <a:lnTo>
                    <a:pt x="312828" y="927587"/>
                  </a:lnTo>
                  <a:close/>
                  <a:moveTo>
                    <a:pt x="0" y="577220"/>
                  </a:moveTo>
                  <a:lnTo>
                    <a:pt x="1524" y="613976"/>
                  </a:lnTo>
                  <a:lnTo>
                    <a:pt x="6478" y="596792"/>
                  </a:lnTo>
                  <a:close/>
                  <a:moveTo>
                    <a:pt x="386907" y="941695"/>
                  </a:moveTo>
                  <a:lnTo>
                    <a:pt x="348276" y="910404"/>
                  </a:lnTo>
                  <a:lnTo>
                    <a:pt x="327886" y="941808"/>
                  </a:lnTo>
                  <a:close/>
                  <a:moveTo>
                    <a:pt x="457976" y="983914"/>
                  </a:moveTo>
                  <a:lnTo>
                    <a:pt x="453663" y="992999"/>
                  </a:lnTo>
                  <a:lnTo>
                    <a:pt x="467308" y="993147"/>
                  </a:lnTo>
                  <a:close/>
                  <a:moveTo>
                    <a:pt x="481780" y="966730"/>
                  </a:moveTo>
                  <a:lnTo>
                    <a:pt x="467308" y="993147"/>
                  </a:lnTo>
                  <a:lnTo>
                    <a:pt x="487132" y="971058"/>
                  </a:lnTo>
                  <a:close/>
                  <a:moveTo>
                    <a:pt x="481780" y="966730"/>
                  </a:moveTo>
                  <a:lnTo>
                    <a:pt x="457976" y="983914"/>
                  </a:lnTo>
                  <a:lnTo>
                    <a:pt x="467308" y="993147"/>
                  </a:lnTo>
                  <a:close/>
                  <a:moveTo>
                    <a:pt x="454464" y="947159"/>
                  </a:moveTo>
                  <a:lnTo>
                    <a:pt x="457976" y="983914"/>
                  </a:lnTo>
                  <a:lnTo>
                    <a:pt x="481780" y="966730"/>
                  </a:lnTo>
                  <a:close/>
                  <a:moveTo>
                    <a:pt x="454464" y="947159"/>
                  </a:moveTo>
                  <a:lnTo>
                    <a:pt x="481780" y="966730"/>
                  </a:lnTo>
                  <a:lnTo>
                    <a:pt x="465225" y="929975"/>
                  </a:lnTo>
                  <a:close/>
                  <a:moveTo>
                    <a:pt x="487132" y="971058"/>
                  </a:moveTo>
                  <a:lnTo>
                    <a:pt x="467308" y="993147"/>
                  </a:lnTo>
                  <a:lnTo>
                    <a:pt x="523538" y="982597"/>
                  </a:lnTo>
                  <a:close/>
                  <a:moveTo>
                    <a:pt x="321857" y="800139"/>
                  </a:moveTo>
                  <a:lnTo>
                    <a:pt x="329245" y="836894"/>
                  </a:lnTo>
                  <a:lnTo>
                    <a:pt x="318573" y="797824"/>
                  </a:lnTo>
                  <a:close/>
                  <a:moveTo>
                    <a:pt x="329245" y="836894"/>
                  </a:moveTo>
                  <a:lnTo>
                    <a:pt x="336494" y="828002"/>
                  </a:lnTo>
                  <a:lnTo>
                    <a:pt x="318573" y="797824"/>
                  </a:lnTo>
                  <a:close/>
                  <a:moveTo>
                    <a:pt x="191745" y="640680"/>
                  </a:moveTo>
                  <a:lnTo>
                    <a:pt x="170289" y="630100"/>
                  </a:lnTo>
                  <a:lnTo>
                    <a:pt x="157205" y="641672"/>
                  </a:lnTo>
                  <a:close/>
                  <a:moveTo>
                    <a:pt x="191745" y="640680"/>
                  </a:moveTo>
                  <a:lnTo>
                    <a:pt x="205568" y="637427"/>
                  </a:lnTo>
                  <a:lnTo>
                    <a:pt x="170289" y="630100"/>
                  </a:lnTo>
                  <a:close/>
                  <a:moveTo>
                    <a:pt x="481780" y="966730"/>
                  </a:moveTo>
                  <a:lnTo>
                    <a:pt x="487132" y="971058"/>
                  </a:lnTo>
                  <a:lnTo>
                    <a:pt x="491666" y="962103"/>
                  </a:lnTo>
                  <a:close/>
                  <a:moveTo>
                    <a:pt x="470452" y="908692"/>
                  </a:moveTo>
                  <a:lnTo>
                    <a:pt x="465225" y="929975"/>
                  </a:lnTo>
                  <a:lnTo>
                    <a:pt x="473708" y="876037"/>
                  </a:lnTo>
                  <a:close/>
                  <a:moveTo>
                    <a:pt x="471849" y="888719"/>
                  </a:moveTo>
                  <a:lnTo>
                    <a:pt x="473708" y="876037"/>
                  </a:lnTo>
                  <a:lnTo>
                    <a:pt x="479613" y="846740"/>
                  </a:lnTo>
                  <a:close/>
                  <a:moveTo>
                    <a:pt x="494202" y="893220"/>
                  </a:moveTo>
                  <a:lnTo>
                    <a:pt x="479613" y="846740"/>
                  </a:lnTo>
                  <a:lnTo>
                    <a:pt x="483497" y="839282"/>
                  </a:lnTo>
                  <a:close/>
                  <a:moveTo>
                    <a:pt x="341944" y="734077"/>
                  </a:moveTo>
                  <a:lnTo>
                    <a:pt x="340453" y="700171"/>
                  </a:lnTo>
                  <a:lnTo>
                    <a:pt x="352789" y="746200"/>
                  </a:lnTo>
                  <a:close/>
                  <a:moveTo>
                    <a:pt x="339513" y="692262"/>
                  </a:moveTo>
                  <a:lnTo>
                    <a:pt x="337020" y="687336"/>
                  </a:lnTo>
                  <a:lnTo>
                    <a:pt x="317028" y="708798"/>
                  </a:lnTo>
                  <a:close/>
                  <a:moveTo>
                    <a:pt x="297376" y="663688"/>
                  </a:moveTo>
                  <a:lnTo>
                    <a:pt x="282988" y="706102"/>
                  </a:lnTo>
                  <a:lnTo>
                    <a:pt x="337020" y="687336"/>
                  </a:lnTo>
                  <a:close/>
                  <a:moveTo>
                    <a:pt x="583098" y="941947"/>
                  </a:moveTo>
                  <a:lnTo>
                    <a:pt x="579537" y="971186"/>
                  </a:lnTo>
                  <a:lnTo>
                    <a:pt x="619661" y="984057"/>
                  </a:lnTo>
                  <a:close/>
                  <a:moveTo>
                    <a:pt x="623154" y="936470"/>
                  </a:moveTo>
                  <a:lnTo>
                    <a:pt x="583098" y="941947"/>
                  </a:lnTo>
                  <a:lnTo>
                    <a:pt x="619661" y="984057"/>
                  </a:lnTo>
                  <a:close/>
                  <a:moveTo>
                    <a:pt x="664383" y="943050"/>
                  </a:moveTo>
                  <a:lnTo>
                    <a:pt x="647914" y="932364"/>
                  </a:lnTo>
                  <a:lnTo>
                    <a:pt x="659200" y="979001"/>
                  </a:lnTo>
                  <a:close/>
                  <a:moveTo>
                    <a:pt x="659200" y="979001"/>
                  </a:moveTo>
                  <a:lnTo>
                    <a:pt x="647914" y="932364"/>
                  </a:lnTo>
                  <a:lnTo>
                    <a:pt x="623154" y="936470"/>
                  </a:lnTo>
                  <a:close/>
                  <a:moveTo>
                    <a:pt x="659200" y="979001"/>
                  </a:moveTo>
                  <a:lnTo>
                    <a:pt x="623154" y="936470"/>
                  </a:lnTo>
                  <a:lnTo>
                    <a:pt x="619661" y="984057"/>
                  </a:lnTo>
                  <a:close/>
                  <a:moveTo>
                    <a:pt x="583098" y="941947"/>
                  </a:moveTo>
                  <a:lnTo>
                    <a:pt x="543379" y="960574"/>
                  </a:lnTo>
                  <a:lnTo>
                    <a:pt x="579537" y="971186"/>
                  </a:lnTo>
                  <a:close/>
                  <a:moveTo>
                    <a:pt x="545418" y="945492"/>
                  </a:moveTo>
                  <a:lnTo>
                    <a:pt x="583098" y="941947"/>
                  </a:lnTo>
                  <a:lnTo>
                    <a:pt x="579866" y="899828"/>
                  </a:lnTo>
                  <a:close/>
                  <a:moveTo>
                    <a:pt x="583098" y="941947"/>
                  </a:moveTo>
                  <a:lnTo>
                    <a:pt x="613276" y="899754"/>
                  </a:lnTo>
                  <a:lnTo>
                    <a:pt x="579866" y="899828"/>
                  </a:lnTo>
                  <a:close/>
                  <a:moveTo>
                    <a:pt x="606423" y="860578"/>
                  </a:moveTo>
                  <a:lnTo>
                    <a:pt x="579866" y="899828"/>
                  </a:lnTo>
                  <a:lnTo>
                    <a:pt x="613276" y="899754"/>
                  </a:lnTo>
                  <a:close/>
                  <a:moveTo>
                    <a:pt x="483497" y="839282"/>
                  </a:moveTo>
                  <a:lnTo>
                    <a:pt x="479613" y="846740"/>
                  </a:lnTo>
                  <a:lnTo>
                    <a:pt x="482351" y="835435"/>
                  </a:lnTo>
                  <a:close/>
                  <a:moveTo>
                    <a:pt x="474998" y="829485"/>
                  </a:moveTo>
                  <a:lnTo>
                    <a:pt x="483497" y="839282"/>
                  </a:lnTo>
                  <a:lnTo>
                    <a:pt x="482351" y="835435"/>
                  </a:lnTo>
                  <a:close/>
                  <a:moveTo>
                    <a:pt x="704760" y="924303"/>
                  </a:moveTo>
                  <a:lnTo>
                    <a:pt x="666073" y="928667"/>
                  </a:lnTo>
                  <a:lnTo>
                    <a:pt x="664383" y="943050"/>
                  </a:lnTo>
                  <a:close/>
                  <a:moveTo>
                    <a:pt x="442073" y="706850"/>
                  </a:moveTo>
                  <a:lnTo>
                    <a:pt x="475483" y="735090"/>
                  </a:lnTo>
                  <a:lnTo>
                    <a:pt x="446167" y="711834"/>
                  </a:lnTo>
                  <a:close/>
                  <a:moveTo>
                    <a:pt x="660389" y="799046"/>
                  </a:moveTo>
                  <a:lnTo>
                    <a:pt x="626066" y="828158"/>
                  </a:lnTo>
                  <a:lnTo>
                    <a:pt x="656179" y="816168"/>
                  </a:lnTo>
                  <a:close/>
                  <a:moveTo>
                    <a:pt x="596818" y="751804"/>
                  </a:moveTo>
                  <a:lnTo>
                    <a:pt x="608570" y="724591"/>
                  </a:lnTo>
                  <a:lnTo>
                    <a:pt x="580983" y="719931"/>
                  </a:lnTo>
                  <a:close/>
                  <a:moveTo>
                    <a:pt x="649809" y="762900"/>
                  </a:moveTo>
                  <a:lnTo>
                    <a:pt x="631415" y="750977"/>
                  </a:lnTo>
                  <a:lnTo>
                    <a:pt x="657894" y="726373"/>
                  </a:lnTo>
                  <a:close/>
                  <a:moveTo>
                    <a:pt x="580983" y="719931"/>
                  </a:moveTo>
                  <a:lnTo>
                    <a:pt x="575276" y="679823"/>
                  </a:lnTo>
                  <a:lnTo>
                    <a:pt x="542222" y="724355"/>
                  </a:lnTo>
                  <a:close/>
                  <a:moveTo>
                    <a:pt x="562246" y="645669"/>
                  </a:moveTo>
                  <a:lnTo>
                    <a:pt x="515321" y="657895"/>
                  </a:lnTo>
                  <a:lnTo>
                    <a:pt x="575276" y="679823"/>
                  </a:lnTo>
                  <a:close/>
                  <a:moveTo>
                    <a:pt x="426377" y="530447"/>
                  </a:moveTo>
                  <a:lnTo>
                    <a:pt x="391957" y="496771"/>
                  </a:lnTo>
                  <a:lnTo>
                    <a:pt x="391499" y="510875"/>
                  </a:lnTo>
                  <a:close/>
                  <a:moveTo>
                    <a:pt x="337428" y="474120"/>
                  </a:moveTo>
                  <a:lnTo>
                    <a:pt x="369703" y="492539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37428" y="474120"/>
                  </a:lnTo>
                  <a:lnTo>
                    <a:pt x="354058" y="456937"/>
                  </a:lnTo>
                  <a:close/>
                  <a:moveTo>
                    <a:pt x="322006" y="437365"/>
                  </a:moveTo>
                  <a:lnTo>
                    <a:pt x="354058" y="456937"/>
                  </a:lnTo>
                  <a:lnTo>
                    <a:pt x="348553" y="420182"/>
                  </a:lnTo>
                  <a:close/>
                  <a:moveTo>
                    <a:pt x="322006" y="437365"/>
                  </a:moveTo>
                  <a:lnTo>
                    <a:pt x="348553" y="420182"/>
                  </a:lnTo>
                  <a:lnTo>
                    <a:pt x="320842" y="434433"/>
                  </a:lnTo>
                  <a:close/>
                  <a:moveTo>
                    <a:pt x="631415" y="750977"/>
                  </a:moveTo>
                  <a:lnTo>
                    <a:pt x="671728" y="778096"/>
                  </a:lnTo>
                  <a:lnTo>
                    <a:pt x="631401" y="750777"/>
                  </a:lnTo>
                  <a:close/>
                  <a:moveTo>
                    <a:pt x="473985" y="537073"/>
                  </a:moveTo>
                  <a:lnTo>
                    <a:pt x="452971" y="530447"/>
                  </a:lnTo>
                  <a:lnTo>
                    <a:pt x="455575" y="516885"/>
                  </a:lnTo>
                  <a:close/>
                  <a:moveTo>
                    <a:pt x="318128" y="328078"/>
                  </a:moveTo>
                  <a:lnTo>
                    <a:pt x="330047" y="329489"/>
                  </a:lnTo>
                  <a:lnTo>
                    <a:pt x="333567" y="338164"/>
                  </a:lnTo>
                  <a:close/>
                  <a:moveTo>
                    <a:pt x="282507" y="319472"/>
                  </a:moveTo>
                  <a:lnTo>
                    <a:pt x="308392" y="320043"/>
                  </a:lnTo>
                  <a:lnTo>
                    <a:pt x="318128" y="328078"/>
                  </a:lnTo>
                  <a:close/>
                  <a:moveTo>
                    <a:pt x="478988" y="363362"/>
                  </a:moveTo>
                  <a:lnTo>
                    <a:pt x="515492" y="385815"/>
                  </a:lnTo>
                  <a:lnTo>
                    <a:pt x="469475" y="353685"/>
                  </a:lnTo>
                  <a:close/>
                  <a:moveTo>
                    <a:pt x="515492" y="385815"/>
                  </a:moveTo>
                  <a:lnTo>
                    <a:pt x="517424" y="386538"/>
                  </a:lnTo>
                  <a:lnTo>
                    <a:pt x="469475" y="353685"/>
                  </a:lnTo>
                  <a:close/>
                  <a:moveTo>
                    <a:pt x="518784" y="387574"/>
                  </a:moveTo>
                  <a:lnTo>
                    <a:pt x="517424" y="386538"/>
                  </a:lnTo>
                  <a:lnTo>
                    <a:pt x="515492" y="385815"/>
                  </a:lnTo>
                  <a:close/>
                  <a:moveTo>
                    <a:pt x="440270" y="343177"/>
                  </a:moveTo>
                  <a:lnTo>
                    <a:pt x="413264" y="338416"/>
                  </a:lnTo>
                  <a:lnTo>
                    <a:pt x="381530" y="344343"/>
                  </a:lnTo>
                  <a:close/>
                  <a:moveTo>
                    <a:pt x="447407" y="341493"/>
                  </a:moveTo>
                  <a:lnTo>
                    <a:pt x="456212" y="349060"/>
                  </a:lnTo>
                  <a:lnTo>
                    <a:pt x="469475" y="353685"/>
                  </a:lnTo>
                  <a:close/>
                  <a:moveTo>
                    <a:pt x="440270" y="343177"/>
                  </a:moveTo>
                  <a:lnTo>
                    <a:pt x="456212" y="349060"/>
                  </a:lnTo>
                  <a:lnTo>
                    <a:pt x="447407" y="341493"/>
                  </a:lnTo>
                  <a:close/>
                  <a:moveTo>
                    <a:pt x="413264" y="338416"/>
                  </a:moveTo>
                  <a:lnTo>
                    <a:pt x="440270" y="343177"/>
                  </a:lnTo>
                  <a:lnTo>
                    <a:pt x="447407" y="341493"/>
                  </a:lnTo>
                  <a:close/>
                  <a:moveTo>
                    <a:pt x="687447" y="598060"/>
                  </a:moveTo>
                  <a:lnTo>
                    <a:pt x="718892" y="599584"/>
                  </a:lnTo>
                  <a:lnTo>
                    <a:pt x="714262" y="558601"/>
                  </a:lnTo>
                  <a:close/>
                  <a:moveTo>
                    <a:pt x="764611" y="589162"/>
                  </a:moveTo>
                  <a:lnTo>
                    <a:pt x="764689" y="587884"/>
                  </a:lnTo>
                  <a:lnTo>
                    <a:pt x="718892" y="599584"/>
                  </a:lnTo>
                  <a:close/>
                  <a:moveTo>
                    <a:pt x="718892" y="599584"/>
                  </a:moveTo>
                  <a:lnTo>
                    <a:pt x="764689" y="587884"/>
                  </a:lnTo>
                  <a:lnTo>
                    <a:pt x="751765" y="555199"/>
                  </a:lnTo>
                  <a:close/>
                  <a:moveTo>
                    <a:pt x="672398" y="565548"/>
                  </a:moveTo>
                  <a:lnTo>
                    <a:pt x="660695" y="544427"/>
                  </a:lnTo>
                  <a:lnTo>
                    <a:pt x="645291" y="515749"/>
                  </a:lnTo>
                  <a:close/>
                  <a:moveTo>
                    <a:pt x="492129" y="380015"/>
                  </a:moveTo>
                  <a:lnTo>
                    <a:pt x="543345" y="410212"/>
                  </a:lnTo>
                  <a:lnTo>
                    <a:pt x="515492" y="385815"/>
                  </a:lnTo>
                  <a:close/>
                  <a:moveTo>
                    <a:pt x="515492" y="385815"/>
                  </a:moveTo>
                  <a:lnTo>
                    <a:pt x="543345" y="410212"/>
                  </a:lnTo>
                  <a:lnTo>
                    <a:pt x="518784" y="387574"/>
                  </a:lnTo>
                  <a:close/>
                  <a:moveTo>
                    <a:pt x="492129" y="380015"/>
                  </a:moveTo>
                  <a:lnTo>
                    <a:pt x="515492" y="385815"/>
                  </a:lnTo>
                  <a:lnTo>
                    <a:pt x="478988" y="363362"/>
                  </a:lnTo>
                  <a:close/>
                  <a:moveTo>
                    <a:pt x="576420" y="368632"/>
                  </a:moveTo>
                  <a:lnTo>
                    <a:pt x="573448" y="412827"/>
                  </a:lnTo>
                  <a:lnTo>
                    <a:pt x="575453" y="378668"/>
                  </a:lnTo>
                  <a:close/>
                  <a:moveTo>
                    <a:pt x="933980" y="755753"/>
                  </a:moveTo>
                  <a:lnTo>
                    <a:pt x="914581" y="774574"/>
                  </a:lnTo>
                  <a:lnTo>
                    <a:pt x="935624" y="757043"/>
                  </a:lnTo>
                  <a:close/>
                  <a:moveTo>
                    <a:pt x="881777" y="736182"/>
                  </a:moveTo>
                  <a:lnTo>
                    <a:pt x="912568" y="772937"/>
                  </a:lnTo>
                  <a:lnTo>
                    <a:pt x="933980" y="755753"/>
                  </a:lnTo>
                  <a:close/>
                  <a:moveTo>
                    <a:pt x="935624" y="757043"/>
                  </a:moveTo>
                  <a:lnTo>
                    <a:pt x="914581" y="774574"/>
                  </a:lnTo>
                  <a:lnTo>
                    <a:pt x="970873" y="764258"/>
                  </a:lnTo>
                  <a:close/>
                  <a:moveTo>
                    <a:pt x="783392" y="561602"/>
                  </a:moveTo>
                  <a:lnTo>
                    <a:pt x="800762" y="535224"/>
                  </a:lnTo>
                  <a:lnTo>
                    <a:pt x="769667" y="552407"/>
                  </a:lnTo>
                  <a:close/>
                  <a:moveTo>
                    <a:pt x="1017709" y="742916"/>
                  </a:moveTo>
                  <a:lnTo>
                    <a:pt x="1008885" y="781801"/>
                  </a:lnTo>
                  <a:lnTo>
                    <a:pt x="1046541" y="791311"/>
                  </a:lnTo>
                  <a:close/>
                  <a:moveTo>
                    <a:pt x="933980" y="755753"/>
                  </a:moveTo>
                  <a:lnTo>
                    <a:pt x="935624" y="757043"/>
                  </a:lnTo>
                  <a:lnTo>
                    <a:pt x="936218" y="754990"/>
                  </a:lnTo>
                  <a:close/>
                  <a:moveTo>
                    <a:pt x="974153" y="751238"/>
                  </a:moveTo>
                  <a:lnTo>
                    <a:pt x="935624" y="757043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936218" y="754990"/>
                  </a:lnTo>
                  <a:lnTo>
                    <a:pt x="935624" y="757043"/>
                  </a:lnTo>
                  <a:close/>
                  <a:moveTo>
                    <a:pt x="936218" y="754990"/>
                  </a:moveTo>
                  <a:lnTo>
                    <a:pt x="974153" y="751238"/>
                  </a:lnTo>
                  <a:lnTo>
                    <a:pt x="970423" y="709523"/>
                  </a:lnTo>
                  <a:close/>
                  <a:moveTo>
                    <a:pt x="1017709" y="742916"/>
                  </a:moveTo>
                  <a:lnTo>
                    <a:pt x="970873" y="764258"/>
                  </a:lnTo>
                  <a:lnTo>
                    <a:pt x="1008885" y="781801"/>
                  </a:lnTo>
                  <a:close/>
                  <a:moveTo>
                    <a:pt x="1017709" y="742916"/>
                  </a:moveTo>
                  <a:lnTo>
                    <a:pt x="974153" y="751238"/>
                  </a:lnTo>
                  <a:lnTo>
                    <a:pt x="970873" y="764258"/>
                  </a:lnTo>
                  <a:close/>
                  <a:moveTo>
                    <a:pt x="974153" y="751238"/>
                  </a:moveTo>
                  <a:lnTo>
                    <a:pt x="1017709" y="742916"/>
                  </a:lnTo>
                  <a:lnTo>
                    <a:pt x="1011103" y="703539"/>
                  </a:lnTo>
                  <a:close/>
                  <a:moveTo>
                    <a:pt x="1017709" y="742916"/>
                  </a:moveTo>
                  <a:lnTo>
                    <a:pt x="1044715" y="703301"/>
                  </a:lnTo>
                  <a:lnTo>
                    <a:pt x="1011103" y="703539"/>
                  </a:lnTo>
                  <a:close/>
                  <a:moveTo>
                    <a:pt x="970423" y="709523"/>
                  </a:moveTo>
                  <a:lnTo>
                    <a:pt x="952933" y="697182"/>
                  </a:lnTo>
                  <a:lnTo>
                    <a:pt x="928331" y="682243"/>
                  </a:lnTo>
                  <a:close/>
                  <a:moveTo>
                    <a:pt x="906692" y="554795"/>
                  </a:moveTo>
                  <a:lnTo>
                    <a:pt x="872092" y="608733"/>
                  </a:lnTo>
                  <a:lnTo>
                    <a:pt x="910110" y="591550"/>
                  </a:lnTo>
                  <a:close/>
                  <a:moveTo>
                    <a:pt x="804791" y="518040"/>
                  </a:moveTo>
                  <a:lnTo>
                    <a:pt x="822602" y="487419"/>
                  </a:lnTo>
                  <a:lnTo>
                    <a:pt x="791339" y="498468"/>
                  </a:lnTo>
                  <a:close/>
                  <a:moveTo>
                    <a:pt x="781477" y="444530"/>
                  </a:moveTo>
                  <a:lnTo>
                    <a:pt x="812595" y="488087"/>
                  </a:lnTo>
                  <a:lnTo>
                    <a:pt x="819888" y="477271"/>
                  </a:lnTo>
                  <a:close/>
                  <a:moveTo>
                    <a:pt x="791339" y="498468"/>
                  </a:moveTo>
                  <a:lnTo>
                    <a:pt x="812595" y="488087"/>
                  </a:lnTo>
                  <a:lnTo>
                    <a:pt x="781477" y="444530"/>
                  </a:lnTo>
                  <a:close/>
                  <a:moveTo>
                    <a:pt x="764537" y="461714"/>
                  </a:moveTo>
                  <a:lnTo>
                    <a:pt x="791339" y="498468"/>
                  </a:lnTo>
                  <a:lnTo>
                    <a:pt x="781477" y="444530"/>
                  </a:lnTo>
                  <a:close/>
                  <a:moveTo>
                    <a:pt x="982370" y="647877"/>
                  </a:moveTo>
                  <a:lnTo>
                    <a:pt x="955647" y="665060"/>
                  </a:lnTo>
                  <a:lnTo>
                    <a:pt x="972488" y="674087"/>
                  </a:lnTo>
                  <a:close/>
                  <a:moveTo>
                    <a:pt x="906692" y="554795"/>
                  </a:moveTo>
                  <a:lnTo>
                    <a:pt x="920702" y="588616"/>
                  </a:lnTo>
                  <a:lnTo>
                    <a:pt x="907472" y="554624"/>
                  </a:lnTo>
                  <a:close/>
                  <a:moveTo>
                    <a:pt x="906692" y="554795"/>
                  </a:moveTo>
                  <a:lnTo>
                    <a:pt x="910110" y="591550"/>
                  </a:lnTo>
                  <a:lnTo>
                    <a:pt x="920702" y="588616"/>
                  </a:lnTo>
                  <a:close/>
                  <a:moveTo>
                    <a:pt x="902263" y="469365"/>
                  </a:moveTo>
                  <a:lnTo>
                    <a:pt x="918435" y="500361"/>
                  </a:lnTo>
                  <a:lnTo>
                    <a:pt x="918815" y="500857"/>
                  </a:lnTo>
                  <a:close/>
                  <a:moveTo>
                    <a:pt x="819888" y="477271"/>
                  </a:moveTo>
                  <a:lnTo>
                    <a:pt x="826693" y="476626"/>
                  </a:lnTo>
                  <a:lnTo>
                    <a:pt x="781477" y="444530"/>
                  </a:lnTo>
                  <a:close/>
                  <a:moveTo>
                    <a:pt x="871765" y="450444"/>
                  </a:moveTo>
                  <a:lnTo>
                    <a:pt x="819888" y="477271"/>
                  </a:lnTo>
                  <a:lnTo>
                    <a:pt x="851326" y="470236"/>
                  </a:lnTo>
                  <a:close/>
                  <a:moveTo>
                    <a:pt x="683237" y="333000"/>
                  </a:moveTo>
                  <a:lnTo>
                    <a:pt x="720533" y="354951"/>
                  </a:lnTo>
                  <a:lnTo>
                    <a:pt x="686171" y="334265"/>
                  </a:lnTo>
                  <a:close/>
                  <a:moveTo>
                    <a:pt x="743576" y="317082"/>
                  </a:moveTo>
                  <a:lnTo>
                    <a:pt x="731919" y="334265"/>
                  </a:lnTo>
                  <a:lnTo>
                    <a:pt x="747978" y="353837"/>
                  </a:lnTo>
                  <a:close/>
                  <a:moveTo>
                    <a:pt x="717757" y="297510"/>
                  </a:moveTo>
                  <a:lnTo>
                    <a:pt x="731919" y="334265"/>
                  </a:lnTo>
                  <a:lnTo>
                    <a:pt x="743576" y="317082"/>
                  </a:lnTo>
                  <a:close/>
                  <a:moveTo>
                    <a:pt x="918718" y="500735"/>
                  </a:moveTo>
                  <a:lnTo>
                    <a:pt x="889388" y="516334"/>
                  </a:lnTo>
                  <a:lnTo>
                    <a:pt x="918715" y="501407"/>
                  </a:lnTo>
                  <a:close/>
                  <a:moveTo>
                    <a:pt x="918718" y="500735"/>
                  </a:moveTo>
                  <a:lnTo>
                    <a:pt x="888731" y="498025"/>
                  </a:lnTo>
                  <a:lnTo>
                    <a:pt x="889388" y="516334"/>
                  </a:lnTo>
                  <a:close/>
                  <a:moveTo>
                    <a:pt x="888731" y="498025"/>
                  </a:moveTo>
                  <a:lnTo>
                    <a:pt x="918435" y="500361"/>
                  </a:lnTo>
                  <a:lnTo>
                    <a:pt x="882394" y="490185"/>
                  </a:lnTo>
                  <a:close/>
                  <a:moveTo>
                    <a:pt x="888731" y="498025"/>
                  </a:moveTo>
                  <a:lnTo>
                    <a:pt x="918718" y="500735"/>
                  </a:lnTo>
                  <a:lnTo>
                    <a:pt x="918435" y="500361"/>
                  </a:lnTo>
                  <a:close/>
                  <a:moveTo>
                    <a:pt x="1054736" y="578572"/>
                  </a:moveTo>
                  <a:lnTo>
                    <a:pt x="1085809" y="580399"/>
                  </a:lnTo>
                  <a:lnTo>
                    <a:pt x="1064015" y="574722"/>
                  </a:lnTo>
                  <a:close/>
                  <a:moveTo>
                    <a:pt x="1085809" y="580399"/>
                  </a:moveTo>
                  <a:lnTo>
                    <a:pt x="1099979" y="584610"/>
                  </a:lnTo>
                  <a:lnTo>
                    <a:pt x="1064015" y="574722"/>
                  </a:lnTo>
                  <a:close/>
                  <a:moveTo>
                    <a:pt x="958677" y="333827"/>
                  </a:moveTo>
                  <a:lnTo>
                    <a:pt x="953272" y="320743"/>
                  </a:lnTo>
                  <a:lnTo>
                    <a:pt x="936509" y="319470"/>
                  </a:lnTo>
                  <a:close/>
                  <a:moveTo>
                    <a:pt x="913648" y="319470"/>
                  </a:moveTo>
                  <a:lnTo>
                    <a:pt x="930363" y="312279"/>
                  </a:lnTo>
                  <a:lnTo>
                    <a:pt x="885577" y="309669"/>
                  </a:lnTo>
                  <a:close/>
                  <a:moveTo>
                    <a:pt x="959975" y="315294"/>
                  </a:moveTo>
                  <a:lnTo>
                    <a:pt x="951563" y="302287"/>
                  </a:lnTo>
                  <a:lnTo>
                    <a:pt x="947287" y="291242"/>
                  </a:lnTo>
                  <a:close/>
                  <a:moveTo>
                    <a:pt x="947287" y="291242"/>
                  </a:moveTo>
                  <a:lnTo>
                    <a:pt x="951563" y="302287"/>
                  </a:lnTo>
                  <a:lnTo>
                    <a:pt x="940445" y="294026"/>
                  </a:lnTo>
                  <a:close/>
                  <a:moveTo>
                    <a:pt x="940445" y="294026"/>
                  </a:moveTo>
                  <a:lnTo>
                    <a:pt x="930363" y="312279"/>
                  </a:lnTo>
                  <a:lnTo>
                    <a:pt x="947287" y="291242"/>
                  </a:lnTo>
                  <a:close/>
                  <a:moveTo>
                    <a:pt x="964908" y="164706"/>
                  </a:moveTo>
                  <a:lnTo>
                    <a:pt x="906400" y="166741"/>
                  </a:lnTo>
                  <a:lnTo>
                    <a:pt x="929393" y="156497"/>
                  </a:lnTo>
                  <a:close/>
                  <a:moveTo>
                    <a:pt x="1191179" y="146187"/>
                  </a:moveTo>
                  <a:lnTo>
                    <a:pt x="1213350" y="110504"/>
                  </a:lnTo>
                  <a:lnTo>
                    <a:pt x="1183320" y="107829"/>
                  </a:lnTo>
                  <a:close/>
                  <a:moveTo>
                    <a:pt x="1183320" y="107829"/>
                  </a:moveTo>
                  <a:lnTo>
                    <a:pt x="1213350" y="110504"/>
                  </a:lnTo>
                  <a:lnTo>
                    <a:pt x="1201805" y="75143"/>
                  </a:lnTo>
                  <a:close/>
                  <a:moveTo>
                    <a:pt x="1183320" y="107829"/>
                  </a:moveTo>
                  <a:lnTo>
                    <a:pt x="1201805" y="75143"/>
                  </a:lnTo>
                  <a:lnTo>
                    <a:pt x="1173846" y="70784"/>
                  </a:lnTo>
                  <a:close/>
                  <a:moveTo>
                    <a:pt x="1183320" y="107829"/>
                  </a:moveTo>
                  <a:lnTo>
                    <a:pt x="1173846" y="70784"/>
                  </a:lnTo>
                  <a:lnTo>
                    <a:pt x="1174060" y="106105"/>
                  </a:lnTo>
                  <a:close/>
                  <a:moveTo>
                    <a:pt x="1173846" y="70784"/>
                  </a:moveTo>
                  <a:lnTo>
                    <a:pt x="1167201" y="69350"/>
                  </a:lnTo>
                  <a:lnTo>
                    <a:pt x="1174060" y="106105"/>
                  </a:lnTo>
                  <a:close/>
                  <a:moveTo>
                    <a:pt x="1213350" y="110504"/>
                  </a:moveTo>
                  <a:lnTo>
                    <a:pt x="1224161" y="126296"/>
                  </a:lnTo>
                  <a:lnTo>
                    <a:pt x="1255047" y="117198"/>
                  </a:lnTo>
                  <a:close/>
                  <a:moveTo>
                    <a:pt x="1136023" y="45916"/>
                  </a:moveTo>
                  <a:lnTo>
                    <a:pt x="1167201" y="69350"/>
                  </a:lnTo>
                  <a:lnTo>
                    <a:pt x="1128785" y="35583"/>
                  </a:lnTo>
                  <a:close/>
                  <a:moveTo>
                    <a:pt x="1128785" y="35583"/>
                  </a:moveTo>
                  <a:lnTo>
                    <a:pt x="1167201" y="69350"/>
                  </a:lnTo>
                  <a:lnTo>
                    <a:pt x="1173846" y="70784"/>
                  </a:lnTo>
                  <a:close/>
                  <a:moveTo>
                    <a:pt x="1128785" y="35583"/>
                  </a:moveTo>
                  <a:lnTo>
                    <a:pt x="1173846" y="70784"/>
                  </a:lnTo>
                  <a:lnTo>
                    <a:pt x="1163002" y="34853"/>
                  </a:lnTo>
                  <a:close/>
                  <a:moveTo>
                    <a:pt x="1128785" y="35583"/>
                  </a:moveTo>
                  <a:lnTo>
                    <a:pt x="1163002" y="34853"/>
                  </a:lnTo>
                  <a:lnTo>
                    <a:pt x="1150832" y="0"/>
                  </a:lnTo>
                  <a:close/>
                  <a:moveTo>
                    <a:pt x="1233681" y="138722"/>
                  </a:moveTo>
                  <a:lnTo>
                    <a:pt x="1268468" y="137528"/>
                  </a:lnTo>
                  <a:lnTo>
                    <a:pt x="1255047" y="11719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13" name="Input_density__152">
              <a:extLst>
                <a:ext uri="{FF2B5EF4-FFF2-40B4-BE49-F238E27FC236}">
                  <a16:creationId xmlns:a16="http://schemas.microsoft.com/office/drawing/2014/main" id="{EF6C3AAB-AC12-079F-F87B-0EA03F34224F}"/>
                </a:ext>
              </a:extLst>
            </p:cNvPr>
            <p:cNvSpPr>
              <a:spLocks noGrp="1"/>
            </p:cNvSpPr>
            <p:nvPr/>
          </p:nvSpPr>
          <p:spPr>
            <a:xfrm>
              <a:off x="496477" y="1528465"/>
              <a:ext cx="1255047" cy="982776"/>
            </a:xfrm>
            <a:custGeom>
              <a:avLst/>
              <a:gdLst/>
              <a:ahLst/>
              <a:cxnLst/>
              <a:rect l="0" t="0" r="0" b="0"/>
              <a:pathLst>
                <a:path w="1255047" h="982776">
                  <a:moveTo>
                    <a:pt x="278022" y="947742"/>
                  </a:moveTo>
                  <a:lnTo>
                    <a:pt x="312828" y="967313"/>
                  </a:lnTo>
                  <a:lnTo>
                    <a:pt x="300895" y="930558"/>
                  </a:lnTo>
                  <a:close/>
                  <a:moveTo>
                    <a:pt x="0" y="616947"/>
                  </a:moveTo>
                  <a:lnTo>
                    <a:pt x="6478" y="636519"/>
                  </a:lnTo>
                  <a:lnTo>
                    <a:pt x="8435" y="599763"/>
                  </a:lnTo>
                  <a:close/>
                  <a:moveTo>
                    <a:pt x="20680" y="580402"/>
                  </a:moveTo>
                  <a:lnTo>
                    <a:pt x="0" y="616947"/>
                  </a:lnTo>
                  <a:lnTo>
                    <a:pt x="8435" y="599763"/>
                  </a:lnTo>
                  <a:close/>
                  <a:moveTo>
                    <a:pt x="312828" y="967313"/>
                  </a:moveTo>
                  <a:lnTo>
                    <a:pt x="327886" y="981535"/>
                  </a:lnTo>
                  <a:lnTo>
                    <a:pt x="340179" y="954227"/>
                  </a:lnTo>
                  <a:close/>
                  <a:moveTo>
                    <a:pt x="327886" y="981535"/>
                  </a:moveTo>
                  <a:lnTo>
                    <a:pt x="348276" y="950130"/>
                  </a:lnTo>
                  <a:lnTo>
                    <a:pt x="340179" y="954227"/>
                  </a:lnTo>
                  <a:close/>
                  <a:moveTo>
                    <a:pt x="321857" y="839865"/>
                  </a:moveTo>
                  <a:lnTo>
                    <a:pt x="311006" y="888449"/>
                  </a:lnTo>
                  <a:lnTo>
                    <a:pt x="329245" y="876620"/>
                  </a:lnTo>
                  <a:close/>
                  <a:moveTo>
                    <a:pt x="40990" y="560128"/>
                  </a:moveTo>
                  <a:lnTo>
                    <a:pt x="20680" y="580402"/>
                  </a:lnTo>
                  <a:lnTo>
                    <a:pt x="8435" y="599763"/>
                  </a:lnTo>
                  <a:close/>
                  <a:moveTo>
                    <a:pt x="70542" y="546043"/>
                  </a:moveTo>
                  <a:lnTo>
                    <a:pt x="47475" y="563008"/>
                  </a:lnTo>
                  <a:lnTo>
                    <a:pt x="20680" y="580402"/>
                  </a:lnTo>
                  <a:close/>
                  <a:moveTo>
                    <a:pt x="388897" y="896191"/>
                  </a:moveTo>
                  <a:lnTo>
                    <a:pt x="336494" y="867728"/>
                  </a:lnTo>
                  <a:lnTo>
                    <a:pt x="329245" y="876620"/>
                  </a:lnTo>
                  <a:close/>
                  <a:moveTo>
                    <a:pt x="191745" y="680407"/>
                  </a:moveTo>
                  <a:lnTo>
                    <a:pt x="225047" y="680421"/>
                  </a:lnTo>
                  <a:lnTo>
                    <a:pt x="205568" y="677153"/>
                  </a:lnTo>
                  <a:close/>
                  <a:moveTo>
                    <a:pt x="205568" y="677153"/>
                  </a:moveTo>
                  <a:lnTo>
                    <a:pt x="225047" y="680421"/>
                  </a:lnTo>
                  <a:lnTo>
                    <a:pt x="259335" y="657395"/>
                  </a:lnTo>
                  <a:close/>
                  <a:moveTo>
                    <a:pt x="352789" y="785926"/>
                  </a:moveTo>
                  <a:lnTo>
                    <a:pt x="340453" y="739897"/>
                  </a:lnTo>
                  <a:lnTo>
                    <a:pt x="339513" y="731988"/>
                  </a:lnTo>
                  <a:close/>
                  <a:moveTo>
                    <a:pt x="583098" y="981673"/>
                  </a:moveTo>
                  <a:lnTo>
                    <a:pt x="623154" y="976197"/>
                  </a:lnTo>
                  <a:lnTo>
                    <a:pt x="613276" y="939480"/>
                  </a:lnTo>
                  <a:close/>
                  <a:moveTo>
                    <a:pt x="647914" y="972090"/>
                  </a:moveTo>
                  <a:lnTo>
                    <a:pt x="632115" y="935335"/>
                  </a:lnTo>
                  <a:lnTo>
                    <a:pt x="623154" y="976197"/>
                  </a:lnTo>
                  <a:close/>
                  <a:moveTo>
                    <a:pt x="473708" y="915763"/>
                  </a:moveTo>
                  <a:lnTo>
                    <a:pt x="482351" y="875161"/>
                  </a:lnTo>
                  <a:lnTo>
                    <a:pt x="479613" y="886467"/>
                  </a:lnTo>
                  <a:close/>
                  <a:moveTo>
                    <a:pt x="482351" y="875161"/>
                  </a:moveTo>
                  <a:lnTo>
                    <a:pt x="484183" y="861825"/>
                  </a:lnTo>
                  <a:lnTo>
                    <a:pt x="474998" y="869211"/>
                  </a:lnTo>
                  <a:close/>
                  <a:moveTo>
                    <a:pt x="334453" y="690400"/>
                  </a:moveTo>
                  <a:lnTo>
                    <a:pt x="297376" y="703415"/>
                  </a:lnTo>
                  <a:lnTo>
                    <a:pt x="337020" y="727062"/>
                  </a:lnTo>
                  <a:close/>
                  <a:moveTo>
                    <a:pt x="334453" y="690400"/>
                  </a:moveTo>
                  <a:lnTo>
                    <a:pt x="332365" y="647349"/>
                  </a:lnTo>
                  <a:lnTo>
                    <a:pt x="300942" y="690555"/>
                  </a:lnTo>
                  <a:close/>
                  <a:moveTo>
                    <a:pt x="370246" y="678050"/>
                  </a:moveTo>
                  <a:lnTo>
                    <a:pt x="358046" y="641295"/>
                  </a:lnTo>
                  <a:lnTo>
                    <a:pt x="334453" y="690400"/>
                  </a:lnTo>
                  <a:close/>
                  <a:moveTo>
                    <a:pt x="358046" y="641295"/>
                  </a:moveTo>
                  <a:lnTo>
                    <a:pt x="332365" y="647349"/>
                  </a:lnTo>
                  <a:lnTo>
                    <a:pt x="334453" y="690400"/>
                  </a:lnTo>
                  <a:close/>
                  <a:moveTo>
                    <a:pt x="647914" y="972090"/>
                  </a:moveTo>
                  <a:lnTo>
                    <a:pt x="664383" y="982776"/>
                  </a:lnTo>
                  <a:lnTo>
                    <a:pt x="666073" y="968393"/>
                  </a:lnTo>
                  <a:close/>
                  <a:moveTo>
                    <a:pt x="632115" y="935335"/>
                  </a:moveTo>
                  <a:lnTo>
                    <a:pt x="666073" y="968393"/>
                  </a:lnTo>
                  <a:lnTo>
                    <a:pt x="659086" y="929326"/>
                  </a:lnTo>
                  <a:close/>
                  <a:moveTo>
                    <a:pt x="632115" y="935335"/>
                  </a:moveTo>
                  <a:lnTo>
                    <a:pt x="647914" y="972090"/>
                  </a:lnTo>
                  <a:lnTo>
                    <a:pt x="666073" y="968393"/>
                  </a:lnTo>
                  <a:close/>
                  <a:moveTo>
                    <a:pt x="488080" y="781009"/>
                  </a:moveTo>
                  <a:lnTo>
                    <a:pt x="475483" y="774817"/>
                  </a:lnTo>
                  <a:lnTo>
                    <a:pt x="442073" y="746576"/>
                  </a:lnTo>
                  <a:close/>
                  <a:moveTo>
                    <a:pt x="332562" y="604540"/>
                  </a:moveTo>
                  <a:lnTo>
                    <a:pt x="384499" y="632054"/>
                  </a:lnTo>
                  <a:lnTo>
                    <a:pt x="351672" y="589426"/>
                  </a:lnTo>
                  <a:close/>
                  <a:moveTo>
                    <a:pt x="353621" y="568346"/>
                  </a:moveTo>
                  <a:lnTo>
                    <a:pt x="332562" y="604540"/>
                  </a:lnTo>
                  <a:lnTo>
                    <a:pt x="349838" y="582572"/>
                  </a:lnTo>
                  <a:close/>
                  <a:moveTo>
                    <a:pt x="379756" y="569850"/>
                  </a:moveTo>
                  <a:lnTo>
                    <a:pt x="353621" y="568346"/>
                  </a:lnTo>
                  <a:lnTo>
                    <a:pt x="349838" y="582572"/>
                  </a:lnTo>
                  <a:close/>
                  <a:moveTo>
                    <a:pt x="171125" y="339194"/>
                  </a:moveTo>
                  <a:lnTo>
                    <a:pt x="151276" y="347255"/>
                  </a:lnTo>
                  <a:lnTo>
                    <a:pt x="184192" y="336975"/>
                  </a:lnTo>
                  <a:close/>
                  <a:moveTo>
                    <a:pt x="184192" y="336975"/>
                  </a:moveTo>
                  <a:lnTo>
                    <a:pt x="151276" y="347255"/>
                  </a:lnTo>
                  <a:lnTo>
                    <a:pt x="131328" y="360112"/>
                  </a:lnTo>
                  <a:close/>
                  <a:moveTo>
                    <a:pt x="184192" y="336975"/>
                  </a:moveTo>
                  <a:lnTo>
                    <a:pt x="131328" y="360112"/>
                  </a:lnTo>
                  <a:lnTo>
                    <a:pt x="154302" y="349799"/>
                  </a:lnTo>
                  <a:close/>
                  <a:moveTo>
                    <a:pt x="215374" y="328984"/>
                  </a:moveTo>
                  <a:lnTo>
                    <a:pt x="171125" y="339194"/>
                  </a:lnTo>
                  <a:lnTo>
                    <a:pt x="212049" y="330072"/>
                  </a:lnTo>
                  <a:close/>
                  <a:moveTo>
                    <a:pt x="159701" y="341616"/>
                  </a:moveTo>
                  <a:lnTo>
                    <a:pt x="171125" y="339194"/>
                  </a:lnTo>
                  <a:lnTo>
                    <a:pt x="215374" y="328984"/>
                  </a:lnTo>
                  <a:close/>
                  <a:moveTo>
                    <a:pt x="171125" y="339194"/>
                  </a:moveTo>
                  <a:lnTo>
                    <a:pt x="184192" y="336975"/>
                  </a:lnTo>
                  <a:lnTo>
                    <a:pt x="212049" y="330072"/>
                  </a:lnTo>
                  <a:close/>
                  <a:moveTo>
                    <a:pt x="596818" y="791530"/>
                  </a:moveTo>
                  <a:lnTo>
                    <a:pt x="630925" y="790891"/>
                  </a:lnTo>
                  <a:lnTo>
                    <a:pt x="608570" y="764318"/>
                  </a:lnTo>
                  <a:close/>
                  <a:moveTo>
                    <a:pt x="608570" y="764318"/>
                  </a:moveTo>
                  <a:lnTo>
                    <a:pt x="630925" y="790891"/>
                  </a:lnTo>
                  <a:lnTo>
                    <a:pt x="645555" y="761338"/>
                  </a:lnTo>
                  <a:close/>
                  <a:moveTo>
                    <a:pt x="575276" y="719549"/>
                  </a:moveTo>
                  <a:lnTo>
                    <a:pt x="526346" y="734376"/>
                  </a:lnTo>
                  <a:lnTo>
                    <a:pt x="542222" y="764081"/>
                  </a:lnTo>
                  <a:close/>
                  <a:moveTo>
                    <a:pt x="575276" y="719549"/>
                  </a:moveTo>
                  <a:lnTo>
                    <a:pt x="515321" y="697622"/>
                  </a:lnTo>
                  <a:lnTo>
                    <a:pt x="526346" y="734376"/>
                  </a:lnTo>
                  <a:close/>
                  <a:moveTo>
                    <a:pt x="210932" y="351579"/>
                  </a:moveTo>
                  <a:lnTo>
                    <a:pt x="212049" y="330072"/>
                  </a:lnTo>
                  <a:lnTo>
                    <a:pt x="184192" y="336975"/>
                  </a:lnTo>
                  <a:close/>
                  <a:moveTo>
                    <a:pt x="216402" y="329472"/>
                  </a:moveTo>
                  <a:lnTo>
                    <a:pt x="212049" y="3300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16402" y="329472"/>
                  </a:lnTo>
                  <a:lnTo>
                    <a:pt x="210932" y="351579"/>
                  </a:lnTo>
                  <a:close/>
                  <a:moveTo>
                    <a:pt x="238085" y="356592"/>
                  </a:moveTo>
                  <a:lnTo>
                    <a:pt x="276049" y="352816"/>
                  </a:lnTo>
                  <a:lnTo>
                    <a:pt x="255941" y="324416"/>
                  </a:lnTo>
                  <a:close/>
                  <a:moveTo>
                    <a:pt x="238085" y="356592"/>
                  </a:moveTo>
                  <a:lnTo>
                    <a:pt x="255941" y="324416"/>
                  </a:lnTo>
                  <a:lnTo>
                    <a:pt x="216402" y="329472"/>
                  </a:lnTo>
                  <a:close/>
                  <a:moveTo>
                    <a:pt x="276049" y="352816"/>
                  </a:moveTo>
                  <a:lnTo>
                    <a:pt x="238085" y="356592"/>
                  </a:lnTo>
                  <a:lnTo>
                    <a:pt x="282507" y="359198"/>
                  </a:lnTo>
                  <a:close/>
                  <a:moveTo>
                    <a:pt x="238085" y="356592"/>
                  </a:moveTo>
                  <a:lnTo>
                    <a:pt x="250842" y="365384"/>
                  </a:lnTo>
                  <a:lnTo>
                    <a:pt x="282507" y="359198"/>
                  </a:lnTo>
                  <a:close/>
                  <a:moveTo>
                    <a:pt x="276049" y="352816"/>
                  </a:moveTo>
                  <a:lnTo>
                    <a:pt x="310671" y="351757"/>
                  </a:lnTo>
                  <a:lnTo>
                    <a:pt x="255941" y="324416"/>
                  </a:lnTo>
                  <a:close/>
                  <a:moveTo>
                    <a:pt x="310671" y="351757"/>
                  </a:moveTo>
                  <a:lnTo>
                    <a:pt x="276049" y="352816"/>
                  </a:lnTo>
                  <a:lnTo>
                    <a:pt x="318128" y="367805"/>
                  </a:lnTo>
                  <a:close/>
                  <a:moveTo>
                    <a:pt x="276049" y="352816"/>
                  </a:moveTo>
                  <a:lnTo>
                    <a:pt x="282507" y="359198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51381" y="367556"/>
                  </a:lnTo>
                  <a:lnTo>
                    <a:pt x="318128" y="367805"/>
                  </a:lnTo>
                  <a:close/>
                  <a:moveTo>
                    <a:pt x="333567" y="377890"/>
                  </a:moveTo>
                  <a:lnTo>
                    <a:pt x="363718" y="380466"/>
                  </a:lnTo>
                  <a:lnTo>
                    <a:pt x="351381" y="367556"/>
                  </a:lnTo>
                  <a:close/>
                  <a:moveTo>
                    <a:pt x="363718" y="380466"/>
                  </a:moveTo>
                  <a:lnTo>
                    <a:pt x="333567" y="377890"/>
                  </a:lnTo>
                  <a:lnTo>
                    <a:pt x="381530" y="384070"/>
                  </a:lnTo>
                  <a:close/>
                  <a:moveTo>
                    <a:pt x="363718" y="380466"/>
                  </a:moveTo>
                  <a:lnTo>
                    <a:pt x="381530" y="384070"/>
                  </a:lnTo>
                  <a:lnTo>
                    <a:pt x="413264" y="378142"/>
                  </a:lnTo>
                  <a:close/>
                  <a:moveTo>
                    <a:pt x="716298" y="719581"/>
                  </a:moveTo>
                  <a:lnTo>
                    <a:pt x="724793" y="699229"/>
                  </a:lnTo>
                  <a:lnTo>
                    <a:pt x="684101" y="736765"/>
                  </a:lnTo>
                  <a:close/>
                  <a:moveTo>
                    <a:pt x="724793" y="699229"/>
                  </a:moveTo>
                  <a:lnTo>
                    <a:pt x="716298" y="719581"/>
                  </a:lnTo>
                  <a:lnTo>
                    <a:pt x="739420" y="665643"/>
                  </a:lnTo>
                  <a:close/>
                  <a:moveTo>
                    <a:pt x="687447" y="637786"/>
                  </a:moveTo>
                  <a:lnTo>
                    <a:pt x="714262" y="598327"/>
                  </a:lnTo>
                  <a:lnTo>
                    <a:pt x="672398" y="605274"/>
                  </a:lnTo>
                  <a:close/>
                  <a:moveTo>
                    <a:pt x="718892" y="639310"/>
                  </a:moveTo>
                  <a:lnTo>
                    <a:pt x="751765" y="594926"/>
                  </a:lnTo>
                  <a:lnTo>
                    <a:pt x="714262" y="598327"/>
                  </a:lnTo>
                  <a:close/>
                  <a:moveTo>
                    <a:pt x="639636" y="604820"/>
                  </a:moveTo>
                  <a:lnTo>
                    <a:pt x="672398" y="605274"/>
                  </a:lnTo>
                  <a:lnTo>
                    <a:pt x="645291" y="555476"/>
                  </a:lnTo>
                  <a:close/>
                  <a:moveTo>
                    <a:pt x="881777" y="775908"/>
                  </a:moveTo>
                  <a:lnTo>
                    <a:pt x="933980" y="795480"/>
                  </a:lnTo>
                  <a:lnTo>
                    <a:pt x="909244" y="758725"/>
                  </a:lnTo>
                  <a:close/>
                  <a:moveTo>
                    <a:pt x="888944" y="739153"/>
                  </a:moveTo>
                  <a:lnTo>
                    <a:pt x="881777" y="775908"/>
                  </a:lnTo>
                  <a:lnTo>
                    <a:pt x="909244" y="758725"/>
                  </a:lnTo>
                  <a:close/>
                  <a:moveTo>
                    <a:pt x="764689" y="627610"/>
                  </a:moveTo>
                  <a:lnTo>
                    <a:pt x="783392" y="601328"/>
                  </a:lnTo>
                  <a:lnTo>
                    <a:pt x="769667" y="592133"/>
                  </a:lnTo>
                  <a:close/>
                  <a:moveTo>
                    <a:pt x="909244" y="758725"/>
                  </a:moveTo>
                  <a:lnTo>
                    <a:pt x="936218" y="794716"/>
                  </a:lnTo>
                  <a:lnTo>
                    <a:pt x="937407" y="749002"/>
                  </a:lnTo>
                  <a:close/>
                  <a:moveTo>
                    <a:pt x="909244" y="758725"/>
                  </a:moveTo>
                  <a:lnTo>
                    <a:pt x="933980" y="795480"/>
                  </a:lnTo>
                  <a:lnTo>
                    <a:pt x="936218" y="794716"/>
                  </a:lnTo>
                  <a:close/>
                  <a:moveTo>
                    <a:pt x="936218" y="794716"/>
                  </a:moveTo>
                  <a:lnTo>
                    <a:pt x="970423" y="749249"/>
                  </a:lnTo>
                  <a:lnTo>
                    <a:pt x="937407" y="749002"/>
                  </a:lnTo>
                  <a:close/>
                  <a:moveTo>
                    <a:pt x="974153" y="790964"/>
                  </a:moveTo>
                  <a:lnTo>
                    <a:pt x="1011103" y="743265"/>
                  </a:lnTo>
                  <a:lnTo>
                    <a:pt x="970423" y="749249"/>
                  </a:lnTo>
                  <a:close/>
                  <a:moveTo>
                    <a:pt x="927224" y="712534"/>
                  </a:moveTo>
                  <a:lnTo>
                    <a:pt x="970423" y="749249"/>
                  </a:lnTo>
                  <a:lnTo>
                    <a:pt x="928331" y="721970"/>
                  </a:lnTo>
                  <a:close/>
                  <a:moveTo>
                    <a:pt x="903380" y="685215"/>
                  </a:moveTo>
                  <a:lnTo>
                    <a:pt x="927224" y="712534"/>
                  </a:lnTo>
                  <a:lnTo>
                    <a:pt x="911367" y="680678"/>
                  </a:lnTo>
                  <a:close/>
                  <a:moveTo>
                    <a:pt x="910110" y="631276"/>
                  </a:moveTo>
                  <a:lnTo>
                    <a:pt x="911367" y="680678"/>
                  </a:lnTo>
                  <a:lnTo>
                    <a:pt x="921318" y="647073"/>
                  </a:lnTo>
                  <a:close/>
                  <a:moveTo>
                    <a:pt x="903380" y="685215"/>
                  </a:moveTo>
                  <a:lnTo>
                    <a:pt x="911367" y="680678"/>
                  </a:lnTo>
                  <a:lnTo>
                    <a:pt x="910110" y="631276"/>
                  </a:lnTo>
                  <a:close/>
                  <a:moveTo>
                    <a:pt x="872092" y="648460"/>
                  </a:moveTo>
                  <a:lnTo>
                    <a:pt x="903380" y="685215"/>
                  </a:lnTo>
                  <a:lnTo>
                    <a:pt x="910110" y="631276"/>
                  </a:lnTo>
                  <a:close/>
                  <a:moveTo>
                    <a:pt x="933053" y="631276"/>
                  </a:moveTo>
                  <a:lnTo>
                    <a:pt x="921318" y="647073"/>
                  </a:lnTo>
                  <a:lnTo>
                    <a:pt x="947594" y="633567"/>
                  </a:lnTo>
                  <a:close/>
                  <a:moveTo>
                    <a:pt x="947594" y="633567"/>
                  </a:moveTo>
                  <a:lnTo>
                    <a:pt x="921318" y="647073"/>
                  </a:lnTo>
                  <a:lnTo>
                    <a:pt x="911367" y="680678"/>
                  </a:lnTo>
                  <a:close/>
                  <a:moveTo>
                    <a:pt x="791339" y="538195"/>
                  </a:moveTo>
                  <a:lnTo>
                    <a:pt x="822602" y="527145"/>
                  </a:lnTo>
                  <a:lnTo>
                    <a:pt x="812595" y="527813"/>
                  </a:lnTo>
                  <a:close/>
                  <a:moveTo>
                    <a:pt x="800762" y="574950"/>
                  </a:moveTo>
                  <a:lnTo>
                    <a:pt x="804791" y="557767"/>
                  </a:lnTo>
                  <a:lnTo>
                    <a:pt x="791339" y="538195"/>
                  </a:lnTo>
                  <a:close/>
                  <a:moveTo>
                    <a:pt x="812595" y="527813"/>
                  </a:moveTo>
                  <a:lnTo>
                    <a:pt x="822602" y="527145"/>
                  </a:lnTo>
                  <a:lnTo>
                    <a:pt x="856165" y="528053"/>
                  </a:lnTo>
                  <a:close/>
                  <a:moveTo>
                    <a:pt x="651508" y="353774"/>
                  </a:moveTo>
                  <a:lnTo>
                    <a:pt x="648353" y="354420"/>
                  </a:lnTo>
                  <a:lnTo>
                    <a:pt x="680748" y="370506"/>
                  </a:lnTo>
                  <a:close/>
                  <a:moveTo>
                    <a:pt x="680748" y="370506"/>
                  </a:moveTo>
                  <a:lnTo>
                    <a:pt x="621555" y="369975"/>
                  </a:lnTo>
                  <a:lnTo>
                    <a:pt x="673392" y="373991"/>
                  </a:lnTo>
                  <a:close/>
                  <a:moveTo>
                    <a:pt x="651508" y="353774"/>
                  </a:moveTo>
                  <a:lnTo>
                    <a:pt x="680748" y="370506"/>
                  </a:lnTo>
                  <a:lnTo>
                    <a:pt x="686171" y="373991"/>
                  </a:lnTo>
                  <a:close/>
                  <a:moveTo>
                    <a:pt x="944828" y="668032"/>
                  </a:moveTo>
                  <a:lnTo>
                    <a:pt x="955647" y="704786"/>
                  </a:lnTo>
                  <a:lnTo>
                    <a:pt x="982370" y="687603"/>
                  </a:lnTo>
                  <a:close/>
                  <a:moveTo>
                    <a:pt x="944828" y="668032"/>
                  </a:moveTo>
                  <a:lnTo>
                    <a:pt x="982370" y="687603"/>
                  </a:lnTo>
                  <a:lnTo>
                    <a:pt x="969455" y="650848"/>
                  </a:lnTo>
                  <a:close/>
                  <a:moveTo>
                    <a:pt x="921318" y="647073"/>
                  </a:moveTo>
                  <a:lnTo>
                    <a:pt x="933053" y="631276"/>
                  </a:lnTo>
                  <a:lnTo>
                    <a:pt x="920702" y="628342"/>
                  </a:lnTo>
                  <a:close/>
                  <a:moveTo>
                    <a:pt x="1010454" y="634976"/>
                  </a:moveTo>
                  <a:lnTo>
                    <a:pt x="955207" y="649205"/>
                  </a:lnTo>
                  <a:lnTo>
                    <a:pt x="976758" y="633571"/>
                  </a:lnTo>
                  <a:close/>
                  <a:moveTo>
                    <a:pt x="910110" y="631276"/>
                  </a:moveTo>
                  <a:lnTo>
                    <a:pt x="921318" y="647073"/>
                  </a:lnTo>
                  <a:lnTo>
                    <a:pt x="920702" y="628342"/>
                  </a:lnTo>
                  <a:close/>
                  <a:moveTo>
                    <a:pt x="822602" y="527145"/>
                  </a:moveTo>
                  <a:lnTo>
                    <a:pt x="846402" y="545076"/>
                  </a:lnTo>
                  <a:lnTo>
                    <a:pt x="876629" y="540583"/>
                  </a:lnTo>
                  <a:close/>
                  <a:moveTo>
                    <a:pt x="882394" y="529911"/>
                  </a:moveTo>
                  <a:lnTo>
                    <a:pt x="822602" y="527145"/>
                  </a:lnTo>
                  <a:lnTo>
                    <a:pt x="876629" y="540583"/>
                  </a:lnTo>
                  <a:close/>
                  <a:moveTo>
                    <a:pt x="856165" y="528053"/>
                  </a:moveTo>
                  <a:lnTo>
                    <a:pt x="822602" y="527145"/>
                  </a:lnTo>
                  <a:lnTo>
                    <a:pt x="882394" y="529911"/>
                  </a:lnTo>
                  <a:close/>
                  <a:moveTo>
                    <a:pt x="918435" y="540087"/>
                  </a:moveTo>
                  <a:lnTo>
                    <a:pt x="861233" y="521011"/>
                  </a:lnTo>
                  <a:lnTo>
                    <a:pt x="856165" y="528053"/>
                  </a:lnTo>
                  <a:close/>
                  <a:moveTo>
                    <a:pt x="918435" y="540087"/>
                  </a:moveTo>
                  <a:lnTo>
                    <a:pt x="856165" y="528053"/>
                  </a:lnTo>
                  <a:lnTo>
                    <a:pt x="882394" y="529911"/>
                  </a:lnTo>
                  <a:close/>
                  <a:moveTo>
                    <a:pt x="680748" y="370506"/>
                  </a:moveTo>
                  <a:lnTo>
                    <a:pt x="673392" y="373991"/>
                  </a:lnTo>
                  <a:lnTo>
                    <a:pt x="683237" y="372726"/>
                  </a:lnTo>
                  <a:close/>
                  <a:moveTo>
                    <a:pt x="683237" y="372726"/>
                  </a:moveTo>
                  <a:lnTo>
                    <a:pt x="686171" y="373991"/>
                  </a:lnTo>
                  <a:lnTo>
                    <a:pt x="680748" y="370506"/>
                  </a:lnTo>
                  <a:close/>
                  <a:moveTo>
                    <a:pt x="717757" y="337236"/>
                  </a:moveTo>
                  <a:lnTo>
                    <a:pt x="743576" y="356808"/>
                  </a:lnTo>
                  <a:lnTo>
                    <a:pt x="734701" y="320053"/>
                  </a:lnTo>
                  <a:close/>
                  <a:moveTo>
                    <a:pt x="1031253" y="616535"/>
                  </a:moveTo>
                  <a:lnTo>
                    <a:pt x="976758" y="633571"/>
                  </a:lnTo>
                  <a:lnTo>
                    <a:pt x="997051" y="613233"/>
                  </a:lnTo>
                  <a:close/>
                  <a:moveTo>
                    <a:pt x="1054736" y="618298"/>
                  </a:moveTo>
                  <a:lnTo>
                    <a:pt x="1064015" y="614448"/>
                  </a:lnTo>
                  <a:lnTo>
                    <a:pt x="1031253" y="616535"/>
                  </a:lnTo>
                  <a:close/>
                  <a:moveTo>
                    <a:pt x="741340" y="229360"/>
                  </a:moveTo>
                  <a:lnTo>
                    <a:pt x="750016" y="266115"/>
                  </a:lnTo>
                  <a:lnTo>
                    <a:pt x="768117" y="248931"/>
                  </a:lnTo>
                  <a:close/>
                  <a:moveTo>
                    <a:pt x="749304" y="175421"/>
                  </a:moveTo>
                  <a:lnTo>
                    <a:pt x="755725" y="188982"/>
                  </a:lnTo>
                  <a:lnTo>
                    <a:pt x="741340" y="229360"/>
                  </a:lnTo>
                  <a:close/>
                  <a:moveTo>
                    <a:pt x="943820" y="346372"/>
                  </a:moveTo>
                  <a:lnTo>
                    <a:pt x="930363" y="352005"/>
                  </a:lnTo>
                  <a:lnTo>
                    <a:pt x="913648" y="359196"/>
                  </a:lnTo>
                  <a:close/>
                  <a:moveTo>
                    <a:pt x="936509" y="359196"/>
                  </a:moveTo>
                  <a:lnTo>
                    <a:pt x="930363" y="352005"/>
                  </a:lnTo>
                  <a:lnTo>
                    <a:pt x="958677" y="373553"/>
                  </a:lnTo>
                  <a:close/>
                  <a:moveTo>
                    <a:pt x="958677" y="373553"/>
                  </a:moveTo>
                  <a:lnTo>
                    <a:pt x="930363" y="352005"/>
                  </a:lnTo>
                  <a:lnTo>
                    <a:pt x="943820" y="346372"/>
                  </a:lnTo>
                  <a:close/>
                  <a:moveTo>
                    <a:pt x="951563" y="342013"/>
                  </a:moveTo>
                  <a:lnTo>
                    <a:pt x="959975" y="355020"/>
                  </a:lnTo>
                  <a:lnTo>
                    <a:pt x="958677" y="373553"/>
                  </a:lnTo>
                  <a:close/>
                  <a:moveTo>
                    <a:pt x="943820" y="346372"/>
                  </a:moveTo>
                  <a:lnTo>
                    <a:pt x="951563" y="342013"/>
                  </a:lnTo>
                  <a:lnTo>
                    <a:pt x="958677" y="373553"/>
                  </a:lnTo>
                  <a:close/>
                  <a:moveTo>
                    <a:pt x="885577" y="349395"/>
                  </a:moveTo>
                  <a:lnTo>
                    <a:pt x="930363" y="352005"/>
                  </a:lnTo>
                  <a:lnTo>
                    <a:pt x="940445" y="333753"/>
                  </a:lnTo>
                  <a:close/>
                  <a:moveTo>
                    <a:pt x="788358" y="138854"/>
                  </a:moveTo>
                  <a:lnTo>
                    <a:pt x="766057" y="151685"/>
                  </a:lnTo>
                  <a:lnTo>
                    <a:pt x="749304" y="175421"/>
                  </a:lnTo>
                  <a:close/>
                  <a:moveTo>
                    <a:pt x="964908" y="204432"/>
                  </a:moveTo>
                  <a:lnTo>
                    <a:pt x="904335" y="194993"/>
                  </a:lnTo>
                  <a:lnTo>
                    <a:pt x="906400" y="206467"/>
                  </a:lnTo>
                  <a:close/>
                  <a:moveTo>
                    <a:pt x="820110" y="132994"/>
                  </a:moveTo>
                  <a:lnTo>
                    <a:pt x="788358" y="138854"/>
                  </a:lnTo>
                  <a:lnTo>
                    <a:pt x="842939" y="122141"/>
                  </a:lnTo>
                  <a:close/>
                  <a:moveTo>
                    <a:pt x="842939" y="122141"/>
                  </a:moveTo>
                  <a:lnTo>
                    <a:pt x="864674" y="104300"/>
                  </a:lnTo>
                  <a:lnTo>
                    <a:pt x="866160" y="108630"/>
                  </a:lnTo>
                  <a:close/>
                  <a:moveTo>
                    <a:pt x="869470" y="96760"/>
                  </a:moveTo>
                  <a:lnTo>
                    <a:pt x="866160" y="108630"/>
                  </a:lnTo>
                  <a:lnTo>
                    <a:pt x="864674" y="104300"/>
                  </a:lnTo>
                  <a:close/>
                  <a:moveTo>
                    <a:pt x="1021239" y="194263"/>
                  </a:moveTo>
                  <a:lnTo>
                    <a:pt x="992326" y="182368"/>
                  </a:lnTo>
                  <a:lnTo>
                    <a:pt x="964908" y="204432"/>
                  </a:lnTo>
                  <a:close/>
                  <a:moveTo>
                    <a:pt x="869470" y="96760"/>
                  </a:moveTo>
                  <a:lnTo>
                    <a:pt x="888210" y="90704"/>
                  </a:lnTo>
                  <a:lnTo>
                    <a:pt x="885842" y="67545"/>
                  </a:lnTo>
                  <a:close/>
                  <a:moveTo>
                    <a:pt x="885842" y="67545"/>
                  </a:moveTo>
                  <a:lnTo>
                    <a:pt x="888210" y="90704"/>
                  </a:lnTo>
                  <a:lnTo>
                    <a:pt x="893379" y="87116"/>
                  </a:lnTo>
                  <a:close/>
                  <a:moveTo>
                    <a:pt x="885842" y="67545"/>
                  </a:moveTo>
                  <a:lnTo>
                    <a:pt x="893379" y="87116"/>
                  </a:lnTo>
                  <a:lnTo>
                    <a:pt x="891164" y="50362"/>
                  </a:lnTo>
                  <a:close/>
                  <a:moveTo>
                    <a:pt x="1074555" y="172814"/>
                  </a:moveTo>
                  <a:lnTo>
                    <a:pt x="1047963" y="169602"/>
                  </a:lnTo>
                  <a:lnTo>
                    <a:pt x="1021239" y="194263"/>
                  </a:lnTo>
                  <a:close/>
                  <a:moveTo>
                    <a:pt x="962274" y="2169"/>
                  </a:moveTo>
                  <a:lnTo>
                    <a:pt x="908981" y="23700"/>
                  </a:lnTo>
                  <a:lnTo>
                    <a:pt x="933561" y="19393"/>
                  </a:lnTo>
                  <a:close/>
                  <a:moveTo>
                    <a:pt x="1020746" y="0"/>
                  </a:moveTo>
                  <a:lnTo>
                    <a:pt x="995015" y="5"/>
                  </a:lnTo>
                  <a:lnTo>
                    <a:pt x="962274" y="2169"/>
                  </a:lnTo>
                  <a:close/>
                  <a:moveTo>
                    <a:pt x="1020746" y="0"/>
                  </a:moveTo>
                  <a:lnTo>
                    <a:pt x="962274" y="2169"/>
                  </a:lnTo>
                  <a:lnTo>
                    <a:pt x="990573" y="11764"/>
                  </a:lnTo>
                  <a:close/>
                  <a:moveTo>
                    <a:pt x="1055525" y="5456"/>
                  </a:moveTo>
                  <a:lnTo>
                    <a:pt x="995015" y="5"/>
                  </a:lnTo>
                  <a:lnTo>
                    <a:pt x="1020746" y="0"/>
                  </a:lnTo>
                  <a:close/>
                  <a:moveTo>
                    <a:pt x="1213024" y="182586"/>
                  </a:moveTo>
                  <a:lnTo>
                    <a:pt x="1224161" y="166022"/>
                  </a:lnTo>
                  <a:lnTo>
                    <a:pt x="1191179" y="185913"/>
                  </a:lnTo>
                  <a:close/>
                  <a:moveTo>
                    <a:pt x="1191179" y="185913"/>
                  </a:moveTo>
                  <a:lnTo>
                    <a:pt x="1224161" y="166022"/>
                  </a:lnTo>
                  <a:lnTo>
                    <a:pt x="1213350" y="150230"/>
                  </a:lnTo>
                  <a:close/>
                  <a:moveTo>
                    <a:pt x="1090321" y="79491"/>
                  </a:moveTo>
                  <a:lnTo>
                    <a:pt x="1128785" y="75309"/>
                  </a:lnTo>
                  <a:lnTo>
                    <a:pt x="1116945" y="40188"/>
                  </a:lnTo>
                  <a:close/>
                  <a:moveTo>
                    <a:pt x="1090321" y="79491"/>
                  </a:moveTo>
                  <a:lnTo>
                    <a:pt x="1116945" y="40188"/>
                  </a:lnTo>
                  <a:lnTo>
                    <a:pt x="1082799" y="40860"/>
                  </a:lnTo>
                  <a:close/>
                  <a:moveTo>
                    <a:pt x="1128785" y="75309"/>
                  </a:moveTo>
                  <a:lnTo>
                    <a:pt x="1150832" y="39726"/>
                  </a:lnTo>
                  <a:lnTo>
                    <a:pt x="1116945" y="40188"/>
                  </a:lnTo>
                  <a:close/>
                  <a:moveTo>
                    <a:pt x="1047774" y="42246"/>
                  </a:moveTo>
                  <a:lnTo>
                    <a:pt x="1082799" y="40860"/>
                  </a:lnTo>
                  <a:lnTo>
                    <a:pt x="1063262" y="11996"/>
                  </a:lnTo>
                  <a:close/>
                  <a:moveTo>
                    <a:pt x="1047774" y="42246"/>
                  </a:moveTo>
                  <a:lnTo>
                    <a:pt x="1063262" y="11996"/>
                  </a:lnTo>
                  <a:lnTo>
                    <a:pt x="1032924" y="9572"/>
                  </a:lnTo>
                  <a:close/>
                  <a:moveTo>
                    <a:pt x="1082799" y="40860"/>
                  </a:moveTo>
                  <a:lnTo>
                    <a:pt x="1116945" y="40188"/>
                  </a:lnTo>
                  <a:lnTo>
                    <a:pt x="1094669" y="13550"/>
                  </a:lnTo>
                  <a:close/>
                  <a:moveTo>
                    <a:pt x="1082799" y="40860"/>
                  </a:moveTo>
                  <a:lnTo>
                    <a:pt x="1094669" y="13550"/>
                  </a:lnTo>
                  <a:lnTo>
                    <a:pt x="1063262" y="11996"/>
                  </a:lnTo>
                  <a:close/>
                  <a:moveTo>
                    <a:pt x="993409" y="14609"/>
                  </a:moveTo>
                  <a:lnTo>
                    <a:pt x="1032924" y="9572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55525" y="5456"/>
                  </a:lnTo>
                  <a:lnTo>
                    <a:pt x="1020746" y="0"/>
                  </a:lnTo>
                  <a:close/>
                  <a:moveTo>
                    <a:pt x="1032924" y="9572"/>
                  </a:moveTo>
                  <a:lnTo>
                    <a:pt x="1063262" y="11996"/>
                  </a:lnTo>
                  <a:lnTo>
                    <a:pt x="1055525" y="5456"/>
                  </a:lnTo>
                  <a:close/>
                  <a:moveTo>
                    <a:pt x="1233681" y="178448"/>
                  </a:moveTo>
                  <a:lnTo>
                    <a:pt x="1255047" y="156924"/>
                  </a:lnTo>
                  <a:lnTo>
                    <a:pt x="1224161" y="1660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14" name="Input_density__153">
              <a:extLst>
                <a:ext uri="{FF2B5EF4-FFF2-40B4-BE49-F238E27FC236}">
                  <a16:creationId xmlns:a16="http://schemas.microsoft.com/office/drawing/2014/main" id="{F94473A5-7748-9EFE-81D9-E974DBEE4101}"/>
                </a:ext>
              </a:extLst>
            </p:cNvPr>
            <p:cNvSpPr>
              <a:spLocks noGrp="1"/>
            </p:cNvSpPr>
            <p:nvPr/>
          </p:nvSpPr>
          <p:spPr>
            <a:xfrm>
              <a:off x="516200" y="1621843"/>
              <a:ext cx="1269166" cy="932649"/>
            </a:xfrm>
            <a:custGeom>
              <a:avLst/>
              <a:gdLst/>
              <a:ahLst/>
              <a:cxnLst/>
              <a:rect l="0" t="0" r="0" b="0"/>
              <a:pathLst>
                <a:path w="1269166" h="932649">
                  <a:moveTo>
                    <a:pt x="308163" y="888156"/>
                  </a:moveTo>
                  <a:lnTo>
                    <a:pt x="285161" y="898360"/>
                  </a:lnTo>
                  <a:lnTo>
                    <a:pt x="345078" y="901598"/>
                  </a:lnTo>
                  <a:close/>
                  <a:moveTo>
                    <a:pt x="61591" y="622630"/>
                  </a:moveTo>
                  <a:lnTo>
                    <a:pt x="86449" y="653405"/>
                  </a:lnTo>
                  <a:lnTo>
                    <a:pt x="76358" y="644354"/>
                  </a:lnTo>
                  <a:close/>
                  <a:moveTo>
                    <a:pt x="80030" y="633833"/>
                  </a:moveTo>
                  <a:lnTo>
                    <a:pt x="61591" y="622630"/>
                  </a:lnTo>
                  <a:lnTo>
                    <a:pt x="41487" y="594228"/>
                  </a:lnTo>
                  <a:close/>
                  <a:moveTo>
                    <a:pt x="11691" y="579895"/>
                  </a:moveTo>
                  <a:lnTo>
                    <a:pt x="0" y="579650"/>
                  </a:lnTo>
                  <a:lnTo>
                    <a:pt x="17615" y="586547"/>
                  </a:lnTo>
                  <a:close/>
                  <a:moveTo>
                    <a:pt x="0" y="579650"/>
                  </a:moveTo>
                  <a:lnTo>
                    <a:pt x="37176" y="594070"/>
                  </a:lnTo>
                  <a:lnTo>
                    <a:pt x="17615" y="586547"/>
                  </a:lnTo>
                  <a:close/>
                  <a:moveTo>
                    <a:pt x="37176" y="594070"/>
                  </a:moveTo>
                  <a:lnTo>
                    <a:pt x="41487" y="594228"/>
                  </a:lnTo>
                  <a:lnTo>
                    <a:pt x="17615" y="586547"/>
                  </a:lnTo>
                  <a:close/>
                  <a:moveTo>
                    <a:pt x="52280" y="616650"/>
                  </a:moveTo>
                  <a:lnTo>
                    <a:pt x="61591" y="622630"/>
                  </a:lnTo>
                  <a:lnTo>
                    <a:pt x="76358" y="644354"/>
                  </a:lnTo>
                  <a:close/>
                  <a:moveTo>
                    <a:pt x="61591" y="622630"/>
                  </a:moveTo>
                  <a:lnTo>
                    <a:pt x="52280" y="616650"/>
                  </a:lnTo>
                  <a:lnTo>
                    <a:pt x="17615" y="586547"/>
                  </a:lnTo>
                  <a:close/>
                  <a:moveTo>
                    <a:pt x="41487" y="594228"/>
                  </a:moveTo>
                  <a:lnTo>
                    <a:pt x="61591" y="622630"/>
                  </a:lnTo>
                  <a:lnTo>
                    <a:pt x="17615" y="586547"/>
                  </a:lnTo>
                  <a:close/>
                  <a:moveTo>
                    <a:pt x="345078" y="901598"/>
                  </a:moveTo>
                  <a:lnTo>
                    <a:pt x="367185" y="888042"/>
                  </a:lnTo>
                  <a:lnTo>
                    <a:pt x="308163" y="888156"/>
                  </a:lnTo>
                  <a:close/>
                  <a:moveTo>
                    <a:pt x="150566" y="576448"/>
                  </a:moveTo>
                  <a:lnTo>
                    <a:pt x="135995" y="571570"/>
                  </a:lnTo>
                  <a:lnTo>
                    <a:pt x="124902" y="562711"/>
                  </a:lnTo>
                  <a:close/>
                  <a:moveTo>
                    <a:pt x="367185" y="888042"/>
                  </a:moveTo>
                  <a:lnTo>
                    <a:pt x="399547" y="884462"/>
                  </a:lnTo>
                  <a:lnTo>
                    <a:pt x="417569" y="855638"/>
                  </a:lnTo>
                  <a:close/>
                  <a:moveTo>
                    <a:pt x="589585" y="932649"/>
                  </a:moveTo>
                  <a:lnTo>
                    <a:pt x="559815" y="917533"/>
                  </a:lnTo>
                  <a:lnTo>
                    <a:pt x="536730" y="927430"/>
                  </a:lnTo>
                  <a:close/>
                  <a:moveTo>
                    <a:pt x="503815" y="928944"/>
                  </a:moveTo>
                  <a:lnTo>
                    <a:pt x="536730" y="927430"/>
                  </a:lnTo>
                  <a:lnTo>
                    <a:pt x="559815" y="917533"/>
                  </a:lnTo>
                  <a:close/>
                  <a:moveTo>
                    <a:pt x="307293" y="655793"/>
                  </a:moveTo>
                  <a:lnTo>
                    <a:pt x="319790" y="638610"/>
                  </a:lnTo>
                  <a:lnTo>
                    <a:pt x="297306" y="655146"/>
                  </a:lnTo>
                  <a:close/>
                  <a:moveTo>
                    <a:pt x="567334" y="795582"/>
                  </a:moveTo>
                  <a:lnTo>
                    <a:pt x="561167" y="826379"/>
                  </a:lnTo>
                  <a:lnTo>
                    <a:pt x="581338" y="805201"/>
                  </a:lnTo>
                  <a:close/>
                  <a:moveTo>
                    <a:pt x="567334" y="795582"/>
                  </a:moveTo>
                  <a:lnTo>
                    <a:pt x="581338" y="805201"/>
                  </a:lnTo>
                  <a:lnTo>
                    <a:pt x="573224" y="775249"/>
                  </a:lnTo>
                  <a:close/>
                  <a:moveTo>
                    <a:pt x="417565" y="621426"/>
                  </a:moveTo>
                  <a:lnTo>
                    <a:pt x="422351" y="653198"/>
                  </a:lnTo>
                  <a:lnTo>
                    <a:pt x="426444" y="658181"/>
                  </a:lnTo>
                  <a:close/>
                  <a:moveTo>
                    <a:pt x="270865" y="437651"/>
                  </a:moveTo>
                  <a:lnTo>
                    <a:pt x="294105" y="450760"/>
                  </a:lnTo>
                  <a:lnTo>
                    <a:pt x="306065" y="425077"/>
                  </a:lnTo>
                  <a:close/>
                  <a:moveTo>
                    <a:pt x="306065" y="425077"/>
                  </a:moveTo>
                  <a:lnTo>
                    <a:pt x="286556" y="422536"/>
                  </a:lnTo>
                  <a:lnTo>
                    <a:pt x="270865" y="437651"/>
                  </a:lnTo>
                  <a:close/>
                  <a:moveTo>
                    <a:pt x="302234" y="420468"/>
                  </a:moveTo>
                  <a:lnTo>
                    <a:pt x="266487" y="400896"/>
                  </a:lnTo>
                  <a:lnTo>
                    <a:pt x="301234" y="383713"/>
                  </a:lnTo>
                  <a:close/>
                  <a:moveTo>
                    <a:pt x="288271" y="350049"/>
                  </a:moveTo>
                  <a:lnTo>
                    <a:pt x="302284" y="383713"/>
                  </a:lnTo>
                  <a:lnTo>
                    <a:pt x="301120" y="380780"/>
                  </a:lnTo>
                  <a:close/>
                  <a:moveTo>
                    <a:pt x="617592" y="737065"/>
                  </a:moveTo>
                  <a:lnTo>
                    <a:pt x="573224" y="775249"/>
                  </a:lnTo>
                  <a:lnTo>
                    <a:pt x="606344" y="774505"/>
                  </a:lnTo>
                  <a:close/>
                  <a:moveTo>
                    <a:pt x="640667" y="745393"/>
                  </a:moveTo>
                  <a:lnTo>
                    <a:pt x="617592" y="737065"/>
                  </a:lnTo>
                  <a:lnTo>
                    <a:pt x="606344" y="774505"/>
                  </a:lnTo>
                  <a:close/>
                  <a:moveTo>
                    <a:pt x="434029" y="503978"/>
                  </a:moveTo>
                  <a:lnTo>
                    <a:pt x="423400" y="493978"/>
                  </a:lnTo>
                  <a:lnTo>
                    <a:pt x="433248" y="476794"/>
                  </a:lnTo>
                  <a:close/>
                  <a:moveTo>
                    <a:pt x="423400" y="493978"/>
                  </a:moveTo>
                  <a:lnTo>
                    <a:pt x="429167" y="440040"/>
                  </a:lnTo>
                  <a:lnTo>
                    <a:pt x="433248" y="476794"/>
                  </a:lnTo>
                  <a:close/>
                  <a:moveTo>
                    <a:pt x="303200" y="366530"/>
                  </a:moveTo>
                  <a:lnTo>
                    <a:pt x="301234" y="383713"/>
                  </a:lnTo>
                  <a:lnTo>
                    <a:pt x="318011" y="347727"/>
                  </a:lnTo>
                  <a:close/>
                  <a:moveTo>
                    <a:pt x="301234" y="383713"/>
                  </a:moveTo>
                  <a:lnTo>
                    <a:pt x="301120" y="380780"/>
                  </a:lnTo>
                  <a:lnTo>
                    <a:pt x="318011" y="347727"/>
                  </a:lnTo>
                  <a:close/>
                  <a:moveTo>
                    <a:pt x="328830" y="366530"/>
                  </a:moveTo>
                  <a:lnTo>
                    <a:pt x="318011" y="347727"/>
                  </a:lnTo>
                  <a:lnTo>
                    <a:pt x="301120" y="380780"/>
                  </a:lnTo>
                  <a:close/>
                  <a:moveTo>
                    <a:pt x="611679" y="697124"/>
                  </a:moveTo>
                  <a:lnTo>
                    <a:pt x="658113" y="731210"/>
                  </a:lnTo>
                  <a:lnTo>
                    <a:pt x="624012" y="731845"/>
                  </a:lnTo>
                  <a:close/>
                  <a:moveTo>
                    <a:pt x="444225" y="438767"/>
                  </a:moveTo>
                  <a:lnTo>
                    <a:pt x="463728" y="467659"/>
                  </a:lnTo>
                  <a:lnTo>
                    <a:pt x="439492" y="456563"/>
                  </a:lnTo>
                  <a:close/>
                  <a:moveTo>
                    <a:pt x="667725" y="544407"/>
                  </a:moveTo>
                  <a:lnTo>
                    <a:pt x="668468" y="588550"/>
                  </a:lnTo>
                  <a:lnTo>
                    <a:pt x="699170" y="545932"/>
                  </a:lnTo>
                  <a:close/>
                  <a:moveTo>
                    <a:pt x="744888" y="535509"/>
                  </a:moveTo>
                  <a:lnTo>
                    <a:pt x="699170" y="545932"/>
                  </a:lnTo>
                  <a:lnTo>
                    <a:pt x="695884" y="571503"/>
                  </a:lnTo>
                  <a:close/>
                  <a:moveTo>
                    <a:pt x="625568" y="462097"/>
                  </a:moveTo>
                  <a:lnTo>
                    <a:pt x="640973" y="490774"/>
                  </a:lnTo>
                  <a:lnTo>
                    <a:pt x="629879" y="479183"/>
                  </a:lnTo>
                  <a:close/>
                  <a:moveTo>
                    <a:pt x="625568" y="462097"/>
                  </a:moveTo>
                  <a:lnTo>
                    <a:pt x="629879" y="479183"/>
                  </a:lnTo>
                  <a:lnTo>
                    <a:pt x="625663" y="461903"/>
                  </a:lnTo>
                  <a:close/>
                  <a:moveTo>
                    <a:pt x="952766" y="620435"/>
                  </a:moveTo>
                  <a:lnTo>
                    <a:pt x="974329" y="619002"/>
                  </a:lnTo>
                  <a:lnTo>
                    <a:pt x="991517" y="640744"/>
                  </a:lnTo>
                  <a:close/>
                  <a:moveTo>
                    <a:pt x="837170" y="515005"/>
                  </a:moveTo>
                  <a:lnTo>
                    <a:pt x="886969" y="501143"/>
                  </a:lnTo>
                  <a:lnTo>
                    <a:pt x="852538" y="494853"/>
                  </a:lnTo>
                  <a:close/>
                  <a:moveTo>
                    <a:pt x="1012391" y="622581"/>
                  </a:moveTo>
                  <a:lnTo>
                    <a:pt x="991517" y="640744"/>
                  </a:lnTo>
                  <a:lnTo>
                    <a:pt x="1046084" y="623975"/>
                  </a:lnTo>
                  <a:close/>
                  <a:moveTo>
                    <a:pt x="869665" y="462682"/>
                  </a:moveTo>
                  <a:lnTo>
                    <a:pt x="827308" y="501143"/>
                  </a:lnTo>
                  <a:lnTo>
                    <a:pt x="852538" y="494853"/>
                  </a:lnTo>
                  <a:close/>
                  <a:moveTo>
                    <a:pt x="754180" y="376261"/>
                  </a:moveTo>
                  <a:lnTo>
                    <a:pt x="761755" y="390878"/>
                  </a:lnTo>
                  <a:lnTo>
                    <a:pt x="768012" y="382810"/>
                  </a:lnTo>
                  <a:close/>
                  <a:moveTo>
                    <a:pt x="843724" y="410449"/>
                  </a:moveTo>
                  <a:lnTo>
                    <a:pt x="806970" y="422973"/>
                  </a:lnTo>
                  <a:lnTo>
                    <a:pt x="852042" y="396791"/>
                  </a:lnTo>
                  <a:close/>
                  <a:moveTo>
                    <a:pt x="1078319" y="630979"/>
                  </a:moveTo>
                  <a:lnTo>
                    <a:pt x="1082760" y="629773"/>
                  </a:lnTo>
                  <a:lnTo>
                    <a:pt x="1046084" y="623975"/>
                  </a:lnTo>
                  <a:close/>
                  <a:moveTo>
                    <a:pt x="1046084" y="623975"/>
                  </a:moveTo>
                  <a:lnTo>
                    <a:pt x="1082760" y="629773"/>
                  </a:lnTo>
                  <a:lnTo>
                    <a:pt x="1099426" y="602627"/>
                  </a:lnTo>
                  <a:close/>
                  <a:moveTo>
                    <a:pt x="1046084" y="623975"/>
                  </a:moveTo>
                  <a:lnTo>
                    <a:pt x="1099426" y="602627"/>
                  </a:lnTo>
                  <a:lnTo>
                    <a:pt x="1068366" y="611078"/>
                  </a:lnTo>
                  <a:close/>
                  <a:moveTo>
                    <a:pt x="1012391" y="622581"/>
                  </a:moveTo>
                  <a:lnTo>
                    <a:pt x="1046084" y="623975"/>
                  </a:lnTo>
                  <a:lnTo>
                    <a:pt x="1068366" y="611078"/>
                  </a:lnTo>
                  <a:close/>
                  <a:moveTo>
                    <a:pt x="1104122" y="567660"/>
                  </a:moveTo>
                  <a:lnTo>
                    <a:pt x="1068366" y="611078"/>
                  </a:lnTo>
                  <a:lnTo>
                    <a:pt x="1099426" y="602627"/>
                  </a:lnTo>
                  <a:close/>
                  <a:moveTo>
                    <a:pt x="962461" y="198839"/>
                  </a:moveTo>
                  <a:lnTo>
                    <a:pt x="967207" y="239727"/>
                  </a:lnTo>
                  <a:lnTo>
                    <a:pt x="981944" y="248634"/>
                  </a:lnTo>
                  <a:close/>
                  <a:moveTo>
                    <a:pt x="883351" y="100649"/>
                  </a:moveTo>
                  <a:lnTo>
                    <a:pt x="898326" y="60429"/>
                  </a:lnTo>
                  <a:lnTo>
                    <a:pt x="851003" y="56287"/>
                  </a:lnTo>
                  <a:close/>
                  <a:moveTo>
                    <a:pt x="1025291" y="13309"/>
                  </a:moveTo>
                  <a:lnTo>
                    <a:pt x="1038652" y="18942"/>
                  </a:lnTo>
                  <a:lnTo>
                    <a:pt x="1020197" y="0"/>
                  </a:lnTo>
                  <a:close/>
                  <a:moveTo>
                    <a:pt x="1261685" y="118104"/>
                  </a:moveTo>
                  <a:lnTo>
                    <a:pt x="1269166" y="162717"/>
                  </a:lnTo>
                  <a:lnTo>
                    <a:pt x="1269054" y="125963"/>
                  </a:lnTo>
                  <a:close/>
                  <a:moveTo>
                    <a:pt x="1261685" y="118104"/>
                  </a:moveTo>
                  <a:lnTo>
                    <a:pt x="1266302" y="159098"/>
                  </a:lnTo>
                  <a:lnTo>
                    <a:pt x="1269166" y="162717"/>
                  </a:lnTo>
                  <a:close/>
                  <a:moveTo>
                    <a:pt x="1248746" y="83876"/>
                  </a:moveTo>
                  <a:lnTo>
                    <a:pt x="1269054" y="125963"/>
                  </a:lnTo>
                  <a:lnTo>
                    <a:pt x="1253864" y="89208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15" name="Input_density__154">
              <a:extLst>
                <a:ext uri="{FF2B5EF4-FFF2-40B4-BE49-F238E27FC236}">
                  <a16:creationId xmlns:a16="http://schemas.microsoft.com/office/drawing/2014/main" id="{BD42F1DA-AEC2-92CE-1E60-A9602C3C4A52}"/>
                </a:ext>
              </a:extLst>
            </p:cNvPr>
            <p:cNvSpPr>
              <a:spLocks noGrp="1"/>
            </p:cNvSpPr>
            <p:nvPr/>
          </p:nvSpPr>
          <p:spPr>
            <a:xfrm>
              <a:off x="688222" y="1528465"/>
              <a:ext cx="1041936" cy="976197"/>
            </a:xfrm>
            <a:custGeom>
              <a:avLst/>
              <a:gdLst/>
              <a:ahLst/>
              <a:cxnLst/>
              <a:rect l="0" t="0" r="0" b="0"/>
              <a:pathLst>
                <a:path w="1041936" h="976197">
                  <a:moveTo>
                    <a:pt x="109150" y="930558"/>
                  </a:moveTo>
                  <a:lnTo>
                    <a:pt x="148434" y="954227"/>
                  </a:lnTo>
                  <a:lnTo>
                    <a:pt x="138407" y="917632"/>
                  </a:lnTo>
                  <a:close/>
                  <a:moveTo>
                    <a:pt x="109150" y="930558"/>
                  </a:moveTo>
                  <a:lnTo>
                    <a:pt x="121083" y="967313"/>
                  </a:lnTo>
                  <a:lnTo>
                    <a:pt x="148434" y="954227"/>
                  </a:lnTo>
                  <a:close/>
                  <a:moveTo>
                    <a:pt x="156531" y="950130"/>
                  </a:moveTo>
                  <a:lnTo>
                    <a:pt x="147782" y="913375"/>
                  </a:lnTo>
                  <a:lnTo>
                    <a:pt x="148434" y="954227"/>
                  </a:lnTo>
                  <a:close/>
                  <a:moveTo>
                    <a:pt x="147782" y="913375"/>
                  </a:moveTo>
                  <a:lnTo>
                    <a:pt x="138407" y="917632"/>
                  </a:lnTo>
                  <a:lnTo>
                    <a:pt x="148434" y="954227"/>
                  </a:lnTo>
                  <a:close/>
                  <a:moveTo>
                    <a:pt x="110645" y="893803"/>
                  </a:moveTo>
                  <a:lnTo>
                    <a:pt x="138407" y="917632"/>
                  </a:lnTo>
                  <a:lnTo>
                    <a:pt x="119262" y="888449"/>
                  </a:lnTo>
                  <a:close/>
                  <a:moveTo>
                    <a:pt x="110645" y="893803"/>
                  </a:moveTo>
                  <a:lnTo>
                    <a:pt x="109150" y="930558"/>
                  </a:lnTo>
                  <a:lnTo>
                    <a:pt x="138407" y="917632"/>
                  </a:lnTo>
                  <a:close/>
                  <a:moveTo>
                    <a:pt x="147782" y="913375"/>
                  </a:moveTo>
                  <a:lnTo>
                    <a:pt x="137501" y="876620"/>
                  </a:lnTo>
                  <a:lnTo>
                    <a:pt x="138407" y="917632"/>
                  </a:lnTo>
                  <a:close/>
                  <a:moveTo>
                    <a:pt x="137501" y="876620"/>
                  </a:moveTo>
                  <a:lnTo>
                    <a:pt x="119262" y="888449"/>
                  </a:lnTo>
                  <a:lnTo>
                    <a:pt x="138407" y="917632"/>
                  </a:lnTo>
                  <a:close/>
                  <a:moveTo>
                    <a:pt x="197152" y="896191"/>
                  </a:moveTo>
                  <a:lnTo>
                    <a:pt x="137501" y="876620"/>
                  </a:lnTo>
                  <a:lnTo>
                    <a:pt x="147782" y="913375"/>
                  </a:lnTo>
                  <a:close/>
                  <a:moveTo>
                    <a:pt x="33302" y="680421"/>
                  </a:moveTo>
                  <a:lnTo>
                    <a:pt x="0" y="680407"/>
                  </a:lnTo>
                  <a:lnTo>
                    <a:pt x="41228" y="683406"/>
                  </a:lnTo>
                  <a:close/>
                  <a:moveTo>
                    <a:pt x="67590" y="657395"/>
                  </a:moveTo>
                  <a:lnTo>
                    <a:pt x="33302" y="680421"/>
                  </a:lnTo>
                  <a:lnTo>
                    <a:pt x="44646" y="675661"/>
                  </a:lnTo>
                  <a:close/>
                  <a:moveTo>
                    <a:pt x="33302" y="680421"/>
                  </a:moveTo>
                  <a:lnTo>
                    <a:pt x="41228" y="683406"/>
                  </a:lnTo>
                  <a:lnTo>
                    <a:pt x="44646" y="675661"/>
                  </a:lnTo>
                  <a:close/>
                  <a:moveTo>
                    <a:pt x="88376" y="662735"/>
                  </a:moveTo>
                  <a:lnTo>
                    <a:pt x="44646" y="675661"/>
                  </a:lnTo>
                  <a:lnTo>
                    <a:pt x="98722" y="677582"/>
                  </a:lnTo>
                  <a:close/>
                  <a:moveTo>
                    <a:pt x="44646" y="675661"/>
                  </a:moveTo>
                  <a:lnTo>
                    <a:pt x="41228" y="683406"/>
                  </a:lnTo>
                  <a:lnTo>
                    <a:pt x="98722" y="677582"/>
                  </a:lnTo>
                  <a:close/>
                  <a:moveTo>
                    <a:pt x="67590" y="657395"/>
                  </a:moveTo>
                  <a:lnTo>
                    <a:pt x="44646" y="675661"/>
                  </a:lnTo>
                  <a:lnTo>
                    <a:pt x="88376" y="662735"/>
                  </a:lnTo>
                  <a:close/>
                  <a:moveTo>
                    <a:pt x="88054" y="638907"/>
                  </a:moveTo>
                  <a:lnTo>
                    <a:pt x="88376" y="662735"/>
                  </a:lnTo>
                  <a:lnTo>
                    <a:pt x="100523" y="658478"/>
                  </a:lnTo>
                  <a:close/>
                  <a:moveTo>
                    <a:pt x="88054" y="638907"/>
                  </a:moveTo>
                  <a:lnTo>
                    <a:pt x="100523" y="658478"/>
                  </a:lnTo>
                  <a:lnTo>
                    <a:pt x="94286" y="621723"/>
                  </a:lnTo>
                  <a:close/>
                  <a:moveTo>
                    <a:pt x="88376" y="662735"/>
                  </a:moveTo>
                  <a:lnTo>
                    <a:pt x="98722" y="677582"/>
                  </a:lnTo>
                  <a:lnTo>
                    <a:pt x="100523" y="658478"/>
                  </a:lnTo>
                  <a:close/>
                  <a:moveTo>
                    <a:pt x="440370" y="935335"/>
                  </a:moveTo>
                  <a:lnTo>
                    <a:pt x="421531" y="939480"/>
                  </a:lnTo>
                  <a:lnTo>
                    <a:pt x="431409" y="976197"/>
                  </a:lnTo>
                  <a:close/>
                  <a:moveTo>
                    <a:pt x="142708" y="690400"/>
                  </a:moveTo>
                  <a:lnTo>
                    <a:pt x="145275" y="727062"/>
                  </a:lnTo>
                  <a:lnTo>
                    <a:pt x="178501" y="678050"/>
                  </a:lnTo>
                  <a:close/>
                  <a:moveTo>
                    <a:pt x="178501" y="678050"/>
                  </a:moveTo>
                  <a:lnTo>
                    <a:pt x="145275" y="727062"/>
                  </a:lnTo>
                  <a:lnTo>
                    <a:pt x="147768" y="731988"/>
                  </a:lnTo>
                  <a:close/>
                  <a:moveTo>
                    <a:pt x="140620" y="647349"/>
                  </a:moveTo>
                  <a:lnTo>
                    <a:pt x="100523" y="658478"/>
                  </a:lnTo>
                  <a:lnTo>
                    <a:pt x="109197" y="690555"/>
                  </a:lnTo>
                  <a:close/>
                  <a:moveTo>
                    <a:pt x="94286" y="621723"/>
                  </a:moveTo>
                  <a:lnTo>
                    <a:pt x="140620" y="647349"/>
                  </a:lnTo>
                  <a:lnTo>
                    <a:pt x="135567" y="606711"/>
                  </a:lnTo>
                  <a:close/>
                  <a:moveTo>
                    <a:pt x="94286" y="621723"/>
                  </a:moveTo>
                  <a:lnTo>
                    <a:pt x="100523" y="658478"/>
                  </a:lnTo>
                  <a:lnTo>
                    <a:pt x="140620" y="647349"/>
                  </a:lnTo>
                  <a:close/>
                  <a:moveTo>
                    <a:pt x="166301" y="641295"/>
                  </a:moveTo>
                  <a:lnTo>
                    <a:pt x="140817" y="604540"/>
                  </a:lnTo>
                  <a:lnTo>
                    <a:pt x="140620" y="647349"/>
                  </a:lnTo>
                  <a:close/>
                  <a:moveTo>
                    <a:pt x="140817" y="604540"/>
                  </a:moveTo>
                  <a:lnTo>
                    <a:pt x="135567" y="606711"/>
                  </a:lnTo>
                  <a:lnTo>
                    <a:pt x="140620" y="647349"/>
                  </a:lnTo>
                  <a:close/>
                  <a:moveTo>
                    <a:pt x="112182" y="603333"/>
                  </a:moveTo>
                  <a:lnTo>
                    <a:pt x="94286" y="621723"/>
                  </a:lnTo>
                  <a:lnTo>
                    <a:pt x="135567" y="606711"/>
                  </a:lnTo>
                  <a:close/>
                  <a:moveTo>
                    <a:pt x="161876" y="568346"/>
                  </a:moveTo>
                  <a:lnTo>
                    <a:pt x="112182" y="603333"/>
                  </a:lnTo>
                  <a:lnTo>
                    <a:pt x="140817" y="604540"/>
                  </a:lnTo>
                  <a:close/>
                  <a:moveTo>
                    <a:pt x="140817" y="604540"/>
                  </a:moveTo>
                  <a:lnTo>
                    <a:pt x="112182" y="603333"/>
                  </a:lnTo>
                  <a:lnTo>
                    <a:pt x="135567" y="606711"/>
                  </a:lnTo>
                  <a:close/>
                  <a:moveTo>
                    <a:pt x="334175" y="742603"/>
                  </a:moveTo>
                  <a:lnTo>
                    <a:pt x="296336" y="781009"/>
                  </a:lnTo>
                  <a:lnTo>
                    <a:pt x="322623" y="771131"/>
                  </a:lnTo>
                  <a:close/>
                  <a:moveTo>
                    <a:pt x="283739" y="774817"/>
                  </a:moveTo>
                  <a:lnTo>
                    <a:pt x="296336" y="781009"/>
                  </a:lnTo>
                  <a:lnTo>
                    <a:pt x="334175" y="742603"/>
                  </a:lnTo>
                  <a:close/>
                  <a:moveTo>
                    <a:pt x="311943" y="755691"/>
                  </a:moveTo>
                  <a:lnTo>
                    <a:pt x="283739" y="774817"/>
                  </a:lnTo>
                  <a:lnTo>
                    <a:pt x="334175" y="742603"/>
                  </a:lnTo>
                  <a:close/>
                  <a:moveTo>
                    <a:pt x="334175" y="742603"/>
                  </a:moveTo>
                  <a:lnTo>
                    <a:pt x="334601" y="734376"/>
                  </a:lnTo>
                  <a:lnTo>
                    <a:pt x="316966" y="751560"/>
                  </a:lnTo>
                  <a:close/>
                  <a:moveTo>
                    <a:pt x="166301" y="641295"/>
                  </a:moveTo>
                  <a:lnTo>
                    <a:pt x="206102" y="637491"/>
                  </a:lnTo>
                  <a:lnTo>
                    <a:pt x="192754" y="632054"/>
                  </a:lnTo>
                  <a:close/>
                  <a:moveTo>
                    <a:pt x="166301" y="641295"/>
                  </a:moveTo>
                  <a:lnTo>
                    <a:pt x="192754" y="632054"/>
                  </a:lnTo>
                  <a:lnTo>
                    <a:pt x="140817" y="604540"/>
                  </a:lnTo>
                  <a:close/>
                  <a:moveTo>
                    <a:pt x="192754" y="632054"/>
                  </a:moveTo>
                  <a:lnTo>
                    <a:pt x="233416" y="624111"/>
                  </a:lnTo>
                  <a:lnTo>
                    <a:pt x="197144" y="603997"/>
                  </a:lnTo>
                  <a:close/>
                  <a:moveTo>
                    <a:pt x="192754" y="632054"/>
                  </a:moveTo>
                  <a:lnTo>
                    <a:pt x="206102" y="637491"/>
                  </a:lnTo>
                  <a:lnTo>
                    <a:pt x="233416" y="624111"/>
                  </a:lnTo>
                  <a:close/>
                  <a:moveTo>
                    <a:pt x="161876" y="568346"/>
                  </a:moveTo>
                  <a:lnTo>
                    <a:pt x="188011" y="569850"/>
                  </a:lnTo>
                  <a:lnTo>
                    <a:pt x="162145" y="567785"/>
                  </a:lnTo>
                  <a:close/>
                  <a:moveTo>
                    <a:pt x="188011" y="569850"/>
                  </a:moveTo>
                  <a:lnTo>
                    <a:pt x="199754" y="550602"/>
                  </a:lnTo>
                  <a:lnTo>
                    <a:pt x="162145" y="567785"/>
                  </a:lnTo>
                  <a:close/>
                  <a:moveTo>
                    <a:pt x="334175" y="742603"/>
                  </a:moveTo>
                  <a:lnTo>
                    <a:pt x="322623" y="771131"/>
                  </a:lnTo>
                  <a:lnTo>
                    <a:pt x="350477" y="764081"/>
                  </a:lnTo>
                  <a:close/>
                  <a:moveTo>
                    <a:pt x="350477" y="764081"/>
                  </a:moveTo>
                  <a:lnTo>
                    <a:pt x="334601" y="734376"/>
                  </a:lnTo>
                  <a:lnTo>
                    <a:pt x="334175" y="742603"/>
                  </a:lnTo>
                  <a:close/>
                  <a:moveTo>
                    <a:pt x="234632" y="570173"/>
                  </a:moveTo>
                  <a:lnTo>
                    <a:pt x="197144" y="603997"/>
                  </a:lnTo>
                  <a:lnTo>
                    <a:pt x="233416" y="624111"/>
                  </a:lnTo>
                  <a:close/>
                  <a:moveTo>
                    <a:pt x="188011" y="569850"/>
                  </a:moveTo>
                  <a:lnTo>
                    <a:pt x="202667" y="579247"/>
                  </a:lnTo>
                  <a:lnTo>
                    <a:pt x="234632" y="570173"/>
                  </a:lnTo>
                  <a:close/>
                  <a:moveTo>
                    <a:pt x="199754" y="550602"/>
                  </a:moveTo>
                  <a:lnTo>
                    <a:pt x="188011" y="569850"/>
                  </a:lnTo>
                  <a:lnTo>
                    <a:pt x="234632" y="570173"/>
                  </a:lnTo>
                  <a:close/>
                  <a:moveTo>
                    <a:pt x="23629" y="328984"/>
                  </a:moveTo>
                  <a:lnTo>
                    <a:pt x="20305" y="330072"/>
                  </a:lnTo>
                  <a:lnTo>
                    <a:pt x="24658" y="329472"/>
                  </a:lnTo>
                  <a:close/>
                  <a:moveTo>
                    <a:pt x="457610" y="762541"/>
                  </a:moveTo>
                  <a:lnTo>
                    <a:pt x="439671" y="790703"/>
                  </a:lnTo>
                  <a:lnTo>
                    <a:pt x="439657" y="790503"/>
                  </a:lnTo>
                  <a:close/>
                  <a:moveTo>
                    <a:pt x="466150" y="766099"/>
                  </a:moveTo>
                  <a:lnTo>
                    <a:pt x="439671" y="790703"/>
                  </a:lnTo>
                  <a:lnTo>
                    <a:pt x="457610" y="762541"/>
                  </a:lnTo>
                  <a:close/>
                  <a:moveTo>
                    <a:pt x="485756" y="743196"/>
                  </a:moveTo>
                  <a:lnTo>
                    <a:pt x="466150" y="766099"/>
                  </a:lnTo>
                  <a:lnTo>
                    <a:pt x="457610" y="762541"/>
                  </a:lnTo>
                  <a:close/>
                  <a:moveTo>
                    <a:pt x="466150" y="766099"/>
                  </a:moveTo>
                  <a:lnTo>
                    <a:pt x="485756" y="743196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492356" y="736765"/>
                  </a:lnTo>
                  <a:lnTo>
                    <a:pt x="473503" y="753948"/>
                  </a:lnTo>
                  <a:close/>
                  <a:moveTo>
                    <a:pt x="485756" y="743196"/>
                  </a:moveTo>
                  <a:lnTo>
                    <a:pt x="512677" y="747642"/>
                  </a:lnTo>
                  <a:lnTo>
                    <a:pt x="492356" y="736765"/>
                  </a:lnTo>
                  <a:close/>
                  <a:moveTo>
                    <a:pt x="512677" y="747642"/>
                  </a:moveTo>
                  <a:lnTo>
                    <a:pt x="524554" y="719581"/>
                  </a:lnTo>
                  <a:lnTo>
                    <a:pt x="492356" y="736765"/>
                  </a:lnTo>
                  <a:close/>
                  <a:moveTo>
                    <a:pt x="480653" y="605274"/>
                  </a:moveTo>
                  <a:lnTo>
                    <a:pt x="522517" y="598327"/>
                  </a:lnTo>
                  <a:lnTo>
                    <a:pt x="500369" y="577046"/>
                  </a:lnTo>
                  <a:close/>
                  <a:moveTo>
                    <a:pt x="697199" y="739153"/>
                  </a:moveTo>
                  <a:lnTo>
                    <a:pt x="717500" y="758725"/>
                  </a:lnTo>
                  <a:lnTo>
                    <a:pt x="717060" y="721970"/>
                  </a:lnTo>
                  <a:close/>
                  <a:moveTo>
                    <a:pt x="383708" y="418394"/>
                  </a:moveTo>
                  <a:lnTo>
                    <a:pt x="409203" y="417506"/>
                  </a:lnTo>
                  <a:lnTo>
                    <a:pt x="384675" y="408358"/>
                  </a:lnTo>
                  <a:close/>
                  <a:moveTo>
                    <a:pt x="409203" y="417506"/>
                  </a:moveTo>
                  <a:lnTo>
                    <a:pt x="419385" y="391175"/>
                  </a:lnTo>
                  <a:lnTo>
                    <a:pt x="384675" y="408358"/>
                  </a:lnTo>
                  <a:close/>
                  <a:moveTo>
                    <a:pt x="419385" y="391175"/>
                  </a:moveTo>
                  <a:lnTo>
                    <a:pt x="429810" y="369975"/>
                  </a:lnTo>
                  <a:lnTo>
                    <a:pt x="395618" y="371603"/>
                  </a:lnTo>
                  <a:close/>
                  <a:moveTo>
                    <a:pt x="384675" y="408358"/>
                  </a:moveTo>
                  <a:lnTo>
                    <a:pt x="419385" y="391175"/>
                  </a:lnTo>
                  <a:lnTo>
                    <a:pt x="395618" y="371603"/>
                  </a:lnTo>
                  <a:close/>
                  <a:moveTo>
                    <a:pt x="717060" y="721970"/>
                  </a:moveTo>
                  <a:lnTo>
                    <a:pt x="745663" y="749002"/>
                  </a:lnTo>
                  <a:lnTo>
                    <a:pt x="735480" y="712534"/>
                  </a:lnTo>
                  <a:close/>
                  <a:moveTo>
                    <a:pt x="717060" y="721970"/>
                  </a:moveTo>
                  <a:lnTo>
                    <a:pt x="717500" y="758725"/>
                  </a:lnTo>
                  <a:lnTo>
                    <a:pt x="745663" y="749002"/>
                  </a:lnTo>
                  <a:close/>
                  <a:moveTo>
                    <a:pt x="745663" y="749002"/>
                  </a:moveTo>
                  <a:lnTo>
                    <a:pt x="778678" y="749249"/>
                  </a:lnTo>
                  <a:lnTo>
                    <a:pt x="735480" y="712534"/>
                  </a:lnTo>
                  <a:close/>
                  <a:moveTo>
                    <a:pt x="711635" y="685215"/>
                  </a:moveTo>
                  <a:lnTo>
                    <a:pt x="717060" y="721970"/>
                  </a:lnTo>
                  <a:lnTo>
                    <a:pt x="735480" y="712534"/>
                  </a:lnTo>
                  <a:close/>
                  <a:moveTo>
                    <a:pt x="719622" y="680678"/>
                  </a:moveTo>
                  <a:lnTo>
                    <a:pt x="753083" y="668032"/>
                  </a:lnTo>
                  <a:lnTo>
                    <a:pt x="755849" y="633567"/>
                  </a:lnTo>
                  <a:close/>
                  <a:moveTo>
                    <a:pt x="429810" y="369975"/>
                  </a:moveTo>
                  <a:lnTo>
                    <a:pt x="419385" y="391175"/>
                  </a:lnTo>
                  <a:lnTo>
                    <a:pt x="450020" y="379354"/>
                  </a:lnTo>
                  <a:close/>
                  <a:moveTo>
                    <a:pt x="456609" y="354420"/>
                  </a:moveTo>
                  <a:lnTo>
                    <a:pt x="429810" y="369975"/>
                  </a:lnTo>
                  <a:lnTo>
                    <a:pt x="489003" y="370506"/>
                  </a:lnTo>
                  <a:close/>
                  <a:moveTo>
                    <a:pt x="481647" y="373991"/>
                  </a:moveTo>
                  <a:lnTo>
                    <a:pt x="429810" y="369975"/>
                  </a:lnTo>
                  <a:lnTo>
                    <a:pt x="450020" y="379354"/>
                  </a:lnTo>
                  <a:close/>
                  <a:moveTo>
                    <a:pt x="785013" y="633571"/>
                  </a:moveTo>
                  <a:lnTo>
                    <a:pt x="753083" y="668032"/>
                  </a:lnTo>
                  <a:lnTo>
                    <a:pt x="777710" y="650848"/>
                  </a:lnTo>
                  <a:close/>
                  <a:moveTo>
                    <a:pt x="763463" y="649205"/>
                  </a:moveTo>
                  <a:lnTo>
                    <a:pt x="753083" y="668032"/>
                  </a:lnTo>
                  <a:lnTo>
                    <a:pt x="785013" y="633571"/>
                  </a:lnTo>
                  <a:close/>
                  <a:moveTo>
                    <a:pt x="542956" y="320053"/>
                  </a:moveTo>
                  <a:lnTo>
                    <a:pt x="551831" y="356808"/>
                  </a:lnTo>
                  <a:lnTo>
                    <a:pt x="575193" y="339625"/>
                  </a:lnTo>
                  <a:close/>
                  <a:moveTo>
                    <a:pt x="537393" y="283298"/>
                  </a:moveTo>
                  <a:lnTo>
                    <a:pt x="542956" y="320053"/>
                  </a:lnTo>
                  <a:lnTo>
                    <a:pt x="566140" y="302870"/>
                  </a:lnTo>
                  <a:close/>
                  <a:moveTo>
                    <a:pt x="537393" y="283298"/>
                  </a:moveTo>
                  <a:lnTo>
                    <a:pt x="566140" y="302870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37393" y="283298"/>
                  </a:lnTo>
                  <a:lnTo>
                    <a:pt x="558272" y="266115"/>
                  </a:lnTo>
                  <a:close/>
                  <a:moveTo>
                    <a:pt x="520948" y="246543"/>
                  </a:moveTo>
                  <a:lnTo>
                    <a:pt x="558272" y="266115"/>
                  </a:lnTo>
                  <a:lnTo>
                    <a:pt x="549595" y="229360"/>
                  </a:lnTo>
                  <a:close/>
                  <a:moveTo>
                    <a:pt x="560699" y="212177"/>
                  </a:moveTo>
                  <a:lnTo>
                    <a:pt x="557559" y="175421"/>
                  </a:lnTo>
                  <a:lnTo>
                    <a:pt x="549595" y="229360"/>
                  </a:lnTo>
                  <a:close/>
                  <a:moveTo>
                    <a:pt x="696465" y="90704"/>
                  </a:moveTo>
                  <a:lnTo>
                    <a:pt x="672929" y="104300"/>
                  </a:lnTo>
                  <a:lnTo>
                    <a:pt x="704345" y="100077"/>
                  </a:lnTo>
                  <a:close/>
                  <a:moveTo>
                    <a:pt x="677726" y="96760"/>
                  </a:moveTo>
                  <a:lnTo>
                    <a:pt x="672929" y="104300"/>
                  </a:lnTo>
                  <a:lnTo>
                    <a:pt x="696465" y="90704"/>
                  </a:lnTo>
                  <a:close/>
                  <a:moveTo>
                    <a:pt x="741817" y="19393"/>
                  </a:moveTo>
                  <a:lnTo>
                    <a:pt x="699420" y="50362"/>
                  </a:lnTo>
                  <a:lnTo>
                    <a:pt x="733520" y="33178"/>
                  </a:lnTo>
                  <a:close/>
                  <a:moveTo>
                    <a:pt x="741817" y="19393"/>
                  </a:moveTo>
                  <a:lnTo>
                    <a:pt x="717236" y="23700"/>
                  </a:lnTo>
                  <a:lnTo>
                    <a:pt x="699420" y="50362"/>
                  </a:lnTo>
                  <a:close/>
                  <a:moveTo>
                    <a:pt x="770530" y="2169"/>
                  </a:moveTo>
                  <a:lnTo>
                    <a:pt x="741817" y="19393"/>
                  </a:lnTo>
                  <a:lnTo>
                    <a:pt x="798828" y="11764"/>
                  </a:lnTo>
                  <a:close/>
                  <a:moveTo>
                    <a:pt x="801664" y="14609"/>
                  </a:moveTo>
                  <a:lnTo>
                    <a:pt x="829001" y="0"/>
                  </a:lnTo>
                  <a:lnTo>
                    <a:pt x="798828" y="11764"/>
                  </a:lnTo>
                  <a:close/>
                  <a:moveTo>
                    <a:pt x="1032416" y="166022"/>
                  </a:moveTo>
                  <a:lnTo>
                    <a:pt x="1021279" y="182586"/>
                  </a:lnTo>
                  <a:lnTo>
                    <a:pt x="1041936" y="17844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16" name="Input_density__155">
              <a:extLst>
                <a:ext uri="{FF2B5EF4-FFF2-40B4-BE49-F238E27FC236}">
                  <a16:creationId xmlns:a16="http://schemas.microsoft.com/office/drawing/2014/main" id="{78C780D2-A7BF-6533-638C-9C2D90486C10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21843"/>
              <a:ext cx="1144264" cy="954026"/>
            </a:xfrm>
            <a:custGeom>
              <a:avLst/>
              <a:gdLst/>
              <a:ahLst/>
              <a:cxnLst/>
              <a:rect l="0" t="0" r="0" b="0"/>
              <a:pathLst>
                <a:path w="1144264" h="954026">
                  <a:moveTo>
                    <a:pt x="242283" y="888042"/>
                  </a:moveTo>
                  <a:lnTo>
                    <a:pt x="220176" y="901598"/>
                  </a:lnTo>
                  <a:lnTo>
                    <a:pt x="274645" y="884462"/>
                  </a:lnTo>
                  <a:close/>
                  <a:moveTo>
                    <a:pt x="0" y="562711"/>
                  </a:moveTo>
                  <a:lnTo>
                    <a:pt x="11093" y="571570"/>
                  </a:lnTo>
                  <a:lnTo>
                    <a:pt x="12536" y="527363"/>
                  </a:lnTo>
                  <a:close/>
                  <a:moveTo>
                    <a:pt x="378913" y="928944"/>
                  </a:moveTo>
                  <a:lnTo>
                    <a:pt x="359890" y="954026"/>
                  </a:lnTo>
                  <a:lnTo>
                    <a:pt x="411828" y="927430"/>
                  </a:lnTo>
                  <a:close/>
                  <a:moveTo>
                    <a:pt x="292667" y="855638"/>
                  </a:moveTo>
                  <a:lnTo>
                    <a:pt x="274645" y="884462"/>
                  </a:lnTo>
                  <a:lnTo>
                    <a:pt x="311251" y="839568"/>
                  </a:lnTo>
                  <a:close/>
                  <a:moveTo>
                    <a:pt x="295319" y="856751"/>
                  </a:moveTo>
                  <a:lnTo>
                    <a:pt x="292186" y="802813"/>
                  </a:lnTo>
                  <a:lnTo>
                    <a:pt x="311251" y="839568"/>
                  </a:lnTo>
                  <a:close/>
                  <a:moveTo>
                    <a:pt x="112821" y="672976"/>
                  </a:moveTo>
                  <a:lnTo>
                    <a:pt x="122485" y="655793"/>
                  </a:lnTo>
                  <a:lnTo>
                    <a:pt x="108445" y="665165"/>
                  </a:lnTo>
                  <a:close/>
                  <a:moveTo>
                    <a:pt x="122485" y="655793"/>
                  </a:moveTo>
                  <a:lnTo>
                    <a:pt x="112821" y="672976"/>
                  </a:lnTo>
                  <a:lnTo>
                    <a:pt x="138363" y="652449"/>
                  </a:lnTo>
                  <a:close/>
                  <a:moveTo>
                    <a:pt x="138363" y="652449"/>
                  </a:moveTo>
                  <a:lnTo>
                    <a:pt x="116850" y="668221"/>
                  </a:lnTo>
                  <a:lnTo>
                    <a:pt x="172404" y="655146"/>
                  </a:lnTo>
                  <a:close/>
                  <a:moveTo>
                    <a:pt x="298498" y="493978"/>
                  </a:moveTo>
                  <a:lnTo>
                    <a:pt x="316591" y="440989"/>
                  </a:lnTo>
                  <a:lnTo>
                    <a:pt x="304265" y="440040"/>
                  </a:lnTo>
                  <a:close/>
                  <a:moveTo>
                    <a:pt x="304265" y="440040"/>
                  </a:moveTo>
                  <a:lnTo>
                    <a:pt x="316591" y="440989"/>
                  </a:lnTo>
                  <a:lnTo>
                    <a:pt x="316582" y="435642"/>
                  </a:lnTo>
                  <a:close/>
                  <a:moveTo>
                    <a:pt x="304265" y="440040"/>
                  </a:moveTo>
                  <a:lnTo>
                    <a:pt x="319324" y="438767"/>
                  </a:lnTo>
                  <a:lnTo>
                    <a:pt x="314590" y="456563"/>
                  </a:lnTo>
                  <a:close/>
                  <a:moveTo>
                    <a:pt x="319324" y="438767"/>
                  </a:moveTo>
                  <a:lnTo>
                    <a:pt x="304265" y="440040"/>
                  </a:lnTo>
                  <a:lnTo>
                    <a:pt x="316582" y="435642"/>
                  </a:lnTo>
                  <a:close/>
                  <a:moveTo>
                    <a:pt x="545651" y="589448"/>
                  </a:moveTo>
                  <a:lnTo>
                    <a:pt x="543030" y="591572"/>
                  </a:lnTo>
                  <a:lnTo>
                    <a:pt x="539676" y="591712"/>
                  </a:lnTo>
                  <a:close/>
                  <a:moveTo>
                    <a:pt x="519265" y="598925"/>
                  </a:moveTo>
                  <a:lnTo>
                    <a:pt x="533177" y="589448"/>
                  </a:lnTo>
                  <a:lnTo>
                    <a:pt x="508239" y="586071"/>
                  </a:lnTo>
                  <a:close/>
                  <a:moveTo>
                    <a:pt x="545651" y="589448"/>
                  </a:moveTo>
                  <a:lnTo>
                    <a:pt x="539676" y="591712"/>
                  </a:lnTo>
                  <a:lnTo>
                    <a:pt x="570982" y="571503"/>
                  </a:lnTo>
                  <a:close/>
                  <a:moveTo>
                    <a:pt x="543566" y="588550"/>
                  </a:moveTo>
                  <a:lnTo>
                    <a:pt x="543030" y="591572"/>
                  </a:lnTo>
                  <a:lnTo>
                    <a:pt x="545651" y="589448"/>
                  </a:lnTo>
                  <a:close/>
                  <a:moveTo>
                    <a:pt x="543566" y="588550"/>
                  </a:moveTo>
                  <a:lnTo>
                    <a:pt x="545651" y="589448"/>
                  </a:lnTo>
                  <a:lnTo>
                    <a:pt x="570982" y="571503"/>
                  </a:lnTo>
                  <a:close/>
                  <a:moveTo>
                    <a:pt x="574268" y="545932"/>
                  </a:moveTo>
                  <a:lnTo>
                    <a:pt x="543566" y="588550"/>
                  </a:lnTo>
                  <a:lnTo>
                    <a:pt x="570982" y="571503"/>
                  </a:lnTo>
                  <a:close/>
                  <a:moveTo>
                    <a:pt x="799593" y="610945"/>
                  </a:moveTo>
                  <a:lnTo>
                    <a:pt x="819554" y="616200"/>
                  </a:lnTo>
                  <a:lnTo>
                    <a:pt x="811023" y="611407"/>
                  </a:lnTo>
                  <a:close/>
                  <a:moveTo>
                    <a:pt x="702407" y="501143"/>
                  </a:moveTo>
                  <a:lnTo>
                    <a:pt x="712268" y="515005"/>
                  </a:lnTo>
                  <a:lnTo>
                    <a:pt x="727636" y="494853"/>
                  </a:lnTo>
                  <a:close/>
                  <a:moveTo>
                    <a:pt x="564016" y="381413"/>
                  </a:moveTo>
                  <a:lnTo>
                    <a:pt x="577683" y="408061"/>
                  </a:lnTo>
                  <a:lnTo>
                    <a:pt x="578498" y="407188"/>
                  </a:lnTo>
                  <a:close/>
                  <a:moveTo>
                    <a:pt x="597993" y="383868"/>
                  </a:moveTo>
                  <a:lnTo>
                    <a:pt x="578498" y="407188"/>
                  </a:lnTo>
                  <a:lnTo>
                    <a:pt x="629278" y="376261"/>
                  </a:lnTo>
                  <a:close/>
                  <a:moveTo>
                    <a:pt x="731794" y="364889"/>
                  </a:moveTo>
                  <a:lnTo>
                    <a:pt x="718822" y="410449"/>
                  </a:lnTo>
                  <a:lnTo>
                    <a:pt x="727141" y="396791"/>
                  </a:lnTo>
                  <a:close/>
                  <a:moveTo>
                    <a:pt x="731794" y="364889"/>
                  </a:moveTo>
                  <a:lnTo>
                    <a:pt x="727141" y="396791"/>
                  </a:lnTo>
                  <a:lnTo>
                    <a:pt x="741984" y="373694"/>
                  </a:lnTo>
                  <a:close/>
                  <a:moveTo>
                    <a:pt x="731794" y="364889"/>
                  </a:moveTo>
                  <a:lnTo>
                    <a:pt x="741984" y="373694"/>
                  </a:lnTo>
                  <a:lnTo>
                    <a:pt x="740012" y="348708"/>
                  </a:lnTo>
                  <a:close/>
                  <a:moveTo>
                    <a:pt x="740012" y="348708"/>
                  </a:moveTo>
                  <a:lnTo>
                    <a:pt x="741984" y="373694"/>
                  </a:lnTo>
                  <a:lnTo>
                    <a:pt x="752465" y="366899"/>
                  </a:lnTo>
                  <a:close/>
                  <a:moveTo>
                    <a:pt x="740012" y="348708"/>
                  </a:moveTo>
                  <a:lnTo>
                    <a:pt x="752465" y="366899"/>
                  </a:lnTo>
                  <a:lnTo>
                    <a:pt x="770048" y="336432"/>
                  </a:lnTo>
                  <a:close/>
                  <a:moveTo>
                    <a:pt x="770048" y="336432"/>
                  </a:moveTo>
                  <a:lnTo>
                    <a:pt x="793304" y="327176"/>
                  </a:lnTo>
                  <a:lnTo>
                    <a:pt x="740012" y="348708"/>
                  </a:lnTo>
                  <a:close/>
                  <a:moveTo>
                    <a:pt x="805785" y="345470"/>
                  </a:moveTo>
                  <a:lnTo>
                    <a:pt x="793304" y="327176"/>
                  </a:lnTo>
                  <a:lnTo>
                    <a:pt x="770048" y="336432"/>
                  </a:lnTo>
                  <a:close/>
                  <a:moveTo>
                    <a:pt x="864822" y="345416"/>
                  </a:moveTo>
                  <a:lnTo>
                    <a:pt x="882880" y="368071"/>
                  </a:lnTo>
                  <a:lnTo>
                    <a:pt x="860429" y="359234"/>
                  </a:lnTo>
                  <a:close/>
                  <a:moveTo>
                    <a:pt x="929778" y="367490"/>
                  </a:moveTo>
                  <a:lnTo>
                    <a:pt x="882880" y="368071"/>
                  </a:lnTo>
                  <a:lnTo>
                    <a:pt x="916375" y="367927"/>
                  </a:lnTo>
                  <a:close/>
                  <a:moveTo>
                    <a:pt x="929778" y="367490"/>
                  </a:moveTo>
                  <a:lnTo>
                    <a:pt x="896986" y="369462"/>
                  </a:lnTo>
                  <a:lnTo>
                    <a:pt x="882880" y="368071"/>
                  </a:lnTo>
                  <a:close/>
                  <a:moveTo>
                    <a:pt x="951088" y="350958"/>
                  </a:moveTo>
                  <a:lnTo>
                    <a:pt x="929778" y="367490"/>
                  </a:lnTo>
                  <a:lnTo>
                    <a:pt x="986427" y="358508"/>
                  </a:lnTo>
                  <a:close/>
                  <a:moveTo>
                    <a:pt x="842811" y="175124"/>
                  </a:moveTo>
                  <a:lnTo>
                    <a:pt x="837559" y="198839"/>
                  </a:lnTo>
                  <a:lnTo>
                    <a:pt x="843065" y="211879"/>
                  </a:lnTo>
                  <a:close/>
                  <a:moveTo>
                    <a:pt x="869422" y="170198"/>
                  </a:moveTo>
                  <a:lnTo>
                    <a:pt x="837559" y="198839"/>
                  </a:lnTo>
                  <a:lnTo>
                    <a:pt x="842811" y="175124"/>
                  </a:lnTo>
                  <a:close/>
                  <a:moveTo>
                    <a:pt x="840371" y="186156"/>
                  </a:moveTo>
                  <a:lnTo>
                    <a:pt x="837559" y="198839"/>
                  </a:lnTo>
                  <a:lnTo>
                    <a:pt x="869422" y="170198"/>
                  </a:lnTo>
                  <a:close/>
                  <a:moveTo>
                    <a:pt x="1014050" y="341716"/>
                  </a:moveTo>
                  <a:lnTo>
                    <a:pt x="1005158" y="332328"/>
                  </a:lnTo>
                  <a:lnTo>
                    <a:pt x="986427" y="358508"/>
                  </a:lnTo>
                  <a:close/>
                  <a:moveTo>
                    <a:pt x="1014050" y="341716"/>
                  </a:moveTo>
                  <a:lnTo>
                    <a:pt x="1035177" y="324532"/>
                  </a:lnTo>
                  <a:lnTo>
                    <a:pt x="1005158" y="332328"/>
                  </a:lnTo>
                  <a:close/>
                  <a:moveTo>
                    <a:pt x="773424" y="60429"/>
                  </a:moveTo>
                  <a:lnTo>
                    <a:pt x="808256" y="66084"/>
                  </a:lnTo>
                  <a:lnTo>
                    <a:pt x="829216" y="48240"/>
                  </a:lnTo>
                  <a:close/>
                  <a:moveTo>
                    <a:pt x="1048212" y="272517"/>
                  </a:moveTo>
                  <a:lnTo>
                    <a:pt x="1063568" y="284780"/>
                  </a:lnTo>
                  <a:lnTo>
                    <a:pt x="1050490" y="270594"/>
                  </a:lnTo>
                  <a:close/>
                  <a:moveTo>
                    <a:pt x="1036311" y="324232"/>
                  </a:moveTo>
                  <a:lnTo>
                    <a:pt x="1060900" y="291588"/>
                  </a:lnTo>
                  <a:lnTo>
                    <a:pt x="1048212" y="272517"/>
                  </a:lnTo>
                  <a:close/>
                  <a:moveTo>
                    <a:pt x="1050490" y="270594"/>
                  </a:moveTo>
                  <a:lnTo>
                    <a:pt x="1063568" y="284780"/>
                  </a:lnTo>
                  <a:lnTo>
                    <a:pt x="1075715" y="250769"/>
                  </a:lnTo>
                  <a:close/>
                  <a:moveTo>
                    <a:pt x="833314" y="30492"/>
                  </a:moveTo>
                  <a:lnTo>
                    <a:pt x="857880" y="13309"/>
                  </a:lnTo>
                  <a:lnTo>
                    <a:pt x="847755" y="21347"/>
                  </a:lnTo>
                  <a:close/>
                  <a:moveTo>
                    <a:pt x="900389" y="13309"/>
                  </a:moveTo>
                  <a:lnTo>
                    <a:pt x="877936" y="9614"/>
                  </a:lnTo>
                  <a:lnTo>
                    <a:pt x="910018" y="15119"/>
                  </a:lnTo>
                  <a:close/>
                  <a:moveTo>
                    <a:pt x="900389" y="13309"/>
                  </a:moveTo>
                  <a:lnTo>
                    <a:pt x="910018" y="15119"/>
                  </a:lnTo>
                  <a:lnTo>
                    <a:pt x="913751" y="18942"/>
                  </a:lnTo>
                  <a:close/>
                  <a:moveTo>
                    <a:pt x="1089337" y="219084"/>
                  </a:moveTo>
                  <a:lnTo>
                    <a:pt x="1050490" y="270594"/>
                  </a:lnTo>
                  <a:lnTo>
                    <a:pt x="1075715" y="250769"/>
                  </a:lnTo>
                  <a:close/>
                  <a:moveTo>
                    <a:pt x="1089337" y="219084"/>
                  </a:moveTo>
                  <a:lnTo>
                    <a:pt x="1075715" y="250769"/>
                  </a:lnTo>
                  <a:lnTo>
                    <a:pt x="1095395" y="233839"/>
                  </a:lnTo>
                  <a:close/>
                  <a:moveTo>
                    <a:pt x="1089337" y="219084"/>
                  </a:moveTo>
                  <a:lnTo>
                    <a:pt x="1095395" y="233839"/>
                  </a:lnTo>
                  <a:lnTo>
                    <a:pt x="1091766" y="214576"/>
                  </a:lnTo>
                  <a:close/>
                  <a:moveTo>
                    <a:pt x="1091766" y="214576"/>
                  </a:moveTo>
                  <a:lnTo>
                    <a:pt x="1095395" y="233839"/>
                  </a:lnTo>
                  <a:lnTo>
                    <a:pt x="1102613" y="226761"/>
                  </a:lnTo>
                  <a:close/>
                  <a:moveTo>
                    <a:pt x="1091766" y="214576"/>
                  </a:moveTo>
                  <a:lnTo>
                    <a:pt x="1102613" y="226761"/>
                  </a:lnTo>
                  <a:lnTo>
                    <a:pt x="1121525" y="201262"/>
                  </a:lnTo>
                  <a:close/>
                  <a:moveTo>
                    <a:pt x="849160" y="10419"/>
                  </a:moveTo>
                  <a:lnTo>
                    <a:pt x="857880" y="13309"/>
                  </a:lnTo>
                  <a:lnTo>
                    <a:pt x="877936" y="9614"/>
                  </a:lnTo>
                  <a:close/>
                  <a:moveTo>
                    <a:pt x="877936" y="9614"/>
                  </a:moveTo>
                  <a:lnTo>
                    <a:pt x="900389" y="13309"/>
                  </a:lnTo>
                  <a:lnTo>
                    <a:pt x="895295" y="0"/>
                  </a:lnTo>
                  <a:close/>
                  <a:moveTo>
                    <a:pt x="1091766" y="214576"/>
                  </a:moveTo>
                  <a:lnTo>
                    <a:pt x="1121525" y="201262"/>
                  </a:lnTo>
                  <a:lnTo>
                    <a:pt x="1139454" y="172089"/>
                  </a:lnTo>
                  <a:close/>
                  <a:moveTo>
                    <a:pt x="1144153" y="125963"/>
                  </a:moveTo>
                  <a:lnTo>
                    <a:pt x="1144264" y="162717"/>
                  </a:lnTo>
                  <a:lnTo>
                    <a:pt x="1134498" y="143146"/>
                  </a:lnTo>
                  <a:close/>
                  <a:moveTo>
                    <a:pt x="1141400" y="159098"/>
                  </a:moveTo>
                  <a:lnTo>
                    <a:pt x="1139454" y="172089"/>
                  </a:lnTo>
                  <a:lnTo>
                    <a:pt x="1144264" y="16271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17" name="Input_density__156">
              <a:extLst>
                <a:ext uri="{FF2B5EF4-FFF2-40B4-BE49-F238E27FC236}">
                  <a16:creationId xmlns:a16="http://schemas.microsoft.com/office/drawing/2014/main" id="{23EA4794-741B-B858-DB1A-336DC27B6778}"/>
                </a:ext>
              </a:extLst>
            </p:cNvPr>
            <p:cNvSpPr>
              <a:spLocks noGrp="1"/>
            </p:cNvSpPr>
            <p:nvPr/>
          </p:nvSpPr>
          <p:spPr>
            <a:xfrm>
              <a:off x="641101" y="1631457"/>
              <a:ext cx="1144264" cy="732204"/>
            </a:xfrm>
            <a:custGeom>
              <a:avLst/>
              <a:gdLst/>
              <a:ahLst/>
              <a:cxnLst/>
              <a:rect l="0" t="0" r="0" b="0"/>
              <a:pathLst>
                <a:path w="1144264" h="732204">
                  <a:moveTo>
                    <a:pt x="112821" y="663362"/>
                  </a:moveTo>
                  <a:lnTo>
                    <a:pt x="108445" y="655551"/>
                  </a:lnTo>
                  <a:lnTo>
                    <a:pt x="90979" y="686456"/>
                  </a:lnTo>
                  <a:close/>
                  <a:moveTo>
                    <a:pt x="112821" y="663362"/>
                  </a:moveTo>
                  <a:lnTo>
                    <a:pt x="116850" y="658607"/>
                  </a:lnTo>
                  <a:lnTo>
                    <a:pt x="138363" y="642835"/>
                  </a:lnTo>
                  <a:close/>
                  <a:moveTo>
                    <a:pt x="12536" y="517749"/>
                  </a:moveTo>
                  <a:lnTo>
                    <a:pt x="15796" y="513386"/>
                  </a:lnTo>
                  <a:lnTo>
                    <a:pt x="0" y="553097"/>
                  </a:lnTo>
                  <a:close/>
                  <a:moveTo>
                    <a:pt x="527104" y="714830"/>
                  </a:moveTo>
                  <a:lnTo>
                    <a:pt x="561018" y="717050"/>
                  </a:lnTo>
                  <a:lnTo>
                    <a:pt x="533211" y="721596"/>
                  </a:lnTo>
                  <a:close/>
                  <a:moveTo>
                    <a:pt x="561018" y="717050"/>
                  </a:moveTo>
                  <a:lnTo>
                    <a:pt x="570550" y="718328"/>
                  </a:lnTo>
                  <a:lnTo>
                    <a:pt x="533211" y="721596"/>
                  </a:lnTo>
                  <a:close/>
                  <a:moveTo>
                    <a:pt x="369123" y="401687"/>
                  </a:moveTo>
                  <a:lnTo>
                    <a:pt x="319324" y="429153"/>
                  </a:lnTo>
                  <a:lnTo>
                    <a:pt x="316582" y="426028"/>
                  </a:lnTo>
                  <a:close/>
                  <a:moveTo>
                    <a:pt x="587265" y="718975"/>
                  </a:moveTo>
                  <a:lnTo>
                    <a:pt x="533211" y="721596"/>
                  </a:lnTo>
                  <a:lnTo>
                    <a:pt x="570550" y="718328"/>
                  </a:lnTo>
                  <a:close/>
                  <a:moveTo>
                    <a:pt x="587265" y="718975"/>
                  </a:moveTo>
                  <a:lnTo>
                    <a:pt x="557483" y="732204"/>
                  </a:lnTo>
                  <a:lnTo>
                    <a:pt x="533211" y="721596"/>
                  </a:lnTo>
                  <a:close/>
                  <a:moveTo>
                    <a:pt x="598237" y="707282"/>
                  </a:moveTo>
                  <a:lnTo>
                    <a:pt x="587265" y="718975"/>
                  </a:lnTo>
                  <a:lnTo>
                    <a:pt x="570550" y="718328"/>
                  </a:lnTo>
                  <a:close/>
                  <a:moveTo>
                    <a:pt x="490195" y="605200"/>
                  </a:moveTo>
                  <a:lnTo>
                    <a:pt x="438523" y="610158"/>
                  </a:lnTo>
                  <a:lnTo>
                    <a:pt x="480596" y="603042"/>
                  </a:lnTo>
                  <a:close/>
                  <a:moveTo>
                    <a:pt x="502101" y="597017"/>
                  </a:moveTo>
                  <a:lnTo>
                    <a:pt x="490195" y="605200"/>
                  </a:lnTo>
                  <a:lnTo>
                    <a:pt x="480596" y="603042"/>
                  </a:lnTo>
                  <a:close/>
                  <a:moveTo>
                    <a:pt x="490195" y="605200"/>
                  </a:moveTo>
                  <a:lnTo>
                    <a:pt x="502101" y="597017"/>
                  </a:lnTo>
                  <a:lnTo>
                    <a:pt x="501767" y="585830"/>
                  </a:lnTo>
                  <a:close/>
                  <a:moveTo>
                    <a:pt x="539676" y="582098"/>
                  </a:moveTo>
                  <a:lnTo>
                    <a:pt x="533177" y="579834"/>
                  </a:lnTo>
                  <a:lnTo>
                    <a:pt x="519265" y="589311"/>
                  </a:lnTo>
                  <a:close/>
                  <a:moveTo>
                    <a:pt x="501767" y="585830"/>
                  </a:moveTo>
                  <a:lnTo>
                    <a:pt x="502101" y="597017"/>
                  </a:lnTo>
                  <a:lnTo>
                    <a:pt x="519265" y="589311"/>
                  </a:lnTo>
                  <a:close/>
                  <a:moveTo>
                    <a:pt x="508239" y="576457"/>
                  </a:moveTo>
                  <a:lnTo>
                    <a:pt x="501767" y="585830"/>
                  </a:lnTo>
                  <a:lnTo>
                    <a:pt x="519265" y="589311"/>
                  </a:lnTo>
                  <a:close/>
                  <a:moveTo>
                    <a:pt x="570982" y="561889"/>
                  </a:moveTo>
                  <a:lnTo>
                    <a:pt x="539676" y="582098"/>
                  </a:lnTo>
                  <a:lnTo>
                    <a:pt x="519265" y="589311"/>
                  </a:lnTo>
                  <a:close/>
                  <a:moveTo>
                    <a:pt x="500761" y="452289"/>
                  </a:moveTo>
                  <a:lnTo>
                    <a:pt x="505728" y="442491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49582" y="414037"/>
                  </a:lnTo>
                  <a:lnTo>
                    <a:pt x="530854" y="440224"/>
                  </a:lnTo>
                  <a:close/>
                  <a:moveTo>
                    <a:pt x="545079" y="415631"/>
                  </a:moveTo>
                  <a:lnTo>
                    <a:pt x="577683" y="398447"/>
                  </a:lnTo>
                  <a:lnTo>
                    <a:pt x="549582" y="414037"/>
                  </a:lnTo>
                  <a:close/>
                  <a:moveTo>
                    <a:pt x="696961" y="495125"/>
                  </a:moveTo>
                  <a:lnTo>
                    <a:pt x="712268" y="505391"/>
                  </a:lnTo>
                  <a:lnTo>
                    <a:pt x="702407" y="491529"/>
                  </a:lnTo>
                  <a:close/>
                  <a:moveTo>
                    <a:pt x="709328" y="512996"/>
                  </a:moveTo>
                  <a:lnTo>
                    <a:pt x="712268" y="505391"/>
                  </a:lnTo>
                  <a:lnTo>
                    <a:pt x="696961" y="495125"/>
                  </a:lnTo>
                  <a:close/>
                  <a:moveTo>
                    <a:pt x="676977" y="516618"/>
                  </a:moveTo>
                  <a:lnTo>
                    <a:pt x="709328" y="512996"/>
                  </a:lnTo>
                  <a:lnTo>
                    <a:pt x="696961" y="495125"/>
                  </a:lnTo>
                  <a:close/>
                  <a:moveTo>
                    <a:pt x="963247" y="358436"/>
                  </a:moveTo>
                  <a:lnTo>
                    <a:pt x="929778" y="357876"/>
                  </a:lnTo>
                  <a:lnTo>
                    <a:pt x="916375" y="358314"/>
                  </a:lnTo>
                  <a:close/>
                  <a:moveTo>
                    <a:pt x="929778" y="357876"/>
                  </a:moveTo>
                  <a:lnTo>
                    <a:pt x="963247" y="358436"/>
                  </a:lnTo>
                  <a:lnTo>
                    <a:pt x="986427" y="348894"/>
                  </a:lnTo>
                  <a:close/>
                  <a:moveTo>
                    <a:pt x="970614" y="349285"/>
                  </a:moveTo>
                  <a:lnTo>
                    <a:pt x="986427" y="348894"/>
                  </a:lnTo>
                  <a:lnTo>
                    <a:pt x="963247" y="358436"/>
                  </a:lnTo>
                  <a:close/>
                  <a:moveTo>
                    <a:pt x="1035177" y="314919"/>
                  </a:moveTo>
                  <a:lnTo>
                    <a:pt x="1014050" y="332102"/>
                  </a:lnTo>
                  <a:lnTo>
                    <a:pt x="1036311" y="314618"/>
                  </a:lnTo>
                  <a:close/>
                  <a:moveTo>
                    <a:pt x="895879" y="163292"/>
                  </a:moveTo>
                  <a:lnTo>
                    <a:pt x="840371" y="176542"/>
                  </a:lnTo>
                  <a:lnTo>
                    <a:pt x="869422" y="160584"/>
                  </a:lnTo>
                  <a:close/>
                  <a:moveTo>
                    <a:pt x="813264" y="38062"/>
                  </a:moveTo>
                  <a:lnTo>
                    <a:pt x="833314" y="20878"/>
                  </a:lnTo>
                  <a:lnTo>
                    <a:pt x="829216" y="38626"/>
                  </a:lnTo>
                  <a:close/>
                  <a:moveTo>
                    <a:pt x="1060900" y="281974"/>
                  </a:moveTo>
                  <a:lnTo>
                    <a:pt x="1063568" y="275166"/>
                  </a:lnTo>
                  <a:lnTo>
                    <a:pt x="1048212" y="262903"/>
                  </a:lnTo>
                  <a:close/>
                  <a:moveTo>
                    <a:pt x="1075715" y="241155"/>
                  </a:moveTo>
                  <a:lnTo>
                    <a:pt x="1099987" y="227899"/>
                  </a:lnTo>
                  <a:lnTo>
                    <a:pt x="1095395" y="224225"/>
                  </a:lnTo>
                  <a:close/>
                  <a:moveTo>
                    <a:pt x="833314" y="20878"/>
                  </a:moveTo>
                  <a:lnTo>
                    <a:pt x="847755" y="11733"/>
                  </a:lnTo>
                  <a:lnTo>
                    <a:pt x="829216" y="38626"/>
                  </a:lnTo>
                  <a:close/>
                  <a:moveTo>
                    <a:pt x="857880" y="3695"/>
                  </a:moveTo>
                  <a:lnTo>
                    <a:pt x="833314" y="20878"/>
                  </a:lnTo>
                  <a:lnTo>
                    <a:pt x="877936" y="0"/>
                  </a:lnTo>
                  <a:close/>
                  <a:moveTo>
                    <a:pt x="1133456" y="170287"/>
                  </a:moveTo>
                  <a:lnTo>
                    <a:pt x="1139454" y="162475"/>
                  </a:lnTo>
                  <a:lnTo>
                    <a:pt x="1121525" y="191648"/>
                  </a:lnTo>
                  <a:close/>
                  <a:moveTo>
                    <a:pt x="1133456" y="170287"/>
                  </a:moveTo>
                  <a:lnTo>
                    <a:pt x="1144264" y="153103"/>
                  </a:lnTo>
                  <a:lnTo>
                    <a:pt x="1139454" y="16247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18" name="Input_density__157">
              <a:extLst>
                <a:ext uri="{FF2B5EF4-FFF2-40B4-BE49-F238E27FC236}">
                  <a16:creationId xmlns:a16="http://schemas.microsoft.com/office/drawing/2014/main" id="{CFEB2BF4-DFCD-50C5-58BD-EDA5F0F556DB}"/>
                </a:ext>
              </a:extLst>
            </p:cNvPr>
            <p:cNvSpPr>
              <a:spLocks noGrp="1"/>
            </p:cNvSpPr>
            <p:nvPr/>
          </p:nvSpPr>
          <p:spPr>
            <a:xfrm>
              <a:off x="1228366" y="2323297"/>
              <a:ext cx="15867" cy="27135"/>
            </a:xfrm>
            <a:custGeom>
              <a:avLst/>
              <a:gdLst/>
              <a:ahLst/>
              <a:cxnLst/>
              <a:rect l="0" t="0" r="0" b="0"/>
              <a:pathLst>
                <a:path w="15867" h="27135">
                  <a:moveTo>
                    <a:pt x="15867" y="0"/>
                  </a:moveTo>
                  <a:lnTo>
                    <a:pt x="0" y="27135"/>
                  </a:lnTo>
                  <a:lnTo>
                    <a:pt x="10972" y="15442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119" name="Input_density__158">
              <a:extLst>
                <a:ext uri="{FF2B5EF4-FFF2-40B4-BE49-F238E27FC236}">
                  <a16:creationId xmlns:a16="http://schemas.microsoft.com/office/drawing/2014/main" id="{0FE1264A-A990-D3A2-0E0E-2D5E4A0A512A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632262"/>
              <a:ext cx="1254611" cy="830338"/>
            </a:xfrm>
            <a:custGeom>
              <a:avLst/>
              <a:gdLst/>
              <a:ahLst/>
              <a:cxnLst/>
              <a:rect l="0" t="0" r="0" b="0"/>
              <a:pathLst>
                <a:path w="1254611" h="830338">
                  <a:moveTo>
                    <a:pt x="5924" y="576128"/>
                  </a:moveTo>
                  <a:lnTo>
                    <a:pt x="40589" y="606231"/>
                  </a:lnTo>
                  <a:lnTo>
                    <a:pt x="17131" y="580785"/>
                  </a:lnTo>
                  <a:close/>
                  <a:moveTo>
                    <a:pt x="0" y="569476"/>
                  </a:moveTo>
                  <a:lnTo>
                    <a:pt x="5924" y="576128"/>
                  </a:lnTo>
                  <a:lnTo>
                    <a:pt x="17131" y="580785"/>
                  </a:lnTo>
                  <a:close/>
                  <a:moveTo>
                    <a:pt x="71652" y="639275"/>
                  </a:moveTo>
                  <a:lnTo>
                    <a:pt x="116518" y="674635"/>
                  </a:lnTo>
                  <a:lnTo>
                    <a:pt x="93840" y="665983"/>
                  </a:lnTo>
                  <a:close/>
                  <a:moveTo>
                    <a:pt x="64666" y="633935"/>
                  </a:moveTo>
                  <a:lnTo>
                    <a:pt x="74758" y="642986"/>
                  </a:lnTo>
                  <a:lnTo>
                    <a:pt x="71652" y="639275"/>
                  </a:lnTo>
                  <a:close/>
                  <a:moveTo>
                    <a:pt x="125792" y="577601"/>
                  </a:moveTo>
                  <a:lnTo>
                    <a:pt x="124822" y="541856"/>
                  </a:lnTo>
                  <a:lnTo>
                    <a:pt x="96504" y="560555"/>
                  </a:lnTo>
                  <a:close/>
                  <a:moveTo>
                    <a:pt x="125792" y="577601"/>
                  </a:moveTo>
                  <a:lnTo>
                    <a:pt x="138875" y="566029"/>
                  </a:lnTo>
                  <a:lnTo>
                    <a:pt x="126566" y="535109"/>
                  </a:lnTo>
                  <a:close/>
                  <a:moveTo>
                    <a:pt x="317434" y="763692"/>
                  </a:moveTo>
                  <a:lnTo>
                    <a:pt x="378208" y="770133"/>
                  </a:lnTo>
                  <a:lnTo>
                    <a:pt x="341870" y="758846"/>
                  </a:lnTo>
                  <a:close/>
                  <a:moveTo>
                    <a:pt x="395747" y="789144"/>
                  </a:moveTo>
                  <a:lnTo>
                    <a:pt x="408089" y="757277"/>
                  </a:lnTo>
                  <a:lnTo>
                    <a:pt x="378208" y="770133"/>
                  </a:lnTo>
                  <a:close/>
                  <a:moveTo>
                    <a:pt x="310851" y="738456"/>
                  </a:moveTo>
                  <a:lnTo>
                    <a:pt x="305831" y="755639"/>
                  </a:lnTo>
                  <a:lnTo>
                    <a:pt x="317434" y="763692"/>
                  </a:lnTo>
                  <a:close/>
                  <a:moveTo>
                    <a:pt x="310851" y="738456"/>
                  </a:moveTo>
                  <a:lnTo>
                    <a:pt x="281305" y="718884"/>
                  </a:lnTo>
                  <a:lnTo>
                    <a:pt x="305831" y="755639"/>
                  </a:lnTo>
                  <a:close/>
                  <a:moveTo>
                    <a:pt x="221538" y="643432"/>
                  </a:moveTo>
                  <a:lnTo>
                    <a:pt x="221656" y="654747"/>
                  </a:lnTo>
                  <a:lnTo>
                    <a:pt x="235696" y="645374"/>
                  </a:lnTo>
                  <a:close/>
                  <a:moveTo>
                    <a:pt x="443585" y="765414"/>
                  </a:moveTo>
                  <a:lnTo>
                    <a:pt x="425864" y="727526"/>
                  </a:lnTo>
                  <a:lnTo>
                    <a:pt x="408089" y="757277"/>
                  </a:lnTo>
                  <a:close/>
                  <a:moveTo>
                    <a:pt x="555643" y="785163"/>
                  </a:moveTo>
                  <a:lnTo>
                    <a:pt x="520001" y="830338"/>
                  </a:lnTo>
                  <a:lnTo>
                    <a:pt x="549475" y="815960"/>
                  </a:lnTo>
                  <a:close/>
                  <a:moveTo>
                    <a:pt x="431635" y="715221"/>
                  </a:moveTo>
                  <a:lnTo>
                    <a:pt x="415001" y="683997"/>
                  </a:lnTo>
                  <a:lnTo>
                    <a:pt x="436061" y="704089"/>
                  </a:lnTo>
                  <a:close/>
                  <a:moveTo>
                    <a:pt x="415001" y="683997"/>
                  </a:moveTo>
                  <a:lnTo>
                    <a:pt x="410660" y="642779"/>
                  </a:lnTo>
                  <a:lnTo>
                    <a:pt x="433226" y="667334"/>
                  </a:lnTo>
                  <a:close/>
                  <a:moveTo>
                    <a:pt x="285319" y="484426"/>
                  </a:moveTo>
                  <a:lnTo>
                    <a:pt x="318425" y="478774"/>
                  </a:lnTo>
                  <a:lnTo>
                    <a:pt x="313680" y="488457"/>
                  </a:lnTo>
                  <a:close/>
                  <a:moveTo>
                    <a:pt x="313680" y="488457"/>
                  </a:moveTo>
                  <a:lnTo>
                    <a:pt x="320258" y="485628"/>
                  </a:lnTo>
                  <a:lnTo>
                    <a:pt x="290463" y="524991"/>
                  </a:lnTo>
                  <a:close/>
                  <a:moveTo>
                    <a:pt x="605901" y="726646"/>
                  </a:moveTo>
                  <a:lnTo>
                    <a:pt x="570010" y="728736"/>
                  </a:lnTo>
                  <a:lnTo>
                    <a:pt x="561532" y="764831"/>
                  </a:lnTo>
                  <a:close/>
                  <a:moveTo>
                    <a:pt x="474881" y="593800"/>
                  </a:moveTo>
                  <a:lnTo>
                    <a:pt x="514924" y="612190"/>
                  </a:lnTo>
                  <a:lnTo>
                    <a:pt x="494703" y="559457"/>
                  </a:lnTo>
                  <a:close/>
                  <a:moveTo>
                    <a:pt x="366066" y="436112"/>
                  </a:moveTo>
                  <a:lnTo>
                    <a:pt x="424162" y="452814"/>
                  </a:lnTo>
                  <a:lnTo>
                    <a:pt x="427801" y="446144"/>
                  </a:lnTo>
                  <a:close/>
                  <a:moveTo>
                    <a:pt x="319925" y="349139"/>
                  </a:moveTo>
                  <a:lnTo>
                    <a:pt x="291508" y="356111"/>
                  </a:lnTo>
                  <a:lnTo>
                    <a:pt x="306320" y="337308"/>
                  </a:lnTo>
                  <a:close/>
                  <a:moveTo>
                    <a:pt x="306320" y="337308"/>
                  </a:moveTo>
                  <a:lnTo>
                    <a:pt x="317139" y="356111"/>
                  </a:lnTo>
                  <a:lnTo>
                    <a:pt x="319925" y="349139"/>
                  </a:lnTo>
                  <a:close/>
                  <a:moveTo>
                    <a:pt x="588873" y="713401"/>
                  </a:moveTo>
                  <a:lnTo>
                    <a:pt x="612320" y="721427"/>
                  </a:lnTo>
                  <a:lnTo>
                    <a:pt x="604069" y="745794"/>
                  </a:lnTo>
                  <a:close/>
                  <a:moveTo>
                    <a:pt x="626095" y="531240"/>
                  </a:moveTo>
                  <a:lnTo>
                    <a:pt x="615817" y="579029"/>
                  </a:lnTo>
                  <a:lnTo>
                    <a:pt x="621450" y="575652"/>
                  </a:lnTo>
                  <a:close/>
                  <a:moveTo>
                    <a:pt x="602052" y="568445"/>
                  </a:moveTo>
                  <a:lnTo>
                    <a:pt x="615817" y="579029"/>
                  </a:lnTo>
                  <a:lnTo>
                    <a:pt x="626095" y="531240"/>
                  </a:lnTo>
                  <a:close/>
                  <a:moveTo>
                    <a:pt x="626095" y="531240"/>
                  </a:moveTo>
                  <a:lnTo>
                    <a:pt x="621450" y="575652"/>
                  </a:lnTo>
                  <a:lnTo>
                    <a:pt x="656777" y="578131"/>
                  </a:lnTo>
                  <a:close/>
                  <a:moveTo>
                    <a:pt x="522911" y="426709"/>
                  </a:moveTo>
                  <a:lnTo>
                    <a:pt x="528641" y="381600"/>
                  </a:lnTo>
                  <a:lnTo>
                    <a:pt x="503556" y="412386"/>
                  </a:lnTo>
                  <a:close/>
                  <a:moveTo>
                    <a:pt x="672845" y="386080"/>
                  </a:moveTo>
                  <a:lnTo>
                    <a:pt x="690894" y="397642"/>
                  </a:lnTo>
                  <a:lnTo>
                    <a:pt x="677227" y="370994"/>
                  </a:lnTo>
                  <a:close/>
                  <a:moveTo>
                    <a:pt x="810804" y="489428"/>
                  </a:moveTo>
                  <a:lnTo>
                    <a:pt x="814989" y="441278"/>
                  </a:lnTo>
                  <a:lnTo>
                    <a:pt x="767777" y="460392"/>
                  </a:lnTo>
                  <a:close/>
                  <a:moveTo>
                    <a:pt x="756321" y="372392"/>
                  </a:moveTo>
                  <a:lnTo>
                    <a:pt x="793477" y="400030"/>
                  </a:lnTo>
                  <a:lnTo>
                    <a:pt x="770597" y="374728"/>
                  </a:lnTo>
                  <a:close/>
                  <a:moveTo>
                    <a:pt x="756321" y="372392"/>
                  </a:moveTo>
                  <a:lnTo>
                    <a:pt x="751400" y="363276"/>
                  </a:lnTo>
                  <a:lnTo>
                    <a:pt x="742489" y="365842"/>
                  </a:lnTo>
                  <a:close/>
                  <a:moveTo>
                    <a:pt x="756321" y="372392"/>
                  </a:moveTo>
                  <a:lnTo>
                    <a:pt x="770597" y="374728"/>
                  </a:lnTo>
                  <a:lnTo>
                    <a:pt x="751400" y="363276"/>
                  </a:lnTo>
                  <a:close/>
                  <a:moveTo>
                    <a:pt x="1022176" y="596250"/>
                  </a:moveTo>
                  <a:lnTo>
                    <a:pt x="1000700" y="612162"/>
                  </a:lnTo>
                  <a:lnTo>
                    <a:pt x="1056675" y="600659"/>
                  </a:lnTo>
                  <a:close/>
                  <a:moveTo>
                    <a:pt x="793477" y="400030"/>
                  </a:moveTo>
                  <a:lnTo>
                    <a:pt x="816615" y="422206"/>
                  </a:lnTo>
                  <a:lnTo>
                    <a:pt x="821934" y="390884"/>
                  </a:lnTo>
                  <a:close/>
                  <a:moveTo>
                    <a:pt x="816615" y="422206"/>
                  </a:moveTo>
                  <a:lnTo>
                    <a:pt x="832032" y="400030"/>
                  </a:lnTo>
                  <a:lnTo>
                    <a:pt x="821934" y="390884"/>
                  </a:lnTo>
                  <a:close/>
                  <a:moveTo>
                    <a:pt x="751400" y="363276"/>
                  </a:moveTo>
                  <a:lnTo>
                    <a:pt x="770597" y="374728"/>
                  </a:lnTo>
                  <a:lnTo>
                    <a:pt x="774667" y="357477"/>
                  </a:lnTo>
                  <a:close/>
                  <a:moveTo>
                    <a:pt x="821934" y="390884"/>
                  </a:moveTo>
                  <a:lnTo>
                    <a:pt x="770597" y="374728"/>
                  </a:lnTo>
                  <a:lnTo>
                    <a:pt x="793477" y="400030"/>
                  </a:lnTo>
                  <a:close/>
                  <a:moveTo>
                    <a:pt x="774667" y="357477"/>
                  </a:moveTo>
                  <a:lnTo>
                    <a:pt x="770597" y="374728"/>
                  </a:lnTo>
                  <a:lnTo>
                    <a:pt x="821934" y="390884"/>
                  </a:lnTo>
                  <a:close/>
                  <a:moveTo>
                    <a:pt x="814864" y="351885"/>
                  </a:moveTo>
                  <a:lnTo>
                    <a:pt x="821934" y="390884"/>
                  </a:lnTo>
                  <a:lnTo>
                    <a:pt x="845004" y="354470"/>
                  </a:lnTo>
                  <a:close/>
                  <a:moveTo>
                    <a:pt x="732734" y="357740"/>
                  </a:moveTo>
                  <a:lnTo>
                    <a:pt x="751400" y="363276"/>
                  </a:lnTo>
                  <a:lnTo>
                    <a:pt x="782130" y="321640"/>
                  </a:lnTo>
                  <a:close/>
                  <a:moveTo>
                    <a:pt x="814864" y="351885"/>
                  </a:moveTo>
                  <a:lnTo>
                    <a:pt x="845004" y="354470"/>
                  </a:lnTo>
                  <a:lnTo>
                    <a:pt x="819116" y="335346"/>
                  </a:lnTo>
                  <a:close/>
                  <a:moveTo>
                    <a:pt x="845004" y="354470"/>
                  </a:moveTo>
                  <a:lnTo>
                    <a:pt x="853223" y="338289"/>
                  </a:lnTo>
                  <a:lnTo>
                    <a:pt x="819116" y="335346"/>
                  </a:lnTo>
                  <a:close/>
                  <a:moveTo>
                    <a:pt x="782130" y="321640"/>
                  </a:moveTo>
                  <a:lnTo>
                    <a:pt x="819116" y="335346"/>
                  </a:lnTo>
                  <a:lnTo>
                    <a:pt x="842009" y="324733"/>
                  </a:lnTo>
                  <a:close/>
                  <a:moveTo>
                    <a:pt x="853223" y="338289"/>
                  </a:moveTo>
                  <a:lnTo>
                    <a:pt x="870180" y="292154"/>
                  </a:lnTo>
                  <a:lnTo>
                    <a:pt x="865976" y="292674"/>
                  </a:lnTo>
                  <a:close/>
                  <a:moveTo>
                    <a:pt x="906515" y="316757"/>
                  </a:moveTo>
                  <a:lnTo>
                    <a:pt x="870180" y="292154"/>
                  </a:lnTo>
                  <a:lnTo>
                    <a:pt x="853223" y="338289"/>
                  </a:lnTo>
                  <a:close/>
                  <a:moveTo>
                    <a:pt x="852266" y="259073"/>
                  </a:moveTo>
                  <a:lnTo>
                    <a:pt x="847109" y="255399"/>
                  </a:lnTo>
                  <a:lnTo>
                    <a:pt x="865125" y="292154"/>
                  </a:lnTo>
                  <a:close/>
                  <a:moveTo>
                    <a:pt x="847109" y="255399"/>
                  </a:moveTo>
                  <a:lnTo>
                    <a:pt x="852266" y="259073"/>
                  </a:lnTo>
                  <a:lnTo>
                    <a:pt x="854163" y="245598"/>
                  </a:lnTo>
                  <a:close/>
                  <a:moveTo>
                    <a:pt x="870180" y="292154"/>
                  </a:moveTo>
                  <a:lnTo>
                    <a:pt x="906515" y="316757"/>
                  </a:lnTo>
                  <a:lnTo>
                    <a:pt x="868116" y="290934"/>
                  </a:lnTo>
                  <a:close/>
                  <a:moveTo>
                    <a:pt x="854163" y="245598"/>
                  </a:moveTo>
                  <a:lnTo>
                    <a:pt x="909031" y="229955"/>
                  </a:lnTo>
                  <a:lnTo>
                    <a:pt x="870943" y="212127"/>
                  </a:lnTo>
                  <a:close/>
                  <a:moveTo>
                    <a:pt x="973418" y="348480"/>
                  </a:moveTo>
                  <a:lnTo>
                    <a:pt x="973640" y="348816"/>
                  </a:lnTo>
                  <a:lnTo>
                    <a:pt x="974127" y="348760"/>
                  </a:lnTo>
                  <a:close/>
                  <a:moveTo>
                    <a:pt x="1010197" y="359043"/>
                  </a:moveTo>
                  <a:lnTo>
                    <a:pt x="974127" y="348760"/>
                  </a:lnTo>
                  <a:lnTo>
                    <a:pt x="973640" y="348816"/>
                  </a:lnTo>
                  <a:close/>
                  <a:moveTo>
                    <a:pt x="973418" y="348480"/>
                  </a:moveTo>
                  <a:lnTo>
                    <a:pt x="974127" y="348760"/>
                  </a:lnTo>
                  <a:lnTo>
                    <a:pt x="974792" y="347879"/>
                  </a:lnTo>
                  <a:close/>
                  <a:moveTo>
                    <a:pt x="1022904" y="335853"/>
                  </a:moveTo>
                  <a:lnTo>
                    <a:pt x="974127" y="348760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974792" y="347879"/>
                  </a:lnTo>
                  <a:lnTo>
                    <a:pt x="974127" y="348760"/>
                  </a:lnTo>
                  <a:close/>
                  <a:moveTo>
                    <a:pt x="1022904" y="335853"/>
                  </a:moveTo>
                  <a:lnTo>
                    <a:pt x="1027592" y="327873"/>
                  </a:lnTo>
                  <a:lnTo>
                    <a:pt x="993645" y="325527"/>
                  </a:lnTo>
                  <a:close/>
                  <a:moveTo>
                    <a:pt x="1010197" y="359043"/>
                  </a:moveTo>
                  <a:lnTo>
                    <a:pt x="1038229" y="331297"/>
                  </a:lnTo>
                  <a:lnTo>
                    <a:pt x="1022904" y="335853"/>
                  </a:lnTo>
                  <a:close/>
                  <a:moveTo>
                    <a:pt x="1064299" y="340539"/>
                  </a:moveTo>
                  <a:lnTo>
                    <a:pt x="1038229" y="331297"/>
                  </a:lnTo>
                  <a:lnTo>
                    <a:pt x="1010197" y="359043"/>
                  </a:lnTo>
                  <a:close/>
                  <a:moveTo>
                    <a:pt x="1022904" y="335853"/>
                  </a:moveTo>
                  <a:lnTo>
                    <a:pt x="1038229" y="331297"/>
                  </a:lnTo>
                  <a:lnTo>
                    <a:pt x="1027592" y="327873"/>
                  </a:lnTo>
                  <a:close/>
                  <a:moveTo>
                    <a:pt x="912643" y="192328"/>
                  </a:moveTo>
                  <a:lnTo>
                    <a:pt x="950770" y="188420"/>
                  </a:lnTo>
                  <a:lnTo>
                    <a:pt x="917042" y="163697"/>
                  </a:lnTo>
                  <a:close/>
                  <a:moveTo>
                    <a:pt x="1064299" y="340539"/>
                  </a:moveTo>
                  <a:lnTo>
                    <a:pt x="1074665" y="320860"/>
                  </a:lnTo>
                  <a:lnTo>
                    <a:pt x="1038229" y="331297"/>
                  </a:lnTo>
                  <a:close/>
                  <a:moveTo>
                    <a:pt x="1064299" y="340539"/>
                  </a:moveTo>
                  <a:lnTo>
                    <a:pt x="1098704" y="314114"/>
                  </a:lnTo>
                  <a:lnTo>
                    <a:pt x="1074665" y="320860"/>
                  </a:lnTo>
                  <a:close/>
                  <a:moveTo>
                    <a:pt x="1118368" y="321910"/>
                  </a:moveTo>
                  <a:lnTo>
                    <a:pt x="1098704" y="314114"/>
                  </a:lnTo>
                  <a:lnTo>
                    <a:pt x="1064299" y="340539"/>
                  </a:lnTo>
                  <a:close/>
                  <a:moveTo>
                    <a:pt x="1099638" y="348089"/>
                  </a:moveTo>
                  <a:lnTo>
                    <a:pt x="1118368" y="321910"/>
                  </a:lnTo>
                  <a:lnTo>
                    <a:pt x="1064299" y="340539"/>
                  </a:lnTo>
                  <a:close/>
                  <a:moveTo>
                    <a:pt x="1098704" y="314114"/>
                  </a:moveTo>
                  <a:lnTo>
                    <a:pt x="1118368" y="321910"/>
                  </a:lnTo>
                  <a:lnTo>
                    <a:pt x="1122020" y="309450"/>
                  </a:lnTo>
                  <a:close/>
                  <a:moveTo>
                    <a:pt x="1122020" y="309450"/>
                  </a:moveTo>
                  <a:lnTo>
                    <a:pt x="1118368" y="321910"/>
                  </a:lnTo>
                  <a:lnTo>
                    <a:pt x="1148388" y="314114"/>
                  </a:lnTo>
                  <a:close/>
                  <a:moveTo>
                    <a:pt x="1122020" y="309450"/>
                  </a:moveTo>
                  <a:lnTo>
                    <a:pt x="1148388" y="314114"/>
                  </a:lnTo>
                  <a:lnTo>
                    <a:pt x="1129048" y="265631"/>
                  </a:lnTo>
                  <a:close/>
                  <a:moveTo>
                    <a:pt x="1129048" y="265631"/>
                  </a:moveTo>
                  <a:lnTo>
                    <a:pt x="1148388" y="314114"/>
                  </a:lnTo>
                  <a:lnTo>
                    <a:pt x="1149522" y="313813"/>
                  </a:lnTo>
                  <a:close/>
                  <a:moveTo>
                    <a:pt x="1129048" y="265631"/>
                  </a:moveTo>
                  <a:lnTo>
                    <a:pt x="1149522" y="313813"/>
                  </a:lnTo>
                  <a:lnTo>
                    <a:pt x="1161422" y="262098"/>
                  </a:lnTo>
                  <a:close/>
                  <a:moveTo>
                    <a:pt x="875299" y="16612"/>
                  </a:moveTo>
                  <a:lnTo>
                    <a:pt x="911076" y="45185"/>
                  </a:lnTo>
                  <a:lnTo>
                    <a:pt x="919243" y="7974"/>
                  </a:lnTo>
                  <a:close/>
                  <a:moveTo>
                    <a:pt x="1161971" y="259311"/>
                  </a:moveTo>
                  <a:lnTo>
                    <a:pt x="1161422" y="262098"/>
                  </a:lnTo>
                  <a:lnTo>
                    <a:pt x="1163700" y="260175"/>
                  </a:lnTo>
                  <a:close/>
                  <a:moveTo>
                    <a:pt x="1161971" y="259311"/>
                  </a:moveTo>
                  <a:lnTo>
                    <a:pt x="1163700" y="260175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161971" y="259311"/>
                  </a:lnTo>
                  <a:lnTo>
                    <a:pt x="1202547" y="208665"/>
                  </a:lnTo>
                  <a:close/>
                  <a:moveTo>
                    <a:pt x="1171508" y="206811"/>
                  </a:moveTo>
                  <a:lnTo>
                    <a:pt x="1202547" y="208665"/>
                  </a:lnTo>
                  <a:lnTo>
                    <a:pt x="1171857" y="204902"/>
                  </a:lnTo>
                  <a:close/>
                  <a:moveTo>
                    <a:pt x="1202547" y="208665"/>
                  </a:moveTo>
                  <a:lnTo>
                    <a:pt x="1204977" y="204157"/>
                  </a:lnTo>
                  <a:lnTo>
                    <a:pt x="1171857" y="204902"/>
                  </a:lnTo>
                  <a:close/>
                  <a:moveTo>
                    <a:pt x="960965" y="10928"/>
                  </a:moveTo>
                  <a:lnTo>
                    <a:pt x="962371" y="0"/>
                  </a:lnTo>
                  <a:lnTo>
                    <a:pt x="946219" y="2890"/>
                  </a:lnTo>
                  <a:close/>
                  <a:moveTo>
                    <a:pt x="960965" y="10928"/>
                  </a:moveTo>
                  <a:lnTo>
                    <a:pt x="971090" y="2890"/>
                  </a:lnTo>
                  <a:lnTo>
                    <a:pt x="962371" y="0"/>
                  </a:lnTo>
                  <a:close/>
                  <a:moveTo>
                    <a:pt x="1221700" y="170474"/>
                  </a:moveTo>
                  <a:lnTo>
                    <a:pt x="1204977" y="204157"/>
                  </a:lnTo>
                  <a:lnTo>
                    <a:pt x="1252665" y="161670"/>
                  </a:lnTo>
                  <a:close/>
                  <a:moveTo>
                    <a:pt x="1254611" y="148679"/>
                  </a:moveTo>
                  <a:lnTo>
                    <a:pt x="1221700" y="170474"/>
                  </a:lnTo>
                  <a:lnTo>
                    <a:pt x="1252665" y="16167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20" name="Input_density__159">
              <a:extLst>
                <a:ext uri="{FF2B5EF4-FFF2-40B4-BE49-F238E27FC236}">
                  <a16:creationId xmlns:a16="http://schemas.microsoft.com/office/drawing/2014/main" id="{235BE478-C343-0853-392C-4E8981A7282D}"/>
                </a:ext>
              </a:extLst>
            </p:cNvPr>
            <p:cNvSpPr>
              <a:spLocks noGrp="1"/>
            </p:cNvSpPr>
            <p:nvPr/>
          </p:nvSpPr>
          <p:spPr>
            <a:xfrm>
              <a:off x="527891" y="1582970"/>
              <a:ext cx="1254611" cy="930713"/>
            </a:xfrm>
            <a:custGeom>
              <a:avLst/>
              <a:gdLst/>
              <a:ahLst/>
              <a:cxnLst/>
              <a:rect l="0" t="0" r="0" b="0"/>
              <a:pathLst>
                <a:path w="1254611" h="930713">
                  <a:moveTo>
                    <a:pt x="71423" y="675095"/>
                  </a:moveTo>
                  <a:lnTo>
                    <a:pt x="64666" y="683228"/>
                  </a:lnTo>
                  <a:lnTo>
                    <a:pt x="71652" y="688567"/>
                  </a:lnTo>
                  <a:close/>
                  <a:moveTo>
                    <a:pt x="40589" y="655523"/>
                  </a:moveTo>
                  <a:lnTo>
                    <a:pt x="64666" y="683228"/>
                  </a:lnTo>
                  <a:lnTo>
                    <a:pt x="71423" y="675095"/>
                  </a:lnTo>
                  <a:close/>
                  <a:moveTo>
                    <a:pt x="40589" y="655523"/>
                  </a:moveTo>
                  <a:lnTo>
                    <a:pt x="57126" y="638340"/>
                  </a:lnTo>
                  <a:lnTo>
                    <a:pt x="17131" y="630077"/>
                  </a:lnTo>
                  <a:close/>
                  <a:moveTo>
                    <a:pt x="57126" y="638340"/>
                  </a:moveTo>
                  <a:lnTo>
                    <a:pt x="41007" y="623137"/>
                  </a:lnTo>
                  <a:lnTo>
                    <a:pt x="17131" y="630077"/>
                  </a:lnTo>
                  <a:close/>
                  <a:moveTo>
                    <a:pt x="7699" y="601585"/>
                  </a:moveTo>
                  <a:lnTo>
                    <a:pt x="17131" y="630077"/>
                  </a:lnTo>
                  <a:lnTo>
                    <a:pt x="41007" y="623137"/>
                  </a:lnTo>
                  <a:close/>
                  <a:moveTo>
                    <a:pt x="7699" y="601585"/>
                  </a:moveTo>
                  <a:lnTo>
                    <a:pt x="0" y="618768"/>
                  </a:lnTo>
                  <a:lnTo>
                    <a:pt x="17131" y="630077"/>
                  </a:lnTo>
                  <a:close/>
                  <a:moveTo>
                    <a:pt x="91621" y="711850"/>
                  </a:moveTo>
                  <a:lnTo>
                    <a:pt x="71652" y="688567"/>
                  </a:lnTo>
                  <a:lnTo>
                    <a:pt x="93840" y="715275"/>
                  </a:lnTo>
                  <a:close/>
                  <a:moveTo>
                    <a:pt x="92648" y="626751"/>
                  </a:moveTo>
                  <a:lnTo>
                    <a:pt x="125792" y="626893"/>
                  </a:lnTo>
                  <a:lnTo>
                    <a:pt x="96504" y="609847"/>
                  </a:lnTo>
                  <a:close/>
                  <a:moveTo>
                    <a:pt x="305831" y="804931"/>
                  </a:moveTo>
                  <a:lnTo>
                    <a:pt x="305081" y="813223"/>
                  </a:lnTo>
                  <a:lnTo>
                    <a:pt x="317434" y="812984"/>
                  </a:lnTo>
                  <a:close/>
                  <a:moveTo>
                    <a:pt x="317434" y="812984"/>
                  </a:moveTo>
                  <a:lnTo>
                    <a:pt x="359736" y="840624"/>
                  </a:lnTo>
                  <a:lnTo>
                    <a:pt x="378208" y="819425"/>
                  </a:lnTo>
                  <a:close/>
                  <a:moveTo>
                    <a:pt x="310851" y="787748"/>
                  </a:moveTo>
                  <a:lnTo>
                    <a:pt x="317434" y="812984"/>
                  </a:lnTo>
                  <a:lnTo>
                    <a:pt x="341870" y="808139"/>
                  </a:lnTo>
                  <a:close/>
                  <a:moveTo>
                    <a:pt x="265962" y="648910"/>
                  </a:moveTo>
                  <a:lnTo>
                    <a:pt x="235696" y="694666"/>
                  </a:lnTo>
                  <a:lnTo>
                    <a:pt x="251574" y="691323"/>
                  </a:lnTo>
                  <a:close/>
                  <a:moveTo>
                    <a:pt x="514004" y="930713"/>
                  </a:moveTo>
                  <a:lnTo>
                    <a:pt x="548452" y="885049"/>
                  </a:lnTo>
                  <a:lnTo>
                    <a:pt x="519564" y="881446"/>
                  </a:lnTo>
                  <a:close/>
                  <a:moveTo>
                    <a:pt x="519564" y="881446"/>
                  </a:moveTo>
                  <a:lnTo>
                    <a:pt x="548452" y="885049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26232" y="831278"/>
                  </a:lnTo>
                  <a:lnTo>
                    <a:pt x="520001" y="879630"/>
                  </a:lnTo>
                  <a:close/>
                  <a:moveTo>
                    <a:pt x="555643" y="834456"/>
                  </a:moveTo>
                  <a:lnTo>
                    <a:pt x="561532" y="814123"/>
                  </a:lnTo>
                  <a:lnTo>
                    <a:pt x="524079" y="798666"/>
                  </a:lnTo>
                  <a:close/>
                  <a:moveTo>
                    <a:pt x="431635" y="764513"/>
                  </a:moveTo>
                  <a:lnTo>
                    <a:pt x="425864" y="776818"/>
                  </a:lnTo>
                  <a:lnTo>
                    <a:pt x="479164" y="797708"/>
                  </a:lnTo>
                  <a:close/>
                  <a:moveTo>
                    <a:pt x="137681" y="446810"/>
                  </a:moveTo>
                  <a:lnTo>
                    <a:pt x="161023" y="439770"/>
                  </a:lnTo>
                  <a:lnTo>
                    <a:pt x="139557" y="436714"/>
                  </a:lnTo>
                  <a:close/>
                  <a:moveTo>
                    <a:pt x="139557" y="436714"/>
                  </a:moveTo>
                  <a:lnTo>
                    <a:pt x="161023" y="439770"/>
                  </a:lnTo>
                  <a:lnTo>
                    <a:pt x="177105" y="388529"/>
                  </a:lnTo>
                  <a:close/>
                  <a:moveTo>
                    <a:pt x="141915" y="390050"/>
                  </a:moveTo>
                  <a:lnTo>
                    <a:pt x="139557" y="436714"/>
                  </a:lnTo>
                  <a:lnTo>
                    <a:pt x="177105" y="388529"/>
                  </a:lnTo>
                  <a:close/>
                  <a:moveTo>
                    <a:pt x="570010" y="778029"/>
                  </a:moveTo>
                  <a:lnTo>
                    <a:pt x="605901" y="775938"/>
                  </a:lnTo>
                  <a:lnTo>
                    <a:pt x="599511" y="736386"/>
                  </a:lnTo>
                  <a:close/>
                  <a:moveTo>
                    <a:pt x="324367" y="529061"/>
                  </a:moveTo>
                  <a:lnTo>
                    <a:pt x="320258" y="534920"/>
                  </a:lnTo>
                  <a:lnTo>
                    <a:pt x="362999" y="524742"/>
                  </a:lnTo>
                  <a:close/>
                  <a:moveTo>
                    <a:pt x="318425" y="528066"/>
                  </a:moveTo>
                  <a:lnTo>
                    <a:pt x="324367" y="529061"/>
                  </a:lnTo>
                  <a:lnTo>
                    <a:pt x="348342" y="515345"/>
                  </a:lnTo>
                  <a:close/>
                  <a:moveTo>
                    <a:pt x="494703" y="608750"/>
                  </a:moveTo>
                  <a:lnTo>
                    <a:pt x="514924" y="661482"/>
                  </a:lnTo>
                  <a:lnTo>
                    <a:pt x="502200" y="645505"/>
                  </a:lnTo>
                  <a:close/>
                  <a:moveTo>
                    <a:pt x="494703" y="608750"/>
                  </a:moveTo>
                  <a:lnTo>
                    <a:pt x="486712" y="612583"/>
                  </a:lnTo>
                  <a:lnTo>
                    <a:pt x="474881" y="643092"/>
                  </a:lnTo>
                  <a:close/>
                  <a:moveTo>
                    <a:pt x="394963" y="515668"/>
                  </a:moveTo>
                  <a:lnTo>
                    <a:pt x="424162" y="502106"/>
                  </a:lnTo>
                  <a:lnTo>
                    <a:pt x="366066" y="485404"/>
                  </a:lnTo>
                  <a:close/>
                  <a:moveTo>
                    <a:pt x="427801" y="495436"/>
                  </a:moveTo>
                  <a:lnTo>
                    <a:pt x="452036" y="506533"/>
                  </a:lnTo>
                  <a:lnTo>
                    <a:pt x="434663" y="498485"/>
                  </a:lnTo>
                  <a:close/>
                  <a:moveTo>
                    <a:pt x="427801" y="495436"/>
                  </a:moveTo>
                  <a:lnTo>
                    <a:pt x="434663" y="498485"/>
                  </a:lnTo>
                  <a:lnTo>
                    <a:pt x="438282" y="490627"/>
                  </a:lnTo>
                  <a:close/>
                  <a:moveTo>
                    <a:pt x="427801" y="495436"/>
                  </a:moveTo>
                  <a:lnTo>
                    <a:pt x="438282" y="490627"/>
                  </a:lnTo>
                  <a:lnTo>
                    <a:pt x="390966" y="482294"/>
                  </a:lnTo>
                  <a:close/>
                  <a:moveTo>
                    <a:pt x="656034" y="583281"/>
                  </a:moveTo>
                  <a:lnTo>
                    <a:pt x="626095" y="580532"/>
                  </a:lnTo>
                  <a:lnTo>
                    <a:pt x="656777" y="627424"/>
                  </a:lnTo>
                  <a:close/>
                  <a:moveTo>
                    <a:pt x="613972" y="500777"/>
                  </a:moveTo>
                  <a:lnTo>
                    <a:pt x="573075" y="464118"/>
                  </a:lnTo>
                  <a:lnTo>
                    <a:pt x="613877" y="500971"/>
                  </a:lnTo>
                  <a:close/>
                  <a:moveTo>
                    <a:pt x="569594" y="465137"/>
                  </a:moveTo>
                  <a:lnTo>
                    <a:pt x="567496" y="451589"/>
                  </a:lnTo>
                  <a:lnTo>
                    <a:pt x="528641" y="430892"/>
                  </a:lnTo>
                  <a:close/>
                  <a:moveTo>
                    <a:pt x="481580" y="379515"/>
                  </a:moveTo>
                  <a:lnTo>
                    <a:pt x="502583" y="390608"/>
                  </a:lnTo>
                  <a:lnTo>
                    <a:pt x="460715" y="365236"/>
                  </a:lnTo>
                  <a:close/>
                  <a:moveTo>
                    <a:pt x="445010" y="353853"/>
                  </a:moveTo>
                  <a:lnTo>
                    <a:pt x="460715" y="365236"/>
                  </a:lnTo>
                  <a:lnTo>
                    <a:pt x="415635" y="330050"/>
                  </a:lnTo>
                  <a:close/>
                  <a:moveTo>
                    <a:pt x="415635" y="330050"/>
                  </a:moveTo>
                  <a:lnTo>
                    <a:pt x="460715" y="365236"/>
                  </a:lnTo>
                  <a:lnTo>
                    <a:pt x="424798" y="334281"/>
                  </a:lnTo>
                  <a:close/>
                  <a:moveTo>
                    <a:pt x="481580" y="379515"/>
                  </a:moveTo>
                  <a:lnTo>
                    <a:pt x="460715" y="365236"/>
                  </a:lnTo>
                  <a:lnTo>
                    <a:pt x="445010" y="353853"/>
                  </a:lnTo>
                  <a:close/>
                  <a:moveTo>
                    <a:pt x="662793" y="462525"/>
                  </a:moveTo>
                  <a:lnTo>
                    <a:pt x="632575" y="446935"/>
                  </a:lnTo>
                  <a:lnTo>
                    <a:pt x="613972" y="500777"/>
                  </a:lnTo>
                  <a:close/>
                  <a:moveTo>
                    <a:pt x="528641" y="430892"/>
                  </a:moveTo>
                  <a:lnTo>
                    <a:pt x="567496" y="451589"/>
                  </a:lnTo>
                  <a:lnTo>
                    <a:pt x="583840" y="416488"/>
                  </a:lnTo>
                  <a:close/>
                  <a:moveTo>
                    <a:pt x="632575" y="446935"/>
                  </a:moveTo>
                  <a:lnTo>
                    <a:pt x="662793" y="462525"/>
                  </a:lnTo>
                  <a:lnTo>
                    <a:pt x="672845" y="435372"/>
                  </a:lnTo>
                  <a:close/>
                  <a:moveTo>
                    <a:pt x="623308" y="439476"/>
                  </a:moveTo>
                  <a:lnTo>
                    <a:pt x="672845" y="435372"/>
                  </a:lnTo>
                  <a:lnTo>
                    <a:pt x="677227" y="420286"/>
                  </a:lnTo>
                  <a:close/>
                  <a:moveTo>
                    <a:pt x="814989" y="490571"/>
                  </a:moveTo>
                  <a:lnTo>
                    <a:pt x="815617" y="540016"/>
                  </a:lnTo>
                  <a:lnTo>
                    <a:pt x="857974" y="501555"/>
                  </a:lnTo>
                  <a:close/>
                  <a:moveTo>
                    <a:pt x="795279" y="461847"/>
                  </a:moveTo>
                  <a:lnTo>
                    <a:pt x="816615" y="471498"/>
                  </a:lnTo>
                  <a:lnTo>
                    <a:pt x="793477" y="449323"/>
                  </a:lnTo>
                  <a:close/>
                  <a:moveTo>
                    <a:pt x="756321" y="421684"/>
                  </a:moveTo>
                  <a:lnTo>
                    <a:pt x="795279" y="461847"/>
                  </a:lnTo>
                  <a:lnTo>
                    <a:pt x="793477" y="449323"/>
                  </a:lnTo>
                  <a:close/>
                  <a:moveTo>
                    <a:pt x="961859" y="640812"/>
                  </a:moveTo>
                  <a:lnTo>
                    <a:pt x="1000700" y="661454"/>
                  </a:lnTo>
                  <a:lnTo>
                    <a:pt x="1022176" y="645542"/>
                  </a:lnTo>
                  <a:close/>
                  <a:moveTo>
                    <a:pt x="814864" y="401178"/>
                  </a:moveTo>
                  <a:lnTo>
                    <a:pt x="774667" y="406769"/>
                  </a:lnTo>
                  <a:lnTo>
                    <a:pt x="821934" y="440177"/>
                  </a:lnTo>
                  <a:close/>
                  <a:moveTo>
                    <a:pt x="751400" y="412568"/>
                  </a:moveTo>
                  <a:lnTo>
                    <a:pt x="774667" y="406769"/>
                  </a:lnTo>
                  <a:lnTo>
                    <a:pt x="782130" y="370932"/>
                  </a:lnTo>
                  <a:close/>
                  <a:moveTo>
                    <a:pt x="774667" y="406769"/>
                  </a:moveTo>
                  <a:lnTo>
                    <a:pt x="814864" y="401178"/>
                  </a:lnTo>
                  <a:lnTo>
                    <a:pt x="782130" y="370932"/>
                  </a:lnTo>
                  <a:close/>
                  <a:moveTo>
                    <a:pt x="814864" y="401178"/>
                  </a:moveTo>
                  <a:lnTo>
                    <a:pt x="819116" y="384638"/>
                  </a:lnTo>
                  <a:lnTo>
                    <a:pt x="782130" y="370932"/>
                  </a:lnTo>
                  <a:close/>
                  <a:moveTo>
                    <a:pt x="1062297" y="603943"/>
                  </a:moveTo>
                  <a:lnTo>
                    <a:pt x="1022176" y="645542"/>
                  </a:lnTo>
                  <a:lnTo>
                    <a:pt x="1056675" y="649951"/>
                  </a:lnTo>
                  <a:close/>
                  <a:moveTo>
                    <a:pt x="1092430" y="606533"/>
                  </a:moveTo>
                  <a:lnTo>
                    <a:pt x="1062297" y="603943"/>
                  </a:lnTo>
                  <a:lnTo>
                    <a:pt x="1056675" y="649951"/>
                  </a:lnTo>
                  <a:close/>
                  <a:moveTo>
                    <a:pt x="870180" y="341446"/>
                  </a:moveTo>
                  <a:lnTo>
                    <a:pt x="882235" y="304691"/>
                  </a:lnTo>
                  <a:lnTo>
                    <a:pt x="865976" y="341966"/>
                  </a:lnTo>
                  <a:close/>
                  <a:moveTo>
                    <a:pt x="865976" y="341966"/>
                  </a:moveTo>
                  <a:lnTo>
                    <a:pt x="852266" y="308365"/>
                  </a:lnTo>
                  <a:lnTo>
                    <a:pt x="865125" y="341446"/>
                  </a:lnTo>
                  <a:close/>
                  <a:moveTo>
                    <a:pt x="870180" y="341446"/>
                  </a:moveTo>
                  <a:lnTo>
                    <a:pt x="868116" y="340226"/>
                  </a:lnTo>
                  <a:lnTo>
                    <a:pt x="882235" y="304691"/>
                  </a:lnTo>
                  <a:close/>
                  <a:moveTo>
                    <a:pt x="950770" y="237712"/>
                  </a:moveTo>
                  <a:lnTo>
                    <a:pt x="912643" y="241620"/>
                  </a:lnTo>
                  <a:lnTo>
                    <a:pt x="955516" y="278601"/>
                  </a:lnTo>
                  <a:close/>
                  <a:moveTo>
                    <a:pt x="912643" y="241620"/>
                  </a:moveTo>
                  <a:lnTo>
                    <a:pt x="908255" y="233570"/>
                  </a:lnTo>
                  <a:lnTo>
                    <a:pt x="909031" y="279247"/>
                  </a:lnTo>
                  <a:close/>
                  <a:moveTo>
                    <a:pt x="1038229" y="380589"/>
                  </a:moveTo>
                  <a:lnTo>
                    <a:pt x="1074665" y="370153"/>
                  </a:lnTo>
                  <a:lnTo>
                    <a:pt x="1080381" y="353751"/>
                  </a:lnTo>
                  <a:close/>
                  <a:moveTo>
                    <a:pt x="1027592" y="377165"/>
                  </a:moveTo>
                  <a:lnTo>
                    <a:pt x="1038229" y="380589"/>
                  </a:lnTo>
                  <a:lnTo>
                    <a:pt x="1080381" y="353751"/>
                  </a:lnTo>
                  <a:close/>
                  <a:moveTo>
                    <a:pt x="1074665" y="370153"/>
                  </a:moveTo>
                  <a:lnTo>
                    <a:pt x="1098704" y="363406"/>
                  </a:lnTo>
                  <a:lnTo>
                    <a:pt x="1080381" y="353751"/>
                  </a:lnTo>
                  <a:close/>
                  <a:moveTo>
                    <a:pt x="987723" y="297164"/>
                  </a:moveTo>
                  <a:lnTo>
                    <a:pt x="1003246" y="286141"/>
                  </a:lnTo>
                  <a:lnTo>
                    <a:pt x="969717" y="285359"/>
                  </a:lnTo>
                  <a:close/>
                  <a:moveTo>
                    <a:pt x="1101528" y="309468"/>
                  </a:moveTo>
                  <a:lnTo>
                    <a:pt x="1098704" y="363406"/>
                  </a:lnTo>
                  <a:lnTo>
                    <a:pt x="1129048" y="314923"/>
                  </a:lnTo>
                  <a:close/>
                  <a:moveTo>
                    <a:pt x="1129048" y="314923"/>
                  </a:moveTo>
                  <a:lnTo>
                    <a:pt x="1098704" y="363406"/>
                  </a:lnTo>
                  <a:lnTo>
                    <a:pt x="1122020" y="358742"/>
                  </a:lnTo>
                  <a:close/>
                  <a:moveTo>
                    <a:pt x="1041798" y="253141"/>
                  </a:moveTo>
                  <a:lnTo>
                    <a:pt x="1059869" y="289896"/>
                  </a:lnTo>
                  <a:lnTo>
                    <a:pt x="1031135" y="244212"/>
                  </a:lnTo>
                  <a:close/>
                  <a:moveTo>
                    <a:pt x="919243" y="57266"/>
                  </a:moveTo>
                  <a:lnTo>
                    <a:pt x="946219" y="52183"/>
                  </a:lnTo>
                  <a:lnTo>
                    <a:pt x="923766" y="45717"/>
                  </a:lnTo>
                  <a:close/>
                  <a:moveTo>
                    <a:pt x="1161971" y="308604"/>
                  </a:moveTo>
                  <a:lnTo>
                    <a:pt x="1129048" y="314923"/>
                  </a:lnTo>
                  <a:lnTo>
                    <a:pt x="1161422" y="311390"/>
                  </a:lnTo>
                  <a:close/>
                  <a:moveTo>
                    <a:pt x="1161971" y="308604"/>
                  </a:moveTo>
                  <a:lnTo>
                    <a:pt x="1130274" y="307284"/>
                  </a:lnTo>
                  <a:lnTo>
                    <a:pt x="1129048" y="314923"/>
                  </a:lnTo>
                  <a:close/>
                  <a:moveTo>
                    <a:pt x="1130274" y="307284"/>
                  </a:moveTo>
                  <a:lnTo>
                    <a:pt x="1161971" y="308604"/>
                  </a:lnTo>
                  <a:lnTo>
                    <a:pt x="1171508" y="256103"/>
                  </a:lnTo>
                  <a:close/>
                  <a:moveTo>
                    <a:pt x="1130274" y="307284"/>
                  </a:moveTo>
                  <a:lnTo>
                    <a:pt x="1171508" y="256103"/>
                  </a:lnTo>
                  <a:lnTo>
                    <a:pt x="1136735" y="257285"/>
                  </a:lnTo>
                  <a:close/>
                  <a:moveTo>
                    <a:pt x="1171508" y="256103"/>
                  </a:moveTo>
                  <a:lnTo>
                    <a:pt x="1171857" y="254194"/>
                  </a:lnTo>
                  <a:lnTo>
                    <a:pt x="1138219" y="253007"/>
                  </a:lnTo>
                  <a:close/>
                  <a:moveTo>
                    <a:pt x="970591" y="0"/>
                  </a:moveTo>
                  <a:lnTo>
                    <a:pt x="946219" y="52183"/>
                  </a:lnTo>
                  <a:lnTo>
                    <a:pt x="962371" y="49292"/>
                  </a:lnTo>
                  <a:close/>
                  <a:moveTo>
                    <a:pt x="1008506" y="38874"/>
                  </a:moveTo>
                  <a:lnTo>
                    <a:pt x="1010217" y="34999"/>
                  </a:lnTo>
                  <a:lnTo>
                    <a:pt x="991147" y="48487"/>
                  </a:lnTo>
                  <a:close/>
                  <a:moveTo>
                    <a:pt x="970591" y="0"/>
                  </a:moveTo>
                  <a:lnTo>
                    <a:pt x="962371" y="49292"/>
                  </a:lnTo>
                  <a:lnTo>
                    <a:pt x="991147" y="48487"/>
                  </a:lnTo>
                  <a:close/>
                  <a:moveTo>
                    <a:pt x="1171857" y="254194"/>
                  </a:moveTo>
                  <a:lnTo>
                    <a:pt x="1183774" y="202544"/>
                  </a:lnTo>
                  <a:lnTo>
                    <a:pt x="1138219" y="253007"/>
                  </a:lnTo>
                  <a:close/>
                  <a:moveTo>
                    <a:pt x="1171857" y="254194"/>
                  </a:moveTo>
                  <a:lnTo>
                    <a:pt x="1204977" y="253450"/>
                  </a:lnTo>
                  <a:lnTo>
                    <a:pt x="1221700" y="219766"/>
                  </a:lnTo>
                  <a:close/>
                  <a:moveTo>
                    <a:pt x="1254611" y="197971"/>
                  </a:moveTo>
                  <a:lnTo>
                    <a:pt x="1226822" y="193475"/>
                  </a:lnTo>
                  <a:lnTo>
                    <a:pt x="1221700" y="219766"/>
                  </a:lnTo>
                  <a:close/>
                  <a:moveTo>
                    <a:pt x="1226822" y="193475"/>
                  </a:moveTo>
                  <a:lnTo>
                    <a:pt x="1254611" y="197971"/>
                  </a:lnTo>
                  <a:lnTo>
                    <a:pt x="1249994" y="156978"/>
                  </a:lnTo>
                  <a:close/>
                  <a:moveTo>
                    <a:pt x="1096510" y="83910"/>
                  </a:moveTo>
                  <a:lnTo>
                    <a:pt x="1125166" y="87702"/>
                  </a:lnTo>
                  <a:lnTo>
                    <a:pt x="1115678" y="50668"/>
                  </a:lnTo>
                  <a:close/>
                  <a:moveTo>
                    <a:pt x="1115678" y="50668"/>
                  </a:moveTo>
                  <a:lnTo>
                    <a:pt x="1142646" y="91326"/>
                  </a:lnTo>
                  <a:lnTo>
                    <a:pt x="1135787" y="54571"/>
                  </a:lnTo>
                  <a:close/>
                  <a:moveTo>
                    <a:pt x="1115678" y="50668"/>
                  </a:moveTo>
                  <a:lnTo>
                    <a:pt x="1125166" y="87702"/>
                  </a:lnTo>
                  <a:lnTo>
                    <a:pt x="1142646" y="9132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21" name="Input_density__160">
              <a:extLst>
                <a:ext uri="{FF2B5EF4-FFF2-40B4-BE49-F238E27FC236}">
                  <a16:creationId xmlns:a16="http://schemas.microsoft.com/office/drawing/2014/main" id="{707F81F9-62F5-5099-320D-4B92971F2F26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81214"/>
              <a:ext cx="1274929" cy="958035"/>
            </a:xfrm>
            <a:custGeom>
              <a:avLst/>
              <a:gdLst/>
              <a:ahLst/>
              <a:cxnLst/>
              <a:rect l="0" t="0" r="0" b="0"/>
              <a:pathLst>
                <a:path w="1274929" h="958035">
                  <a:moveTo>
                    <a:pt x="82061" y="640096"/>
                  </a:moveTo>
                  <a:lnTo>
                    <a:pt x="65524" y="657279"/>
                  </a:lnTo>
                  <a:lnTo>
                    <a:pt x="96359" y="676851"/>
                  </a:lnTo>
                  <a:close/>
                  <a:moveTo>
                    <a:pt x="32635" y="603341"/>
                  </a:moveTo>
                  <a:lnTo>
                    <a:pt x="6123" y="575451"/>
                  </a:lnTo>
                  <a:lnTo>
                    <a:pt x="0" y="583769"/>
                  </a:lnTo>
                  <a:close/>
                  <a:moveTo>
                    <a:pt x="32635" y="603341"/>
                  </a:moveTo>
                  <a:lnTo>
                    <a:pt x="0" y="583769"/>
                  </a:lnTo>
                  <a:lnTo>
                    <a:pt x="24935" y="620524"/>
                  </a:lnTo>
                  <a:close/>
                  <a:moveTo>
                    <a:pt x="383415" y="880197"/>
                  </a:moveTo>
                  <a:lnTo>
                    <a:pt x="380429" y="928672"/>
                  </a:lnTo>
                  <a:lnTo>
                    <a:pt x="396093" y="891027"/>
                  </a:lnTo>
                  <a:close/>
                  <a:moveTo>
                    <a:pt x="383415" y="880197"/>
                  </a:moveTo>
                  <a:lnTo>
                    <a:pt x="341797" y="897381"/>
                  </a:lnTo>
                  <a:lnTo>
                    <a:pt x="380429" y="928672"/>
                  </a:lnTo>
                  <a:close/>
                  <a:moveTo>
                    <a:pt x="396093" y="891027"/>
                  </a:moveTo>
                  <a:lnTo>
                    <a:pt x="380429" y="928672"/>
                  </a:lnTo>
                  <a:lnTo>
                    <a:pt x="430814" y="896267"/>
                  </a:lnTo>
                  <a:close/>
                  <a:moveTo>
                    <a:pt x="342369" y="814740"/>
                  </a:moveTo>
                  <a:lnTo>
                    <a:pt x="330016" y="814979"/>
                  </a:lnTo>
                  <a:lnTo>
                    <a:pt x="382419" y="843442"/>
                  </a:lnTo>
                  <a:close/>
                  <a:moveTo>
                    <a:pt x="480654" y="958035"/>
                  </a:moveTo>
                  <a:lnTo>
                    <a:pt x="519364" y="936524"/>
                  </a:lnTo>
                  <a:lnTo>
                    <a:pt x="485188" y="949080"/>
                  </a:lnTo>
                  <a:close/>
                  <a:moveTo>
                    <a:pt x="536901" y="947551"/>
                  </a:moveTo>
                  <a:lnTo>
                    <a:pt x="519364" y="936524"/>
                  </a:lnTo>
                  <a:lnTo>
                    <a:pt x="480654" y="958035"/>
                  </a:lnTo>
                  <a:close/>
                  <a:moveTo>
                    <a:pt x="485188" y="949080"/>
                  </a:moveTo>
                  <a:lnTo>
                    <a:pt x="519364" y="936524"/>
                  </a:lnTo>
                  <a:lnTo>
                    <a:pt x="496997" y="922931"/>
                  </a:lnTo>
                  <a:close/>
                  <a:moveTo>
                    <a:pt x="433981" y="874128"/>
                  </a:moveTo>
                  <a:lnTo>
                    <a:pt x="396093" y="891027"/>
                  </a:lnTo>
                  <a:lnTo>
                    <a:pt x="430814" y="896267"/>
                  </a:lnTo>
                  <a:close/>
                  <a:moveTo>
                    <a:pt x="382419" y="843442"/>
                  </a:moveTo>
                  <a:lnTo>
                    <a:pt x="384672" y="842380"/>
                  </a:lnTo>
                  <a:lnTo>
                    <a:pt x="342369" y="814740"/>
                  </a:lnTo>
                  <a:close/>
                  <a:moveTo>
                    <a:pt x="384672" y="842380"/>
                  </a:moveTo>
                  <a:lnTo>
                    <a:pt x="420683" y="840192"/>
                  </a:lnTo>
                  <a:lnTo>
                    <a:pt x="403143" y="821181"/>
                  </a:lnTo>
                  <a:close/>
                  <a:moveTo>
                    <a:pt x="221942" y="687335"/>
                  </a:moveTo>
                  <a:lnTo>
                    <a:pt x="246474" y="694480"/>
                  </a:lnTo>
                  <a:lnTo>
                    <a:pt x="243335" y="652284"/>
                  </a:lnTo>
                  <a:close/>
                  <a:moveTo>
                    <a:pt x="246474" y="694480"/>
                  </a:moveTo>
                  <a:lnTo>
                    <a:pt x="260631" y="696422"/>
                  </a:lnTo>
                  <a:lnTo>
                    <a:pt x="243335" y="652284"/>
                  </a:lnTo>
                  <a:close/>
                  <a:moveTo>
                    <a:pt x="519364" y="936524"/>
                  </a:moveTo>
                  <a:lnTo>
                    <a:pt x="536901" y="947551"/>
                  </a:lnTo>
                  <a:lnTo>
                    <a:pt x="538940" y="932469"/>
                  </a:lnTo>
                  <a:close/>
                  <a:moveTo>
                    <a:pt x="538940" y="932469"/>
                  </a:moveTo>
                  <a:lnTo>
                    <a:pt x="496997" y="922931"/>
                  </a:lnTo>
                  <a:lnTo>
                    <a:pt x="519364" y="936524"/>
                  </a:lnTo>
                  <a:close/>
                  <a:moveTo>
                    <a:pt x="505635" y="887709"/>
                  </a:moveTo>
                  <a:lnTo>
                    <a:pt x="496997" y="922931"/>
                  </a:lnTo>
                  <a:lnTo>
                    <a:pt x="538940" y="932469"/>
                  </a:lnTo>
                  <a:close/>
                  <a:moveTo>
                    <a:pt x="544499" y="883202"/>
                  </a:moveTo>
                  <a:lnTo>
                    <a:pt x="505635" y="887709"/>
                  </a:lnTo>
                  <a:lnTo>
                    <a:pt x="538940" y="932469"/>
                  </a:lnTo>
                  <a:close/>
                  <a:moveTo>
                    <a:pt x="576620" y="928924"/>
                  </a:moveTo>
                  <a:lnTo>
                    <a:pt x="538940" y="932469"/>
                  </a:lnTo>
                  <a:lnTo>
                    <a:pt x="536901" y="947551"/>
                  </a:lnTo>
                  <a:close/>
                  <a:moveTo>
                    <a:pt x="505635" y="887709"/>
                  </a:moveTo>
                  <a:lnTo>
                    <a:pt x="544499" y="883202"/>
                  </a:lnTo>
                  <a:lnTo>
                    <a:pt x="508093" y="868210"/>
                  </a:lnTo>
                  <a:close/>
                  <a:moveTo>
                    <a:pt x="544499" y="883202"/>
                  </a:moveTo>
                  <a:lnTo>
                    <a:pt x="544937" y="881386"/>
                  </a:lnTo>
                  <a:lnTo>
                    <a:pt x="508093" y="868210"/>
                  </a:lnTo>
                  <a:close/>
                  <a:moveTo>
                    <a:pt x="468520" y="816462"/>
                  </a:moveTo>
                  <a:lnTo>
                    <a:pt x="477705" y="809075"/>
                  </a:lnTo>
                  <a:lnTo>
                    <a:pt x="450799" y="778574"/>
                  </a:lnTo>
                  <a:close/>
                  <a:moveTo>
                    <a:pt x="185958" y="441526"/>
                  </a:moveTo>
                  <a:lnTo>
                    <a:pt x="162617" y="448566"/>
                  </a:lnTo>
                  <a:lnTo>
                    <a:pt x="192346" y="442914"/>
                  </a:lnTo>
                  <a:close/>
                  <a:moveTo>
                    <a:pt x="551167" y="833034"/>
                  </a:moveTo>
                  <a:lnTo>
                    <a:pt x="508093" y="868210"/>
                  </a:lnTo>
                  <a:lnTo>
                    <a:pt x="544937" y="881386"/>
                  </a:lnTo>
                  <a:close/>
                  <a:moveTo>
                    <a:pt x="551167" y="833034"/>
                  </a:moveTo>
                  <a:lnTo>
                    <a:pt x="580579" y="836211"/>
                  </a:lnTo>
                  <a:lnTo>
                    <a:pt x="549014" y="800422"/>
                  </a:lnTo>
                  <a:close/>
                  <a:moveTo>
                    <a:pt x="504099" y="799464"/>
                  </a:moveTo>
                  <a:lnTo>
                    <a:pt x="450799" y="778574"/>
                  </a:lnTo>
                  <a:lnTo>
                    <a:pt x="477705" y="809075"/>
                  </a:lnTo>
                  <a:close/>
                  <a:moveTo>
                    <a:pt x="495300" y="761870"/>
                  </a:moveTo>
                  <a:lnTo>
                    <a:pt x="456570" y="766269"/>
                  </a:lnTo>
                  <a:lnTo>
                    <a:pt x="504099" y="799464"/>
                  </a:lnTo>
                  <a:close/>
                  <a:moveTo>
                    <a:pt x="456570" y="766269"/>
                  </a:moveTo>
                  <a:lnTo>
                    <a:pt x="495300" y="761870"/>
                  </a:lnTo>
                  <a:lnTo>
                    <a:pt x="481602" y="728260"/>
                  </a:lnTo>
                  <a:close/>
                  <a:moveTo>
                    <a:pt x="456570" y="766269"/>
                  </a:moveTo>
                  <a:lnTo>
                    <a:pt x="481602" y="728260"/>
                  </a:lnTo>
                  <a:lnTo>
                    <a:pt x="439937" y="735045"/>
                  </a:lnTo>
                  <a:close/>
                  <a:moveTo>
                    <a:pt x="439937" y="735045"/>
                  </a:moveTo>
                  <a:lnTo>
                    <a:pt x="481602" y="728260"/>
                  </a:lnTo>
                  <a:lnTo>
                    <a:pt x="435595" y="693827"/>
                  </a:lnTo>
                  <a:close/>
                  <a:moveTo>
                    <a:pt x="343360" y="529822"/>
                  </a:moveTo>
                  <a:lnTo>
                    <a:pt x="326084" y="551790"/>
                  </a:lnTo>
                  <a:lnTo>
                    <a:pt x="338616" y="539505"/>
                  </a:lnTo>
                  <a:close/>
                  <a:moveTo>
                    <a:pt x="166851" y="391805"/>
                  </a:moveTo>
                  <a:lnTo>
                    <a:pt x="202040" y="390285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03882" y="382067"/>
                  </a:lnTo>
                  <a:lnTo>
                    <a:pt x="168974" y="376128"/>
                  </a:lnTo>
                  <a:close/>
                  <a:moveTo>
                    <a:pt x="202040" y="390285"/>
                  </a:moveTo>
                  <a:lnTo>
                    <a:pt x="211229" y="387587"/>
                  </a:lnTo>
                  <a:lnTo>
                    <a:pt x="203882" y="382067"/>
                  </a:lnTo>
                  <a:close/>
                  <a:moveTo>
                    <a:pt x="594945" y="779784"/>
                  </a:moveTo>
                  <a:lnTo>
                    <a:pt x="549014" y="800422"/>
                  </a:lnTo>
                  <a:lnTo>
                    <a:pt x="586468" y="815879"/>
                  </a:lnTo>
                  <a:close/>
                  <a:moveTo>
                    <a:pt x="349302" y="530817"/>
                  </a:moveTo>
                  <a:lnTo>
                    <a:pt x="387934" y="526498"/>
                  </a:lnTo>
                  <a:lnTo>
                    <a:pt x="373277" y="517101"/>
                  </a:lnTo>
                  <a:close/>
                  <a:moveTo>
                    <a:pt x="316444" y="407159"/>
                  </a:moveTo>
                  <a:lnTo>
                    <a:pt x="344148" y="443914"/>
                  </a:lnTo>
                  <a:lnTo>
                    <a:pt x="314478" y="424342"/>
                  </a:lnTo>
                  <a:close/>
                  <a:moveTo>
                    <a:pt x="261484" y="413794"/>
                  </a:moveTo>
                  <a:lnTo>
                    <a:pt x="294532" y="407159"/>
                  </a:lnTo>
                  <a:lnTo>
                    <a:pt x="263605" y="384576"/>
                  </a:lnTo>
                  <a:close/>
                  <a:moveTo>
                    <a:pt x="211229" y="387587"/>
                  </a:moveTo>
                  <a:lnTo>
                    <a:pt x="236020" y="370404"/>
                  </a:lnTo>
                  <a:lnTo>
                    <a:pt x="203882" y="382067"/>
                  </a:lnTo>
                  <a:close/>
                  <a:moveTo>
                    <a:pt x="466628" y="536995"/>
                  </a:moveTo>
                  <a:lnTo>
                    <a:pt x="459599" y="500241"/>
                  </a:lnTo>
                  <a:lnTo>
                    <a:pt x="467507" y="524050"/>
                  </a:lnTo>
                  <a:close/>
                  <a:moveTo>
                    <a:pt x="452736" y="497192"/>
                  </a:moveTo>
                  <a:lnTo>
                    <a:pt x="449097" y="503862"/>
                  </a:lnTo>
                  <a:lnTo>
                    <a:pt x="446493" y="517424"/>
                  </a:lnTo>
                  <a:close/>
                  <a:moveTo>
                    <a:pt x="346432" y="445100"/>
                  </a:moveTo>
                  <a:lnTo>
                    <a:pt x="344148" y="443914"/>
                  </a:lnTo>
                  <a:lnTo>
                    <a:pt x="365652" y="426730"/>
                  </a:lnTo>
                  <a:close/>
                  <a:moveTo>
                    <a:pt x="346432" y="445100"/>
                  </a:moveTo>
                  <a:lnTo>
                    <a:pt x="367510" y="427696"/>
                  </a:lnTo>
                  <a:lnTo>
                    <a:pt x="347580" y="443914"/>
                  </a:lnTo>
                  <a:close/>
                  <a:moveTo>
                    <a:pt x="344861" y="400187"/>
                  </a:moveTo>
                  <a:lnTo>
                    <a:pt x="367002" y="425798"/>
                  </a:lnTo>
                  <a:lnTo>
                    <a:pt x="316444" y="407159"/>
                  </a:lnTo>
                  <a:close/>
                  <a:moveTo>
                    <a:pt x="316444" y="407159"/>
                  </a:moveTo>
                  <a:lnTo>
                    <a:pt x="365652" y="426730"/>
                  </a:lnTo>
                  <a:lnTo>
                    <a:pt x="344148" y="443914"/>
                  </a:lnTo>
                  <a:close/>
                  <a:moveTo>
                    <a:pt x="301914" y="307020"/>
                  </a:moveTo>
                  <a:lnTo>
                    <a:pt x="276029" y="306449"/>
                  </a:lnTo>
                  <a:lnTo>
                    <a:pt x="244364" y="312635"/>
                  </a:lnTo>
                  <a:close/>
                  <a:moveTo>
                    <a:pt x="301914" y="307020"/>
                  </a:moveTo>
                  <a:lnTo>
                    <a:pt x="323569" y="316466"/>
                  </a:lnTo>
                  <a:lnTo>
                    <a:pt x="311650" y="315055"/>
                  </a:lnTo>
                  <a:close/>
                  <a:moveTo>
                    <a:pt x="637256" y="772475"/>
                  </a:moveTo>
                  <a:lnTo>
                    <a:pt x="613808" y="764449"/>
                  </a:lnTo>
                  <a:lnTo>
                    <a:pt x="624923" y="737754"/>
                  </a:lnTo>
                  <a:close/>
                  <a:moveTo>
                    <a:pt x="732942" y="612893"/>
                  </a:moveTo>
                  <a:lnTo>
                    <a:pt x="709820" y="666832"/>
                  </a:lnTo>
                  <a:lnTo>
                    <a:pt x="742890" y="649649"/>
                  </a:lnTo>
                  <a:close/>
                  <a:moveTo>
                    <a:pt x="638813" y="502726"/>
                  </a:moveTo>
                  <a:lnTo>
                    <a:pt x="600604" y="506701"/>
                  </a:lnTo>
                  <a:lnTo>
                    <a:pt x="633158" y="552071"/>
                  </a:lnTo>
                  <a:close/>
                  <a:moveTo>
                    <a:pt x="547846" y="477757"/>
                  </a:moveTo>
                  <a:lnTo>
                    <a:pt x="524540" y="469616"/>
                  </a:lnTo>
                  <a:lnTo>
                    <a:pt x="559609" y="512941"/>
                  </a:lnTo>
                  <a:close/>
                  <a:moveTo>
                    <a:pt x="638813" y="502726"/>
                  </a:moveTo>
                  <a:lnTo>
                    <a:pt x="594529" y="466893"/>
                  </a:lnTo>
                  <a:lnTo>
                    <a:pt x="600604" y="506701"/>
                  </a:lnTo>
                  <a:close/>
                  <a:moveTo>
                    <a:pt x="547846" y="477757"/>
                  </a:moveTo>
                  <a:lnTo>
                    <a:pt x="594529" y="466893"/>
                  </a:lnTo>
                  <a:lnTo>
                    <a:pt x="553576" y="432648"/>
                  </a:lnTo>
                  <a:close/>
                  <a:moveTo>
                    <a:pt x="527519" y="392364"/>
                  </a:moveTo>
                  <a:lnTo>
                    <a:pt x="536867" y="397189"/>
                  </a:lnTo>
                  <a:lnTo>
                    <a:pt x="485651" y="366991"/>
                  </a:lnTo>
                  <a:close/>
                  <a:moveTo>
                    <a:pt x="440570" y="331806"/>
                  </a:moveTo>
                  <a:lnTo>
                    <a:pt x="449734" y="336037"/>
                  </a:lnTo>
                  <a:lnTo>
                    <a:pt x="433792" y="330154"/>
                  </a:lnTo>
                  <a:close/>
                  <a:moveTo>
                    <a:pt x="598011" y="465874"/>
                  </a:moveTo>
                  <a:lnTo>
                    <a:pt x="638907" y="502532"/>
                  </a:lnTo>
                  <a:lnTo>
                    <a:pt x="646671" y="451591"/>
                  </a:lnTo>
                  <a:close/>
                  <a:moveTo>
                    <a:pt x="592432" y="453344"/>
                  </a:moveTo>
                  <a:lnTo>
                    <a:pt x="648244" y="441232"/>
                  </a:lnTo>
                  <a:lnTo>
                    <a:pt x="608775" y="418244"/>
                  </a:lnTo>
                  <a:close/>
                  <a:moveTo>
                    <a:pt x="638907" y="502532"/>
                  </a:moveTo>
                  <a:lnTo>
                    <a:pt x="657511" y="448690"/>
                  </a:lnTo>
                  <a:lnTo>
                    <a:pt x="646671" y="451591"/>
                  </a:lnTo>
                  <a:close/>
                  <a:moveTo>
                    <a:pt x="646671" y="451591"/>
                  </a:moveTo>
                  <a:lnTo>
                    <a:pt x="657511" y="448690"/>
                  </a:lnTo>
                  <a:lnTo>
                    <a:pt x="648244" y="441232"/>
                  </a:lnTo>
                  <a:close/>
                  <a:moveTo>
                    <a:pt x="657511" y="448690"/>
                  </a:moveTo>
                  <a:lnTo>
                    <a:pt x="697780" y="437128"/>
                  </a:lnTo>
                  <a:lnTo>
                    <a:pt x="648244" y="441232"/>
                  </a:lnTo>
                  <a:close/>
                  <a:moveTo>
                    <a:pt x="648244" y="441232"/>
                  </a:moveTo>
                  <a:lnTo>
                    <a:pt x="702163" y="422042"/>
                  </a:lnTo>
                  <a:lnTo>
                    <a:pt x="661877" y="395994"/>
                  </a:lnTo>
                  <a:close/>
                  <a:moveTo>
                    <a:pt x="608775" y="418244"/>
                  </a:moveTo>
                  <a:lnTo>
                    <a:pt x="648244" y="441232"/>
                  </a:lnTo>
                  <a:lnTo>
                    <a:pt x="661877" y="395994"/>
                  </a:lnTo>
                  <a:close/>
                  <a:moveTo>
                    <a:pt x="975892" y="634854"/>
                  </a:moveTo>
                  <a:lnTo>
                    <a:pt x="966010" y="661064"/>
                  </a:lnTo>
                  <a:lnTo>
                    <a:pt x="986795" y="642567"/>
                  </a:lnTo>
                  <a:close/>
                  <a:moveTo>
                    <a:pt x="792713" y="511440"/>
                  </a:moveTo>
                  <a:lnTo>
                    <a:pt x="839924" y="492327"/>
                  </a:lnTo>
                  <a:lnTo>
                    <a:pt x="798313" y="505017"/>
                  </a:lnTo>
                  <a:close/>
                  <a:moveTo>
                    <a:pt x="839924" y="492327"/>
                  </a:moveTo>
                  <a:lnTo>
                    <a:pt x="816124" y="474396"/>
                  </a:lnTo>
                  <a:lnTo>
                    <a:pt x="798313" y="505017"/>
                  </a:lnTo>
                  <a:close/>
                  <a:moveTo>
                    <a:pt x="999943" y="617670"/>
                  </a:moveTo>
                  <a:lnTo>
                    <a:pt x="986795" y="642567"/>
                  </a:lnTo>
                  <a:lnTo>
                    <a:pt x="1007489" y="623731"/>
                  </a:lnTo>
                  <a:close/>
                  <a:moveTo>
                    <a:pt x="999943" y="617670"/>
                  </a:moveTo>
                  <a:lnTo>
                    <a:pt x="975892" y="634854"/>
                  </a:lnTo>
                  <a:lnTo>
                    <a:pt x="986795" y="642567"/>
                  </a:lnTo>
                  <a:close/>
                  <a:moveTo>
                    <a:pt x="1007489" y="623731"/>
                  </a:moveTo>
                  <a:lnTo>
                    <a:pt x="986795" y="642567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07489" y="623731"/>
                  </a:lnTo>
                  <a:lnTo>
                    <a:pt x="1047112" y="647298"/>
                  </a:lnTo>
                  <a:close/>
                  <a:moveTo>
                    <a:pt x="1087232" y="605699"/>
                  </a:moveTo>
                  <a:lnTo>
                    <a:pt x="1056784" y="603364"/>
                  </a:lnTo>
                  <a:lnTo>
                    <a:pt x="1047112" y="647298"/>
                  </a:lnTo>
                  <a:close/>
                  <a:moveTo>
                    <a:pt x="1056784" y="603364"/>
                  </a:moveTo>
                  <a:lnTo>
                    <a:pt x="1087232" y="605699"/>
                  </a:lnTo>
                  <a:lnTo>
                    <a:pt x="1079331" y="567376"/>
                  </a:lnTo>
                  <a:close/>
                  <a:moveTo>
                    <a:pt x="1056784" y="603364"/>
                  </a:moveTo>
                  <a:lnTo>
                    <a:pt x="1079331" y="567376"/>
                  </a:lnTo>
                  <a:lnTo>
                    <a:pt x="1048258" y="565549"/>
                  </a:lnTo>
                  <a:close/>
                  <a:moveTo>
                    <a:pt x="907170" y="306447"/>
                  </a:moveTo>
                  <a:lnTo>
                    <a:pt x="893052" y="341982"/>
                  </a:lnTo>
                  <a:lnTo>
                    <a:pt x="937342" y="293623"/>
                  </a:lnTo>
                  <a:close/>
                  <a:moveTo>
                    <a:pt x="937578" y="243376"/>
                  </a:moveTo>
                  <a:lnTo>
                    <a:pt x="933967" y="281003"/>
                  </a:lnTo>
                  <a:lnTo>
                    <a:pt x="980451" y="280357"/>
                  </a:lnTo>
                  <a:close/>
                  <a:moveTo>
                    <a:pt x="1012659" y="298920"/>
                  </a:moveTo>
                  <a:lnTo>
                    <a:pt x="1048277" y="297051"/>
                  </a:lnTo>
                  <a:lnTo>
                    <a:pt x="1028182" y="287897"/>
                  </a:lnTo>
                  <a:close/>
                  <a:moveTo>
                    <a:pt x="1028182" y="287897"/>
                  </a:moveTo>
                  <a:lnTo>
                    <a:pt x="1048277" y="297051"/>
                  </a:lnTo>
                  <a:lnTo>
                    <a:pt x="1062909" y="293160"/>
                  </a:lnTo>
                  <a:close/>
                  <a:moveTo>
                    <a:pt x="1066734" y="254897"/>
                  </a:moveTo>
                  <a:lnTo>
                    <a:pt x="1048277" y="297051"/>
                  </a:lnTo>
                  <a:lnTo>
                    <a:pt x="1084804" y="291652"/>
                  </a:lnTo>
                  <a:close/>
                  <a:moveTo>
                    <a:pt x="1084804" y="291652"/>
                  </a:moveTo>
                  <a:lnTo>
                    <a:pt x="1066907" y="281905"/>
                  </a:lnTo>
                  <a:lnTo>
                    <a:pt x="1056071" y="245968"/>
                  </a:lnTo>
                  <a:close/>
                  <a:moveTo>
                    <a:pt x="948702" y="47473"/>
                  </a:moveTo>
                  <a:lnTo>
                    <a:pt x="971155" y="53938"/>
                  </a:lnTo>
                  <a:lnTo>
                    <a:pt x="993806" y="0"/>
                  </a:lnTo>
                  <a:close/>
                  <a:moveTo>
                    <a:pt x="1035153" y="36755"/>
                  </a:moveTo>
                  <a:lnTo>
                    <a:pt x="1033441" y="40629"/>
                  </a:lnTo>
                  <a:lnTo>
                    <a:pt x="1006874" y="79887"/>
                  </a:lnTo>
                  <a:close/>
                  <a:moveTo>
                    <a:pt x="1016082" y="50243"/>
                  </a:moveTo>
                  <a:lnTo>
                    <a:pt x="1035153" y="36755"/>
                  </a:lnTo>
                  <a:lnTo>
                    <a:pt x="995526" y="1756"/>
                  </a:lnTo>
                  <a:close/>
                  <a:moveTo>
                    <a:pt x="1208710" y="204300"/>
                  </a:moveTo>
                  <a:lnTo>
                    <a:pt x="1196792" y="255950"/>
                  </a:lnTo>
                  <a:lnTo>
                    <a:pt x="1246636" y="221522"/>
                  </a:lnTo>
                  <a:close/>
                  <a:moveTo>
                    <a:pt x="1167582" y="93082"/>
                  </a:moveTo>
                  <a:lnTo>
                    <a:pt x="1151193" y="113832"/>
                  </a:lnTo>
                  <a:lnTo>
                    <a:pt x="1176842" y="94806"/>
                  </a:lnTo>
                  <a:close/>
                  <a:moveTo>
                    <a:pt x="1176842" y="94806"/>
                  </a:moveTo>
                  <a:lnTo>
                    <a:pt x="1151193" y="113832"/>
                  </a:lnTo>
                  <a:lnTo>
                    <a:pt x="1152983" y="131862"/>
                  </a:lnTo>
                  <a:close/>
                  <a:moveTo>
                    <a:pt x="1176842" y="94806"/>
                  </a:moveTo>
                  <a:lnTo>
                    <a:pt x="1152983" y="131862"/>
                  </a:lnTo>
                  <a:lnTo>
                    <a:pt x="1184701" y="133164"/>
                  </a:lnTo>
                  <a:close/>
                  <a:moveTo>
                    <a:pt x="1251758" y="195231"/>
                  </a:moveTo>
                  <a:lnTo>
                    <a:pt x="1208710" y="204300"/>
                  </a:lnTo>
                  <a:lnTo>
                    <a:pt x="1246636" y="221522"/>
                  </a:lnTo>
                  <a:close/>
                  <a:moveTo>
                    <a:pt x="1251758" y="195231"/>
                  </a:moveTo>
                  <a:lnTo>
                    <a:pt x="1274929" y="158733"/>
                  </a:lnTo>
                  <a:lnTo>
                    <a:pt x="1245833" y="155300"/>
                  </a:lnTo>
                  <a:close/>
                  <a:moveTo>
                    <a:pt x="1245833" y="155300"/>
                  </a:moveTo>
                  <a:lnTo>
                    <a:pt x="1274929" y="158733"/>
                  </a:lnTo>
                  <a:lnTo>
                    <a:pt x="1261990" y="124505"/>
                  </a:lnTo>
                  <a:close/>
                  <a:moveTo>
                    <a:pt x="1150102" y="89458"/>
                  </a:moveTo>
                  <a:lnTo>
                    <a:pt x="1151193" y="113832"/>
                  </a:lnTo>
                  <a:lnTo>
                    <a:pt x="1167582" y="93082"/>
                  </a:lnTo>
                  <a:close/>
                  <a:moveTo>
                    <a:pt x="1113395" y="47464"/>
                  </a:moveTo>
                  <a:lnTo>
                    <a:pt x="1129545" y="32892"/>
                  </a:lnTo>
                  <a:lnTo>
                    <a:pt x="1095672" y="30825"/>
                  </a:lnTo>
                  <a:close/>
                  <a:moveTo>
                    <a:pt x="1113395" y="47464"/>
                  </a:moveTo>
                  <a:lnTo>
                    <a:pt x="1140614" y="52424"/>
                  </a:lnTo>
                  <a:lnTo>
                    <a:pt x="1129545" y="32892"/>
                  </a:lnTo>
                  <a:close/>
                  <a:moveTo>
                    <a:pt x="1140614" y="52424"/>
                  </a:moveTo>
                  <a:lnTo>
                    <a:pt x="1160723" y="56327"/>
                  </a:lnTo>
                  <a:lnTo>
                    <a:pt x="1129545" y="32892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22" name="Input_density__161">
              <a:extLst>
                <a:ext uri="{FF2B5EF4-FFF2-40B4-BE49-F238E27FC236}">
                  <a16:creationId xmlns:a16="http://schemas.microsoft.com/office/drawing/2014/main" id="{3E4D87C8-DB6C-F5A4-7DA1-80D002B3278A}"/>
                </a:ext>
              </a:extLst>
            </p:cNvPr>
            <p:cNvSpPr>
              <a:spLocks noGrp="1"/>
            </p:cNvSpPr>
            <p:nvPr/>
          </p:nvSpPr>
          <p:spPr>
            <a:xfrm>
              <a:off x="502955" y="1538036"/>
              <a:ext cx="1261990" cy="996885"/>
            </a:xfrm>
            <a:custGeom>
              <a:avLst/>
              <a:gdLst/>
              <a:ahLst/>
              <a:cxnLst/>
              <a:rect l="0" t="0" r="0" b="0"/>
              <a:pathLst>
                <a:path w="1261990" h="996885">
                  <a:moveTo>
                    <a:pt x="6123" y="618629"/>
                  </a:moveTo>
                  <a:lnTo>
                    <a:pt x="13726" y="597420"/>
                  </a:lnTo>
                  <a:lnTo>
                    <a:pt x="0" y="626947"/>
                  </a:lnTo>
                  <a:close/>
                  <a:moveTo>
                    <a:pt x="0" y="626947"/>
                  </a:moveTo>
                  <a:lnTo>
                    <a:pt x="13726" y="597420"/>
                  </a:lnTo>
                  <a:lnTo>
                    <a:pt x="18366" y="573008"/>
                  </a:lnTo>
                  <a:close/>
                  <a:moveTo>
                    <a:pt x="0" y="626947"/>
                  </a:moveTo>
                  <a:lnTo>
                    <a:pt x="18366" y="573008"/>
                  </a:lnTo>
                  <a:lnTo>
                    <a:pt x="1957" y="590192"/>
                  </a:lnTo>
                  <a:close/>
                  <a:moveTo>
                    <a:pt x="34512" y="550556"/>
                  </a:moveTo>
                  <a:lnTo>
                    <a:pt x="1957" y="590192"/>
                  </a:lnTo>
                  <a:lnTo>
                    <a:pt x="18366" y="573008"/>
                  </a:lnTo>
                  <a:close/>
                  <a:moveTo>
                    <a:pt x="13726" y="597420"/>
                  </a:moveTo>
                  <a:lnTo>
                    <a:pt x="6123" y="618629"/>
                  </a:lnTo>
                  <a:lnTo>
                    <a:pt x="13090" y="609763"/>
                  </a:lnTo>
                  <a:close/>
                  <a:moveTo>
                    <a:pt x="166323" y="703895"/>
                  </a:moveTo>
                  <a:lnTo>
                    <a:pt x="194924" y="680374"/>
                  </a:lnTo>
                  <a:lnTo>
                    <a:pt x="185267" y="670835"/>
                  </a:lnTo>
                  <a:close/>
                  <a:moveTo>
                    <a:pt x="166323" y="703895"/>
                  </a:moveTo>
                  <a:lnTo>
                    <a:pt x="185267" y="670835"/>
                  </a:lnTo>
                  <a:lnTo>
                    <a:pt x="150727" y="671827"/>
                  </a:lnTo>
                  <a:close/>
                  <a:moveTo>
                    <a:pt x="18366" y="573008"/>
                  </a:moveTo>
                  <a:lnTo>
                    <a:pt x="42314" y="526800"/>
                  </a:lnTo>
                  <a:lnTo>
                    <a:pt x="34512" y="550556"/>
                  </a:lnTo>
                  <a:close/>
                  <a:moveTo>
                    <a:pt x="42429" y="519070"/>
                  </a:moveTo>
                  <a:lnTo>
                    <a:pt x="42314" y="526800"/>
                  </a:lnTo>
                  <a:lnTo>
                    <a:pt x="18366" y="573008"/>
                  </a:lnTo>
                  <a:close/>
                  <a:moveTo>
                    <a:pt x="31109" y="555825"/>
                  </a:moveTo>
                  <a:lnTo>
                    <a:pt x="42429" y="519070"/>
                  </a:lnTo>
                  <a:lnTo>
                    <a:pt x="18366" y="573008"/>
                  </a:lnTo>
                  <a:close/>
                  <a:moveTo>
                    <a:pt x="47595" y="503264"/>
                  </a:moveTo>
                  <a:lnTo>
                    <a:pt x="42314" y="526800"/>
                  </a:lnTo>
                  <a:lnTo>
                    <a:pt x="42429" y="519070"/>
                  </a:lnTo>
                  <a:close/>
                  <a:moveTo>
                    <a:pt x="476805" y="942946"/>
                  </a:moveTo>
                  <a:lnTo>
                    <a:pt x="485188" y="992258"/>
                  </a:lnTo>
                  <a:lnTo>
                    <a:pt x="496997" y="966109"/>
                  </a:lnTo>
                  <a:close/>
                  <a:moveTo>
                    <a:pt x="475302" y="996885"/>
                  </a:moveTo>
                  <a:lnTo>
                    <a:pt x="485188" y="992258"/>
                  </a:lnTo>
                  <a:lnTo>
                    <a:pt x="476805" y="942946"/>
                  </a:lnTo>
                  <a:close/>
                  <a:moveTo>
                    <a:pt x="458747" y="960130"/>
                  </a:moveTo>
                  <a:lnTo>
                    <a:pt x="475302" y="996885"/>
                  </a:lnTo>
                  <a:lnTo>
                    <a:pt x="476805" y="942946"/>
                  </a:lnTo>
                  <a:close/>
                  <a:moveTo>
                    <a:pt x="467230" y="906191"/>
                  </a:moveTo>
                  <a:lnTo>
                    <a:pt x="458747" y="960130"/>
                  </a:lnTo>
                  <a:lnTo>
                    <a:pt x="476805" y="942946"/>
                  </a:lnTo>
                  <a:close/>
                  <a:moveTo>
                    <a:pt x="383415" y="923375"/>
                  </a:moveTo>
                  <a:lnTo>
                    <a:pt x="396093" y="934205"/>
                  </a:lnTo>
                  <a:lnTo>
                    <a:pt x="398643" y="918946"/>
                  </a:lnTo>
                  <a:close/>
                  <a:moveTo>
                    <a:pt x="382419" y="886620"/>
                  </a:moveTo>
                  <a:lnTo>
                    <a:pt x="398643" y="918946"/>
                  </a:lnTo>
                  <a:lnTo>
                    <a:pt x="384672" y="885558"/>
                  </a:lnTo>
                  <a:close/>
                  <a:moveTo>
                    <a:pt x="382419" y="886620"/>
                  </a:moveTo>
                  <a:lnTo>
                    <a:pt x="383415" y="923375"/>
                  </a:lnTo>
                  <a:lnTo>
                    <a:pt x="398643" y="918946"/>
                  </a:lnTo>
                  <a:close/>
                  <a:moveTo>
                    <a:pt x="433981" y="917306"/>
                  </a:moveTo>
                  <a:lnTo>
                    <a:pt x="398643" y="918946"/>
                  </a:lnTo>
                  <a:lnTo>
                    <a:pt x="396093" y="934205"/>
                  </a:lnTo>
                  <a:close/>
                  <a:moveTo>
                    <a:pt x="398643" y="918946"/>
                  </a:moveTo>
                  <a:lnTo>
                    <a:pt x="433981" y="917306"/>
                  </a:lnTo>
                  <a:lnTo>
                    <a:pt x="420683" y="883370"/>
                  </a:lnTo>
                  <a:close/>
                  <a:moveTo>
                    <a:pt x="398643" y="918946"/>
                  </a:moveTo>
                  <a:lnTo>
                    <a:pt x="420683" y="883370"/>
                  </a:lnTo>
                  <a:lnTo>
                    <a:pt x="384672" y="885558"/>
                  </a:lnTo>
                  <a:close/>
                  <a:moveTo>
                    <a:pt x="221942" y="730513"/>
                  </a:moveTo>
                  <a:lnTo>
                    <a:pt x="243335" y="695462"/>
                  </a:lnTo>
                  <a:lnTo>
                    <a:pt x="207834" y="697235"/>
                  </a:lnTo>
                  <a:close/>
                  <a:moveTo>
                    <a:pt x="243335" y="695462"/>
                  </a:moveTo>
                  <a:lnTo>
                    <a:pt x="260631" y="739600"/>
                  </a:lnTo>
                  <a:lnTo>
                    <a:pt x="290898" y="693843"/>
                  </a:lnTo>
                  <a:close/>
                  <a:moveTo>
                    <a:pt x="42429" y="519070"/>
                  </a:moveTo>
                  <a:lnTo>
                    <a:pt x="51496" y="474588"/>
                  </a:lnTo>
                  <a:lnTo>
                    <a:pt x="47595" y="503264"/>
                  </a:lnTo>
                  <a:close/>
                  <a:moveTo>
                    <a:pt x="54169" y="465131"/>
                  </a:moveTo>
                  <a:lnTo>
                    <a:pt x="51496" y="474588"/>
                  </a:lnTo>
                  <a:lnTo>
                    <a:pt x="42429" y="519070"/>
                  </a:lnTo>
                  <a:close/>
                  <a:moveTo>
                    <a:pt x="333975" y="730325"/>
                  </a:moveTo>
                  <a:lnTo>
                    <a:pt x="335466" y="764231"/>
                  </a:lnTo>
                  <a:lnTo>
                    <a:pt x="324975" y="759171"/>
                  </a:lnTo>
                  <a:close/>
                  <a:moveTo>
                    <a:pt x="58115" y="446388"/>
                  </a:moveTo>
                  <a:lnTo>
                    <a:pt x="51496" y="474588"/>
                  </a:lnTo>
                  <a:lnTo>
                    <a:pt x="54169" y="465131"/>
                  </a:lnTo>
                  <a:close/>
                  <a:moveTo>
                    <a:pt x="476805" y="942946"/>
                  </a:moveTo>
                  <a:lnTo>
                    <a:pt x="496997" y="966109"/>
                  </a:lnTo>
                  <a:lnTo>
                    <a:pt x="505635" y="930887"/>
                  </a:lnTo>
                  <a:close/>
                  <a:moveTo>
                    <a:pt x="490951" y="889008"/>
                  </a:moveTo>
                  <a:lnTo>
                    <a:pt x="505635" y="930887"/>
                  </a:lnTo>
                  <a:lnTo>
                    <a:pt x="508093" y="911388"/>
                  </a:lnTo>
                  <a:close/>
                  <a:moveTo>
                    <a:pt x="476805" y="942946"/>
                  </a:moveTo>
                  <a:lnTo>
                    <a:pt x="505635" y="930887"/>
                  </a:lnTo>
                  <a:lnTo>
                    <a:pt x="490951" y="889008"/>
                  </a:lnTo>
                  <a:close/>
                  <a:moveTo>
                    <a:pt x="477705" y="852253"/>
                  </a:moveTo>
                  <a:lnTo>
                    <a:pt x="475873" y="865589"/>
                  </a:lnTo>
                  <a:lnTo>
                    <a:pt x="467230" y="906191"/>
                  </a:lnTo>
                  <a:close/>
                  <a:moveTo>
                    <a:pt x="333975" y="730325"/>
                  </a:moveTo>
                  <a:lnTo>
                    <a:pt x="362664" y="742120"/>
                  </a:lnTo>
                  <a:lnTo>
                    <a:pt x="333035" y="722416"/>
                  </a:lnTo>
                  <a:close/>
                  <a:moveTo>
                    <a:pt x="333035" y="722416"/>
                  </a:moveTo>
                  <a:lnTo>
                    <a:pt x="363089" y="741988"/>
                  </a:lnTo>
                  <a:lnTo>
                    <a:pt x="366280" y="705233"/>
                  </a:lnTo>
                  <a:close/>
                  <a:moveTo>
                    <a:pt x="280820" y="685662"/>
                  </a:moveTo>
                  <a:lnTo>
                    <a:pt x="290898" y="693843"/>
                  </a:lnTo>
                  <a:lnTo>
                    <a:pt x="294464" y="680983"/>
                  </a:lnTo>
                  <a:close/>
                  <a:moveTo>
                    <a:pt x="327975" y="680828"/>
                  </a:moveTo>
                  <a:lnTo>
                    <a:pt x="294464" y="680983"/>
                  </a:lnTo>
                  <a:lnTo>
                    <a:pt x="290898" y="693843"/>
                  </a:lnTo>
                  <a:close/>
                  <a:moveTo>
                    <a:pt x="192346" y="486092"/>
                  </a:moveTo>
                  <a:lnTo>
                    <a:pt x="162617" y="491743"/>
                  </a:lnTo>
                  <a:lnTo>
                    <a:pt x="157892" y="531760"/>
                  </a:lnTo>
                  <a:close/>
                  <a:moveTo>
                    <a:pt x="58115" y="446388"/>
                  </a:moveTo>
                  <a:lnTo>
                    <a:pt x="81300" y="436865"/>
                  </a:lnTo>
                  <a:lnTo>
                    <a:pt x="64426" y="428377"/>
                  </a:lnTo>
                  <a:close/>
                  <a:moveTo>
                    <a:pt x="96152" y="374438"/>
                  </a:moveTo>
                  <a:lnTo>
                    <a:pt x="95229" y="376628"/>
                  </a:lnTo>
                  <a:lnTo>
                    <a:pt x="64426" y="428377"/>
                  </a:lnTo>
                  <a:close/>
                  <a:moveTo>
                    <a:pt x="490951" y="889008"/>
                  </a:moveTo>
                  <a:lnTo>
                    <a:pt x="508093" y="911388"/>
                  </a:lnTo>
                  <a:lnTo>
                    <a:pt x="510797" y="881944"/>
                  </a:lnTo>
                  <a:close/>
                  <a:moveTo>
                    <a:pt x="477705" y="852253"/>
                  </a:moveTo>
                  <a:lnTo>
                    <a:pt x="490951" y="889008"/>
                  </a:lnTo>
                  <a:lnTo>
                    <a:pt x="510797" y="881944"/>
                  </a:lnTo>
                  <a:close/>
                  <a:moveTo>
                    <a:pt x="551167" y="876211"/>
                  </a:moveTo>
                  <a:lnTo>
                    <a:pt x="510797" y="881944"/>
                  </a:lnTo>
                  <a:lnTo>
                    <a:pt x="508093" y="911388"/>
                  </a:lnTo>
                  <a:close/>
                  <a:moveTo>
                    <a:pt x="549014" y="843599"/>
                  </a:moveTo>
                  <a:lnTo>
                    <a:pt x="538271" y="835069"/>
                  </a:lnTo>
                  <a:lnTo>
                    <a:pt x="551167" y="876211"/>
                  </a:lnTo>
                  <a:close/>
                  <a:moveTo>
                    <a:pt x="551167" y="876211"/>
                  </a:moveTo>
                  <a:lnTo>
                    <a:pt x="538271" y="835069"/>
                  </a:lnTo>
                  <a:lnTo>
                    <a:pt x="504099" y="842641"/>
                  </a:lnTo>
                  <a:close/>
                  <a:moveTo>
                    <a:pt x="551167" y="876211"/>
                  </a:moveTo>
                  <a:lnTo>
                    <a:pt x="504099" y="842641"/>
                  </a:lnTo>
                  <a:lnTo>
                    <a:pt x="510797" y="881944"/>
                  </a:lnTo>
                  <a:close/>
                  <a:moveTo>
                    <a:pt x="363768" y="668478"/>
                  </a:moveTo>
                  <a:lnTo>
                    <a:pt x="366280" y="705233"/>
                  </a:lnTo>
                  <a:lnTo>
                    <a:pt x="385791" y="688050"/>
                  </a:lnTo>
                  <a:close/>
                  <a:moveTo>
                    <a:pt x="363768" y="668478"/>
                  </a:moveTo>
                  <a:lnTo>
                    <a:pt x="385791" y="688050"/>
                  </a:lnTo>
                  <a:lnTo>
                    <a:pt x="376742" y="651295"/>
                  </a:lnTo>
                  <a:close/>
                  <a:moveTo>
                    <a:pt x="376742" y="651295"/>
                  </a:moveTo>
                  <a:lnTo>
                    <a:pt x="391369" y="627919"/>
                  </a:lnTo>
                  <a:lnTo>
                    <a:pt x="351568" y="631723"/>
                  </a:lnTo>
                  <a:close/>
                  <a:moveTo>
                    <a:pt x="363768" y="668478"/>
                  </a:moveTo>
                  <a:lnTo>
                    <a:pt x="376742" y="651295"/>
                  </a:lnTo>
                  <a:lnTo>
                    <a:pt x="351568" y="631723"/>
                  </a:lnTo>
                  <a:close/>
                  <a:moveTo>
                    <a:pt x="345194" y="579854"/>
                  </a:moveTo>
                  <a:lnTo>
                    <a:pt x="378020" y="622482"/>
                  </a:lnTo>
                  <a:lnTo>
                    <a:pt x="382410" y="594425"/>
                  </a:lnTo>
                  <a:close/>
                  <a:moveTo>
                    <a:pt x="338616" y="582683"/>
                  </a:moveTo>
                  <a:lnTo>
                    <a:pt x="326084" y="594968"/>
                  </a:lnTo>
                  <a:lnTo>
                    <a:pt x="345194" y="579854"/>
                  </a:lnTo>
                  <a:close/>
                  <a:moveTo>
                    <a:pt x="202040" y="433463"/>
                  </a:moveTo>
                  <a:lnTo>
                    <a:pt x="185958" y="484703"/>
                  </a:lnTo>
                  <a:lnTo>
                    <a:pt x="193437" y="482397"/>
                  </a:lnTo>
                  <a:close/>
                  <a:moveTo>
                    <a:pt x="202040" y="433463"/>
                  </a:moveTo>
                  <a:lnTo>
                    <a:pt x="193437" y="482397"/>
                  </a:lnTo>
                  <a:lnTo>
                    <a:pt x="211229" y="430765"/>
                  </a:lnTo>
                  <a:close/>
                  <a:moveTo>
                    <a:pt x="211229" y="430765"/>
                  </a:moveTo>
                  <a:lnTo>
                    <a:pt x="193437" y="482397"/>
                  </a:lnTo>
                  <a:lnTo>
                    <a:pt x="195277" y="484703"/>
                  </a:lnTo>
                  <a:close/>
                  <a:moveTo>
                    <a:pt x="124850" y="350540"/>
                  </a:moveTo>
                  <a:lnTo>
                    <a:pt x="97449" y="372668"/>
                  </a:lnTo>
                  <a:lnTo>
                    <a:pt x="147824" y="340227"/>
                  </a:lnTo>
                  <a:close/>
                  <a:moveTo>
                    <a:pt x="538271" y="835069"/>
                  </a:moveTo>
                  <a:lnTo>
                    <a:pt x="549014" y="843599"/>
                  </a:lnTo>
                  <a:lnTo>
                    <a:pt x="550568" y="831951"/>
                  </a:lnTo>
                  <a:close/>
                  <a:moveTo>
                    <a:pt x="594945" y="822962"/>
                  </a:moveTo>
                  <a:lnTo>
                    <a:pt x="550568" y="831951"/>
                  </a:lnTo>
                  <a:lnTo>
                    <a:pt x="549014" y="843599"/>
                  </a:lnTo>
                  <a:close/>
                  <a:moveTo>
                    <a:pt x="550568" y="831951"/>
                  </a:moveTo>
                  <a:lnTo>
                    <a:pt x="594945" y="822962"/>
                  </a:lnTo>
                  <a:lnTo>
                    <a:pt x="590340" y="781959"/>
                  </a:lnTo>
                  <a:close/>
                  <a:moveTo>
                    <a:pt x="594945" y="822962"/>
                  </a:moveTo>
                  <a:lnTo>
                    <a:pt x="624447" y="781319"/>
                  </a:lnTo>
                  <a:lnTo>
                    <a:pt x="590340" y="781959"/>
                  </a:lnTo>
                  <a:close/>
                  <a:moveTo>
                    <a:pt x="545711" y="791153"/>
                  </a:moveTo>
                  <a:lnTo>
                    <a:pt x="590340" y="781959"/>
                  </a:lnTo>
                  <a:lnTo>
                    <a:pt x="574504" y="750086"/>
                  </a:lnTo>
                  <a:close/>
                  <a:moveTo>
                    <a:pt x="545711" y="791153"/>
                  </a:moveTo>
                  <a:lnTo>
                    <a:pt x="574504" y="750086"/>
                  </a:lnTo>
                  <a:lnTo>
                    <a:pt x="535744" y="754509"/>
                  </a:lnTo>
                  <a:close/>
                  <a:moveTo>
                    <a:pt x="391369" y="627919"/>
                  </a:moveTo>
                  <a:lnTo>
                    <a:pt x="376742" y="651295"/>
                  </a:lnTo>
                  <a:lnTo>
                    <a:pt x="410767" y="604239"/>
                  </a:lnTo>
                  <a:close/>
                  <a:moveTo>
                    <a:pt x="410767" y="604239"/>
                  </a:moveTo>
                  <a:lnTo>
                    <a:pt x="413907" y="597356"/>
                  </a:lnTo>
                  <a:lnTo>
                    <a:pt x="418683" y="614540"/>
                  </a:lnTo>
                  <a:close/>
                  <a:moveTo>
                    <a:pt x="419899" y="560601"/>
                  </a:moveTo>
                  <a:lnTo>
                    <a:pt x="418683" y="614540"/>
                  </a:lnTo>
                  <a:lnTo>
                    <a:pt x="413907" y="597356"/>
                  </a:lnTo>
                  <a:close/>
                  <a:moveTo>
                    <a:pt x="387934" y="569676"/>
                  </a:moveTo>
                  <a:lnTo>
                    <a:pt x="345194" y="579854"/>
                  </a:lnTo>
                  <a:lnTo>
                    <a:pt x="382410" y="594425"/>
                  </a:lnTo>
                  <a:close/>
                  <a:moveTo>
                    <a:pt x="294532" y="450336"/>
                  </a:moveTo>
                  <a:lnTo>
                    <a:pt x="261484" y="456971"/>
                  </a:lnTo>
                  <a:lnTo>
                    <a:pt x="269367" y="495310"/>
                  </a:lnTo>
                  <a:close/>
                  <a:moveTo>
                    <a:pt x="211229" y="430765"/>
                  </a:moveTo>
                  <a:lnTo>
                    <a:pt x="229479" y="467520"/>
                  </a:lnTo>
                  <a:lnTo>
                    <a:pt x="236020" y="413581"/>
                  </a:lnTo>
                  <a:close/>
                  <a:moveTo>
                    <a:pt x="231607" y="347020"/>
                  </a:moveTo>
                  <a:lnTo>
                    <a:pt x="204453" y="342007"/>
                  </a:lnTo>
                  <a:lnTo>
                    <a:pt x="244364" y="355812"/>
                  </a:lnTo>
                  <a:close/>
                  <a:moveTo>
                    <a:pt x="204453" y="342007"/>
                  </a:moveTo>
                  <a:lnTo>
                    <a:pt x="208805" y="347440"/>
                  </a:lnTo>
                  <a:lnTo>
                    <a:pt x="244364" y="355812"/>
                  </a:lnTo>
                  <a:close/>
                  <a:moveTo>
                    <a:pt x="413907" y="597356"/>
                  </a:moveTo>
                  <a:lnTo>
                    <a:pt x="410767" y="604239"/>
                  </a:lnTo>
                  <a:lnTo>
                    <a:pt x="466088" y="590291"/>
                  </a:lnTo>
                  <a:close/>
                  <a:moveTo>
                    <a:pt x="419899" y="560601"/>
                  </a:moveTo>
                  <a:lnTo>
                    <a:pt x="461436" y="581756"/>
                  </a:lnTo>
                  <a:lnTo>
                    <a:pt x="449097" y="547039"/>
                  </a:lnTo>
                  <a:close/>
                  <a:moveTo>
                    <a:pt x="461436" y="581756"/>
                  </a:moveTo>
                  <a:lnTo>
                    <a:pt x="466628" y="580173"/>
                  </a:lnTo>
                  <a:lnTo>
                    <a:pt x="467507" y="567228"/>
                  </a:lnTo>
                  <a:close/>
                  <a:moveTo>
                    <a:pt x="449097" y="547039"/>
                  </a:moveTo>
                  <a:lnTo>
                    <a:pt x="461436" y="581756"/>
                  </a:lnTo>
                  <a:lnTo>
                    <a:pt x="467507" y="567228"/>
                  </a:lnTo>
                  <a:close/>
                  <a:moveTo>
                    <a:pt x="367510" y="470874"/>
                  </a:moveTo>
                  <a:lnTo>
                    <a:pt x="346432" y="488278"/>
                  </a:lnTo>
                  <a:lnTo>
                    <a:pt x="365652" y="469908"/>
                  </a:lnTo>
                  <a:close/>
                  <a:moveTo>
                    <a:pt x="367510" y="470874"/>
                  </a:moveTo>
                  <a:lnTo>
                    <a:pt x="367694" y="469908"/>
                  </a:lnTo>
                  <a:lnTo>
                    <a:pt x="347580" y="487091"/>
                  </a:lnTo>
                  <a:close/>
                  <a:moveTo>
                    <a:pt x="316444" y="450336"/>
                  </a:moveTo>
                  <a:lnTo>
                    <a:pt x="367002" y="468976"/>
                  </a:lnTo>
                  <a:lnTo>
                    <a:pt x="365652" y="469908"/>
                  </a:lnTo>
                  <a:close/>
                  <a:moveTo>
                    <a:pt x="367002" y="468976"/>
                  </a:moveTo>
                  <a:lnTo>
                    <a:pt x="344861" y="443364"/>
                  </a:lnTo>
                  <a:lnTo>
                    <a:pt x="367694" y="469908"/>
                  </a:lnTo>
                  <a:close/>
                  <a:moveTo>
                    <a:pt x="367694" y="469908"/>
                  </a:moveTo>
                  <a:lnTo>
                    <a:pt x="344861" y="443364"/>
                  </a:lnTo>
                  <a:lnTo>
                    <a:pt x="342074" y="450336"/>
                  </a:lnTo>
                  <a:close/>
                  <a:moveTo>
                    <a:pt x="367694" y="469908"/>
                  </a:moveTo>
                  <a:lnTo>
                    <a:pt x="342074" y="450336"/>
                  </a:lnTo>
                  <a:lnTo>
                    <a:pt x="347580" y="487091"/>
                  </a:lnTo>
                  <a:close/>
                  <a:moveTo>
                    <a:pt x="244364" y="355812"/>
                  </a:moveTo>
                  <a:lnTo>
                    <a:pt x="208805" y="347440"/>
                  </a:lnTo>
                  <a:lnTo>
                    <a:pt x="267655" y="346687"/>
                  </a:lnTo>
                  <a:close/>
                  <a:moveTo>
                    <a:pt x="301914" y="350197"/>
                  </a:moveTo>
                  <a:lnTo>
                    <a:pt x="244364" y="355812"/>
                  </a:lnTo>
                  <a:lnTo>
                    <a:pt x="267655" y="346687"/>
                  </a:lnTo>
                  <a:close/>
                  <a:moveTo>
                    <a:pt x="624923" y="780931"/>
                  </a:moveTo>
                  <a:lnTo>
                    <a:pt x="619226" y="789119"/>
                  </a:lnTo>
                  <a:lnTo>
                    <a:pt x="630986" y="763948"/>
                  </a:lnTo>
                  <a:close/>
                  <a:moveTo>
                    <a:pt x="613808" y="807627"/>
                  </a:moveTo>
                  <a:lnTo>
                    <a:pt x="619226" y="789119"/>
                  </a:lnTo>
                  <a:lnTo>
                    <a:pt x="624923" y="780931"/>
                  </a:lnTo>
                  <a:close/>
                  <a:moveTo>
                    <a:pt x="557113" y="585256"/>
                  </a:moveTo>
                  <a:lnTo>
                    <a:pt x="531934" y="562990"/>
                  </a:lnTo>
                  <a:lnTo>
                    <a:pt x="554704" y="604853"/>
                  </a:lnTo>
                  <a:close/>
                  <a:moveTo>
                    <a:pt x="554704" y="604853"/>
                  </a:moveTo>
                  <a:lnTo>
                    <a:pt x="531934" y="562990"/>
                  </a:lnTo>
                  <a:lnTo>
                    <a:pt x="511149" y="568428"/>
                  </a:lnTo>
                  <a:close/>
                  <a:moveTo>
                    <a:pt x="554704" y="604853"/>
                  </a:moveTo>
                  <a:lnTo>
                    <a:pt x="584882" y="607408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93151" y="595421"/>
                  </a:lnTo>
                  <a:lnTo>
                    <a:pt x="557113" y="585256"/>
                  </a:lnTo>
                  <a:close/>
                  <a:moveTo>
                    <a:pt x="584882" y="607408"/>
                  </a:moveTo>
                  <a:lnTo>
                    <a:pt x="554704" y="604853"/>
                  </a:lnTo>
                  <a:lnTo>
                    <a:pt x="595668" y="604831"/>
                  </a:lnTo>
                  <a:close/>
                  <a:moveTo>
                    <a:pt x="554704" y="604853"/>
                  </a:moveTo>
                  <a:lnTo>
                    <a:pt x="564784" y="613935"/>
                  </a:lnTo>
                  <a:lnTo>
                    <a:pt x="595668" y="604831"/>
                  </a:lnTo>
                  <a:close/>
                  <a:moveTo>
                    <a:pt x="584882" y="607408"/>
                  </a:moveTo>
                  <a:lnTo>
                    <a:pt x="604754" y="599745"/>
                  </a:lnTo>
                  <a:lnTo>
                    <a:pt x="593151" y="595421"/>
                  </a:lnTo>
                  <a:close/>
                  <a:moveTo>
                    <a:pt x="584882" y="607408"/>
                  </a:moveTo>
                  <a:lnTo>
                    <a:pt x="595668" y="604831"/>
                  </a:lnTo>
                  <a:lnTo>
                    <a:pt x="604754" y="599745"/>
                  </a:lnTo>
                  <a:close/>
                  <a:moveTo>
                    <a:pt x="466628" y="580173"/>
                  </a:moveTo>
                  <a:lnTo>
                    <a:pt x="511149" y="568428"/>
                  </a:lnTo>
                  <a:lnTo>
                    <a:pt x="459599" y="543418"/>
                  </a:lnTo>
                  <a:close/>
                  <a:moveTo>
                    <a:pt x="709820" y="710010"/>
                  </a:moveTo>
                  <a:lnTo>
                    <a:pt x="727976" y="729581"/>
                  </a:lnTo>
                  <a:lnTo>
                    <a:pt x="742890" y="692826"/>
                  </a:lnTo>
                  <a:close/>
                  <a:moveTo>
                    <a:pt x="616433" y="626505"/>
                  </a:moveTo>
                  <a:lnTo>
                    <a:pt x="604754" y="599745"/>
                  </a:lnTo>
                  <a:lnTo>
                    <a:pt x="595668" y="604831"/>
                  </a:lnTo>
                  <a:close/>
                  <a:moveTo>
                    <a:pt x="633158" y="595248"/>
                  </a:moveTo>
                  <a:lnTo>
                    <a:pt x="604754" y="599745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33158" y="595248"/>
                  </a:lnTo>
                  <a:lnTo>
                    <a:pt x="616433" y="626505"/>
                  </a:lnTo>
                  <a:close/>
                  <a:moveTo>
                    <a:pt x="651031" y="625465"/>
                  </a:moveTo>
                  <a:lnTo>
                    <a:pt x="680969" y="628214"/>
                  </a:lnTo>
                  <a:lnTo>
                    <a:pt x="665920" y="595702"/>
                  </a:lnTo>
                  <a:close/>
                  <a:moveTo>
                    <a:pt x="651031" y="625465"/>
                  </a:moveTo>
                  <a:lnTo>
                    <a:pt x="665920" y="595702"/>
                  </a:lnTo>
                  <a:lnTo>
                    <a:pt x="633158" y="595248"/>
                  </a:lnTo>
                  <a:close/>
                  <a:moveTo>
                    <a:pt x="633158" y="595248"/>
                  </a:moveTo>
                  <a:lnTo>
                    <a:pt x="593151" y="595421"/>
                  </a:lnTo>
                  <a:lnTo>
                    <a:pt x="604754" y="599745"/>
                  </a:lnTo>
                  <a:close/>
                  <a:moveTo>
                    <a:pt x="600604" y="549879"/>
                  </a:moveTo>
                  <a:lnTo>
                    <a:pt x="593151" y="595421"/>
                  </a:lnTo>
                  <a:lnTo>
                    <a:pt x="633158" y="595248"/>
                  </a:lnTo>
                  <a:close/>
                  <a:moveTo>
                    <a:pt x="531934" y="562990"/>
                  </a:moveTo>
                  <a:lnTo>
                    <a:pt x="557113" y="585256"/>
                  </a:lnTo>
                  <a:lnTo>
                    <a:pt x="559609" y="556118"/>
                  </a:lnTo>
                  <a:close/>
                  <a:moveTo>
                    <a:pt x="559609" y="556118"/>
                  </a:moveTo>
                  <a:lnTo>
                    <a:pt x="512187" y="541862"/>
                  </a:lnTo>
                  <a:lnTo>
                    <a:pt x="531934" y="562990"/>
                  </a:lnTo>
                  <a:close/>
                  <a:moveTo>
                    <a:pt x="600604" y="549879"/>
                  </a:moveTo>
                  <a:lnTo>
                    <a:pt x="557113" y="585256"/>
                  </a:lnTo>
                  <a:lnTo>
                    <a:pt x="593151" y="595421"/>
                  </a:lnTo>
                  <a:close/>
                  <a:moveTo>
                    <a:pt x="600604" y="549879"/>
                  </a:moveTo>
                  <a:lnTo>
                    <a:pt x="559609" y="556118"/>
                  </a:lnTo>
                  <a:lnTo>
                    <a:pt x="557113" y="585256"/>
                  </a:lnTo>
                  <a:close/>
                  <a:moveTo>
                    <a:pt x="559609" y="556118"/>
                  </a:moveTo>
                  <a:lnTo>
                    <a:pt x="600604" y="549879"/>
                  </a:lnTo>
                  <a:lnTo>
                    <a:pt x="594529" y="510070"/>
                  </a:lnTo>
                  <a:close/>
                  <a:moveTo>
                    <a:pt x="638813" y="545904"/>
                  </a:moveTo>
                  <a:lnTo>
                    <a:pt x="598011" y="509051"/>
                  </a:lnTo>
                  <a:lnTo>
                    <a:pt x="594529" y="510070"/>
                  </a:lnTo>
                  <a:close/>
                  <a:moveTo>
                    <a:pt x="598011" y="509051"/>
                  </a:moveTo>
                  <a:lnTo>
                    <a:pt x="646671" y="494769"/>
                  </a:lnTo>
                  <a:lnTo>
                    <a:pt x="592432" y="496522"/>
                  </a:lnTo>
                  <a:close/>
                  <a:moveTo>
                    <a:pt x="592432" y="496522"/>
                  </a:moveTo>
                  <a:lnTo>
                    <a:pt x="646671" y="494769"/>
                  </a:lnTo>
                  <a:lnTo>
                    <a:pt x="648244" y="484409"/>
                  </a:lnTo>
                  <a:close/>
                  <a:moveTo>
                    <a:pt x="839924" y="535504"/>
                  </a:moveTo>
                  <a:lnTo>
                    <a:pt x="882910" y="546488"/>
                  </a:lnTo>
                  <a:lnTo>
                    <a:pt x="870151" y="531011"/>
                  </a:lnTo>
                  <a:close/>
                  <a:moveTo>
                    <a:pt x="665590" y="434640"/>
                  </a:moveTo>
                  <a:lnTo>
                    <a:pt x="706202" y="384115"/>
                  </a:lnTo>
                  <a:lnTo>
                    <a:pt x="706156" y="384002"/>
                  </a:lnTo>
                  <a:close/>
                  <a:moveTo>
                    <a:pt x="676759" y="363154"/>
                  </a:moveTo>
                  <a:lnTo>
                    <a:pt x="666914" y="364420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676759" y="363154"/>
                  </a:lnTo>
                  <a:lnTo>
                    <a:pt x="666075" y="389498"/>
                  </a:lnTo>
                  <a:close/>
                  <a:moveTo>
                    <a:pt x="706156" y="384002"/>
                  </a:moveTo>
                  <a:lnTo>
                    <a:pt x="737097" y="385936"/>
                  </a:lnTo>
                  <a:lnTo>
                    <a:pt x="676759" y="363154"/>
                  </a:lnTo>
                  <a:close/>
                  <a:moveTo>
                    <a:pt x="737097" y="385936"/>
                  </a:moveTo>
                  <a:lnTo>
                    <a:pt x="706156" y="384002"/>
                  </a:lnTo>
                  <a:lnTo>
                    <a:pt x="739812" y="385197"/>
                  </a:lnTo>
                  <a:close/>
                  <a:moveTo>
                    <a:pt x="706156" y="384002"/>
                  </a:moveTo>
                  <a:lnTo>
                    <a:pt x="706202" y="384115"/>
                  </a:lnTo>
                  <a:lnTo>
                    <a:pt x="739812" y="385197"/>
                  </a:lnTo>
                  <a:close/>
                  <a:moveTo>
                    <a:pt x="962977" y="641276"/>
                  </a:moveTo>
                  <a:lnTo>
                    <a:pt x="975892" y="678031"/>
                  </a:lnTo>
                  <a:lnTo>
                    <a:pt x="999943" y="660848"/>
                  </a:lnTo>
                  <a:close/>
                  <a:moveTo>
                    <a:pt x="990573" y="603662"/>
                  </a:moveTo>
                  <a:lnTo>
                    <a:pt x="970280" y="623999"/>
                  </a:lnTo>
                  <a:lnTo>
                    <a:pt x="962977" y="641276"/>
                  </a:lnTo>
                  <a:close/>
                  <a:moveTo>
                    <a:pt x="870151" y="531011"/>
                  </a:moveTo>
                  <a:lnTo>
                    <a:pt x="882910" y="546488"/>
                  </a:lnTo>
                  <a:lnTo>
                    <a:pt x="882253" y="528179"/>
                  </a:lnTo>
                  <a:close/>
                  <a:moveTo>
                    <a:pt x="882253" y="528179"/>
                  </a:moveTo>
                  <a:lnTo>
                    <a:pt x="875916" y="520339"/>
                  </a:lnTo>
                  <a:lnTo>
                    <a:pt x="870151" y="531011"/>
                  </a:lnTo>
                  <a:close/>
                  <a:moveTo>
                    <a:pt x="729097" y="373507"/>
                  </a:moveTo>
                  <a:lnTo>
                    <a:pt x="758208" y="368773"/>
                  </a:lnTo>
                  <a:lnTo>
                    <a:pt x="739812" y="385197"/>
                  </a:lnTo>
                  <a:close/>
                  <a:moveTo>
                    <a:pt x="729097" y="373507"/>
                  </a:moveTo>
                  <a:lnTo>
                    <a:pt x="739812" y="385197"/>
                  </a:lnTo>
                  <a:lnTo>
                    <a:pt x="706202" y="384115"/>
                  </a:lnTo>
                  <a:close/>
                  <a:moveTo>
                    <a:pt x="741500" y="383991"/>
                  </a:moveTo>
                  <a:lnTo>
                    <a:pt x="739812" y="385197"/>
                  </a:lnTo>
                  <a:lnTo>
                    <a:pt x="758208" y="368773"/>
                  </a:lnTo>
                  <a:close/>
                  <a:moveTo>
                    <a:pt x="758208" y="368773"/>
                  </a:moveTo>
                  <a:lnTo>
                    <a:pt x="760443" y="366128"/>
                  </a:lnTo>
                  <a:lnTo>
                    <a:pt x="741500" y="383991"/>
                  </a:lnTo>
                  <a:close/>
                  <a:moveTo>
                    <a:pt x="741500" y="383991"/>
                  </a:moveTo>
                  <a:lnTo>
                    <a:pt x="760443" y="366128"/>
                  </a:lnTo>
                  <a:lnTo>
                    <a:pt x="760460" y="330053"/>
                  </a:lnTo>
                  <a:close/>
                  <a:moveTo>
                    <a:pt x="741500" y="383991"/>
                  </a:moveTo>
                  <a:lnTo>
                    <a:pt x="760460" y="330053"/>
                  </a:lnTo>
                  <a:lnTo>
                    <a:pt x="737098" y="347236"/>
                  </a:lnTo>
                  <a:close/>
                  <a:moveTo>
                    <a:pt x="1010691" y="656926"/>
                  </a:moveTo>
                  <a:lnTo>
                    <a:pt x="1056784" y="646542"/>
                  </a:lnTo>
                  <a:lnTo>
                    <a:pt x="1048258" y="608727"/>
                  </a:lnTo>
                  <a:close/>
                  <a:moveTo>
                    <a:pt x="1010691" y="656926"/>
                  </a:moveTo>
                  <a:lnTo>
                    <a:pt x="1048258" y="608727"/>
                  </a:lnTo>
                  <a:lnTo>
                    <a:pt x="1007497" y="614776"/>
                  </a:lnTo>
                  <a:close/>
                  <a:moveTo>
                    <a:pt x="1007497" y="614776"/>
                  </a:moveTo>
                  <a:lnTo>
                    <a:pt x="1024775" y="606963"/>
                  </a:lnTo>
                  <a:lnTo>
                    <a:pt x="990573" y="603662"/>
                  </a:lnTo>
                  <a:close/>
                  <a:moveTo>
                    <a:pt x="1007497" y="614776"/>
                  </a:moveTo>
                  <a:lnTo>
                    <a:pt x="1048258" y="608727"/>
                  </a:lnTo>
                  <a:lnTo>
                    <a:pt x="1024775" y="606963"/>
                  </a:lnTo>
                  <a:close/>
                  <a:moveTo>
                    <a:pt x="980451" y="323534"/>
                  </a:moveTo>
                  <a:lnTo>
                    <a:pt x="945085" y="332441"/>
                  </a:lnTo>
                  <a:lnTo>
                    <a:pt x="994653" y="330292"/>
                  </a:lnTo>
                  <a:close/>
                  <a:moveTo>
                    <a:pt x="994653" y="330292"/>
                  </a:moveTo>
                  <a:lnTo>
                    <a:pt x="945085" y="332441"/>
                  </a:lnTo>
                  <a:lnTo>
                    <a:pt x="937342" y="336801"/>
                  </a:lnTo>
                  <a:close/>
                  <a:moveTo>
                    <a:pt x="980451" y="323534"/>
                  </a:moveTo>
                  <a:lnTo>
                    <a:pt x="933967" y="324181"/>
                  </a:lnTo>
                  <a:lnTo>
                    <a:pt x="945085" y="332441"/>
                  </a:lnTo>
                  <a:close/>
                  <a:moveTo>
                    <a:pt x="1066907" y="325083"/>
                  </a:moveTo>
                  <a:lnTo>
                    <a:pt x="1084804" y="334829"/>
                  </a:lnTo>
                  <a:lnTo>
                    <a:pt x="1062804" y="364314"/>
                  </a:lnTo>
                  <a:close/>
                  <a:moveTo>
                    <a:pt x="944179" y="102199"/>
                  </a:moveTo>
                  <a:lnTo>
                    <a:pt x="948702" y="90650"/>
                  </a:lnTo>
                  <a:lnTo>
                    <a:pt x="900234" y="110838"/>
                  </a:lnTo>
                  <a:close/>
                  <a:moveTo>
                    <a:pt x="952178" y="50949"/>
                  </a:moveTo>
                  <a:lnTo>
                    <a:pt x="948702" y="90650"/>
                  </a:lnTo>
                  <a:lnTo>
                    <a:pt x="993806" y="43178"/>
                  </a:lnTo>
                  <a:close/>
                  <a:moveTo>
                    <a:pt x="993806" y="43178"/>
                  </a:moveTo>
                  <a:lnTo>
                    <a:pt x="971155" y="97116"/>
                  </a:lnTo>
                  <a:lnTo>
                    <a:pt x="995526" y="44933"/>
                  </a:lnTo>
                  <a:close/>
                  <a:moveTo>
                    <a:pt x="1180422" y="209770"/>
                  </a:moveTo>
                  <a:lnTo>
                    <a:pt x="1196560" y="202053"/>
                  </a:lnTo>
                  <a:lnTo>
                    <a:pt x="1164437" y="210475"/>
                  </a:lnTo>
                  <a:close/>
                  <a:moveTo>
                    <a:pt x="1164437" y="210475"/>
                  </a:moveTo>
                  <a:lnTo>
                    <a:pt x="1196560" y="202053"/>
                  </a:lnTo>
                  <a:lnTo>
                    <a:pt x="1184701" y="176342"/>
                  </a:lnTo>
                  <a:close/>
                  <a:moveTo>
                    <a:pt x="1164437" y="210475"/>
                  </a:moveTo>
                  <a:lnTo>
                    <a:pt x="1184701" y="176342"/>
                  </a:lnTo>
                  <a:lnTo>
                    <a:pt x="1152983" y="175040"/>
                  </a:lnTo>
                  <a:close/>
                  <a:moveTo>
                    <a:pt x="1184701" y="176342"/>
                  </a:moveTo>
                  <a:lnTo>
                    <a:pt x="1196560" y="202053"/>
                  </a:lnTo>
                  <a:lnTo>
                    <a:pt x="1206546" y="173014"/>
                  </a:lnTo>
                  <a:close/>
                  <a:moveTo>
                    <a:pt x="1060407" y="66728"/>
                  </a:moveTo>
                  <a:lnTo>
                    <a:pt x="1035153" y="79933"/>
                  </a:lnTo>
                  <a:lnTo>
                    <a:pt x="1011780" y="105703"/>
                  </a:lnTo>
                  <a:close/>
                  <a:moveTo>
                    <a:pt x="1083843" y="69919"/>
                  </a:moveTo>
                  <a:lnTo>
                    <a:pt x="1045836" y="73730"/>
                  </a:lnTo>
                  <a:lnTo>
                    <a:pt x="1095672" y="74002"/>
                  </a:lnTo>
                  <a:close/>
                  <a:moveTo>
                    <a:pt x="1045836" y="73730"/>
                  </a:moveTo>
                  <a:lnTo>
                    <a:pt x="1060407" y="66728"/>
                  </a:lnTo>
                  <a:lnTo>
                    <a:pt x="1095672" y="74002"/>
                  </a:lnTo>
                  <a:close/>
                  <a:moveTo>
                    <a:pt x="1122307" y="65737"/>
                  </a:moveTo>
                  <a:lnTo>
                    <a:pt x="1083843" y="69919"/>
                  </a:lnTo>
                  <a:lnTo>
                    <a:pt x="1129545" y="76070"/>
                  </a:lnTo>
                  <a:close/>
                  <a:moveTo>
                    <a:pt x="1083843" y="69919"/>
                  </a:moveTo>
                  <a:lnTo>
                    <a:pt x="1095672" y="74002"/>
                  </a:lnTo>
                  <a:lnTo>
                    <a:pt x="1129545" y="76070"/>
                  </a:lnTo>
                  <a:close/>
                  <a:moveTo>
                    <a:pt x="995663" y="42685"/>
                  </a:moveTo>
                  <a:lnTo>
                    <a:pt x="1041296" y="32675"/>
                  </a:lnTo>
                  <a:lnTo>
                    <a:pt x="1026446" y="0"/>
                  </a:lnTo>
                  <a:close/>
                  <a:moveTo>
                    <a:pt x="1180422" y="209770"/>
                  </a:moveTo>
                  <a:lnTo>
                    <a:pt x="1208965" y="246110"/>
                  </a:lnTo>
                  <a:lnTo>
                    <a:pt x="1199986" y="208662"/>
                  </a:lnTo>
                  <a:close/>
                  <a:moveTo>
                    <a:pt x="1208965" y="246110"/>
                  </a:moveTo>
                  <a:lnTo>
                    <a:pt x="1251758" y="238408"/>
                  </a:lnTo>
                  <a:lnTo>
                    <a:pt x="1245833" y="198478"/>
                  </a:lnTo>
                  <a:close/>
                  <a:moveTo>
                    <a:pt x="1208965" y="246110"/>
                  </a:moveTo>
                  <a:lnTo>
                    <a:pt x="1245833" y="198478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27203" y="168877"/>
                  </a:lnTo>
                  <a:lnTo>
                    <a:pt x="1199986" y="208662"/>
                  </a:lnTo>
                  <a:close/>
                  <a:moveTo>
                    <a:pt x="1245833" y="198478"/>
                  </a:moveTo>
                  <a:lnTo>
                    <a:pt x="1261990" y="167683"/>
                  </a:lnTo>
                  <a:lnTo>
                    <a:pt x="1227203" y="168877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23" name="Input_density__162">
              <a:extLst>
                <a:ext uri="{FF2B5EF4-FFF2-40B4-BE49-F238E27FC236}">
                  <a16:creationId xmlns:a16="http://schemas.microsoft.com/office/drawing/2014/main" id="{74056D02-2221-C20E-56FD-DCF1FF16C6A8}"/>
                </a:ext>
              </a:extLst>
            </p:cNvPr>
            <p:cNvSpPr>
              <a:spLocks noGrp="1"/>
            </p:cNvSpPr>
            <p:nvPr/>
          </p:nvSpPr>
          <p:spPr>
            <a:xfrm>
              <a:off x="567381" y="1538036"/>
              <a:ext cx="1162777" cy="942946"/>
            </a:xfrm>
            <a:custGeom>
              <a:avLst/>
              <a:gdLst/>
              <a:ahLst/>
              <a:cxnLst/>
              <a:rect l="0" t="0" r="0" b="0"/>
              <a:pathLst>
                <a:path w="1162777" h="942946">
                  <a:moveTo>
                    <a:pt x="268623" y="903803"/>
                  </a:moveTo>
                  <a:lnTo>
                    <a:pt x="277372" y="940558"/>
                  </a:lnTo>
                  <a:lnTo>
                    <a:pt x="318989" y="923375"/>
                  </a:lnTo>
                  <a:close/>
                  <a:moveTo>
                    <a:pt x="268623" y="903803"/>
                  </a:moveTo>
                  <a:lnTo>
                    <a:pt x="318989" y="923375"/>
                  </a:lnTo>
                  <a:lnTo>
                    <a:pt x="317993" y="886620"/>
                  </a:lnTo>
                  <a:close/>
                  <a:moveTo>
                    <a:pt x="107430" y="702845"/>
                  </a:moveTo>
                  <a:lnTo>
                    <a:pt x="130498" y="680374"/>
                  </a:lnTo>
                  <a:lnTo>
                    <a:pt x="101897" y="703895"/>
                  </a:lnTo>
                  <a:close/>
                  <a:moveTo>
                    <a:pt x="120841" y="670835"/>
                  </a:moveTo>
                  <a:lnTo>
                    <a:pt x="130498" y="680374"/>
                  </a:lnTo>
                  <a:lnTo>
                    <a:pt x="162069" y="673835"/>
                  </a:lnTo>
                  <a:close/>
                  <a:moveTo>
                    <a:pt x="178909" y="695462"/>
                  </a:moveTo>
                  <a:lnTo>
                    <a:pt x="226472" y="693843"/>
                  </a:lnTo>
                  <a:lnTo>
                    <a:pt x="216394" y="685662"/>
                  </a:lnTo>
                  <a:close/>
                  <a:moveTo>
                    <a:pt x="130498" y="680374"/>
                  </a:moveTo>
                  <a:lnTo>
                    <a:pt x="107430" y="702845"/>
                  </a:lnTo>
                  <a:lnTo>
                    <a:pt x="143409" y="697235"/>
                  </a:lnTo>
                  <a:close/>
                  <a:moveTo>
                    <a:pt x="143409" y="697235"/>
                  </a:moveTo>
                  <a:lnTo>
                    <a:pt x="162069" y="673835"/>
                  </a:lnTo>
                  <a:lnTo>
                    <a:pt x="130498" y="680374"/>
                  </a:lnTo>
                  <a:close/>
                  <a:moveTo>
                    <a:pt x="143409" y="697235"/>
                  </a:moveTo>
                  <a:lnTo>
                    <a:pt x="178909" y="695462"/>
                  </a:lnTo>
                  <a:lnTo>
                    <a:pt x="162069" y="673835"/>
                  </a:lnTo>
                  <a:close/>
                  <a:moveTo>
                    <a:pt x="219563" y="668010"/>
                  </a:moveTo>
                  <a:lnTo>
                    <a:pt x="162069" y="673835"/>
                  </a:lnTo>
                  <a:lnTo>
                    <a:pt x="216394" y="685662"/>
                  </a:lnTo>
                  <a:close/>
                  <a:moveTo>
                    <a:pt x="216394" y="685662"/>
                  </a:moveTo>
                  <a:lnTo>
                    <a:pt x="162069" y="673835"/>
                  </a:lnTo>
                  <a:lnTo>
                    <a:pt x="178909" y="695462"/>
                  </a:lnTo>
                  <a:close/>
                  <a:moveTo>
                    <a:pt x="402804" y="906191"/>
                  </a:moveTo>
                  <a:lnTo>
                    <a:pt x="412379" y="942946"/>
                  </a:lnTo>
                  <a:lnTo>
                    <a:pt x="426526" y="889008"/>
                  </a:lnTo>
                  <a:close/>
                  <a:moveTo>
                    <a:pt x="426526" y="889008"/>
                  </a:moveTo>
                  <a:lnTo>
                    <a:pt x="413279" y="852253"/>
                  </a:lnTo>
                  <a:lnTo>
                    <a:pt x="402804" y="906191"/>
                  </a:lnTo>
                  <a:close/>
                  <a:moveTo>
                    <a:pt x="299342" y="668478"/>
                  </a:moveTo>
                  <a:lnTo>
                    <a:pt x="268609" y="722416"/>
                  </a:lnTo>
                  <a:lnTo>
                    <a:pt x="301855" y="705233"/>
                  </a:lnTo>
                  <a:close/>
                  <a:moveTo>
                    <a:pt x="219563" y="668010"/>
                  </a:moveTo>
                  <a:lnTo>
                    <a:pt x="216394" y="685662"/>
                  </a:lnTo>
                  <a:lnTo>
                    <a:pt x="230038" y="680983"/>
                  </a:lnTo>
                  <a:close/>
                  <a:moveTo>
                    <a:pt x="230038" y="680983"/>
                  </a:moveTo>
                  <a:lnTo>
                    <a:pt x="221364" y="648906"/>
                  </a:lnTo>
                  <a:lnTo>
                    <a:pt x="219563" y="668010"/>
                  </a:lnTo>
                  <a:close/>
                  <a:moveTo>
                    <a:pt x="124300" y="521458"/>
                  </a:moveTo>
                  <a:lnTo>
                    <a:pt x="130448" y="487772"/>
                  </a:lnTo>
                  <a:lnTo>
                    <a:pt x="127920" y="486092"/>
                  </a:lnTo>
                  <a:close/>
                  <a:moveTo>
                    <a:pt x="93467" y="531760"/>
                  </a:moveTo>
                  <a:lnTo>
                    <a:pt x="124300" y="521458"/>
                  </a:lnTo>
                  <a:lnTo>
                    <a:pt x="127920" y="486092"/>
                  </a:lnTo>
                  <a:close/>
                  <a:moveTo>
                    <a:pt x="127920" y="486092"/>
                  </a:moveTo>
                  <a:lnTo>
                    <a:pt x="130851" y="484703"/>
                  </a:lnTo>
                  <a:lnTo>
                    <a:pt x="129011" y="482397"/>
                  </a:lnTo>
                  <a:close/>
                  <a:moveTo>
                    <a:pt x="121532" y="484703"/>
                  </a:moveTo>
                  <a:lnTo>
                    <a:pt x="127920" y="486092"/>
                  </a:lnTo>
                  <a:lnTo>
                    <a:pt x="129011" y="482397"/>
                  </a:lnTo>
                  <a:close/>
                  <a:moveTo>
                    <a:pt x="127920" y="486092"/>
                  </a:moveTo>
                  <a:lnTo>
                    <a:pt x="130448" y="487772"/>
                  </a:lnTo>
                  <a:lnTo>
                    <a:pt x="130851" y="484703"/>
                  </a:lnTo>
                  <a:close/>
                  <a:moveTo>
                    <a:pt x="19914" y="411193"/>
                  </a:moveTo>
                  <a:lnTo>
                    <a:pt x="31726" y="374438"/>
                  </a:lnTo>
                  <a:lnTo>
                    <a:pt x="0" y="428377"/>
                  </a:lnTo>
                  <a:close/>
                  <a:moveTo>
                    <a:pt x="33023" y="372668"/>
                  </a:moveTo>
                  <a:lnTo>
                    <a:pt x="30803" y="376628"/>
                  </a:lnTo>
                  <a:lnTo>
                    <a:pt x="31726" y="374438"/>
                  </a:lnTo>
                  <a:close/>
                  <a:moveTo>
                    <a:pt x="413279" y="852253"/>
                  </a:moveTo>
                  <a:lnTo>
                    <a:pt x="446371" y="881944"/>
                  </a:lnTo>
                  <a:lnTo>
                    <a:pt x="439674" y="842641"/>
                  </a:lnTo>
                  <a:close/>
                  <a:moveTo>
                    <a:pt x="473845" y="835069"/>
                  </a:moveTo>
                  <a:lnTo>
                    <a:pt x="454903" y="798315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30875" y="805048"/>
                  </a:lnTo>
                  <a:lnTo>
                    <a:pt x="439674" y="842641"/>
                  </a:lnTo>
                  <a:close/>
                  <a:moveTo>
                    <a:pt x="454903" y="798315"/>
                  </a:moveTo>
                  <a:lnTo>
                    <a:pt x="443464" y="761560"/>
                  </a:lnTo>
                  <a:lnTo>
                    <a:pt x="430875" y="805048"/>
                  </a:lnTo>
                  <a:close/>
                  <a:moveTo>
                    <a:pt x="443464" y="761560"/>
                  </a:moveTo>
                  <a:lnTo>
                    <a:pt x="417177" y="771437"/>
                  </a:lnTo>
                  <a:lnTo>
                    <a:pt x="430875" y="805048"/>
                  </a:lnTo>
                  <a:close/>
                  <a:moveTo>
                    <a:pt x="156118" y="507914"/>
                  </a:moveTo>
                  <a:lnTo>
                    <a:pt x="130448" y="487772"/>
                  </a:lnTo>
                  <a:lnTo>
                    <a:pt x="124300" y="521458"/>
                  </a:lnTo>
                  <a:close/>
                  <a:moveTo>
                    <a:pt x="130448" y="487772"/>
                  </a:moveTo>
                  <a:lnTo>
                    <a:pt x="156118" y="507914"/>
                  </a:lnTo>
                  <a:lnTo>
                    <a:pt x="130851" y="484703"/>
                  </a:lnTo>
                  <a:close/>
                  <a:moveTo>
                    <a:pt x="130851" y="484703"/>
                  </a:moveTo>
                  <a:lnTo>
                    <a:pt x="156118" y="507914"/>
                  </a:lnTo>
                  <a:lnTo>
                    <a:pt x="169278" y="504275"/>
                  </a:lnTo>
                  <a:close/>
                  <a:moveTo>
                    <a:pt x="130851" y="484703"/>
                  </a:moveTo>
                  <a:lnTo>
                    <a:pt x="169278" y="504275"/>
                  </a:lnTo>
                  <a:lnTo>
                    <a:pt x="165053" y="467520"/>
                  </a:lnTo>
                  <a:close/>
                  <a:moveTo>
                    <a:pt x="146803" y="430765"/>
                  </a:moveTo>
                  <a:lnTo>
                    <a:pt x="130851" y="484703"/>
                  </a:lnTo>
                  <a:lnTo>
                    <a:pt x="165053" y="467520"/>
                  </a:lnTo>
                  <a:close/>
                  <a:moveTo>
                    <a:pt x="31726" y="374438"/>
                  </a:moveTo>
                  <a:lnTo>
                    <a:pt x="64222" y="394206"/>
                  </a:lnTo>
                  <a:lnTo>
                    <a:pt x="36656" y="371870"/>
                  </a:lnTo>
                  <a:close/>
                  <a:moveTo>
                    <a:pt x="33023" y="372668"/>
                  </a:moveTo>
                  <a:lnTo>
                    <a:pt x="31726" y="374438"/>
                  </a:lnTo>
                  <a:lnTo>
                    <a:pt x="36656" y="371870"/>
                  </a:lnTo>
                  <a:close/>
                  <a:moveTo>
                    <a:pt x="83398" y="340227"/>
                  </a:moveTo>
                  <a:lnTo>
                    <a:pt x="36656" y="371870"/>
                  </a:lnTo>
                  <a:lnTo>
                    <a:pt x="64637" y="357255"/>
                  </a:lnTo>
                  <a:close/>
                  <a:moveTo>
                    <a:pt x="33023" y="372668"/>
                  </a:moveTo>
                  <a:lnTo>
                    <a:pt x="36656" y="371870"/>
                  </a:lnTo>
                  <a:lnTo>
                    <a:pt x="83398" y="340227"/>
                  </a:lnTo>
                  <a:close/>
                  <a:moveTo>
                    <a:pt x="454903" y="798315"/>
                  </a:moveTo>
                  <a:lnTo>
                    <a:pt x="486143" y="831951"/>
                  </a:lnTo>
                  <a:lnTo>
                    <a:pt x="481286" y="791153"/>
                  </a:lnTo>
                  <a:close/>
                  <a:moveTo>
                    <a:pt x="454903" y="798315"/>
                  </a:moveTo>
                  <a:lnTo>
                    <a:pt x="473845" y="835069"/>
                  </a:lnTo>
                  <a:lnTo>
                    <a:pt x="486143" y="831951"/>
                  </a:lnTo>
                  <a:close/>
                  <a:moveTo>
                    <a:pt x="486143" y="831951"/>
                  </a:moveTo>
                  <a:lnTo>
                    <a:pt x="525914" y="781959"/>
                  </a:lnTo>
                  <a:lnTo>
                    <a:pt x="481286" y="791153"/>
                  </a:lnTo>
                  <a:close/>
                  <a:moveTo>
                    <a:pt x="443464" y="761560"/>
                  </a:moveTo>
                  <a:lnTo>
                    <a:pt x="481286" y="791153"/>
                  </a:lnTo>
                  <a:lnTo>
                    <a:pt x="471318" y="754509"/>
                  </a:lnTo>
                  <a:close/>
                  <a:moveTo>
                    <a:pt x="443464" y="761560"/>
                  </a:moveTo>
                  <a:lnTo>
                    <a:pt x="454903" y="798315"/>
                  </a:lnTo>
                  <a:lnTo>
                    <a:pt x="481286" y="791153"/>
                  </a:lnTo>
                  <a:close/>
                  <a:moveTo>
                    <a:pt x="326943" y="627919"/>
                  </a:moveTo>
                  <a:lnTo>
                    <a:pt x="346342" y="604239"/>
                  </a:lnTo>
                  <a:lnTo>
                    <a:pt x="354257" y="614540"/>
                  </a:lnTo>
                  <a:close/>
                  <a:moveTo>
                    <a:pt x="323508" y="569676"/>
                  </a:moveTo>
                  <a:lnTo>
                    <a:pt x="317985" y="594425"/>
                  </a:lnTo>
                  <a:lnTo>
                    <a:pt x="355473" y="560601"/>
                  </a:lnTo>
                  <a:close/>
                  <a:moveTo>
                    <a:pt x="83398" y="340227"/>
                  </a:moveTo>
                  <a:lnTo>
                    <a:pt x="64637" y="357255"/>
                  </a:lnTo>
                  <a:lnTo>
                    <a:pt x="100655" y="346928"/>
                  </a:lnTo>
                  <a:close/>
                  <a:moveTo>
                    <a:pt x="100655" y="346928"/>
                  </a:moveTo>
                  <a:lnTo>
                    <a:pt x="113288" y="327403"/>
                  </a:lnTo>
                  <a:lnTo>
                    <a:pt x="83398" y="340227"/>
                  </a:lnTo>
                  <a:close/>
                  <a:moveTo>
                    <a:pt x="100655" y="346928"/>
                  </a:moveTo>
                  <a:lnTo>
                    <a:pt x="140028" y="342007"/>
                  </a:lnTo>
                  <a:lnTo>
                    <a:pt x="113288" y="327403"/>
                  </a:lnTo>
                  <a:close/>
                  <a:moveTo>
                    <a:pt x="397010" y="581756"/>
                  </a:moveTo>
                  <a:lnTo>
                    <a:pt x="349481" y="597356"/>
                  </a:lnTo>
                  <a:lnTo>
                    <a:pt x="401662" y="590291"/>
                  </a:lnTo>
                  <a:close/>
                  <a:moveTo>
                    <a:pt x="355473" y="560601"/>
                  </a:moveTo>
                  <a:lnTo>
                    <a:pt x="349481" y="597356"/>
                  </a:lnTo>
                  <a:lnTo>
                    <a:pt x="397010" y="581756"/>
                  </a:lnTo>
                  <a:close/>
                  <a:moveTo>
                    <a:pt x="578451" y="752969"/>
                  </a:moveTo>
                  <a:lnTo>
                    <a:pt x="560498" y="780931"/>
                  </a:lnTo>
                  <a:lnTo>
                    <a:pt x="566560" y="763948"/>
                  </a:lnTo>
                  <a:close/>
                  <a:moveTo>
                    <a:pt x="590322" y="756685"/>
                  </a:moveTo>
                  <a:lnTo>
                    <a:pt x="566560" y="763948"/>
                  </a:lnTo>
                  <a:lnTo>
                    <a:pt x="605087" y="756347"/>
                  </a:lnTo>
                  <a:close/>
                  <a:moveTo>
                    <a:pt x="578451" y="752969"/>
                  </a:moveTo>
                  <a:lnTo>
                    <a:pt x="566560" y="763948"/>
                  </a:lnTo>
                  <a:lnTo>
                    <a:pt x="590322" y="756685"/>
                  </a:lnTo>
                  <a:close/>
                  <a:moveTo>
                    <a:pt x="633518" y="738070"/>
                  </a:moveTo>
                  <a:lnTo>
                    <a:pt x="590322" y="756685"/>
                  </a:lnTo>
                  <a:lnTo>
                    <a:pt x="624520" y="746765"/>
                  </a:lnTo>
                  <a:close/>
                  <a:moveTo>
                    <a:pt x="578451" y="752969"/>
                  </a:moveTo>
                  <a:lnTo>
                    <a:pt x="590322" y="756685"/>
                  </a:lnTo>
                  <a:lnTo>
                    <a:pt x="633518" y="738070"/>
                  </a:lnTo>
                  <a:close/>
                  <a:moveTo>
                    <a:pt x="606597" y="733624"/>
                  </a:moveTo>
                  <a:lnTo>
                    <a:pt x="578451" y="752969"/>
                  </a:lnTo>
                  <a:lnTo>
                    <a:pt x="633518" y="738070"/>
                  </a:lnTo>
                  <a:close/>
                  <a:moveTo>
                    <a:pt x="633518" y="738070"/>
                  </a:moveTo>
                  <a:lnTo>
                    <a:pt x="624520" y="746765"/>
                  </a:lnTo>
                  <a:lnTo>
                    <a:pt x="648463" y="736505"/>
                  </a:lnTo>
                  <a:close/>
                  <a:moveTo>
                    <a:pt x="633518" y="738070"/>
                  </a:moveTo>
                  <a:lnTo>
                    <a:pt x="648463" y="736505"/>
                  </a:lnTo>
                  <a:lnTo>
                    <a:pt x="645395" y="710010"/>
                  </a:lnTo>
                  <a:close/>
                  <a:moveTo>
                    <a:pt x="645395" y="710010"/>
                  </a:moveTo>
                  <a:lnTo>
                    <a:pt x="648463" y="736505"/>
                  </a:lnTo>
                  <a:lnTo>
                    <a:pt x="663550" y="729581"/>
                  </a:lnTo>
                  <a:close/>
                  <a:moveTo>
                    <a:pt x="495183" y="556118"/>
                  </a:moveTo>
                  <a:lnTo>
                    <a:pt x="530104" y="510070"/>
                  </a:lnTo>
                  <a:lnTo>
                    <a:pt x="483421" y="520935"/>
                  </a:lnTo>
                  <a:close/>
                  <a:moveTo>
                    <a:pt x="528006" y="496522"/>
                  </a:moveTo>
                  <a:lnTo>
                    <a:pt x="530104" y="510070"/>
                  </a:lnTo>
                  <a:lnTo>
                    <a:pt x="533585" y="509051"/>
                  </a:lnTo>
                  <a:close/>
                  <a:moveTo>
                    <a:pt x="530044" y="407934"/>
                  </a:moveTo>
                  <a:lnTo>
                    <a:pt x="490710" y="435541"/>
                  </a:lnTo>
                  <a:lnTo>
                    <a:pt x="515856" y="418358"/>
                  </a:lnTo>
                  <a:close/>
                  <a:moveTo>
                    <a:pt x="530044" y="407934"/>
                  </a:moveTo>
                  <a:lnTo>
                    <a:pt x="504549" y="408822"/>
                  </a:lnTo>
                  <a:lnTo>
                    <a:pt x="490710" y="435541"/>
                  </a:lnTo>
                  <a:close/>
                  <a:moveTo>
                    <a:pt x="530044" y="407934"/>
                  </a:moveTo>
                  <a:lnTo>
                    <a:pt x="515856" y="418358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40226" y="381603"/>
                  </a:lnTo>
                  <a:lnTo>
                    <a:pt x="580299" y="375044"/>
                  </a:lnTo>
                  <a:close/>
                  <a:moveTo>
                    <a:pt x="540226" y="381603"/>
                  </a:moveTo>
                  <a:lnTo>
                    <a:pt x="530044" y="407934"/>
                  </a:lnTo>
                  <a:lnTo>
                    <a:pt x="580299" y="375044"/>
                  </a:lnTo>
                  <a:close/>
                  <a:moveTo>
                    <a:pt x="580299" y="375044"/>
                  </a:moveTo>
                  <a:lnTo>
                    <a:pt x="530044" y="407934"/>
                  </a:lnTo>
                  <a:lnTo>
                    <a:pt x="566427" y="401175"/>
                  </a:lnTo>
                  <a:close/>
                  <a:moveTo>
                    <a:pt x="566427" y="401175"/>
                  </a:moveTo>
                  <a:lnTo>
                    <a:pt x="530044" y="407934"/>
                  </a:lnTo>
                  <a:lnTo>
                    <a:pt x="541047" y="411679"/>
                  </a:lnTo>
                  <a:close/>
                  <a:moveTo>
                    <a:pt x="570861" y="369782"/>
                  </a:moveTo>
                  <a:lnTo>
                    <a:pt x="580299" y="375044"/>
                  </a:lnTo>
                  <a:lnTo>
                    <a:pt x="602488" y="364420"/>
                  </a:lnTo>
                  <a:close/>
                  <a:moveTo>
                    <a:pt x="580299" y="375044"/>
                  </a:moveTo>
                  <a:lnTo>
                    <a:pt x="566427" y="401175"/>
                  </a:lnTo>
                  <a:lnTo>
                    <a:pt x="601650" y="389498"/>
                  </a:lnTo>
                  <a:close/>
                  <a:moveTo>
                    <a:pt x="601650" y="389498"/>
                  </a:moveTo>
                  <a:lnTo>
                    <a:pt x="602488" y="364420"/>
                  </a:lnTo>
                  <a:lnTo>
                    <a:pt x="580299" y="375044"/>
                  </a:lnTo>
                  <a:close/>
                  <a:moveTo>
                    <a:pt x="898551" y="641276"/>
                  </a:moveTo>
                  <a:lnTo>
                    <a:pt x="935517" y="660848"/>
                  </a:lnTo>
                  <a:lnTo>
                    <a:pt x="915713" y="624093"/>
                  </a:lnTo>
                  <a:close/>
                  <a:moveTo>
                    <a:pt x="926147" y="603662"/>
                  </a:moveTo>
                  <a:lnTo>
                    <a:pt x="898551" y="641276"/>
                  </a:lnTo>
                  <a:lnTo>
                    <a:pt x="915713" y="624093"/>
                  </a:lnTo>
                  <a:close/>
                  <a:moveTo>
                    <a:pt x="663797" y="310481"/>
                  </a:moveTo>
                  <a:lnTo>
                    <a:pt x="696034" y="330053"/>
                  </a:lnTo>
                  <a:lnTo>
                    <a:pt x="686981" y="293298"/>
                  </a:lnTo>
                  <a:close/>
                  <a:moveTo>
                    <a:pt x="915713" y="624093"/>
                  </a:moveTo>
                  <a:lnTo>
                    <a:pt x="946266" y="656926"/>
                  </a:lnTo>
                  <a:lnTo>
                    <a:pt x="943072" y="614776"/>
                  </a:lnTo>
                  <a:close/>
                  <a:moveTo>
                    <a:pt x="926147" y="603662"/>
                  </a:moveTo>
                  <a:lnTo>
                    <a:pt x="915713" y="624093"/>
                  </a:lnTo>
                  <a:lnTo>
                    <a:pt x="943072" y="614776"/>
                  </a:lnTo>
                  <a:close/>
                  <a:moveTo>
                    <a:pt x="686981" y="293298"/>
                  </a:moveTo>
                  <a:lnTo>
                    <a:pt x="696034" y="330053"/>
                  </a:lnTo>
                  <a:lnTo>
                    <a:pt x="712631" y="312870"/>
                  </a:lnTo>
                  <a:close/>
                  <a:moveTo>
                    <a:pt x="686981" y="293298"/>
                  </a:moveTo>
                  <a:lnTo>
                    <a:pt x="712631" y="312870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686981" y="293298"/>
                  </a:lnTo>
                  <a:lnTo>
                    <a:pt x="707623" y="276115"/>
                  </a:lnTo>
                  <a:close/>
                  <a:moveTo>
                    <a:pt x="679113" y="256543"/>
                  </a:moveTo>
                  <a:lnTo>
                    <a:pt x="707623" y="276115"/>
                  </a:lnTo>
                  <a:lnTo>
                    <a:pt x="697214" y="239360"/>
                  </a:lnTo>
                  <a:close/>
                  <a:moveTo>
                    <a:pt x="670436" y="219788"/>
                  </a:moveTo>
                  <a:lnTo>
                    <a:pt x="697214" y="239360"/>
                  </a:lnTo>
                  <a:lnTo>
                    <a:pt x="681540" y="202605"/>
                  </a:lnTo>
                  <a:close/>
                  <a:moveTo>
                    <a:pt x="697214" y="239360"/>
                  </a:moveTo>
                  <a:lnTo>
                    <a:pt x="707623" y="276115"/>
                  </a:lnTo>
                  <a:lnTo>
                    <a:pt x="751240" y="258931"/>
                  </a:lnTo>
                  <a:close/>
                  <a:moveTo>
                    <a:pt x="697214" y="239360"/>
                  </a:moveTo>
                  <a:lnTo>
                    <a:pt x="751240" y="258931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697214" y="239360"/>
                  </a:lnTo>
                  <a:lnTo>
                    <a:pt x="734544" y="222176"/>
                  </a:lnTo>
                  <a:close/>
                  <a:moveTo>
                    <a:pt x="681540" y="202605"/>
                  </a:moveTo>
                  <a:lnTo>
                    <a:pt x="734544" y="222176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681540" y="202605"/>
                  </a:lnTo>
                  <a:lnTo>
                    <a:pt x="711257" y="185421"/>
                  </a:lnTo>
                  <a:close/>
                  <a:moveTo>
                    <a:pt x="678400" y="165850"/>
                  </a:moveTo>
                  <a:lnTo>
                    <a:pt x="711257" y="185421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678400" y="165850"/>
                  </a:lnTo>
                  <a:lnTo>
                    <a:pt x="705450" y="148666"/>
                  </a:lnTo>
                  <a:close/>
                  <a:moveTo>
                    <a:pt x="705450" y="148666"/>
                  </a:moveTo>
                  <a:lnTo>
                    <a:pt x="751349" y="159802"/>
                  </a:lnTo>
                  <a:lnTo>
                    <a:pt x="738601" y="135688"/>
                  </a:lnTo>
                  <a:close/>
                  <a:moveTo>
                    <a:pt x="711257" y="185421"/>
                  </a:moveTo>
                  <a:lnTo>
                    <a:pt x="751123" y="168238"/>
                  </a:lnTo>
                  <a:lnTo>
                    <a:pt x="705450" y="148666"/>
                  </a:lnTo>
                  <a:close/>
                  <a:moveTo>
                    <a:pt x="717454" y="129282"/>
                  </a:moveTo>
                  <a:lnTo>
                    <a:pt x="705450" y="148666"/>
                  </a:lnTo>
                  <a:lnTo>
                    <a:pt x="738601" y="135688"/>
                  </a:lnTo>
                  <a:close/>
                  <a:moveTo>
                    <a:pt x="772036" y="112569"/>
                  </a:moveTo>
                  <a:lnTo>
                    <a:pt x="738601" y="135688"/>
                  </a:lnTo>
                  <a:lnTo>
                    <a:pt x="753020" y="131483"/>
                  </a:lnTo>
                  <a:close/>
                  <a:moveTo>
                    <a:pt x="717454" y="129282"/>
                  </a:moveTo>
                  <a:lnTo>
                    <a:pt x="738601" y="135688"/>
                  </a:lnTo>
                  <a:lnTo>
                    <a:pt x="772036" y="112569"/>
                  </a:lnTo>
                  <a:close/>
                  <a:moveTo>
                    <a:pt x="738601" y="135688"/>
                  </a:moveTo>
                  <a:lnTo>
                    <a:pt x="751349" y="159802"/>
                  </a:lnTo>
                  <a:lnTo>
                    <a:pt x="753020" y="131483"/>
                  </a:lnTo>
                  <a:close/>
                  <a:moveTo>
                    <a:pt x="983852" y="340228"/>
                  </a:moveTo>
                  <a:lnTo>
                    <a:pt x="998378" y="364314"/>
                  </a:lnTo>
                  <a:lnTo>
                    <a:pt x="1020379" y="334829"/>
                  </a:lnTo>
                  <a:close/>
                  <a:moveTo>
                    <a:pt x="797194" y="110426"/>
                  </a:moveTo>
                  <a:lnTo>
                    <a:pt x="772036" y="112569"/>
                  </a:lnTo>
                  <a:lnTo>
                    <a:pt x="753020" y="131483"/>
                  </a:lnTo>
                  <a:close/>
                  <a:moveTo>
                    <a:pt x="825186" y="90505"/>
                  </a:moveTo>
                  <a:lnTo>
                    <a:pt x="793770" y="94728"/>
                  </a:lnTo>
                  <a:lnTo>
                    <a:pt x="772036" y="112569"/>
                  </a:lnTo>
                  <a:close/>
                  <a:moveTo>
                    <a:pt x="825186" y="90505"/>
                  </a:moveTo>
                  <a:lnTo>
                    <a:pt x="772036" y="112569"/>
                  </a:lnTo>
                  <a:lnTo>
                    <a:pt x="797194" y="110426"/>
                  </a:lnTo>
                  <a:close/>
                  <a:moveTo>
                    <a:pt x="817306" y="81132"/>
                  </a:moveTo>
                  <a:lnTo>
                    <a:pt x="825186" y="90505"/>
                  </a:lnTo>
                  <a:lnTo>
                    <a:pt x="822475" y="77544"/>
                  </a:lnTo>
                  <a:close/>
                  <a:moveTo>
                    <a:pt x="801095" y="111970"/>
                  </a:moveTo>
                  <a:lnTo>
                    <a:pt x="825186" y="90505"/>
                  </a:lnTo>
                  <a:lnTo>
                    <a:pt x="797194" y="110426"/>
                  </a:lnTo>
                  <a:close/>
                  <a:moveTo>
                    <a:pt x="801095" y="111970"/>
                  </a:moveTo>
                  <a:lnTo>
                    <a:pt x="835809" y="110838"/>
                  </a:lnTo>
                  <a:lnTo>
                    <a:pt x="825186" y="90505"/>
                  </a:lnTo>
                  <a:close/>
                  <a:moveTo>
                    <a:pt x="835809" y="110838"/>
                  </a:moveTo>
                  <a:lnTo>
                    <a:pt x="884276" y="90650"/>
                  </a:lnTo>
                  <a:lnTo>
                    <a:pt x="822475" y="77544"/>
                  </a:lnTo>
                  <a:close/>
                  <a:moveTo>
                    <a:pt x="822475" y="77544"/>
                  </a:moveTo>
                  <a:lnTo>
                    <a:pt x="884276" y="90650"/>
                  </a:lnTo>
                  <a:lnTo>
                    <a:pt x="856673" y="60361"/>
                  </a:lnTo>
                  <a:close/>
                  <a:moveTo>
                    <a:pt x="822475" y="77544"/>
                  </a:moveTo>
                  <a:lnTo>
                    <a:pt x="825186" y="90505"/>
                  </a:lnTo>
                  <a:lnTo>
                    <a:pt x="835809" y="110838"/>
                  </a:lnTo>
                  <a:close/>
                  <a:moveTo>
                    <a:pt x="820261" y="40790"/>
                  </a:moveTo>
                  <a:lnTo>
                    <a:pt x="822475" y="77544"/>
                  </a:lnTo>
                  <a:lnTo>
                    <a:pt x="856673" y="60361"/>
                  </a:lnTo>
                  <a:close/>
                  <a:moveTo>
                    <a:pt x="820261" y="40790"/>
                  </a:moveTo>
                  <a:lnTo>
                    <a:pt x="856673" y="60361"/>
                  </a:lnTo>
                  <a:lnTo>
                    <a:pt x="854361" y="23606"/>
                  </a:lnTo>
                  <a:close/>
                  <a:moveTo>
                    <a:pt x="856673" y="60361"/>
                  </a:moveTo>
                  <a:lnTo>
                    <a:pt x="884276" y="90650"/>
                  </a:lnTo>
                  <a:lnTo>
                    <a:pt x="887753" y="50949"/>
                  </a:lnTo>
                  <a:close/>
                  <a:moveTo>
                    <a:pt x="854361" y="23606"/>
                  </a:moveTo>
                  <a:lnTo>
                    <a:pt x="887753" y="50949"/>
                  </a:lnTo>
                  <a:lnTo>
                    <a:pt x="874128" y="17279"/>
                  </a:lnTo>
                  <a:close/>
                  <a:moveTo>
                    <a:pt x="854361" y="23606"/>
                  </a:moveTo>
                  <a:lnTo>
                    <a:pt x="856673" y="60361"/>
                  </a:lnTo>
                  <a:lnTo>
                    <a:pt x="887753" y="50949"/>
                  </a:lnTo>
                  <a:close/>
                  <a:moveTo>
                    <a:pt x="929381" y="43178"/>
                  </a:moveTo>
                  <a:lnTo>
                    <a:pt x="917346" y="6423"/>
                  </a:lnTo>
                  <a:lnTo>
                    <a:pt x="887753" y="50949"/>
                  </a:lnTo>
                  <a:close/>
                  <a:moveTo>
                    <a:pt x="917346" y="6423"/>
                  </a:moveTo>
                  <a:lnTo>
                    <a:pt x="874128" y="17279"/>
                  </a:lnTo>
                  <a:lnTo>
                    <a:pt x="887753" y="50949"/>
                  </a:lnTo>
                  <a:close/>
                  <a:moveTo>
                    <a:pt x="862658" y="9821"/>
                  </a:moveTo>
                  <a:lnTo>
                    <a:pt x="854361" y="23606"/>
                  </a:lnTo>
                  <a:lnTo>
                    <a:pt x="874128" y="17279"/>
                  </a:lnTo>
                  <a:close/>
                  <a:moveTo>
                    <a:pt x="919669" y="2192"/>
                  </a:moveTo>
                  <a:lnTo>
                    <a:pt x="874128" y="17279"/>
                  </a:lnTo>
                  <a:lnTo>
                    <a:pt x="917346" y="6423"/>
                  </a:lnTo>
                  <a:close/>
                  <a:moveTo>
                    <a:pt x="862658" y="9821"/>
                  </a:moveTo>
                  <a:lnTo>
                    <a:pt x="874128" y="17279"/>
                  </a:lnTo>
                  <a:lnTo>
                    <a:pt x="919669" y="2192"/>
                  </a:lnTo>
                  <a:close/>
                  <a:moveTo>
                    <a:pt x="981411" y="73730"/>
                  </a:moveTo>
                  <a:lnTo>
                    <a:pt x="970727" y="79933"/>
                  </a:lnTo>
                  <a:lnTo>
                    <a:pt x="995982" y="66728"/>
                  </a:lnTo>
                  <a:close/>
                  <a:moveTo>
                    <a:pt x="981411" y="73730"/>
                  </a:moveTo>
                  <a:lnTo>
                    <a:pt x="931100" y="44933"/>
                  </a:lnTo>
                  <a:lnTo>
                    <a:pt x="970727" y="79933"/>
                  </a:lnTo>
                  <a:close/>
                  <a:moveTo>
                    <a:pt x="931237" y="42685"/>
                  </a:moveTo>
                  <a:lnTo>
                    <a:pt x="931100" y="44933"/>
                  </a:lnTo>
                  <a:lnTo>
                    <a:pt x="981411" y="73730"/>
                  </a:lnTo>
                  <a:close/>
                  <a:moveTo>
                    <a:pt x="976870" y="32675"/>
                  </a:moveTo>
                  <a:lnTo>
                    <a:pt x="931237" y="42685"/>
                  </a:lnTo>
                  <a:lnTo>
                    <a:pt x="981411" y="73730"/>
                  </a:lnTo>
                  <a:close/>
                  <a:moveTo>
                    <a:pt x="981411" y="73730"/>
                  </a:moveTo>
                  <a:lnTo>
                    <a:pt x="1019417" y="69919"/>
                  </a:lnTo>
                  <a:lnTo>
                    <a:pt x="1011895" y="31288"/>
                  </a:lnTo>
                  <a:close/>
                  <a:moveTo>
                    <a:pt x="981411" y="73730"/>
                  </a:moveTo>
                  <a:lnTo>
                    <a:pt x="1011895" y="31288"/>
                  </a:lnTo>
                  <a:lnTo>
                    <a:pt x="976870" y="32675"/>
                  </a:lnTo>
                  <a:close/>
                  <a:moveTo>
                    <a:pt x="929381" y="43178"/>
                  </a:moveTo>
                  <a:lnTo>
                    <a:pt x="931100" y="44933"/>
                  </a:lnTo>
                  <a:lnTo>
                    <a:pt x="931237" y="42685"/>
                  </a:lnTo>
                  <a:close/>
                  <a:moveTo>
                    <a:pt x="917346" y="6423"/>
                  </a:moveTo>
                  <a:lnTo>
                    <a:pt x="931237" y="42685"/>
                  </a:lnTo>
                  <a:lnTo>
                    <a:pt x="922505" y="5037"/>
                  </a:lnTo>
                  <a:close/>
                  <a:moveTo>
                    <a:pt x="917346" y="6423"/>
                  </a:moveTo>
                  <a:lnTo>
                    <a:pt x="929381" y="43178"/>
                  </a:lnTo>
                  <a:lnTo>
                    <a:pt x="931237" y="42685"/>
                  </a:lnTo>
                  <a:close/>
                  <a:moveTo>
                    <a:pt x="931237" y="42685"/>
                  </a:moveTo>
                  <a:lnTo>
                    <a:pt x="962020" y="0"/>
                  </a:lnTo>
                  <a:lnTo>
                    <a:pt x="922505" y="5037"/>
                  </a:lnTo>
                  <a:close/>
                  <a:moveTo>
                    <a:pt x="919669" y="2192"/>
                  </a:moveTo>
                  <a:lnTo>
                    <a:pt x="917346" y="6423"/>
                  </a:lnTo>
                  <a:lnTo>
                    <a:pt x="922505" y="5037"/>
                  </a:lnTo>
                  <a:close/>
                  <a:moveTo>
                    <a:pt x="1132134" y="202053"/>
                  </a:moveTo>
                  <a:lnTo>
                    <a:pt x="1115997" y="209770"/>
                  </a:lnTo>
                  <a:lnTo>
                    <a:pt x="1135560" y="208662"/>
                  </a:lnTo>
                  <a:close/>
                  <a:moveTo>
                    <a:pt x="1135560" y="208662"/>
                  </a:moveTo>
                  <a:lnTo>
                    <a:pt x="1142120" y="173014"/>
                  </a:lnTo>
                  <a:lnTo>
                    <a:pt x="1132134" y="202053"/>
                  </a:lnTo>
                  <a:close/>
                  <a:moveTo>
                    <a:pt x="1162777" y="168877"/>
                  </a:moveTo>
                  <a:lnTo>
                    <a:pt x="1142120" y="173014"/>
                  </a:lnTo>
                  <a:lnTo>
                    <a:pt x="1135560" y="208662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24" name="Input_density__163">
              <a:extLst>
                <a:ext uri="{FF2B5EF4-FFF2-40B4-BE49-F238E27FC236}">
                  <a16:creationId xmlns:a16="http://schemas.microsoft.com/office/drawing/2014/main" id="{C77DCC5B-CE51-B6C2-AE11-169A0BE6B38B}"/>
                </a:ext>
              </a:extLst>
            </p:cNvPr>
            <p:cNvSpPr>
              <a:spLocks noGrp="1"/>
            </p:cNvSpPr>
            <p:nvPr/>
          </p:nvSpPr>
          <p:spPr>
            <a:xfrm>
              <a:off x="712693" y="1643190"/>
              <a:ext cx="824287" cy="732304"/>
            </a:xfrm>
            <a:custGeom>
              <a:avLst/>
              <a:gdLst/>
              <a:ahLst/>
              <a:cxnLst/>
              <a:rect l="0" t="0" r="0" b="0"/>
              <a:pathLst>
                <a:path w="824287" h="732304">
                  <a:moveTo>
                    <a:pt x="0" y="688384"/>
                  </a:moveTo>
                  <a:lnTo>
                    <a:pt x="19387" y="674723"/>
                  </a:lnTo>
                  <a:lnTo>
                    <a:pt x="36854" y="643818"/>
                  </a:lnTo>
                  <a:close/>
                  <a:moveTo>
                    <a:pt x="237565" y="607315"/>
                  </a:moveTo>
                  <a:lnTo>
                    <a:pt x="225858" y="631851"/>
                  </a:lnTo>
                  <a:lnTo>
                    <a:pt x="264959" y="585162"/>
                  </a:lnTo>
                  <a:close/>
                  <a:moveTo>
                    <a:pt x="260131" y="595478"/>
                  </a:moveTo>
                  <a:lnTo>
                    <a:pt x="237565" y="607315"/>
                  </a:lnTo>
                  <a:lnTo>
                    <a:pt x="290079" y="582872"/>
                  </a:lnTo>
                  <a:close/>
                  <a:moveTo>
                    <a:pt x="456278" y="732304"/>
                  </a:moveTo>
                  <a:lnTo>
                    <a:pt x="485892" y="720471"/>
                  </a:lnTo>
                  <a:lnTo>
                    <a:pt x="504648" y="694386"/>
                  </a:lnTo>
                  <a:close/>
                  <a:moveTo>
                    <a:pt x="504648" y="694386"/>
                  </a:moveTo>
                  <a:lnTo>
                    <a:pt x="531541" y="680107"/>
                  </a:lnTo>
                  <a:lnTo>
                    <a:pt x="530647" y="678366"/>
                  </a:lnTo>
                  <a:close/>
                  <a:moveTo>
                    <a:pt x="515673" y="707242"/>
                  </a:moveTo>
                  <a:lnTo>
                    <a:pt x="531541" y="680107"/>
                  </a:lnTo>
                  <a:lnTo>
                    <a:pt x="504648" y="694386"/>
                  </a:lnTo>
                  <a:close/>
                  <a:moveTo>
                    <a:pt x="485892" y="720471"/>
                  </a:moveTo>
                  <a:lnTo>
                    <a:pt x="515673" y="707242"/>
                  </a:lnTo>
                  <a:lnTo>
                    <a:pt x="504648" y="694386"/>
                  </a:lnTo>
                  <a:close/>
                  <a:moveTo>
                    <a:pt x="431015" y="568101"/>
                  </a:moveTo>
                  <a:lnTo>
                    <a:pt x="404262" y="612823"/>
                  </a:lnTo>
                  <a:lnTo>
                    <a:pt x="418603" y="593466"/>
                  </a:lnTo>
                  <a:close/>
                  <a:moveTo>
                    <a:pt x="430175" y="574097"/>
                  </a:moveTo>
                  <a:lnTo>
                    <a:pt x="431015" y="568101"/>
                  </a:lnTo>
                  <a:lnTo>
                    <a:pt x="418603" y="593466"/>
                  </a:lnTo>
                  <a:close/>
                  <a:moveTo>
                    <a:pt x="558097" y="673440"/>
                  </a:moveTo>
                  <a:lnTo>
                    <a:pt x="530647" y="678366"/>
                  </a:lnTo>
                  <a:lnTo>
                    <a:pt x="535641" y="676773"/>
                  </a:lnTo>
                  <a:close/>
                  <a:moveTo>
                    <a:pt x="504648" y="694386"/>
                  </a:moveTo>
                  <a:lnTo>
                    <a:pt x="530647" y="678366"/>
                  </a:lnTo>
                  <a:lnTo>
                    <a:pt x="558097" y="673440"/>
                  </a:lnTo>
                  <a:close/>
                  <a:moveTo>
                    <a:pt x="571531" y="661182"/>
                  </a:moveTo>
                  <a:lnTo>
                    <a:pt x="589877" y="615021"/>
                  </a:lnTo>
                  <a:lnTo>
                    <a:pt x="582841" y="607244"/>
                  </a:lnTo>
                  <a:close/>
                  <a:moveTo>
                    <a:pt x="594772" y="521548"/>
                  </a:moveTo>
                  <a:lnTo>
                    <a:pt x="605822" y="533734"/>
                  </a:lnTo>
                  <a:lnTo>
                    <a:pt x="599641" y="511775"/>
                  </a:lnTo>
                  <a:close/>
                  <a:moveTo>
                    <a:pt x="599641" y="511775"/>
                  </a:moveTo>
                  <a:lnTo>
                    <a:pt x="605822" y="533734"/>
                  </a:lnTo>
                  <a:lnTo>
                    <a:pt x="605386" y="504885"/>
                  </a:lnTo>
                  <a:close/>
                  <a:moveTo>
                    <a:pt x="599641" y="511775"/>
                  </a:moveTo>
                  <a:lnTo>
                    <a:pt x="605386" y="504885"/>
                  </a:lnTo>
                  <a:lnTo>
                    <a:pt x="625369" y="483392"/>
                  </a:lnTo>
                  <a:close/>
                  <a:moveTo>
                    <a:pt x="625369" y="483392"/>
                  </a:moveTo>
                  <a:lnTo>
                    <a:pt x="626001" y="478500"/>
                  </a:lnTo>
                  <a:lnTo>
                    <a:pt x="620966" y="495297"/>
                  </a:lnTo>
                  <a:close/>
                  <a:moveTo>
                    <a:pt x="599641" y="511775"/>
                  </a:moveTo>
                  <a:lnTo>
                    <a:pt x="625369" y="483392"/>
                  </a:lnTo>
                  <a:lnTo>
                    <a:pt x="620966" y="495297"/>
                  </a:lnTo>
                  <a:close/>
                  <a:moveTo>
                    <a:pt x="626001" y="478500"/>
                  </a:moveTo>
                  <a:lnTo>
                    <a:pt x="625369" y="483392"/>
                  </a:lnTo>
                  <a:lnTo>
                    <a:pt x="630815" y="479796"/>
                  </a:lnTo>
                  <a:close/>
                  <a:moveTo>
                    <a:pt x="768779" y="164809"/>
                  </a:moveTo>
                  <a:lnTo>
                    <a:pt x="758767" y="155744"/>
                  </a:lnTo>
                  <a:lnTo>
                    <a:pt x="732240" y="152769"/>
                  </a:lnTo>
                  <a:close/>
                  <a:moveTo>
                    <a:pt x="824287" y="151559"/>
                  </a:moveTo>
                  <a:lnTo>
                    <a:pt x="783268" y="163427"/>
                  </a:lnTo>
                  <a:lnTo>
                    <a:pt x="768779" y="164809"/>
                  </a:lnTo>
                  <a:close/>
                  <a:moveTo>
                    <a:pt x="757624" y="26893"/>
                  </a:moveTo>
                  <a:lnTo>
                    <a:pt x="776163" y="0"/>
                  </a:lnTo>
                  <a:lnTo>
                    <a:pt x="726274" y="3425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25" name="Input_density__164">
              <a:extLst>
                <a:ext uri="{FF2B5EF4-FFF2-40B4-BE49-F238E27FC236}">
                  <a16:creationId xmlns:a16="http://schemas.microsoft.com/office/drawing/2014/main" id="{AD0C69BE-2C10-1B3D-C2DE-7CF9EB02824F}"/>
                </a:ext>
              </a:extLst>
            </p:cNvPr>
            <p:cNvSpPr>
              <a:spLocks noGrp="1"/>
            </p:cNvSpPr>
            <p:nvPr/>
          </p:nvSpPr>
          <p:spPr>
            <a:xfrm>
              <a:off x="652713" y="1635152"/>
              <a:ext cx="939477" cy="767243"/>
            </a:xfrm>
            <a:custGeom>
              <a:avLst/>
              <a:gdLst/>
              <a:ahLst/>
              <a:cxnLst/>
              <a:rect l="0" t="0" r="0" b="0"/>
              <a:pathLst>
                <a:path w="939477" h="767243">
                  <a:moveTo>
                    <a:pt x="0" y="538966"/>
                  </a:moveTo>
                  <a:lnTo>
                    <a:pt x="969" y="574711"/>
                  </a:lnTo>
                  <a:lnTo>
                    <a:pt x="1744" y="532219"/>
                  </a:lnTo>
                  <a:close/>
                  <a:moveTo>
                    <a:pt x="87382" y="679239"/>
                  </a:moveTo>
                  <a:lnTo>
                    <a:pt x="96833" y="651856"/>
                  </a:lnTo>
                  <a:lnTo>
                    <a:pt x="96716" y="640541"/>
                  </a:lnTo>
                  <a:close/>
                  <a:moveTo>
                    <a:pt x="253386" y="767243"/>
                  </a:moveTo>
                  <a:lnTo>
                    <a:pt x="283267" y="754386"/>
                  </a:lnTo>
                  <a:lnTo>
                    <a:pt x="301042" y="724635"/>
                  </a:lnTo>
                  <a:close/>
                  <a:moveTo>
                    <a:pt x="273205" y="745134"/>
                  </a:moveTo>
                  <a:lnTo>
                    <a:pt x="253386" y="767243"/>
                  </a:lnTo>
                  <a:lnTo>
                    <a:pt x="301042" y="724635"/>
                  </a:lnTo>
                  <a:close/>
                  <a:moveTo>
                    <a:pt x="290179" y="681106"/>
                  </a:moveTo>
                  <a:lnTo>
                    <a:pt x="308404" y="664444"/>
                  </a:lnTo>
                  <a:lnTo>
                    <a:pt x="311239" y="701199"/>
                  </a:lnTo>
                  <a:close/>
                  <a:moveTo>
                    <a:pt x="272580" y="627689"/>
                  </a:moveTo>
                  <a:lnTo>
                    <a:pt x="285838" y="639889"/>
                  </a:lnTo>
                  <a:lnTo>
                    <a:pt x="297545" y="615353"/>
                  </a:lnTo>
                  <a:close/>
                  <a:moveTo>
                    <a:pt x="195436" y="482738"/>
                  </a:moveTo>
                  <a:lnTo>
                    <a:pt x="199544" y="476879"/>
                  </a:lnTo>
                  <a:lnTo>
                    <a:pt x="180969" y="517424"/>
                  </a:lnTo>
                  <a:close/>
                  <a:moveTo>
                    <a:pt x="199544" y="476879"/>
                  </a:moveTo>
                  <a:lnTo>
                    <a:pt x="193603" y="475884"/>
                  </a:lnTo>
                  <a:lnTo>
                    <a:pt x="176537" y="443914"/>
                  </a:lnTo>
                  <a:close/>
                  <a:moveTo>
                    <a:pt x="241244" y="433221"/>
                  </a:moveTo>
                  <a:lnTo>
                    <a:pt x="235721" y="429809"/>
                  </a:lnTo>
                  <a:lnTo>
                    <a:pt x="270141" y="463485"/>
                  </a:lnTo>
                  <a:close/>
                  <a:moveTo>
                    <a:pt x="361890" y="560401"/>
                  </a:moveTo>
                  <a:lnTo>
                    <a:pt x="320111" y="603516"/>
                  </a:lnTo>
                  <a:lnTo>
                    <a:pt x="350059" y="590910"/>
                  </a:lnTo>
                  <a:close/>
                  <a:moveTo>
                    <a:pt x="241244" y="433221"/>
                  </a:moveTo>
                  <a:lnTo>
                    <a:pt x="302978" y="443254"/>
                  </a:lnTo>
                  <a:lnTo>
                    <a:pt x="266144" y="430111"/>
                  </a:lnTo>
                  <a:close/>
                  <a:moveTo>
                    <a:pt x="521566" y="576139"/>
                  </a:moveTo>
                  <a:lnTo>
                    <a:pt x="528065" y="578403"/>
                  </a:lnTo>
                  <a:lnTo>
                    <a:pt x="531419" y="578263"/>
                  </a:lnTo>
                  <a:close/>
                  <a:moveTo>
                    <a:pt x="490994" y="576139"/>
                  </a:moveTo>
                  <a:lnTo>
                    <a:pt x="490155" y="582135"/>
                  </a:lnTo>
                  <a:lnTo>
                    <a:pt x="496628" y="572762"/>
                  </a:lnTo>
                  <a:close/>
                  <a:moveTo>
                    <a:pt x="521566" y="576139"/>
                  </a:moveTo>
                  <a:lnTo>
                    <a:pt x="531419" y="578263"/>
                  </a:lnTo>
                  <a:lnTo>
                    <a:pt x="531954" y="575241"/>
                  </a:lnTo>
                  <a:close/>
                  <a:moveTo>
                    <a:pt x="531954" y="575241"/>
                  </a:moveTo>
                  <a:lnTo>
                    <a:pt x="496628" y="572762"/>
                  </a:lnTo>
                  <a:lnTo>
                    <a:pt x="521566" y="576139"/>
                  </a:lnTo>
                  <a:close/>
                  <a:moveTo>
                    <a:pt x="519242" y="436528"/>
                  </a:moveTo>
                  <a:lnTo>
                    <a:pt x="537970" y="410342"/>
                  </a:lnTo>
                  <a:lnTo>
                    <a:pt x="489150" y="448594"/>
                  </a:lnTo>
                  <a:close/>
                  <a:moveTo>
                    <a:pt x="548023" y="383190"/>
                  </a:moveTo>
                  <a:lnTo>
                    <a:pt x="537970" y="410342"/>
                  </a:lnTo>
                  <a:lnTo>
                    <a:pt x="566072" y="394752"/>
                  </a:lnTo>
                  <a:close/>
                  <a:moveTo>
                    <a:pt x="552405" y="368104"/>
                  </a:moveTo>
                  <a:lnTo>
                    <a:pt x="566887" y="393879"/>
                  </a:lnTo>
                  <a:lnTo>
                    <a:pt x="586382" y="370559"/>
                  </a:lnTo>
                  <a:close/>
                  <a:moveTo>
                    <a:pt x="685981" y="486538"/>
                  </a:moveTo>
                  <a:lnTo>
                    <a:pt x="690795" y="487833"/>
                  </a:lnTo>
                  <a:lnTo>
                    <a:pt x="690166" y="438388"/>
                  </a:lnTo>
                  <a:close/>
                  <a:moveTo>
                    <a:pt x="607912" y="354850"/>
                  </a:moveTo>
                  <a:lnTo>
                    <a:pt x="565891" y="368663"/>
                  </a:lnTo>
                  <a:lnTo>
                    <a:pt x="552405" y="368104"/>
                  </a:lnTo>
                  <a:close/>
                  <a:moveTo>
                    <a:pt x="607912" y="354850"/>
                  </a:moveTo>
                  <a:lnTo>
                    <a:pt x="552405" y="368104"/>
                  </a:lnTo>
                  <a:lnTo>
                    <a:pt x="586382" y="370559"/>
                  </a:lnTo>
                  <a:close/>
                  <a:moveTo>
                    <a:pt x="617666" y="362952"/>
                  </a:moveTo>
                  <a:lnTo>
                    <a:pt x="626578" y="360385"/>
                  </a:lnTo>
                  <a:lnTo>
                    <a:pt x="607912" y="354850"/>
                  </a:lnTo>
                  <a:close/>
                  <a:moveTo>
                    <a:pt x="617666" y="362952"/>
                  </a:moveTo>
                  <a:lnTo>
                    <a:pt x="607912" y="354850"/>
                  </a:lnTo>
                  <a:lnTo>
                    <a:pt x="586382" y="370559"/>
                  </a:lnTo>
                  <a:close/>
                  <a:moveTo>
                    <a:pt x="697112" y="387994"/>
                  </a:moveTo>
                  <a:lnTo>
                    <a:pt x="707210" y="397140"/>
                  </a:lnTo>
                  <a:lnTo>
                    <a:pt x="720182" y="351580"/>
                  </a:lnTo>
                  <a:close/>
                  <a:moveTo>
                    <a:pt x="717187" y="321843"/>
                  </a:moveTo>
                  <a:lnTo>
                    <a:pt x="741153" y="289784"/>
                  </a:lnTo>
                  <a:lnTo>
                    <a:pt x="740303" y="289264"/>
                  </a:lnTo>
                  <a:close/>
                  <a:moveTo>
                    <a:pt x="728400" y="335399"/>
                  </a:moveTo>
                  <a:lnTo>
                    <a:pt x="741153" y="289784"/>
                  </a:lnTo>
                  <a:lnTo>
                    <a:pt x="717187" y="321843"/>
                  </a:lnTo>
                  <a:close/>
                  <a:moveTo>
                    <a:pt x="694293" y="332455"/>
                  </a:moveTo>
                  <a:lnTo>
                    <a:pt x="728400" y="335399"/>
                  </a:lnTo>
                  <a:lnTo>
                    <a:pt x="717187" y="321843"/>
                  </a:lnTo>
                  <a:close/>
                  <a:moveTo>
                    <a:pt x="788302" y="323288"/>
                  </a:moveTo>
                  <a:lnTo>
                    <a:pt x="848596" y="345590"/>
                  </a:lnTo>
                  <a:lnTo>
                    <a:pt x="813236" y="335591"/>
                  </a:lnTo>
                  <a:close/>
                  <a:moveTo>
                    <a:pt x="788302" y="323288"/>
                  </a:moveTo>
                  <a:lnTo>
                    <a:pt x="848817" y="345925"/>
                  </a:lnTo>
                  <a:lnTo>
                    <a:pt x="848596" y="345590"/>
                  </a:lnTo>
                  <a:close/>
                  <a:moveTo>
                    <a:pt x="720016" y="324627"/>
                  </a:moveTo>
                  <a:lnTo>
                    <a:pt x="740303" y="289264"/>
                  </a:lnTo>
                  <a:lnTo>
                    <a:pt x="743294" y="288043"/>
                  </a:lnTo>
                  <a:close/>
                  <a:moveTo>
                    <a:pt x="722287" y="252509"/>
                  </a:moveTo>
                  <a:lnTo>
                    <a:pt x="729341" y="242707"/>
                  </a:lnTo>
                  <a:lnTo>
                    <a:pt x="746121" y="209236"/>
                  </a:lnTo>
                  <a:close/>
                  <a:moveTo>
                    <a:pt x="885374" y="356153"/>
                  </a:moveTo>
                  <a:lnTo>
                    <a:pt x="848817" y="345925"/>
                  </a:lnTo>
                  <a:lnTo>
                    <a:pt x="871268" y="354762"/>
                  </a:lnTo>
                  <a:close/>
                  <a:moveTo>
                    <a:pt x="848596" y="345590"/>
                  </a:moveTo>
                  <a:lnTo>
                    <a:pt x="849969" y="344989"/>
                  </a:lnTo>
                  <a:lnTo>
                    <a:pt x="813236" y="335591"/>
                  </a:lnTo>
                  <a:close/>
                  <a:moveTo>
                    <a:pt x="849969" y="344989"/>
                  </a:moveTo>
                  <a:lnTo>
                    <a:pt x="898082" y="332962"/>
                  </a:lnTo>
                  <a:lnTo>
                    <a:pt x="868822" y="322636"/>
                  </a:lnTo>
                  <a:close/>
                  <a:moveTo>
                    <a:pt x="918167" y="354181"/>
                  </a:moveTo>
                  <a:lnTo>
                    <a:pt x="939477" y="337649"/>
                  </a:lnTo>
                  <a:lnTo>
                    <a:pt x="885374" y="356153"/>
                  </a:lnTo>
                  <a:close/>
                  <a:moveTo>
                    <a:pt x="825948" y="185530"/>
                  </a:moveTo>
                  <a:lnTo>
                    <a:pt x="828759" y="172846"/>
                  </a:lnTo>
                  <a:lnTo>
                    <a:pt x="792219" y="160807"/>
                  </a:lnTo>
                  <a:close/>
                  <a:moveTo>
                    <a:pt x="783433" y="181387"/>
                  </a:moveTo>
                  <a:lnTo>
                    <a:pt x="787821" y="189438"/>
                  </a:lnTo>
                  <a:lnTo>
                    <a:pt x="792219" y="160807"/>
                  </a:lnTo>
                  <a:close/>
                  <a:moveTo>
                    <a:pt x="786254" y="42294"/>
                  </a:moveTo>
                  <a:lnTo>
                    <a:pt x="821397" y="0"/>
                  </a:lnTo>
                  <a:lnTo>
                    <a:pt x="794421" y="5083"/>
                  </a:lnTo>
                  <a:close/>
                  <a:moveTo>
                    <a:pt x="836143" y="8038"/>
                  </a:moveTo>
                  <a:lnTo>
                    <a:pt x="821397" y="0"/>
                  </a:lnTo>
                  <a:lnTo>
                    <a:pt x="786254" y="4229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26" name="Input_density__165">
              <a:extLst>
                <a:ext uri="{FF2B5EF4-FFF2-40B4-BE49-F238E27FC236}">
                  <a16:creationId xmlns:a16="http://schemas.microsoft.com/office/drawing/2014/main" id="{2B58DA07-C0B9-F35B-1C2F-27476968914D}"/>
                </a:ext>
              </a:extLst>
            </p:cNvPr>
            <p:cNvSpPr>
              <a:spLocks noGrp="1"/>
            </p:cNvSpPr>
            <p:nvPr/>
          </p:nvSpPr>
          <p:spPr>
            <a:xfrm>
              <a:off x="1248333" y="2304372"/>
              <a:ext cx="35890" cy="15591"/>
            </a:xfrm>
            <a:custGeom>
              <a:avLst/>
              <a:gdLst/>
              <a:ahLst/>
              <a:cxnLst/>
              <a:rect l="0" t="0" r="0" b="0"/>
              <a:pathLst>
                <a:path w="35890" h="15591">
                  <a:moveTo>
                    <a:pt x="35890" y="0"/>
                  </a:moveTo>
                  <a:lnTo>
                    <a:pt x="22456" y="12258"/>
                  </a:lnTo>
                  <a:lnTo>
                    <a:pt x="0" y="15591"/>
                  </a:lnTo>
                  <a:close/>
                </a:path>
              </a:pathLst>
            </a:custGeom>
            <a:solidFill>
              <a:srgbClr val="A8B5BF"/>
            </a:solidFill>
            <a:ln w="1524">
              <a:solidFill>
                <a:srgbClr val="A8B5BF"/>
              </a:solidFill>
            </a:ln>
          </p:spPr>
        </p:sp>
        <p:sp>
          <p:nvSpPr>
            <p:cNvPr id="1127" name="Input_density__166">
              <a:extLst>
                <a:ext uri="{FF2B5EF4-FFF2-40B4-BE49-F238E27FC236}">
                  <a16:creationId xmlns:a16="http://schemas.microsoft.com/office/drawing/2014/main" id="{0657A9CE-8FC2-88A2-B202-A903469A75DC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12039"/>
              <a:ext cx="1245635" cy="682781"/>
            </a:xfrm>
            <a:custGeom>
              <a:avLst/>
              <a:gdLst/>
              <a:ahLst/>
              <a:cxnLst/>
              <a:rect l="0" t="0" r="0" b="0"/>
              <a:pathLst>
                <a:path w="1245635" h="682781">
                  <a:moveTo>
                    <a:pt x="15707" y="553715"/>
                  </a:moveTo>
                  <a:lnTo>
                    <a:pt x="0" y="544626"/>
                  </a:lnTo>
                  <a:lnTo>
                    <a:pt x="26512" y="572516"/>
                  </a:lnTo>
                  <a:close/>
                  <a:moveTo>
                    <a:pt x="110434" y="682781"/>
                  </a:moveTo>
                  <a:lnTo>
                    <a:pt x="115739" y="665597"/>
                  </a:lnTo>
                  <a:lnTo>
                    <a:pt x="90236" y="646026"/>
                  </a:lnTo>
                  <a:close/>
                  <a:moveTo>
                    <a:pt x="75939" y="609271"/>
                  </a:moveTo>
                  <a:lnTo>
                    <a:pt x="111460" y="597682"/>
                  </a:lnTo>
                  <a:lnTo>
                    <a:pt x="59820" y="594068"/>
                  </a:lnTo>
                  <a:close/>
                  <a:moveTo>
                    <a:pt x="26512" y="572516"/>
                  </a:moveTo>
                  <a:lnTo>
                    <a:pt x="44739" y="555332"/>
                  </a:lnTo>
                  <a:lnTo>
                    <a:pt x="15707" y="553715"/>
                  </a:lnTo>
                  <a:close/>
                  <a:moveTo>
                    <a:pt x="44739" y="555332"/>
                  </a:moveTo>
                  <a:lnTo>
                    <a:pt x="40143" y="548870"/>
                  </a:lnTo>
                  <a:lnTo>
                    <a:pt x="15707" y="553715"/>
                  </a:lnTo>
                  <a:close/>
                  <a:moveTo>
                    <a:pt x="25216" y="518577"/>
                  </a:moveTo>
                  <a:lnTo>
                    <a:pt x="15707" y="553715"/>
                  </a:lnTo>
                  <a:lnTo>
                    <a:pt x="40143" y="548870"/>
                  </a:lnTo>
                  <a:close/>
                  <a:moveTo>
                    <a:pt x="215819" y="656510"/>
                  </a:moveTo>
                  <a:lnTo>
                    <a:pt x="165733" y="628842"/>
                  </a:lnTo>
                  <a:lnTo>
                    <a:pt x="189999" y="639220"/>
                  </a:lnTo>
                  <a:close/>
                  <a:moveTo>
                    <a:pt x="25216" y="518577"/>
                  </a:moveTo>
                  <a:lnTo>
                    <a:pt x="23810" y="480522"/>
                  </a:lnTo>
                  <a:lnTo>
                    <a:pt x="23834" y="487891"/>
                  </a:lnTo>
                  <a:close/>
                  <a:moveTo>
                    <a:pt x="30323" y="464639"/>
                  </a:moveTo>
                  <a:lnTo>
                    <a:pt x="23810" y="480522"/>
                  </a:lnTo>
                  <a:lnTo>
                    <a:pt x="25216" y="518577"/>
                  </a:lnTo>
                  <a:close/>
                  <a:moveTo>
                    <a:pt x="139724" y="479616"/>
                  </a:moveTo>
                  <a:lnTo>
                    <a:pt x="173165" y="484211"/>
                  </a:lnTo>
                  <a:lnTo>
                    <a:pt x="118585" y="457648"/>
                  </a:lnTo>
                  <a:close/>
                  <a:moveTo>
                    <a:pt x="173165" y="484211"/>
                  </a:moveTo>
                  <a:lnTo>
                    <a:pt x="139724" y="479616"/>
                  </a:lnTo>
                  <a:lnTo>
                    <a:pt x="142587" y="482882"/>
                  </a:lnTo>
                  <a:close/>
                  <a:moveTo>
                    <a:pt x="127557" y="360860"/>
                  </a:moveTo>
                  <a:lnTo>
                    <a:pt x="86212" y="367384"/>
                  </a:lnTo>
                  <a:lnTo>
                    <a:pt x="139173" y="381348"/>
                  </a:lnTo>
                  <a:close/>
                  <a:moveTo>
                    <a:pt x="162852" y="345303"/>
                  </a:moveTo>
                  <a:lnTo>
                    <a:pt x="123073" y="320007"/>
                  </a:lnTo>
                  <a:lnTo>
                    <a:pt x="160728" y="360981"/>
                  </a:lnTo>
                  <a:close/>
                  <a:moveTo>
                    <a:pt x="229897" y="339579"/>
                  </a:moveTo>
                  <a:lnTo>
                    <a:pt x="218579" y="332872"/>
                  </a:lnTo>
                  <a:lnTo>
                    <a:pt x="197760" y="351242"/>
                  </a:lnTo>
                  <a:close/>
                  <a:moveTo>
                    <a:pt x="197760" y="351242"/>
                  </a:moveTo>
                  <a:lnTo>
                    <a:pt x="218579" y="332872"/>
                  </a:lnTo>
                  <a:lnTo>
                    <a:pt x="162852" y="345303"/>
                  </a:lnTo>
                  <a:close/>
                  <a:moveTo>
                    <a:pt x="473468" y="582487"/>
                  </a:moveTo>
                  <a:lnTo>
                    <a:pt x="505525" y="583514"/>
                  </a:lnTo>
                  <a:lnTo>
                    <a:pt x="472807" y="564301"/>
                  </a:lnTo>
                  <a:close/>
                  <a:moveTo>
                    <a:pt x="505525" y="583514"/>
                  </a:moveTo>
                  <a:lnTo>
                    <a:pt x="509329" y="576272"/>
                  </a:lnTo>
                  <a:lnTo>
                    <a:pt x="472807" y="564301"/>
                  </a:lnTo>
                  <a:close/>
                  <a:moveTo>
                    <a:pt x="472807" y="564301"/>
                  </a:moveTo>
                  <a:lnTo>
                    <a:pt x="441975" y="542926"/>
                  </a:lnTo>
                  <a:lnTo>
                    <a:pt x="473468" y="582487"/>
                  </a:lnTo>
                  <a:close/>
                  <a:moveTo>
                    <a:pt x="437307" y="556148"/>
                  </a:moveTo>
                  <a:lnTo>
                    <a:pt x="458492" y="579681"/>
                  </a:lnTo>
                  <a:lnTo>
                    <a:pt x="473468" y="582487"/>
                  </a:lnTo>
                  <a:close/>
                  <a:moveTo>
                    <a:pt x="431601" y="544689"/>
                  </a:moveTo>
                  <a:lnTo>
                    <a:pt x="437307" y="556148"/>
                  </a:lnTo>
                  <a:lnTo>
                    <a:pt x="473468" y="582487"/>
                  </a:lnTo>
                  <a:close/>
                  <a:moveTo>
                    <a:pt x="505525" y="583514"/>
                  </a:moveTo>
                  <a:lnTo>
                    <a:pt x="513516" y="579681"/>
                  </a:lnTo>
                  <a:lnTo>
                    <a:pt x="509329" y="576272"/>
                  </a:lnTo>
                  <a:close/>
                  <a:moveTo>
                    <a:pt x="431601" y="544689"/>
                  </a:moveTo>
                  <a:lnTo>
                    <a:pt x="404645" y="530236"/>
                  </a:lnTo>
                  <a:lnTo>
                    <a:pt x="395190" y="547203"/>
                  </a:lnTo>
                  <a:close/>
                  <a:moveTo>
                    <a:pt x="279028" y="338098"/>
                  </a:moveTo>
                  <a:lnTo>
                    <a:pt x="229897" y="339579"/>
                  </a:lnTo>
                  <a:lnTo>
                    <a:pt x="257483" y="353752"/>
                  </a:lnTo>
                  <a:close/>
                  <a:moveTo>
                    <a:pt x="238776" y="324617"/>
                  </a:moveTo>
                  <a:lnTo>
                    <a:pt x="240226" y="317602"/>
                  </a:lnTo>
                  <a:lnTo>
                    <a:pt x="229897" y="339579"/>
                  </a:lnTo>
                  <a:close/>
                  <a:moveTo>
                    <a:pt x="470369" y="458977"/>
                  </a:moveTo>
                  <a:lnTo>
                    <a:pt x="505026" y="494426"/>
                  </a:lnTo>
                  <a:lnTo>
                    <a:pt x="506064" y="467859"/>
                  </a:lnTo>
                  <a:close/>
                  <a:moveTo>
                    <a:pt x="453476" y="469416"/>
                  </a:moveTo>
                  <a:lnTo>
                    <a:pt x="505026" y="494426"/>
                  </a:lnTo>
                  <a:lnTo>
                    <a:pt x="470369" y="458977"/>
                  </a:lnTo>
                  <a:close/>
                  <a:moveTo>
                    <a:pt x="387322" y="415477"/>
                  </a:moveTo>
                  <a:lnTo>
                    <a:pt x="361387" y="396871"/>
                  </a:lnTo>
                  <a:lnTo>
                    <a:pt x="359529" y="395906"/>
                  </a:lnTo>
                  <a:close/>
                  <a:moveTo>
                    <a:pt x="387322" y="415477"/>
                  </a:moveTo>
                  <a:lnTo>
                    <a:pt x="359529" y="395906"/>
                  </a:lnTo>
                  <a:lnTo>
                    <a:pt x="366661" y="378722"/>
                  </a:lnTo>
                  <a:close/>
                  <a:moveTo>
                    <a:pt x="423431" y="417090"/>
                  </a:moveTo>
                  <a:lnTo>
                    <a:pt x="424697" y="412792"/>
                  </a:lnTo>
                  <a:lnTo>
                    <a:pt x="387725" y="419030"/>
                  </a:lnTo>
                  <a:close/>
                  <a:moveTo>
                    <a:pt x="387725" y="419030"/>
                  </a:moveTo>
                  <a:lnTo>
                    <a:pt x="424697" y="412792"/>
                  </a:lnTo>
                  <a:lnTo>
                    <a:pt x="361571" y="395906"/>
                  </a:lnTo>
                  <a:close/>
                  <a:moveTo>
                    <a:pt x="361571" y="395906"/>
                  </a:moveTo>
                  <a:lnTo>
                    <a:pt x="424697" y="412792"/>
                  </a:lnTo>
                  <a:lnTo>
                    <a:pt x="382726" y="378722"/>
                  </a:lnTo>
                  <a:close/>
                  <a:moveTo>
                    <a:pt x="361571" y="395906"/>
                  </a:moveTo>
                  <a:lnTo>
                    <a:pt x="361387" y="396871"/>
                  </a:lnTo>
                  <a:lnTo>
                    <a:pt x="387725" y="419030"/>
                  </a:lnTo>
                  <a:close/>
                  <a:moveTo>
                    <a:pt x="426357" y="415477"/>
                  </a:moveTo>
                  <a:lnTo>
                    <a:pt x="423431" y="417090"/>
                  </a:lnTo>
                  <a:lnTo>
                    <a:pt x="409779" y="453225"/>
                  </a:lnTo>
                  <a:close/>
                  <a:moveTo>
                    <a:pt x="366661" y="378722"/>
                  </a:moveTo>
                  <a:lnTo>
                    <a:pt x="359529" y="395906"/>
                  </a:lnTo>
                  <a:lnTo>
                    <a:pt x="382163" y="378342"/>
                  </a:lnTo>
                  <a:close/>
                  <a:moveTo>
                    <a:pt x="382726" y="378722"/>
                  </a:moveTo>
                  <a:lnTo>
                    <a:pt x="382163" y="378342"/>
                  </a:lnTo>
                  <a:lnTo>
                    <a:pt x="360879" y="394973"/>
                  </a:lnTo>
                  <a:close/>
                  <a:moveTo>
                    <a:pt x="356044" y="280686"/>
                  </a:moveTo>
                  <a:lnTo>
                    <a:pt x="322179" y="266242"/>
                  </a:lnTo>
                  <a:lnTo>
                    <a:pt x="346302" y="272631"/>
                  </a:lnTo>
                  <a:close/>
                  <a:moveTo>
                    <a:pt x="356044" y="280686"/>
                  </a:moveTo>
                  <a:lnTo>
                    <a:pt x="346302" y="272631"/>
                  </a:lnTo>
                  <a:lnTo>
                    <a:pt x="378070" y="266832"/>
                  </a:lnTo>
                  <a:close/>
                  <a:moveTo>
                    <a:pt x="287127" y="267650"/>
                  </a:moveTo>
                  <a:lnTo>
                    <a:pt x="322179" y="266242"/>
                  </a:lnTo>
                  <a:lnTo>
                    <a:pt x="318667" y="265517"/>
                  </a:lnTo>
                  <a:close/>
                  <a:moveTo>
                    <a:pt x="398289" y="276201"/>
                  </a:moveTo>
                  <a:lnTo>
                    <a:pt x="414688" y="279163"/>
                  </a:lnTo>
                  <a:lnTo>
                    <a:pt x="378070" y="266832"/>
                  </a:lnTo>
                  <a:close/>
                  <a:moveTo>
                    <a:pt x="398289" y="276201"/>
                  </a:moveTo>
                  <a:lnTo>
                    <a:pt x="423903" y="282465"/>
                  </a:lnTo>
                  <a:lnTo>
                    <a:pt x="414688" y="279163"/>
                  </a:lnTo>
                  <a:close/>
                  <a:moveTo>
                    <a:pt x="616827" y="344207"/>
                  </a:moveTo>
                  <a:lnTo>
                    <a:pt x="659953" y="315496"/>
                  </a:lnTo>
                  <a:lnTo>
                    <a:pt x="624730" y="327172"/>
                  </a:lnTo>
                  <a:close/>
                  <a:moveTo>
                    <a:pt x="655754" y="365170"/>
                  </a:moveTo>
                  <a:lnTo>
                    <a:pt x="696040" y="391217"/>
                  </a:lnTo>
                  <a:lnTo>
                    <a:pt x="689207" y="346744"/>
                  </a:lnTo>
                  <a:close/>
                  <a:moveTo>
                    <a:pt x="1050662" y="572539"/>
                  </a:moveTo>
                  <a:lnTo>
                    <a:pt x="1004569" y="582924"/>
                  </a:lnTo>
                  <a:lnTo>
                    <a:pt x="1001366" y="592907"/>
                  </a:lnTo>
                  <a:close/>
                  <a:moveTo>
                    <a:pt x="1129552" y="177514"/>
                  </a:moveTo>
                  <a:lnTo>
                    <a:pt x="1166777" y="174339"/>
                  </a:lnTo>
                  <a:lnTo>
                    <a:pt x="1158314" y="136472"/>
                  </a:lnTo>
                  <a:close/>
                  <a:moveTo>
                    <a:pt x="1157032" y="223938"/>
                  </a:moveTo>
                  <a:lnTo>
                    <a:pt x="1197927" y="172522"/>
                  </a:lnTo>
                  <a:lnTo>
                    <a:pt x="1166777" y="174339"/>
                  </a:lnTo>
                  <a:close/>
                  <a:moveTo>
                    <a:pt x="1202587" y="173475"/>
                  </a:moveTo>
                  <a:lnTo>
                    <a:pt x="1197927" y="172522"/>
                  </a:lnTo>
                  <a:lnTo>
                    <a:pt x="1157032" y="223938"/>
                  </a:lnTo>
                  <a:close/>
                  <a:moveTo>
                    <a:pt x="1104335" y="99012"/>
                  </a:moveTo>
                  <a:lnTo>
                    <a:pt x="1090410" y="127795"/>
                  </a:lnTo>
                  <a:lnTo>
                    <a:pt x="1097046" y="114447"/>
                  </a:lnTo>
                  <a:close/>
                  <a:moveTo>
                    <a:pt x="1097046" y="114447"/>
                  </a:moveTo>
                  <a:lnTo>
                    <a:pt x="1090410" y="127795"/>
                  </a:lnTo>
                  <a:lnTo>
                    <a:pt x="1090906" y="137098"/>
                  </a:lnTo>
                  <a:close/>
                  <a:moveTo>
                    <a:pt x="1097046" y="114447"/>
                  </a:moveTo>
                  <a:lnTo>
                    <a:pt x="1146860" y="101037"/>
                  </a:lnTo>
                  <a:lnTo>
                    <a:pt x="1113666" y="90165"/>
                  </a:lnTo>
                  <a:close/>
                  <a:moveTo>
                    <a:pt x="1245635" y="164406"/>
                  </a:moveTo>
                  <a:lnTo>
                    <a:pt x="1202842" y="172107"/>
                  </a:lnTo>
                  <a:lnTo>
                    <a:pt x="1202587" y="173475"/>
                  </a:lnTo>
                  <a:close/>
                  <a:moveTo>
                    <a:pt x="1087949" y="50007"/>
                  </a:moveTo>
                  <a:lnTo>
                    <a:pt x="1107272" y="16639"/>
                  </a:lnTo>
                  <a:lnTo>
                    <a:pt x="1079132" y="12428"/>
                  </a:lnTo>
                  <a:close/>
                  <a:moveTo>
                    <a:pt x="1079132" y="12428"/>
                  </a:moveTo>
                  <a:lnTo>
                    <a:pt x="1107272" y="16639"/>
                  </a:lnTo>
                  <a:lnTo>
                    <a:pt x="1089550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28" name="Input_density__167">
              <a:extLst>
                <a:ext uri="{FF2B5EF4-FFF2-40B4-BE49-F238E27FC236}">
                  <a16:creationId xmlns:a16="http://schemas.microsoft.com/office/drawing/2014/main" id="{158AE9C6-657E-BC4B-E676-2CA3B850A3E6}"/>
                </a:ext>
              </a:extLst>
            </p:cNvPr>
            <p:cNvSpPr>
              <a:spLocks noGrp="1"/>
            </p:cNvSpPr>
            <p:nvPr/>
          </p:nvSpPr>
          <p:spPr>
            <a:xfrm>
              <a:off x="568898" y="1666880"/>
              <a:ext cx="1106958" cy="735515"/>
            </a:xfrm>
            <a:custGeom>
              <a:avLst/>
              <a:gdLst/>
              <a:ahLst/>
              <a:cxnLst/>
              <a:rect l="0" t="0" r="0" b="0"/>
              <a:pathLst>
                <a:path w="1106958" h="735515">
                  <a:moveTo>
                    <a:pt x="52834" y="631365"/>
                  </a:moveTo>
                  <a:lnTo>
                    <a:pt x="82321" y="664694"/>
                  </a:lnTo>
                  <a:lnTo>
                    <a:pt x="60379" y="640396"/>
                  </a:lnTo>
                  <a:close/>
                  <a:moveTo>
                    <a:pt x="60379" y="640396"/>
                  </a:moveTo>
                  <a:lnTo>
                    <a:pt x="82321" y="664694"/>
                  </a:lnTo>
                  <a:lnTo>
                    <a:pt x="74764" y="658283"/>
                  </a:lnTo>
                  <a:close/>
                  <a:moveTo>
                    <a:pt x="0" y="539226"/>
                  </a:moveTo>
                  <a:lnTo>
                    <a:pt x="55497" y="525937"/>
                  </a:lnTo>
                  <a:lnTo>
                    <a:pt x="21107" y="521932"/>
                  </a:lnTo>
                  <a:close/>
                  <a:moveTo>
                    <a:pt x="269844" y="703838"/>
                  </a:moveTo>
                  <a:lnTo>
                    <a:pt x="299717" y="686654"/>
                  </a:lnTo>
                  <a:lnTo>
                    <a:pt x="259805" y="695296"/>
                  </a:lnTo>
                  <a:close/>
                  <a:moveTo>
                    <a:pt x="299717" y="686654"/>
                  </a:moveTo>
                  <a:lnTo>
                    <a:pt x="278380" y="668536"/>
                  </a:lnTo>
                  <a:lnTo>
                    <a:pt x="259805" y="695296"/>
                  </a:lnTo>
                  <a:close/>
                  <a:moveTo>
                    <a:pt x="300863" y="724228"/>
                  </a:moveTo>
                  <a:lnTo>
                    <a:pt x="337201" y="735515"/>
                  </a:lnTo>
                  <a:lnTo>
                    <a:pt x="357020" y="713406"/>
                  </a:lnTo>
                  <a:close/>
                  <a:moveTo>
                    <a:pt x="321410" y="704845"/>
                  </a:moveTo>
                  <a:lnTo>
                    <a:pt x="357020" y="713406"/>
                  </a:lnTo>
                  <a:lnTo>
                    <a:pt x="375396" y="685902"/>
                  </a:lnTo>
                  <a:close/>
                  <a:moveTo>
                    <a:pt x="357020" y="713406"/>
                  </a:moveTo>
                  <a:lnTo>
                    <a:pt x="384857" y="692907"/>
                  </a:lnTo>
                  <a:lnTo>
                    <a:pt x="375396" y="685902"/>
                  </a:lnTo>
                  <a:close/>
                  <a:moveTo>
                    <a:pt x="67737" y="306019"/>
                  </a:moveTo>
                  <a:lnTo>
                    <a:pt x="88860" y="338676"/>
                  </a:lnTo>
                  <a:lnTo>
                    <a:pt x="98550" y="352803"/>
                  </a:lnTo>
                  <a:close/>
                  <a:moveTo>
                    <a:pt x="384372" y="658600"/>
                  </a:moveTo>
                  <a:lnTo>
                    <a:pt x="375396" y="685902"/>
                  </a:lnTo>
                  <a:lnTo>
                    <a:pt x="395054" y="669471"/>
                  </a:lnTo>
                  <a:close/>
                  <a:moveTo>
                    <a:pt x="403235" y="615533"/>
                  </a:moveTo>
                  <a:lnTo>
                    <a:pt x="385797" y="628581"/>
                  </a:lnTo>
                  <a:lnTo>
                    <a:pt x="395054" y="669471"/>
                  </a:lnTo>
                  <a:close/>
                  <a:moveTo>
                    <a:pt x="386422" y="534710"/>
                  </a:moveTo>
                  <a:lnTo>
                    <a:pt x="403926" y="571788"/>
                  </a:lnTo>
                  <a:lnTo>
                    <a:pt x="413649" y="527646"/>
                  </a:lnTo>
                  <a:close/>
                  <a:moveTo>
                    <a:pt x="445705" y="528673"/>
                  </a:moveTo>
                  <a:lnTo>
                    <a:pt x="413649" y="527646"/>
                  </a:lnTo>
                  <a:lnTo>
                    <a:pt x="403926" y="571788"/>
                  </a:lnTo>
                  <a:close/>
                  <a:moveTo>
                    <a:pt x="174348" y="318269"/>
                  </a:moveTo>
                  <a:lnTo>
                    <a:pt x="170077" y="284737"/>
                  </a:lnTo>
                  <a:lnTo>
                    <a:pt x="219208" y="283257"/>
                  </a:lnTo>
                  <a:close/>
                  <a:moveTo>
                    <a:pt x="461193" y="561594"/>
                  </a:moveTo>
                  <a:lnTo>
                    <a:pt x="473918" y="577572"/>
                  </a:lnTo>
                  <a:lnTo>
                    <a:pt x="501956" y="592945"/>
                  </a:lnTo>
                  <a:close/>
                  <a:moveTo>
                    <a:pt x="363611" y="362249"/>
                  </a:moveTo>
                  <a:lnTo>
                    <a:pt x="321008" y="414574"/>
                  </a:lnTo>
                  <a:lnTo>
                    <a:pt x="349959" y="398384"/>
                  </a:lnTo>
                  <a:close/>
                  <a:moveTo>
                    <a:pt x="320987" y="414561"/>
                  </a:moveTo>
                  <a:lnTo>
                    <a:pt x="321008" y="414574"/>
                  </a:lnTo>
                  <a:lnTo>
                    <a:pt x="363611" y="362249"/>
                  </a:lnTo>
                  <a:close/>
                  <a:moveTo>
                    <a:pt x="327906" y="364189"/>
                  </a:moveTo>
                  <a:lnTo>
                    <a:pt x="320987" y="414561"/>
                  </a:lnTo>
                  <a:lnTo>
                    <a:pt x="363611" y="362249"/>
                  </a:lnTo>
                  <a:close/>
                  <a:moveTo>
                    <a:pt x="402094" y="397391"/>
                  </a:moveTo>
                  <a:lnTo>
                    <a:pt x="397275" y="406716"/>
                  </a:lnTo>
                  <a:lnTo>
                    <a:pt x="410550" y="404136"/>
                  </a:lnTo>
                  <a:close/>
                  <a:moveTo>
                    <a:pt x="631308" y="638034"/>
                  </a:moveTo>
                  <a:lnTo>
                    <a:pt x="630958" y="691431"/>
                  </a:lnTo>
                  <a:lnTo>
                    <a:pt x="667556" y="645950"/>
                  </a:lnTo>
                  <a:close/>
                  <a:moveTo>
                    <a:pt x="417519" y="380208"/>
                  </a:moveTo>
                  <a:lnTo>
                    <a:pt x="402094" y="397391"/>
                  </a:lnTo>
                  <a:lnTo>
                    <a:pt x="410550" y="404136"/>
                  </a:lnTo>
                  <a:close/>
                  <a:moveTo>
                    <a:pt x="410550" y="404136"/>
                  </a:moveTo>
                  <a:lnTo>
                    <a:pt x="446245" y="413018"/>
                  </a:lnTo>
                  <a:lnTo>
                    <a:pt x="431072" y="384658"/>
                  </a:lnTo>
                  <a:close/>
                  <a:moveTo>
                    <a:pt x="458598" y="383950"/>
                  </a:moveTo>
                  <a:lnTo>
                    <a:pt x="481904" y="392091"/>
                  </a:lnTo>
                  <a:lnTo>
                    <a:pt x="462549" y="377768"/>
                  </a:lnTo>
                  <a:close/>
                  <a:moveTo>
                    <a:pt x="570126" y="338413"/>
                  </a:moveTo>
                  <a:lnTo>
                    <a:pt x="542833" y="332577"/>
                  </a:lnTo>
                  <a:lnTo>
                    <a:pt x="595934" y="310328"/>
                  </a:lnTo>
                  <a:close/>
                  <a:moveTo>
                    <a:pt x="1039374" y="269841"/>
                  </a:moveTo>
                  <a:lnTo>
                    <a:pt x="1008099" y="279932"/>
                  </a:lnTo>
                  <a:lnTo>
                    <a:pt x="986585" y="293255"/>
                  </a:lnTo>
                  <a:close/>
                  <a:moveTo>
                    <a:pt x="1039374" y="269841"/>
                  </a:moveTo>
                  <a:lnTo>
                    <a:pt x="1052220" y="226404"/>
                  </a:lnTo>
                  <a:lnTo>
                    <a:pt x="1009182" y="279495"/>
                  </a:lnTo>
                  <a:close/>
                  <a:moveTo>
                    <a:pt x="1052238" y="225557"/>
                  </a:moveTo>
                  <a:lnTo>
                    <a:pt x="1052220" y="226404"/>
                  </a:lnTo>
                  <a:lnTo>
                    <a:pt x="1048205" y="206650"/>
                  </a:lnTo>
                  <a:close/>
                  <a:moveTo>
                    <a:pt x="1052220" y="226404"/>
                  </a:moveTo>
                  <a:lnTo>
                    <a:pt x="1060521" y="225557"/>
                  </a:lnTo>
                  <a:lnTo>
                    <a:pt x="1048205" y="206650"/>
                  </a:lnTo>
                  <a:close/>
                  <a:moveTo>
                    <a:pt x="1065625" y="175572"/>
                  </a:moveTo>
                  <a:lnTo>
                    <a:pt x="1060521" y="225557"/>
                  </a:lnTo>
                  <a:lnTo>
                    <a:pt x="1095729" y="173374"/>
                  </a:lnTo>
                  <a:close/>
                  <a:moveTo>
                    <a:pt x="1095729" y="173374"/>
                  </a:moveTo>
                  <a:lnTo>
                    <a:pt x="1082962" y="171619"/>
                  </a:lnTo>
                  <a:lnTo>
                    <a:pt x="1065625" y="175572"/>
                  </a:lnTo>
                  <a:close/>
                  <a:moveTo>
                    <a:pt x="1082962" y="171619"/>
                  </a:moveTo>
                  <a:lnTo>
                    <a:pt x="1095729" y="173374"/>
                  </a:lnTo>
                  <a:lnTo>
                    <a:pt x="1097213" y="169096"/>
                  </a:lnTo>
                  <a:close/>
                  <a:moveTo>
                    <a:pt x="1066901" y="169722"/>
                  </a:moveTo>
                  <a:lnTo>
                    <a:pt x="1082962" y="171619"/>
                  </a:lnTo>
                  <a:lnTo>
                    <a:pt x="1106958" y="119498"/>
                  </a:lnTo>
                  <a:close/>
                  <a:moveTo>
                    <a:pt x="1055503" y="0"/>
                  </a:moveTo>
                  <a:lnTo>
                    <a:pt x="1044515" y="44171"/>
                  </a:lnTo>
                  <a:lnTo>
                    <a:pt x="1053846" y="35324"/>
                  </a:lnTo>
                  <a:close/>
                  <a:moveTo>
                    <a:pt x="1028182" y="39870"/>
                  </a:moveTo>
                  <a:lnTo>
                    <a:pt x="1044515" y="44171"/>
                  </a:lnTo>
                  <a:lnTo>
                    <a:pt x="1055503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29" name="Input_density__168">
              <a:extLst>
                <a:ext uri="{FF2B5EF4-FFF2-40B4-BE49-F238E27FC236}">
                  <a16:creationId xmlns:a16="http://schemas.microsoft.com/office/drawing/2014/main" id="{7D4F7017-9ACC-3995-B72A-85DEDF39640E}"/>
                </a:ext>
              </a:extLst>
            </p:cNvPr>
            <p:cNvSpPr>
              <a:spLocks noGrp="1"/>
            </p:cNvSpPr>
            <p:nvPr/>
          </p:nvSpPr>
          <p:spPr>
            <a:xfrm>
              <a:off x="535590" y="1628678"/>
              <a:ext cx="1163809" cy="762431"/>
            </a:xfrm>
            <a:custGeom>
              <a:avLst/>
              <a:gdLst/>
              <a:ahLst/>
              <a:cxnLst/>
              <a:rect l="0" t="0" r="0" b="0"/>
              <a:pathLst>
                <a:path w="1163809" h="762431">
                  <a:moveTo>
                    <a:pt x="83922" y="666142"/>
                  </a:moveTo>
                  <a:lnTo>
                    <a:pt x="86141" y="669567"/>
                  </a:lnTo>
                  <a:lnTo>
                    <a:pt x="93686" y="678599"/>
                  </a:lnTo>
                  <a:close/>
                  <a:moveTo>
                    <a:pt x="83922" y="666142"/>
                  </a:moveTo>
                  <a:lnTo>
                    <a:pt x="63724" y="629387"/>
                  </a:lnTo>
                  <a:lnTo>
                    <a:pt x="63953" y="642859"/>
                  </a:lnTo>
                  <a:close/>
                  <a:moveTo>
                    <a:pt x="83922" y="666142"/>
                  </a:moveTo>
                  <a:lnTo>
                    <a:pt x="93686" y="678599"/>
                  </a:lnTo>
                  <a:lnTo>
                    <a:pt x="105963" y="685713"/>
                  </a:lnTo>
                  <a:close/>
                  <a:moveTo>
                    <a:pt x="33308" y="577429"/>
                  </a:moveTo>
                  <a:lnTo>
                    <a:pt x="84949" y="581042"/>
                  </a:lnTo>
                  <a:lnTo>
                    <a:pt x="88805" y="564139"/>
                  </a:lnTo>
                  <a:close/>
                  <a:moveTo>
                    <a:pt x="18227" y="538693"/>
                  </a:moveTo>
                  <a:lnTo>
                    <a:pt x="33308" y="577429"/>
                  </a:lnTo>
                  <a:lnTo>
                    <a:pt x="54414" y="560135"/>
                  </a:lnTo>
                  <a:close/>
                  <a:moveTo>
                    <a:pt x="18227" y="538693"/>
                  </a:moveTo>
                  <a:lnTo>
                    <a:pt x="0" y="555877"/>
                  </a:lnTo>
                  <a:lnTo>
                    <a:pt x="33308" y="577429"/>
                  </a:lnTo>
                  <a:close/>
                  <a:moveTo>
                    <a:pt x="333025" y="724856"/>
                  </a:moveTo>
                  <a:lnTo>
                    <a:pt x="334170" y="762431"/>
                  </a:lnTo>
                  <a:lnTo>
                    <a:pt x="354718" y="743047"/>
                  </a:lnTo>
                  <a:close/>
                  <a:moveTo>
                    <a:pt x="333025" y="724856"/>
                  </a:moveTo>
                  <a:lnTo>
                    <a:pt x="303152" y="742040"/>
                  </a:lnTo>
                  <a:lnTo>
                    <a:pt x="334170" y="762431"/>
                  </a:lnTo>
                  <a:close/>
                  <a:moveTo>
                    <a:pt x="354718" y="743047"/>
                  </a:moveTo>
                  <a:lnTo>
                    <a:pt x="334170" y="762431"/>
                  </a:lnTo>
                  <a:lnTo>
                    <a:pt x="390327" y="751608"/>
                  </a:lnTo>
                  <a:close/>
                  <a:moveTo>
                    <a:pt x="92073" y="441009"/>
                  </a:moveTo>
                  <a:lnTo>
                    <a:pt x="125258" y="441119"/>
                  </a:lnTo>
                  <a:lnTo>
                    <a:pt x="99678" y="412375"/>
                  </a:lnTo>
                  <a:close/>
                  <a:moveTo>
                    <a:pt x="125258" y="441119"/>
                  </a:moveTo>
                  <a:lnTo>
                    <a:pt x="129982" y="401102"/>
                  </a:lnTo>
                  <a:lnTo>
                    <a:pt x="99678" y="412375"/>
                  </a:lnTo>
                  <a:close/>
                  <a:moveTo>
                    <a:pt x="101045" y="344221"/>
                  </a:moveTo>
                  <a:lnTo>
                    <a:pt x="131858" y="391005"/>
                  </a:lnTo>
                  <a:lnTo>
                    <a:pt x="134216" y="344342"/>
                  </a:lnTo>
                  <a:close/>
                  <a:moveTo>
                    <a:pt x="368678" y="530564"/>
                  </a:moveTo>
                  <a:lnTo>
                    <a:pt x="378133" y="513597"/>
                  </a:lnTo>
                  <a:lnTo>
                    <a:pt x="383783" y="489532"/>
                  </a:lnTo>
                  <a:close/>
                  <a:moveTo>
                    <a:pt x="261970" y="396450"/>
                  </a:moveTo>
                  <a:lnTo>
                    <a:pt x="280288" y="342512"/>
                  </a:lnTo>
                  <a:lnTo>
                    <a:pt x="261897" y="359695"/>
                  </a:lnTo>
                  <a:close/>
                  <a:moveTo>
                    <a:pt x="261897" y="359695"/>
                  </a:moveTo>
                  <a:lnTo>
                    <a:pt x="280288" y="342512"/>
                  </a:lnTo>
                  <a:lnTo>
                    <a:pt x="230971" y="337113"/>
                  </a:lnTo>
                  <a:close/>
                  <a:moveTo>
                    <a:pt x="280288" y="342512"/>
                  </a:moveTo>
                  <a:lnTo>
                    <a:pt x="252516" y="321459"/>
                  </a:lnTo>
                  <a:lnTo>
                    <a:pt x="230971" y="337113"/>
                  </a:lnTo>
                  <a:close/>
                  <a:moveTo>
                    <a:pt x="591380" y="746817"/>
                  </a:moveTo>
                  <a:lnTo>
                    <a:pt x="578322" y="710061"/>
                  </a:lnTo>
                  <a:lnTo>
                    <a:pt x="581174" y="716985"/>
                  </a:lnTo>
                  <a:close/>
                  <a:moveTo>
                    <a:pt x="494501" y="599796"/>
                  </a:moveTo>
                  <a:lnTo>
                    <a:pt x="535264" y="631148"/>
                  </a:lnTo>
                  <a:lnTo>
                    <a:pt x="534632" y="619368"/>
                  </a:lnTo>
                  <a:close/>
                  <a:moveTo>
                    <a:pt x="430583" y="444918"/>
                  </a:moveTo>
                  <a:lnTo>
                    <a:pt x="426964" y="452777"/>
                  </a:lnTo>
                  <a:lnTo>
                    <a:pt x="443857" y="442338"/>
                  </a:lnTo>
                  <a:close/>
                  <a:moveTo>
                    <a:pt x="361213" y="402391"/>
                  </a:moveTo>
                  <a:lnTo>
                    <a:pt x="334875" y="380232"/>
                  </a:lnTo>
                  <a:lnTo>
                    <a:pt x="360810" y="398838"/>
                  </a:lnTo>
                  <a:close/>
                  <a:moveTo>
                    <a:pt x="399845" y="398838"/>
                  </a:moveTo>
                  <a:lnTo>
                    <a:pt x="430583" y="444918"/>
                  </a:lnTo>
                  <a:lnTo>
                    <a:pt x="435401" y="435593"/>
                  </a:lnTo>
                  <a:close/>
                  <a:moveTo>
                    <a:pt x="383267" y="436586"/>
                  </a:moveTo>
                  <a:lnTo>
                    <a:pt x="430583" y="444918"/>
                  </a:lnTo>
                  <a:lnTo>
                    <a:pt x="399845" y="398838"/>
                  </a:lnTo>
                  <a:close/>
                  <a:moveTo>
                    <a:pt x="583798" y="535863"/>
                  </a:moveTo>
                  <a:lnTo>
                    <a:pt x="594353" y="572029"/>
                  </a:lnTo>
                  <a:lnTo>
                    <a:pt x="618396" y="534824"/>
                  </a:lnTo>
                  <a:close/>
                  <a:moveTo>
                    <a:pt x="491905" y="422153"/>
                  </a:moveTo>
                  <a:lnTo>
                    <a:pt x="479552" y="451220"/>
                  </a:lnTo>
                  <a:lnTo>
                    <a:pt x="526974" y="465477"/>
                  </a:lnTo>
                  <a:close/>
                  <a:moveTo>
                    <a:pt x="450827" y="418410"/>
                  </a:moveTo>
                  <a:lnTo>
                    <a:pt x="402670" y="395776"/>
                  </a:lnTo>
                  <a:lnTo>
                    <a:pt x="399845" y="398838"/>
                  </a:lnTo>
                  <a:close/>
                  <a:moveTo>
                    <a:pt x="450827" y="418410"/>
                  </a:moveTo>
                  <a:lnTo>
                    <a:pt x="399845" y="398838"/>
                  </a:lnTo>
                  <a:lnTo>
                    <a:pt x="435401" y="435593"/>
                  </a:lnTo>
                  <a:close/>
                  <a:moveTo>
                    <a:pt x="416596" y="294960"/>
                  </a:moveTo>
                  <a:lnTo>
                    <a:pt x="436388" y="305957"/>
                  </a:lnTo>
                  <a:lnTo>
                    <a:pt x="397391" y="265826"/>
                  </a:lnTo>
                  <a:close/>
                  <a:moveTo>
                    <a:pt x="645477" y="330105"/>
                  </a:moveTo>
                  <a:lnTo>
                    <a:pt x="629242" y="348530"/>
                  </a:lnTo>
                  <a:lnTo>
                    <a:pt x="632955" y="343999"/>
                  </a:lnTo>
                  <a:close/>
                  <a:moveTo>
                    <a:pt x="632955" y="343999"/>
                  </a:moveTo>
                  <a:lnTo>
                    <a:pt x="633441" y="298857"/>
                  </a:lnTo>
                  <a:lnTo>
                    <a:pt x="590315" y="327568"/>
                  </a:lnTo>
                  <a:close/>
                  <a:moveTo>
                    <a:pt x="669528" y="374578"/>
                  </a:moveTo>
                  <a:lnTo>
                    <a:pt x="683014" y="375137"/>
                  </a:lnTo>
                  <a:lnTo>
                    <a:pt x="662695" y="330105"/>
                  </a:lnTo>
                  <a:close/>
                  <a:moveTo>
                    <a:pt x="776295" y="460631"/>
                  </a:moveTo>
                  <a:lnTo>
                    <a:pt x="796443" y="471340"/>
                  </a:lnTo>
                  <a:lnTo>
                    <a:pt x="782730" y="437741"/>
                  </a:lnTo>
                  <a:close/>
                  <a:moveTo>
                    <a:pt x="1085528" y="264607"/>
                  </a:moveTo>
                  <a:lnTo>
                    <a:pt x="1072682" y="308043"/>
                  </a:lnTo>
                  <a:lnTo>
                    <a:pt x="1093828" y="263759"/>
                  </a:lnTo>
                  <a:close/>
                  <a:moveTo>
                    <a:pt x="1072682" y="308043"/>
                  </a:moveTo>
                  <a:lnTo>
                    <a:pt x="1091005" y="317698"/>
                  </a:lnTo>
                  <a:lnTo>
                    <a:pt x="1093828" y="263759"/>
                  </a:lnTo>
                  <a:close/>
                  <a:moveTo>
                    <a:pt x="1093828" y="263759"/>
                  </a:moveTo>
                  <a:lnTo>
                    <a:pt x="1121348" y="269215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093828" y="263759"/>
                  </a:lnTo>
                  <a:lnTo>
                    <a:pt x="1122575" y="261576"/>
                  </a:lnTo>
                  <a:close/>
                  <a:moveTo>
                    <a:pt x="1129036" y="211576"/>
                  </a:moveTo>
                  <a:lnTo>
                    <a:pt x="1163809" y="210395"/>
                  </a:lnTo>
                  <a:lnTo>
                    <a:pt x="1130520" y="207299"/>
                  </a:lnTo>
                  <a:close/>
                  <a:moveTo>
                    <a:pt x="1140265" y="157700"/>
                  </a:moveTo>
                  <a:lnTo>
                    <a:pt x="1116270" y="209821"/>
                  </a:lnTo>
                  <a:lnTo>
                    <a:pt x="1130520" y="207299"/>
                  </a:lnTo>
                  <a:close/>
                  <a:moveTo>
                    <a:pt x="1103040" y="160875"/>
                  </a:moveTo>
                  <a:lnTo>
                    <a:pt x="1100209" y="207924"/>
                  </a:lnTo>
                  <a:lnTo>
                    <a:pt x="1140265" y="157700"/>
                  </a:lnTo>
                  <a:close/>
                  <a:moveTo>
                    <a:pt x="1120348" y="84398"/>
                  </a:moveTo>
                  <a:lnTo>
                    <a:pt x="1118558" y="66368"/>
                  </a:lnTo>
                  <a:lnTo>
                    <a:pt x="1087154" y="73526"/>
                  </a:lnTo>
                  <a:close/>
                  <a:moveTo>
                    <a:pt x="1077823" y="82373"/>
                  </a:moveTo>
                  <a:lnTo>
                    <a:pt x="1070534" y="97808"/>
                  </a:lnTo>
                  <a:lnTo>
                    <a:pt x="1087154" y="73526"/>
                  </a:lnTo>
                  <a:close/>
                  <a:moveTo>
                    <a:pt x="1061437" y="33368"/>
                  </a:moveTo>
                  <a:lnTo>
                    <a:pt x="1088810" y="38202"/>
                  </a:lnTo>
                  <a:lnTo>
                    <a:pt x="1080760" y="0"/>
                  </a:lnTo>
                  <a:close/>
                  <a:moveTo>
                    <a:pt x="1117467" y="41994"/>
                  </a:moveTo>
                  <a:lnTo>
                    <a:pt x="1087154" y="73526"/>
                  </a:lnTo>
                  <a:lnTo>
                    <a:pt x="1118558" y="66368"/>
                  </a:lnTo>
                  <a:close/>
                  <a:moveTo>
                    <a:pt x="1117467" y="41994"/>
                  </a:moveTo>
                  <a:lnTo>
                    <a:pt x="1088810" y="38202"/>
                  </a:lnTo>
                  <a:lnTo>
                    <a:pt x="1087154" y="73526"/>
                  </a:lnTo>
                  <a:close/>
                  <a:moveTo>
                    <a:pt x="1088810" y="38202"/>
                  </a:moveTo>
                  <a:lnTo>
                    <a:pt x="1107979" y="4960"/>
                  </a:lnTo>
                  <a:lnTo>
                    <a:pt x="1080760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30" name="Input_density__169">
              <a:extLst>
                <a:ext uri="{FF2B5EF4-FFF2-40B4-BE49-F238E27FC236}">
                  <a16:creationId xmlns:a16="http://schemas.microsoft.com/office/drawing/2014/main" id="{E5C79DBF-7B8F-55FE-0377-BEA7622C40EE}"/>
                </a:ext>
              </a:extLst>
            </p:cNvPr>
            <p:cNvSpPr>
              <a:spLocks noGrp="1"/>
            </p:cNvSpPr>
            <p:nvPr/>
          </p:nvSpPr>
          <p:spPr>
            <a:xfrm>
              <a:off x="509078" y="1604765"/>
              <a:ext cx="1202842" cy="740898"/>
            </a:xfrm>
            <a:custGeom>
              <a:avLst/>
              <a:gdLst/>
              <a:ahLst/>
              <a:cxnLst/>
              <a:rect l="0" t="0" r="0" b="0"/>
              <a:pathLst>
                <a:path w="1202842" h="740898">
                  <a:moveTo>
                    <a:pt x="6967" y="543035"/>
                  </a:moveTo>
                  <a:lnTo>
                    <a:pt x="0" y="551900"/>
                  </a:lnTo>
                  <a:lnTo>
                    <a:pt x="15707" y="560989"/>
                  </a:lnTo>
                  <a:close/>
                  <a:moveTo>
                    <a:pt x="115739" y="672871"/>
                  </a:moveTo>
                  <a:lnTo>
                    <a:pt x="130151" y="643514"/>
                  </a:lnTo>
                  <a:lnTo>
                    <a:pt x="90236" y="653300"/>
                  </a:lnTo>
                  <a:close/>
                  <a:moveTo>
                    <a:pt x="75939" y="616545"/>
                  </a:moveTo>
                  <a:lnTo>
                    <a:pt x="121685" y="641391"/>
                  </a:lnTo>
                  <a:lnTo>
                    <a:pt x="111460" y="604956"/>
                  </a:lnTo>
                  <a:close/>
                  <a:moveTo>
                    <a:pt x="75939" y="616545"/>
                  </a:moveTo>
                  <a:lnTo>
                    <a:pt x="90236" y="653300"/>
                  </a:lnTo>
                  <a:lnTo>
                    <a:pt x="121685" y="641391"/>
                  </a:lnTo>
                  <a:close/>
                  <a:moveTo>
                    <a:pt x="121685" y="641391"/>
                  </a:moveTo>
                  <a:lnTo>
                    <a:pt x="144604" y="605098"/>
                  </a:lnTo>
                  <a:lnTo>
                    <a:pt x="111460" y="604956"/>
                  </a:lnTo>
                  <a:close/>
                  <a:moveTo>
                    <a:pt x="25216" y="525851"/>
                  </a:moveTo>
                  <a:lnTo>
                    <a:pt x="6967" y="543035"/>
                  </a:lnTo>
                  <a:lnTo>
                    <a:pt x="15707" y="560989"/>
                  </a:lnTo>
                  <a:close/>
                  <a:moveTo>
                    <a:pt x="23834" y="495165"/>
                  </a:moveTo>
                  <a:lnTo>
                    <a:pt x="6967" y="543035"/>
                  </a:lnTo>
                  <a:lnTo>
                    <a:pt x="25216" y="525851"/>
                  </a:lnTo>
                  <a:close/>
                  <a:moveTo>
                    <a:pt x="23834" y="495165"/>
                  </a:moveTo>
                  <a:lnTo>
                    <a:pt x="7603" y="530691"/>
                  </a:lnTo>
                  <a:lnTo>
                    <a:pt x="6967" y="543035"/>
                  </a:lnTo>
                  <a:close/>
                  <a:moveTo>
                    <a:pt x="7603" y="530691"/>
                  </a:moveTo>
                  <a:lnTo>
                    <a:pt x="23834" y="495165"/>
                  </a:lnTo>
                  <a:lnTo>
                    <a:pt x="12243" y="506280"/>
                  </a:lnTo>
                  <a:close/>
                  <a:moveTo>
                    <a:pt x="23834" y="495165"/>
                  </a:moveTo>
                  <a:lnTo>
                    <a:pt x="24987" y="489096"/>
                  </a:lnTo>
                  <a:lnTo>
                    <a:pt x="12243" y="506280"/>
                  </a:lnTo>
                  <a:close/>
                  <a:moveTo>
                    <a:pt x="189999" y="646494"/>
                  </a:moveTo>
                  <a:lnTo>
                    <a:pt x="162718" y="640703"/>
                  </a:lnTo>
                  <a:lnTo>
                    <a:pt x="130151" y="643514"/>
                  </a:lnTo>
                  <a:close/>
                  <a:moveTo>
                    <a:pt x="201712" y="630507"/>
                  </a:moveTo>
                  <a:lnTo>
                    <a:pt x="165733" y="636116"/>
                  </a:lnTo>
                  <a:lnTo>
                    <a:pt x="215819" y="663784"/>
                  </a:lnTo>
                  <a:close/>
                  <a:moveTo>
                    <a:pt x="189999" y="646494"/>
                  </a:moveTo>
                  <a:lnTo>
                    <a:pt x="165733" y="636116"/>
                  </a:lnTo>
                  <a:lnTo>
                    <a:pt x="162718" y="640703"/>
                  </a:lnTo>
                  <a:close/>
                  <a:moveTo>
                    <a:pt x="24987" y="489096"/>
                  </a:moveTo>
                  <a:lnTo>
                    <a:pt x="23834" y="495165"/>
                  </a:lnTo>
                  <a:lnTo>
                    <a:pt x="23810" y="487796"/>
                  </a:lnTo>
                  <a:close/>
                  <a:moveTo>
                    <a:pt x="23810" y="487796"/>
                  </a:moveTo>
                  <a:lnTo>
                    <a:pt x="37833" y="451299"/>
                  </a:lnTo>
                  <a:lnTo>
                    <a:pt x="24987" y="489096"/>
                  </a:lnTo>
                  <a:close/>
                  <a:moveTo>
                    <a:pt x="24987" y="489096"/>
                  </a:moveTo>
                  <a:lnTo>
                    <a:pt x="37833" y="451299"/>
                  </a:lnTo>
                  <a:lnTo>
                    <a:pt x="49413" y="435158"/>
                  </a:lnTo>
                  <a:close/>
                  <a:moveTo>
                    <a:pt x="24987" y="489096"/>
                  </a:moveTo>
                  <a:lnTo>
                    <a:pt x="49413" y="435158"/>
                  </a:lnTo>
                  <a:lnTo>
                    <a:pt x="36307" y="452341"/>
                  </a:lnTo>
                  <a:close/>
                  <a:moveTo>
                    <a:pt x="49413" y="435158"/>
                  </a:moveTo>
                  <a:lnTo>
                    <a:pt x="48046" y="398403"/>
                  </a:lnTo>
                  <a:lnTo>
                    <a:pt x="36307" y="452341"/>
                  </a:lnTo>
                  <a:close/>
                  <a:moveTo>
                    <a:pt x="118585" y="464922"/>
                  </a:moveTo>
                  <a:lnTo>
                    <a:pt x="173165" y="491485"/>
                  </a:lnTo>
                  <a:lnTo>
                    <a:pt x="174248" y="491504"/>
                  </a:lnTo>
                  <a:close/>
                  <a:moveTo>
                    <a:pt x="118585" y="464922"/>
                  </a:moveTo>
                  <a:lnTo>
                    <a:pt x="174248" y="491504"/>
                  </a:lnTo>
                  <a:lnTo>
                    <a:pt x="151770" y="465032"/>
                  </a:lnTo>
                  <a:close/>
                  <a:moveTo>
                    <a:pt x="48046" y="398403"/>
                  </a:moveTo>
                  <a:lnTo>
                    <a:pt x="49413" y="435158"/>
                  </a:lnTo>
                  <a:lnTo>
                    <a:pt x="70083" y="417975"/>
                  </a:lnTo>
                  <a:close/>
                  <a:moveTo>
                    <a:pt x="160728" y="368255"/>
                  </a:moveTo>
                  <a:lnTo>
                    <a:pt x="123073" y="327281"/>
                  </a:lnTo>
                  <a:lnTo>
                    <a:pt x="122525" y="327478"/>
                  </a:lnTo>
                  <a:close/>
                  <a:moveTo>
                    <a:pt x="160728" y="368255"/>
                  </a:moveTo>
                  <a:lnTo>
                    <a:pt x="122525" y="327478"/>
                  </a:lnTo>
                  <a:lnTo>
                    <a:pt x="127557" y="368134"/>
                  </a:lnTo>
                  <a:close/>
                  <a:moveTo>
                    <a:pt x="288482" y="420363"/>
                  </a:moveTo>
                  <a:lnTo>
                    <a:pt x="288409" y="383608"/>
                  </a:lnTo>
                  <a:lnTo>
                    <a:pt x="263244" y="428582"/>
                  </a:lnTo>
                  <a:close/>
                  <a:moveTo>
                    <a:pt x="229897" y="346853"/>
                  </a:moveTo>
                  <a:lnTo>
                    <a:pt x="255361" y="390243"/>
                  </a:lnTo>
                  <a:lnTo>
                    <a:pt x="257483" y="361026"/>
                  </a:lnTo>
                  <a:close/>
                  <a:moveTo>
                    <a:pt x="223356" y="400791"/>
                  </a:moveTo>
                  <a:lnTo>
                    <a:pt x="255361" y="390243"/>
                  </a:lnTo>
                  <a:lnTo>
                    <a:pt x="229897" y="346853"/>
                  </a:lnTo>
                  <a:close/>
                  <a:moveTo>
                    <a:pt x="123073" y="327281"/>
                  </a:moveTo>
                  <a:lnTo>
                    <a:pt x="162852" y="352577"/>
                  </a:lnTo>
                  <a:lnTo>
                    <a:pt x="172137" y="314232"/>
                  </a:lnTo>
                  <a:close/>
                  <a:moveTo>
                    <a:pt x="162852" y="352577"/>
                  </a:moveTo>
                  <a:lnTo>
                    <a:pt x="189188" y="310098"/>
                  </a:lnTo>
                  <a:lnTo>
                    <a:pt x="172137" y="314232"/>
                  </a:lnTo>
                  <a:close/>
                  <a:moveTo>
                    <a:pt x="218579" y="340146"/>
                  </a:moveTo>
                  <a:lnTo>
                    <a:pt x="189188" y="310098"/>
                  </a:lnTo>
                  <a:lnTo>
                    <a:pt x="162852" y="352577"/>
                  </a:lnTo>
                  <a:close/>
                  <a:moveTo>
                    <a:pt x="172137" y="314232"/>
                  </a:moveTo>
                  <a:lnTo>
                    <a:pt x="202682" y="280712"/>
                  </a:lnTo>
                  <a:lnTo>
                    <a:pt x="198331" y="275278"/>
                  </a:lnTo>
                  <a:close/>
                  <a:moveTo>
                    <a:pt x="473468" y="589761"/>
                  </a:moveTo>
                  <a:lnTo>
                    <a:pt x="441975" y="550200"/>
                  </a:lnTo>
                  <a:lnTo>
                    <a:pt x="431601" y="551963"/>
                  </a:lnTo>
                  <a:close/>
                  <a:moveTo>
                    <a:pt x="229897" y="346853"/>
                  </a:moveTo>
                  <a:lnTo>
                    <a:pt x="240226" y="324876"/>
                  </a:lnTo>
                  <a:lnTo>
                    <a:pt x="239922" y="292915"/>
                  </a:lnTo>
                  <a:close/>
                  <a:moveTo>
                    <a:pt x="227853" y="296024"/>
                  </a:moveTo>
                  <a:lnTo>
                    <a:pt x="218579" y="340146"/>
                  </a:lnTo>
                  <a:lnTo>
                    <a:pt x="229897" y="346853"/>
                  </a:lnTo>
                  <a:close/>
                  <a:moveTo>
                    <a:pt x="613103" y="722390"/>
                  </a:moveTo>
                  <a:lnTo>
                    <a:pt x="607686" y="740898"/>
                  </a:lnTo>
                  <a:lnTo>
                    <a:pt x="604834" y="733974"/>
                  </a:lnTo>
                  <a:close/>
                  <a:moveTo>
                    <a:pt x="663390" y="689619"/>
                  </a:moveTo>
                  <a:lnTo>
                    <a:pt x="624863" y="697220"/>
                  </a:lnTo>
                  <a:lnTo>
                    <a:pt x="613103" y="722390"/>
                  </a:lnTo>
                  <a:close/>
                  <a:moveTo>
                    <a:pt x="663390" y="689619"/>
                  </a:moveTo>
                  <a:lnTo>
                    <a:pt x="613103" y="722390"/>
                  </a:lnTo>
                  <a:lnTo>
                    <a:pt x="631362" y="694449"/>
                  </a:lnTo>
                  <a:close/>
                  <a:moveTo>
                    <a:pt x="513516" y="586955"/>
                  </a:moveTo>
                  <a:lnTo>
                    <a:pt x="521012" y="623710"/>
                  </a:lnTo>
                  <a:lnTo>
                    <a:pt x="545807" y="606526"/>
                  </a:lnTo>
                  <a:close/>
                  <a:moveTo>
                    <a:pt x="441975" y="550200"/>
                  </a:moveTo>
                  <a:lnTo>
                    <a:pt x="472807" y="571575"/>
                  </a:lnTo>
                  <a:lnTo>
                    <a:pt x="474902" y="543849"/>
                  </a:lnTo>
                  <a:close/>
                  <a:moveTo>
                    <a:pt x="513516" y="586955"/>
                  </a:moveTo>
                  <a:lnTo>
                    <a:pt x="558661" y="547207"/>
                  </a:lnTo>
                  <a:lnTo>
                    <a:pt x="513376" y="539658"/>
                  </a:lnTo>
                  <a:close/>
                  <a:moveTo>
                    <a:pt x="513376" y="539658"/>
                  </a:moveTo>
                  <a:lnTo>
                    <a:pt x="558661" y="547207"/>
                  </a:lnTo>
                  <a:lnTo>
                    <a:pt x="548582" y="538125"/>
                  </a:lnTo>
                  <a:close/>
                  <a:moveTo>
                    <a:pt x="513516" y="586955"/>
                  </a:moveTo>
                  <a:lnTo>
                    <a:pt x="513376" y="539658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2807" y="571575"/>
                  </a:lnTo>
                  <a:lnTo>
                    <a:pt x="509329" y="583546"/>
                  </a:lnTo>
                  <a:close/>
                  <a:moveTo>
                    <a:pt x="513376" y="539658"/>
                  </a:moveTo>
                  <a:lnTo>
                    <a:pt x="474902" y="543849"/>
                  </a:lnTo>
                  <a:lnTo>
                    <a:pt x="472807" y="571575"/>
                  </a:lnTo>
                  <a:close/>
                  <a:moveTo>
                    <a:pt x="513376" y="539658"/>
                  </a:moveTo>
                  <a:lnTo>
                    <a:pt x="505026" y="501699"/>
                  </a:lnTo>
                  <a:lnTo>
                    <a:pt x="474902" y="543849"/>
                  </a:lnTo>
                  <a:close/>
                  <a:moveTo>
                    <a:pt x="548582" y="538125"/>
                  </a:moveTo>
                  <a:lnTo>
                    <a:pt x="505026" y="501699"/>
                  </a:lnTo>
                  <a:lnTo>
                    <a:pt x="513376" y="539658"/>
                  </a:lnTo>
                  <a:close/>
                  <a:moveTo>
                    <a:pt x="505026" y="501699"/>
                  </a:moveTo>
                  <a:lnTo>
                    <a:pt x="525811" y="496261"/>
                  </a:lnTo>
                  <a:lnTo>
                    <a:pt x="506064" y="475133"/>
                  </a:lnTo>
                  <a:close/>
                  <a:moveTo>
                    <a:pt x="423431" y="424364"/>
                  </a:moveTo>
                  <a:lnTo>
                    <a:pt x="426357" y="422751"/>
                  </a:lnTo>
                  <a:lnTo>
                    <a:pt x="424697" y="420066"/>
                  </a:lnTo>
                  <a:close/>
                  <a:moveTo>
                    <a:pt x="359529" y="403180"/>
                  </a:moveTo>
                  <a:lnTo>
                    <a:pt x="360879" y="402247"/>
                  </a:lnTo>
                  <a:lnTo>
                    <a:pt x="382163" y="385616"/>
                  </a:lnTo>
                  <a:close/>
                  <a:moveTo>
                    <a:pt x="361571" y="403180"/>
                  </a:moveTo>
                  <a:lnTo>
                    <a:pt x="382726" y="385996"/>
                  </a:lnTo>
                  <a:lnTo>
                    <a:pt x="360879" y="402247"/>
                  </a:lnTo>
                  <a:close/>
                  <a:moveTo>
                    <a:pt x="318667" y="272791"/>
                  </a:moveTo>
                  <a:lnTo>
                    <a:pt x="261532" y="279958"/>
                  </a:lnTo>
                  <a:lnTo>
                    <a:pt x="285704" y="274125"/>
                  </a:lnTo>
                  <a:close/>
                  <a:moveTo>
                    <a:pt x="682823" y="680036"/>
                  </a:moveTo>
                  <a:lnTo>
                    <a:pt x="663390" y="689619"/>
                  </a:lnTo>
                  <a:lnTo>
                    <a:pt x="719242" y="677656"/>
                  </a:lnTo>
                  <a:close/>
                  <a:moveTo>
                    <a:pt x="719242" y="677656"/>
                  </a:moveTo>
                  <a:lnTo>
                    <a:pt x="663390" y="689619"/>
                  </a:lnTo>
                  <a:lnTo>
                    <a:pt x="696855" y="699608"/>
                  </a:lnTo>
                  <a:close/>
                  <a:moveTo>
                    <a:pt x="696855" y="699608"/>
                  </a:moveTo>
                  <a:lnTo>
                    <a:pt x="663390" y="689619"/>
                  </a:lnTo>
                  <a:lnTo>
                    <a:pt x="691128" y="700149"/>
                  </a:lnTo>
                  <a:close/>
                  <a:moveTo>
                    <a:pt x="721853" y="662853"/>
                  </a:moveTo>
                  <a:lnTo>
                    <a:pt x="706766" y="669777"/>
                  </a:lnTo>
                  <a:lnTo>
                    <a:pt x="719242" y="677656"/>
                  </a:lnTo>
                  <a:close/>
                  <a:moveTo>
                    <a:pt x="558661" y="547207"/>
                  </a:moveTo>
                  <a:lnTo>
                    <a:pt x="544970" y="569771"/>
                  </a:lnTo>
                  <a:lnTo>
                    <a:pt x="580951" y="556556"/>
                  </a:lnTo>
                  <a:close/>
                  <a:moveTo>
                    <a:pt x="580951" y="556556"/>
                  </a:moveTo>
                  <a:lnTo>
                    <a:pt x="589546" y="538102"/>
                  </a:lnTo>
                  <a:lnTo>
                    <a:pt x="558661" y="547207"/>
                  </a:lnTo>
                  <a:close/>
                  <a:moveTo>
                    <a:pt x="580951" y="556556"/>
                  </a:moveTo>
                  <a:lnTo>
                    <a:pt x="610310" y="559776"/>
                  </a:lnTo>
                  <a:lnTo>
                    <a:pt x="589546" y="538102"/>
                  </a:lnTo>
                  <a:close/>
                  <a:moveTo>
                    <a:pt x="424697" y="420066"/>
                  </a:moveTo>
                  <a:lnTo>
                    <a:pt x="426357" y="422751"/>
                  </a:lnTo>
                  <a:lnTo>
                    <a:pt x="429182" y="419689"/>
                  </a:lnTo>
                  <a:close/>
                  <a:moveTo>
                    <a:pt x="287127" y="274924"/>
                  </a:moveTo>
                  <a:lnTo>
                    <a:pt x="318667" y="272791"/>
                  </a:lnTo>
                  <a:lnTo>
                    <a:pt x="285704" y="274125"/>
                  </a:lnTo>
                  <a:close/>
                  <a:moveTo>
                    <a:pt x="719242" y="677656"/>
                  </a:moveTo>
                  <a:lnTo>
                    <a:pt x="696855" y="699608"/>
                  </a:lnTo>
                  <a:lnTo>
                    <a:pt x="719123" y="659730"/>
                  </a:lnTo>
                  <a:close/>
                  <a:moveTo>
                    <a:pt x="721853" y="662853"/>
                  </a:moveTo>
                  <a:lnTo>
                    <a:pt x="719242" y="677656"/>
                  </a:lnTo>
                  <a:lnTo>
                    <a:pt x="719123" y="659730"/>
                  </a:lnTo>
                  <a:close/>
                  <a:moveTo>
                    <a:pt x="689207" y="354018"/>
                  </a:moveTo>
                  <a:lnTo>
                    <a:pt x="659467" y="367912"/>
                  </a:lnTo>
                  <a:lnTo>
                    <a:pt x="655754" y="372444"/>
                  </a:lnTo>
                  <a:close/>
                  <a:moveTo>
                    <a:pt x="689207" y="354018"/>
                  </a:moveTo>
                  <a:lnTo>
                    <a:pt x="700080" y="317386"/>
                  </a:lnTo>
                  <a:lnTo>
                    <a:pt x="659467" y="367912"/>
                  </a:lnTo>
                  <a:close/>
                  <a:moveTo>
                    <a:pt x="659467" y="367912"/>
                  </a:moveTo>
                  <a:lnTo>
                    <a:pt x="700033" y="317274"/>
                  </a:lnTo>
                  <a:lnTo>
                    <a:pt x="659953" y="322770"/>
                  </a:lnTo>
                  <a:close/>
                  <a:moveTo>
                    <a:pt x="751883" y="300079"/>
                  </a:moveTo>
                  <a:lnTo>
                    <a:pt x="752086" y="302044"/>
                  </a:lnTo>
                  <a:lnTo>
                    <a:pt x="722975" y="306779"/>
                  </a:lnTo>
                  <a:close/>
                  <a:moveTo>
                    <a:pt x="754321" y="299400"/>
                  </a:moveTo>
                  <a:lnTo>
                    <a:pt x="752086" y="302044"/>
                  </a:lnTo>
                  <a:lnTo>
                    <a:pt x="751883" y="300079"/>
                  </a:lnTo>
                  <a:close/>
                  <a:moveTo>
                    <a:pt x="993820" y="594119"/>
                  </a:moveTo>
                  <a:lnTo>
                    <a:pt x="1001366" y="600181"/>
                  </a:lnTo>
                  <a:lnTo>
                    <a:pt x="1004569" y="590198"/>
                  </a:lnTo>
                  <a:close/>
                  <a:moveTo>
                    <a:pt x="974016" y="557364"/>
                  </a:moveTo>
                  <a:lnTo>
                    <a:pt x="993820" y="594119"/>
                  </a:lnTo>
                  <a:lnTo>
                    <a:pt x="1004569" y="590198"/>
                  </a:lnTo>
                  <a:close/>
                  <a:moveTo>
                    <a:pt x="751235" y="316232"/>
                  </a:moveTo>
                  <a:lnTo>
                    <a:pt x="773631" y="282896"/>
                  </a:lnTo>
                  <a:lnTo>
                    <a:pt x="751883" y="300079"/>
                  </a:lnTo>
                  <a:close/>
                  <a:moveTo>
                    <a:pt x="774174" y="277420"/>
                  </a:moveTo>
                  <a:lnTo>
                    <a:pt x="754321" y="299400"/>
                  </a:lnTo>
                  <a:lnTo>
                    <a:pt x="751883" y="300079"/>
                  </a:lnTo>
                  <a:close/>
                  <a:moveTo>
                    <a:pt x="862951" y="175019"/>
                  </a:moveTo>
                  <a:lnTo>
                    <a:pt x="833699" y="138264"/>
                  </a:lnTo>
                  <a:lnTo>
                    <a:pt x="811351" y="191456"/>
                  </a:lnTo>
                  <a:close/>
                  <a:moveTo>
                    <a:pt x="811351" y="191456"/>
                  </a:moveTo>
                  <a:lnTo>
                    <a:pt x="835531" y="189830"/>
                  </a:lnTo>
                  <a:lnTo>
                    <a:pt x="862951" y="175019"/>
                  </a:lnTo>
                  <a:close/>
                  <a:moveTo>
                    <a:pt x="1042155" y="273500"/>
                  </a:moveTo>
                  <a:lnTo>
                    <a:pt x="1006536" y="275369"/>
                  </a:lnTo>
                  <a:lnTo>
                    <a:pt x="1056681" y="297586"/>
                  </a:lnTo>
                  <a:close/>
                  <a:moveTo>
                    <a:pt x="833699" y="138264"/>
                  </a:moveTo>
                  <a:lnTo>
                    <a:pt x="862951" y="175019"/>
                  </a:lnTo>
                  <a:lnTo>
                    <a:pt x="864134" y="157836"/>
                  </a:lnTo>
                  <a:close/>
                  <a:moveTo>
                    <a:pt x="940002" y="42652"/>
                  </a:moveTo>
                  <a:lnTo>
                    <a:pt x="970979" y="33895"/>
                  </a:lnTo>
                  <a:lnTo>
                    <a:pt x="914253" y="42591"/>
                  </a:lnTo>
                  <a:close/>
                  <a:moveTo>
                    <a:pt x="1129552" y="184788"/>
                  </a:moveTo>
                  <a:lnTo>
                    <a:pt x="1158314" y="143746"/>
                  </a:lnTo>
                  <a:lnTo>
                    <a:pt x="1120697" y="147240"/>
                  </a:lnTo>
                  <a:close/>
                  <a:moveTo>
                    <a:pt x="1197927" y="179796"/>
                  </a:moveTo>
                  <a:lnTo>
                    <a:pt x="1174300" y="143041"/>
                  </a:lnTo>
                  <a:lnTo>
                    <a:pt x="1166777" y="181613"/>
                  </a:lnTo>
                  <a:close/>
                  <a:moveTo>
                    <a:pt x="1174300" y="143041"/>
                  </a:moveTo>
                  <a:lnTo>
                    <a:pt x="1158314" y="143746"/>
                  </a:lnTo>
                  <a:lnTo>
                    <a:pt x="1166777" y="181613"/>
                  </a:lnTo>
                  <a:close/>
                  <a:moveTo>
                    <a:pt x="1097046" y="121721"/>
                  </a:moveTo>
                  <a:lnTo>
                    <a:pt x="1090906" y="144372"/>
                  </a:lnTo>
                  <a:lnTo>
                    <a:pt x="1120697" y="147240"/>
                  </a:lnTo>
                  <a:close/>
                  <a:moveTo>
                    <a:pt x="1120697" y="147240"/>
                  </a:moveTo>
                  <a:lnTo>
                    <a:pt x="1158314" y="143746"/>
                  </a:lnTo>
                  <a:lnTo>
                    <a:pt x="1146860" y="108311"/>
                  </a:lnTo>
                  <a:close/>
                  <a:moveTo>
                    <a:pt x="1120697" y="147240"/>
                  </a:moveTo>
                  <a:lnTo>
                    <a:pt x="1146860" y="108311"/>
                  </a:lnTo>
                  <a:lnTo>
                    <a:pt x="1097046" y="121721"/>
                  </a:lnTo>
                  <a:close/>
                  <a:moveTo>
                    <a:pt x="1024354" y="12670"/>
                  </a:moveTo>
                  <a:lnTo>
                    <a:pt x="970979" y="33895"/>
                  </a:lnTo>
                  <a:lnTo>
                    <a:pt x="992773" y="19170"/>
                  </a:lnTo>
                  <a:close/>
                  <a:moveTo>
                    <a:pt x="1054285" y="0"/>
                  </a:moveTo>
                  <a:lnTo>
                    <a:pt x="1005657" y="38975"/>
                  </a:lnTo>
                  <a:lnTo>
                    <a:pt x="1024354" y="12670"/>
                  </a:lnTo>
                  <a:close/>
                  <a:moveTo>
                    <a:pt x="1197927" y="179796"/>
                  </a:moveTo>
                  <a:lnTo>
                    <a:pt x="1202587" y="180749"/>
                  </a:lnTo>
                  <a:lnTo>
                    <a:pt x="1202842" y="179381"/>
                  </a:lnTo>
                  <a:close/>
                  <a:moveTo>
                    <a:pt x="1174300" y="143041"/>
                  </a:moveTo>
                  <a:lnTo>
                    <a:pt x="1197927" y="179796"/>
                  </a:lnTo>
                  <a:lnTo>
                    <a:pt x="1202842" y="179381"/>
                  </a:lnTo>
                  <a:close/>
                  <a:moveTo>
                    <a:pt x="1043189" y="21835"/>
                  </a:moveTo>
                  <a:lnTo>
                    <a:pt x="1054285" y="0"/>
                  </a:lnTo>
                  <a:lnTo>
                    <a:pt x="1024354" y="12670"/>
                  </a:lnTo>
                  <a:close/>
                  <a:moveTo>
                    <a:pt x="1043189" y="21835"/>
                  </a:moveTo>
                  <a:lnTo>
                    <a:pt x="1079132" y="19702"/>
                  </a:lnTo>
                  <a:lnTo>
                    <a:pt x="1054285" y="0"/>
                  </a:lnTo>
                  <a:close/>
                  <a:moveTo>
                    <a:pt x="1079132" y="19702"/>
                  </a:moveTo>
                  <a:lnTo>
                    <a:pt x="1089550" y="7274"/>
                  </a:lnTo>
                  <a:lnTo>
                    <a:pt x="1054285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31" name="Input_density__170">
              <a:extLst>
                <a:ext uri="{FF2B5EF4-FFF2-40B4-BE49-F238E27FC236}">
                  <a16:creationId xmlns:a16="http://schemas.microsoft.com/office/drawing/2014/main" id="{26D21FC1-28F6-01BA-FF0D-46B57A993266}"/>
                </a:ext>
              </a:extLst>
            </p:cNvPr>
            <p:cNvSpPr>
              <a:spLocks noGrp="1"/>
            </p:cNvSpPr>
            <p:nvPr/>
          </p:nvSpPr>
          <p:spPr>
            <a:xfrm>
              <a:off x="557124" y="1647356"/>
              <a:ext cx="891955" cy="647365"/>
            </a:xfrm>
            <a:custGeom>
              <a:avLst/>
              <a:gdLst/>
              <a:ahLst/>
              <a:cxnLst/>
              <a:rect l="0" t="0" r="0" b="0"/>
              <a:pathLst>
                <a:path w="891955" h="647365">
                  <a:moveTo>
                    <a:pt x="42189" y="610708"/>
                  </a:moveTo>
                  <a:lnTo>
                    <a:pt x="82104" y="600923"/>
                  </a:lnTo>
                  <a:lnTo>
                    <a:pt x="73639" y="598799"/>
                  </a:lnTo>
                  <a:close/>
                  <a:moveTo>
                    <a:pt x="73639" y="598799"/>
                  </a:moveTo>
                  <a:lnTo>
                    <a:pt x="112154" y="594575"/>
                  </a:lnTo>
                  <a:lnTo>
                    <a:pt x="96558" y="562507"/>
                  </a:lnTo>
                  <a:close/>
                  <a:moveTo>
                    <a:pt x="112154" y="594575"/>
                  </a:moveTo>
                  <a:lnTo>
                    <a:pt x="73639" y="598799"/>
                  </a:lnTo>
                  <a:lnTo>
                    <a:pt x="114672" y="598111"/>
                  </a:lnTo>
                  <a:close/>
                  <a:moveTo>
                    <a:pt x="73639" y="598799"/>
                  </a:moveTo>
                  <a:lnTo>
                    <a:pt x="82104" y="600923"/>
                  </a:lnTo>
                  <a:lnTo>
                    <a:pt x="114672" y="598111"/>
                  </a:lnTo>
                  <a:close/>
                  <a:moveTo>
                    <a:pt x="112154" y="594575"/>
                  </a:moveTo>
                  <a:lnTo>
                    <a:pt x="114672" y="598111"/>
                  </a:lnTo>
                  <a:lnTo>
                    <a:pt x="117686" y="593525"/>
                  </a:lnTo>
                  <a:close/>
                  <a:moveTo>
                    <a:pt x="126271" y="448894"/>
                  </a:moveTo>
                  <a:lnTo>
                    <a:pt x="126202" y="448913"/>
                  </a:lnTo>
                  <a:lnTo>
                    <a:pt x="126236" y="448932"/>
                  </a:lnTo>
                  <a:close/>
                  <a:moveTo>
                    <a:pt x="126271" y="448894"/>
                  </a:moveTo>
                  <a:lnTo>
                    <a:pt x="134556" y="412138"/>
                  </a:lnTo>
                  <a:lnTo>
                    <a:pt x="126202" y="448913"/>
                  </a:lnTo>
                  <a:close/>
                  <a:moveTo>
                    <a:pt x="134556" y="412138"/>
                  </a:moveTo>
                  <a:lnTo>
                    <a:pt x="103723" y="422440"/>
                  </a:lnTo>
                  <a:lnTo>
                    <a:pt x="126202" y="448913"/>
                  </a:lnTo>
                  <a:close/>
                  <a:moveTo>
                    <a:pt x="126236" y="448932"/>
                  </a:moveTo>
                  <a:lnTo>
                    <a:pt x="126202" y="448913"/>
                  </a:lnTo>
                  <a:lnTo>
                    <a:pt x="125119" y="448894"/>
                  </a:lnTo>
                  <a:close/>
                  <a:moveTo>
                    <a:pt x="0" y="355812"/>
                  </a:moveTo>
                  <a:lnTo>
                    <a:pt x="22036" y="375383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0" y="355812"/>
                  </a:lnTo>
                  <a:lnTo>
                    <a:pt x="25279" y="338628"/>
                  </a:lnTo>
                  <a:close/>
                  <a:moveTo>
                    <a:pt x="27131" y="327545"/>
                  </a:moveTo>
                  <a:lnTo>
                    <a:pt x="3945" y="337068"/>
                  </a:lnTo>
                  <a:lnTo>
                    <a:pt x="0" y="355812"/>
                  </a:lnTo>
                  <a:close/>
                  <a:moveTo>
                    <a:pt x="27131" y="327545"/>
                  </a:moveTo>
                  <a:lnTo>
                    <a:pt x="30170" y="301873"/>
                  </a:lnTo>
                  <a:lnTo>
                    <a:pt x="10257" y="319057"/>
                  </a:lnTo>
                  <a:close/>
                  <a:moveTo>
                    <a:pt x="126236" y="448932"/>
                  </a:moveTo>
                  <a:lnTo>
                    <a:pt x="125119" y="448894"/>
                  </a:lnTo>
                  <a:lnTo>
                    <a:pt x="154950" y="460080"/>
                  </a:lnTo>
                  <a:close/>
                  <a:moveTo>
                    <a:pt x="176732" y="434921"/>
                  </a:moveTo>
                  <a:lnTo>
                    <a:pt x="126271" y="448894"/>
                  </a:lnTo>
                  <a:lnTo>
                    <a:pt x="182609" y="438916"/>
                  </a:lnTo>
                  <a:close/>
                  <a:moveTo>
                    <a:pt x="182609" y="438916"/>
                  </a:moveTo>
                  <a:lnTo>
                    <a:pt x="126271" y="448894"/>
                  </a:lnTo>
                  <a:lnTo>
                    <a:pt x="126236" y="448932"/>
                  </a:lnTo>
                  <a:close/>
                  <a:moveTo>
                    <a:pt x="134556" y="412138"/>
                  </a:moveTo>
                  <a:lnTo>
                    <a:pt x="176732" y="434921"/>
                  </a:lnTo>
                  <a:lnTo>
                    <a:pt x="166374" y="398594"/>
                  </a:lnTo>
                  <a:close/>
                  <a:moveTo>
                    <a:pt x="134556" y="412138"/>
                  </a:moveTo>
                  <a:lnTo>
                    <a:pt x="126271" y="448894"/>
                  </a:lnTo>
                  <a:lnTo>
                    <a:pt x="176732" y="434921"/>
                  </a:lnTo>
                  <a:close/>
                  <a:moveTo>
                    <a:pt x="187538" y="431710"/>
                  </a:moveTo>
                  <a:lnTo>
                    <a:pt x="179535" y="394955"/>
                  </a:lnTo>
                  <a:lnTo>
                    <a:pt x="176732" y="434921"/>
                  </a:lnTo>
                  <a:close/>
                  <a:moveTo>
                    <a:pt x="179535" y="394955"/>
                  </a:moveTo>
                  <a:lnTo>
                    <a:pt x="166374" y="398594"/>
                  </a:lnTo>
                  <a:lnTo>
                    <a:pt x="176732" y="434921"/>
                  </a:lnTo>
                  <a:close/>
                  <a:moveTo>
                    <a:pt x="176732" y="434921"/>
                  </a:moveTo>
                  <a:lnTo>
                    <a:pt x="182609" y="438916"/>
                  </a:lnTo>
                  <a:lnTo>
                    <a:pt x="187538" y="431710"/>
                  </a:lnTo>
                  <a:close/>
                  <a:moveTo>
                    <a:pt x="27131" y="327545"/>
                  </a:moveTo>
                  <a:lnTo>
                    <a:pt x="25279" y="338628"/>
                  </a:lnTo>
                  <a:lnTo>
                    <a:pt x="38166" y="332067"/>
                  </a:lnTo>
                  <a:close/>
                  <a:moveTo>
                    <a:pt x="38166" y="332067"/>
                  </a:moveTo>
                  <a:lnTo>
                    <a:pt x="30170" y="301873"/>
                  </a:lnTo>
                  <a:lnTo>
                    <a:pt x="27131" y="327545"/>
                  </a:lnTo>
                  <a:close/>
                  <a:moveTo>
                    <a:pt x="74478" y="284886"/>
                  </a:moveTo>
                  <a:lnTo>
                    <a:pt x="30170" y="301873"/>
                  </a:lnTo>
                  <a:lnTo>
                    <a:pt x="38166" y="332067"/>
                  </a:lnTo>
                  <a:close/>
                  <a:moveTo>
                    <a:pt x="79510" y="325543"/>
                  </a:moveTo>
                  <a:lnTo>
                    <a:pt x="74478" y="284886"/>
                  </a:lnTo>
                  <a:lnTo>
                    <a:pt x="38166" y="332067"/>
                  </a:lnTo>
                  <a:close/>
                  <a:moveTo>
                    <a:pt x="41982" y="265118"/>
                  </a:moveTo>
                  <a:lnTo>
                    <a:pt x="30170" y="301873"/>
                  </a:lnTo>
                  <a:lnTo>
                    <a:pt x="74478" y="284886"/>
                  </a:lnTo>
                  <a:close/>
                  <a:moveTo>
                    <a:pt x="75027" y="284690"/>
                  </a:moveTo>
                  <a:lnTo>
                    <a:pt x="74893" y="247935"/>
                  </a:lnTo>
                  <a:lnTo>
                    <a:pt x="74478" y="284886"/>
                  </a:lnTo>
                  <a:close/>
                  <a:moveTo>
                    <a:pt x="74893" y="247935"/>
                  </a:moveTo>
                  <a:lnTo>
                    <a:pt x="46912" y="262550"/>
                  </a:lnTo>
                  <a:lnTo>
                    <a:pt x="74478" y="284886"/>
                  </a:lnTo>
                  <a:close/>
                  <a:moveTo>
                    <a:pt x="179535" y="394955"/>
                  </a:moveTo>
                  <a:lnTo>
                    <a:pt x="230209" y="396101"/>
                  </a:lnTo>
                  <a:lnTo>
                    <a:pt x="215197" y="385990"/>
                  </a:lnTo>
                  <a:close/>
                  <a:moveTo>
                    <a:pt x="223239" y="414527"/>
                  </a:moveTo>
                  <a:lnTo>
                    <a:pt x="230209" y="396101"/>
                  </a:lnTo>
                  <a:lnTo>
                    <a:pt x="179535" y="394955"/>
                  </a:lnTo>
                  <a:close/>
                  <a:moveTo>
                    <a:pt x="187538" y="431710"/>
                  </a:moveTo>
                  <a:lnTo>
                    <a:pt x="223239" y="414527"/>
                  </a:lnTo>
                  <a:lnTo>
                    <a:pt x="179535" y="394955"/>
                  </a:lnTo>
                  <a:close/>
                  <a:moveTo>
                    <a:pt x="175310" y="358200"/>
                  </a:moveTo>
                  <a:lnTo>
                    <a:pt x="215197" y="385990"/>
                  </a:lnTo>
                  <a:lnTo>
                    <a:pt x="207315" y="347652"/>
                  </a:lnTo>
                  <a:close/>
                  <a:moveTo>
                    <a:pt x="175310" y="358200"/>
                  </a:moveTo>
                  <a:lnTo>
                    <a:pt x="179535" y="394955"/>
                  </a:lnTo>
                  <a:lnTo>
                    <a:pt x="215197" y="385990"/>
                  </a:lnTo>
                  <a:close/>
                  <a:moveTo>
                    <a:pt x="215197" y="385990"/>
                  </a:moveTo>
                  <a:lnTo>
                    <a:pt x="230209" y="396101"/>
                  </a:lnTo>
                  <a:lnTo>
                    <a:pt x="240435" y="377772"/>
                  </a:lnTo>
                  <a:close/>
                  <a:moveTo>
                    <a:pt x="74893" y="247935"/>
                  </a:moveTo>
                  <a:lnTo>
                    <a:pt x="124090" y="271641"/>
                  </a:lnTo>
                  <a:lnTo>
                    <a:pt x="110912" y="237608"/>
                  </a:lnTo>
                  <a:close/>
                  <a:moveTo>
                    <a:pt x="74893" y="247935"/>
                  </a:moveTo>
                  <a:lnTo>
                    <a:pt x="75027" y="284690"/>
                  </a:lnTo>
                  <a:lnTo>
                    <a:pt x="124090" y="271641"/>
                  </a:lnTo>
                  <a:close/>
                  <a:moveTo>
                    <a:pt x="141142" y="267507"/>
                  </a:moveTo>
                  <a:lnTo>
                    <a:pt x="154636" y="238120"/>
                  </a:lnTo>
                  <a:lnTo>
                    <a:pt x="124090" y="271641"/>
                  </a:lnTo>
                  <a:close/>
                  <a:moveTo>
                    <a:pt x="124090" y="271641"/>
                  </a:moveTo>
                  <a:lnTo>
                    <a:pt x="150284" y="232687"/>
                  </a:lnTo>
                  <a:lnTo>
                    <a:pt x="110912" y="237608"/>
                  </a:lnTo>
                  <a:close/>
                  <a:moveTo>
                    <a:pt x="411919" y="480971"/>
                  </a:moveTo>
                  <a:lnTo>
                    <a:pt x="356598" y="494919"/>
                  </a:lnTo>
                  <a:lnTo>
                    <a:pt x="393929" y="507608"/>
                  </a:lnTo>
                  <a:close/>
                  <a:moveTo>
                    <a:pt x="393929" y="507608"/>
                  </a:moveTo>
                  <a:lnTo>
                    <a:pt x="356598" y="494919"/>
                  </a:lnTo>
                  <a:lnTo>
                    <a:pt x="383555" y="509372"/>
                  </a:lnTo>
                  <a:close/>
                  <a:moveTo>
                    <a:pt x="407267" y="472436"/>
                  </a:moveTo>
                  <a:lnTo>
                    <a:pt x="411919" y="480971"/>
                  </a:lnTo>
                  <a:lnTo>
                    <a:pt x="412459" y="470853"/>
                  </a:lnTo>
                  <a:close/>
                  <a:moveTo>
                    <a:pt x="191876" y="250323"/>
                  </a:moveTo>
                  <a:lnTo>
                    <a:pt x="179807" y="253433"/>
                  </a:lnTo>
                  <a:lnTo>
                    <a:pt x="181851" y="304261"/>
                  </a:lnTo>
                  <a:close/>
                  <a:moveTo>
                    <a:pt x="170532" y="297555"/>
                  </a:moveTo>
                  <a:lnTo>
                    <a:pt x="179807" y="253433"/>
                  </a:lnTo>
                  <a:lnTo>
                    <a:pt x="141142" y="267507"/>
                  </a:lnTo>
                  <a:close/>
                  <a:moveTo>
                    <a:pt x="154636" y="238120"/>
                  </a:moveTo>
                  <a:lnTo>
                    <a:pt x="141142" y="267507"/>
                  </a:lnTo>
                  <a:lnTo>
                    <a:pt x="179807" y="253433"/>
                  </a:lnTo>
                  <a:close/>
                  <a:moveTo>
                    <a:pt x="213486" y="237367"/>
                  </a:moveTo>
                  <a:lnTo>
                    <a:pt x="179807" y="253433"/>
                  </a:lnTo>
                  <a:lnTo>
                    <a:pt x="191876" y="250323"/>
                  </a:lnTo>
                  <a:close/>
                  <a:moveTo>
                    <a:pt x="154636" y="238120"/>
                  </a:moveTo>
                  <a:lnTo>
                    <a:pt x="179807" y="253433"/>
                  </a:lnTo>
                  <a:lnTo>
                    <a:pt x="213486" y="237367"/>
                  </a:lnTo>
                  <a:close/>
                  <a:moveTo>
                    <a:pt x="600579" y="647365"/>
                  </a:moveTo>
                  <a:lnTo>
                    <a:pt x="615344" y="647027"/>
                  </a:lnTo>
                  <a:lnTo>
                    <a:pt x="634777" y="637445"/>
                  </a:lnTo>
                  <a:close/>
                  <a:moveTo>
                    <a:pt x="465469" y="544363"/>
                  </a:moveTo>
                  <a:lnTo>
                    <a:pt x="497761" y="563935"/>
                  </a:lnTo>
                  <a:lnTo>
                    <a:pt x="496923" y="527180"/>
                  </a:lnTo>
                  <a:close/>
                  <a:moveTo>
                    <a:pt x="496923" y="527180"/>
                  </a:moveTo>
                  <a:lnTo>
                    <a:pt x="510615" y="504615"/>
                  </a:lnTo>
                  <a:lnTo>
                    <a:pt x="465469" y="544363"/>
                  </a:lnTo>
                  <a:close/>
                  <a:moveTo>
                    <a:pt x="411919" y="480971"/>
                  </a:moveTo>
                  <a:lnTo>
                    <a:pt x="393929" y="507608"/>
                  </a:lnTo>
                  <a:lnTo>
                    <a:pt x="426855" y="501257"/>
                  </a:lnTo>
                  <a:close/>
                  <a:moveTo>
                    <a:pt x="426855" y="501257"/>
                  </a:moveTo>
                  <a:lnTo>
                    <a:pt x="412459" y="470853"/>
                  </a:lnTo>
                  <a:lnTo>
                    <a:pt x="411919" y="480971"/>
                  </a:lnTo>
                  <a:close/>
                  <a:moveTo>
                    <a:pt x="456979" y="459108"/>
                  </a:moveTo>
                  <a:lnTo>
                    <a:pt x="412459" y="470853"/>
                  </a:lnTo>
                  <a:lnTo>
                    <a:pt x="426855" y="501257"/>
                  </a:lnTo>
                  <a:close/>
                  <a:moveTo>
                    <a:pt x="237658" y="231534"/>
                  </a:moveTo>
                  <a:lnTo>
                    <a:pt x="191876" y="250323"/>
                  </a:lnTo>
                  <a:lnTo>
                    <a:pt x="235823" y="233140"/>
                  </a:lnTo>
                  <a:close/>
                  <a:moveTo>
                    <a:pt x="237658" y="231534"/>
                  </a:moveTo>
                  <a:lnTo>
                    <a:pt x="213486" y="237367"/>
                  </a:lnTo>
                  <a:lnTo>
                    <a:pt x="191876" y="250323"/>
                  </a:lnTo>
                  <a:close/>
                  <a:moveTo>
                    <a:pt x="658720" y="627185"/>
                  </a:moveTo>
                  <a:lnTo>
                    <a:pt x="634777" y="637445"/>
                  </a:lnTo>
                  <a:lnTo>
                    <a:pt x="671196" y="635064"/>
                  </a:lnTo>
                  <a:close/>
                  <a:moveTo>
                    <a:pt x="726127" y="234829"/>
                  </a:moveTo>
                  <a:lnTo>
                    <a:pt x="703836" y="257488"/>
                  </a:lnTo>
                  <a:lnTo>
                    <a:pt x="725585" y="240305"/>
                  </a:lnTo>
                  <a:close/>
                  <a:moveTo>
                    <a:pt x="706274" y="256809"/>
                  </a:moveTo>
                  <a:lnTo>
                    <a:pt x="726127" y="234829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2888" y="203550"/>
                  </a:lnTo>
                  <a:lnTo>
                    <a:pt x="706291" y="220733"/>
                  </a:lnTo>
                  <a:close/>
                  <a:moveTo>
                    <a:pt x="726127" y="234829"/>
                  </a:moveTo>
                  <a:lnTo>
                    <a:pt x="725585" y="240305"/>
                  </a:lnTo>
                  <a:lnTo>
                    <a:pt x="742397" y="228269"/>
                  </a:lnTo>
                  <a:close/>
                  <a:moveTo>
                    <a:pt x="726127" y="234829"/>
                  </a:moveTo>
                  <a:lnTo>
                    <a:pt x="742397" y="228269"/>
                  </a:lnTo>
                  <a:lnTo>
                    <a:pt x="722888" y="203550"/>
                  </a:lnTo>
                  <a:close/>
                  <a:moveTo>
                    <a:pt x="722888" y="203550"/>
                  </a:moveTo>
                  <a:lnTo>
                    <a:pt x="748950" y="223121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22888" y="203550"/>
                  </a:lnTo>
                  <a:lnTo>
                    <a:pt x="748717" y="186366"/>
                  </a:lnTo>
                  <a:close/>
                  <a:moveTo>
                    <a:pt x="717880" y="166795"/>
                  </a:moveTo>
                  <a:lnTo>
                    <a:pt x="748717" y="186366"/>
                  </a:lnTo>
                  <a:lnTo>
                    <a:pt x="761496" y="149611"/>
                  </a:lnTo>
                  <a:close/>
                  <a:moveTo>
                    <a:pt x="761496" y="149611"/>
                  </a:moveTo>
                  <a:lnTo>
                    <a:pt x="787484" y="147239"/>
                  </a:lnTo>
                  <a:lnTo>
                    <a:pt x="763305" y="148865"/>
                  </a:lnTo>
                  <a:close/>
                  <a:moveTo>
                    <a:pt x="748717" y="186366"/>
                  </a:moveTo>
                  <a:lnTo>
                    <a:pt x="777211" y="169183"/>
                  </a:lnTo>
                  <a:lnTo>
                    <a:pt x="761496" y="149611"/>
                  </a:lnTo>
                  <a:close/>
                  <a:moveTo>
                    <a:pt x="744800" y="112856"/>
                  </a:moveTo>
                  <a:lnTo>
                    <a:pt x="763305" y="148865"/>
                  </a:lnTo>
                  <a:lnTo>
                    <a:pt x="761271" y="105771"/>
                  </a:lnTo>
                  <a:close/>
                  <a:moveTo>
                    <a:pt x="744800" y="112856"/>
                  </a:moveTo>
                  <a:lnTo>
                    <a:pt x="761496" y="149611"/>
                  </a:lnTo>
                  <a:lnTo>
                    <a:pt x="763305" y="148865"/>
                  </a:lnTo>
                  <a:close/>
                  <a:moveTo>
                    <a:pt x="785653" y="95673"/>
                  </a:moveTo>
                  <a:lnTo>
                    <a:pt x="761271" y="105771"/>
                  </a:lnTo>
                  <a:lnTo>
                    <a:pt x="763305" y="148865"/>
                  </a:lnTo>
                  <a:close/>
                  <a:moveTo>
                    <a:pt x="761380" y="58918"/>
                  </a:moveTo>
                  <a:lnTo>
                    <a:pt x="761271" y="105771"/>
                  </a:lnTo>
                  <a:lnTo>
                    <a:pt x="765738" y="65934"/>
                  </a:lnTo>
                  <a:close/>
                  <a:moveTo>
                    <a:pt x="744800" y="112856"/>
                  </a:moveTo>
                  <a:lnTo>
                    <a:pt x="761271" y="105771"/>
                  </a:lnTo>
                  <a:lnTo>
                    <a:pt x="761380" y="58918"/>
                  </a:lnTo>
                  <a:close/>
                  <a:moveTo>
                    <a:pt x="721513" y="76101"/>
                  </a:moveTo>
                  <a:lnTo>
                    <a:pt x="744800" y="112856"/>
                  </a:lnTo>
                  <a:lnTo>
                    <a:pt x="761380" y="58918"/>
                  </a:lnTo>
                  <a:close/>
                  <a:moveTo>
                    <a:pt x="761271" y="105771"/>
                  </a:moveTo>
                  <a:lnTo>
                    <a:pt x="785653" y="95673"/>
                  </a:lnTo>
                  <a:lnTo>
                    <a:pt x="765738" y="65934"/>
                  </a:lnTo>
                  <a:close/>
                  <a:moveTo>
                    <a:pt x="761380" y="58918"/>
                  </a:moveTo>
                  <a:lnTo>
                    <a:pt x="761606" y="50482"/>
                  </a:lnTo>
                  <a:lnTo>
                    <a:pt x="715706" y="39346"/>
                  </a:lnTo>
                  <a:close/>
                  <a:moveTo>
                    <a:pt x="766945" y="56412"/>
                  </a:moveTo>
                  <a:lnTo>
                    <a:pt x="765738" y="65934"/>
                  </a:lnTo>
                  <a:lnTo>
                    <a:pt x="798854" y="41735"/>
                  </a:lnTo>
                  <a:close/>
                  <a:moveTo>
                    <a:pt x="798854" y="41735"/>
                  </a:moveTo>
                  <a:lnTo>
                    <a:pt x="765738" y="65934"/>
                  </a:lnTo>
                  <a:lnTo>
                    <a:pt x="785653" y="95673"/>
                  </a:lnTo>
                  <a:close/>
                  <a:moveTo>
                    <a:pt x="798854" y="41735"/>
                  </a:moveTo>
                  <a:lnTo>
                    <a:pt x="785653" y="95673"/>
                  </a:lnTo>
                  <a:lnTo>
                    <a:pt x="817313" y="78490"/>
                  </a:lnTo>
                  <a:close/>
                  <a:moveTo>
                    <a:pt x="761380" y="58918"/>
                  </a:moveTo>
                  <a:lnTo>
                    <a:pt x="765738" y="65934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1380" y="58918"/>
                  </a:lnTo>
                  <a:lnTo>
                    <a:pt x="766945" y="56412"/>
                  </a:lnTo>
                  <a:close/>
                  <a:moveTo>
                    <a:pt x="761606" y="50482"/>
                  </a:moveTo>
                  <a:lnTo>
                    <a:pt x="766945" y="56412"/>
                  </a:lnTo>
                  <a:lnTo>
                    <a:pt x="763277" y="22163"/>
                  </a:lnTo>
                  <a:close/>
                  <a:moveTo>
                    <a:pt x="763277" y="22163"/>
                  </a:moveTo>
                  <a:lnTo>
                    <a:pt x="766945" y="56412"/>
                  </a:lnTo>
                  <a:lnTo>
                    <a:pt x="798854" y="41735"/>
                  </a:lnTo>
                  <a:close/>
                  <a:moveTo>
                    <a:pt x="763277" y="22163"/>
                  </a:moveTo>
                  <a:lnTo>
                    <a:pt x="798854" y="41735"/>
                  </a:lnTo>
                  <a:lnTo>
                    <a:pt x="804246" y="4979"/>
                  </a:lnTo>
                  <a:close/>
                  <a:moveTo>
                    <a:pt x="807451" y="1106"/>
                  </a:moveTo>
                  <a:lnTo>
                    <a:pt x="763277" y="22163"/>
                  </a:lnTo>
                  <a:lnTo>
                    <a:pt x="804246" y="4979"/>
                  </a:lnTo>
                  <a:close/>
                  <a:moveTo>
                    <a:pt x="798854" y="41735"/>
                  </a:moveTo>
                  <a:lnTo>
                    <a:pt x="837433" y="70941"/>
                  </a:lnTo>
                  <a:lnTo>
                    <a:pt x="833535" y="29363"/>
                  </a:lnTo>
                  <a:close/>
                  <a:moveTo>
                    <a:pt x="798854" y="41735"/>
                  </a:moveTo>
                  <a:lnTo>
                    <a:pt x="817313" y="78490"/>
                  </a:lnTo>
                  <a:lnTo>
                    <a:pt x="837433" y="70941"/>
                  </a:lnTo>
                  <a:close/>
                  <a:moveTo>
                    <a:pt x="804246" y="4979"/>
                  </a:moveTo>
                  <a:lnTo>
                    <a:pt x="833535" y="29363"/>
                  </a:lnTo>
                  <a:lnTo>
                    <a:pt x="811352" y="2651"/>
                  </a:lnTo>
                  <a:close/>
                  <a:moveTo>
                    <a:pt x="804246" y="4979"/>
                  </a:moveTo>
                  <a:lnTo>
                    <a:pt x="798854" y="41735"/>
                  </a:lnTo>
                  <a:lnTo>
                    <a:pt x="833535" y="29363"/>
                  </a:lnTo>
                  <a:close/>
                  <a:moveTo>
                    <a:pt x="848815" y="24551"/>
                  </a:moveTo>
                  <a:lnTo>
                    <a:pt x="866207" y="0"/>
                  </a:lnTo>
                  <a:lnTo>
                    <a:pt x="833535" y="29363"/>
                  </a:lnTo>
                  <a:close/>
                  <a:moveTo>
                    <a:pt x="833535" y="29363"/>
                  </a:moveTo>
                  <a:lnTo>
                    <a:pt x="866207" y="0"/>
                  </a:lnTo>
                  <a:lnTo>
                    <a:pt x="846065" y="1518"/>
                  </a:lnTo>
                  <a:close/>
                  <a:moveTo>
                    <a:pt x="833535" y="29363"/>
                  </a:moveTo>
                  <a:lnTo>
                    <a:pt x="846065" y="1518"/>
                  </a:lnTo>
                  <a:lnTo>
                    <a:pt x="811352" y="2651"/>
                  </a:lnTo>
                  <a:close/>
                  <a:moveTo>
                    <a:pt x="807451" y="1106"/>
                  </a:moveTo>
                  <a:lnTo>
                    <a:pt x="804246" y="4979"/>
                  </a:lnTo>
                  <a:lnTo>
                    <a:pt x="811352" y="2651"/>
                  </a:lnTo>
                  <a:close/>
                  <a:moveTo>
                    <a:pt x="891955" y="61"/>
                  </a:moveTo>
                  <a:lnTo>
                    <a:pt x="866207" y="0"/>
                  </a:lnTo>
                  <a:lnTo>
                    <a:pt x="848815" y="24551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32" name="Input_density__171">
              <a:extLst>
                <a:ext uri="{FF2B5EF4-FFF2-40B4-BE49-F238E27FC236}">
                  <a16:creationId xmlns:a16="http://schemas.microsoft.com/office/drawing/2014/main" id="{3182A5F8-E658-832D-0E34-2D7182653C1C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836602"/>
              <a:ext cx="1061856" cy="550403"/>
            </a:xfrm>
            <a:custGeom>
              <a:avLst/>
              <a:gdLst/>
              <a:ahLst/>
              <a:cxnLst/>
              <a:rect l="0" t="0" r="0" b="0"/>
              <a:pathLst>
                <a:path w="1061856" h="550403">
                  <a:moveTo>
                    <a:pt x="152968" y="550403"/>
                  </a:moveTo>
                  <a:lnTo>
                    <a:pt x="117858" y="543708"/>
                  </a:lnTo>
                  <a:lnTo>
                    <a:pt x="93298" y="528169"/>
                  </a:lnTo>
                  <a:close/>
                  <a:moveTo>
                    <a:pt x="238698" y="525574"/>
                  </a:moveTo>
                  <a:lnTo>
                    <a:pt x="217390" y="508549"/>
                  </a:lnTo>
                  <a:lnTo>
                    <a:pt x="248738" y="534115"/>
                  </a:lnTo>
                  <a:close/>
                  <a:moveTo>
                    <a:pt x="0" y="352210"/>
                  </a:moveTo>
                  <a:lnTo>
                    <a:pt x="34391" y="356215"/>
                  </a:lnTo>
                  <a:lnTo>
                    <a:pt x="56707" y="343445"/>
                  </a:lnTo>
                  <a:close/>
                  <a:moveTo>
                    <a:pt x="226059" y="506686"/>
                  </a:moveTo>
                  <a:lnTo>
                    <a:pt x="230464" y="534115"/>
                  </a:lnTo>
                  <a:lnTo>
                    <a:pt x="238698" y="525574"/>
                  </a:lnTo>
                  <a:close/>
                  <a:moveTo>
                    <a:pt x="354289" y="516180"/>
                  </a:moveTo>
                  <a:lnTo>
                    <a:pt x="369521" y="510880"/>
                  </a:lnTo>
                  <a:lnTo>
                    <a:pt x="373947" y="499749"/>
                  </a:lnTo>
                  <a:close/>
                  <a:moveTo>
                    <a:pt x="363750" y="523185"/>
                  </a:moveTo>
                  <a:lnTo>
                    <a:pt x="369521" y="510880"/>
                  </a:lnTo>
                  <a:lnTo>
                    <a:pt x="354289" y="516180"/>
                  </a:lnTo>
                  <a:close/>
                  <a:moveTo>
                    <a:pt x="77444" y="183081"/>
                  </a:moveTo>
                  <a:lnTo>
                    <a:pt x="67753" y="168954"/>
                  </a:lnTo>
                  <a:lnTo>
                    <a:pt x="75568" y="193177"/>
                  </a:lnTo>
                  <a:close/>
                  <a:moveTo>
                    <a:pt x="371113" y="462994"/>
                  </a:moveTo>
                  <a:lnTo>
                    <a:pt x="382128" y="445810"/>
                  </a:lnTo>
                  <a:lnTo>
                    <a:pt x="373947" y="499749"/>
                  </a:lnTo>
                  <a:close/>
                  <a:moveTo>
                    <a:pt x="362269" y="409055"/>
                  </a:moveTo>
                  <a:lnTo>
                    <a:pt x="382128" y="445810"/>
                  </a:lnTo>
                  <a:lnTo>
                    <a:pt x="335289" y="426239"/>
                  </a:lnTo>
                  <a:close/>
                  <a:moveTo>
                    <a:pt x="355806" y="405448"/>
                  </a:moveTo>
                  <a:lnTo>
                    <a:pt x="382128" y="445810"/>
                  </a:lnTo>
                  <a:lnTo>
                    <a:pt x="362269" y="409055"/>
                  </a:lnTo>
                  <a:close/>
                  <a:moveTo>
                    <a:pt x="355806" y="405448"/>
                  </a:moveTo>
                  <a:lnTo>
                    <a:pt x="382820" y="402066"/>
                  </a:lnTo>
                  <a:lnTo>
                    <a:pt x="365315" y="364987"/>
                  </a:lnTo>
                  <a:close/>
                  <a:moveTo>
                    <a:pt x="299902" y="244852"/>
                  </a:moveTo>
                  <a:lnTo>
                    <a:pt x="299818" y="244889"/>
                  </a:lnTo>
                  <a:lnTo>
                    <a:pt x="328853" y="228662"/>
                  </a:lnTo>
                  <a:close/>
                  <a:moveTo>
                    <a:pt x="480218" y="411444"/>
                  </a:moveTo>
                  <a:lnTo>
                    <a:pt x="480849" y="423223"/>
                  </a:lnTo>
                  <a:lnTo>
                    <a:pt x="487600" y="424314"/>
                  </a:lnTo>
                  <a:close/>
                  <a:moveTo>
                    <a:pt x="409965" y="214936"/>
                  </a:moveTo>
                  <a:lnTo>
                    <a:pt x="437491" y="214228"/>
                  </a:lnTo>
                  <a:lnTo>
                    <a:pt x="420876" y="210485"/>
                  </a:lnTo>
                  <a:close/>
                  <a:moveTo>
                    <a:pt x="425138" y="243296"/>
                  </a:moveTo>
                  <a:lnTo>
                    <a:pt x="437491" y="214228"/>
                  </a:lnTo>
                  <a:lnTo>
                    <a:pt x="409965" y="214936"/>
                  </a:lnTo>
                  <a:close/>
                  <a:moveTo>
                    <a:pt x="705530" y="413832"/>
                  </a:moveTo>
                  <a:lnTo>
                    <a:pt x="720597" y="370333"/>
                  </a:lnTo>
                  <a:lnTo>
                    <a:pt x="711165" y="359894"/>
                  </a:lnTo>
                  <a:close/>
                  <a:moveTo>
                    <a:pt x="705530" y="413832"/>
                  </a:moveTo>
                  <a:lnTo>
                    <a:pt x="711165" y="359894"/>
                  </a:lnTo>
                  <a:lnTo>
                    <a:pt x="714270" y="396648"/>
                  </a:lnTo>
                  <a:close/>
                  <a:moveTo>
                    <a:pt x="720597" y="370333"/>
                  </a:moveTo>
                  <a:lnTo>
                    <a:pt x="717460" y="328136"/>
                  </a:lnTo>
                  <a:lnTo>
                    <a:pt x="711165" y="359894"/>
                  </a:lnTo>
                  <a:close/>
                  <a:moveTo>
                    <a:pt x="717460" y="328136"/>
                  </a:moveTo>
                  <a:lnTo>
                    <a:pt x="711157" y="323139"/>
                  </a:lnTo>
                  <a:lnTo>
                    <a:pt x="711165" y="359894"/>
                  </a:lnTo>
                  <a:close/>
                  <a:moveTo>
                    <a:pt x="711157" y="323139"/>
                  </a:moveTo>
                  <a:lnTo>
                    <a:pt x="743055" y="305955"/>
                  </a:lnTo>
                  <a:lnTo>
                    <a:pt x="711165" y="359894"/>
                  </a:lnTo>
                  <a:close/>
                  <a:moveTo>
                    <a:pt x="742028" y="263415"/>
                  </a:moveTo>
                  <a:lnTo>
                    <a:pt x="743655" y="301885"/>
                  </a:lnTo>
                  <a:lnTo>
                    <a:pt x="740897" y="269200"/>
                  </a:lnTo>
                  <a:close/>
                  <a:moveTo>
                    <a:pt x="720017" y="117300"/>
                  </a:moveTo>
                  <a:lnTo>
                    <a:pt x="678583" y="153666"/>
                  </a:lnTo>
                  <a:lnTo>
                    <a:pt x="670621" y="153400"/>
                  </a:lnTo>
                  <a:close/>
                  <a:moveTo>
                    <a:pt x="747110" y="122390"/>
                  </a:moveTo>
                  <a:lnTo>
                    <a:pt x="720017" y="117300"/>
                  </a:lnTo>
                  <a:lnTo>
                    <a:pt x="779896" y="120393"/>
                  </a:lnTo>
                  <a:close/>
                  <a:moveTo>
                    <a:pt x="875944" y="134141"/>
                  </a:moveTo>
                  <a:lnTo>
                    <a:pt x="912678" y="143539"/>
                  </a:lnTo>
                  <a:lnTo>
                    <a:pt x="931531" y="121186"/>
                  </a:lnTo>
                  <a:close/>
                  <a:moveTo>
                    <a:pt x="988075" y="109773"/>
                  </a:moveTo>
                  <a:lnTo>
                    <a:pt x="986993" y="110210"/>
                  </a:lnTo>
                  <a:lnTo>
                    <a:pt x="1018268" y="100119"/>
                  </a:lnTo>
                  <a:close/>
                  <a:moveTo>
                    <a:pt x="931531" y="121186"/>
                  </a:moveTo>
                  <a:lnTo>
                    <a:pt x="965478" y="123533"/>
                  </a:lnTo>
                  <a:lnTo>
                    <a:pt x="940419" y="120985"/>
                  </a:lnTo>
                  <a:close/>
                  <a:moveTo>
                    <a:pt x="988075" y="109773"/>
                  </a:moveTo>
                  <a:lnTo>
                    <a:pt x="1031114" y="56682"/>
                  </a:lnTo>
                  <a:lnTo>
                    <a:pt x="1031131" y="55835"/>
                  </a:lnTo>
                  <a:close/>
                  <a:moveTo>
                    <a:pt x="1031131" y="55835"/>
                  </a:moveTo>
                  <a:lnTo>
                    <a:pt x="1027099" y="36928"/>
                  </a:lnTo>
                  <a:lnTo>
                    <a:pt x="1044518" y="5849"/>
                  </a:lnTo>
                  <a:close/>
                  <a:moveTo>
                    <a:pt x="1027099" y="36928"/>
                  </a:moveTo>
                  <a:lnTo>
                    <a:pt x="1039414" y="55835"/>
                  </a:lnTo>
                  <a:lnTo>
                    <a:pt x="1044518" y="5849"/>
                  </a:lnTo>
                  <a:close/>
                  <a:moveTo>
                    <a:pt x="1045794" y="0"/>
                  </a:moveTo>
                  <a:lnTo>
                    <a:pt x="1044518" y="5849"/>
                  </a:lnTo>
                  <a:lnTo>
                    <a:pt x="1061856" y="1897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33" name="Input_density__172">
              <a:extLst>
                <a:ext uri="{FF2B5EF4-FFF2-40B4-BE49-F238E27FC236}">
                  <a16:creationId xmlns:a16="http://schemas.microsoft.com/office/drawing/2014/main" id="{0226D6B6-4FB7-FA89-A788-78AD13594583}"/>
                </a:ext>
              </a:extLst>
            </p:cNvPr>
            <p:cNvSpPr>
              <a:spLocks noGrp="1"/>
            </p:cNvSpPr>
            <p:nvPr/>
          </p:nvSpPr>
          <p:spPr>
            <a:xfrm>
              <a:off x="624395" y="1892437"/>
              <a:ext cx="996741" cy="494045"/>
            </a:xfrm>
            <a:custGeom>
              <a:avLst/>
              <a:gdLst/>
              <a:ahLst/>
              <a:cxnLst/>
              <a:rect l="0" t="0" r="0" b="0"/>
              <a:pathLst>
                <a:path w="996741" h="494045">
                  <a:moveTo>
                    <a:pt x="196073" y="478280"/>
                  </a:moveTo>
                  <a:lnTo>
                    <a:pt x="149822" y="486812"/>
                  </a:lnTo>
                  <a:lnTo>
                    <a:pt x="204308" y="469739"/>
                  </a:lnTo>
                  <a:close/>
                  <a:moveTo>
                    <a:pt x="0" y="300380"/>
                  </a:moveTo>
                  <a:lnTo>
                    <a:pt x="28318" y="281681"/>
                  </a:lnTo>
                  <a:lnTo>
                    <a:pt x="52820" y="277079"/>
                  </a:lnTo>
                  <a:close/>
                  <a:moveTo>
                    <a:pt x="22316" y="287610"/>
                  </a:moveTo>
                  <a:lnTo>
                    <a:pt x="0" y="300380"/>
                  </a:lnTo>
                  <a:lnTo>
                    <a:pt x="52820" y="277079"/>
                  </a:lnTo>
                  <a:close/>
                  <a:moveTo>
                    <a:pt x="176208" y="489254"/>
                  </a:moveTo>
                  <a:lnTo>
                    <a:pt x="120562" y="494045"/>
                  </a:lnTo>
                  <a:lnTo>
                    <a:pt x="156507" y="491911"/>
                  </a:lnTo>
                  <a:close/>
                  <a:moveTo>
                    <a:pt x="196073" y="478280"/>
                  </a:moveTo>
                  <a:lnTo>
                    <a:pt x="176208" y="489254"/>
                  </a:lnTo>
                  <a:lnTo>
                    <a:pt x="156507" y="491911"/>
                  </a:lnTo>
                  <a:close/>
                  <a:moveTo>
                    <a:pt x="41177" y="137342"/>
                  </a:moveTo>
                  <a:lnTo>
                    <a:pt x="24773" y="159767"/>
                  </a:lnTo>
                  <a:lnTo>
                    <a:pt x="10873" y="148615"/>
                  </a:lnTo>
                  <a:close/>
                  <a:moveTo>
                    <a:pt x="327878" y="353220"/>
                  </a:moveTo>
                  <a:lnTo>
                    <a:pt x="300898" y="370404"/>
                  </a:lnTo>
                  <a:lnTo>
                    <a:pt x="348429" y="346231"/>
                  </a:lnTo>
                  <a:close/>
                  <a:moveTo>
                    <a:pt x="327878" y="353220"/>
                  </a:moveTo>
                  <a:lnTo>
                    <a:pt x="348429" y="346231"/>
                  </a:lnTo>
                  <a:lnTo>
                    <a:pt x="321415" y="349613"/>
                  </a:lnTo>
                  <a:close/>
                  <a:moveTo>
                    <a:pt x="544576" y="483057"/>
                  </a:moveTo>
                  <a:lnTo>
                    <a:pt x="575461" y="465874"/>
                  </a:lnTo>
                  <a:lnTo>
                    <a:pt x="568457" y="478159"/>
                  </a:lnTo>
                  <a:close/>
                  <a:moveTo>
                    <a:pt x="575461" y="465874"/>
                  </a:moveTo>
                  <a:lnTo>
                    <a:pt x="544576" y="483057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75461" y="465874"/>
                  </a:lnTo>
                  <a:lnTo>
                    <a:pt x="592945" y="445139"/>
                  </a:lnTo>
                  <a:close/>
                  <a:moveTo>
                    <a:pt x="612059" y="420393"/>
                  </a:moveTo>
                  <a:lnTo>
                    <a:pt x="592945" y="445139"/>
                  </a:lnTo>
                  <a:lnTo>
                    <a:pt x="646395" y="424193"/>
                  </a:lnTo>
                  <a:close/>
                  <a:moveTo>
                    <a:pt x="386485" y="154650"/>
                  </a:moveTo>
                  <a:lnTo>
                    <a:pt x="403101" y="158393"/>
                  </a:lnTo>
                  <a:lnTo>
                    <a:pt x="407051" y="152211"/>
                  </a:lnTo>
                  <a:close/>
                  <a:moveTo>
                    <a:pt x="612059" y="420393"/>
                  </a:moveTo>
                  <a:lnTo>
                    <a:pt x="646395" y="424193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65863" y="400774"/>
                  </a:lnTo>
                  <a:lnTo>
                    <a:pt x="646395" y="424193"/>
                  </a:lnTo>
                  <a:close/>
                  <a:moveTo>
                    <a:pt x="659829" y="411935"/>
                  </a:moveTo>
                  <a:lnTo>
                    <a:pt x="670733" y="394752"/>
                  </a:lnTo>
                  <a:lnTo>
                    <a:pt x="665863" y="400774"/>
                  </a:lnTo>
                  <a:close/>
                  <a:moveTo>
                    <a:pt x="659829" y="411935"/>
                  </a:moveTo>
                  <a:lnTo>
                    <a:pt x="671139" y="357997"/>
                  </a:lnTo>
                  <a:lnTo>
                    <a:pt x="670733" y="394752"/>
                  </a:lnTo>
                  <a:close/>
                  <a:moveTo>
                    <a:pt x="411753" y="151359"/>
                  </a:moveTo>
                  <a:lnTo>
                    <a:pt x="386485" y="154650"/>
                  </a:lnTo>
                  <a:lnTo>
                    <a:pt x="407051" y="152211"/>
                  </a:lnTo>
                  <a:close/>
                  <a:moveTo>
                    <a:pt x="671139" y="357997"/>
                  </a:moveTo>
                  <a:lnTo>
                    <a:pt x="679879" y="340813"/>
                  </a:lnTo>
                  <a:lnTo>
                    <a:pt x="670733" y="394752"/>
                  </a:lnTo>
                  <a:close/>
                  <a:moveTo>
                    <a:pt x="682761" y="339375"/>
                  </a:moveTo>
                  <a:lnTo>
                    <a:pt x="686206" y="314498"/>
                  </a:lnTo>
                  <a:lnTo>
                    <a:pt x="671139" y="357997"/>
                  </a:lnTo>
                  <a:close/>
                  <a:moveTo>
                    <a:pt x="676766" y="267304"/>
                  </a:moveTo>
                  <a:lnTo>
                    <a:pt x="683070" y="272301"/>
                  </a:lnTo>
                  <a:lnTo>
                    <a:pt x="687939" y="262528"/>
                  </a:lnTo>
                  <a:close/>
                  <a:moveTo>
                    <a:pt x="676766" y="267304"/>
                  </a:moveTo>
                  <a:lnTo>
                    <a:pt x="687939" y="262528"/>
                  </a:lnTo>
                  <a:lnTo>
                    <a:pt x="709264" y="246050"/>
                  </a:lnTo>
                  <a:close/>
                  <a:moveTo>
                    <a:pt x="709264" y="246050"/>
                  </a:moveTo>
                  <a:lnTo>
                    <a:pt x="714299" y="229253"/>
                  </a:lnTo>
                  <a:lnTo>
                    <a:pt x="706506" y="213365"/>
                  </a:lnTo>
                  <a:close/>
                  <a:moveTo>
                    <a:pt x="841554" y="78306"/>
                  </a:moveTo>
                  <a:lnTo>
                    <a:pt x="897141" y="65351"/>
                  </a:lnTo>
                  <a:lnTo>
                    <a:pt x="864585" y="68207"/>
                  </a:lnTo>
                  <a:close/>
                  <a:moveTo>
                    <a:pt x="864585" y="68207"/>
                  </a:moveTo>
                  <a:lnTo>
                    <a:pt x="897141" y="65351"/>
                  </a:lnTo>
                  <a:lnTo>
                    <a:pt x="867268" y="69573"/>
                  </a:lnTo>
                  <a:close/>
                  <a:moveTo>
                    <a:pt x="897141" y="65351"/>
                  </a:moveTo>
                  <a:lnTo>
                    <a:pt x="906029" y="65150"/>
                  </a:lnTo>
                  <a:lnTo>
                    <a:pt x="867268" y="69573"/>
                  </a:lnTo>
                  <a:close/>
                  <a:moveTo>
                    <a:pt x="931087" y="67698"/>
                  </a:moveTo>
                  <a:lnTo>
                    <a:pt x="952602" y="54375"/>
                  </a:lnTo>
                  <a:lnTo>
                    <a:pt x="906029" y="65150"/>
                  </a:lnTo>
                  <a:close/>
                  <a:moveTo>
                    <a:pt x="953685" y="53938"/>
                  </a:moveTo>
                  <a:lnTo>
                    <a:pt x="996741" y="0"/>
                  </a:lnTo>
                  <a:lnTo>
                    <a:pt x="983524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34" name="Input_density__173">
              <a:extLst>
                <a:ext uri="{FF2B5EF4-FFF2-40B4-BE49-F238E27FC236}">
                  <a16:creationId xmlns:a16="http://schemas.microsoft.com/office/drawing/2014/main" id="{9CE13305-B1CF-5105-37B6-A977CBC490F4}"/>
                </a:ext>
              </a:extLst>
            </p:cNvPr>
            <p:cNvSpPr>
              <a:spLocks noGrp="1"/>
            </p:cNvSpPr>
            <p:nvPr/>
          </p:nvSpPr>
          <p:spPr>
            <a:xfrm>
              <a:off x="534294" y="1624467"/>
              <a:ext cx="1104336" cy="755843"/>
            </a:xfrm>
            <a:custGeom>
              <a:avLst/>
              <a:gdLst/>
              <a:ahLst/>
              <a:cxnLst/>
              <a:rect l="0" t="0" r="0" b="0"/>
              <a:pathLst>
                <a:path w="1104336" h="755843">
                  <a:moveTo>
                    <a:pt x="109367" y="700696"/>
                  </a:moveTo>
                  <a:lnTo>
                    <a:pt x="134410" y="726679"/>
                  </a:lnTo>
                  <a:lnTo>
                    <a:pt x="131440" y="722913"/>
                  </a:lnTo>
                  <a:close/>
                  <a:moveTo>
                    <a:pt x="90523" y="653169"/>
                  </a:moveTo>
                  <a:lnTo>
                    <a:pt x="85217" y="670352"/>
                  </a:lnTo>
                  <a:lnTo>
                    <a:pt x="107258" y="689924"/>
                  </a:lnTo>
                  <a:close/>
                  <a:moveTo>
                    <a:pt x="107258" y="689924"/>
                  </a:moveTo>
                  <a:lnTo>
                    <a:pt x="109367" y="700696"/>
                  </a:lnTo>
                  <a:lnTo>
                    <a:pt x="131440" y="722913"/>
                  </a:lnTo>
                  <a:close/>
                  <a:moveTo>
                    <a:pt x="174428" y="709496"/>
                  </a:moveTo>
                  <a:lnTo>
                    <a:pt x="173568" y="755843"/>
                  </a:lnTo>
                  <a:lnTo>
                    <a:pt x="193316" y="733471"/>
                  </a:lnTo>
                  <a:close/>
                  <a:moveTo>
                    <a:pt x="174428" y="709496"/>
                  </a:moveTo>
                  <a:lnTo>
                    <a:pt x="134410" y="726679"/>
                  </a:lnTo>
                  <a:lnTo>
                    <a:pt x="173568" y="755843"/>
                  </a:lnTo>
                  <a:close/>
                  <a:moveTo>
                    <a:pt x="152298" y="672741"/>
                  </a:moveTo>
                  <a:lnTo>
                    <a:pt x="131440" y="722913"/>
                  </a:lnTo>
                  <a:lnTo>
                    <a:pt x="134410" y="726679"/>
                  </a:lnTo>
                  <a:close/>
                  <a:moveTo>
                    <a:pt x="107258" y="689924"/>
                  </a:moveTo>
                  <a:lnTo>
                    <a:pt x="131440" y="722913"/>
                  </a:lnTo>
                  <a:lnTo>
                    <a:pt x="139349" y="676321"/>
                  </a:lnTo>
                  <a:close/>
                  <a:moveTo>
                    <a:pt x="127882" y="613402"/>
                  </a:moveTo>
                  <a:lnTo>
                    <a:pt x="90523" y="653169"/>
                  </a:lnTo>
                  <a:lnTo>
                    <a:pt x="105297" y="635986"/>
                  </a:lnTo>
                  <a:close/>
                  <a:moveTo>
                    <a:pt x="164783" y="626791"/>
                  </a:moveTo>
                  <a:lnTo>
                    <a:pt x="104935" y="623812"/>
                  </a:lnTo>
                  <a:lnTo>
                    <a:pt x="127882" y="613402"/>
                  </a:lnTo>
                  <a:close/>
                  <a:moveTo>
                    <a:pt x="0" y="506149"/>
                  </a:moveTo>
                  <a:lnTo>
                    <a:pt x="14927" y="536442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0" y="506149"/>
                  </a:lnTo>
                  <a:lnTo>
                    <a:pt x="17667" y="525721"/>
                  </a:lnTo>
                  <a:close/>
                  <a:moveTo>
                    <a:pt x="2642" y="488966"/>
                  </a:moveTo>
                  <a:lnTo>
                    <a:pt x="5107" y="452211"/>
                  </a:lnTo>
                  <a:lnTo>
                    <a:pt x="0" y="506149"/>
                  </a:lnTo>
                  <a:close/>
                  <a:moveTo>
                    <a:pt x="361527" y="711884"/>
                  </a:moveTo>
                  <a:lnTo>
                    <a:pt x="334321" y="729067"/>
                  </a:lnTo>
                  <a:lnTo>
                    <a:pt x="356014" y="747258"/>
                  </a:lnTo>
                  <a:close/>
                  <a:moveTo>
                    <a:pt x="379627" y="657946"/>
                  </a:moveTo>
                  <a:lnTo>
                    <a:pt x="361527" y="711884"/>
                  </a:lnTo>
                  <a:lnTo>
                    <a:pt x="383938" y="659245"/>
                  </a:lnTo>
                  <a:close/>
                  <a:moveTo>
                    <a:pt x="383938" y="659245"/>
                  </a:moveTo>
                  <a:lnTo>
                    <a:pt x="361527" y="711884"/>
                  </a:lnTo>
                  <a:lnTo>
                    <a:pt x="379270" y="706205"/>
                  </a:lnTo>
                  <a:close/>
                  <a:moveTo>
                    <a:pt x="379627" y="657946"/>
                  </a:moveTo>
                  <a:lnTo>
                    <a:pt x="383938" y="659245"/>
                  </a:lnTo>
                  <a:lnTo>
                    <a:pt x="384212" y="657441"/>
                  </a:lnTo>
                  <a:close/>
                  <a:moveTo>
                    <a:pt x="422732" y="653213"/>
                  </a:moveTo>
                  <a:lnTo>
                    <a:pt x="383938" y="659245"/>
                  </a:lnTo>
                  <a:lnTo>
                    <a:pt x="420400" y="670994"/>
                  </a:lnTo>
                  <a:close/>
                  <a:moveTo>
                    <a:pt x="422732" y="653213"/>
                  </a:moveTo>
                  <a:lnTo>
                    <a:pt x="384212" y="657441"/>
                  </a:lnTo>
                  <a:lnTo>
                    <a:pt x="383938" y="659245"/>
                  </a:lnTo>
                  <a:close/>
                  <a:moveTo>
                    <a:pt x="406385" y="532261"/>
                  </a:moveTo>
                  <a:lnTo>
                    <a:pt x="369974" y="534775"/>
                  </a:lnTo>
                  <a:lnTo>
                    <a:pt x="412091" y="543720"/>
                  </a:lnTo>
                  <a:close/>
                  <a:moveTo>
                    <a:pt x="261379" y="389895"/>
                  </a:moveTo>
                  <a:lnTo>
                    <a:pt x="246069" y="437416"/>
                  </a:lnTo>
                  <a:lnTo>
                    <a:pt x="233950" y="429853"/>
                  </a:lnTo>
                  <a:close/>
                  <a:moveTo>
                    <a:pt x="394943" y="559222"/>
                  </a:moveTo>
                  <a:lnTo>
                    <a:pt x="423173" y="563359"/>
                  </a:lnTo>
                  <a:lnTo>
                    <a:pt x="412091" y="543720"/>
                  </a:lnTo>
                  <a:close/>
                  <a:moveTo>
                    <a:pt x="665912" y="680447"/>
                  </a:moveTo>
                  <a:lnTo>
                    <a:pt x="702159" y="688363"/>
                  </a:lnTo>
                  <a:lnTo>
                    <a:pt x="671639" y="679905"/>
                  </a:lnTo>
                  <a:close/>
                  <a:moveTo>
                    <a:pt x="665912" y="680447"/>
                  </a:moveTo>
                  <a:lnTo>
                    <a:pt x="657869" y="679905"/>
                  </a:lnTo>
                  <a:lnTo>
                    <a:pt x="657905" y="716660"/>
                  </a:lnTo>
                  <a:close/>
                  <a:moveTo>
                    <a:pt x="340913" y="334335"/>
                  </a:moveTo>
                  <a:lnTo>
                    <a:pt x="315328" y="312356"/>
                  </a:lnTo>
                  <a:lnTo>
                    <a:pt x="324314" y="365819"/>
                  </a:lnTo>
                  <a:close/>
                  <a:moveTo>
                    <a:pt x="324314" y="365819"/>
                  </a:moveTo>
                  <a:lnTo>
                    <a:pt x="315328" y="312356"/>
                  </a:lnTo>
                  <a:lnTo>
                    <a:pt x="287950" y="323546"/>
                  </a:lnTo>
                  <a:close/>
                  <a:moveTo>
                    <a:pt x="340913" y="334335"/>
                  </a:moveTo>
                  <a:lnTo>
                    <a:pt x="341445" y="366294"/>
                  </a:lnTo>
                  <a:lnTo>
                    <a:pt x="356947" y="365914"/>
                  </a:lnTo>
                  <a:close/>
                  <a:moveTo>
                    <a:pt x="340913" y="334335"/>
                  </a:moveTo>
                  <a:lnTo>
                    <a:pt x="356947" y="365914"/>
                  </a:lnTo>
                  <a:lnTo>
                    <a:pt x="376947" y="344484"/>
                  </a:lnTo>
                  <a:close/>
                  <a:moveTo>
                    <a:pt x="357510" y="366294"/>
                  </a:moveTo>
                  <a:lnTo>
                    <a:pt x="399480" y="400363"/>
                  </a:lnTo>
                  <a:lnTo>
                    <a:pt x="412452" y="385866"/>
                  </a:lnTo>
                  <a:close/>
                  <a:moveTo>
                    <a:pt x="390103" y="349111"/>
                  </a:moveTo>
                  <a:lnTo>
                    <a:pt x="357510" y="366294"/>
                  </a:lnTo>
                  <a:lnTo>
                    <a:pt x="412452" y="385866"/>
                  </a:lnTo>
                  <a:close/>
                  <a:moveTo>
                    <a:pt x="693907" y="640028"/>
                  </a:moveTo>
                  <a:lnTo>
                    <a:pt x="671639" y="679905"/>
                  </a:lnTo>
                  <a:lnTo>
                    <a:pt x="679058" y="669759"/>
                  </a:lnTo>
                  <a:close/>
                  <a:moveTo>
                    <a:pt x="412452" y="385866"/>
                  </a:moveTo>
                  <a:lnTo>
                    <a:pt x="427817" y="410099"/>
                  </a:lnTo>
                  <a:lnTo>
                    <a:pt x="441601" y="405437"/>
                  </a:lnTo>
                  <a:close/>
                  <a:moveTo>
                    <a:pt x="376947" y="344484"/>
                  </a:moveTo>
                  <a:lnTo>
                    <a:pt x="390103" y="349111"/>
                  </a:lnTo>
                  <a:lnTo>
                    <a:pt x="389565" y="295451"/>
                  </a:lnTo>
                  <a:close/>
                  <a:moveTo>
                    <a:pt x="389565" y="295451"/>
                  </a:moveTo>
                  <a:lnTo>
                    <a:pt x="390103" y="349111"/>
                  </a:lnTo>
                  <a:lnTo>
                    <a:pt x="417892" y="299171"/>
                  </a:lnTo>
                  <a:close/>
                  <a:moveTo>
                    <a:pt x="417892" y="299171"/>
                  </a:moveTo>
                  <a:lnTo>
                    <a:pt x="390103" y="349111"/>
                  </a:lnTo>
                  <a:lnTo>
                    <a:pt x="428295" y="335460"/>
                  </a:lnTo>
                  <a:close/>
                  <a:moveTo>
                    <a:pt x="417892" y="299171"/>
                  </a:moveTo>
                  <a:lnTo>
                    <a:pt x="389903" y="295172"/>
                  </a:lnTo>
                  <a:lnTo>
                    <a:pt x="389565" y="295451"/>
                  </a:lnTo>
                  <a:close/>
                  <a:moveTo>
                    <a:pt x="428295" y="335460"/>
                  </a:moveTo>
                  <a:lnTo>
                    <a:pt x="461212" y="314174"/>
                  </a:lnTo>
                  <a:lnTo>
                    <a:pt x="437684" y="310168"/>
                  </a:lnTo>
                  <a:close/>
                  <a:moveTo>
                    <a:pt x="428295" y="335460"/>
                  </a:moveTo>
                  <a:lnTo>
                    <a:pt x="437684" y="310168"/>
                  </a:lnTo>
                  <a:lnTo>
                    <a:pt x="417892" y="299171"/>
                  </a:lnTo>
                  <a:close/>
                  <a:moveTo>
                    <a:pt x="376947" y="344484"/>
                  </a:moveTo>
                  <a:lnTo>
                    <a:pt x="389565" y="295451"/>
                  </a:lnTo>
                  <a:lnTo>
                    <a:pt x="340913" y="334335"/>
                  </a:lnTo>
                  <a:close/>
                  <a:moveTo>
                    <a:pt x="373073" y="263772"/>
                  </a:moveTo>
                  <a:lnTo>
                    <a:pt x="389903" y="295172"/>
                  </a:lnTo>
                  <a:lnTo>
                    <a:pt x="417892" y="299171"/>
                  </a:lnTo>
                  <a:close/>
                  <a:moveTo>
                    <a:pt x="373073" y="263772"/>
                  </a:moveTo>
                  <a:lnTo>
                    <a:pt x="417892" y="299171"/>
                  </a:lnTo>
                  <a:lnTo>
                    <a:pt x="398687" y="270037"/>
                  </a:lnTo>
                  <a:close/>
                  <a:moveTo>
                    <a:pt x="761042" y="567790"/>
                  </a:moveTo>
                  <a:lnTo>
                    <a:pt x="746703" y="518090"/>
                  </a:lnTo>
                  <a:lnTo>
                    <a:pt x="731388" y="520062"/>
                  </a:lnTo>
                  <a:close/>
                  <a:moveTo>
                    <a:pt x="777590" y="464842"/>
                  </a:moveTo>
                  <a:lnTo>
                    <a:pt x="778802" y="465507"/>
                  </a:lnTo>
                  <a:lnTo>
                    <a:pt x="818491" y="500907"/>
                  </a:lnTo>
                  <a:close/>
                  <a:moveTo>
                    <a:pt x="694375" y="478319"/>
                  </a:moveTo>
                  <a:lnTo>
                    <a:pt x="727385" y="478570"/>
                  </a:lnTo>
                  <a:lnTo>
                    <a:pt x="728927" y="432570"/>
                  </a:lnTo>
                  <a:close/>
                  <a:moveTo>
                    <a:pt x="727385" y="478570"/>
                  </a:moveTo>
                  <a:lnTo>
                    <a:pt x="765619" y="429828"/>
                  </a:lnTo>
                  <a:lnTo>
                    <a:pt x="728927" y="432570"/>
                  </a:lnTo>
                  <a:close/>
                  <a:moveTo>
                    <a:pt x="1078218" y="160094"/>
                  </a:moveTo>
                  <a:lnTo>
                    <a:pt x="1077463" y="161238"/>
                  </a:lnTo>
                  <a:lnTo>
                    <a:pt x="1104336" y="165086"/>
                  </a:lnTo>
                  <a:close/>
                  <a:moveTo>
                    <a:pt x="1075799" y="155018"/>
                  </a:moveTo>
                  <a:lnTo>
                    <a:pt x="1078218" y="160094"/>
                  </a:lnTo>
                  <a:lnTo>
                    <a:pt x="1065689" y="124670"/>
                  </a:lnTo>
                  <a:close/>
                  <a:moveTo>
                    <a:pt x="1065689" y="124670"/>
                  </a:moveTo>
                  <a:lnTo>
                    <a:pt x="1078218" y="160094"/>
                  </a:lnTo>
                  <a:lnTo>
                    <a:pt x="1104336" y="165086"/>
                  </a:lnTo>
                  <a:close/>
                  <a:moveTo>
                    <a:pt x="1065689" y="124670"/>
                  </a:moveTo>
                  <a:lnTo>
                    <a:pt x="1104336" y="165086"/>
                  </a:lnTo>
                  <a:lnTo>
                    <a:pt x="1095481" y="127538"/>
                  </a:lnTo>
                  <a:close/>
                  <a:moveTo>
                    <a:pt x="1057693" y="123339"/>
                  </a:moveTo>
                  <a:lnTo>
                    <a:pt x="1065689" y="124670"/>
                  </a:lnTo>
                  <a:lnTo>
                    <a:pt x="1065194" y="115367"/>
                  </a:lnTo>
                  <a:close/>
                  <a:moveTo>
                    <a:pt x="1075799" y="155018"/>
                  </a:moveTo>
                  <a:lnTo>
                    <a:pt x="1065689" y="124670"/>
                  </a:lnTo>
                  <a:lnTo>
                    <a:pt x="1057693" y="123339"/>
                  </a:lnTo>
                  <a:close/>
                  <a:moveTo>
                    <a:pt x="1034354" y="78310"/>
                  </a:moveTo>
                  <a:lnTo>
                    <a:pt x="1062733" y="37579"/>
                  </a:lnTo>
                  <a:lnTo>
                    <a:pt x="1032842" y="34792"/>
                  </a:lnTo>
                  <a:close/>
                  <a:moveTo>
                    <a:pt x="1032842" y="34792"/>
                  </a:moveTo>
                  <a:lnTo>
                    <a:pt x="1062733" y="37579"/>
                  </a:lnTo>
                  <a:lnTo>
                    <a:pt x="1053916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35" name="Input_density__174">
              <a:extLst>
                <a:ext uri="{FF2B5EF4-FFF2-40B4-BE49-F238E27FC236}">
                  <a16:creationId xmlns:a16="http://schemas.microsoft.com/office/drawing/2014/main" id="{D3613A37-9FDD-E802-E277-B179D494F4DA}"/>
                </a:ext>
              </a:extLst>
            </p:cNvPr>
            <p:cNvSpPr>
              <a:spLocks noGrp="1"/>
            </p:cNvSpPr>
            <p:nvPr/>
          </p:nvSpPr>
          <p:spPr>
            <a:xfrm>
              <a:off x="552044" y="1817418"/>
              <a:ext cx="1083755" cy="577648"/>
            </a:xfrm>
            <a:custGeom>
              <a:avLst/>
              <a:gdLst/>
              <a:ahLst/>
              <a:cxnLst/>
              <a:rect l="0" t="0" r="0" b="0"/>
              <a:pathLst>
                <a:path w="1083755" h="577648">
                  <a:moveTo>
                    <a:pt x="91618" y="507746"/>
                  </a:moveTo>
                  <a:lnTo>
                    <a:pt x="131258" y="547354"/>
                  </a:lnTo>
                  <a:lnTo>
                    <a:pt x="116660" y="533729"/>
                  </a:lnTo>
                  <a:close/>
                  <a:moveTo>
                    <a:pt x="116660" y="533729"/>
                  </a:moveTo>
                  <a:lnTo>
                    <a:pt x="131258" y="547354"/>
                  </a:lnTo>
                  <a:lnTo>
                    <a:pt x="155818" y="562892"/>
                  </a:lnTo>
                  <a:close/>
                  <a:moveTo>
                    <a:pt x="190928" y="569588"/>
                  </a:moveTo>
                  <a:lnTo>
                    <a:pt x="191364" y="553300"/>
                  </a:lnTo>
                  <a:lnTo>
                    <a:pt x="175566" y="540520"/>
                  </a:lnTo>
                  <a:close/>
                  <a:moveTo>
                    <a:pt x="190928" y="569588"/>
                  </a:moveTo>
                  <a:lnTo>
                    <a:pt x="175566" y="540520"/>
                  </a:lnTo>
                  <a:lnTo>
                    <a:pt x="155818" y="562892"/>
                  </a:lnTo>
                  <a:close/>
                  <a:moveTo>
                    <a:pt x="37960" y="371395"/>
                  </a:moveTo>
                  <a:lnTo>
                    <a:pt x="0" y="349064"/>
                  </a:lnTo>
                  <a:lnTo>
                    <a:pt x="1773" y="349954"/>
                  </a:lnTo>
                  <a:close/>
                  <a:moveTo>
                    <a:pt x="28992" y="366233"/>
                  </a:moveTo>
                  <a:lnTo>
                    <a:pt x="0" y="349064"/>
                  </a:lnTo>
                  <a:lnTo>
                    <a:pt x="37960" y="371395"/>
                  </a:lnTo>
                  <a:close/>
                  <a:moveTo>
                    <a:pt x="191364" y="553300"/>
                  </a:moveTo>
                  <a:lnTo>
                    <a:pt x="192913" y="569064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31885" y="537382"/>
                  </a:lnTo>
                  <a:lnTo>
                    <a:pt x="214687" y="562208"/>
                  </a:lnTo>
                  <a:close/>
                  <a:moveTo>
                    <a:pt x="256788" y="544223"/>
                  </a:moveTo>
                  <a:lnTo>
                    <a:pt x="264019" y="525870"/>
                  </a:lnTo>
                  <a:lnTo>
                    <a:pt x="233284" y="535533"/>
                  </a:lnTo>
                  <a:close/>
                  <a:moveTo>
                    <a:pt x="264019" y="525870"/>
                  </a:moveTo>
                  <a:lnTo>
                    <a:pt x="295234" y="517999"/>
                  </a:lnTo>
                  <a:lnTo>
                    <a:pt x="318113" y="507333"/>
                  </a:lnTo>
                  <a:close/>
                  <a:moveTo>
                    <a:pt x="411908" y="518933"/>
                  </a:moveTo>
                  <a:lnTo>
                    <a:pt x="402650" y="478043"/>
                  </a:lnTo>
                  <a:lnTo>
                    <a:pt x="401226" y="508063"/>
                  </a:lnTo>
                  <a:close/>
                  <a:moveTo>
                    <a:pt x="366462" y="464490"/>
                  </a:moveTo>
                  <a:lnTo>
                    <a:pt x="393766" y="424633"/>
                  </a:lnTo>
                  <a:lnTo>
                    <a:pt x="372042" y="415207"/>
                  </a:lnTo>
                  <a:close/>
                  <a:moveTo>
                    <a:pt x="393766" y="424633"/>
                  </a:moveTo>
                  <a:lnTo>
                    <a:pt x="404982" y="460262"/>
                  </a:lnTo>
                  <a:lnTo>
                    <a:pt x="420089" y="464995"/>
                  </a:lnTo>
                  <a:close/>
                  <a:moveTo>
                    <a:pt x="393766" y="424633"/>
                  </a:moveTo>
                  <a:lnTo>
                    <a:pt x="403275" y="384172"/>
                  </a:lnTo>
                  <a:lnTo>
                    <a:pt x="374299" y="400410"/>
                  </a:lnTo>
                  <a:close/>
                  <a:moveTo>
                    <a:pt x="354628" y="337547"/>
                  </a:moveTo>
                  <a:lnTo>
                    <a:pt x="352224" y="341824"/>
                  </a:lnTo>
                  <a:lnTo>
                    <a:pt x="356150" y="332557"/>
                  </a:lnTo>
                  <a:close/>
                  <a:moveTo>
                    <a:pt x="358589" y="341673"/>
                  </a:moveTo>
                  <a:lnTo>
                    <a:pt x="352224" y="341824"/>
                  </a:lnTo>
                  <a:lnTo>
                    <a:pt x="354628" y="337547"/>
                  </a:lnTo>
                  <a:close/>
                  <a:moveTo>
                    <a:pt x="559973" y="549764"/>
                  </a:moveTo>
                  <a:lnTo>
                    <a:pt x="606500" y="577648"/>
                  </a:lnTo>
                  <a:lnTo>
                    <a:pt x="576999" y="563758"/>
                  </a:lnTo>
                  <a:close/>
                  <a:moveTo>
                    <a:pt x="356150" y="332557"/>
                  </a:moveTo>
                  <a:lnTo>
                    <a:pt x="356902" y="293274"/>
                  </a:lnTo>
                  <a:lnTo>
                    <a:pt x="354628" y="337547"/>
                  </a:lnTo>
                  <a:close/>
                  <a:moveTo>
                    <a:pt x="344356" y="210099"/>
                  </a:moveTo>
                  <a:lnTo>
                    <a:pt x="323911" y="240386"/>
                  </a:lnTo>
                  <a:lnTo>
                    <a:pt x="344760" y="213651"/>
                  </a:lnTo>
                  <a:close/>
                  <a:moveTo>
                    <a:pt x="344760" y="213651"/>
                  </a:moveTo>
                  <a:lnTo>
                    <a:pt x="323911" y="240386"/>
                  </a:lnTo>
                  <a:lnTo>
                    <a:pt x="322440" y="249456"/>
                  </a:lnTo>
                  <a:close/>
                  <a:moveTo>
                    <a:pt x="645676" y="534265"/>
                  </a:moveTo>
                  <a:lnTo>
                    <a:pt x="647812" y="540893"/>
                  </a:lnTo>
                  <a:lnTo>
                    <a:pt x="648162" y="487496"/>
                  </a:lnTo>
                  <a:close/>
                  <a:moveTo>
                    <a:pt x="645676" y="534265"/>
                  </a:moveTo>
                  <a:lnTo>
                    <a:pt x="648162" y="487496"/>
                  </a:lnTo>
                  <a:lnTo>
                    <a:pt x="640155" y="523710"/>
                  </a:lnTo>
                  <a:close/>
                  <a:moveTo>
                    <a:pt x="324900" y="202708"/>
                  </a:moveTo>
                  <a:lnTo>
                    <a:pt x="323911" y="240386"/>
                  </a:lnTo>
                  <a:lnTo>
                    <a:pt x="344356" y="210099"/>
                  </a:lnTo>
                  <a:close/>
                  <a:moveTo>
                    <a:pt x="640120" y="486955"/>
                  </a:moveTo>
                  <a:lnTo>
                    <a:pt x="612127" y="474314"/>
                  </a:lnTo>
                  <a:lnTo>
                    <a:pt x="661309" y="476809"/>
                  </a:lnTo>
                  <a:close/>
                  <a:moveTo>
                    <a:pt x="670510" y="471813"/>
                  </a:moveTo>
                  <a:lnTo>
                    <a:pt x="661309" y="476809"/>
                  </a:lnTo>
                  <a:lnTo>
                    <a:pt x="684410" y="495412"/>
                  </a:lnTo>
                  <a:close/>
                  <a:moveTo>
                    <a:pt x="434373" y="229670"/>
                  </a:moveTo>
                  <a:lnTo>
                    <a:pt x="447926" y="234120"/>
                  </a:lnTo>
                  <a:lnTo>
                    <a:pt x="423597" y="221393"/>
                  </a:lnTo>
                  <a:close/>
                  <a:moveTo>
                    <a:pt x="743292" y="374840"/>
                  </a:moveTo>
                  <a:lnTo>
                    <a:pt x="752230" y="415833"/>
                  </a:lnTo>
                  <a:lnTo>
                    <a:pt x="749125" y="379078"/>
                  </a:lnTo>
                  <a:close/>
                  <a:moveTo>
                    <a:pt x="749125" y="379078"/>
                  </a:moveTo>
                  <a:lnTo>
                    <a:pt x="752693" y="337511"/>
                  </a:lnTo>
                  <a:lnTo>
                    <a:pt x="743292" y="374840"/>
                  </a:lnTo>
                  <a:close/>
                  <a:moveTo>
                    <a:pt x="752693" y="337511"/>
                  </a:moveTo>
                  <a:lnTo>
                    <a:pt x="728953" y="325140"/>
                  </a:lnTo>
                  <a:lnTo>
                    <a:pt x="743292" y="374840"/>
                  </a:lnTo>
                  <a:close/>
                  <a:moveTo>
                    <a:pt x="759841" y="271892"/>
                  </a:moveTo>
                  <a:lnTo>
                    <a:pt x="781615" y="321070"/>
                  </a:lnTo>
                  <a:lnTo>
                    <a:pt x="779989" y="282600"/>
                  </a:lnTo>
                  <a:close/>
                  <a:moveTo>
                    <a:pt x="918007" y="4614"/>
                  </a:moveTo>
                  <a:lnTo>
                    <a:pt x="896743" y="21322"/>
                  </a:lnTo>
                  <a:lnTo>
                    <a:pt x="911440" y="1510"/>
                  </a:lnTo>
                  <a:close/>
                  <a:moveTo>
                    <a:pt x="896743" y="21322"/>
                  </a:moveTo>
                  <a:lnTo>
                    <a:pt x="893688" y="18693"/>
                  </a:lnTo>
                  <a:lnTo>
                    <a:pt x="911440" y="1510"/>
                  </a:lnTo>
                  <a:close/>
                  <a:moveTo>
                    <a:pt x="918007" y="4614"/>
                  </a:moveTo>
                  <a:lnTo>
                    <a:pt x="930833" y="24203"/>
                  </a:lnTo>
                  <a:lnTo>
                    <a:pt x="896743" y="21322"/>
                  </a:lnTo>
                  <a:close/>
                  <a:moveTo>
                    <a:pt x="911440" y="1510"/>
                  </a:moveTo>
                  <a:lnTo>
                    <a:pt x="893688" y="18693"/>
                  </a:lnTo>
                  <a:lnTo>
                    <a:pt x="916773" y="0"/>
                  </a:lnTo>
                  <a:close/>
                  <a:moveTo>
                    <a:pt x="1052410" y="107073"/>
                  </a:moveTo>
                  <a:lnTo>
                    <a:pt x="1058571" y="60223"/>
                  </a:lnTo>
                  <a:lnTo>
                    <a:pt x="1032360" y="86801"/>
                  </a:lnTo>
                  <a:close/>
                  <a:moveTo>
                    <a:pt x="1059055" y="56924"/>
                  </a:moveTo>
                  <a:lnTo>
                    <a:pt x="1058571" y="60223"/>
                  </a:lnTo>
                  <a:lnTo>
                    <a:pt x="1060240" y="57836"/>
                  </a:lnTo>
                  <a:close/>
                  <a:moveTo>
                    <a:pt x="1059055" y="56924"/>
                  </a:moveTo>
                  <a:lnTo>
                    <a:pt x="1060240" y="57836"/>
                  </a:lnTo>
                  <a:lnTo>
                    <a:pt x="1083755" y="19185"/>
                  </a:lnTo>
                  <a:close/>
                  <a:moveTo>
                    <a:pt x="1064010" y="8149"/>
                  </a:moveTo>
                  <a:lnTo>
                    <a:pt x="1059055" y="56924"/>
                  </a:lnTo>
                  <a:lnTo>
                    <a:pt x="1083755" y="1918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36" name="Input_density__175">
              <a:extLst>
                <a:ext uri="{FF2B5EF4-FFF2-40B4-BE49-F238E27FC236}">
                  <a16:creationId xmlns:a16="http://schemas.microsoft.com/office/drawing/2014/main" id="{0867E0EF-D480-88FB-31D5-C506BB55141E}"/>
                </a:ext>
              </a:extLst>
            </p:cNvPr>
            <p:cNvSpPr>
              <a:spLocks noGrp="1"/>
            </p:cNvSpPr>
            <p:nvPr/>
          </p:nvSpPr>
          <p:spPr>
            <a:xfrm>
              <a:off x="549221" y="1662046"/>
              <a:ext cx="1089409" cy="709679"/>
            </a:xfrm>
            <a:custGeom>
              <a:avLst/>
              <a:gdLst/>
              <a:ahLst/>
              <a:cxnLst/>
              <a:rect l="0" t="0" r="0" b="0"/>
              <a:pathLst>
                <a:path w="1089409" h="709679">
                  <a:moveTo>
                    <a:pt x="92331" y="652345"/>
                  </a:moveTo>
                  <a:lnTo>
                    <a:pt x="80055" y="645231"/>
                  </a:lnTo>
                  <a:lnTo>
                    <a:pt x="94440" y="663117"/>
                  </a:lnTo>
                  <a:close/>
                  <a:moveTo>
                    <a:pt x="0" y="498863"/>
                  </a:moveTo>
                  <a:lnTo>
                    <a:pt x="4596" y="505325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0" y="498863"/>
                  </a:lnTo>
                  <a:lnTo>
                    <a:pt x="2822" y="504436"/>
                  </a:lnTo>
                  <a:close/>
                  <a:moveTo>
                    <a:pt x="2739" y="488142"/>
                  </a:moveTo>
                  <a:lnTo>
                    <a:pt x="2822" y="504436"/>
                  </a:lnTo>
                  <a:lnTo>
                    <a:pt x="31815" y="521605"/>
                  </a:lnTo>
                  <a:close/>
                  <a:moveTo>
                    <a:pt x="346599" y="674305"/>
                  </a:moveTo>
                  <a:lnTo>
                    <a:pt x="341087" y="709679"/>
                  </a:lnTo>
                  <a:lnTo>
                    <a:pt x="359703" y="683074"/>
                  </a:lnTo>
                  <a:close/>
                  <a:moveTo>
                    <a:pt x="319393" y="691488"/>
                  </a:moveTo>
                  <a:lnTo>
                    <a:pt x="346599" y="674305"/>
                  </a:lnTo>
                  <a:lnTo>
                    <a:pt x="298056" y="673370"/>
                  </a:lnTo>
                  <a:close/>
                  <a:moveTo>
                    <a:pt x="346599" y="674305"/>
                  </a:moveTo>
                  <a:lnTo>
                    <a:pt x="320935" y="662704"/>
                  </a:lnTo>
                  <a:lnTo>
                    <a:pt x="298056" y="673370"/>
                  </a:lnTo>
                  <a:close/>
                  <a:moveTo>
                    <a:pt x="359703" y="683074"/>
                  </a:moveTo>
                  <a:lnTo>
                    <a:pt x="341087" y="709679"/>
                  </a:lnTo>
                  <a:lnTo>
                    <a:pt x="395072" y="690736"/>
                  </a:lnTo>
                  <a:close/>
                  <a:moveTo>
                    <a:pt x="123984" y="460110"/>
                  </a:moveTo>
                  <a:lnTo>
                    <a:pt x="102444" y="432875"/>
                  </a:lnTo>
                  <a:lnTo>
                    <a:pt x="101414" y="453775"/>
                  </a:lnTo>
                  <a:close/>
                  <a:moveTo>
                    <a:pt x="346599" y="674305"/>
                  </a:moveTo>
                  <a:lnTo>
                    <a:pt x="359703" y="683074"/>
                  </a:lnTo>
                  <a:lnTo>
                    <a:pt x="364342" y="668626"/>
                  </a:lnTo>
                  <a:close/>
                  <a:moveTo>
                    <a:pt x="320935" y="662704"/>
                  </a:moveTo>
                  <a:lnTo>
                    <a:pt x="346599" y="674305"/>
                  </a:lnTo>
                  <a:lnTo>
                    <a:pt x="364700" y="620367"/>
                  </a:lnTo>
                  <a:close/>
                  <a:moveTo>
                    <a:pt x="404048" y="663434"/>
                  </a:moveTo>
                  <a:lnTo>
                    <a:pt x="359703" y="683074"/>
                  </a:lnTo>
                  <a:lnTo>
                    <a:pt x="395072" y="690736"/>
                  </a:lnTo>
                  <a:close/>
                  <a:moveTo>
                    <a:pt x="404048" y="663434"/>
                  </a:moveTo>
                  <a:lnTo>
                    <a:pt x="364342" y="668626"/>
                  </a:lnTo>
                  <a:lnTo>
                    <a:pt x="359703" y="683074"/>
                  </a:lnTo>
                  <a:close/>
                  <a:moveTo>
                    <a:pt x="364342" y="668626"/>
                  </a:moveTo>
                  <a:lnTo>
                    <a:pt x="404048" y="663434"/>
                  </a:lnTo>
                  <a:lnTo>
                    <a:pt x="369011" y="621666"/>
                  </a:lnTo>
                  <a:close/>
                  <a:moveTo>
                    <a:pt x="404048" y="663434"/>
                  </a:moveTo>
                  <a:lnTo>
                    <a:pt x="405473" y="633415"/>
                  </a:lnTo>
                  <a:lnTo>
                    <a:pt x="369011" y="621666"/>
                  </a:lnTo>
                  <a:close/>
                  <a:moveTo>
                    <a:pt x="369284" y="619862"/>
                  </a:moveTo>
                  <a:lnTo>
                    <a:pt x="407804" y="615634"/>
                  </a:lnTo>
                  <a:lnTo>
                    <a:pt x="396589" y="580005"/>
                  </a:lnTo>
                  <a:close/>
                  <a:moveTo>
                    <a:pt x="407804" y="615634"/>
                  </a:moveTo>
                  <a:lnTo>
                    <a:pt x="405473" y="633415"/>
                  </a:lnTo>
                  <a:lnTo>
                    <a:pt x="422911" y="620367"/>
                  </a:lnTo>
                  <a:close/>
                  <a:moveTo>
                    <a:pt x="406098" y="539544"/>
                  </a:moveTo>
                  <a:lnTo>
                    <a:pt x="433325" y="532480"/>
                  </a:lnTo>
                  <a:lnTo>
                    <a:pt x="418349" y="529673"/>
                  </a:lnTo>
                  <a:close/>
                  <a:moveTo>
                    <a:pt x="355047" y="497196"/>
                  </a:moveTo>
                  <a:lnTo>
                    <a:pt x="361411" y="497045"/>
                  </a:lnTo>
                  <a:lnTo>
                    <a:pt x="397164" y="506141"/>
                  </a:lnTo>
                  <a:close/>
                  <a:moveTo>
                    <a:pt x="408246" y="525780"/>
                  </a:moveTo>
                  <a:lnTo>
                    <a:pt x="377121" y="555782"/>
                  </a:lnTo>
                  <a:lnTo>
                    <a:pt x="406098" y="539544"/>
                  </a:lnTo>
                  <a:close/>
                  <a:moveTo>
                    <a:pt x="408246" y="525780"/>
                  </a:moveTo>
                  <a:lnTo>
                    <a:pt x="380016" y="521643"/>
                  </a:lnTo>
                  <a:lnTo>
                    <a:pt x="377121" y="555782"/>
                  </a:lnTo>
                  <a:close/>
                  <a:moveTo>
                    <a:pt x="380016" y="521643"/>
                  </a:moveTo>
                  <a:lnTo>
                    <a:pt x="397164" y="506141"/>
                  </a:lnTo>
                  <a:lnTo>
                    <a:pt x="361411" y="497045"/>
                  </a:lnTo>
                  <a:close/>
                  <a:moveTo>
                    <a:pt x="408246" y="525780"/>
                  </a:moveTo>
                  <a:lnTo>
                    <a:pt x="406098" y="539544"/>
                  </a:lnTo>
                  <a:lnTo>
                    <a:pt x="418349" y="529673"/>
                  </a:lnTo>
                  <a:close/>
                  <a:moveTo>
                    <a:pt x="408246" y="525780"/>
                  </a:moveTo>
                  <a:lnTo>
                    <a:pt x="418349" y="529673"/>
                  </a:lnTo>
                  <a:lnTo>
                    <a:pt x="397164" y="506141"/>
                  </a:lnTo>
                  <a:close/>
                  <a:moveTo>
                    <a:pt x="559923" y="696265"/>
                  </a:moveTo>
                  <a:lnTo>
                    <a:pt x="561552" y="661398"/>
                  </a:lnTo>
                  <a:lnTo>
                    <a:pt x="562795" y="705135"/>
                  </a:lnTo>
                  <a:close/>
                  <a:moveTo>
                    <a:pt x="521001" y="586000"/>
                  </a:moveTo>
                  <a:lnTo>
                    <a:pt x="551288" y="612449"/>
                  </a:lnTo>
                  <a:lnTo>
                    <a:pt x="545902" y="605572"/>
                  </a:lnTo>
                  <a:close/>
                  <a:moveTo>
                    <a:pt x="412889" y="372520"/>
                  </a:moveTo>
                  <a:lnTo>
                    <a:pt x="389038" y="362408"/>
                  </a:lnTo>
                  <a:lnTo>
                    <a:pt x="437195" y="385042"/>
                  </a:lnTo>
                  <a:close/>
                  <a:moveTo>
                    <a:pt x="309387" y="328240"/>
                  </a:moveTo>
                  <a:lnTo>
                    <a:pt x="347178" y="365470"/>
                  </a:lnTo>
                  <a:lnTo>
                    <a:pt x="326518" y="328715"/>
                  </a:lnTo>
                  <a:close/>
                  <a:moveTo>
                    <a:pt x="309387" y="328240"/>
                  </a:moveTo>
                  <a:lnTo>
                    <a:pt x="327723" y="358080"/>
                  </a:lnTo>
                  <a:lnTo>
                    <a:pt x="347178" y="365470"/>
                  </a:lnTo>
                  <a:close/>
                  <a:moveTo>
                    <a:pt x="309387" y="328240"/>
                  </a:moveTo>
                  <a:lnTo>
                    <a:pt x="273023" y="285967"/>
                  </a:lnTo>
                  <a:lnTo>
                    <a:pt x="281565" y="323770"/>
                  </a:lnTo>
                  <a:close/>
                  <a:moveTo>
                    <a:pt x="309387" y="328240"/>
                  </a:moveTo>
                  <a:lnTo>
                    <a:pt x="326518" y="328715"/>
                  </a:lnTo>
                  <a:lnTo>
                    <a:pt x="325986" y="296756"/>
                  </a:lnTo>
                  <a:close/>
                  <a:moveTo>
                    <a:pt x="342583" y="328715"/>
                  </a:moveTo>
                  <a:lnTo>
                    <a:pt x="375176" y="311532"/>
                  </a:lnTo>
                  <a:lnTo>
                    <a:pt x="342020" y="328335"/>
                  </a:lnTo>
                  <a:close/>
                  <a:moveTo>
                    <a:pt x="375176" y="311532"/>
                  </a:moveTo>
                  <a:lnTo>
                    <a:pt x="362020" y="306905"/>
                  </a:lnTo>
                  <a:lnTo>
                    <a:pt x="342020" y="328335"/>
                  </a:lnTo>
                  <a:close/>
                  <a:moveTo>
                    <a:pt x="642942" y="642326"/>
                  </a:moveTo>
                  <a:lnTo>
                    <a:pt x="664131" y="632180"/>
                  </a:lnTo>
                  <a:lnTo>
                    <a:pt x="673333" y="627184"/>
                  </a:lnTo>
                  <a:close/>
                  <a:moveTo>
                    <a:pt x="687232" y="650784"/>
                  </a:moveTo>
                  <a:lnTo>
                    <a:pt x="664131" y="632180"/>
                  </a:lnTo>
                  <a:lnTo>
                    <a:pt x="656712" y="642326"/>
                  </a:lnTo>
                  <a:close/>
                  <a:moveTo>
                    <a:pt x="678980" y="602449"/>
                  </a:moveTo>
                  <a:lnTo>
                    <a:pt x="664131" y="632180"/>
                  </a:lnTo>
                  <a:lnTo>
                    <a:pt x="651181" y="597961"/>
                  </a:lnTo>
                  <a:close/>
                  <a:moveTo>
                    <a:pt x="412889" y="372520"/>
                  </a:moveTo>
                  <a:lnTo>
                    <a:pt x="437195" y="385042"/>
                  </a:lnTo>
                  <a:lnTo>
                    <a:pt x="426420" y="376765"/>
                  </a:lnTo>
                  <a:close/>
                  <a:moveTo>
                    <a:pt x="734099" y="517267"/>
                  </a:moveTo>
                  <a:lnTo>
                    <a:pt x="731499" y="527666"/>
                  </a:lnTo>
                  <a:lnTo>
                    <a:pt x="746115" y="530211"/>
                  </a:lnTo>
                  <a:close/>
                  <a:moveTo>
                    <a:pt x="746115" y="530211"/>
                  </a:moveTo>
                  <a:lnTo>
                    <a:pt x="731499" y="527666"/>
                  </a:lnTo>
                  <a:lnTo>
                    <a:pt x="728937" y="561835"/>
                  </a:lnTo>
                  <a:close/>
                  <a:moveTo>
                    <a:pt x="725024" y="503457"/>
                  </a:moveTo>
                  <a:lnTo>
                    <a:pt x="734099" y="517267"/>
                  </a:lnTo>
                  <a:lnTo>
                    <a:pt x="746115" y="530211"/>
                  </a:lnTo>
                  <a:close/>
                  <a:moveTo>
                    <a:pt x="762663" y="427263"/>
                  </a:moveTo>
                  <a:lnTo>
                    <a:pt x="769099" y="404373"/>
                  </a:lnTo>
                  <a:lnTo>
                    <a:pt x="750692" y="392249"/>
                  </a:lnTo>
                  <a:close/>
                  <a:moveTo>
                    <a:pt x="714000" y="394991"/>
                  </a:moveTo>
                  <a:lnTo>
                    <a:pt x="750692" y="392249"/>
                  </a:lnTo>
                  <a:lnTo>
                    <a:pt x="717859" y="380461"/>
                  </a:lnTo>
                  <a:close/>
                  <a:moveTo>
                    <a:pt x="750692" y="392249"/>
                  </a:moveTo>
                  <a:lnTo>
                    <a:pt x="751415" y="381345"/>
                  </a:lnTo>
                  <a:lnTo>
                    <a:pt x="717859" y="380461"/>
                  </a:lnTo>
                  <a:close/>
                  <a:moveTo>
                    <a:pt x="751415" y="381345"/>
                  </a:moveTo>
                  <a:lnTo>
                    <a:pt x="739212" y="364087"/>
                  </a:lnTo>
                  <a:lnTo>
                    <a:pt x="717859" y="380461"/>
                  </a:lnTo>
                  <a:close/>
                  <a:moveTo>
                    <a:pt x="1089409" y="127507"/>
                  </a:moveTo>
                  <a:lnTo>
                    <a:pt x="1062536" y="123659"/>
                  </a:lnTo>
                  <a:lnTo>
                    <a:pt x="1066832" y="163520"/>
                  </a:lnTo>
                  <a:close/>
                  <a:moveTo>
                    <a:pt x="1089409" y="127507"/>
                  </a:moveTo>
                  <a:lnTo>
                    <a:pt x="1066832" y="163520"/>
                  </a:lnTo>
                  <a:lnTo>
                    <a:pt x="1086577" y="174556"/>
                  </a:lnTo>
                  <a:close/>
                  <a:moveTo>
                    <a:pt x="1022367" y="83087"/>
                  </a:moveTo>
                  <a:lnTo>
                    <a:pt x="1060872" y="117439"/>
                  </a:lnTo>
                  <a:lnTo>
                    <a:pt x="1042765" y="85760"/>
                  </a:lnTo>
                  <a:close/>
                  <a:moveTo>
                    <a:pt x="1062433" y="122350"/>
                  </a:moveTo>
                  <a:lnTo>
                    <a:pt x="1060872" y="117439"/>
                  </a:lnTo>
                  <a:lnTo>
                    <a:pt x="1022367" y="83087"/>
                  </a:lnTo>
                  <a:close/>
                  <a:moveTo>
                    <a:pt x="1062433" y="122350"/>
                  </a:moveTo>
                  <a:lnTo>
                    <a:pt x="1062536" y="123659"/>
                  </a:lnTo>
                  <a:lnTo>
                    <a:pt x="1063291" y="122515"/>
                  </a:lnTo>
                  <a:close/>
                  <a:moveTo>
                    <a:pt x="1062433" y="122350"/>
                  </a:moveTo>
                  <a:lnTo>
                    <a:pt x="1063291" y="122515"/>
                  </a:lnTo>
                  <a:lnTo>
                    <a:pt x="1060872" y="117439"/>
                  </a:lnTo>
                  <a:close/>
                  <a:moveTo>
                    <a:pt x="1047859" y="44704"/>
                  </a:moveTo>
                  <a:lnTo>
                    <a:pt x="1042765" y="85760"/>
                  </a:lnTo>
                  <a:lnTo>
                    <a:pt x="1050267" y="77788"/>
                  </a:lnTo>
                  <a:close/>
                  <a:moveTo>
                    <a:pt x="1022367" y="83087"/>
                  </a:moveTo>
                  <a:lnTo>
                    <a:pt x="1042765" y="85760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22367" y="83087"/>
                  </a:lnTo>
                  <a:lnTo>
                    <a:pt x="1047859" y="44704"/>
                  </a:lnTo>
                  <a:close/>
                  <a:moveTo>
                    <a:pt x="1019426" y="40731"/>
                  </a:moveTo>
                  <a:lnTo>
                    <a:pt x="1047859" y="44704"/>
                  </a:lnTo>
                  <a:lnTo>
                    <a:pt x="1047806" y="0"/>
                  </a:lnTo>
                  <a:close/>
                  <a:moveTo>
                    <a:pt x="1047859" y="44704"/>
                  </a:moveTo>
                  <a:lnTo>
                    <a:pt x="1050267" y="77788"/>
                  </a:lnTo>
                  <a:lnTo>
                    <a:pt x="1064192" y="49005"/>
                  </a:lnTo>
                  <a:close/>
                  <a:moveTo>
                    <a:pt x="1047806" y="0"/>
                  </a:moveTo>
                  <a:lnTo>
                    <a:pt x="1047859" y="44704"/>
                  </a:lnTo>
                  <a:lnTo>
                    <a:pt x="1075179" y="4834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37" name="Input_density__176">
              <a:extLst>
                <a:ext uri="{FF2B5EF4-FFF2-40B4-BE49-F238E27FC236}">
                  <a16:creationId xmlns:a16="http://schemas.microsoft.com/office/drawing/2014/main" id="{BD6EBCEC-96EA-2E73-ADED-35A156E396AE}"/>
                </a:ext>
              </a:extLst>
            </p:cNvPr>
            <p:cNvSpPr>
              <a:spLocks noGrp="1"/>
            </p:cNvSpPr>
            <p:nvPr/>
          </p:nvSpPr>
          <p:spPr>
            <a:xfrm>
              <a:off x="532888" y="1623935"/>
              <a:ext cx="1055322" cy="727211"/>
            </a:xfrm>
            <a:custGeom>
              <a:avLst/>
              <a:gdLst/>
              <a:ahLst/>
              <a:cxnLst/>
              <a:rect l="0" t="0" r="0" b="0"/>
              <a:pathLst>
                <a:path w="1055322" h="727211">
                  <a:moveTo>
                    <a:pt x="140755" y="676853"/>
                  </a:moveTo>
                  <a:lnTo>
                    <a:pt x="132847" y="723445"/>
                  </a:lnTo>
                  <a:lnTo>
                    <a:pt x="153704" y="673272"/>
                  </a:lnTo>
                  <a:close/>
                  <a:moveTo>
                    <a:pt x="153704" y="673272"/>
                  </a:moveTo>
                  <a:lnTo>
                    <a:pt x="135816" y="727211"/>
                  </a:lnTo>
                  <a:lnTo>
                    <a:pt x="175834" y="710028"/>
                  </a:lnTo>
                  <a:close/>
                  <a:moveTo>
                    <a:pt x="108664" y="690456"/>
                  </a:moveTo>
                  <a:lnTo>
                    <a:pt x="140755" y="676853"/>
                  </a:lnTo>
                  <a:lnTo>
                    <a:pt x="106703" y="636518"/>
                  </a:lnTo>
                  <a:close/>
                  <a:moveTo>
                    <a:pt x="91929" y="653701"/>
                  </a:moveTo>
                  <a:lnTo>
                    <a:pt x="108664" y="690456"/>
                  </a:lnTo>
                  <a:lnTo>
                    <a:pt x="106703" y="636518"/>
                  </a:lnTo>
                  <a:close/>
                  <a:moveTo>
                    <a:pt x="129288" y="613933"/>
                  </a:moveTo>
                  <a:lnTo>
                    <a:pt x="106341" y="624343"/>
                  </a:lnTo>
                  <a:lnTo>
                    <a:pt x="91929" y="653701"/>
                  </a:lnTo>
                  <a:close/>
                  <a:moveTo>
                    <a:pt x="14023" y="432128"/>
                  </a:moveTo>
                  <a:lnTo>
                    <a:pt x="0" y="468625"/>
                  </a:lnTo>
                  <a:lnTo>
                    <a:pt x="6513" y="452743"/>
                  </a:lnTo>
                  <a:close/>
                  <a:moveTo>
                    <a:pt x="192763" y="661660"/>
                  </a:moveTo>
                  <a:lnTo>
                    <a:pt x="206664" y="656089"/>
                  </a:lnTo>
                  <a:lnTo>
                    <a:pt x="227548" y="635948"/>
                  </a:lnTo>
                  <a:close/>
                  <a:moveTo>
                    <a:pt x="4048" y="489498"/>
                  </a:moveTo>
                  <a:lnTo>
                    <a:pt x="19330" y="435559"/>
                  </a:lnTo>
                  <a:lnTo>
                    <a:pt x="6513" y="452743"/>
                  </a:lnTo>
                  <a:close/>
                  <a:moveTo>
                    <a:pt x="32671" y="405641"/>
                  </a:moveTo>
                  <a:lnTo>
                    <a:pt x="6513" y="452743"/>
                  </a:lnTo>
                  <a:lnTo>
                    <a:pt x="19330" y="435559"/>
                  </a:lnTo>
                  <a:close/>
                  <a:moveTo>
                    <a:pt x="32671" y="405641"/>
                  </a:moveTo>
                  <a:lnTo>
                    <a:pt x="14023" y="432128"/>
                  </a:lnTo>
                  <a:lnTo>
                    <a:pt x="6513" y="452743"/>
                  </a:lnTo>
                  <a:close/>
                  <a:moveTo>
                    <a:pt x="14023" y="432128"/>
                  </a:moveTo>
                  <a:lnTo>
                    <a:pt x="32671" y="405641"/>
                  </a:lnTo>
                  <a:lnTo>
                    <a:pt x="25603" y="415988"/>
                  </a:lnTo>
                  <a:close/>
                  <a:moveTo>
                    <a:pt x="32671" y="405641"/>
                  </a:moveTo>
                  <a:lnTo>
                    <a:pt x="46273" y="398804"/>
                  </a:lnTo>
                  <a:lnTo>
                    <a:pt x="25603" y="415988"/>
                  </a:lnTo>
                  <a:close/>
                  <a:moveTo>
                    <a:pt x="140318" y="498221"/>
                  </a:moveTo>
                  <a:lnTo>
                    <a:pt x="149355" y="472314"/>
                  </a:lnTo>
                  <a:lnTo>
                    <a:pt x="118777" y="470985"/>
                  </a:lnTo>
                  <a:close/>
                  <a:moveTo>
                    <a:pt x="32671" y="405641"/>
                  </a:moveTo>
                  <a:lnTo>
                    <a:pt x="55791" y="395875"/>
                  </a:lnTo>
                  <a:lnTo>
                    <a:pt x="46273" y="398804"/>
                  </a:lnTo>
                  <a:close/>
                  <a:moveTo>
                    <a:pt x="59859" y="381621"/>
                  </a:moveTo>
                  <a:lnTo>
                    <a:pt x="77600" y="352840"/>
                  </a:lnTo>
                  <a:lnTo>
                    <a:pt x="49515" y="362049"/>
                  </a:lnTo>
                  <a:close/>
                  <a:moveTo>
                    <a:pt x="46273" y="398804"/>
                  </a:moveTo>
                  <a:lnTo>
                    <a:pt x="59859" y="381621"/>
                  </a:lnTo>
                  <a:lnTo>
                    <a:pt x="49515" y="362049"/>
                  </a:lnTo>
                  <a:close/>
                  <a:moveTo>
                    <a:pt x="264288" y="457519"/>
                  </a:moveTo>
                  <a:lnTo>
                    <a:pt x="235356" y="430385"/>
                  </a:lnTo>
                  <a:lnTo>
                    <a:pt x="247475" y="437948"/>
                  </a:lnTo>
                  <a:close/>
                  <a:moveTo>
                    <a:pt x="264288" y="457519"/>
                  </a:moveTo>
                  <a:lnTo>
                    <a:pt x="247475" y="437948"/>
                  </a:lnTo>
                  <a:lnTo>
                    <a:pt x="245061" y="474702"/>
                  </a:lnTo>
                  <a:close/>
                  <a:moveTo>
                    <a:pt x="521997" y="587356"/>
                  </a:moveTo>
                  <a:lnTo>
                    <a:pt x="497202" y="604539"/>
                  </a:lnTo>
                  <a:lnTo>
                    <a:pt x="537334" y="624111"/>
                  </a:lnTo>
                  <a:close/>
                  <a:moveTo>
                    <a:pt x="242626" y="293316"/>
                  </a:moveTo>
                  <a:lnTo>
                    <a:pt x="221897" y="307086"/>
                  </a:lnTo>
                  <a:lnTo>
                    <a:pt x="239605" y="296195"/>
                  </a:lnTo>
                  <a:close/>
                  <a:moveTo>
                    <a:pt x="221897" y="307086"/>
                  </a:moveTo>
                  <a:lnTo>
                    <a:pt x="202146" y="296055"/>
                  </a:lnTo>
                  <a:lnTo>
                    <a:pt x="239605" y="296195"/>
                  </a:lnTo>
                  <a:close/>
                  <a:moveTo>
                    <a:pt x="216416" y="305706"/>
                  </a:moveTo>
                  <a:lnTo>
                    <a:pt x="221897" y="307086"/>
                  </a:lnTo>
                  <a:lnTo>
                    <a:pt x="216112" y="273744"/>
                  </a:lnTo>
                  <a:close/>
                  <a:moveTo>
                    <a:pt x="216112" y="273744"/>
                  </a:moveTo>
                  <a:lnTo>
                    <a:pt x="221897" y="307086"/>
                  </a:lnTo>
                  <a:lnTo>
                    <a:pt x="242626" y="293316"/>
                  </a:lnTo>
                  <a:close/>
                  <a:moveTo>
                    <a:pt x="639580" y="670448"/>
                  </a:moveTo>
                  <a:lnTo>
                    <a:pt x="659275" y="680437"/>
                  </a:lnTo>
                  <a:lnTo>
                    <a:pt x="667318" y="680979"/>
                  </a:lnTo>
                  <a:close/>
                  <a:moveTo>
                    <a:pt x="521997" y="587356"/>
                  </a:moveTo>
                  <a:lnTo>
                    <a:pt x="537334" y="624111"/>
                  </a:lnTo>
                  <a:lnTo>
                    <a:pt x="553716" y="606927"/>
                  </a:lnTo>
                  <a:close/>
                  <a:moveTo>
                    <a:pt x="521997" y="587356"/>
                  </a:moveTo>
                  <a:lnTo>
                    <a:pt x="553716" y="606927"/>
                  </a:lnTo>
                  <a:lnTo>
                    <a:pt x="548822" y="570172"/>
                  </a:lnTo>
                  <a:close/>
                  <a:moveTo>
                    <a:pt x="521997" y="587356"/>
                  </a:moveTo>
                  <a:lnTo>
                    <a:pt x="548822" y="570172"/>
                  </a:lnTo>
                  <a:lnTo>
                    <a:pt x="521160" y="550601"/>
                  </a:lnTo>
                  <a:close/>
                  <a:moveTo>
                    <a:pt x="413859" y="386397"/>
                  </a:moveTo>
                  <a:lnTo>
                    <a:pt x="400887" y="400895"/>
                  </a:lnTo>
                  <a:lnTo>
                    <a:pt x="405371" y="400519"/>
                  </a:lnTo>
                  <a:close/>
                  <a:moveTo>
                    <a:pt x="285319" y="282613"/>
                  </a:moveTo>
                  <a:lnTo>
                    <a:pt x="322492" y="260734"/>
                  </a:lnTo>
                  <a:lnTo>
                    <a:pt x="298369" y="254345"/>
                  </a:lnTo>
                  <a:close/>
                  <a:moveTo>
                    <a:pt x="285319" y="282613"/>
                  </a:moveTo>
                  <a:lnTo>
                    <a:pt x="298369" y="254345"/>
                  </a:lnTo>
                  <a:lnTo>
                    <a:pt x="263317" y="255753"/>
                  </a:lnTo>
                  <a:close/>
                  <a:moveTo>
                    <a:pt x="413859" y="386397"/>
                  </a:moveTo>
                  <a:lnTo>
                    <a:pt x="405371" y="400519"/>
                  </a:lnTo>
                  <a:lnTo>
                    <a:pt x="429223" y="410631"/>
                  </a:lnTo>
                  <a:close/>
                  <a:moveTo>
                    <a:pt x="391509" y="349642"/>
                  </a:moveTo>
                  <a:lnTo>
                    <a:pt x="437096" y="343860"/>
                  </a:lnTo>
                  <a:lnTo>
                    <a:pt x="429701" y="335992"/>
                  </a:lnTo>
                  <a:close/>
                  <a:moveTo>
                    <a:pt x="434866" y="369214"/>
                  </a:moveTo>
                  <a:lnTo>
                    <a:pt x="437096" y="343860"/>
                  </a:lnTo>
                  <a:lnTo>
                    <a:pt x="391509" y="349642"/>
                  </a:lnTo>
                  <a:close/>
                  <a:moveTo>
                    <a:pt x="413859" y="386397"/>
                  </a:moveTo>
                  <a:lnTo>
                    <a:pt x="434866" y="369214"/>
                  </a:lnTo>
                  <a:lnTo>
                    <a:pt x="391509" y="349642"/>
                  </a:lnTo>
                  <a:close/>
                  <a:moveTo>
                    <a:pt x="348002" y="303488"/>
                  </a:moveTo>
                  <a:lnTo>
                    <a:pt x="390816" y="295403"/>
                  </a:lnTo>
                  <a:lnTo>
                    <a:pt x="374479" y="264304"/>
                  </a:lnTo>
                  <a:close/>
                  <a:moveTo>
                    <a:pt x="390816" y="295403"/>
                  </a:moveTo>
                  <a:lnTo>
                    <a:pt x="391309" y="295704"/>
                  </a:lnTo>
                  <a:lnTo>
                    <a:pt x="374479" y="264304"/>
                  </a:lnTo>
                  <a:close/>
                  <a:moveTo>
                    <a:pt x="333911" y="270196"/>
                  </a:moveTo>
                  <a:lnTo>
                    <a:pt x="354260" y="254935"/>
                  </a:lnTo>
                  <a:lnTo>
                    <a:pt x="322492" y="260734"/>
                  </a:lnTo>
                  <a:close/>
                  <a:moveTo>
                    <a:pt x="333911" y="270196"/>
                  </a:moveTo>
                  <a:lnTo>
                    <a:pt x="374479" y="264304"/>
                  </a:lnTo>
                  <a:lnTo>
                    <a:pt x="354260" y="254935"/>
                  </a:lnTo>
                  <a:close/>
                  <a:moveTo>
                    <a:pt x="672720" y="587093"/>
                  </a:moveTo>
                  <a:lnTo>
                    <a:pt x="698067" y="572561"/>
                  </a:lnTo>
                  <a:lnTo>
                    <a:pt x="688016" y="562920"/>
                  </a:lnTo>
                  <a:close/>
                  <a:moveTo>
                    <a:pt x="674146" y="572561"/>
                  </a:moveTo>
                  <a:lnTo>
                    <a:pt x="672720" y="587093"/>
                  </a:lnTo>
                  <a:lnTo>
                    <a:pt x="688016" y="562920"/>
                  </a:lnTo>
                  <a:close/>
                  <a:moveTo>
                    <a:pt x="672720" y="587093"/>
                  </a:moveTo>
                  <a:lnTo>
                    <a:pt x="693297" y="582662"/>
                  </a:lnTo>
                  <a:lnTo>
                    <a:pt x="698067" y="572561"/>
                  </a:lnTo>
                  <a:close/>
                  <a:moveTo>
                    <a:pt x="484581" y="300614"/>
                  </a:moveTo>
                  <a:lnTo>
                    <a:pt x="439547" y="332459"/>
                  </a:lnTo>
                  <a:lnTo>
                    <a:pt x="469860" y="315276"/>
                  </a:lnTo>
                  <a:close/>
                  <a:moveTo>
                    <a:pt x="484581" y="300614"/>
                  </a:moveTo>
                  <a:lnTo>
                    <a:pt x="462618" y="314706"/>
                  </a:lnTo>
                  <a:lnTo>
                    <a:pt x="439547" y="332459"/>
                  </a:lnTo>
                  <a:close/>
                  <a:moveTo>
                    <a:pt x="732794" y="520594"/>
                  </a:moveTo>
                  <a:lnTo>
                    <a:pt x="741357" y="541567"/>
                  </a:lnTo>
                  <a:lnTo>
                    <a:pt x="762448" y="568322"/>
                  </a:lnTo>
                  <a:close/>
                  <a:moveTo>
                    <a:pt x="732794" y="520594"/>
                  </a:moveTo>
                  <a:lnTo>
                    <a:pt x="730395" y="500584"/>
                  </a:lnTo>
                  <a:lnTo>
                    <a:pt x="695621" y="495145"/>
                  </a:lnTo>
                  <a:close/>
                  <a:moveTo>
                    <a:pt x="732794" y="520594"/>
                  </a:moveTo>
                  <a:lnTo>
                    <a:pt x="748109" y="518622"/>
                  </a:lnTo>
                  <a:lnTo>
                    <a:pt x="730395" y="500584"/>
                  </a:lnTo>
                  <a:close/>
                  <a:moveTo>
                    <a:pt x="748109" y="518622"/>
                  </a:moveTo>
                  <a:lnTo>
                    <a:pt x="780208" y="466039"/>
                  </a:lnTo>
                  <a:lnTo>
                    <a:pt x="728791" y="479102"/>
                  </a:lnTo>
                  <a:close/>
                  <a:moveTo>
                    <a:pt x="728791" y="479102"/>
                  </a:moveTo>
                  <a:lnTo>
                    <a:pt x="780208" y="466039"/>
                  </a:lnTo>
                  <a:lnTo>
                    <a:pt x="778997" y="465374"/>
                  </a:lnTo>
                  <a:close/>
                  <a:moveTo>
                    <a:pt x="748109" y="518622"/>
                  </a:moveTo>
                  <a:lnTo>
                    <a:pt x="728791" y="479102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695621" y="495145"/>
                  </a:lnTo>
                  <a:lnTo>
                    <a:pt x="730395" y="500584"/>
                  </a:lnTo>
                  <a:close/>
                  <a:moveTo>
                    <a:pt x="728791" y="479102"/>
                  </a:moveTo>
                  <a:lnTo>
                    <a:pt x="778997" y="465374"/>
                  </a:lnTo>
                  <a:lnTo>
                    <a:pt x="767025" y="430360"/>
                  </a:lnTo>
                  <a:close/>
                  <a:moveTo>
                    <a:pt x="749821" y="263726"/>
                  </a:moveTo>
                  <a:lnTo>
                    <a:pt x="727425" y="297061"/>
                  </a:lnTo>
                  <a:lnTo>
                    <a:pt x="773341" y="247950"/>
                  </a:lnTo>
                  <a:close/>
                  <a:moveTo>
                    <a:pt x="773341" y="247950"/>
                  </a:moveTo>
                  <a:lnTo>
                    <a:pt x="727425" y="297061"/>
                  </a:lnTo>
                  <a:lnTo>
                    <a:pt x="760052" y="283297"/>
                  </a:lnTo>
                  <a:close/>
                  <a:moveTo>
                    <a:pt x="811720" y="170660"/>
                  </a:moveTo>
                  <a:lnTo>
                    <a:pt x="837159" y="169562"/>
                  </a:lnTo>
                  <a:lnTo>
                    <a:pt x="839140" y="155849"/>
                  </a:lnTo>
                  <a:close/>
                  <a:moveTo>
                    <a:pt x="837159" y="169562"/>
                  </a:moveTo>
                  <a:lnTo>
                    <a:pt x="840324" y="138665"/>
                  </a:lnTo>
                  <a:lnTo>
                    <a:pt x="839140" y="155849"/>
                  </a:lnTo>
                  <a:close/>
                  <a:moveTo>
                    <a:pt x="947169" y="14725"/>
                  </a:moveTo>
                  <a:lnTo>
                    <a:pt x="916192" y="23482"/>
                  </a:lnTo>
                  <a:lnTo>
                    <a:pt x="968963" y="0"/>
                  </a:lnTo>
                  <a:close/>
                  <a:moveTo>
                    <a:pt x="997277" y="38292"/>
                  </a:moveTo>
                  <a:lnTo>
                    <a:pt x="1034248" y="35324"/>
                  </a:lnTo>
                  <a:lnTo>
                    <a:pt x="1019379" y="2665"/>
                  </a:lnTo>
                  <a:close/>
                  <a:moveTo>
                    <a:pt x="1034248" y="35324"/>
                  </a:moveTo>
                  <a:lnTo>
                    <a:pt x="1055322" y="532"/>
                  </a:lnTo>
                  <a:lnTo>
                    <a:pt x="1019379" y="266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38" name="Input_density__177">
              <a:extLst>
                <a:ext uri="{FF2B5EF4-FFF2-40B4-BE49-F238E27FC236}">
                  <a16:creationId xmlns:a16="http://schemas.microsoft.com/office/drawing/2014/main" id="{F1311EFE-BFF0-5D12-CE96-F113F97BED0A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17418"/>
              <a:ext cx="1054762" cy="579172"/>
            </a:xfrm>
            <a:custGeom>
              <a:avLst/>
              <a:gdLst/>
              <a:ahLst/>
              <a:cxnLst/>
              <a:rect l="0" t="0" r="0" b="0"/>
              <a:pathLst>
                <a:path w="1054762" h="579172">
                  <a:moveTo>
                    <a:pt x="163921" y="569064"/>
                  </a:moveTo>
                  <a:lnTo>
                    <a:pt x="162372" y="553300"/>
                  </a:lnTo>
                  <a:lnTo>
                    <a:pt x="161936" y="569588"/>
                  </a:lnTo>
                  <a:close/>
                  <a:moveTo>
                    <a:pt x="33378" y="366452"/>
                  </a:moveTo>
                  <a:lnTo>
                    <a:pt x="0" y="366233"/>
                  </a:lnTo>
                  <a:lnTo>
                    <a:pt x="8968" y="371395"/>
                  </a:lnTo>
                  <a:close/>
                  <a:moveTo>
                    <a:pt x="219566" y="564274"/>
                  </a:moveTo>
                  <a:lnTo>
                    <a:pt x="185694" y="562208"/>
                  </a:lnTo>
                  <a:lnTo>
                    <a:pt x="163921" y="569064"/>
                  </a:lnTo>
                  <a:close/>
                  <a:moveTo>
                    <a:pt x="227796" y="544223"/>
                  </a:moveTo>
                  <a:lnTo>
                    <a:pt x="185694" y="562208"/>
                  </a:lnTo>
                  <a:lnTo>
                    <a:pt x="219566" y="564274"/>
                  </a:lnTo>
                  <a:close/>
                  <a:moveTo>
                    <a:pt x="227796" y="544223"/>
                  </a:moveTo>
                  <a:lnTo>
                    <a:pt x="219566" y="564274"/>
                  </a:lnTo>
                  <a:lnTo>
                    <a:pt x="239432" y="553300"/>
                  </a:lnTo>
                  <a:close/>
                  <a:moveTo>
                    <a:pt x="227796" y="544223"/>
                  </a:moveTo>
                  <a:lnTo>
                    <a:pt x="239432" y="553300"/>
                  </a:lnTo>
                  <a:lnTo>
                    <a:pt x="235027" y="525870"/>
                  </a:lnTo>
                  <a:close/>
                  <a:moveTo>
                    <a:pt x="235027" y="525870"/>
                  </a:moveTo>
                  <a:lnTo>
                    <a:pt x="247667" y="544759"/>
                  </a:lnTo>
                  <a:lnTo>
                    <a:pt x="266241" y="517999"/>
                  </a:lnTo>
                  <a:close/>
                  <a:moveTo>
                    <a:pt x="343049" y="415207"/>
                  </a:moveTo>
                  <a:lnTo>
                    <a:pt x="364774" y="424633"/>
                  </a:lnTo>
                  <a:lnTo>
                    <a:pt x="345307" y="400410"/>
                  </a:lnTo>
                  <a:close/>
                  <a:moveTo>
                    <a:pt x="327158" y="332557"/>
                  </a:moveTo>
                  <a:lnTo>
                    <a:pt x="323232" y="341824"/>
                  </a:lnTo>
                  <a:lnTo>
                    <a:pt x="338337" y="300792"/>
                  </a:lnTo>
                  <a:close/>
                  <a:moveTo>
                    <a:pt x="530980" y="549764"/>
                  </a:moveTo>
                  <a:lnTo>
                    <a:pt x="583167" y="579172"/>
                  </a:lnTo>
                  <a:lnTo>
                    <a:pt x="577508" y="577648"/>
                  </a:lnTo>
                  <a:close/>
                  <a:moveTo>
                    <a:pt x="325636" y="337547"/>
                  </a:moveTo>
                  <a:lnTo>
                    <a:pt x="327909" y="293274"/>
                  </a:lnTo>
                  <a:lnTo>
                    <a:pt x="317943" y="283608"/>
                  </a:lnTo>
                  <a:close/>
                  <a:moveTo>
                    <a:pt x="327909" y="293274"/>
                  </a:moveTo>
                  <a:lnTo>
                    <a:pt x="327158" y="332557"/>
                  </a:lnTo>
                  <a:lnTo>
                    <a:pt x="338337" y="300792"/>
                  </a:lnTo>
                  <a:close/>
                  <a:moveTo>
                    <a:pt x="293448" y="249456"/>
                  </a:moveTo>
                  <a:lnTo>
                    <a:pt x="317943" y="283608"/>
                  </a:lnTo>
                  <a:lnTo>
                    <a:pt x="327909" y="293274"/>
                  </a:lnTo>
                  <a:close/>
                  <a:moveTo>
                    <a:pt x="293448" y="249456"/>
                  </a:moveTo>
                  <a:lnTo>
                    <a:pt x="327909" y="293274"/>
                  </a:lnTo>
                  <a:lnTo>
                    <a:pt x="308848" y="264023"/>
                  </a:lnTo>
                  <a:close/>
                  <a:moveTo>
                    <a:pt x="315767" y="213651"/>
                  </a:moveTo>
                  <a:lnTo>
                    <a:pt x="293448" y="249456"/>
                  </a:lnTo>
                  <a:lnTo>
                    <a:pt x="308848" y="264023"/>
                  </a:lnTo>
                  <a:close/>
                  <a:moveTo>
                    <a:pt x="489186" y="430628"/>
                  </a:moveTo>
                  <a:lnTo>
                    <a:pt x="496568" y="443499"/>
                  </a:lnTo>
                  <a:lnTo>
                    <a:pt x="519473" y="457077"/>
                  </a:lnTo>
                  <a:close/>
                  <a:moveTo>
                    <a:pt x="603124" y="549050"/>
                  </a:moveTo>
                  <a:lnTo>
                    <a:pt x="616684" y="534265"/>
                  </a:lnTo>
                  <a:lnTo>
                    <a:pt x="611163" y="523710"/>
                  </a:lnTo>
                  <a:close/>
                  <a:moveTo>
                    <a:pt x="405381" y="229670"/>
                  </a:moveTo>
                  <a:lnTo>
                    <a:pt x="398411" y="253598"/>
                  </a:lnTo>
                  <a:lnTo>
                    <a:pt x="418933" y="234120"/>
                  </a:lnTo>
                  <a:close/>
                  <a:moveTo>
                    <a:pt x="681080" y="495153"/>
                  </a:moveTo>
                  <a:lnTo>
                    <a:pt x="641518" y="471813"/>
                  </a:lnTo>
                  <a:lnTo>
                    <a:pt x="655417" y="495412"/>
                  </a:lnTo>
                  <a:close/>
                  <a:moveTo>
                    <a:pt x="716746" y="462345"/>
                  </a:moveTo>
                  <a:lnTo>
                    <a:pt x="709768" y="452588"/>
                  </a:lnTo>
                  <a:lnTo>
                    <a:pt x="709222" y="475794"/>
                  </a:lnTo>
                  <a:close/>
                  <a:moveTo>
                    <a:pt x="709768" y="452588"/>
                  </a:moveTo>
                  <a:lnTo>
                    <a:pt x="716746" y="462345"/>
                  </a:lnTo>
                  <a:lnTo>
                    <a:pt x="722103" y="427744"/>
                  </a:lnTo>
                  <a:close/>
                  <a:moveTo>
                    <a:pt x="714300" y="374840"/>
                  </a:moveTo>
                  <a:lnTo>
                    <a:pt x="697122" y="406463"/>
                  </a:lnTo>
                  <a:lnTo>
                    <a:pt x="731894" y="405283"/>
                  </a:lnTo>
                  <a:close/>
                  <a:moveTo>
                    <a:pt x="739627" y="354249"/>
                  </a:moveTo>
                  <a:lnTo>
                    <a:pt x="699961" y="325140"/>
                  </a:lnTo>
                  <a:lnTo>
                    <a:pt x="723701" y="337511"/>
                  </a:lnTo>
                  <a:close/>
                  <a:moveTo>
                    <a:pt x="719600" y="225973"/>
                  </a:moveTo>
                  <a:lnTo>
                    <a:pt x="718877" y="236878"/>
                  </a:lnTo>
                  <a:lnTo>
                    <a:pt x="736861" y="197691"/>
                  </a:lnTo>
                  <a:close/>
                  <a:moveTo>
                    <a:pt x="732960" y="225428"/>
                  </a:moveTo>
                  <a:lnTo>
                    <a:pt x="721127" y="217263"/>
                  </a:lnTo>
                  <a:lnTo>
                    <a:pt x="719600" y="225973"/>
                  </a:lnTo>
                  <a:close/>
                  <a:moveTo>
                    <a:pt x="875533" y="146624"/>
                  </a:moveTo>
                  <a:lnTo>
                    <a:pt x="842439" y="147470"/>
                  </a:lnTo>
                  <a:lnTo>
                    <a:pt x="838512" y="149046"/>
                  </a:lnTo>
                  <a:close/>
                  <a:moveTo>
                    <a:pt x="864696" y="18693"/>
                  </a:moveTo>
                  <a:lnTo>
                    <a:pt x="865511" y="19943"/>
                  </a:lnTo>
                  <a:lnTo>
                    <a:pt x="866572" y="16913"/>
                  </a:lnTo>
                  <a:close/>
                  <a:moveTo>
                    <a:pt x="867751" y="21322"/>
                  </a:moveTo>
                  <a:lnTo>
                    <a:pt x="865511" y="19943"/>
                  </a:lnTo>
                  <a:lnTo>
                    <a:pt x="864696" y="18693"/>
                  </a:lnTo>
                  <a:close/>
                  <a:moveTo>
                    <a:pt x="893072" y="1510"/>
                  </a:moveTo>
                  <a:lnTo>
                    <a:pt x="907484" y="12908"/>
                  </a:lnTo>
                  <a:lnTo>
                    <a:pt x="889015" y="4614"/>
                  </a:lnTo>
                  <a:close/>
                  <a:moveTo>
                    <a:pt x="864696" y="18693"/>
                  </a:moveTo>
                  <a:lnTo>
                    <a:pt x="866572" y="16913"/>
                  </a:lnTo>
                  <a:lnTo>
                    <a:pt x="887780" y="0"/>
                  </a:lnTo>
                  <a:close/>
                  <a:moveTo>
                    <a:pt x="893072" y="1510"/>
                  </a:moveTo>
                  <a:lnTo>
                    <a:pt x="887780" y="0"/>
                  </a:lnTo>
                  <a:lnTo>
                    <a:pt x="907484" y="12908"/>
                  </a:lnTo>
                  <a:close/>
                  <a:moveTo>
                    <a:pt x="1026883" y="111775"/>
                  </a:moveTo>
                  <a:lnTo>
                    <a:pt x="1029579" y="60223"/>
                  </a:lnTo>
                  <a:lnTo>
                    <a:pt x="1023418" y="107073"/>
                  </a:lnTo>
                  <a:close/>
                  <a:moveTo>
                    <a:pt x="1031248" y="57836"/>
                  </a:moveTo>
                  <a:lnTo>
                    <a:pt x="1029579" y="60223"/>
                  </a:lnTo>
                  <a:lnTo>
                    <a:pt x="1026883" y="111775"/>
                  </a:lnTo>
                  <a:close/>
                  <a:moveTo>
                    <a:pt x="1040100" y="75020"/>
                  </a:moveTo>
                  <a:lnTo>
                    <a:pt x="1031248" y="57836"/>
                  </a:lnTo>
                  <a:lnTo>
                    <a:pt x="1026883" y="111775"/>
                  </a:lnTo>
                  <a:close/>
                  <a:moveTo>
                    <a:pt x="1031248" y="57836"/>
                  </a:moveTo>
                  <a:lnTo>
                    <a:pt x="1040100" y="75020"/>
                  </a:lnTo>
                  <a:lnTo>
                    <a:pt x="1053486" y="25034"/>
                  </a:lnTo>
                  <a:close/>
                  <a:moveTo>
                    <a:pt x="1054762" y="19185"/>
                  </a:moveTo>
                  <a:lnTo>
                    <a:pt x="1031248" y="57836"/>
                  </a:lnTo>
                  <a:lnTo>
                    <a:pt x="1053486" y="2503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39" name="Input_density__178">
              <a:extLst>
                <a:ext uri="{FF2B5EF4-FFF2-40B4-BE49-F238E27FC236}">
                  <a16:creationId xmlns:a16="http://schemas.microsoft.com/office/drawing/2014/main" id="{D989935E-6CBB-0BFC-89A3-6746AC2E524F}"/>
                </a:ext>
              </a:extLst>
            </p:cNvPr>
            <p:cNvSpPr>
              <a:spLocks noGrp="1"/>
            </p:cNvSpPr>
            <p:nvPr/>
          </p:nvSpPr>
          <p:spPr>
            <a:xfrm>
              <a:off x="590004" y="1924491"/>
              <a:ext cx="1017915" cy="473540"/>
            </a:xfrm>
            <a:custGeom>
              <a:avLst/>
              <a:gdLst/>
              <a:ahLst/>
              <a:cxnLst/>
              <a:rect l="0" t="0" r="0" b="0"/>
              <a:pathLst>
                <a:path w="1017915" h="473540">
                  <a:moveTo>
                    <a:pt x="24410" y="259379"/>
                  </a:moveTo>
                  <a:lnTo>
                    <a:pt x="0" y="264322"/>
                  </a:lnTo>
                  <a:lnTo>
                    <a:pt x="56707" y="255556"/>
                  </a:lnTo>
                  <a:close/>
                  <a:moveTo>
                    <a:pt x="24410" y="259379"/>
                  </a:moveTo>
                  <a:lnTo>
                    <a:pt x="56707" y="255556"/>
                  </a:lnTo>
                  <a:lnTo>
                    <a:pt x="33026" y="256116"/>
                  </a:lnTo>
                  <a:close/>
                  <a:moveTo>
                    <a:pt x="580107" y="470575"/>
                  </a:moveTo>
                  <a:lnTo>
                    <a:pt x="574199" y="472099"/>
                  </a:lnTo>
                  <a:lnTo>
                    <a:pt x="602848" y="446105"/>
                  </a:lnTo>
                  <a:close/>
                  <a:moveTo>
                    <a:pt x="568540" y="470575"/>
                  </a:moveTo>
                  <a:lnTo>
                    <a:pt x="574199" y="472099"/>
                  </a:lnTo>
                  <a:lnTo>
                    <a:pt x="576866" y="473540"/>
                  </a:lnTo>
                  <a:close/>
                  <a:moveTo>
                    <a:pt x="580107" y="470575"/>
                  </a:moveTo>
                  <a:lnTo>
                    <a:pt x="576866" y="473540"/>
                  </a:lnTo>
                  <a:lnTo>
                    <a:pt x="574199" y="472099"/>
                  </a:lnTo>
                  <a:close/>
                  <a:moveTo>
                    <a:pt x="568540" y="470575"/>
                  </a:moveTo>
                  <a:lnTo>
                    <a:pt x="576866" y="473540"/>
                  </a:lnTo>
                  <a:lnTo>
                    <a:pt x="582905" y="465021"/>
                  </a:lnTo>
                  <a:close/>
                  <a:moveTo>
                    <a:pt x="582905" y="465021"/>
                  </a:moveTo>
                  <a:lnTo>
                    <a:pt x="576866" y="473540"/>
                  </a:lnTo>
                  <a:lnTo>
                    <a:pt x="580107" y="470575"/>
                  </a:lnTo>
                  <a:close/>
                  <a:moveTo>
                    <a:pt x="594156" y="441976"/>
                  </a:moveTo>
                  <a:lnTo>
                    <a:pt x="602848" y="446105"/>
                  </a:lnTo>
                  <a:lnTo>
                    <a:pt x="607716" y="427192"/>
                  </a:lnTo>
                  <a:close/>
                  <a:moveTo>
                    <a:pt x="582905" y="465021"/>
                  </a:moveTo>
                  <a:lnTo>
                    <a:pt x="602848" y="446105"/>
                  </a:lnTo>
                  <a:lnTo>
                    <a:pt x="594156" y="441976"/>
                  </a:lnTo>
                  <a:close/>
                  <a:moveTo>
                    <a:pt x="580107" y="470575"/>
                  </a:moveTo>
                  <a:lnTo>
                    <a:pt x="602848" y="446105"/>
                  </a:lnTo>
                  <a:lnTo>
                    <a:pt x="582905" y="465021"/>
                  </a:lnTo>
                  <a:close/>
                  <a:moveTo>
                    <a:pt x="607716" y="427192"/>
                  </a:moveTo>
                  <a:lnTo>
                    <a:pt x="602848" y="446105"/>
                  </a:lnTo>
                  <a:lnTo>
                    <a:pt x="609852" y="433820"/>
                  </a:lnTo>
                  <a:close/>
                  <a:moveTo>
                    <a:pt x="672112" y="388080"/>
                  </a:moveTo>
                  <a:lnTo>
                    <a:pt x="646449" y="388339"/>
                  </a:lnTo>
                  <a:lnTo>
                    <a:pt x="700254" y="368721"/>
                  </a:lnTo>
                  <a:close/>
                  <a:moveTo>
                    <a:pt x="700800" y="345515"/>
                  </a:moveTo>
                  <a:lnTo>
                    <a:pt x="692815" y="385096"/>
                  </a:lnTo>
                  <a:lnTo>
                    <a:pt x="700254" y="368721"/>
                  </a:lnTo>
                  <a:close/>
                  <a:moveTo>
                    <a:pt x="707778" y="355272"/>
                  </a:moveTo>
                  <a:lnTo>
                    <a:pt x="700254" y="368721"/>
                  </a:lnTo>
                  <a:lnTo>
                    <a:pt x="705123" y="362698"/>
                  </a:lnTo>
                  <a:close/>
                  <a:moveTo>
                    <a:pt x="705123" y="362698"/>
                  </a:moveTo>
                  <a:lnTo>
                    <a:pt x="713134" y="320671"/>
                  </a:lnTo>
                  <a:lnTo>
                    <a:pt x="707778" y="355272"/>
                  </a:lnTo>
                  <a:close/>
                  <a:moveTo>
                    <a:pt x="743055" y="218067"/>
                  </a:moveTo>
                  <a:lnTo>
                    <a:pt x="714733" y="230438"/>
                  </a:lnTo>
                  <a:lnTo>
                    <a:pt x="711165" y="272005"/>
                  </a:lnTo>
                  <a:close/>
                  <a:moveTo>
                    <a:pt x="727893" y="90618"/>
                  </a:moveTo>
                  <a:lnTo>
                    <a:pt x="723991" y="118355"/>
                  </a:lnTo>
                  <a:lnTo>
                    <a:pt x="710632" y="118900"/>
                  </a:lnTo>
                  <a:close/>
                  <a:moveTo>
                    <a:pt x="829543" y="41973"/>
                  </a:moveTo>
                  <a:lnTo>
                    <a:pt x="827317" y="39068"/>
                  </a:lnTo>
                  <a:lnTo>
                    <a:pt x="811220" y="53413"/>
                  </a:lnTo>
                  <a:close/>
                  <a:moveTo>
                    <a:pt x="795402" y="42641"/>
                  </a:moveTo>
                  <a:lnTo>
                    <a:pt x="804856" y="56252"/>
                  </a:lnTo>
                  <a:lnTo>
                    <a:pt x="811220" y="53413"/>
                  </a:lnTo>
                  <a:close/>
                  <a:moveTo>
                    <a:pt x="811220" y="53413"/>
                  </a:moveTo>
                  <a:lnTo>
                    <a:pt x="843840" y="50797"/>
                  </a:lnTo>
                  <a:lnTo>
                    <a:pt x="829543" y="41973"/>
                  </a:lnTo>
                  <a:close/>
                  <a:moveTo>
                    <a:pt x="843840" y="50797"/>
                  </a:moveTo>
                  <a:lnTo>
                    <a:pt x="865458" y="39863"/>
                  </a:lnTo>
                  <a:lnTo>
                    <a:pt x="829543" y="41973"/>
                  </a:lnTo>
                  <a:close/>
                  <a:moveTo>
                    <a:pt x="869384" y="39068"/>
                  </a:moveTo>
                  <a:lnTo>
                    <a:pt x="865458" y="39863"/>
                  </a:lnTo>
                  <a:lnTo>
                    <a:pt x="898975" y="36154"/>
                  </a:lnTo>
                  <a:close/>
                  <a:moveTo>
                    <a:pt x="866564" y="39551"/>
                  </a:moveTo>
                  <a:lnTo>
                    <a:pt x="829543" y="41973"/>
                  </a:lnTo>
                  <a:lnTo>
                    <a:pt x="865458" y="39863"/>
                  </a:lnTo>
                  <a:close/>
                  <a:moveTo>
                    <a:pt x="869384" y="39068"/>
                  </a:moveTo>
                  <a:lnTo>
                    <a:pt x="866564" y="39551"/>
                  </a:lnTo>
                  <a:lnTo>
                    <a:pt x="865458" y="39863"/>
                  </a:lnTo>
                  <a:close/>
                  <a:moveTo>
                    <a:pt x="927215" y="45529"/>
                  </a:moveTo>
                  <a:lnTo>
                    <a:pt x="869384" y="39068"/>
                  </a:lnTo>
                  <a:lnTo>
                    <a:pt x="901659" y="37520"/>
                  </a:lnTo>
                  <a:close/>
                  <a:moveTo>
                    <a:pt x="866564" y="39551"/>
                  </a:moveTo>
                  <a:lnTo>
                    <a:pt x="869384" y="39068"/>
                  </a:lnTo>
                  <a:lnTo>
                    <a:pt x="927215" y="45529"/>
                  </a:lnTo>
                  <a:close/>
                  <a:moveTo>
                    <a:pt x="927215" y="45529"/>
                  </a:moveTo>
                  <a:lnTo>
                    <a:pt x="958075" y="36332"/>
                  </a:lnTo>
                  <a:lnTo>
                    <a:pt x="982729" y="32304"/>
                  </a:lnTo>
                  <a:close/>
                  <a:moveTo>
                    <a:pt x="982729" y="32304"/>
                  </a:moveTo>
                  <a:lnTo>
                    <a:pt x="958075" y="36332"/>
                  </a:lnTo>
                  <a:lnTo>
                    <a:pt x="1010900" y="13053"/>
                  </a:lnTo>
                  <a:close/>
                  <a:moveTo>
                    <a:pt x="988075" y="21885"/>
                  </a:moveTo>
                  <a:lnTo>
                    <a:pt x="1017915" y="4702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982729" y="32304"/>
                  </a:lnTo>
                  <a:lnTo>
                    <a:pt x="1010900" y="13053"/>
                  </a:lnTo>
                  <a:close/>
                  <a:moveTo>
                    <a:pt x="1014450" y="0"/>
                  </a:moveTo>
                  <a:lnTo>
                    <a:pt x="1010900" y="13053"/>
                  </a:lnTo>
                  <a:lnTo>
                    <a:pt x="1017915" y="4702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40" name="Input_density__179">
              <a:extLst>
                <a:ext uri="{FF2B5EF4-FFF2-40B4-BE49-F238E27FC236}">
                  <a16:creationId xmlns:a16="http://schemas.microsoft.com/office/drawing/2014/main" id="{77208719-7D16-CBCC-315F-04A233FDC67E}"/>
                </a:ext>
              </a:extLst>
            </p:cNvPr>
            <p:cNvSpPr>
              <a:spLocks noGrp="1"/>
            </p:cNvSpPr>
            <p:nvPr/>
          </p:nvSpPr>
          <p:spPr>
            <a:xfrm>
              <a:off x="582403" y="1617435"/>
              <a:ext cx="969864" cy="509612"/>
            </a:xfrm>
            <a:custGeom>
              <a:avLst/>
              <a:gdLst/>
              <a:ahLst/>
              <a:cxnLst/>
              <a:rect l="0" t="0" r="0" b="0"/>
              <a:pathLst>
                <a:path w="969864" h="509612">
                  <a:moveTo>
                    <a:pt x="129671" y="490001"/>
                  </a:moveTo>
                  <a:lnTo>
                    <a:pt x="99840" y="478814"/>
                  </a:lnTo>
                  <a:lnTo>
                    <a:pt x="90802" y="504721"/>
                  </a:lnTo>
                  <a:close/>
                  <a:moveTo>
                    <a:pt x="90802" y="504721"/>
                  </a:moveTo>
                  <a:lnTo>
                    <a:pt x="123525" y="498386"/>
                  </a:lnTo>
                  <a:lnTo>
                    <a:pt x="129671" y="490001"/>
                  </a:lnTo>
                  <a:close/>
                  <a:moveTo>
                    <a:pt x="157330" y="468837"/>
                  </a:moveTo>
                  <a:lnTo>
                    <a:pt x="100957" y="478853"/>
                  </a:lnTo>
                  <a:lnTo>
                    <a:pt x="129671" y="490001"/>
                  </a:lnTo>
                  <a:close/>
                  <a:moveTo>
                    <a:pt x="0" y="368549"/>
                  </a:moveTo>
                  <a:lnTo>
                    <a:pt x="28085" y="359340"/>
                  </a:lnTo>
                  <a:lnTo>
                    <a:pt x="12887" y="361988"/>
                  </a:lnTo>
                  <a:close/>
                  <a:moveTo>
                    <a:pt x="129671" y="490001"/>
                  </a:moveTo>
                  <a:lnTo>
                    <a:pt x="123525" y="498386"/>
                  </a:lnTo>
                  <a:lnTo>
                    <a:pt x="134781" y="496055"/>
                  </a:lnTo>
                  <a:close/>
                  <a:moveTo>
                    <a:pt x="134781" y="496055"/>
                  </a:moveTo>
                  <a:lnTo>
                    <a:pt x="157330" y="468837"/>
                  </a:lnTo>
                  <a:lnTo>
                    <a:pt x="129671" y="490001"/>
                  </a:lnTo>
                  <a:close/>
                  <a:moveTo>
                    <a:pt x="134781" y="496055"/>
                  </a:moveTo>
                  <a:lnTo>
                    <a:pt x="181681" y="485014"/>
                  </a:lnTo>
                  <a:lnTo>
                    <a:pt x="157330" y="468837"/>
                  </a:lnTo>
                  <a:close/>
                  <a:moveTo>
                    <a:pt x="157330" y="468837"/>
                  </a:moveTo>
                  <a:lnTo>
                    <a:pt x="181681" y="485014"/>
                  </a:lnTo>
                  <a:lnTo>
                    <a:pt x="162259" y="461631"/>
                  </a:lnTo>
                  <a:close/>
                  <a:moveTo>
                    <a:pt x="162259" y="461631"/>
                  </a:moveTo>
                  <a:lnTo>
                    <a:pt x="181681" y="485014"/>
                  </a:lnTo>
                  <a:lnTo>
                    <a:pt x="195546" y="481202"/>
                  </a:lnTo>
                  <a:close/>
                  <a:moveTo>
                    <a:pt x="162259" y="461631"/>
                  </a:moveTo>
                  <a:lnTo>
                    <a:pt x="195546" y="481202"/>
                  </a:lnTo>
                  <a:lnTo>
                    <a:pt x="197960" y="444448"/>
                  </a:lnTo>
                  <a:close/>
                  <a:moveTo>
                    <a:pt x="181681" y="485014"/>
                  </a:moveTo>
                  <a:lnTo>
                    <a:pt x="193968" y="509612"/>
                  </a:lnTo>
                  <a:lnTo>
                    <a:pt x="195546" y="481202"/>
                  </a:lnTo>
                  <a:close/>
                  <a:moveTo>
                    <a:pt x="166597" y="280244"/>
                  </a:moveTo>
                  <a:lnTo>
                    <a:pt x="193111" y="299816"/>
                  </a:lnTo>
                  <a:lnTo>
                    <a:pt x="210545" y="263061"/>
                  </a:lnTo>
                  <a:close/>
                  <a:moveTo>
                    <a:pt x="258926" y="282632"/>
                  </a:moveTo>
                  <a:lnTo>
                    <a:pt x="235804" y="289113"/>
                  </a:lnTo>
                  <a:lnTo>
                    <a:pt x="239841" y="330578"/>
                  </a:lnTo>
                  <a:close/>
                  <a:moveTo>
                    <a:pt x="210545" y="263061"/>
                  </a:moveTo>
                  <a:lnTo>
                    <a:pt x="235804" y="289113"/>
                  </a:lnTo>
                  <a:lnTo>
                    <a:pt x="213802" y="262253"/>
                  </a:lnTo>
                  <a:close/>
                  <a:moveTo>
                    <a:pt x="210545" y="263061"/>
                  </a:moveTo>
                  <a:lnTo>
                    <a:pt x="193111" y="299816"/>
                  </a:lnTo>
                  <a:lnTo>
                    <a:pt x="235804" y="289113"/>
                  </a:lnTo>
                  <a:close/>
                  <a:moveTo>
                    <a:pt x="258926" y="282632"/>
                  </a:moveTo>
                  <a:lnTo>
                    <a:pt x="272976" y="267234"/>
                  </a:lnTo>
                  <a:lnTo>
                    <a:pt x="235804" y="289113"/>
                  </a:lnTo>
                  <a:close/>
                  <a:moveTo>
                    <a:pt x="212379" y="261455"/>
                  </a:moveTo>
                  <a:lnTo>
                    <a:pt x="210545" y="263061"/>
                  </a:lnTo>
                  <a:lnTo>
                    <a:pt x="213802" y="262253"/>
                  </a:lnTo>
                  <a:close/>
                  <a:moveTo>
                    <a:pt x="390032" y="338959"/>
                  </a:moveTo>
                  <a:lnTo>
                    <a:pt x="413103" y="321206"/>
                  </a:lnTo>
                  <a:lnTo>
                    <a:pt x="380186" y="342492"/>
                  </a:lnTo>
                  <a:close/>
                  <a:moveTo>
                    <a:pt x="380186" y="342492"/>
                  </a:moveTo>
                  <a:lnTo>
                    <a:pt x="387581" y="350360"/>
                  </a:lnTo>
                  <a:lnTo>
                    <a:pt x="390032" y="338959"/>
                  </a:lnTo>
                  <a:close/>
                  <a:moveTo>
                    <a:pt x="258926" y="282632"/>
                  </a:moveTo>
                  <a:lnTo>
                    <a:pt x="298487" y="309988"/>
                  </a:lnTo>
                  <a:lnTo>
                    <a:pt x="284396" y="276696"/>
                  </a:lnTo>
                  <a:close/>
                  <a:moveTo>
                    <a:pt x="298487" y="309988"/>
                  </a:moveTo>
                  <a:lnTo>
                    <a:pt x="324964" y="270804"/>
                  </a:lnTo>
                  <a:lnTo>
                    <a:pt x="284396" y="276696"/>
                  </a:lnTo>
                  <a:close/>
                  <a:moveTo>
                    <a:pt x="272976" y="267234"/>
                  </a:moveTo>
                  <a:lnTo>
                    <a:pt x="258926" y="282632"/>
                  </a:lnTo>
                  <a:lnTo>
                    <a:pt x="284396" y="276696"/>
                  </a:lnTo>
                  <a:close/>
                  <a:moveTo>
                    <a:pt x="717118" y="258190"/>
                  </a:moveTo>
                  <a:lnTo>
                    <a:pt x="700306" y="270226"/>
                  </a:lnTo>
                  <a:lnTo>
                    <a:pt x="723826" y="254450"/>
                  </a:lnTo>
                  <a:close/>
                  <a:moveTo>
                    <a:pt x="697609" y="233471"/>
                  </a:moveTo>
                  <a:lnTo>
                    <a:pt x="717118" y="258190"/>
                  </a:lnTo>
                  <a:lnTo>
                    <a:pt x="723671" y="253042"/>
                  </a:lnTo>
                  <a:close/>
                  <a:moveTo>
                    <a:pt x="717118" y="258190"/>
                  </a:moveTo>
                  <a:lnTo>
                    <a:pt x="723826" y="254450"/>
                  </a:lnTo>
                  <a:lnTo>
                    <a:pt x="723671" y="253042"/>
                  </a:lnTo>
                  <a:close/>
                  <a:moveTo>
                    <a:pt x="723826" y="254450"/>
                  </a:moveTo>
                  <a:lnTo>
                    <a:pt x="750237" y="276012"/>
                  </a:lnTo>
                  <a:lnTo>
                    <a:pt x="723671" y="253042"/>
                  </a:lnTo>
                  <a:close/>
                  <a:moveTo>
                    <a:pt x="723438" y="216287"/>
                  </a:moveTo>
                  <a:lnTo>
                    <a:pt x="723671" y="253042"/>
                  </a:lnTo>
                  <a:lnTo>
                    <a:pt x="750376" y="235859"/>
                  </a:lnTo>
                  <a:close/>
                  <a:moveTo>
                    <a:pt x="723438" y="216287"/>
                  </a:moveTo>
                  <a:lnTo>
                    <a:pt x="750376" y="235859"/>
                  </a:lnTo>
                  <a:lnTo>
                    <a:pt x="751933" y="199104"/>
                  </a:lnTo>
                  <a:close/>
                  <a:moveTo>
                    <a:pt x="751933" y="199104"/>
                  </a:moveTo>
                  <a:lnTo>
                    <a:pt x="762205" y="177160"/>
                  </a:lnTo>
                  <a:lnTo>
                    <a:pt x="736217" y="179532"/>
                  </a:lnTo>
                  <a:close/>
                  <a:moveTo>
                    <a:pt x="787644" y="176062"/>
                  </a:moveTo>
                  <a:lnTo>
                    <a:pt x="751933" y="199104"/>
                  </a:lnTo>
                  <a:lnTo>
                    <a:pt x="786842" y="181921"/>
                  </a:lnTo>
                  <a:close/>
                  <a:moveTo>
                    <a:pt x="787644" y="176062"/>
                  </a:moveTo>
                  <a:lnTo>
                    <a:pt x="762205" y="177160"/>
                  </a:lnTo>
                  <a:lnTo>
                    <a:pt x="751933" y="199104"/>
                  </a:lnTo>
                  <a:close/>
                  <a:moveTo>
                    <a:pt x="760374" y="125594"/>
                  </a:moveTo>
                  <a:lnTo>
                    <a:pt x="790809" y="145165"/>
                  </a:lnTo>
                  <a:lnTo>
                    <a:pt x="792034" y="108411"/>
                  </a:lnTo>
                  <a:close/>
                  <a:moveTo>
                    <a:pt x="787644" y="176062"/>
                  </a:moveTo>
                  <a:lnTo>
                    <a:pt x="792393" y="179334"/>
                  </a:lnTo>
                  <a:lnTo>
                    <a:pt x="790809" y="145165"/>
                  </a:lnTo>
                  <a:close/>
                  <a:moveTo>
                    <a:pt x="792034" y="108411"/>
                  </a:moveTo>
                  <a:lnTo>
                    <a:pt x="829225" y="110741"/>
                  </a:lnTo>
                  <a:lnTo>
                    <a:pt x="812154" y="100862"/>
                  </a:lnTo>
                  <a:close/>
                  <a:moveTo>
                    <a:pt x="821820" y="127982"/>
                  </a:moveTo>
                  <a:lnTo>
                    <a:pt x="829225" y="110741"/>
                  </a:lnTo>
                  <a:lnTo>
                    <a:pt x="792034" y="108411"/>
                  </a:lnTo>
                  <a:close/>
                  <a:moveTo>
                    <a:pt x="790809" y="145165"/>
                  </a:moveTo>
                  <a:lnTo>
                    <a:pt x="821820" y="127982"/>
                  </a:lnTo>
                  <a:lnTo>
                    <a:pt x="792034" y="108411"/>
                  </a:lnTo>
                  <a:close/>
                  <a:moveTo>
                    <a:pt x="838031" y="91227"/>
                  </a:moveTo>
                  <a:lnTo>
                    <a:pt x="823536" y="54472"/>
                  </a:lnTo>
                  <a:lnTo>
                    <a:pt x="812154" y="100862"/>
                  </a:lnTo>
                  <a:close/>
                  <a:moveTo>
                    <a:pt x="823536" y="54472"/>
                  </a:moveTo>
                  <a:lnTo>
                    <a:pt x="808256" y="59284"/>
                  </a:lnTo>
                  <a:lnTo>
                    <a:pt x="812154" y="100862"/>
                  </a:lnTo>
                  <a:close/>
                  <a:moveTo>
                    <a:pt x="812154" y="100862"/>
                  </a:moveTo>
                  <a:lnTo>
                    <a:pt x="829225" y="110741"/>
                  </a:lnTo>
                  <a:lnTo>
                    <a:pt x="838031" y="91227"/>
                  </a:lnTo>
                  <a:close/>
                  <a:moveTo>
                    <a:pt x="829225" y="110741"/>
                  </a:moveTo>
                  <a:lnTo>
                    <a:pt x="846990" y="117288"/>
                  </a:lnTo>
                  <a:lnTo>
                    <a:pt x="838031" y="91227"/>
                  </a:lnTo>
                  <a:close/>
                  <a:moveTo>
                    <a:pt x="838031" y="91227"/>
                  </a:moveTo>
                  <a:lnTo>
                    <a:pt x="860170" y="110799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38031" y="91227"/>
                  </a:lnTo>
                  <a:lnTo>
                    <a:pt x="863476" y="74044"/>
                  </a:lnTo>
                  <a:close/>
                  <a:moveTo>
                    <a:pt x="823536" y="54472"/>
                  </a:moveTo>
                  <a:lnTo>
                    <a:pt x="863476" y="74044"/>
                  </a:lnTo>
                  <a:lnTo>
                    <a:pt x="862587" y="37289"/>
                  </a:lnTo>
                  <a:close/>
                  <a:moveTo>
                    <a:pt x="866677" y="29982"/>
                  </a:moveTo>
                  <a:lnTo>
                    <a:pt x="823536" y="54472"/>
                  </a:lnTo>
                  <a:lnTo>
                    <a:pt x="862587" y="37289"/>
                  </a:lnTo>
                  <a:close/>
                  <a:moveTo>
                    <a:pt x="862587" y="37289"/>
                  </a:moveTo>
                  <a:lnTo>
                    <a:pt x="898392" y="52353"/>
                  </a:lnTo>
                  <a:lnTo>
                    <a:pt x="874646" y="32398"/>
                  </a:lnTo>
                  <a:close/>
                  <a:moveTo>
                    <a:pt x="866677" y="29982"/>
                  </a:moveTo>
                  <a:lnTo>
                    <a:pt x="862587" y="37289"/>
                  </a:lnTo>
                  <a:lnTo>
                    <a:pt x="874646" y="32398"/>
                  </a:lnTo>
                  <a:close/>
                  <a:moveTo>
                    <a:pt x="919447" y="6500"/>
                  </a:moveTo>
                  <a:lnTo>
                    <a:pt x="874646" y="32398"/>
                  </a:lnTo>
                  <a:lnTo>
                    <a:pt x="906455" y="20106"/>
                  </a:lnTo>
                  <a:close/>
                  <a:moveTo>
                    <a:pt x="866677" y="29982"/>
                  </a:moveTo>
                  <a:lnTo>
                    <a:pt x="874646" y="32398"/>
                  </a:lnTo>
                  <a:lnTo>
                    <a:pt x="919447" y="6500"/>
                  </a:lnTo>
                  <a:close/>
                  <a:moveTo>
                    <a:pt x="874646" y="32398"/>
                  </a:moveTo>
                  <a:lnTo>
                    <a:pt x="898392" y="52353"/>
                  </a:lnTo>
                  <a:lnTo>
                    <a:pt x="906455" y="20106"/>
                  </a:lnTo>
                  <a:close/>
                  <a:moveTo>
                    <a:pt x="947762" y="44792"/>
                  </a:moveTo>
                  <a:lnTo>
                    <a:pt x="969864" y="9165"/>
                  </a:lnTo>
                  <a:lnTo>
                    <a:pt x="931182" y="13524"/>
                  </a:lnTo>
                  <a:close/>
                  <a:moveTo>
                    <a:pt x="919447" y="6500"/>
                  </a:moveTo>
                  <a:lnTo>
                    <a:pt x="906455" y="20106"/>
                  </a:lnTo>
                  <a:lnTo>
                    <a:pt x="931182" y="13524"/>
                  </a:lnTo>
                  <a:close/>
                  <a:moveTo>
                    <a:pt x="931182" y="13524"/>
                  </a:moveTo>
                  <a:lnTo>
                    <a:pt x="951028" y="0"/>
                  </a:lnTo>
                  <a:lnTo>
                    <a:pt x="919447" y="6500"/>
                  </a:lnTo>
                  <a:close/>
                  <a:moveTo>
                    <a:pt x="931182" y="13524"/>
                  </a:moveTo>
                  <a:lnTo>
                    <a:pt x="969864" y="9165"/>
                  </a:lnTo>
                  <a:lnTo>
                    <a:pt x="951028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41" name="Input_density__180">
              <a:extLst>
                <a:ext uri="{FF2B5EF4-FFF2-40B4-BE49-F238E27FC236}">
                  <a16:creationId xmlns:a16="http://schemas.microsoft.com/office/drawing/2014/main" id="{D2136CAE-065D-A629-8D5F-1DFF19EB9347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47327" cy="698679"/>
            </a:xfrm>
            <a:custGeom>
              <a:avLst/>
              <a:gdLst/>
              <a:ahLst/>
              <a:cxnLst/>
              <a:rect l="0" t="0" r="0" b="0"/>
              <a:pathLst>
                <a:path w="1047327" h="698679">
                  <a:moveTo>
                    <a:pt x="102654" y="601194"/>
                  </a:moveTo>
                  <a:lnTo>
                    <a:pt x="136707" y="641529"/>
                  </a:lnTo>
                  <a:lnTo>
                    <a:pt x="139028" y="630161"/>
                  </a:lnTo>
                  <a:close/>
                  <a:moveTo>
                    <a:pt x="136707" y="641529"/>
                  </a:moveTo>
                  <a:lnTo>
                    <a:pt x="149655" y="637949"/>
                  </a:lnTo>
                  <a:lnTo>
                    <a:pt x="139028" y="630161"/>
                  </a:lnTo>
                  <a:close/>
                  <a:moveTo>
                    <a:pt x="205300" y="657521"/>
                  </a:moveTo>
                  <a:lnTo>
                    <a:pt x="190674" y="698679"/>
                  </a:lnTo>
                  <a:lnTo>
                    <a:pt x="205515" y="657962"/>
                  </a:lnTo>
                  <a:close/>
                  <a:moveTo>
                    <a:pt x="205300" y="657521"/>
                  </a:moveTo>
                  <a:lnTo>
                    <a:pt x="171786" y="674704"/>
                  </a:lnTo>
                  <a:lnTo>
                    <a:pt x="190674" y="698679"/>
                  </a:lnTo>
                  <a:close/>
                  <a:moveTo>
                    <a:pt x="188715" y="626336"/>
                  </a:moveTo>
                  <a:lnTo>
                    <a:pt x="139028" y="630161"/>
                  </a:lnTo>
                  <a:lnTo>
                    <a:pt x="149655" y="637949"/>
                  </a:lnTo>
                  <a:close/>
                  <a:moveTo>
                    <a:pt x="15872" y="447222"/>
                  </a:moveTo>
                  <a:lnTo>
                    <a:pt x="9138" y="440240"/>
                  </a:lnTo>
                  <a:lnTo>
                    <a:pt x="29208" y="473746"/>
                  </a:lnTo>
                  <a:close/>
                  <a:moveTo>
                    <a:pt x="29208" y="473746"/>
                  </a:moveTo>
                  <a:lnTo>
                    <a:pt x="9138" y="440240"/>
                  </a:lnTo>
                  <a:lnTo>
                    <a:pt x="0" y="454174"/>
                  </a:lnTo>
                  <a:close/>
                  <a:moveTo>
                    <a:pt x="9138" y="440240"/>
                  </a:moveTo>
                  <a:lnTo>
                    <a:pt x="11740" y="431775"/>
                  </a:lnTo>
                  <a:lnTo>
                    <a:pt x="0" y="454174"/>
                  </a:lnTo>
                  <a:close/>
                  <a:moveTo>
                    <a:pt x="0" y="454174"/>
                  </a:moveTo>
                  <a:lnTo>
                    <a:pt x="11740" y="431775"/>
                  </a:lnTo>
                  <a:lnTo>
                    <a:pt x="15282" y="400236"/>
                  </a:lnTo>
                  <a:close/>
                  <a:moveTo>
                    <a:pt x="205515" y="657962"/>
                  </a:moveTo>
                  <a:lnTo>
                    <a:pt x="238370" y="640337"/>
                  </a:lnTo>
                  <a:lnTo>
                    <a:pt x="205738" y="657244"/>
                  </a:lnTo>
                  <a:close/>
                  <a:moveTo>
                    <a:pt x="238370" y="640337"/>
                  </a:moveTo>
                  <a:lnTo>
                    <a:pt x="203640" y="614202"/>
                  </a:lnTo>
                  <a:lnTo>
                    <a:pt x="202616" y="620766"/>
                  </a:lnTo>
                  <a:close/>
                  <a:moveTo>
                    <a:pt x="205260" y="657008"/>
                  </a:moveTo>
                  <a:lnTo>
                    <a:pt x="205738" y="657244"/>
                  </a:lnTo>
                  <a:lnTo>
                    <a:pt x="238370" y="640337"/>
                  </a:lnTo>
                  <a:close/>
                  <a:moveTo>
                    <a:pt x="202616" y="620766"/>
                  </a:moveTo>
                  <a:lnTo>
                    <a:pt x="205260" y="657008"/>
                  </a:lnTo>
                  <a:lnTo>
                    <a:pt x="238370" y="640337"/>
                  </a:lnTo>
                  <a:close/>
                  <a:moveTo>
                    <a:pt x="136269" y="462897"/>
                  </a:moveTo>
                  <a:lnTo>
                    <a:pt x="147226" y="468396"/>
                  </a:lnTo>
                  <a:lnTo>
                    <a:pt x="168991" y="456562"/>
                  </a:lnTo>
                  <a:close/>
                  <a:moveTo>
                    <a:pt x="51742" y="360552"/>
                  </a:moveTo>
                  <a:lnTo>
                    <a:pt x="55811" y="346297"/>
                  </a:lnTo>
                  <a:lnTo>
                    <a:pt x="42224" y="363481"/>
                  </a:lnTo>
                  <a:close/>
                  <a:moveTo>
                    <a:pt x="212745" y="476134"/>
                  </a:moveTo>
                  <a:lnTo>
                    <a:pt x="239435" y="467789"/>
                  </a:lnTo>
                  <a:lnTo>
                    <a:pt x="208129" y="476311"/>
                  </a:lnTo>
                  <a:close/>
                  <a:moveTo>
                    <a:pt x="208129" y="476311"/>
                  </a:moveTo>
                  <a:lnTo>
                    <a:pt x="208529" y="476812"/>
                  </a:lnTo>
                  <a:lnTo>
                    <a:pt x="212745" y="476134"/>
                  </a:lnTo>
                  <a:close/>
                  <a:moveTo>
                    <a:pt x="208529" y="476812"/>
                  </a:moveTo>
                  <a:lnTo>
                    <a:pt x="208129" y="476311"/>
                  </a:lnTo>
                  <a:lnTo>
                    <a:pt x="207063" y="476134"/>
                  </a:lnTo>
                  <a:close/>
                  <a:moveTo>
                    <a:pt x="73552" y="317517"/>
                  </a:moveTo>
                  <a:lnTo>
                    <a:pt x="55811" y="346297"/>
                  </a:lnTo>
                  <a:lnTo>
                    <a:pt x="69031" y="328985"/>
                  </a:lnTo>
                  <a:close/>
                  <a:moveTo>
                    <a:pt x="94147" y="298310"/>
                  </a:moveTo>
                  <a:lnTo>
                    <a:pt x="73552" y="317517"/>
                  </a:lnTo>
                  <a:lnTo>
                    <a:pt x="69031" y="328985"/>
                  </a:lnTo>
                  <a:close/>
                  <a:moveTo>
                    <a:pt x="358856" y="569279"/>
                  </a:moveTo>
                  <a:lnTo>
                    <a:pt x="326601" y="532461"/>
                  </a:lnTo>
                  <a:lnTo>
                    <a:pt x="311884" y="535631"/>
                  </a:lnTo>
                  <a:close/>
                  <a:moveTo>
                    <a:pt x="311884" y="535631"/>
                  </a:moveTo>
                  <a:lnTo>
                    <a:pt x="284119" y="495706"/>
                  </a:lnTo>
                  <a:lnTo>
                    <a:pt x="255304" y="509794"/>
                  </a:lnTo>
                  <a:close/>
                  <a:moveTo>
                    <a:pt x="311884" y="535631"/>
                  </a:moveTo>
                  <a:lnTo>
                    <a:pt x="255304" y="509794"/>
                  </a:lnTo>
                  <a:lnTo>
                    <a:pt x="272842" y="540283"/>
                  </a:lnTo>
                  <a:close/>
                  <a:moveTo>
                    <a:pt x="311884" y="535631"/>
                  </a:moveTo>
                  <a:lnTo>
                    <a:pt x="326601" y="532461"/>
                  </a:lnTo>
                  <a:lnTo>
                    <a:pt x="311267" y="515574"/>
                  </a:lnTo>
                  <a:close/>
                  <a:moveTo>
                    <a:pt x="212745" y="476134"/>
                  </a:moveTo>
                  <a:lnTo>
                    <a:pt x="267791" y="477600"/>
                  </a:lnTo>
                  <a:lnTo>
                    <a:pt x="258945" y="458951"/>
                  </a:lnTo>
                  <a:close/>
                  <a:moveTo>
                    <a:pt x="255304" y="509794"/>
                  </a:moveTo>
                  <a:lnTo>
                    <a:pt x="284119" y="495706"/>
                  </a:lnTo>
                  <a:lnTo>
                    <a:pt x="267791" y="477600"/>
                  </a:lnTo>
                  <a:close/>
                  <a:moveTo>
                    <a:pt x="259323" y="445942"/>
                  </a:moveTo>
                  <a:lnTo>
                    <a:pt x="212745" y="476134"/>
                  </a:lnTo>
                  <a:lnTo>
                    <a:pt x="258945" y="458951"/>
                  </a:lnTo>
                  <a:close/>
                  <a:moveTo>
                    <a:pt x="259323" y="445942"/>
                  </a:moveTo>
                  <a:lnTo>
                    <a:pt x="260239" y="422196"/>
                  </a:lnTo>
                  <a:lnTo>
                    <a:pt x="241012" y="439379"/>
                  </a:lnTo>
                  <a:close/>
                  <a:moveTo>
                    <a:pt x="124788" y="275176"/>
                  </a:moveTo>
                  <a:lnTo>
                    <a:pt x="127404" y="291115"/>
                  </a:lnTo>
                  <a:lnTo>
                    <a:pt x="115777" y="282973"/>
                  </a:lnTo>
                  <a:close/>
                  <a:moveTo>
                    <a:pt x="143649" y="262607"/>
                  </a:moveTo>
                  <a:lnTo>
                    <a:pt x="124788" y="275176"/>
                  </a:lnTo>
                  <a:lnTo>
                    <a:pt x="159901" y="264696"/>
                  </a:lnTo>
                  <a:close/>
                  <a:moveTo>
                    <a:pt x="198097" y="260732"/>
                  </a:moveTo>
                  <a:lnTo>
                    <a:pt x="159901" y="264696"/>
                  </a:lnTo>
                  <a:lnTo>
                    <a:pt x="201914" y="259665"/>
                  </a:lnTo>
                  <a:close/>
                  <a:moveTo>
                    <a:pt x="159901" y="264696"/>
                  </a:moveTo>
                  <a:lnTo>
                    <a:pt x="171220" y="269480"/>
                  </a:lnTo>
                  <a:lnTo>
                    <a:pt x="201914" y="259665"/>
                  </a:lnTo>
                  <a:close/>
                  <a:moveTo>
                    <a:pt x="198097" y="260732"/>
                  </a:moveTo>
                  <a:lnTo>
                    <a:pt x="201914" y="259665"/>
                  </a:lnTo>
                  <a:lnTo>
                    <a:pt x="235556" y="260872"/>
                  </a:lnTo>
                  <a:close/>
                  <a:moveTo>
                    <a:pt x="564428" y="645114"/>
                  </a:moveTo>
                  <a:lnTo>
                    <a:pt x="558187" y="608359"/>
                  </a:lnTo>
                  <a:lnTo>
                    <a:pt x="568864" y="662297"/>
                  </a:lnTo>
                  <a:close/>
                  <a:moveTo>
                    <a:pt x="549668" y="571604"/>
                  </a:moveTo>
                  <a:lnTo>
                    <a:pt x="533286" y="588787"/>
                  </a:lnTo>
                  <a:lnTo>
                    <a:pt x="558187" y="608359"/>
                  </a:lnTo>
                  <a:close/>
                  <a:moveTo>
                    <a:pt x="229589" y="279877"/>
                  </a:moveTo>
                  <a:lnTo>
                    <a:pt x="235556" y="260872"/>
                  </a:lnTo>
                  <a:lnTo>
                    <a:pt x="201914" y="259665"/>
                  </a:lnTo>
                  <a:close/>
                  <a:moveTo>
                    <a:pt x="229589" y="279877"/>
                  </a:moveTo>
                  <a:lnTo>
                    <a:pt x="259787" y="282414"/>
                  </a:lnTo>
                  <a:lnTo>
                    <a:pt x="235556" y="260872"/>
                  </a:lnTo>
                  <a:close/>
                  <a:moveTo>
                    <a:pt x="259787" y="282414"/>
                  </a:moveTo>
                  <a:lnTo>
                    <a:pt x="238577" y="257992"/>
                  </a:lnTo>
                  <a:lnTo>
                    <a:pt x="235556" y="260872"/>
                  </a:lnTo>
                  <a:close/>
                  <a:moveTo>
                    <a:pt x="281270" y="247289"/>
                  </a:moveTo>
                  <a:lnTo>
                    <a:pt x="238577" y="257992"/>
                  </a:lnTo>
                  <a:lnTo>
                    <a:pt x="259787" y="282414"/>
                  </a:lnTo>
                  <a:close/>
                  <a:moveTo>
                    <a:pt x="285308" y="288755"/>
                  </a:moveTo>
                  <a:lnTo>
                    <a:pt x="281270" y="247289"/>
                  </a:lnTo>
                  <a:lnTo>
                    <a:pt x="259787" y="282414"/>
                  </a:lnTo>
                  <a:close/>
                  <a:moveTo>
                    <a:pt x="312686" y="277564"/>
                  </a:moveTo>
                  <a:lnTo>
                    <a:pt x="304393" y="240809"/>
                  </a:lnTo>
                  <a:lnTo>
                    <a:pt x="285308" y="288755"/>
                  </a:lnTo>
                  <a:close/>
                  <a:moveTo>
                    <a:pt x="549668" y="571604"/>
                  </a:moveTo>
                  <a:lnTo>
                    <a:pt x="608598" y="591175"/>
                  </a:lnTo>
                  <a:lnTo>
                    <a:pt x="598580" y="554576"/>
                  </a:lnTo>
                  <a:close/>
                  <a:moveTo>
                    <a:pt x="599521" y="554420"/>
                  </a:moveTo>
                  <a:lnTo>
                    <a:pt x="598580" y="554576"/>
                  </a:lnTo>
                  <a:lnTo>
                    <a:pt x="608559" y="591016"/>
                  </a:lnTo>
                  <a:close/>
                  <a:moveTo>
                    <a:pt x="430817" y="333891"/>
                  </a:moveTo>
                  <a:lnTo>
                    <a:pt x="409810" y="351074"/>
                  </a:lnTo>
                  <a:lnTo>
                    <a:pt x="438959" y="370645"/>
                  </a:lnTo>
                  <a:close/>
                  <a:moveTo>
                    <a:pt x="312686" y="277564"/>
                  </a:moveTo>
                  <a:lnTo>
                    <a:pt x="338271" y="299543"/>
                  </a:lnTo>
                  <a:lnTo>
                    <a:pt x="343954" y="268165"/>
                  </a:lnTo>
                  <a:close/>
                  <a:moveTo>
                    <a:pt x="338271" y="299543"/>
                  </a:moveTo>
                  <a:lnTo>
                    <a:pt x="386573" y="260381"/>
                  </a:lnTo>
                  <a:lnTo>
                    <a:pt x="343954" y="268165"/>
                  </a:lnTo>
                  <a:close/>
                  <a:moveTo>
                    <a:pt x="386922" y="260659"/>
                  </a:moveTo>
                  <a:lnTo>
                    <a:pt x="386573" y="260381"/>
                  </a:lnTo>
                  <a:lnTo>
                    <a:pt x="338271" y="299543"/>
                  </a:lnTo>
                  <a:close/>
                  <a:moveTo>
                    <a:pt x="386573" y="260381"/>
                  </a:moveTo>
                  <a:lnTo>
                    <a:pt x="386767" y="260080"/>
                  </a:lnTo>
                  <a:lnTo>
                    <a:pt x="343954" y="268165"/>
                  </a:lnTo>
                  <a:close/>
                  <a:moveTo>
                    <a:pt x="599521" y="554420"/>
                  </a:moveTo>
                  <a:lnTo>
                    <a:pt x="608607" y="591171"/>
                  </a:lnTo>
                  <a:lnTo>
                    <a:pt x="634419" y="573992"/>
                  </a:lnTo>
                  <a:close/>
                  <a:moveTo>
                    <a:pt x="689248" y="547339"/>
                  </a:moveTo>
                  <a:lnTo>
                    <a:pt x="668671" y="551769"/>
                  </a:lnTo>
                  <a:lnTo>
                    <a:pt x="670098" y="537237"/>
                  </a:lnTo>
                  <a:close/>
                  <a:moveTo>
                    <a:pt x="430817" y="333891"/>
                  </a:moveTo>
                  <a:lnTo>
                    <a:pt x="438959" y="370645"/>
                  </a:lnTo>
                  <a:lnTo>
                    <a:pt x="450083" y="353462"/>
                  </a:lnTo>
                  <a:close/>
                  <a:moveTo>
                    <a:pt x="386573" y="260381"/>
                  </a:moveTo>
                  <a:lnTo>
                    <a:pt x="386922" y="260659"/>
                  </a:lnTo>
                  <a:lnTo>
                    <a:pt x="386914" y="260327"/>
                  </a:lnTo>
                  <a:close/>
                  <a:moveTo>
                    <a:pt x="386767" y="260080"/>
                  </a:moveTo>
                  <a:lnTo>
                    <a:pt x="386573" y="260381"/>
                  </a:lnTo>
                  <a:lnTo>
                    <a:pt x="386914" y="260327"/>
                  </a:lnTo>
                  <a:close/>
                  <a:moveTo>
                    <a:pt x="386914" y="260327"/>
                  </a:moveTo>
                  <a:lnTo>
                    <a:pt x="386922" y="260659"/>
                  </a:lnTo>
                  <a:lnTo>
                    <a:pt x="387260" y="260381"/>
                  </a:lnTo>
                  <a:close/>
                  <a:moveTo>
                    <a:pt x="386914" y="260327"/>
                  </a:moveTo>
                  <a:lnTo>
                    <a:pt x="387260" y="260381"/>
                  </a:lnTo>
                  <a:lnTo>
                    <a:pt x="386767" y="260080"/>
                  </a:lnTo>
                  <a:close/>
                  <a:moveTo>
                    <a:pt x="670098" y="537237"/>
                  </a:moveTo>
                  <a:lnTo>
                    <a:pt x="706620" y="565665"/>
                  </a:lnTo>
                  <a:lnTo>
                    <a:pt x="689248" y="547339"/>
                  </a:lnTo>
                  <a:close/>
                  <a:moveTo>
                    <a:pt x="694018" y="537237"/>
                  </a:moveTo>
                  <a:lnTo>
                    <a:pt x="743784" y="530453"/>
                  </a:lnTo>
                  <a:lnTo>
                    <a:pt x="736373" y="520054"/>
                  </a:lnTo>
                  <a:close/>
                  <a:moveTo>
                    <a:pt x="694018" y="537237"/>
                  </a:moveTo>
                  <a:lnTo>
                    <a:pt x="689248" y="547339"/>
                  </a:lnTo>
                  <a:lnTo>
                    <a:pt x="706620" y="565665"/>
                  </a:lnTo>
                  <a:close/>
                  <a:moveTo>
                    <a:pt x="688137" y="491197"/>
                  </a:moveTo>
                  <a:lnTo>
                    <a:pt x="670098" y="537237"/>
                  </a:lnTo>
                  <a:lnTo>
                    <a:pt x="683968" y="527596"/>
                  </a:lnTo>
                  <a:close/>
                  <a:moveTo>
                    <a:pt x="736373" y="520054"/>
                  </a:moveTo>
                  <a:lnTo>
                    <a:pt x="737309" y="506244"/>
                  </a:lnTo>
                  <a:lnTo>
                    <a:pt x="694018" y="537237"/>
                  </a:lnTo>
                  <a:close/>
                  <a:moveTo>
                    <a:pt x="694018" y="537237"/>
                  </a:moveTo>
                  <a:lnTo>
                    <a:pt x="737309" y="5062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37309" y="506244"/>
                  </a:lnTo>
                  <a:lnTo>
                    <a:pt x="728746" y="485271"/>
                  </a:lnTo>
                  <a:close/>
                  <a:moveTo>
                    <a:pt x="694018" y="537237"/>
                  </a:moveTo>
                  <a:lnTo>
                    <a:pt x="688137" y="491197"/>
                  </a:lnTo>
                  <a:lnTo>
                    <a:pt x="683968" y="527596"/>
                  </a:lnTo>
                  <a:close/>
                  <a:moveTo>
                    <a:pt x="691573" y="459821"/>
                  </a:moveTo>
                  <a:lnTo>
                    <a:pt x="679243" y="446544"/>
                  </a:lnTo>
                  <a:lnTo>
                    <a:pt x="688137" y="491197"/>
                  </a:lnTo>
                  <a:close/>
                  <a:moveTo>
                    <a:pt x="688137" y="491197"/>
                  </a:moveTo>
                  <a:lnTo>
                    <a:pt x="728746" y="485271"/>
                  </a:lnTo>
                  <a:lnTo>
                    <a:pt x="691573" y="459821"/>
                  </a:lnTo>
                  <a:close/>
                  <a:moveTo>
                    <a:pt x="501962" y="249204"/>
                  </a:moveTo>
                  <a:lnTo>
                    <a:pt x="480533" y="265291"/>
                  </a:lnTo>
                  <a:lnTo>
                    <a:pt x="465812" y="279952"/>
                  </a:lnTo>
                  <a:close/>
                  <a:moveTo>
                    <a:pt x="752494" y="466811"/>
                  </a:moveTo>
                  <a:lnTo>
                    <a:pt x="736373" y="520054"/>
                  </a:lnTo>
                  <a:lnTo>
                    <a:pt x="750701" y="502870"/>
                  </a:lnTo>
                  <a:close/>
                  <a:moveTo>
                    <a:pt x="752494" y="466811"/>
                  </a:moveTo>
                  <a:lnTo>
                    <a:pt x="737309" y="506244"/>
                  </a:lnTo>
                  <a:lnTo>
                    <a:pt x="736373" y="520054"/>
                  </a:lnTo>
                  <a:close/>
                  <a:moveTo>
                    <a:pt x="752534" y="466115"/>
                  </a:moveTo>
                  <a:lnTo>
                    <a:pt x="776159" y="430715"/>
                  </a:lnTo>
                  <a:lnTo>
                    <a:pt x="744060" y="483299"/>
                  </a:lnTo>
                  <a:close/>
                  <a:moveTo>
                    <a:pt x="679243" y="446544"/>
                  </a:moveTo>
                  <a:lnTo>
                    <a:pt x="691573" y="459821"/>
                  </a:lnTo>
                  <a:lnTo>
                    <a:pt x="691733" y="443527"/>
                  </a:lnTo>
                  <a:close/>
                  <a:moveTo>
                    <a:pt x="724743" y="443778"/>
                  </a:moveTo>
                  <a:lnTo>
                    <a:pt x="691733" y="443527"/>
                  </a:lnTo>
                  <a:lnTo>
                    <a:pt x="691573" y="459821"/>
                  </a:lnTo>
                  <a:close/>
                  <a:moveTo>
                    <a:pt x="554396" y="224462"/>
                  </a:moveTo>
                  <a:lnTo>
                    <a:pt x="531696" y="235797"/>
                  </a:lnTo>
                  <a:lnTo>
                    <a:pt x="501962" y="249204"/>
                  </a:lnTo>
                  <a:close/>
                  <a:moveTo>
                    <a:pt x="585013" y="214357"/>
                  </a:moveTo>
                  <a:lnTo>
                    <a:pt x="531696" y="235797"/>
                  </a:lnTo>
                  <a:lnTo>
                    <a:pt x="554396" y="224462"/>
                  </a:lnTo>
                  <a:close/>
                  <a:moveTo>
                    <a:pt x="750701" y="502870"/>
                  </a:moveTo>
                  <a:lnTo>
                    <a:pt x="753799" y="464903"/>
                  </a:lnTo>
                  <a:lnTo>
                    <a:pt x="752494" y="466811"/>
                  </a:lnTo>
                  <a:close/>
                  <a:moveTo>
                    <a:pt x="752534" y="466115"/>
                  </a:moveTo>
                  <a:lnTo>
                    <a:pt x="752494" y="466811"/>
                  </a:lnTo>
                  <a:lnTo>
                    <a:pt x="753799" y="464903"/>
                  </a:lnTo>
                  <a:close/>
                  <a:moveTo>
                    <a:pt x="585013" y="214357"/>
                  </a:moveTo>
                  <a:lnTo>
                    <a:pt x="554396" y="224462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44139" y="214637"/>
                  </a:lnTo>
                  <a:lnTo>
                    <a:pt x="610872" y="214831"/>
                  </a:lnTo>
                  <a:close/>
                  <a:moveTo>
                    <a:pt x="623885" y="220773"/>
                  </a:moveTo>
                  <a:lnTo>
                    <a:pt x="662192" y="216719"/>
                  </a:lnTo>
                  <a:lnTo>
                    <a:pt x="644139" y="214637"/>
                  </a:lnTo>
                  <a:close/>
                  <a:moveTo>
                    <a:pt x="802965" y="242312"/>
                  </a:moveTo>
                  <a:lnTo>
                    <a:pt x="756003" y="247974"/>
                  </a:lnTo>
                  <a:lnTo>
                    <a:pt x="746472" y="251879"/>
                  </a:lnTo>
                  <a:close/>
                  <a:moveTo>
                    <a:pt x="802965" y="242312"/>
                  </a:moveTo>
                  <a:lnTo>
                    <a:pt x="746472" y="251879"/>
                  </a:lnTo>
                  <a:lnTo>
                    <a:pt x="771142" y="247908"/>
                  </a:lnTo>
                  <a:close/>
                  <a:moveTo>
                    <a:pt x="995592" y="180035"/>
                  </a:moveTo>
                  <a:lnTo>
                    <a:pt x="996379" y="178525"/>
                  </a:lnTo>
                  <a:lnTo>
                    <a:pt x="955979" y="185152"/>
                  </a:lnTo>
                  <a:close/>
                  <a:moveTo>
                    <a:pt x="995592" y="180035"/>
                  </a:moveTo>
                  <a:lnTo>
                    <a:pt x="955979" y="185152"/>
                  </a:lnTo>
                  <a:lnTo>
                    <a:pt x="996973" y="180748"/>
                  </a:lnTo>
                  <a:close/>
                  <a:moveTo>
                    <a:pt x="955979" y="185152"/>
                  </a:moveTo>
                  <a:lnTo>
                    <a:pt x="970266" y="205469"/>
                  </a:lnTo>
                  <a:lnTo>
                    <a:pt x="996973" y="180748"/>
                  </a:lnTo>
                  <a:close/>
                  <a:moveTo>
                    <a:pt x="995592" y="180035"/>
                  </a:moveTo>
                  <a:lnTo>
                    <a:pt x="997931" y="179240"/>
                  </a:lnTo>
                  <a:lnTo>
                    <a:pt x="996379" y="178525"/>
                  </a:lnTo>
                  <a:close/>
                  <a:moveTo>
                    <a:pt x="995592" y="180035"/>
                  </a:moveTo>
                  <a:lnTo>
                    <a:pt x="996973" y="180748"/>
                  </a:lnTo>
                  <a:lnTo>
                    <a:pt x="997931" y="179240"/>
                  </a:lnTo>
                  <a:close/>
                  <a:moveTo>
                    <a:pt x="1015027" y="208982"/>
                  </a:moveTo>
                  <a:lnTo>
                    <a:pt x="997931" y="179240"/>
                  </a:lnTo>
                  <a:lnTo>
                    <a:pt x="996973" y="180748"/>
                  </a:lnTo>
                  <a:close/>
                  <a:moveTo>
                    <a:pt x="1046354" y="165855"/>
                  </a:moveTo>
                  <a:lnTo>
                    <a:pt x="997931" y="179240"/>
                  </a:lnTo>
                  <a:lnTo>
                    <a:pt x="1015027" y="208982"/>
                  </a:lnTo>
                  <a:close/>
                  <a:moveTo>
                    <a:pt x="997931" y="179240"/>
                  </a:moveTo>
                  <a:lnTo>
                    <a:pt x="1046354" y="165855"/>
                  </a:lnTo>
                  <a:lnTo>
                    <a:pt x="996379" y="178525"/>
                  </a:lnTo>
                  <a:close/>
                  <a:moveTo>
                    <a:pt x="996379" y="178525"/>
                  </a:moveTo>
                  <a:lnTo>
                    <a:pt x="1047327" y="148228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96379" y="178525"/>
                  </a:lnTo>
                  <a:lnTo>
                    <a:pt x="1009414" y="131053"/>
                  </a:lnTo>
                  <a:close/>
                  <a:moveTo>
                    <a:pt x="1004108" y="125302"/>
                  </a:moveTo>
                  <a:lnTo>
                    <a:pt x="955067" y="142485"/>
                  </a:lnTo>
                  <a:lnTo>
                    <a:pt x="996379" y="178525"/>
                  </a:lnTo>
                  <a:close/>
                  <a:moveTo>
                    <a:pt x="967030" y="88547"/>
                  </a:moveTo>
                  <a:lnTo>
                    <a:pt x="955067" y="142485"/>
                  </a:lnTo>
                  <a:lnTo>
                    <a:pt x="1004108" y="125302"/>
                  </a:lnTo>
                  <a:close/>
                  <a:moveTo>
                    <a:pt x="1045623" y="121702"/>
                  </a:moveTo>
                  <a:lnTo>
                    <a:pt x="1009464" y="124010"/>
                  </a:lnTo>
                  <a:lnTo>
                    <a:pt x="1009414" y="131053"/>
                  </a:lnTo>
                  <a:close/>
                  <a:moveTo>
                    <a:pt x="1000211" y="42038"/>
                  </a:moveTo>
                  <a:lnTo>
                    <a:pt x="963881" y="44486"/>
                  </a:lnTo>
                  <a:lnTo>
                    <a:pt x="1005992" y="82086"/>
                  </a:lnTo>
                  <a:close/>
                  <a:moveTo>
                    <a:pt x="963881" y="44486"/>
                  </a:moveTo>
                  <a:lnTo>
                    <a:pt x="1000211" y="42038"/>
                  </a:lnTo>
                  <a:lnTo>
                    <a:pt x="993229" y="2968"/>
                  </a:lnTo>
                  <a:close/>
                  <a:moveTo>
                    <a:pt x="1000211" y="42038"/>
                  </a:moveTo>
                  <a:lnTo>
                    <a:pt x="1030199" y="0"/>
                  </a:lnTo>
                  <a:lnTo>
                    <a:pt x="993229" y="2968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42" name="Input_density__181">
              <a:extLst>
                <a:ext uri="{FF2B5EF4-FFF2-40B4-BE49-F238E27FC236}">
                  <a16:creationId xmlns:a16="http://schemas.microsoft.com/office/drawing/2014/main" id="{457A58DE-E0C4-65CF-A018-F8AC5A9021B5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801744"/>
              <a:ext cx="1030063" cy="579431"/>
            </a:xfrm>
            <a:custGeom>
              <a:avLst/>
              <a:gdLst/>
              <a:ahLst/>
              <a:cxnLst/>
              <a:rect l="0" t="0" r="0" b="0"/>
              <a:pathLst>
                <a:path w="1030063" h="579431">
                  <a:moveTo>
                    <a:pt x="162372" y="568974"/>
                  </a:moveTo>
                  <a:lnTo>
                    <a:pt x="185694" y="577881"/>
                  </a:lnTo>
                  <a:lnTo>
                    <a:pt x="202892" y="553055"/>
                  </a:lnTo>
                  <a:close/>
                  <a:moveTo>
                    <a:pt x="202892" y="553055"/>
                  </a:moveTo>
                  <a:lnTo>
                    <a:pt x="227796" y="559897"/>
                  </a:lnTo>
                  <a:lnTo>
                    <a:pt x="204292" y="551206"/>
                  </a:lnTo>
                  <a:close/>
                  <a:moveTo>
                    <a:pt x="133510" y="448132"/>
                  </a:moveTo>
                  <a:lnTo>
                    <a:pt x="103327" y="445582"/>
                  </a:lnTo>
                  <a:lnTo>
                    <a:pt x="144615" y="483851"/>
                  </a:lnTo>
                  <a:close/>
                  <a:moveTo>
                    <a:pt x="7506" y="368015"/>
                  </a:moveTo>
                  <a:lnTo>
                    <a:pt x="0" y="381907"/>
                  </a:lnTo>
                  <a:lnTo>
                    <a:pt x="4452" y="382295"/>
                  </a:lnTo>
                  <a:close/>
                  <a:moveTo>
                    <a:pt x="7506" y="368015"/>
                  </a:moveTo>
                  <a:lnTo>
                    <a:pt x="4452" y="382295"/>
                  </a:lnTo>
                  <a:lnTo>
                    <a:pt x="30609" y="400140"/>
                  </a:lnTo>
                  <a:close/>
                  <a:moveTo>
                    <a:pt x="204292" y="551206"/>
                  </a:moveTo>
                  <a:lnTo>
                    <a:pt x="235027" y="541544"/>
                  </a:lnTo>
                  <a:lnTo>
                    <a:pt x="252504" y="510680"/>
                  </a:lnTo>
                  <a:close/>
                  <a:moveTo>
                    <a:pt x="70629" y="293177"/>
                  </a:moveTo>
                  <a:lnTo>
                    <a:pt x="64773" y="277322"/>
                  </a:lnTo>
                  <a:lnTo>
                    <a:pt x="69600" y="314077"/>
                  </a:lnTo>
                  <a:close/>
                  <a:moveTo>
                    <a:pt x="159541" y="471717"/>
                  </a:moveTo>
                  <a:lnTo>
                    <a:pt x="151125" y="461097"/>
                  </a:lnTo>
                  <a:lnTo>
                    <a:pt x="111673" y="438797"/>
                  </a:lnTo>
                  <a:close/>
                  <a:moveTo>
                    <a:pt x="343049" y="430880"/>
                  </a:moveTo>
                  <a:lnTo>
                    <a:pt x="345307" y="416084"/>
                  </a:lnTo>
                  <a:lnTo>
                    <a:pt x="314716" y="426288"/>
                  </a:lnTo>
                  <a:close/>
                  <a:moveTo>
                    <a:pt x="187208" y="252576"/>
                  </a:moveTo>
                  <a:lnTo>
                    <a:pt x="179037" y="242956"/>
                  </a:lnTo>
                  <a:lnTo>
                    <a:pt x="142000" y="217495"/>
                  </a:lnTo>
                  <a:close/>
                  <a:moveTo>
                    <a:pt x="316846" y="380348"/>
                  </a:moveTo>
                  <a:lnTo>
                    <a:pt x="329597" y="357347"/>
                  </a:lnTo>
                  <a:lnTo>
                    <a:pt x="318387" y="336037"/>
                  </a:lnTo>
                  <a:close/>
                  <a:moveTo>
                    <a:pt x="290732" y="262527"/>
                  </a:moveTo>
                  <a:lnTo>
                    <a:pt x="293448" y="265129"/>
                  </a:lnTo>
                  <a:lnTo>
                    <a:pt x="294919" y="256059"/>
                  </a:lnTo>
                  <a:close/>
                  <a:moveTo>
                    <a:pt x="299422" y="272895"/>
                  </a:moveTo>
                  <a:lnTo>
                    <a:pt x="293448" y="265129"/>
                  </a:lnTo>
                  <a:lnTo>
                    <a:pt x="290732" y="262527"/>
                  </a:lnTo>
                  <a:close/>
                  <a:moveTo>
                    <a:pt x="179037" y="242956"/>
                  </a:moveTo>
                  <a:lnTo>
                    <a:pt x="206408" y="270495"/>
                  </a:lnTo>
                  <a:lnTo>
                    <a:pt x="191286" y="225772"/>
                  </a:lnTo>
                  <a:close/>
                  <a:moveTo>
                    <a:pt x="548006" y="579431"/>
                  </a:moveTo>
                  <a:lnTo>
                    <a:pt x="603124" y="564723"/>
                  </a:lnTo>
                  <a:lnTo>
                    <a:pt x="571362" y="570546"/>
                  </a:lnTo>
                  <a:close/>
                  <a:moveTo>
                    <a:pt x="290732" y="262527"/>
                  </a:moveTo>
                  <a:lnTo>
                    <a:pt x="278685" y="250042"/>
                  </a:lnTo>
                  <a:lnTo>
                    <a:pt x="299422" y="272895"/>
                  </a:lnTo>
                  <a:close/>
                  <a:moveTo>
                    <a:pt x="295908" y="218382"/>
                  </a:moveTo>
                  <a:lnTo>
                    <a:pt x="290732" y="262527"/>
                  </a:lnTo>
                  <a:lnTo>
                    <a:pt x="294919" y="256059"/>
                  </a:lnTo>
                  <a:close/>
                  <a:moveTo>
                    <a:pt x="278685" y="250042"/>
                  </a:moveTo>
                  <a:lnTo>
                    <a:pt x="290732" y="262527"/>
                  </a:lnTo>
                  <a:lnTo>
                    <a:pt x="295908" y="218382"/>
                  </a:lnTo>
                  <a:close/>
                  <a:moveTo>
                    <a:pt x="611127" y="502628"/>
                  </a:moveTo>
                  <a:lnTo>
                    <a:pt x="611031" y="527445"/>
                  </a:lnTo>
                  <a:lnTo>
                    <a:pt x="611163" y="539383"/>
                  </a:lnTo>
                  <a:close/>
                  <a:moveTo>
                    <a:pt x="641518" y="487486"/>
                  </a:moveTo>
                  <a:lnTo>
                    <a:pt x="611031" y="527445"/>
                  </a:lnTo>
                  <a:lnTo>
                    <a:pt x="611127" y="502628"/>
                  </a:lnTo>
                  <a:close/>
                  <a:moveTo>
                    <a:pt x="554577" y="411583"/>
                  </a:moveTo>
                  <a:lnTo>
                    <a:pt x="546611" y="411935"/>
                  </a:lnTo>
                  <a:lnTo>
                    <a:pt x="518607" y="414167"/>
                  </a:lnTo>
                  <a:close/>
                  <a:moveTo>
                    <a:pt x="518607" y="414167"/>
                  </a:moveTo>
                  <a:lnTo>
                    <a:pt x="494235" y="389234"/>
                  </a:lnTo>
                  <a:lnTo>
                    <a:pt x="554577" y="411583"/>
                  </a:lnTo>
                  <a:close/>
                  <a:moveTo>
                    <a:pt x="632598" y="482504"/>
                  </a:moveTo>
                  <a:lnTo>
                    <a:pt x="647912" y="479803"/>
                  </a:lnTo>
                  <a:lnTo>
                    <a:pt x="656323" y="468262"/>
                  </a:lnTo>
                  <a:close/>
                  <a:moveTo>
                    <a:pt x="671532" y="468262"/>
                  </a:moveTo>
                  <a:lnTo>
                    <a:pt x="647912" y="479803"/>
                  </a:lnTo>
                  <a:lnTo>
                    <a:pt x="641518" y="487486"/>
                  </a:lnTo>
                  <a:close/>
                  <a:moveTo>
                    <a:pt x="647912" y="479803"/>
                  </a:moveTo>
                  <a:lnTo>
                    <a:pt x="671532" y="468262"/>
                  </a:lnTo>
                  <a:lnTo>
                    <a:pt x="660806" y="463394"/>
                  </a:lnTo>
                  <a:close/>
                  <a:moveTo>
                    <a:pt x="656323" y="468262"/>
                  </a:moveTo>
                  <a:lnTo>
                    <a:pt x="647912" y="479803"/>
                  </a:lnTo>
                  <a:lnTo>
                    <a:pt x="660806" y="463394"/>
                  </a:lnTo>
                  <a:close/>
                  <a:moveTo>
                    <a:pt x="671532" y="468262"/>
                  </a:moveTo>
                  <a:lnTo>
                    <a:pt x="714877" y="497197"/>
                  </a:lnTo>
                  <a:lnTo>
                    <a:pt x="701292" y="463494"/>
                  </a:lnTo>
                  <a:close/>
                  <a:moveTo>
                    <a:pt x="701292" y="463494"/>
                  </a:moveTo>
                  <a:lnTo>
                    <a:pt x="708481" y="505017"/>
                  </a:lnTo>
                  <a:lnTo>
                    <a:pt x="709768" y="468262"/>
                  </a:lnTo>
                  <a:close/>
                  <a:moveTo>
                    <a:pt x="701292" y="463494"/>
                  </a:moveTo>
                  <a:lnTo>
                    <a:pt x="709768" y="468262"/>
                  </a:lnTo>
                  <a:lnTo>
                    <a:pt x="731894" y="420957"/>
                  </a:lnTo>
                  <a:close/>
                  <a:moveTo>
                    <a:pt x="697122" y="422137"/>
                  </a:moveTo>
                  <a:lnTo>
                    <a:pt x="701292" y="463494"/>
                  </a:lnTo>
                  <a:lnTo>
                    <a:pt x="731894" y="420957"/>
                  </a:lnTo>
                  <a:close/>
                  <a:moveTo>
                    <a:pt x="558546" y="274544"/>
                  </a:moveTo>
                  <a:lnTo>
                    <a:pt x="579311" y="304059"/>
                  </a:lnTo>
                  <a:lnTo>
                    <a:pt x="602002" y="311051"/>
                  </a:lnTo>
                  <a:close/>
                  <a:moveTo>
                    <a:pt x="558546" y="274544"/>
                  </a:moveTo>
                  <a:lnTo>
                    <a:pt x="556652" y="231337"/>
                  </a:lnTo>
                  <a:lnTo>
                    <a:pt x="554023" y="267304"/>
                  </a:lnTo>
                  <a:close/>
                  <a:moveTo>
                    <a:pt x="739627" y="369923"/>
                  </a:moveTo>
                  <a:lnTo>
                    <a:pt x="702285" y="377569"/>
                  </a:lnTo>
                  <a:lnTo>
                    <a:pt x="693209" y="363758"/>
                  </a:lnTo>
                  <a:close/>
                  <a:moveTo>
                    <a:pt x="719600" y="241647"/>
                  </a:moveTo>
                  <a:lnTo>
                    <a:pt x="721127" y="232937"/>
                  </a:lnTo>
                  <a:lnTo>
                    <a:pt x="707397" y="224389"/>
                  </a:lnTo>
                  <a:close/>
                  <a:moveTo>
                    <a:pt x="856720" y="144632"/>
                  </a:moveTo>
                  <a:lnTo>
                    <a:pt x="842439" y="163143"/>
                  </a:lnTo>
                  <a:lnTo>
                    <a:pt x="864394" y="149023"/>
                  </a:lnTo>
                  <a:close/>
                  <a:moveTo>
                    <a:pt x="836285" y="161815"/>
                  </a:moveTo>
                  <a:lnTo>
                    <a:pt x="856720" y="144632"/>
                  </a:lnTo>
                  <a:lnTo>
                    <a:pt x="807199" y="155961"/>
                  </a:lnTo>
                  <a:close/>
                  <a:moveTo>
                    <a:pt x="864394" y="149023"/>
                  </a:moveTo>
                  <a:lnTo>
                    <a:pt x="842439" y="163143"/>
                  </a:lnTo>
                  <a:lnTo>
                    <a:pt x="899643" y="156234"/>
                  </a:lnTo>
                  <a:close/>
                  <a:moveTo>
                    <a:pt x="899643" y="156234"/>
                  </a:moveTo>
                  <a:lnTo>
                    <a:pt x="921068" y="140128"/>
                  </a:lnTo>
                  <a:lnTo>
                    <a:pt x="864394" y="149023"/>
                  </a:lnTo>
                  <a:close/>
                  <a:moveTo>
                    <a:pt x="899643" y="156234"/>
                  </a:moveTo>
                  <a:lnTo>
                    <a:pt x="936183" y="168276"/>
                  </a:lnTo>
                  <a:lnTo>
                    <a:pt x="958003" y="153648"/>
                  </a:lnTo>
                  <a:close/>
                  <a:moveTo>
                    <a:pt x="921068" y="140128"/>
                  </a:moveTo>
                  <a:lnTo>
                    <a:pt x="899643" y="156234"/>
                  </a:lnTo>
                  <a:lnTo>
                    <a:pt x="958003" y="153648"/>
                  </a:lnTo>
                  <a:close/>
                  <a:moveTo>
                    <a:pt x="1004201" y="111281"/>
                  </a:moveTo>
                  <a:lnTo>
                    <a:pt x="958003" y="153648"/>
                  </a:lnTo>
                  <a:lnTo>
                    <a:pt x="991698" y="155050"/>
                  </a:lnTo>
                  <a:close/>
                  <a:moveTo>
                    <a:pt x="1004201" y="111281"/>
                  </a:moveTo>
                  <a:lnTo>
                    <a:pt x="1023418" y="122747"/>
                  </a:lnTo>
                  <a:lnTo>
                    <a:pt x="1003368" y="102475"/>
                  </a:lnTo>
                  <a:close/>
                  <a:moveTo>
                    <a:pt x="893072" y="17183"/>
                  </a:moveTo>
                  <a:lnTo>
                    <a:pt x="910968" y="0"/>
                  </a:lnTo>
                  <a:lnTo>
                    <a:pt x="887780" y="15674"/>
                  </a:lnTo>
                  <a:close/>
                  <a:moveTo>
                    <a:pt x="1030063" y="72597"/>
                  </a:moveTo>
                  <a:lnTo>
                    <a:pt x="1003368" y="102475"/>
                  </a:lnTo>
                  <a:lnTo>
                    <a:pt x="1029579" y="7589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43" name="Input_density__182">
              <a:extLst>
                <a:ext uri="{FF2B5EF4-FFF2-40B4-BE49-F238E27FC236}">
                  <a16:creationId xmlns:a16="http://schemas.microsoft.com/office/drawing/2014/main" id="{2D3190A7-49E6-E437-29B6-EECEE8EAD6AF}"/>
                </a:ext>
              </a:extLst>
            </p:cNvPr>
            <p:cNvSpPr>
              <a:spLocks noGrp="1"/>
            </p:cNvSpPr>
            <p:nvPr/>
          </p:nvSpPr>
          <p:spPr>
            <a:xfrm>
              <a:off x="551961" y="1702777"/>
              <a:ext cx="1064093" cy="678399"/>
            </a:xfrm>
            <a:custGeom>
              <a:avLst/>
              <a:gdLst/>
              <a:ahLst/>
              <a:cxnLst/>
              <a:rect l="0" t="0" r="0" b="0"/>
              <a:pathLst>
                <a:path w="1064093" h="678399">
                  <a:moveTo>
                    <a:pt x="191447" y="667941"/>
                  </a:moveTo>
                  <a:lnTo>
                    <a:pt x="231967" y="652023"/>
                  </a:lnTo>
                  <a:lnTo>
                    <a:pt x="175649" y="655161"/>
                  </a:lnTo>
                  <a:close/>
                  <a:moveTo>
                    <a:pt x="175649" y="655161"/>
                  </a:moveTo>
                  <a:lnTo>
                    <a:pt x="231967" y="652023"/>
                  </a:lnTo>
                  <a:lnTo>
                    <a:pt x="233367" y="650174"/>
                  </a:lnTo>
                  <a:close/>
                  <a:moveTo>
                    <a:pt x="124004" y="586643"/>
                  </a:moveTo>
                  <a:lnTo>
                    <a:pt x="132402" y="544550"/>
                  </a:lnTo>
                  <a:lnTo>
                    <a:pt x="87630" y="557676"/>
                  </a:lnTo>
                  <a:close/>
                  <a:moveTo>
                    <a:pt x="87630" y="557676"/>
                  </a:moveTo>
                  <a:lnTo>
                    <a:pt x="132402" y="544550"/>
                  </a:lnTo>
                  <a:lnTo>
                    <a:pt x="110216" y="535092"/>
                  </a:lnTo>
                  <a:close/>
                  <a:moveTo>
                    <a:pt x="0" y="447411"/>
                  </a:moveTo>
                  <a:lnTo>
                    <a:pt x="29075" y="480874"/>
                  </a:lnTo>
                  <a:lnTo>
                    <a:pt x="36581" y="466983"/>
                  </a:lnTo>
                  <a:close/>
                  <a:moveTo>
                    <a:pt x="247770" y="607816"/>
                  </a:moveTo>
                  <a:lnTo>
                    <a:pt x="233367" y="650174"/>
                  </a:lnTo>
                  <a:lnTo>
                    <a:pt x="281580" y="609648"/>
                  </a:lnTo>
                  <a:close/>
                  <a:moveTo>
                    <a:pt x="281580" y="609648"/>
                  </a:moveTo>
                  <a:lnTo>
                    <a:pt x="264102" y="640511"/>
                  </a:lnTo>
                  <a:lnTo>
                    <a:pt x="318196" y="621974"/>
                  </a:lnTo>
                  <a:close/>
                  <a:moveTo>
                    <a:pt x="214638" y="531870"/>
                  </a:moveTo>
                  <a:lnTo>
                    <a:pt x="187592" y="577248"/>
                  </a:lnTo>
                  <a:lnTo>
                    <a:pt x="188616" y="570684"/>
                  </a:lnTo>
                  <a:close/>
                  <a:moveTo>
                    <a:pt x="330325" y="581489"/>
                  </a:moveTo>
                  <a:lnTo>
                    <a:pt x="318196" y="621974"/>
                  </a:lnTo>
                  <a:lnTo>
                    <a:pt x="361960" y="579636"/>
                  </a:lnTo>
                  <a:close/>
                  <a:moveTo>
                    <a:pt x="291413" y="586035"/>
                  </a:moveTo>
                  <a:lnTo>
                    <a:pt x="247770" y="607816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253874" y="589466"/>
                  </a:lnTo>
                  <a:lnTo>
                    <a:pt x="247770" y="607816"/>
                  </a:lnTo>
                  <a:close/>
                  <a:moveTo>
                    <a:pt x="296503" y="569238"/>
                  </a:moveTo>
                  <a:lnTo>
                    <a:pt x="260662" y="542881"/>
                  </a:lnTo>
                  <a:lnTo>
                    <a:pt x="291413" y="586035"/>
                  </a:lnTo>
                  <a:close/>
                  <a:moveTo>
                    <a:pt x="330325" y="581489"/>
                  </a:moveTo>
                  <a:lnTo>
                    <a:pt x="281580" y="609648"/>
                  </a:lnTo>
                  <a:lnTo>
                    <a:pt x="318196" y="621974"/>
                  </a:lnTo>
                  <a:close/>
                  <a:moveTo>
                    <a:pt x="330325" y="581489"/>
                  </a:moveTo>
                  <a:lnTo>
                    <a:pt x="291413" y="586035"/>
                  </a:lnTo>
                  <a:lnTo>
                    <a:pt x="281580" y="609648"/>
                  </a:lnTo>
                  <a:close/>
                  <a:moveTo>
                    <a:pt x="291413" y="586035"/>
                  </a:moveTo>
                  <a:lnTo>
                    <a:pt x="330325" y="581489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31769" y="576514"/>
                  </a:lnTo>
                  <a:lnTo>
                    <a:pt x="296503" y="569238"/>
                  </a:lnTo>
                  <a:close/>
                  <a:moveTo>
                    <a:pt x="330325" y="581489"/>
                  </a:moveTo>
                  <a:lnTo>
                    <a:pt x="361960" y="579636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31769" y="576514"/>
                  </a:lnTo>
                  <a:lnTo>
                    <a:pt x="366545" y="579131"/>
                  </a:lnTo>
                  <a:close/>
                  <a:moveTo>
                    <a:pt x="372125" y="529848"/>
                  </a:moveTo>
                  <a:lnTo>
                    <a:pt x="343831" y="525761"/>
                  </a:lnTo>
                  <a:lnTo>
                    <a:pt x="366545" y="579131"/>
                  </a:lnTo>
                  <a:close/>
                  <a:moveTo>
                    <a:pt x="343831" y="525761"/>
                  </a:moveTo>
                  <a:lnTo>
                    <a:pt x="296503" y="569238"/>
                  </a:lnTo>
                  <a:lnTo>
                    <a:pt x="331769" y="576514"/>
                  </a:lnTo>
                  <a:close/>
                  <a:moveTo>
                    <a:pt x="343831" y="525761"/>
                  </a:moveTo>
                  <a:lnTo>
                    <a:pt x="372125" y="529848"/>
                  </a:lnTo>
                  <a:lnTo>
                    <a:pt x="343791" y="525255"/>
                  </a:lnTo>
                  <a:close/>
                  <a:moveTo>
                    <a:pt x="208113" y="341923"/>
                  </a:moveTo>
                  <a:lnTo>
                    <a:pt x="216283" y="351544"/>
                  </a:lnTo>
                  <a:lnTo>
                    <a:pt x="235483" y="369462"/>
                  </a:lnTo>
                  <a:close/>
                  <a:moveTo>
                    <a:pt x="311577" y="488943"/>
                  </a:moveTo>
                  <a:lnTo>
                    <a:pt x="345922" y="479315"/>
                  </a:lnTo>
                  <a:lnTo>
                    <a:pt x="346424" y="438888"/>
                  </a:lnTo>
                  <a:close/>
                  <a:moveTo>
                    <a:pt x="296243" y="472056"/>
                  </a:moveTo>
                  <a:lnTo>
                    <a:pt x="311577" y="488943"/>
                  </a:lnTo>
                  <a:lnTo>
                    <a:pt x="346424" y="438888"/>
                  </a:lnTo>
                  <a:close/>
                  <a:moveTo>
                    <a:pt x="377276" y="480912"/>
                  </a:moveTo>
                  <a:lnTo>
                    <a:pt x="343791" y="525255"/>
                  </a:lnTo>
                  <a:lnTo>
                    <a:pt x="374382" y="515051"/>
                  </a:lnTo>
                  <a:close/>
                  <a:moveTo>
                    <a:pt x="377276" y="480912"/>
                  </a:moveTo>
                  <a:lnTo>
                    <a:pt x="345922" y="479315"/>
                  </a:lnTo>
                  <a:lnTo>
                    <a:pt x="343791" y="525255"/>
                  </a:lnTo>
                  <a:close/>
                  <a:moveTo>
                    <a:pt x="377276" y="480912"/>
                  </a:moveTo>
                  <a:lnTo>
                    <a:pt x="358672" y="456314"/>
                  </a:lnTo>
                  <a:lnTo>
                    <a:pt x="345922" y="479315"/>
                  </a:lnTo>
                  <a:close/>
                  <a:moveTo>
                    <a:pt x="235483" y="369462"/>
                  </a:moveTo>
                  <a:lnTo>
                    <a:pt x="245215" y="378678"/>
                  </a:lnTo>
                  <a:lnTo>
                    <a:pt x="255487" y="364419"/>
                  </a:lnTo>
                  <a:close/>
                  <a:moveTo>
                    <a:pt x="557184" y="655534"/>
                  </a:moveTo>
                  <a:lnTo>
                    <a:pt x="560056" y="664405"/>
                  </a:lnTo>
                  <a:lnTo>
                    <a:pt x="577082" y="678399"/>
                  </a:lnTo>
                  <a:close/>
                  <a:moveTo>
                    <a:pt x="572885" y="638351"/>
                  </a:moveTo>
                  <a:lnTo>
                    <a:pt x="577082" y="678399"/>
                  </a:lnTo>
                  <a:lnTo>
                    <a:pt x="600437" y="669514"/>
                  </a:lnTo>
                  <a:close/>
                  <a:moveTo>
                    <a:pt x="295620" y="314132"/>
                  </a:moveTo>
                  <a:lnTo>
                    <a:pt x="307760" y="349010"/>
                  </a:lnTo>
                  <a:lnTo>
                    <a:pt x="324983" y="317349"/>
                  </a:lnTo>
                  <a:close/>
                  <a:moveTo>
                    <a:pt x="523310" y="488201"/>
                  </a:moveTo>
                  <a:lnTo>
                    <a:pt x="529749" y="491331"/>
                  </a:lnTo>
                  <a:lnTo>
                    <a:pt x="583652" y="510550"/>
                  </a:lnTo>
                  <a:close/>
                  <a:moveTo>
                    <a:pt x="583652" y="510550"/>
                  </a:moveTo>
                  <a:lnTo>
                    <a:pt x="591885" y="459540"/>
                  </a:lnTo>
                  <a:lnTo>
                    <a:pt x="575686" y="510903"/>
                  </a:lnTo>
                  <a:close/>
                  <a:moveTo>
                    <a:pt x="575686" y="510903"/>
                  </a:moveTo>
                  <a:lnTo>
                    <a:pt x="591885" y="459540"/>
                  </a:lnTo>
                  <a:lnTo>
                    <a:pt x="586796" y="456964"/>
                  </a:lnTo>
                  <a:close/>
                  <a:moveTo>
                    <a:pt x="591885" y="459540"/>
                  </a:moveTo>
                  <a:lnTo>
                    <a:pt x="583652" y="510550"/>
                  </a:lnTo>
                  <a:lnTo>
                    <a:pt x="600325" y="456964"/>
                  </a:lnTo>
                  <a:close/>
                  <a:moveTo>
                    <a:pt x="591885" y="459540"/>
                  </a:moveTo>
                  <a:lnTo>
                    <a:pt x="600325" y="456964"/>
                  </a:lnTo>
                  <a:lnTo>
                    <a:pt x="593771" y="452176"/>
                  </a:lnTo>
                  <a:close/>
                  <a:moveTo>
                    <a:pt x="586796" y="456964"/>
                  </a:moveTo>
                  <a:lnTo>
                    <a:pt x="591885" y="459540"/>
                  </a:lnTo>
                  <a:lnTo>
                    <a:pt x="593771" y="452176"/>
                  </a:lnTo>
                  <a:close/>
                  <a:moveTo>
                    <a:pt x="730367" y="562462"/>
                  </a:moveTo>
                  <a:lnTo>
                    <a:pt x="689881" y="562362"/>
                  </a:lnTo>
                  <a:lnTo>
                    <a:pt x="700607" y="567229"/>
                  </a:lnTo>
                  <a:close/>
                  <a:moveTo>
                    <a:pt x="691596" y="522147"/>
                  </a:moveTo>
                  <a:lnTo>
                    <a:pt x="689881" y="562362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691596" y="522147"/>
                  </a:lnTo>
                  <a:lnTo>
                    <a:pt x="730367" y="562462"/>
                  </a:lnTo>
                  <a:close/>
                  <a:moveTo>
                    <a:pt x="726198" y="521104"/>
                  </a:moveTo>
                  <a:lnTo>
                    <a:pt x="728759" y="486935"/>
                  </a:lnTo>
                  <a:lnTo>
                    <a:pt x="691596" y="522147"/>
                  </a:lnTo>
                  <a:close/>
                  <a:moveTo>
                    <a:pt x="600325" y="456964"/>
                  </a:moveTo>
                  <a:lnTo>
                    <a:pt x="618903" y="493719"/>
                  </a:lnTo>
                  <a:lnTo>
                    <a:pt x="647040" y="486534"/>
                  </a:lnTo>
                  <a:close/>
                  <a:moveTo>
                    <a:pt x="631077" y="410018"/>
                  </a:moveTo>
                  <a:lnTo>
                    <a:pt x="608386" y="403026"/>
                  </a:lnTo>
                  <a:lnTo>
                    <a:pt x="593771" y="452176"/>
                  </a:lnTo>
                  <a:close/>
                  <a:moveTo>
                    <a:pt x="627718" y="368002"/>
                  </a:moveTo>
                  <a:lnTo>
                    <a:pt x="585727" y="330304"/>
                  </a:lnTo>
                  <a:lnTo>
                    <a:pt x="587621" y="373512"/>
                  </a:lnTo>
                  <a:close/>
                  <a:moveTo>
                    <a:pt x="585727" y="330304"/>
                  </a:moveTo>
                  <a:lnTo>
                    <a:pt x="580300" y="329516"/>
                  </a:lnTo>
                  <a:lnTo>
                    <a:pt x="583098" y="366271"/>
                  </a:lnTo>
                  <a:close/>
                  <a:moveTo>
                    <a:pt x="717048" y="501455"/>
                  </a:moveTo>
                  <a:lnTo>
                    <a:pt x="728759" y="486935"/>
                  </a:lnTo>
                  <a:lnTo>
                    <a:pt x="741140" y="508957"/>
                  </a:lnTo>
                  <a:close/>
                  <a:moveTo>
                    <a:pt x="728759" y="486935"/>
                  </a:moveTo>
                  <a:lnTo>
                    <a:pt x="731360" y="476536"/>
                  </a:lnTo>
                  <a:lnTo>
                    <a:pt x="741140" y="508957"/>
                  </a:lnTo>
                  <a:close/>
                  <a:moveTo>
                    <a:pt x="737510" y="422597"/>
                  </a:moveTo>
                  <a:lnTo>
                    <a:pt x="729036" y="439781"/>
                  </a:lnTo>
                  <a:lnTo>
                    <a:pt x="768702" y="468890"/>
                  </a:lnTo>
                  <a:close/>
                  <a:moveTo>
                    <a:pt x="722284" y="462726"/>
                  </a:moveTo>
                  <a:lnTo>
                    <a:pt x="737470" y="423293"/>
                  </a:lnTo>
                  <a:lnTo>
                    <a:pt x="768702" y="468890"/>
                  </a:lnTo>
                  <a:close/>
                  <a:moveTo>
                    <a:pt x="673380" y="357968"/>
                  </a:moveTo>
                  <a:lnTo>
                    <a:pt x="711260" y="354260"/>
                  </a:lnTo>
                  <a:lnTo>
                    <a:pt x="679309" y="330416"/>
                  </a:lnTo>
                  <a:close/>
                  <a:moveTo>
                    <a:pt x="711260" y="354260"/>
                  </a:moveTo>
                  <a:lnTo>
                    <a:pt x="715120" y="339730"/>
                  </a:lnTo>
                  <a:lnTo>
                    <a:pt x="679309" y="330416"/>
                  </a:lnTo>
                  <a:close/>
                  <a:moveTo>
                    <a:pt x="642049" y="315685"/>
                  </a:moveTo>
                  <a:lnTo>
                    <a:pt x="694671" y="295149"/>
                  </a:lnTo>
                  <a:lnTo>
                    <a:pt x="642913" y="310901"/>
                  </a:lnTo>
                  <a:close/>
                  <a:moveTo>
                    <a:pt x="695846" y="296036"/>
                  </a:moveTo>
                  <a:lnTo>
                    <a:pt x="694671" y="295149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695846" y="296036"/>
                  </a:lnTo>
                  <a:lnTo>
                    <a:pt x="642049" y="315685"/>
                  </a:lnTo>
                  <a:close/>
                  <a:moveTo>
                    <a:pt x="679309" y="330416"/>
                  </a:moveTo>
                  <a:lnTo>
                    <a:pt x="715120" y="339730"/>
                  </a:lnTo>
                  <a:lnTo>
                    <a:pt x="736472" y="323357"/>
                  </a:lnTo>
                  <a:close/>
                  <a:moveTo>
                    <a:pt x="695846" y="296036"/>
                  </a:moveTo>
                  <a:lnTo>
                    <a:pt x="679309" y="330416"/>
                  </a:lnTo>
                  <a:lnTo>
                    <a:pt x="736472" y="323357"/>
                  </a:lnTo>
                  <a:close/>
                  <a:moveTo>
                    <a:pt x="736472" y="323357"/>
                  </a:moveTo>
                  <a:lnTo>
                    <a:pt x="750202" y="331904"/>
                  </a:lnTo>
                  <a:lnTo>
                    <a:pt x="743993" y="327649"/>
                  </a:lnTo>
                  <a:close/>
                  <a:moveTo>
                    <a:pt x="824273" y="260782"/>
                  </a:moveTo>
                  <a:lnTo>
                    <a:pt x="833445" y="264355"/>
                  </a:lnTo>
                  <a:lnTo>
                    <a:pt x="836274" y="254929"/>
                  </a:lnTo>
                  <a:close/>
                  <a:moveTo>
                    <a:pt x="885795" y="243599"/>
                  </a:moveTo>
                  <a:lnTo>
                    <a:pt x="852901" y="220885"/>
                  </a:lnTo>
                  <a:lnTo>
                    <a:pt x="836274" y="254929"/>
                  </a:lnTo>
                  <a:close/>
                  <a:moveTo>
                    <a:pt x="1033277" y="210248"/>
                  </a:moveTo>
                  <a:lnTo>
                    <a:pt x="1000682" y="209659"/>
                  </a:lnTo>
                  <a:lnTo>
                    <a:pt x="987078" y="252615"/>
                  </a:lnTo>
                  <a:close/>
                  <a:moveTo>
                    <a:pt x="1033277" y="210248"/>
                  </a:moveTo>
                  <a:lnTo>
                    <a:pt x="1032443" y="201442"/>
                  </a:lnTo>
                  <a:lnTo>
                    <a:pt x="1000694" y="207316"/>
                  </a:lnTo>
                  <a:close/>
                  <a:moveTo>
                    <a:pt x="894387" y="107657"/>
                  </a:moveTo>
                  <a:lnTo>
                    <a:pt x="918090" y="119255"/>
                  </a:lnTo>
                  <a:lnTo>
                    <a:pt x="911523" y="116151"/>
                  </a:lnTo>
                  <a:close/>
                  <a:moveTo>
                    <a:pt x="922148" y="116151"/>
                  </a:moveTo>
                  <a:lnTo>
                    <a:pt x="981354" y="135007"/>
                  </a:lnTo>
                  <a:lnTo>
                    <a:pt x="940043" y="98967"/>
                  </a:lnTo>
                  <a:close/>
                  <a:moveTo>
                    <a:pt x="922148" y="116151"/>
                  </a:moveTo>
                  <a:lnTo>
                    <a:pt x="918090" y="119255"/>
                  </a:lnTo>
                  <a:lnTo>
                    <a:pt x="940955" y="141634"/>
                  </a:lnTo>
                  <a:close/>
                  <a:moveTo>
                    <a:pt x="899867" y="79490"/>
                  </a:moveTo>
                  <a:lnTo>
                    <a:pt x="911523" y="116151"/>
                  </a:lnTo>
                  <a:lnTo>
                    <a:pt x="916856" y="114641"/>
                  </a:lnTo>
                  <a:close/>
                  <a:moveTo>
                    <a:pt x="940043" y="98967"/>
                  </a:moveTo>
                  <a:lnTo>
                    <a:pt x="937855" y="96947"/>
                  </a:lnTo>
                  <a:lnTo>
                    <a:pt x="916856" y="114641"/>
                  </a:lnTo>
                  <a:close/>
                  <a:moveTo>
                    <a:pt x="1030285" y="167933"/>
                  </a:moveTo>
                  <a:lnTo>
                    <a:pt x="1000694" y="207316"/>
                  </a:lnTo>
                  <a:lnTo>
                    <a:pt x="1032443" y="201442"/>
                  </a:lnTo>
                  <a:close/>
                  <a:moveTo>
                    <a:pt x="1059138" y="171565"/>
                  </a:moveTo>
                  <a:lnTo>
                    <a:pt x="1030285" y="167933"/>
                  </a:lnTo>
                  <a:lnTo>
                    <a:pt x="1032443" y="201442"/>
                  </a:lnTo>
                  <a:close/>
                  <a:moveTo>
                    <a:pt x="1030285" y="167933"/>
                  </a:moveTo>
                  <a:lnTo>
                    <a:pt x="1059138" y="171565"/>
                  </a:lnTo>
                  <a:lnTo>
                    <a:pt x="1064093" y="122790"/>
                  </a:lnTo>
                  <a:close/>
                  <a:moveTo>
                    <a:pt x="1030285" y="167933"/>
                  </a:moveTo>
                  <a:lnTo>
                    <a:pt x="1064093" y="122790"/>
                  </a:lnTo>
                  <a:lnTo>
                    <a:pt x="1031330" y="122337"/>
                  </a:lnTo>
                  <a:close/>
                  <a:moveTo>
                    <a:pt x="1064093" y="122790"/>
                  </a:moveTo>
                  <a:lnTo>
                    <a:pt x="1059796" y="82928"/>
                  </a:lnTo>
                  <a:lnTo>
                    <a:pt x="1032303" y="104710"/>
                  </a:lnTo>
                  <a:close/>
                  <a:moveTo>
                    <a:pt x="990968" y="38568"/>
                  </a:moveTo>
                  <a:lnTo>
                    <a:pt x="1019628" y="42356"/>
                  </a:lnTo>
                  <a:lnTo>
                    <a:pt x="101668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44" name="Input_density__183">
              <a:extLst>
                <a:ext uri="{FF2B5EF4-FFF2-40B4-BE49-F238E27FC236}">
                  <a16:creationId xmlns:a16="http://schemas.microsoft.com/office/drawing/2014/main" id="{27F2DFB3-2F01-CCFB-A39F-D092D3397F52}"/>
                </a:ext>
              </a:extLst>
            </p:cNvPr>
            <p:cNvSpPr>
              <a:spLocks noGrp="1"/>
            </p:cNvSpPr>
            <p:nvPr/>
          </p:nvSpPr>
          <p:spPr>
            <a:xfrm>
              <a:off x="536937" y="1659259"/>
              <a:ext cx="1079117" cy="721916"/>
            </a:xfrm>
            <a:custGeom>
              <a:avLst/>
              <a:gdLst/>
              <a:ahLst/>
              <a:cxnLst/>
              <a:rect l="0" t="0" r="0" b="0"/>
              <a:pathLst>
                <a:path w="1079117" h="721916">
                  <a:moveTo>
                    <a:pt x="190674" y="698679"/>
                  </a:moveTo>
                  <a:lnTo>
                    <a:pt x="248391" y="693691"/>
                  </a:lnTo>
                  <a:lnTo>
                    <a:pt x="205515" y="657962"/>
                  </a:lnTo>
                  <a:close/>
                  <a:moveTo>
                    <a:pt x="147426" y="588067"/>
                  </a:moveTo>
                  <a:lnTo>
                    <a:pt x="139028" y="630161"/>
                  </a:lnTo>
                  <a:lnTo>
                    <a:pt x="188715" y="626336"/>
                  </a:lnTo>
                  <a:close/>
                  <a:moveTo>
                    <a:pt x="29208" y="473746"/>
                  </a:moveTo>
                  <a:lnTo>
                    <a:pt x="15024" y="490929"/>
                  </a:lnTo>
                  <a:lnTo>
                    <a:pt x="51605" y="510501"/>
                  </a:lnTo>
                  <a:close/>
                  <a:moveTo>
                    <a:pt x="29208" y="473746"/>
                  </a:moveTo>
                  <a:lnTo>
                    <a:pt x="0" y="454174"/>
                  </a:lnTo>
                  <a:lnTo>
                    <a:pt x="15024" y="490929"/>
                  </a:lnTo>
                  <a:close/>
                  <a:moveTo>
                    <a:pt x="262794" y="651334"/>
                  </a:moveTo>
                  <a:lnTo>
                    <a:pt x="238370" y="640337"/>
                  </a:lnTo>
                  <a:lnTo>
                    <a:pt x="205515" y="657962"/>
                  </a:lnTo>
                  <a:close/>
                  <a:moveTo>
                    <a:pt x="248391" y="693691"/>
                  </a:moveTo>
                  <a:lnTo>
                    <a:pt x="262794" y="651334"/>
                  </a:lnTo>
                  <a:lnTo>
                    <a:pt x="205515" y="657962"/>
                  </a:lnTo>
                  <a:close/>
                  <a:moveTo>
                    <a:pt x="147226" y="468396"/>
                  </a:moveTo>
                  <a:lnTo>
                    <a:pt x="136269" y="462897"/>
                  </a:lnTo>
                  <a:lnTo>
                    <a:pt x="113699" y="456562"/>
                  </a:lnTo>
                  <a:close/>
                  <a:moveTo>
                    <a:pt x="208129" y="476311"/>
                  </a:moveTo>
                  <a:lnTo>
                    <a:pt x="168991" y="456562"/>
                  </a:lnTo>
                  <a:lnTo>
                    <a:pt x="171545" y="463112"/>
                  </a:lnTo>
                  <a:close/>
                  <a:moveTo>
                    <a:pt x="171545" y="463112"/>
                  </a:moveTo>
                  <a:lnTo>
                    <a:pt x="168991" y="456562"/>
                  </a:lnTo>
                  <a:lnTo>
                    <a:pt x="147226" y="468396"/>
                  </a:lnTo>
                  <a:close/>
                  <a:moveTo>
                    <a:pt x="208129" y="476311"/>
                  </a:moveTo>
                  <a:lnTo>
                    <a:pt x="171545" y="463112"/>
                  </a:lnTo>
                  <a:lnTo>
                    <a:pt x="207063" y="476134"/>
                  </a:lnTo>
                  <a:close/>
                  <a:moveTo>
                    <a:pt x="381569" y="622649"/>
                  </a:moveTo>
                  <a:lnTo>
                    <a:pt x="346793" y="620031"/>
                  </a:lnTo>
                  <a:lnTo>
                    <a:pt x="376984" y="623154"/>
                  </a:lnTo>
                  <a:close/>
                  <a:moveTo>
                    <a:pt x="358816" y="568773"/>
                  </a:moveTo>
                  <a:lnTo>
                    <a:pt x="326601" y="532461"/>
                  </a:lnTo>
                  <a:lnTo>
                    <a:pt x="358856" y="569279"/>
                  </a:lnTo>
                  <a:close/>
                  <a:moveTo>
                    <a:pt x="311267" y="515574"/>
                  </a:moveTo>
                  <a:lnTo>
                    <a:pt x="284119" y="495706"/>
                  </a:lnTo>
                  <a:lnTo>
                    <a:pt x="311884" y="535631"/>
                  </a:lnTo>
                  <a:close/>
                  <a:moveTo>
                    <a:pt x="250508" y="412980"/>
                  </a:moveTo>
                  <a:lnTo>
                    <a:pt x="231307" y="395062"/>
                  </a:lnTo>
                  <a:lnTo>
                    <a:pt x="260239" y="422196"/>
                  </a:lnTo>
                  <a:close/>
                  <a:moveTo>
                    <a:pt x="360946" y="522833"/>
                  </a:moveTo>
                  <a:lnTo>
                    <a:pt x="326601" y="532461"/>
                  </a:lnTo>
                  <a:lnTo>
                    <a:pt x="358816" y="568773"/>
                  </a:lnTo>
                  <a:close/>
                  <a:moveTo>
                    <a:pt x="260239" y="422196"/>
                  </a:moveTo>
                  <a:lnTo>
                    <a:pt x="259323" y="445942"/>
                  </a:lnTo>
                  <a:lnTo>
                    <a:pt x="270511" y="407937"/>
                  </a:lnTo>
                  <a:close/>
                  <a:moveTo>
                    <a:pt x="587909" y="681869"/>
                  </a:moveTo>
                  <a:lnTo>
                    <a:pt x="572208" y="699052"/>
                  </a:lnTo>
                  <a:lnTo>
                    <a:pt x="592106" y="721916"/>
                  </a:lnTo>
                  <a:close/>
                  <a:moveTo>
                    <a:pt x="568864" y="662297"/>
                  </a:moveTo>
                  <a:lnTo>
                    <a:pt x="572208" y="699052"/>
                  </a:lnTo>
                  <a:lnTo>
                    <a:pt x="587909" y="681869"/>
                  </a:lnTo>
                  <a:close/>
                  <a:moveTo>
                    <a:pt x="568864" y="662297"/>
                  </a:moveTo>
                  <a:lnTo>
                    <a:pt x="587909" y="681869"/>
                  </a:lnTo>
                  <a:lnTo>
                    <a:pt x="564428" y="645114"/>
                  </a:lnTo>
                  <a:close/>
                  <a:moveTo>
                    <a:pt x="267987" y="365242"/>
                  </a:moveTo>
                  <a:lnTo>
                    <a:pt x="310645" y="357650"/>
                  </a:lnTo>
                  <a:lnTo>
                    <a:pt x="293850" y="326557"/>
                  </a:lnTo>
                  <a:close/>
                  <a:moveTo>
                    <a:pt x="267987" y="365242"/>
                  </a:moveTo>
                  <a:lnTo>
                    <a:pt x="293850" y="326557"/>
                  </a:lnTo>
                  <a:lnTo>
                    <a:pt x="266764" y="321489"/>
                  </a:lnTo>
                  <a:close/>
                  <a:moveTo>
                    <a:pt x="310645" y="357650"/>
                  </a:moveTo>
                  <a:lnTo>
                    <a:pt x="340008" y="360867"/>
                  </a:lnTo>
                  <a:lnTo>
                    <a:pt x="321671" y="331027"/>
                  </a:lnTo>
                  <a:close/>
                  <a:moveTo>
                    <a:pt x="310645" y="357650"/>
                  </a:moveTo>
                  <a:lnTo>
                    <a:pt x="321671" y="331027"/>
                  </a:lnTo>
                  <a:lnTo>
                    <a:pt x="293850" y="326557"/>
                  </a:lnTo>
                  <a:close/>
                  <a:moveTo>
                    <a:pt x="266764" y="321489"/>
                  </a:moveTo>
                  <a:lnTo>
                    <a:pt x="293850" y="326557"/>
                  </a:lnTo>
                  <a:lnTo>
                    <a:pt x="285308" y="288755"/>
                  </a:lnTo>
                  <a:close/>
                  <a:moveTo>
                    <a:pt x="266764" y="321489"/>
                  </a:moveTo>
                  <a:lnTo>
                    <a:pt x="285308" y="288755"/>
                  </a:lnTo>
                  <a:lnTo>
                    <a:pt x="259787" y="282414"/>
                  </a:lnTo>
                  <a:close/>
                  <a:moveTo>
                    <a:pt x="544774" y="534849"/>
                  </a:moveTo>
                  <a:lnTo>
                    <a:pt x="549668" y="571604"/>
                  </a:lnTo>
                  <a:lnTo>
                    <a:pt x="598677" y="554068"/>
                  </a:lnTo>
                  <a:close/>
                  <a:moveTo>
                    <a:pt x="598677" y="554068"/>
                  </a:moveTo>
                  <a:lnTo>
                    <a:pt x="549668" y="571604"/>
                  </a:lnTo>
                  <a:lnTo>
                    <a:pt x="598580" y="554576"/>
                  </a:lnTo>
                  <a:close/>
                  <a:moveTo>
                    <a:pt x="598677" y="554068"/>
                  </a:moveTo>
                  <a:lnTo>
                    <a:pt x="598580" y="554576"/>
                  </a:lnTo>
                  <a:lnTo>
                    <a:pt x="599521" y="554420"/>
                  </a:lnTo>
                  <a:close/>
                  <a:moveTo>
                    <a:pt x="438959" y="370645"/>
                  </a:moveTo>
                  <a:lnTo>
                    <a:pt x="425174" y="375307"/>
                  </a:lnTo>
                  <a:lnTo>
                    <a:pt x="438705" y="379552"/>
                  </a:lnTo>
                  <a:close/>
                  <a:moveTo>
                    <a:pt x="615349" y="500482"/>
                  </a:moveTo>
                  <a:lnTo>
                    <a:pt x="598677" y="554068"/>
                  </a:lnTo>
                  <a:lnTo>
                    <a:pt x="599521" y="554420"/>
                  </a:lnTo>
                  <a:close/>
                  <a:moveTo>
                    <a:pt x="615349" y="500482"/>
                  </a:moveTo>
                  <a:lnTo>
                    <a:pt x="599521" y="554420"/>
                  </a:lnTo>
                  <a:lnTo>
                    <a:pt x="633927" y="537237"/>
                  </a:lnTo>
                  <a:close/>
                  <a:moveTo>
                    <a:pt x="662065" y="530052"/>
                  </a:moveTo>
                  <a:lnTo>
                    <a:pt x="706620" y="565665"/>
                  </a:lnTo>
                  <a:lnTo>
                    <a:pt x="670098" y="537237"/>
                  </a:lnTo>
                  <a:close/>
                  <a:moveTo>
                    <a:pt x="706620" y="565665"/>
                  </a:moveTo>
                  <a:lnTo>
                    <a:pt x="743784" y="530453"/>
                  </a:lnTo>
                  <a:lnTo>
                    <a:pt x="694018" y="537237"/>
                  </a:lnTo>
                  <a:close/>
                  <a:moveTo>
                    <a:pt x="654335" y="491588"/>
                  </a:moveTo>
                  <a:lnTo>
                    <a:pt x="615349" y="500482"/>
                  </a:lnTo>
                  <a:lnTo>
                    <a:pt x="662065" y="530052"/>
                  </a:lnTo>
                  <a:close/>
                  <a:moveTo>
                    <a:pt x="662065" y="530052"/>
                  </a:moveTo>
                  <a:lnTo>
                    <a:pt x="670098" y="537237"/>
                  </a:lnTo>
                  <a:lnTo>
                    <a:pt x="688137" y="491197"/>
                  </a:lnTo>
                  <a:close/>
                  <a:moveTo>
                    <a:pt x="654335" y="491588"/>
                  </a:moveTo>
                  <a:lnTo>
                    <a:pt x="662065" y="530052"/>
                  </a:lnTo>
                  <a:lnTo>
                    <a:pt x="688137" y="491197"/>
                  </a:lnTo>
                  <a:close/>
                  <a:moveTo>
                    <a:pt x="608796" y="495693"/>
                  </a:moveTo>
                  <a:lnTo>
                    <a:pt x="615349" y="500482"/>
                  </a:lnTo>
                  <a:lnTo>
                    <a:pt x="654335" y="491588"/>
                  </a:lnTo>
                  <a:close/>
                  <a:moveTo>
                    <a:pt x="654335" y="491588"/>
                  </a:moveTo>
                  <a:lnTo>
                    <a:pt x="646101" y="453536"/>
                  </a:lnTo>
                  <a:lnTo>
                    <a:pt x="608796" y="495693"/>
                  </a:lnTo>
                  <a:close/>
                  <a:moveTo>
                    <a:pt x="688137" y="491197"/>
                  </a:moveTo>
                  <a:lnTo>
                    <a:pt x="679243" y="446544"/>
                  </a:lnTo>
                  <a:lnTo>
                    <a:pt x="646101" y="453536"/>
                  </a:lnTo>
                  <a:close/>
                  <a:moveTo>
                    <a:pt x="688137" y="491197"/>
                  </a:moveTo>
                  <a:lnTo>
                    <a:pt x="646101" y="453536"/>
                  </a:lnTo>
                  <a:lnTo>
                    <a:pt x="654335" y="491588"/>
                  </a:lnTo>
                  <a:close/>
                  <a:moveTo>
                    <a:pt x="679243" y="446544"/>
                  </a:moveTo>
                  <a:lnTo>
                    <a:pt x="649982" y="409789"/>
                  </a:lnTo>
                  <a:lnTo>
                    <a:pt x="646101" y="453536"/>
                  </a:lnTo>
                  <a:close/>
                  <a:moveTo>
                    <a:pt x="649982" y="409789"/>
                  </a:moveTo>
                  <a:lnTo>
                    <a:pt x="642742" y="411520"/>
                  </a:lnTo>
                  <a:lnTo>
                    <a:pt x="646101" y="453536"/>
                  </a:lnTo>
                  <a:close/>
                  <a:moveTo>
                    <a:pt x="602645" y="417030"/>
                  </a:moveTo>
                  <a:lnTo>
                    <a:pt x="646101" y="453536"/>
                  </a:lnTo>
                  <a:lnTo>
                    <a:pt x="642742" y="411520"/>
                  </a:lnTo>
                  <a:close/>
                  <a:moveTo>
                    <a:pt x="644054" y="406732"/>
                  </a:moveTo>
                  <a:lnTo>
                    <a:pt x="602835" y="373034"/>
                  </a:lnTo>
                  <a:lnTo>
                    <a:pt x="642742" y="411520"/>
                  </a:lnTo>
                  <a:close/>
                  <a:moveTo>
                    <a:pt x="642742" y="411520"/>
                  </a:moveTo>
                  <a:lnTo>
                    <a:pt x="602835" y="373034"/>
                  </a:lnTo>
                  <a:lnTo>
                    <a:pt x="600751" y="373822"/>
                  </a:lnTo>
                  <a:close/>
                  <a:moveTo>
                    <a:pt x="644054" y="406732"/>
                  </a:moveTo>
                  <a:lnTo>
                    <a:pt x="642742" y="411520"/>
                  </a:lnTo>
                  <a:lnTo>
                    <a:pt x="649982" y="409789"/>
                  </a:lnTo>
                  <a:close/>
                  <a:moveTo>
                    <a:pt x="601412" y="371880"/>
                  </a:moveTo>
                  <a:lnTo>
                    <a:pt x="600751" y="373822"/>
                  </a:lnTo>
                  <a:lnTo>
                    <a:pt x="602835" y="373034"/>
                  </a:lnTo>
                  <a:close/>
                  <a:moveTo>
                    <a:pt x="595324" y="373034"/>
                  </a:moveTo>
                  <a:lnTo>
                    <a:pt x="600751" y="373822"/>
                  </a:lnTo>
                  <a:lnTo>
                    <a:pt x="601412" y="371880"/>
                  </a:lnTo>
                  <a:close/>
                  <a:moveTo>
                    <a:pt x="736373" y="520054"/>
                  </a:moveTo>
                  <a:lnTo>
                    <a:pt x="743784" y="530453"/>
                  </a:lnTo>
                  <a:lnTo>
                    <a:pt x="750701" y="502870"/>
                  </a:lnTo>
                  <a:close/>
                  <a:moveTo>
                    <a:pt x="649982" y="409789"/>
                  </a:moveTo>
                  <a:lnTo>
                    <a:pt x="691733" y="443527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79243" y="446544"/>
                  </a:lnTo>
                  <a:lnTo>
                    <a:pt x="691733" y="443527"/>
                  </a:lnTo>
                  <a:close/>
                  <a:moveTo>
                    <a:pt x="691733" y="443527"/>
                  </a:moveTo>
                  <a:lnTo>
                    <a:pt x="726284" y="397778"/>
                  </a:lnTo>
                  <a:lnTo>
                    <a:pt x="688405" y="401485"/>
                  </a:lnTo>
                  <a:close/>
                  <a:moveTo>
                    <a:pt x="649982" y="409789"/>
                  </a:moveTo>
                  <a:lnTo>
                    <a:pt x="688405" y="401485"/>
                  </a:lnTo>
                  <a:lnTo>
                    <a:pt x="644054" y="406732"/>
                  </a:lnTo>
                  <a:close/>
                  <a:moveTo>
                    <a:pt x="644054" y="406732"/>
                  </a:moveTo>
                  <a:lnTo>
                    <a:pt x="688405" y="401485"/>
                  </a:lnTo>
                  <a:lnTo>
                    <a:pt x="694333" y="373934"/>
                  </a:lnTo>
                  <a:close/>
                  <a:moveTo>
                    <a:pt x="644054" y="406732"/>
                  </a:moveTo>
                  <a:lnTo>
                    <a:pt x="694333" y="373934"/>
                  </a:lnTo>
                  <a:lnTo>
                    <a:pt x="657073" y="359203"/>
                  </a:lnTo>
                  <a:close/>
                  <a:moveTo>
                    <a:pt x="595324" y="373034"/>
                  </a:moveTo>
                  <a:lnTo>
                    <a:pt x="601412" y="371880"/>
                  </a:lnTo>
                  <a:lnTo>
                    <a:pt x="617403" y="335458"/>
                  </a:lnTo>
                  <a:close/>
                  <a:moveTo>
                    <a:pt x="650406" y="355850"/>
                  </a:moveTo>
                  <a:lnTo>
                    <a:pt x="644054" y="406732"/>
                  </a:lnTo>
                  <a:lnTo>
                    <a:pt x="657073" y="359203"/>
                  </a:lnTo>
                  <a:close/>
                  <a:moveTo>
                    <a:pt x="650406" y="355850"/>
                  </a:moveTo>
                  <a:lnTo>
                    <a:pt x="602835" y="373034"/>
                  </a:lnTo>
                  <a:lnTo>
                    <a:pt x="644054" y="406732"/>
                  </a:lnTo>
                  <a:close/>
                  <a:moveTo>
                    <a:pt x="602835" y="373034"/>
                  </a:moveTo>
                  <a:lnTo>
                    <a:pt x="650406" y="355850"/>
                  </a:lnTo>
                  <a:lnTo>
                    <a:pt x="601412" y="371880"/>
                  </a:lnTo>
                  <a:close/>
                  <a:moveTo>
                    <a:pt x="650406" y="355850"/>
                  </a:moveTo>
                  <a:lnTo>
                    <a:pt x="617403" y="335458"/>
                  </a:lnTo>
                  <a:lnTo>
                    <a:pt x="601412" y="371880"/>
                  </a:lnTo>
                  <a:close/>
                  <a:moveTo>
                    <a:pt x="776159" y="430715"/>
                  </a:moveTo>
                  <a:lnTo>
                    <a:pt x="752534" y="466115"/>
                  </a:lnTo>
                  <a:lnTo>
                    <a:pt x="797949" y="415977"/>
                  </a:lnTo>
                  <a:close/>
                  <a:moveTo>
                    <a:pt x="657937" y="354419"/>
                  </a:moveTo>
                  <a:lnTo>
                    <a:pt x="650406" y="355850"/>
                  </a:lnTo>
                  <a:lnTo>
                    <a:pt x="657073" y="359203"/>
                  </a:lnTo>
                  <a:close/>
                  <a:moveTo>
                    <a:pt x="644139" y="214637"/>
                  </a:moveTo>
                  <a:lnTo>
                    <a:pt x="585013" y="214357"/>
                  </a:lnTo>
                  <a:lnTo>
                    <a:pt x="610872" y="214831"/>
                  </a:lnTo>
                  <a:close/>
                  <a:moveTo>
                    <a:pt x="867925" y="264403"/>
                  </a:moveTo>
                  <a:lnTo>
                    <a:pt x="839298" y="304300"/>
                  </a:lnTo>
                  <a:lnTo>
                    <a:pt x="851298" y="298446"/>
                  </a:lnTo>
                  <a:close/>
                  <a:moveTo>
                    <a:pt x="955979" y="185152"/>
                  </a:moveTo>
                  <a:lnTo>
                    <a:pt x="933114" y="162773"/>
                  </a:lnTo>
                  <a:lnTo>
                    <a:pt x="909411" y="151175"/>
                  </a:lnTo>
                  <a:close/>
                  <a:moveTo>
                    <a:pt x="955979" y="185152"/>
                  </a:moveTo>
                  <a:lnTo>
                    <a:pt x="996379" y="178525"/>
                  </a:lnTo>
                  <a:lnTo>
                    <a:pt x="937172" y="159669"/>
                  </a:lnTo>
                  <a:close/>
                  <a:moveTo>
                    <a:pt x="909411" y="151175"/>
                  </a:moveTo>
                  <a:lnTo>
                    <a:pt x="926548" y="159669"/>
                  </a:lnTo>
                  <a:lnTo>
                    <a:pt x="914891" y="123008"/>
                  </a:lnTo>
                  <a:close/>
                  <a:moveTo>
                    <a:pt x="914891" y="123008"/>
                  </a:moveTo>
                  <a:lnTo>
                    <a:pt x="931880" y="158159"/>
                  </a:lnTo>
                  <a:lnTo>
                    <a:pt x="952879" y="140465"/>
                  </a:lnTo>
                  <a:close/>
                  <a:moveTo>
                    <a:pt x="1045310" y="211451"/>
                  </a:moveTo>
                  <a:lnTo>
                    <a:pt x="1015027" y="208982"/>
                  </a:lnTo>
                  <a:lnTo>
                    <a:pt x="1015718" y="250833"/>
                  </a:lnTo>
                  <a:close/>
                  <a:moveTo>
                    <a:pt x="1045310" y="211451"/>
                  </a:moveTo>
                  <a:lnTo>
                    <a:pt x="1046354" y="165855"/>
                  </a:lnTo>
                  <a:lnTo>
                    <a:pt x="1015027" y="208982"/>
                  </a:lnTo>
                  <a:close/>
                  <a:moveTo>
                    <a:pt x="996379" y="178525"/>
                  </a:moveTo>
                  <a:lnTo>
                    <a:pt x="1046354" y="165855"/>
                  </a:lnTo>
                  <a:lnTo>
                    <a:pt x="1047327" y="148228"/>
                  </a:lnTo>
                  <a:close/>
                  <a:moveTo>
                    <a:pt x="1046354" y="165855"/>
                  </a:moveTo>
                  <a:lnTo>
                    <a:pt x="1079117" y="166307"/>
                  </a:lnTo>
                  <a:lnTo>
                    <a:pt x="1047327" y="148228"/>
                  </a:lnTo>
                  <a:close/>
                  <a:moveTo>
                    <a:pt x="967030" y="88547"/>
                  </a:moveTo>
                  <a:lnTo>
                    <a:pt x="952879" y="140465"/>
                  </a:lnTo>
                  <a:lnTo>
                    <a:pt x="955067" y="142485"/>
                  </a:lnTo>
                  <a:close/>
                  <a:moveTo>
                    <a:pt x="1045623" y="121702"/>
                  </a:moveTo>
                  <a:lnTo>
                    <a:pt x="1009414" y="131053"/>
                  </a:lnTo>
                  <a:lnTo>
                    <a:pt x="1047327" y="148228"/>
                  </a:lnTo>
                  <a:close/>
                  <a:moveTo>
                    <a:pt x="1009464" y="124010"/>
                  </a:moveTo>
                  <a:lnTo>
                    <a:pt x="1045623" y="121702"/>
                  </a:lnTo>
                  <a:lnTo>
                    <a:pt x="1034652" y="85874"/>
                  </a:lnTo>
                  <a:close/>
                  <a:moveTo>
                    <a:pt x="1009464" y="124010"/>
                  </a:moveTo>
                  <a:lnTo>
                    <a:pt x="1034652" y="85874"/>
                  </a:lnTo>
                  <a:lnTo>
                    <a:pt x="1005992" y="82086"/>
                  </a:lnTo>
                  <a:close/>
                  <a:moveTo>
                    <a:pt x="1074717" y="125137"/>
                  </a:moveTo>
                  <a:lnTo>
                    <a:pt x="1047327" y="148228"/>
                  </a:lnTo>
                  <a:lnTo>
                    <a:pt x="1074820" y="126446"/>
                  </a:lnTo>
                  <a:close/>
                  <a:moveTo>
                    <a:pt x="1074717" y="125137"/>
                  </a:moveTo>
                  <a:lnTo>
                    <a:pt x="1045623" y="121702"/>
                  </a:lnTo>
                  <a:lnTo>
                    <a:pt x="1047327" y="148228"/>
                  </a:lnTo>
                  <a:close/>
                  <a:moveTo>
                    <a:pt x="1045623" y="121702"/>
                  </a:moveTo>
                  <a:lnTo>
                    <a:pt x="1074717" y="125137"/>
                  </a:lnTo>
                  <a:lnTo>
                    <a:pt x="1034652" y="85874"/>
                  </a:lnTo>
                  <a:close/>
                  <a:moveTo>
                    <a:pt x="1005992" y="82086"/>
                  </a:moveTo>
                  <a:lnTo>
                    <a:pt x="1031711" y="43518"/>
                  </a:lnTo>
                  <a:lnTo>
                    <a:pt x="1000211" y="42038"/>
                  </a:lnTo>
                  <a:close/>
                  <a:moveTo>
                    <a:pt x="1000211" y="42038"/>
                  </a:moveTo>
                  <a:lnTo>
                    <a:pt x="1031711" y="43518"/>
                  </a:lnTo>
                  <a:lnTo>
                    <a:pt x="1030199" y="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45" name="Input_density__184">
              <a:extLst>
                <a:ext uri="{FF2B5EF4-FFF2-40B4-BE49-F238E27FC236}">
                  <a16:creationId xmlns:a16="http://schemas.microsoft.com/office/drawing/2014/main" id="{CFA66648-BBFF-89BB-8DF5-5AF8C2D95F35}"/>
                </a:ext>
              </a:extLst>
            </p:cNvPr>
            <p:cNvSpPr>
              <a:spLocks noGrp="1"/>
            </p:cNvSpPr>
            <p:nvPr/>
          </p:nvSpPr>
          <p:spPr>
            <a:xfrm>
              <a:off x="546075" y="1630959"/>
              <a:ext cx="984090" cy="703004"/>
            </a:xfrm>
            <a:custGeom>
              <a:avLst/>
              <a:gdLst/>
              <a:ahLst/>
              <a:cxnLst/>
              <a:rect l="0" t="0" r="0" b="0"/>
              <a:pathLst>
                <a:path w="984090" h="703004">
                  <a:moveTo>
                    <a:pt x="140517" y="666248"/>
                  </a:moveTo>
                  <a:lnTo>
                    <a:pt x="196122" y="685307"/>
                  </a:lnTo>
                  <a:lnTo>
                    <a:pt x="179576" y="654636"/>
                  </a:lnTo>
                  <a:close/>
                  <a:moveTo>
                    <a:pt x="196162" y="685820"/>
                  </a:moveTo>
                  <a:lnTo>
                    <a:pt x="196122" y="685307"/>
                  </a:lnTo>
                  <a:lnTo>
                    <a:pt x="140517" y="666248"/>
                  </a:lnTo>
                  <a:close/>
                  <a:moveTo>
                    <a:pt x="162647" y="703004"/>
                  </a:moveTo>
                  <a:lnTo>
                    <a:pt x="196162" y="685820"/>
                  </a:lnTo>
                  <a:lnTo>
                    <a:pt x="140517" y="666248"/>
                  </a:lnTo>
                  <a:close/>
                  <a:moveTo>
                    <a:pt x="179576" y="654636"/>
                  </a:moveTo>
                  <a:lnTo>
                    <a:pt x="196122" y="685307"/>
                  </a:lnTo>
                  <a:lnTo>
                    <a:pt x="193478" y="649065"/>
                  </a:lnTo>
                  <a:close/>
                  <a:moveTo>
                    <a:pt x="1983" y="465290"/>
                  </a:moveTo>
                  <a:lnTo>
                    <a:pt x="0" y="468540"/>
                  </a:lnTo>
                  <a:lnTo>
                    <a:pt x="6734" y="475522"/>
                  </a:lnTo>
                  <a:close/>
                  <a:moveTo>
                    <a:pt x="2602" y="460075"/>
                  </a:moveTo>
                  <a:lnTo>
                    <a:pt x="0" y="468540"/>
                  </a:lnTo>
                  <a:lnTo>
                    <a:pt x="1983" y="465290"/>
                  </a:lnTo>
                  <a:close/>
                  <a:moveTo>
                    <a:pt x="196162" y="685820"/>
                  </a:moveTo>
                  <a:lnTo>
                    <a:pt x="196377" y="686261"/>
                  </a:lnTo>
                  <a:lnTo>
                    <a:pt x="196600" y="685543"/>
                  </a:lnTo>
                  <a:close/>
                  <a:moveTo>
                    <a:pt x="196162" y="685820"/>
                  </a:moveTo>
                  <a:lnTo>
                    <a:pt x="196600" y="685543"/>
                  </a:lnTo>
                  <a:lnTo>
                    <a:pt x="196122" y="685307"/>
                  </a:lnTo>
                  <a:close/>
                  <a:moveTo>
                    <a:pt x="1983" y="465290"/>
                  </a:moveTo>
                  <a:lnTo>
                    <a:pt x="6734" y="475522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1983" y="465290"/>
                  </a:lnTo>
                  <a:lnTo>
                    <a:pt x="7456" y="462478"/>
                  </a:lnTo>
                  <a:close/>
                  <a:moveTo>
                    <a:pt x="2602" y="460075"/>
                  </a:moveTo>
                  <a:lnTo>
                    <a:pt x="7456" y="462478"/>
                  </a:lnTo>
                  <a:lnTo>
                    <a:pt x="6144" y="428535"/>
                  </a:lnTo>
                  <a:close/>
                  <a:moveTo>
                    <a:pt x="6144" y="428535"/>
                  </a:moveTo>
                  <a:lnTo>
                    <a:pt x="7456" y="462478"/>
                  </a:lnTo>
                  <a:lnTo>
                    <a:pt x="39525" y="448107"/>
                  </a:lnTo>
                  <a:close/>
                  <a:moveTo>
                    <a:pt x="6144" y="428535"/>
                  </a:moveTo>
                  <a:lnTo>
                    <a:pt x="39525" y="448107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6144" y="428535"/>
                  </a:lnTo>
                  <a:lnTo>
                    <a:pt x="37871" y="411352"/>
                  </a:lnTo>
                  <a:close/>
                  <a:moveTo>
                    <a:pt x="42604" y="388851"/>
                  </a:moveTo>
                  <a:lnTo>
                    <a:pt x="19484" y="398617"/>
                  </a:lnTo>
                  <a:lnTo>
                    <a:pt x="6144" y="428535"/>
                  </a:lnTo>
                  <a:close/>
                  <a:moveTo>
                    <a:pt x="171109" y="482531"/>
                  </a:moveTo>
                  <a:lnTo>
                    <a:pt x="159853" y="484862"/>
                  </a:lnTo>
                  <a:lnTo>
                    <a:pt x="198991" y="504611"/>
                  </a:lnTo>
                  <a:close/>
                  <a:moveTo>
                    <a:pt x="198991" y="504611"/>
                  </a:moveTo>
                  <a:lnTo>
                    <a:pt x="230297" y="496088"/>
                  </a:lnTo>
                  <a:lnTo>
                    <a:pt x="218010" y="471490"/>
                  </a:lnTo>
                  <a:close/>
                  <a:moveTo>
                    <a:pt x="198991" y="504611"/>
                  </a:moveTo>
                  <a:lnTo>
                    <a:pt x="218010" y="471490"/>
                  </a:lnTo>
                  <a:lnTo>
                    <a:pt x="171109" y="482531"/>
                  </a:lnTo>
                  <a:close/>
                  <a:moveTo>
                    <a:pt x="37871" y="411352"/>
                  </a:moveTo>
                  <a:lnTo>
                    <a:pt x="59682" y="357613"/>
                  </a:lnTo>
                  <a:lnTo>
                    <a:pt x="42604" y="388851"/>
                  </a:lnTo>
                  <a:close/>
                  <a:moveTo>
                    <a:pt x="46673" y="374597"/>
                  </a:moveTo>
                  <a:lnTo>
                    <a:pt x="42604" y="388851"/>
                  </a:lnTo>
                  <a:lnTo>
                    <a:pt x="59682" y="357613"/>
                  </a:lnTo>
                  <a:close/>
                  <a:moveTo>
                    <a:pt x="59893" y="357284"/>
                  </a:moveTo>
                  <a:lnTo>
                    <a:pt x="46673" y="374597"/>
                  </a:lnTo>
                  <a:lnTo>
                    <a:pt x="59682" y="357613"/>
                  </a:lnTo>
                  <a:close/>
                  <a:moveTo>
                    <a:pt x="250185" y="474241"/>
                  </a:moveTo>
                  <a:lnTo>
                    <a:pt x="230297" y="496088"/>
                  </a:lnTo>
                  <a:lnTo>
                    <a:pt x="203607" y="504433"/>
                  </a:lnTo>
                  <a:close/>
                  <a:moveTo>
                    <a:pt x="230297" y="496088"/>
                  </a:moveTo>
                  <a:lnTo>
                    <a:pt x="250185" y="474241"/>
                  </a:lnTo>
                  <a:lnTo>
                    <a:pt x="231874" y="467678"/>
                  </a:lnTo>
                  <a:close/>
                  <a:moveTo>
                    <a:pt x="85008" y="326609"/>
                  </a:moveTo>
                  <a:lnTo>
                    <a:pt x="59893" y="357284"/>
                  </a:lnTo>
                  <a:lnTo>
                    <a:pt x="106638" y="311272"/>
                  </a:lnTo>
                  <a:close/>
                  <a:moveTo>
                    <a:pt x="150763" y="292996"/>
                  </a:moveTo>
                  <a:lnTo>
                    <a:pt x="115649" y="303475"/>
                  </a:lnTo>
                  <a:lnTo>
                    <a:pt x="162082" y="297780"/>
                  </a:lnTo>
                  <a:close/>
                  <a:moveTo>
                    <a:pt x="115649" y="303475"/>
                  </a:moveTo>
                  <a:lnTo>
                    <a:pt x="106638" y="311272"/>
                  </a:lnTo>
                  <a:lnTo>
                    <a:pt x="162082" y="297780"/>
                  </a:lnTo>
                  <a:close/>
                  <a:moveTo>
                    <a:pt x="599460" y="619475"/>
                  </a:moveTo>
                  <a:lnTo>
                    <a:pt x="599421" y="619316"/>
                  </a:lnTo>
                  <a:lnTo>
                    <a:pt x="589442" y="582875"/>
                  </a:lnTo>
                  <a:close/>
                  <a:moveTo>
                    <a:pt x="549049" y="636658"/>
                  </a:moveTo>
                  <a:lnTo>
                    <a:pt x="599460" y="619475"/>
                  </a:lnTo>
                  <a:lnTo>
                    <a:pt x="540529" y="599903"/>
                  </a:lnTo>
                  <a:close/>
                  <a:moveTo>
                    <a:pt x="295254" y="269108"/>
                  </a:moveTo>
                  <a:lnTo>
                    <a:pt x="303548" y="305864"/>
                  </a:lnTo>
                  <a:lnTo>
                    <a:pt x="334815" y="296464"/>
                  </a:lnTo>
                  <a:close/>
                  <a:moveTo>
                    <a:pt x="599468" y="619471"/>
                  </a:moveTo>
                  <a:lnTo>
                    <a:pt x="599421" y="619316"/>
                  </a:lnTo>
                  <a:lnTo>
                    <a:pt x="599460" y="619475"/>
                  </a:lnTo>
                  <a:close/>
                  <a:moveTo>
                    <a:pt x="599421" y="619316"/>
                  </a:moveTo>
                  <a:lnTo>
                    <a:pt x="599468" y="619471"/>
                  </a:lnTo>
                  <a:lnTo>
                    <a:pt x="590382" y="582720"/>
                  </a:lnTo>
                  <a:close/>
                  <a:moveTo>
                    <a:pt x="421679" y="362190"/>
                  </a:moveTo>
                  <a:lnTo>
                    <a:pt x="440944" y="381762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1679" y="362190"/>
                  </a:lnTo>
                  <a:lnTo>
                    <a:pt x="447464" y="345007"/>
                  </a:lnTo>
                  <a:close/>
                  <a:moveTo>
                    <a:pt x="449662" y="336914"/>
                  </a:moveTo>
                  <a:lnTo>
                    <a:pt x="423909" y="336836"/>
                  </a:lnTo>
                  <a:lnTo>
                    <a:pt x="421679" y="362190"/>
                  </a:lnTo>
                  <a:close/>
                  <a:moveTo>
                    <a:pt x="423909" y="336836"/>
                  </a:moveTo>
                  <a:lnTo>
                    <a:pt x="449662" y="336914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56674" y="308252"/>
                  </a:lnTo>
                  <a:lnTo>
                    <a:pt x="426360" y="325435"/>
                  </a:lnTo>
                  <a:close/>
                  <a:moveTo>
                    <a:pt x="449662" y="336914"/>
                  </a:moveTo>
                  <a:lnTo>
                    <a:pt x="469818" y="316064"/>
                  </a:lnTo>
                  <a:lnTo>
                    <a:pt x="456674" y="308252"/>
                  </a:lnTo>
                  <a:close/>
                  <a:moveTo>
                    <a:pt x="469818" y="316064"/>
                  </a:moveTo>
                  <a:lnTo>
                    <a:pt x="479117" y="291068"/>
                  </a:lnTo>
                  <a:lnTo>
                    <a:pt x="456674" y="308252"/>
                  </a:lnTo>
                  <a:close/>
                  <a:moveTo>
                    <a:pt x="492824" y="277503"/>
                  </a:moveTo>
                  <a:lnTo>
                    <a:pt x="456674" y="308252"/>
                  </a:lnTo>
                  <a:lnTo>
                    <a:pt x="479117" y="291068"/>
                  </a:lnTo>
                  <a:close/>
                  <a:moveTo>
                    <a:pt x="545258" y="252762"/>
                  </a:moveTo>
                  <a:lnTo>
                    <a:pt x="492824" y="277503"/>
                  </a:lnTo>
                  <a:lnTo>
                    <a:pt x="516215" y="268750"/>
                  </a:lnTo>
                  <a:close/>
                  <a:moveTo>
                    <a:pt x="786565" y="262488"/>
                  </a:moveTo>
                  <a:lnTo>
                    <a:pt x="746865" y="276273"/>
                  </a:lnTo>
                  <a:lnTo>
                    <a:pt x="793827" y="270612"/>
                  </a:lnTo>
                  <a:close/>
                  <a:moveTo>
                    <a:pt x="760154" y="240926"/>
                  </a:moveTo>
                  <a:lnTo>
                    <a:pt x="746865" y="276273"/>
                  </a:lnTo>
                  <a:lnTo>
                    <a:pt x="786565" y="262488"/>
                  </a:lnTo>
                  <a:close/>
                  <a:moveTo>
                    <a:pt x="759999" y="239518"/>
                  </a:moveTo>
                  <a:lnTo>
                    <a:pt x="786565" y="262488"/>
                  </a:lnTo>
                  <a:lnTo>
                    <a:pt x="793118" y="259090"/>
                  </a:lnTo>
                  <a:close/>
                  <a:moveTo>
                    <a:pt x="759999" y="239518"/>
                  </a:moveTo>
                  <a:lnTo>
                    <a:pt x="793118" y="259090"/>
                  </a:lnTo>
                  <a:lnTo>
                    <a:pt x="786704" y="222335"/>
                  </a:lnTo>
                  <a:close/>
                  <a:moveTo>
                    <a:pt x="786565" y="262488"/>
                  </a:moveTo>
                  <a:lnTo>
                    <a:pt x="793827" y="270612"/>
                  </a:lnTo>
                  <a:lnTo>
                    <a:pt x="793118" y="259090"/>
                  </a:lnTo>
                  <a:close/>
                  <a:moveTo>
                    <a:pt x="793827" y="270612"/>
                  </a:moveTo>
                  <a:lnTo>
                    <a:pt x="805783" y="291611"/>
                  </a:lnTo>
                  <a:lnTo>
                    <a:pt x="793118" y="259090"/>
                  </a:lnTo>
                  <a:close/>
                  <a:moveTo>
                    <a:pt x="793118" y="259090"/>
                  </a:moveTo>
                  <a:lnTo>
                    <a:pt x="843315" y="278662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793118" y="259090"/>
                  </a:lnTo>
                  <a:lnTo>
                    <a:pt x="828845" y="241907"/>
                  </a:lnTo>
                  <a:close/>
                  <a:moveTo>
                    <a:pt x="786704" y="222335"/>
                  </a:moveTo>
                  <a:lnTo>
                    <a:pt x="828845" y="241907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786704" y="222335"/>
                  </a:lnTo>
                  <a:lnTo>
                    <a:pt x="823485" y="205152"/>
                  </a:lnTo>
                  <a:close/>
                  <a:moveTo>
                    <a:pt x="788261" y="185580"/>
                  </a:moveTo>
                  <a:lnTo>
                    <a:pt x="823485" y="205152"/>
                  </a:lnTo>
                  <a:lnTo>
                    <a:pt x="823170" y="168397"/>
                  </a:lnTo>
                  <a:close/>
                  <a:moveTo>
                    <a:pt x="823485" y="205152"/>
                  </a:moveTo>
                  <a:lnTo>
                    <a:pt x="859215" y="230513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44280" y="197907"/>
                  </a:lnTo>
                  <a:lnTo>
                    <a:pt x="859215" y="230513"/>
                  </a:lnTo>
                  <a:close/>
                  <a:moveTo>
                    <a:pt x="823170" y="168397"/>
                  </a:moveTo>
                  <a:lnTo>
                    <a:pt x="844280" y="197907"/>
                  </a:lnTo>
                  <a:lnTo>
                    <a:pt x="828721" y="165810"/>
                  </a:lnTo>
                  <a:close/>
                  <a:moveTo>
                    <a:pt x="823170" y="168397"/>
                  </a:moveTo>
                  <a:lnTo>
                    <a:pt x="823485" y="205152"/>
                  </a:lnTo>
                  <a:lnTo>
                    <a:pt x="844280" y="197907"/>
                  </a:lnTo>
                  <a:close/>
                  <a:moveTo>
                    <a:pt x="877650" y="187968"/>
                  </a:moveTo>
                  <a:lnTo>
                    <a:pt x="856202" y="151213"/>
                  </a:lnTo>
                  <a:lnTo>
                    <a:pt x="844280" y="197907"/>
                  </a:lnTo>
                  <a:close/>
                  <a:moveTo>
                    <a:pt x="856202" y="151213"/>
                  </a:moveTo>
                  <a:lnTo>
                    <a:pt x="828721" y="165810"/>
                  </a:lnTo>
                  <a:lnTo>
                    <a:pt x="844280" y="197907"/>
                  </a:lnTo>
                  <a:close/>
                  <a:moveTo>
                    <a:pt x="823972" y="162538"/>
                  </a:moveTo>
                  <a:lnTo>
                    <a:pt x="823170" y="168397"/>
                  </a:lnTo>
                  <a:lnTo>
                    <a:pt x="828721" y="165810"/>
                  </a:lnTo>
                  <a:close/>
                  <a:moveTo>
                    <a:pt x="827137" y="131641"/>
                  </a:moveTo>
                  <a:lnTo>
                    <a:pt x="828721" y="165810"/>
                  </a:lnTo>
                  <a:lnTo>
                    <a:pt x="856202" y="151213"/>
                  </a:lnTo>
                  <a:close/>
                  <a:moveTo>
                    <a:pt x="827137" y="131641"/>
                  </a:moveTo>
                  <a:lnTo>
                    <a:pt x="856202" y="151213"/>
                  </a:lnTo>
                  <a:lnTo>
                    <a:pt x="858148" y="114458"/>
                  </a:lnTo>
                  <a:close/>
                  <a:moveTo>
                    <a:pt x="877650" y="187968"/>
                  </a:moveTo>
                  <a:lnTo>
                    <a:pt x="900273" y="179475"/>
                  </a:lnTo>
                  <a:lnTo>
                    <a:pt x="891229" y="134030"/>
                  </a:lnTo>
                  <a:close/>
                  <a:moveTo>
                    <a:pt x="856202" y="151213"/>
                  </a:moveTo>
                  <a:lnTo>
                    <a:pt x="877650" y="187968"/>
                  </a:lnTo>
                  <a:lnTo>
                    <a:pt x="891229" y="134030"/>
                  </a:lnTo>
                  <a:close/>
                  <a:moveTo>
                    <a:pt x="858148" y="114458"/>
                  </a:moveTo>
                  <a:lnTo>
                    <a:pt x="895217" y="111916"/>
                  </a:lnTo>
                  <a:lnTo>
                    <a:pt x="883319" y="103764"/>
                  </a:lnTo>
                  <a:close/>
                  <a:moveTo>
                    <a:pt x="891229" y="134030"/>
                  </a:moveTo>
                  <a:lnTo>
                    <a:pt x="895217" y="111916"/>
                  </a:lnTo>
                  <a:lnTo>
                    <a:pt x="858148" y="114458"/>
                  </a:lnTo>
                  <a:close/>
                  <a:moveTo>
                    <a:pt x="856202" y="151213"/>
                  </a:moveTo>
                  <a:lnTo>
                    <a:pt x="891229" y="134030"/>
                  </a:lnTo>
                  <a:lnTo>
                    <a:pt x="858148" y="114458"/>
                  </a:lnTo>
                  <a:close/>
                  <a:moveTo>
                    <a:pt x="865553" y="97217"/>
                  </a:moveTo>
                  <a:lnTo>
                    <a:pt x="858148" y="114458"/>
                  </a:lnTo>
                  <a:lnTo>
                    <a:pt x="883319" y="103764"/>
                  </a:lnTo>
                  <a:close/>
                  <a:moveTo>
                    <a:pt x="874359" y="77703"/>
                  </a:moveTo>
                  <a:lnTo>
                    <a:pt x="883319" y="103764"/>
                  </a:lnTo>
                  <a:lnTo>
                    <a:pt x="896499" y="97275"/>
                  </a:lnTo>
                  <a:close/>
                  <a:moveTo>
                    <a:pt x="883319" y="103764"/>
                  </a:moveTo>
                  <a:lnTo>
                    <a:pt x="895217" y="111916"/>
                  </a:lnTo>
                  <a:lnTo>
                    <a:pt x="896499" y="97275"/>
                  </a:lnTo>
                  <a:close/>
                  <a:moveTo>
                    <a:pt x="907695" y="128694"/>
                  </a:moveTo>
                  <a:lnTo>
                    <a:pt x="954920" y="114354"/>
                  </a:lnTo>
                  <a:lnTo>
                    <a:pt x="896499" y="97275"/>
                  </a:lnTo>
                  <a:close/>
                  <a:moveTo>
                    <a:pt x="896499" y="97275"/>
                  </a:moveTo>
                  <a:lnTo>
                    <a:pt x="954920" y="114354"/>
                  </a:lnTo>
                  <a:lnTo>
                    <a:pt x="929325" y="80092"/>
                  </a:lnTo>
                  <a:close/>
                  <a:moveTo>
                    <a:pt x="896499" y="97275"/>
                  </a:moveTo>
                  <a:lnTo>
                    <a:pt x="895217" y="111916"/>
                  </a:lnTo>
                  <a:lnTo>
                    <a:pt x="907695" y="128694"/>
                  </a:lnTo>
                  <a:close/>
                  <a:moveTo>
                    <a:pt x="899804" y="60520"/>
                  </a:moveTo>
                  <a:lnTo>
                    <a:pt x="896499" y="97275"/>
                  </a:lnTo>
                  <a:lnTo>
                    <a:pt x="929325" y="80092"/>
                  </a:lnTo>
                  <a:close/>
                  <a:moveTo>
                    <a:pt x="899804" y="60520"/>
                  </a:moveTo>
                  <a:lnTo>
                    <a:pt x="929325" y="80092"/>
                  </a:lnTo>
                  <a:lnTo>
                    <a:pt x="933833" y="43336"/>
                  </a:lnTo>
                  <a:close/>
                  <a:moveTo>
                    <a:pt x="933833" y="43336"/>
                  </a:moveTo>
                  <a:lnTo>
                    <a:pt x="934720" y="38829"/>
                  </a:lnTo>
                  <a:lnTo>
                    <a:pt x="898916" y="23765"/>
                  </a:lnTo>
                  <a:close/>
                  <a:moveTo>
                    <a:pt x="899804" y="60520"/>
                  </a:moveTo>
                  <a:lnTo>
                    <a:pt x="933833" y="43336"/>
                  </a:lnTo>
                  <a:lnTo>
                    <a:pt x="898916" y="23765"/>
                  </a:lnTo>
                  <a:close/>
                  <a:moveTo>
                    <a:pt x="933833" y="43336"/>
                  </a:moveTo>
                  <a:lnTo>
                    <a:pt x="954743" y="72785"/>
                  </a:lnTo>
                  <a:lnTo>
                    <a:pt x="937344" y="42184"/>
                  </a:lnTo>
                  <a:close/>
                  <a:moveTo>
                    <a:pt x="933833" y="43336"/>
                  </a:moveTo>
                  <a:lnTo>
                    <a:pt x="929325" y="80092"/>
                  </a:lnTo>
                  <a:lnTo>
                    <a:pt x="954743" y="72785"/>
                  </a:lnTo>
                  <a:close/>
                  <a:moveTo>
                    <a:pt x="954743" y="72785"/>
                  </a:moveTo>
                  <a:lnTo>
                    <a:pt x="984090" y="31268"/>
                  </a:lnTo>
                  <a:lnTo>
                    <a:pt x="937344" y="42184"/>
                  </a:lnTo>
                  <a:close/>
                  <a:moveTo>
                    <a:pt x="934720" y="38829"/>
                  </a:moveTo>
                  <a:lnTo>
                    <a:pt x="933833" y="43336"/>
                  </a:lnTo>
                  <a:lnTo>
                    <a:pt x="937344" y="42184"/>
                  </a:lnTo>
                  <a:close/>
                  <a:moveTo>
                    <a:pt x="937344" y="42184"/>
                  </a:moveTo>
                  <a:lnTo>
                    <a:pt x="942783" y="6582"/>
                  </a:lnTo>
                  <a:lnTo>
                    <a:pt x="934720" y="38829"/>
                  </a:lnTo>
                  <a:close/>
                  <a:moveTo>
                    <a:pt x="967510" y="0"/>
                  </a:moveTo>
                  <a:lnTo>
                    <a:pt x="942783" y="6582"/>
                  </a:lnTo>
                  <a:lnTo>
                    <a:pt x="937344" y="42184"/>
                  </a:lnTo>
                  <a:close/>
                  <a:moveTo>
                    <a:pt x="984090" y="31268"/>
                  </a:moveTo>
                  <a:lnTo>
                    <a:pt x="967510" y="0"/>
                  </a:lnTo>
                  <a:lnTo>
                    <a:pt x="937344" y="4218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46" name="Input_density__185">
              <a:extLst>
                <a:ext uri="{FF2B5EF4-FFF2-40B4-BE49-F238E27FC236}">
                  <a16:creationId xmlns:a16="http://schemas.microsoft.com/office/drawing/2014/main" id="{6FA741EE-0BB1-648D-D0D4-AA2AF8BAF5E9}"/>
                </a:ext>
              </a:extLst>
            </p:cNvPr>
            <p:cNvSpPr>
              <a:spLocks noGrp="1"/>
            </p:cNvSpPr>
            <p:nvPr/>
          </p:nvSpPr>
          <p:spPr>
            <a:xfrm>
              <a:off x="581036" y="1913025"/>
              <a:ext cx="1023418" cy="482041"/>
            </a:xfrm>
            <a:custGeom>
              <a:avLst/>
              <a:gdLst/>
              <a:ahLst/>
              <a:cxnLst/>
              <a:rect l="0" t="0" r="0" b="0"/>
              <a:pathLst>
                <a:path w="1023418" h="482041">
                  <a:moveTo>
                    <a:pt x="60968" y="341650"/>
                  </a:moveTo>
                  <a:lnTo>
                    <a:pt x="92043" y="330244"/>
                  </a:lnTo>
                  <a:lnTo>
                    <a:pt x="76803" y="336993"/>
                  </a:lnTo>
                  <a:close/>
                  <a:moveTo>
                    <a:pt x="0" y="270626"/>
                  </a:moveTo>
                  <a:lnTo>
                    <a:pt x="33378" y="270845"/>
                  </a:lnTo>
                  <a:lnTo>
                    <a:pt x="4452" y="271014"/>
                  </a:lnTo>
                  <a:close/>
                  <a:moveTo>
                    <a:pt x="318387" y="224756"/>
                  </a:moveTo>
                  <a:lnTo>
                    <a:pt x="329597" y="246066"/>
                  </a:lnTo>
                  <a:lnTo>
                    <a:pt x="325636" y="241939"/>
                  </a:lnTo>
                  <a:close/>
                  <a:moveTo>
                    <a:pt x="317348" y="228640"/>
                  </a:moveTo>
                  <a:lnTo>
                    <a:pt x="316846" y="269067"/>
                  </a:lnTo>
                  <a:lnTo>
                    <a:pt x="318387" y="224756"/>
                  </a:lnTo>
                  <a:close/>
                  <a:moveTo>
                    <a:pt x="299422" y="161614"/>
                  </a:moveTo>
                  <a:lnTo>
                    <a:pt x="317943" y="188001"/>
                  </a:lnTo>
                  <a:lnTo>
                    <a:pt x="293448" y="153848"/>
                  </a:lnTo>
                  <a:close/>
                  <a:moveTo>
                    <a:pt x="577508" y="482041"/>
                  </a:moveTo>
                  <a:lnTo>
                    <a:pt x="591874" y="476486"/>
                  </a:lnTo>
                  <a:lnTo>
                    <a:pt x="548006" y="468150"/>
                  </a:lnTo>
                  <a:close/>
                  <a:moveTo>
                    <a:pt x="548006" y="468150"/>
                  </a:moveTo>
                  <a:lnTo>
                    <a:pt x="591874" y="476486"/>
                  </a:lnTo>
                  <a:lnTo>
                    <a:pt x="603124" y="453442"/>
                  </a:lnTo>
                  <a:close/>
                  <a:moveTo>
                    <a:pt x="611031" y="416164"/>
                  </a:moveTo>
                  <a:lnTo>
                    <a:pt x="603124" y="453442"/>
                  </a:lnTo>
                  <a:lnTo>
                    <a:pt x="611163" y="428102"/>
                  </a:lnTo>
                  <a:close/>
                  <a:moveTo>
                    <a:pt x="615939" y="405145"/>
                  </a:moveTo>
                  <a:lnTo>
                    <a:pt x="611031" y="416164"/>
                  </a:lnTo>
                  <a:lnTo>
                    <a:pt x="641518" y="376205"/>
                  </a:lnTo>
                  <a:close/>
                  <a:moveTo>
                    <a:pt x="606656" y="410919"/>
                  </a:moveTo>
                  <a:lnTo>
                    <a:pt x="611031" y="416164"/>
                  </a:lnTo>
                  <a:lnTo>
                    <a:pt x="615939" y="405145"/>
                  </a:lnTo>
                  <a:close/>
                  <a:moveTo>
                    <a:pt x="546611" y="300654"/>
                  </a:moveTo>
                  <a:lnTo>
                    <a:pt x="522096" y="303437"/>
                  </a:lnTo>
                  <a:lnTo>
                    <a:pt x="518607" y="302886"/>
                  </a:lnTo>
                  <a:close/>
                  <a:moveTo>
                    <a:pt x="641518" y="376205"/>
                  </a:moveTo>
                  <a:lnTo>
                    <a:pt x="647912" y="368522"/>
                  </a:lnTo>
                  <a:lnTo>
                    <a:pt x="632598" y="371223"/>
                  </a:lnTo>
                  <a:close/>
                  <a:moveTo>
                    <a:pt x="615939" y="405145"/>
                  </a:moveTo>
                  <a:lnTo>
                    <a:pt x="641518" y="376205"/>
                  </a:lnTo>
                  <a:lnTo>
                    <a:pt x="632598" y="371223"/>
                  </a:lnTo>
                  <a:close/>
                  <a:moveTo>
                    <a:pt x="671532" y="356981"/>
                  </a:moveTo>
                  <a:lnTo>
                    <a:pt x="701783" y="396561"/>
                  </a:lnTo>
                  <a:lnTo>
                    <a:pt x="696824" y="393736"/>
                  </a:lnTo>
                  <a:close/>
                  <a:moveTo>
                    <a:pt x="641518" y="376205"/>
                  </a:moveTo>
                  <a:lnTo>
                    <a:pt x="701783" y="396561"/>
                  </a:lnTo>
                  <a:lnTo>
                    <a:pt x="671532" y="356981"/>
                  </a:lnTo>
                  <a:close/>
                  <a:moveTo>
                    <a:pt x="701292" y="352213"/>
                  </a:moveTo>
                  <a:lnTo>
                    <a:pt x="714877" y="385916"/>
                  </a:lnTo>
                  <a:lnTo>
                    <a:pt x="708481" y="393736"/>
                  </a:lnTo>
                  <a:close/>
                  <a:moveTo>
                    <a:pt x="804370" y="54106"/>
                  </a:moveTo>
                  <a:lnTo>
                    <a:pt x="784978" y="87531"/>
                  </a:lnTo>
                  <a:lnTo>
                    <a:pt x="802462" y="100405"/>
                  </a:lnTo>
                  <a:close/>
                  <a:moveTo>
                    <a:pt x="836285" y="50534"/>
                  </a:moveTo>
                  <a:lnTo>
                    <a:pt x="838512" y="53438"/>
                  </a:lnTo>
                  <a:lnTo>
                    <a:pt x="842439" y="51862"/>
                  </a:lnTo>
                  <a:close/>
                  <a:moveTo>
                    <a:pt x="820188" y="64878"/>
                  </a:moveTo>
                  <a:lnTo>
                    <a:pt x="836285" y="50534"/>
                  </a:lnTo>
                  <a:lnTo>
                    <a:pt x="807199" y="44680"/>
                  </a:lnTo>
                  <a:close/>
                  <a:moveTo>
                    <a:pt x="807199" y="44680"/>
                  </a:moveTo>
                  <a:lnTo>
                    <a:pt x="804370" y="54106"/>
                  </a:lnTo>
                  <a:lnTo>
                    <a:pt x="820188" y="64878"/>
                  </a:lnTo>
                  <a:close/>
                  <a:moveTo>
                    <a:pt x="856720" y="33351"/>
                  </a:moveTo>
                  <a:lnTo>
                    <a:pt x="836285" y="50534"/>
                  </a:lnTo>
                  <a:lnTo>
                    <a:pt x="842439" y="51862"/>
                  </a:lnTo>
                  <a:close/>
                  <a:moveTo>
                    <a:pt x="842439" y="51862"/>
                  </a:moveTo>
                  <a:lnTo>
                    <a:pt x="875533" y="51017"/>
                  </a:lnTo>
                  <a:lnTo>
                    <a:pt x="899643" y="44953"/>
                  </a:lnTo>
                  <a:close/>
                  <a:moveTo>
                    <a:pt x="899643" y="44953"/>
                  </a:moveTo>
                  <a:lnTo>
                    <a:pt x="875533" y="51017"/>
                  </a:lnTo>
                  <a:lnTo>
                    <a:pt x="936183" y="56994"/>
                  </a:lnTo>
                  <a:close/>
                  <a:moveTo>
                    <a:pt x="958003" y="42367"/>
                  </a:moveTo>
                  <a:lnTo>
                    <a:pt x="936183" y="56994"/>
                  </a:lnTo>
                  <a:lnTo>
                    <a:pt x="991698" y="43769"/>
                  </a:lnTo>
                  <a:close/>
                  <a:moveTo>
                    <a:pt x="1023418" y="11466"/>
                  </a:moveTo>
                  <a:lnTo>
                    <a:pt x="1004201" y="0"/>
                  </a:lnTo>
                  <a:lnTo>
                    <a:pt x="991698" y="4376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47" name="Input_density__186">
              <a:extLst>
                <a:ext uri="{FF2B5EF4-FFF2-40B4-BE49-F238E27FC236}">
                  <a16:creationId xmlns:a16="http://schemas.microsoft.com/office/drawing/2014/main" id="{45515ED0-F7D4-B3DF-94FE-04A84E4E0EF7}"/>
                </a:ext>
              </a:extLst>
            </p:cNvPr>
            <p:cNvSpPr>
              <a:spLocks noGrp="1"/>
            </p:cNvSpPr>
            <p:nvPr/>
          </p:nvSpPr>
          <p:spPr>
            <a:xfrm>
              <a:off x="585488" y="1967132"/>
              <a:ext cx="809372" cy="345439"/>
            </a:xfrm>
            <a:custGeom>
              <a:avLst/>
              <a:gdLst/>
              <a:ahLst/>
              <a:cxnLst/>
              <a:rect l="0" t="0" r="0" b="0"/>
              <a:pathLst>
                <a:path w="809372" h="345439">
                  <a:moveTo>
                    <a:pt x="28926" y="216738"/>
                  </a:moveTo>
                  <a:lnTo>
                    <a:pt x="37541" y="213475"/>
                  </a:lnTo>
                  <a:lnTo>
                    <a:pt x="0" y="216907"/>
                  </a:lnTo>
                  <a:close/>
                  <a:moveTo>
                    <a:pt x="60938" y="104960"/>
                  </a:moveTo>
                  <a:lnTo>
                    <a:pt x="60321" y="111935"/>
                  </a:lnTo>
                  <a:lnTo>
                    <a:pt x="71560" y="87516"/>
                  </a:lnTo>
                  <a:close/>
                  <a:moveTo>
                    <a:pt x="676628" y="345439"/>
                  </a:moveTo>
                  <a:lnTo>
                    <a:pt x="697331" y="342455"/>
                  </a:lnTo>
                  <a:lnTo>
                    <a:pt x="637066" y="322099"/>
                  </a:lnTo>
                  <a:close/>
                  <a:moveTo>
                    <a:pt x="704029" y="339629"/>
                  </a:moveTo>
                  <a:lnTo>
                    <a:pt x="697331" y="342455"/>
                  </a:lnTo>
                  <a:lnTo>
                    <a:pt x="705316" y="302874"/>
                  </a:lnTo>
                  <a:close/>
                  <a:moveTo>
                    <a:pt x="667079" y="302874"/>
                  </a:moveTo>
                  <a:lnTo>
                    <a:pt x="692371" y="339629"/>
                  </a:lnTo>
                  <a:lnTo>
                    <a:pt x="710424" y="331810"/>
                  </a:lnTo>
                  <a:close/>
                  <a:moveTo>
                    <a:pt x="800067" y="50366"/>
                  </a:moveTo>
                  <a:lnTo>
                    <a:pt x="799918" y="0"/>
                  </a:lnTo>
                  <a:lnTo>
                    <a:pt x="798010" y="46298"/>
                  </a:lnTo>
                  <a:close/>
                  <a:moveTo>
                    <a:pt x="809372" y="13611"/>
                  </a:moveTo>
                  <a:lnTo>
                    <a:pt x="799918" y="0"/>
                  </a:lnTo>
                  <a:lnTo>
                    <a:pt x="800067" y="5036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48" name="Input_density__187">
              <a:extLst>
                <a:ext uri="{FF2B5EF4-FFF2-40B4-BE49-F238E27FC236}">
                  <a16:creationId xmlns:a16="http://schemas.microsoft.com/office/drawing/2014/main" id="{88695647-59D9-EF93-FF39-B32C37371ED1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40897"/>
              <a:ext cx="841465" cy="431394"/>
            </a:xfrm>
            <a:custGeom>
              <a:avLst/>
              <a:gdLst/>
              <a:ahLst/>
              <a:cxnLst/>
              <a:rect l="0" t="0" r="0" b="0"/>
              <a:pathLst>
                <a:path w="841465" h="431394">
                  <a:moveTo>
                    <a:pt x="38804" y="302373"/>
                  </a:moveTo>
                  <a:lnTo>
                    <a:pt x="32473" y="313779"/>
                  </a:lnTo>
                  <a:lnTo>
                    <a:pt x="48308" y="309122"/>
                  </a:lnTo>
                  <a:close/>
                  <a:moveTo>
                    <a:pt x="36923" y="294922"/>
                  </a:moveTo>
                  <a:lnTo>
                    <a:pt x="27685" y="290584"/>
                  </a:lnTo>
                  <a:lnTo>
                    <a:pt x="48308" y="309122"/>
                  </a:lnTo>
                  <a:close/>
                  <a:moveTo>
                    <a:pt x="38804" y="302373"/>
                  </a:moveTo>
                  <a:lnTo>
                    <a:pt x="27685" y="290584"/>
                  </a:lnTo>
                  <a:lnTo>
                    <a:pt x="4058" y="265045"/>
                  </a:lnTo>
                  <a:close/>
                  <a:moveTo>
                    <a:pt x="0" y="248435"/>
                  </a:moveTo>
                  <a:lnTo>
                    <a:pt x="2114" y="260988"/>
                  </a:lnTo>
                  <a:lnTo>
                    <a:pt x="4058" y="265045"/>
                  </a:lnTo>
                  <a:close/>
                  <a:moveTo>
                    <a:pt x="122630" y="321944"/>
                  </a:moveTo>
                  <a:lnTo>
                    <a:pt x="150519" y="345911"/>
                  </a:lnTo>
                  <a:lnTo>
                    <a:pt x="113519" y="319725"/>
                  </a:lnTo>
                  <a:close/>
                  <a:moveTo>
                    <a:pt x="196627" y="297516"/>
                  </a:moveTo>
                  <a:lnTo>
                    <a:pt x="200248" y="258646"/>
                  </a:lnTo>
                  <a:lnTo>
                    <a:pt x="193951" y="304761"/>
                  </a:lnTo>
                  <a:close/>
                  <a:moveTo>
                    <a:pt x="184616" y="250823"/>
                  </a:moveTo>
                  <a:lnTo>
                    <a:pt x="217876" y="280756"/>
                  </a:lnTo>
                  <a:lnTo>
                    <a:pt x="193951" y="304761"/>
                  </a:lnTo>
                  <a:close/>
                  <a:moveTo>
                    <a:pt x="254759" y="241417"/>
                  </a:moveTo>
                  <a:lnTo>
                    <a:pt x="250980" y="287578"/>
                  </a:lnTo>
                  <a:lnTo>
                    <a:pt x="231124" y="234080"/>
                  </a:lnTo>
                  <a:close/>
                  <a:moveTo>
                    <a:pt x="253270" y="287375"/>
                  </a:moveTo>
                  <a:lnTo>
                    <a:pt x="250980" y="287578"/>
                  </a:lnTo>
                  <a:lnTo>
                    <a:pt x="254759" y="241417"/>
                  </a:lnTo>
                  <a:close/>
                  <a:moveTo>
                    <a:pt x="288854" y="200768"/>
                  </a:moveTo>
                  <a:lnTo>
                    <a:pt x="254759" y="241417"/>
                  </a:lnTo>
                  <a:lnTo>
                    <a:pt x="238673" y="233937"/>
                  </a:lnTo>
                  <a:close/>
                  <a:moveTo>
                    <a:pt x="542868" y="431394"/>
                  </a:moveTo>
                  <a:lnTo>
                    <a:pt x="574630" y="425571"/>
                  </a:lnTo>
                  <a:lnTo>
                    <a:pt x="561358" y="404321"/>
                  </a:lnTo>
                  <a:close/>
                  <a:moveTo>
                    <a:pt x="569501" y="371802"/>
                  </a:moveTo>
                  <a:lnTo>
                    <a:pt x="561358" y="404321"/>
                  </a:lnTo>
                  <a:lnTo>
                    <a:pt x="578161" y="383048"/>
                  </a:lnTo>
                  <a:close/>
                  <a:moveTo>
                    <a:pt x="569331" y="337920"/>
                  </a:moveTo>
                  <a:lnTo>
                    <a:pt x="578161" y="383048"/>
                  </a:lnTo>
                  <a:lnTo>
                    <a:pt x="587444" y="377274"/>
                  </a:lnTo>
                  <a:close/>
                  <a:moveTo>
                    <a:pt x="610675" y="320670"/>
                  </a:moveTo>
                  <a:lnTo>
                    <a:pt x="604103" y="343351"/>
                  </a:lnTo>
                  <a:lnTo>
                    <a:pt x="627828" y="329109"/>
                  </a:lnTo>
                  <a:close/>
                  <a:moveTo>
                    <a:pt x="610675" y="320670"/>
                  </a:moveTo>
                  <a:lnTo>
                    <a:pt x="632312" y="324242"/>
                  </a:lnTo>
                  <a:lnTo>
                    <a:pt x="614202" y="284902"/>
                  </a:lnTo>
                  <a:close/>
                  <a:moveTo>
                    <a:pt x="540002" y="74213"/>
                  </a:moveTo>
                  <a:lnTo>
                    <a:pt x="522730" y="91396"/>
                  </a:lnTo>
                  <a:lnTo>
                    <a:pt x="544809" y="53820"/>
                  </a:lnTo>
                  <a:close/>
                  <a:moveTo>
                    <a:pt x="599861" y="38865"/>
                  </a:moveTo>
                  <a:lnTo>
                    <a:pt x="567934" y="59847"/>
                  </a:lnTo>
                  <a:lnTo>
                    <a:pt x="544809" y="53820"/>
                  </a:lnTo>
                  <a:close/>
                  <a:moveTo>
                    <a:pt x="656837" y="39846"/>
                  </a:moveTo>
                  <a:lnTo>
                    <a:pt x="638276" y="57917"/>
                  </a:lnTo>
                  <a:lnTo>
                    <a:pt x="660064" y="43169"/>
                  </a:lnTo>
                  <a:close/>
                  <a:moveTo>
                    <a:pt x="656837" y="39846"/>
                  </a:moveTo>
                  <a:lnTo>
                    <a:pt x="637101" y="57029"/>
                  </a:lnTo>
                  <a:lnTo>
                    <a:pt x="638276" y="57917"/>
                  </a:lnTo>
                  <a:close/>
                  <a:moveTo>
                    <a:pt x="637101" y="57029"/>
                  </a:moveTo>
                  <a:lnTo>
                    <a:pt x="656837" y="39846"/>
                  </a:lnTo>
                  <a:lnTo>
                    <a:pt x="599861" y="38865"/>
                  </a:lnTo>
                  <a:close/>
                  <a:moveTo>
                    <a:pt x="656837" y="39846"/>
                  </a:moveTo>
                  <a:lnTo>
                    <a:pt x="624040" y="33058"/>
                  </a:lnTo>
                  <a:lnTo>
                    <a:pt x="599861" y="38865"/>
                  </a:lnTo>
                  <a:close/>
                  <a:moveTo>
                    <a:pt x="763613" y="98610"/>
                  </a:moveTo>
                  <a:lnTo>
                    <a:pt x="756483" y="59660"/>
                  </a:lnTo>
                  <a:lnTo>
                    <a:pt x="764440" y="96173"/>
                  </a:lnTo>
                  <a:close/>
                  <a:moveTo>
                    <a:pt x="828226" y="5479"/>
                  </a:moveTo>
                  <a:lnTo>
                    <a:pt x="835900" y="9871"/>
                  </a:lnTo>
                  <a:lnTo>
                    <a:pt x="841465" y="0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49" name="Input_density__188">
              <a:extLst>
                <a:ext uri="{FF2B5EF4-FFF2-40B4-BE49-F238E27FC236}">
                  <a16:creationId xmlns:a16="http://schemas.microsoft.com/office/drawing/2014/main" id="{8C872F65-A673-33F5-57E6-8181654DE86E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2436"/>
              <a:ext cx="964101" cy="459854"/>
            </a:xfrm>
            <a:custGeom>
              <a:avLst/>
              <a:gdLst/>
              <a:ahLst/>
              <a:cxnLst/>
              <a:rect l="0" t="0" r="0" b="0"/>
              <a:pathLst>
                <a:path w="964101" h="459854">
                  <a:moveTo>
                    <a:pt x="152035" y="361025"/>
                  </a:moveTo>
                  <a:lnTo>
                    <a:pt x="171508" y="374372"/>
                  </a:lnTo>
                  <a:lnTo>
                    <a:pt x="143619" y="350405"/>
                  </a:lnTo>
                  <a:close/>
                  <a:moveTo>
                    <a:pt x="0" y="257324"/>
                  </a:moveTo>
                  <a:lnTo>
                    <a:pt x="23103" y="289449"/>
                  </a:lnTo>
                  <a:lnTo>
                    <a:pt x="20989" y="276895"/>
                  </a:lnTo>
                  <a:close/>
                  <a:moveTo>
                    <a:pt x="211189" y="398157"/>
                  </a:moveTo>
                  <a:lnTo>
                    <a:pt x="217293" y="379807"/>
                  </a:lnTo>
                  <a:lnTo>
                    <a:pt x="186765" y="387160"/>
                  </a:lnTo>
                  <a:close/>
                  <a:moveTo>
                    <a:pt x="217383" y="334986"/>
                  </a:moveTo>
                  <a:lnTo>
                    <a:pt x="214939" y="333222"/>
                  </a:lnTo>
                  <a:lnTo>
                    <a:pt x="171508" y="374372"/>
                  </a:lnTo>
                  <a:close/>
                  <a:moveTo>
                    <a:pt x="171508" y="374372"/>
                  </a:moveTo>
                  <a:lnTo>
                    <a:pt x="186765" y="387160"/>
                  </a:lnTo>
                  <a:lnTo>
                    <a:pt x="217293" y="379807"/>
                  </a:lnTo>
                  <a:close/>
                  <a:moveTo>
                    <a:pt x="217293" y="379807"/>
                  </a:moveTo>
                  <a:lnTo>
                    <a:pt x="217383" y="334986"/>
                  </a:lnTo>
                  <a:lnTo>
                    <a:pt x="171508" y="374372"/>
                  </a:lnTo>
                  <a:close/>
                  <a:moveTo>
                    <a:pt x="254832" y="376376"/>
                  </a:moveTo>
                  <a:lnTo>
                    <a:pt x="224081" y="333222"/>
                  </a:lnTo>
                  <a:lnTo>
                    <a:pt x="217383" y="334986"/>
                  </a:lnTo>
                  <a:close/>
                  <a:moveTo>
                    <a:pt x="254832" y="376376"/>
                  </a:moveTo>
                  <a:lnTo>
                    <a:pt x="217383" y="334986"/>
                  </a:lnTo>
                  <a:lnTo>
                    <a:pt x="217293" y="379807"/>
                  </a:lnTo>
                  <a:close/>
                  <a:moveTo>
                    <a:pt x="217383" y="334986"/>
                  </a:moveTo>
                  <a:lnTo>
                    <a:pt x="224081" y="333222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17383" y="334986"/>
                  </a:lnTo>
                  <a:lnTo>
                    <a:pt x="217616" y="325977"/>
                  </a:lnTo>
                  <a:close/>
                  <a:moveTo>
                    <a:pt x="214939" y="333222"/>
                  </a:moveTo>
                  <a:lnTo>
                    <a:pt x="221236" y="287107"/>
                  </a:lnTo>
                  <a:lnTo>
                    <a:pt x="205605" y="279284"/>
                  </a:lnTo>
                  <a:close/>
                  <a:moveTo>
                    <a:pt x="273842" y="316174"/>
                  </a:moveTo>
                  <a:lnTo>
                    <a:pt x="224081" y="333222"/>
                  </a:lnTo>
                  <a:lnTo>
                    <a:pt x="259922" y="359579"/>
                  </a:lnTo>
                  <a:close/>
                  <a:moveTo>
                    <a:pt x="224081" y="333222"/>
                  </a:moveTo>
                  <a:lnTo>
                    <a:pt x="273842" y="316174"/>
                  </a:lnTo>
                  <a:lnTo>
                    <a:pt x="221236" y="287107"/>
                  </a:lnTo>
                  <a:close/>
                  <a:moveTo>
                    <a:pt x="224081" y="333222"/>
                  </a:moveTo>
                  <a:lnTo>
                    <a:pt x="221236" y="287107"/>
                  </a:lnTo>
                  <a:lnTo>
                    <a:pt x="217616" y="325977"/>
                  </a:lnTo>
                  <a:close/>
                  <a:moveTo>
                    <a:pt x="307250" y="316102"/>
                  </a:moveTo>
                  <a:lnTo>
                    <a:pt x="273842" y="316174"/>
                  </a:lnTo>
                  <a:lnTo>
                    <a:pt x="259922" y="359579"/>
                  </a:lnTo>
                  <a:close/>
                  <a:moveTo>
                    <a:pt x="178017" y="250408"/>
                  </a:moveTo>
                  <a:lnTo>
                    <a:pt x="205605" y="279284"/>
                  </a:lnTo>
                  <a:lnTo>
                    <a:pt x="221236" y="287107"/>
                  </a:lnTo>
                  <a:close/>
                  <a:moveTo>
                    <a:pt x="147657" y="205774"/>
                  </a:moveTo>
                  <a:lnTo>
                    <a:pt x="156923" y="223635"/>
                  </a:lnTo>
                  <a:lnTo>
                    <a:pt x="155458" y="222957"/>
                  </a:lnTo>
                  <a:close/>
                  <a:moveTo>
                    <a:pt x="225343" y="239021"/>
                  </a:moveTo>
                  <a:lnTo>
                    <a:pt x="275748" y="269878"/>
                  </a:lnTo>
                  <a:lnTo>
                    <a:pt x="253262" y="262100"/>
                  </a:lnTo>
                  <a:close/>
                  <a:moveTo>
                    <a:pt x="232514" y="242529"/>
                  </a:moveTo>
                  <a:lnTo>
                    <a:pt x="275748" y="269878"/>
                  </a:lnTo>
                  <a:lnTo>
                    <a:pt x="225343" y="239021"/>
                  </a:lnTo>
                  <a:close/>
                  <a:moveTo>
                    <a:pt x="259662" y="262397"/>
                  </a:moveTo>
                  <a:lnTo>
                    <a:pt x="275748" y="269878"/>
                  </a:lnTo>
                  <a:lnTo>
                    <a:pt x="232514" y="242529"/>
                  </a:lnTo>
                  <a:close/>
                  <a:moveTo>
                    <a:pt x="209903" y="188590"/>
                  </a:moveTo>
                  <a:lnTo>
                    <a:pt x="207340" y="205774"/>
                  </a:lnTo>
                  <a:lnTo>
                    <a:pt x="229821" y="225345"/>
                  </a:lnTo>
                  <a:close/>
                  <a:moveTo>
                    <a:pt x="209903" y="188590"/>
                  </a:moveTo>
                  <a:lnTo>
                    <a:pt x="207718" y="192765"/>
                  </a:lnTo>
                  <a:lnTo>
                    <a:pt x="207340" y="205774"/>
                  </a:lnTo>
                  <a:close/>
                  <a:moveTo>
                    <a:pt x="216382" y="112065"/>
                  </a:moveTo>
                  <a:lnTo>
                    <a:pt x="268931" y="134652"/>
                  </a:lnTo>
                  <a:lnTo>
                    <a:pt x="271179" y="139351"/>
                  </a:lnTo>
                  <a:close/>
                  <a:moveTo>
                    <a:pt x="182356" y="67892"/>
                  </a:moveTo>
                  <a:lnTo>
                    <a:pt x="141749" y="73816"/>
                  </a:lnTo>
                  <a:lnTo>
                    <a:pt x="177888" y="115080"/>
                  </a:lnTo>
                  <a:close/>
                  <a:moveTo>
                    <a:pt x="183780" y="115080"/>
                  </a:moveTo>
                  <a:lnTo>
                    <a:pt x="216382" y="112065"/>
                  </a:lnTo>
                  <a:lnTo>
                    <a:pt x="182356" y="67892"/>
                  </a:lnTo>
                  <a:close/>
                  <a:moveTo>
                    <a:pt x="561531" y="411508"/>
                  </a:moveTo>
                  <a:lnTo>
                    <a:pt x="563856" y="459854"/>
                  </a:lnTo>
                  <a:lnTo>
                    <a:pt x="582347" y="432781"/>
                  </a:lnTo>
                  <a:close/>
                  <a:moveTo>
                    <a:pt x="561531" y="411508"/>
                  </a:moveTo>
                  <a:lnTo>
                    <a:pt x="582347" y="432781"/>
                  </a:lnTo>
                  <a:lnTo>
                    <a:pt x="590490" y="400263"/>
                  </a:lnTo>
                  <a:close/>
                  <a:moveTo>
                    <a:pt x="590490" y="400263"/>
                  </a:moveTo>
                  <a:lnTo>
                    <a:pt x="599150" y="411508"/>
                  </a:lnTo>
                  <a:lnTo>
                    <a:pt x="590319" y="366380"/>
                  </a:lnTo>
                  <a:close/>
                  <a:moveTo>
                    <a:pt x="590319" y="366380"/>
                  </a:moveTo>
                  <a:lnTo>
                    <a:pt x="608433" y="405735"/>
                  </a:lnTo>
                  <a:lnTo>
                    <a:pt x="625092" y="371812"/>
                  </a:lnTo>
                  <a:close/>
                  <a:moveTo>
                    <a:pt x="631663" y="349131"/>
                  </a:moveTo>
                  <a:lnTo>
                    <a:pt x="590319" y="366380"/>
                  </a:lnTo>
                  <a:lnTo>
                    <a:pt x="625092" y="371812"/>
                  </a:lnTo>
                  <a:close/>
                  <a:moveTo>
                    <a:pt x="635191" y="313362"/>
                  </a:moveTo>
                  <a:lnTo>
                    <a:pt x="600282" y="307419"/>
                  </a:lnTo>
                  <a:lnTo>
                    <a:pt x="582814" y="320815"/>
                  </a:lnTo>
                  <a:close/>
                  <a:moveTo>
                    <a:pt x="635191" y="313362"/>
                  </a:moveTo>
                  <a:lnTo>
                    <a:pt x="655014" y="312488"/>
                  </a:lnTo>
                  <a:lnTo>
                    <a:pt x="639355" y="303632"/>
                  </a:lnTo>
                  <a:close/>
                  <a:moveTo>
                    <a:pt x="635191" y="313362"/>
                  </a:moveTo>
                  <a:lnTo>
                    <a:pt x="653300" y="352703"/>
                  </a:lnTo>
                  <a:lnTo>
                    <a:pt x="655014" y="312488"/>
                  </a:lnTo>
                  <a:close/>
                  <a:moveTo>
                    <a:pt x="648817" y="357570"/>
                  </a:moveTo>
                  <a:lnTo>
                    <a:pt x="653300" y="352703"/>
                  </a:lnTo>
                  <a:lnTo>
                    <a:pt x="631663" y="349131"/>
                  </a:lnTo>
                  <a:close/>
                  <a:moveTo>
                    <a:pt x="582814" y="320815"/>
                  </a:moveTo>
                  <a:lnTo>
                    <a:pt x="597748" y="304868"/>
                  </a:lnTo>
                  <a:lnTo>
                    <a:pt x="629307" y="291363"/>
                  </a:lnTo>
                  <a:close/>
                  <a:moveTo>
                    <a:pt x="629307" y="291363"/>
                  </a:moveTo>
                  <a:lnTo>
                    <a:pt x="610459" y="276875"/>
                  </a:lnTo>
                  <a:lnTo>
                    <a:pt x="582322" y="284060"/>
                  </a:lnTo>
                  <a:close/>
                  <a:moveTo>
                    <a:pt x="629307" y="291363"/>
                  </a:moveTo>
                  <a:lnTo>
                    <a:pt x="639355" y="303632"/>
                  </a:lnTo>
                  <a:lnTo>
                    <a:pt x="610459" y="276875"/>
                  </a:lnTo>
                  <a:close/>
                  <a:moveTo>
                    <a:pt x="639355" y="303632"/>
                  </a:moveTo>
                  <a:lnTo>
                    <a:pt x="655014" y="312488"/>
                  </a:lnTo>
                  <a:lnTo>
                    <a:pt x="610459" y="276875"/>
                  </a:lnTo>
                  <a:close/>
                  <a:moveTo>
                    <a:pt x="635191" y="313362"/>
                  </a:moveTo>
                  <a:lnTo>
                    <a:pt x="639355" y="303632"/>
                  </a:lnTo>
                  <a:lnTo>
                    <a:pt x="638254" y="299026"/>
                  </a:lnTo>
                  <a:close/>
                  <a:moveTo>
                    <a:pt x="638254" y="299026"/>
                  </a:moveTo>
                  <a:lnTo>
                    <a:pt x="639355" y="303632"/>
                  </a:lnTo>
                  <a:lnTo>
                    <a:pt x="629307" y="291363"/>
                  </a:lnTo>
                  <a:close/>
                  <a:moveTo>
                    <a:pt x="598800" y="102673"/>
                  </a:moveTo>
                  <a:lnTo>
                    <a:pt x="606332" y="101242"/>
                  </a:lnTo>
                  <a:lnTo>
                    <a:pt x="620849" y="67326"/>
                  </a:lnTo>
                  <a:close/>
                  <a:moveTo>
                    <a:pt x="565798" y="82281"/>
                  </a:moveTo>
                  <a:lnTo>
                    <a:pt x="598800" y="102673"/>
                  </a:lnTo>
                  <a:lnTo>
                    <a:pt x="620849" y="67326"/>
                  </a:lnTo>
                  <a:close/>
                  <a:moveTo>
                    <a:pt x="606332" y="101242"/>
                  </a:moveTo>
                  <a:lnTo>
                    <a:pt x="658090" y="85490"/>
                  </a:lnTo>
                  <a:lnTo>
                    <a:pt x="620849" y="67326"/>
                  </a:lnTo>
                  <a:close/>
                  <a:moveTo>
                    <a:pt x="699891" y="113698"/>
                  </a:moveTo>
                  <a:lnTo>
                    <a:pt x="701188" y="105062"/>
                  </a:lnTo>
                  <a:lnTo>
                    <a:pt x="681052" y="71629"/>
                  </a:lnTo>
                  <a:close/>
                  <a:moveTo>
                    <a:pt x="699891" y="113698"/>
                  </a:moveTo>
                  <a:lnTo>
                    <a:pt x="681052" y="71629"/>
                  </a:lnTo>
                  <a:lnTo>
                    <a:pt x="659264" y="86377"/>
                  </a:lnTo>
                  <a:close/>
                  <a:moveTo>
                    <a:pt x="777472" y="88120"/>
                  </a:moveTo>
                  <a:lnTo>
                    <a:pt x="774606" y="87878"/>
                  </a:lnTo>
                  <a:lnTo>
                    <a:pt x="785429" y="124633"/>
                  </a:lnTo>
                  <a:close/>
                  <a:moveTo>
                    <a:pt x="787692" y="51123"/>
                  </a:moveTo>
                  <a:lnTo>
                    <a:pt x="776789" y="84211"/>
                  </a:lnTo>
                  <a:lnTo>
                    <a:pt x="796864" y="54696"/>
                  </a:lnTo>
                  <a:close/>
                  <a:moveTo>
                    <a:pt x="796864" y="54696"/>
                  </a:moveTo>
                  <a:lnTo>
                    <a:pt x="776789" y="84211"/>
                  </a:lnTo>
                  <a:lnTo>
                    <a:pt x="777472" y="88120"/>
                  </a:lnTo>
                  <a:close/>
                  <a:moveTo>
                    <a:pt x="874787" y="9040"/>
                  </a:moveTo>
                  <a:lnTo>
                    <a:pt x="849214" y="33940"/>
                  </a:lnTo>
                  <a:lnTo>
                    <a:pt x="862454" y="28461"/>
                  </a:lnTo>
                  <a:close/>
                  <a:moveTo>
                    <a:pt x="856888" y="38331"/>
                  </a:moveTo>
                  <a:lnTo>
                    <a:pt x="888464" y="16757"/>
                  </a:lnTo>
                  <a:lnTo>
                    <a:pt x="862454" y="28461"/>
                  </a:lnTo>
                  <a:close/>
                  <a:moveTo>
                    <a:pt x="913562" y="29437"/>
                  </a:moveTo>
                  <a:lnTo>
                    <a:pt x="888464" y="16757"/>
                  </a:lnTo>
                  <a:lnTo>
                    <a:pt x="856888" y="38331"/>
                  </a:lnTo>
                  <a:close/>
                  <a:moveTo>
                    <a:pt x="964101" y="0"/>
                  </a:moveTo>
                  <a:lnTo>
                    <a:pt x="913562" y="29437"/>
                  </a:lnTo>
                  <a:lnTo>
                    <a:pt x="950497" y="42956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50" name="Input_density__189">
              <a:extLst>
                <a:ext uri="{FF2B5EF4-FFF2-40B4-BE49-F238E27FC236}">
                  <a16:creationId xmlns:a16="http://schemas.microsoft.com/office/drawing/2014/main" id="{14081BA7-A32A-D2A6-2BAC-C74CEE477B84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875254"/>
              <a:ext cx="1019093" cy="497036"/>
            </a:xfrm>
            <a:custGeom>
              <a:avLst/>
              <a:gdLst/>
              <a:ahLst/>
              <a:cxnLst/>
              <a:rect l="0" t="0" r="0" b="0"/>
              <a:pathLst>
                <a:path w="1019093" h="497036">
                  <a:moveTo>
                    <a:pt x="193905" y="411554"/>
                  </a:moveTo>
                  <a:lnTo>
                    <a:pt x="174432" y="398207"/>
                  </a:lnTo>
                  <a:lnTo>
                    <a:pt x="209162" y="424342"/>
                  </a:lnTo>
                  <a:close/>
                  <a:moveTo>
                    <a:pt x="0" y="257750"/>
                  </a:moveTo>
                  <a:lnTo>
                    <a:pt x="22397" y="294505"/>
                  </a:lnTo>
                  <a:lnTo>
                    <a:pt x="31110" y="277322"/>
                  </a:lnTo>
                  <a:close/>
                  <a:moveTo>
                    <a:pt x="243634" y="324288"/>
                  </a:moveTo>
                  <a:lnTo>
                    <a:pt x="296239" y="353356"/>
                  </a:lnTo>
                  <a:lnTo>
                    <a:pt x="282676" y="319635"/>
                  </a:lnTo>
                  <a:close/>
                  <a:moveTo>
                    <a:pt x="329648" y="353284"/>
                  </a:moveTo>
                  <a:lnTo>
                    <a:pt x="282676" y="319635"/>
                  </a:lnTo>
                  <a:lnTo>
                    <a:pt x="296239" y="353356"/>
                  </a:lnTo>
                  <a:close/>
                  <a:moveTo>
                    <a:pt x="218174" y="309876"/>
                  </a:moveTo>
                  <a:lnTo>
                    <a:pt x="228002" y="316465"/>
                  </a:lnTo>
                  <a:lnTo>
                    <a:pt x="200414" y="287590"/>
                  </a:lnTo>
                  <a:close/>
                  <a:moveTo>
                    <a:pt x="200414" y="287590"/>
                  </a:moveTo>
                  <a:lnTo>
                    <a:pt x="243634" y="324288"/>
                  </a:lnTo>
                  <a:lnTo>
                    <a:pt x="226096" y="293799"/>
                  </a:lnTo>
                  <a:close/>
                  <a:moveTo>
                    <a:pt x="200414" y="287590"/>
                  </a:moveTo>
                  <a:lnTo>
                    <a:pt x="179321" y="260817"/>
                  </a:lnTo>
                  <a:lnTo>
                    <a:pt x="176687" y="279791"/>
                  </a:lnTo>
                  <a:close/>
                  <a:moveTo>
                    <a:pt x="200414" y="287590"/>
                  </a:moveTo>
                  <a:lnTo>
                    <a:pt x="238583" y="261604"/>
                  </a:lnTo>
                  <a:lnTo>
                    <a:pt x="183537" y="260139"/>
                  </a:lnTo>
                  <a:close/>
                  <a:moveTo>
                    <a:pt x="183537" y="260139"/>
                  </a:moveTo>
                  <a:lnTo>
                    <a:pt x="179321" y="260817"/>
                  </a:lnTo>
                  <a:lnTo>
                    <a:pt x="200414" y="287590"/>
                  </a:lnTo>
                  <a:close/>
                  <a:moveTo>
                    <a:pt x="238583" y="261604"/>
                  </a:moveTo>
                  <a:lnTo>
                    <a:pt x="254911" y="279710"/>
                  </a:lnTo>
                  <a:lnTo>
                    <a:pt x="247740" y="276203"/>
                  </a:lnTo>
                  <a:close/>
                  <a:moveTo>
                    <a:pt x="252219" y="262527"/>
                  </a:moveTo>
                  <a:lnTo>
                    <a:pt x="238583" y="261604"/>
                  </a:lnTo>
                  <a:lnTo>
                    <a:pt x="247740" y="276203"/>
                  </a:lnTo>
                  <a:close/>
                  <a:moveTo>
                    <a:pt x="238779" y="149247"/>
                  </a:moveTo>
                  <a:lnTo>
                    <a:pt x="293577" y="176532"/>
                  </a:lnTo>
                  <a:lnTo>
                    <a:pt x="281437" y="141655"/>
                  </a:lnTo>
                  <a:close/>
                  <a:moveTo>
                    <a:pt x="204754" y="105073"/>
                  </a:moveTo>
                  <a:lnTo>
                    <a:pt x="237556" y="105494"/>
                  </a:lnTo>
                  <a:lnTo>
                    <a:pt x="230579" y="66419"/>
                  </a:lnTo>
                  <a:close/>
                  <a:moveTo>
                    <a:pt x="583928" y="448690"/>
                  </a:moveTo>
                  <a:lnTo>
                    <a:pt x="558701" y="465873"/>
                  </a:lnTo>
                  <a:lnTo>
                    <a:pt x="586253" y="497036"/>
                  </a:lnTo>
                  <a:close/>
                  <a:moveTo>
                    <a:pt x="583928" y="448690"/>
                  </a:moveTo>
                  <a:lnTo>
                    <a:pt x="612887" y="437445"/>
                  </a:lnTo>
                  <a:lnTo>
                    <a:pt x="602690" y="394752"/>
                  </a:lnTo>
                  <a:close/>
                  <a:moveTo>
                    <a:pt x="654061" y="386312"/>
                  </a:moveTo>
                  <a:lnTo>
                    <a:pt x="657588" y="350544"/>
                  </a:lnTo>
                  <a:lnTo>
                    <a:pt x="605211" y="357997"/>
                  </a:lnTo>
                  <a:close/>
                  <a:moveTo>
                    <a:pt x="620035" y="386887"/>
                  </a:moveTo>
                  <a:lnTo>
                    <a:pt x="654061" y="386312"/>
                  </a:lnTo>
                  <a:lnTo>
                    <a:pt x="605211" y="357997"/>
                  </a:lnTo>
                  <a:close/>
                  <a:moveTo>
                    <a:pt x="604719" y="321242"/>
                  </a:moveTo>
                  <a:lnTo>
                    <a:pt x="605211" y="357997"/>
                  </a:lnTo>
                  <a:lnTo>
                    <a:pt x="651704" y="328545"/>
                  </a:lnTo>
                  <a:close/>
                  <a:moveTo>
                    <a:pt x="721493" y="286875"/>
                  </a:moveTo>
                  <a:lnTo>
                    <a:pt x="714575" y="314457"/>
                  </a:lnTo>
                  <a:lnTo>
                    <a:pt x="702864" y="328977"/>
                  </a:lnTo>
                  <a:close/>
                  <a:moveTo>
                    <a:pt x="729809" y="155171"/>
                  </a:moveTo>
                  <a:lnTo>
                    <a:pt x="723585" y="142243"/>
                  </a:lnTo>
                  <a:lnTo>
                    <a:pt x="722289" y="150879"/>
                  </a:lnTo>
                  <a:close/>
                  <a:moveTo>
                    <a:pt x="748463" y="88305"/>
                  </a:moveTo>
                  <a:lnTo>
                    <a:pt x="759805" y="98732"/>
                  </a:lnTo>
                  <a:lnTo>
                    <a:pt x="751040" y="93164"/>
                  </a:lnTo>
                  <a:close/>
                  <a:moveTo>
                    <a:pt x="799186" y="121393"/>
                  </a:moveTo>
                  <a:lnTo>
                    <a:pt x="766844" y="88305"/>
                  </a:lnTo>
                  <a:lnTo>
                    <a:pt x="799869" y="125302"/>
                  </a:lnTo>
                  <a:close/>
                  <a:moveTo>
                    <a:pt x="799869" y="125302"/>
                  </a:moveTo>
                  <a:lnTo>
                    <a:pt x="766844" y="88305"/>
                  </a:lnTo>
                  <a:lnTo>
                    <a:pt x="751040" y="93164"/>
                  </a:lnTo>
                  <a:close/>
                  <a:moveTo>
                    <a:pt x="759805" y="98732"/>
                  </a:moveTo>
                  <a:lnTo>
                    <a:pt x="797003" y="125060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59805" y="98732"/>
                  </a:lnTo>
                  <a:lnTo>
                    <a:pt x="799869" y="125302"/>
                  </a:lnTo>
                  <a:close/>
                  <a:moveTo>
                    <a:pt x="751040" y="93164"/>
                  </a:moveTo>
                  <a:lnTo>
                    <a:pt x="766844" y="88305"/>
                  </a:lnTo>
                  <a:lnTo>
                    <a:pt x="755259" y="81732"/>
                  </a:lnTo>
                  <a:close/>
                  <a:moveTo>
                    <a:pt x="748463" y="88305"/>
                  </a:moveTo>
                  <a:lnTo>
                    <a:pt x="751040" y="93164"/>
                  </a:lnTo>
                  <a:lnTo>
                    <a:pt x="755259" y="81732"/>
                  </a:lnTo>
                  <a:close/>
                  <a:moveTo>
                    <a:pt x="717264" y="35884"/>
                  </a:moveTo>
                  <a:lnTo>
                    <a:pt x="701039" y="17231"/>
                  </a:lnTo>
                  <a:lnTo>
                    <a:pt x="705135" y="18906"/>
                  </a:lnTo>
                  <a:close/>
                  <a:moveTo>
                    <a:pt x="717264" y="35884"/>
                  </a:moveTo>
                  <a:lnTo>
                    <a:pt x="705135" y="18906"/>
                  </a:lnTo>
                  <a:lnTo>
                    <a:pt x="741934" y="31913"/>
                  </a:lnTo>
                  <a:close/>
                  <a:moveTo>
                    <a:pt x="766844" y="88305"/>
                  </a:moveTo>
                  <a:lnTo>
                    <a:pt x="799186" y="121393"/>
                  </a:lnTo>
                  <a:lnTo>
                    <a:pt x="795043" y="84479"/>
                  </a:lnTo>
                  <a:close/>
                  <a:moveTo>
                    <a:pt x="754832" y="45334"/>
                  </a:moveTo>
                  <a:lnTo>
                    <a:pt x="748463" y="88305"/>
                  </a:lnTo>
                  <a:lnTo>
                    <a:pt x="755259" y="81732"/>
                  </a:lnTo>
                  <a:close/>
                  <a:moveTo>
                    <a:pt x="795043" y="84479"/>
                  </a:moveTo>
                  <a:lnTo>
                    <a:pt x="755259" y="81732"/>
                  </a:lnTo>
                  <a:lnTo>
                    <a:pt x="766844" y="88305"/>
                  </a:lnTo>
                  <a:close/>
                  <a:moveTo>
                    <a:pt x="754832" y="45334"/>
                  </a:moveTo>
                  <a:lnTo>
                    <a:pt x="755259" y="81732"/>
                  </a:lnTo>
                  <a:lnTo>
                    <a:pt x="795043" y="84479"/>
                  </a:lnTo>
                  <a:close/>
                  <a:moveTo>
                    <a:pt x="795043" y="84479"/>
                  </a:moveTo>
                  <a:lnTo>
                    <a:pt x="799186" y="121393"/>
                  </a:lnTo>
                  <a:lnTo>
                    <a:pt x="810090" y="88305"/>
                  </a:lnTo>
                  <a:close/>
                  <a:moveTo>
                    <a:pt x="795043" y="84479"/>
                  </a:moveTo>
                  <a:lnTo>
                    <a:pt x="810090" y="88305"/>
                  </a:lnTo>
                  <a:lnTo>
                    <a:pt x="785714" y="47316"/>
                  </a:lnTo>
                  <a:close/>
                  <a:moveTo>
                    <a:pt x="726994" y="40877"/>
                  </a:moveTo>
                  <a:lnTo>
                    <a:pt x="754832" y="45334"/>
                  </a:lnTo>
                  <a:lnTo>
                    <a:pt x="741934" y="31913"/>
                  </a:lnTo>
                  <a:close/>
                  <a:moveTo>
                    <a:pt x="838717" y="48407"/>
                  </a:moveTo>
                  <a:lnTo>
                    <a:pt x="871611" y="71122"/>
                  </a:lnTo>
                  <a:lnTo>
                    <a:pt x="865038" y="17183"/>
                  </a:lnTo>
                  <a:close/>
                  <a:moveTo>
                    <a:pt x="865038" y="17183"/>
                  </a:moveTo>
                  <a:lnTo>
                    <a:pt x="871611" y="71122"/>
                  </a:lnTo>
                  <a:lnTo>
                    <a:pt x="897184" y="46222"/>
                  </a:lnTo>
                  <a:close/>
                  <a:moveTo>
                    <a:pt x="884851" y="65642"/>
                  </a:moveTo>
                  <a:lnTo>
                    <a:pt x="910861" y="53938"/>
                  </a:lnTo>
                  <a:lnTo>
                    <a:pt x="897184" y="46222"/>
                  </a:lnTo>
                  <a:close/>
                  <a:moveTo>
                    <a:pt x="910861" y="53938"/>
                  </a:moveTo>
                  <a:lnTo>
                    <a:pt x="935959" y="66618"/>
                  </a:lnTo>
                  <a:lnTo>
                    <a:pt x="942328" y="46003"/>
                  </a:lnTo>
                  <a:close/>
                  <a:moveTo>
                    <a:pt x="897184" y="46222"/>
                  </a:moveTo>
                  <a:lnTo>
                    <a:pt x="910861" y="53938"/>
                  </a:lnTo>
                  <a:lnTo>
                    <a:pt x="936794" y="0"/>
                  </a:lnTo>
                  <a:close/>
                  <a:moveTo>
                    <a:pt x="945900" y="7577"/>
                  </a:moveTo>
                  <a:lnTo>
                    <a:pt x="910861" y="53938"/>
                  </a:lnTo>
                  <a:lnTo>
                    <a:pt x="942328" y="46003"/>
                  </a:lnTo>
                  <a:close/>
                  <a:moveTo>
                    <a:pt x="986498" y="37182"/>
                  </a:moveTo>
                  <a:lnTo>
                    <a:pt x="942328" y="46003"/>
                  </a:lnTo>
                  <a:lnTo>
                    <a:pt x="935959" y="66618"/>
                  </a:lnTo>
                  <a:close/>
                  <a:moveTo>
                    <a:pt x="942328" y="46003"/>
                  </a:moveTo>
                  <a:lnTo>
                    <a:pt x="986498" y="37182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986510" y="34838"/>
                  </a:lnTo>
                  <a:lnTo>
                    <a:pt x="945900" y="7577"/>
                  </a:lnTo>
                  <a:close/>
                  <a:moveTo>
                    <a:pt x="986498" y="37182"/>
                  </a:moveTo>
                  <a:lnTo>
                    <a:pt x="1019093" y="37771"/>
                  </a:lnTo>
                  <a:lnTo>
                    <a:pt x="986510" y="3483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51" name="Input_density__190">
              <a:extLst>
                <a:ext uri="{FF2B5EF4-FFF2-40B4-BE49-F238E27FC236}">
                  <a16:creationId xmlns:a16="http://schemas.microsoft.com/office/drawing/2014/main" id="{3E23065D-395D-161E-9FEC-0E9759A5163E}"/>
                </a:ext>
              </a:extLst>
            </p:cNvPr>
            <p:cNvSpPr>
              <a:spLocks noGrp="1"/>
            </p:cNvSpPr>
            <p:nvPr/>
          </p:nvSpPr>
          <p:spPr>
            <a:xfrm>
              <a:off x="637215" y="1973954"/>
              <a:ext cx="746283" cy="392513"/>
            </a:xfrm>
            <a:custGeom>
              <a:avLst/>
              <a:gdLst/>
              <a:ahLst/>
              <a:cxnLst/>
              <a:rect l="0" t="0" r="0" b="0"/>
              <a:pathLst>
                <a:path w="746283" h="392513">
                  <a:moveTo>
                    <a:pt x="20623" y="276064"/>
                  </a:moveTo>
                  <a:lnTo>
                    <a:pt x="0" y="257526"/>
                  </a:lnTo>
                  <a:lnTo>
                    <a:pt x="11120" y="269315"/>
                  </a:lnTo>
                  <a:close/>
                  <a:moveTo>
                    <a:pt x="47157" y="279061"/>
                  </a:moveTo>
                  <a:lnTo>
                    <a:pt x="9238" y="261865"/>
                  </a:lnTo>
                  <a:lnTo>
                    <a:pt x="20623" y="276064"/>
                  </a:lnTo>
                  <a:close/>
                  <a:moveTo>
                    <a:pt x="166266" y="271703"/>
                  </a:moveTo>
                  <a:lnTo>
                    <a:pt x="152359" y="308459"/>
                  </a:lnTo>
                  <a:lnTo>
                    <a:pt x="122835" y="312854"/>
                  </a:lnTo>
                  <a:close/>
                  <a:moveTo>
                    <a:pt x="122835" y="312854"/>
                  </a:moveTo>
                  <a:lnTo>
                    <a:pt x="152359" y="308459"/>
                  </a:lnTo>
                  <a:lnTo>
                    <a:pt x="141086" y="313584"/>
                  </a:lnTo>
                  <a:close/>
                  <a:moveTo>
                    <a:pt x="85835" y="286668"/>
                  </a:moveTo>
                  <a:lnTo>
                    <a:pt x="122835" y="312854"/>
                  </a:lnTo>
                  <a:lnTo>
                    <a:pt x="141086" y="313584"/>
                  </a:lnTo>
                  <a:close/>
                  <a:moveTo>
                    <a:pt x="225586" y="254317"/>
                  </a:moveTo>
                  <a:lnTo>
                    <a:pt x="254954" y="275189"/>
                  </a:lnTo>
                  <a:lnTo>
                    <a:pt x="223295" y="254520"/>
                  </a:lnTo>
                  <a:close/>
                  <a:moveTo>
                    <a:pt x="227074" y="208359"/>
                  </a:moveTo>
                  <a:lnTo>
                    <a:pt x="247844" y="200582"/>
                  </a:lnTo>
                  <a:lnTo>
                    <a:pt x="225586" y="254317"/>
                  </a:lnTo>
                  <a:close/>
                  <a:moveTo>
                    <a:pt x="533674" y="371263"/>
                  </a:moveTo>
                  <a:lnTo>
                    <a:pt x="554852" y="355235"/>
                  </a:lnTo>
                  <a:lnTo>
                    <a:pt x="550477" y="349990"/>
                  </a:lnTo>
                  <a:close/>
                  <a:moveTo>
                    <a:pt x="546945" y="392513"/>
                  </a:moveTo>
                  <a:lnTo>
                    <a:pt x="554852" y="355235"/>
                  </a:lnTo>
                  <a:lnTo>
                    <a:pt x="533674" y="371263"/>
                  </a:lnTo>
                  <a:close/>
                  <a:moveTo>
                    <a:pt x="465917" y="242508"/>
                  </a:moveTo>
                  <a:lnTo>
                    <a:pt x="490432" y="239725"/>
                  </a:lnTo>
                  <a:lnTo>
                    <a:pt x="506952" y="259297"/>
                  </a:lnTo>
                  <a:close/>
                  <a:moveTo>
                    <a:pt x="506952" y="259297"/>
                  </a:moveTo>
                  <a:lnTo>
                    <a:pt x="490432" y="239725"/>
                  </a:lnTo>
                  <a:lnTo>
                    <a:pt x="506531" y="222542"/>
                  </a:lnTo>
                  <a:close/>
                  <a:moveTo>
                    <a:pt x="465917" y="242508"/>
                  </a:moveTo>
                  <a:lnTo>
                    <a:pt x="462568" y="258356"/>
                  </a:lnTo>
                  <a:lnTo>
                    <a:pt x="435674" y="254011"/>
                  </a:lnTo>
                  <a:close/>
                  <a:moveTo>
                    <a:pt x="490432" y="239725"/>
                  </a:moveTo>
                  <a:lnTo>
                    <a:pt x="501541" y="185787"/>
                  </a:lnTo>
                  <a:lnTo>
                    <a:pt x="506531" y="222542"/>
                  </a:lnTo>
                  <a:close/>
                  <a:moveTo>
                    <a:pt x="519620" y="177802"/>
                  </a:moveTo>
                  <a:lnTo>
                    <a:pt x="501541" y="185787"/>
                  </a:lnTo>
                  <a:lnTo>
                    <a:pt x="508517" y="180998"/>
                  </a:lnTo>
                  <a:close/>
                  <a:moveTo>
                    <a:pt x="722760" y="121006"/>
                  </a:moveTo>
                  <a:lnTo>
                    <a:pt x="735472" y="155418"/>
                  </a:lnTo>
                  <a:lnTo>
                    <a:pt x="737375" y="170992"/>
                  </a:lnTo>
                  <a:close/>
                  <a:moveTo>
                    <a:pt x="735472" y="155418"/>
                  </a:moveTo>
                  <a:lnTo>
                    <a:pt x="722760" y="121006"/>
                  </a:lnTo>
                  <a:lnTo>
                    <a:pt x="734814" y="153808"/>
                  </a:lnTo>
                  <a:close/>
                  <a:moveTo>
                    <a:pt x="722760" y="121006"/>
                  </a:moveTo>
                  <a:lnTo>
                    <a:pt x="718085" y="117053"/>
                  </a:lnTo>
                  <a:lnTo>
                    <a:pt x="734814" y="153808"/>
                  </a:lnTo>
                  <a:close/>
                  <a:moveTo>
                    <a:pt x="596355" y="0"/>
                  </a:moveTo>
                  <a:lnTo>
                    <a:pt x="546327" y="23972"/>
                  </a:lnTo>
                  <a:lnTo>
                    <a:pt x="572176" y="5808"/>
                  </a:lnTo>
                  <a:close/>
                  <a:moveTo>
                    <a:pt x="718085" y="117053"/>
                  </a:moveTo>
                  <a:lnTo>
                    <a:pt x="735929" y="65552"/>
                  </a:lnTo>
                  <a:lnTo>
                    <a:pt x="736755" y="63115"/>
                  </a:lnTo>
                  <a:close/>
                  <a:moveTo>
                    <a:pt x="728799" y="26602"/>
                  </a:moveTo>
                  <a:lnTo>
                    <a:pt x="735929" y="65552"/>
                  </a:lnTo>
                  <a:lnTo>
                    <a:pt x="746283" y="3947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52" name="Input_density__191">
              <a:extLst>
                <a:ext uri="{FF2B5EF4-FFF2-40B4-BE49-F238E27FC236}">
                  <a16:creationId xmlns:a16="http://schemas.microsoft.com/office/drawing/2014/main" id="{79A5CE49-5E6D-672B-6D66-688DA71FBD7D}"/>
                </a:ext>
              </a:extLst>
            </p:cNvPr>
            <p:cNvSpPr>
              <a:spLocks noGrp="1"/>
            </p:cNvSpPr>
            <p:nvPr/>
          </p:nvSpPr>
          <p:spPr>
            <a:xfrm>
              <a:off x="566145" y="1703745"/>
              <a:ext cx="986510" cy="637383"/>
            </a:xfrm>
            <a:custGeom>
              <a:avLst/>
              <a:gdLst/>
              <a:ahLst/>
              <a:cxnLst/>
              <a:rect l="0" t="0" r="0" b="0"/>
              <a:pathLst>
                <a:path w="986510" h="637383">
                  <a:moveTo>
                    <a:pt x="0" y="429260"/>
                  </a:moveTo>
                  <a:lnTo>
                    <a:pt x="31110" y="448831"/>
                  </a:lnTo>
                  <a:lnTo>
                    <a:pt x="25993" y="412077"/>
                  </a:lnTo>
                  <a:close/>
                  <a:moveTo>
                    <a:pt x="19455" y="375321"/>
                  </a:moveTo>
                  <a:lnTo>
                    <a:pt x="0" y="429260"/>
                  </a:lnTo>
                  <a:lnTo>
                    <a:pt x="25993" y="412077"/>
                  </a:lnTo>
                  <a:close/>
                  <a:moveTo>
                    <a:pt x="226096" y="465308"/>
                  </a:moveTo>
                  <a:lnTo>
                    <a:pt x="238583" y="433114"/>
                  </a:lnTo>
                  <a:lnTo>
                    <a:pt x="200414" y="459099"/>
                  </a:lnTo>
                  <a:close/>
                  <a:moveTo>
                    <a:pt x="229737" y="414465"/>
                  </a:moveTo>
                  <a:lnTo>
                    <a:pt x="238583" y="433114"/>
                  </a:lnTo>
                  <a:lnTo>
                    <a:pt x="252219" y="434036"/>
                  </a:lnTo>
                  <a:close/>
                  <a:moveTo>
                    <a:pt x="204754" y="276583"/>
                  </a:moveTo>
                  <a:lnTo>
                    <a:pt x="238779" y="320756"/>
                  </a:lnTo>
                  <a:lnTo>
                    <a:pt x="237556" y="277003"/>
                  </a:lnTo>
                  <a:close/>
                  <a:moveTo>
                    <a:pt x="164146" y="282507"/>
                  </a:moveTo>
                  <a:lnTo>
                    <a:pt x="204754" y="276583"/>
                  </a:lnTo>
                  <a:lnTo>
                    <a:pt x="200380" y="235391"/>
                  </a:lnTo>
                  <a:close/>
                  <a:moveTo>
                    <a:pt x="204754" y="276583"/>
                  </a:moveTo>
                  <a:lnTo>
                    <a:pt x="230579" y="237928"/>
                  </a:lnTo>
                  <a:lnTo>
                    <a:pt x="200380" y="235391"/>
                  </a:lnTo>
                  <a:close/>
                  <a:moveTo>
                    <a:pt x="160437" y="240776"/>
                  </a:moveTo>
                  <a:lnTo>
                    <a:pt x="200380" y="235391"/>
                  </a:lnTo>
                  <a:lnTo>
                    <a:pt x="172706" y="215179"/>
                  </a:lnTo>
                  <a:close/>
                  <a:moveTo>
                    <a:pt x="535220" y="600628"/>
                  </a:moveTo>
                  <a:lnTo>
                    <a:pt x="558701" y="637383"/>
                  </a:lnTo>
                  <a:lnTo>
                    <a:pt x="583928" y="620200"/>
                  </a:lnTo>
                  <a:close/>
                  <a:moveTo>
                    <a:pt x="535220" y="600628"/>
                  </a:moveTo>
                  <a:lnTo>
                    <a:pt x="583928" y="620200"/>
                  </a:lnTo>
                  <a:lnTo>
                    <a:pt x="562830" y="583444"/>
                  </a:lnTo>
                  <a:close/>
                  <a:moveTo>
                    <a:pt x="528979" y="563873"/>
                  </a:moveTo>
                  <a:lnTo>
                    <a:pt x="535220" y="600628"/>
                  </a:lnTo>
                  <a:lnTo>
                    <a:pt x="562830" y="583444"/>
                  </a:lnTo>
                  <a:close/>
                  <a:moveTo>
                    <a:pt x="562830" y="583444"/>
                  </a:moveTo>
                  <a:lnTo>
                    <a:pt x="583928" y="620200"/>
                  </a:lnTo>
                  <a:lnTo>
                    <a:pt x="602690" y="566261"/>
                  </a:lnTo>
                  <a:close/>
                  <a:moveTo>
                    <a:pt x="570313" y="509935"/>
                  </a:moveTo>
                  <a:lnTo>
                    <a:pt x="605211" y="529506"/>
                  </a:lnTo>
                  <a:lnTo>
                    <a:pt x="604719" y="492751"/>
                  </a:lnTo>
                  <a:close/>
                  <a:moveTo>
                    <a:pt x="410425" y="317040"/>
                  </a:moveTo>
                  <a:lnTo>
                    <a:pt x="420875" y="308976"/>
                  </a:lnTo>
                  <a:lnTo>
                    <a:pt x="409751" y="326160"/>
                  </a:lnTo>
                  <a:close/>
                  <a:moveTo>
                    <a:pt x="741262" y="404446"/>
                  </a:moveTo>
                  <a:lnTo>
                    <a:pt x="724591" y="420417"/>
                  </a:lnTo>
                  <a:lnTo>
                    <a:pt x="721493" y="458385"/>
                  </a:lnTo>
                  <a:close/>
                  <a:moveTo>
                    <a:pt x="614630" y="204813"/>
                  </a:moveTo>
                  <a:lnTo>
                    <a:pt x="641521" y="173359"/>
                  </a:lnTo>
                  <a:lnTo>
                    <a:pt x="632984" y="172233"/>
                  </a:lnTo>
                  <a:close/>
                  <a:moveTo>
                    <a:pt x="614630" y="204813"/>
                  </a:moveTo>
                  <a:lnTo>
                    <a:pt x="632984" y="172233"/>
                  </a:lnTo>
                  <a:lnTo>
                    <a:pt x="594677" y="176288"/>
                  </a:lnTo>
                  <a:close/>
                  <a:moveTo>
                    <a:pt x="666393" y="189819"/>
                  </a:moveTo>
                  <a:lnTo>
                    <a:pt x="677160" y="182027"/>
                  </a:lnTo>
                  <a:lnTo>
                    <a:pt x="641521" y="173359"/>
                  </a:lnTo>
                  <a:close/>
                  <a:moveTo>
                    <a:pt x="666393" y="189819"/>
                  </a:moveTo>
                  <a:lnTo>
                    <a:pt x="701039" y="188741"/>
                  </a:lnTo>
                  <a:lnTo>
                    <a:pt x="677160" y="182027"/>
                  </a:lnTo>
                  <a:close/>
                  <a:moveTo>
                    <a:pt x="701039" y="188741"/>
                  </a:moveTo>
                  <a:lnTo>
                    <a:pt x="666393" y="189819"/>
                  </a:lnTo>
                  <a:lnTo>
                    <a:pt x="705135" y="190415"/>
                  </a:lnTo>
                  <a:close/>
                  <a:moveTo>
                    <a:pt x="785714" y="218826"/>
                  </a:moveTo>
                  <a:lnTo>
                    <a:pt x="754832" y="216843"/>
                  </a:lnTo>
                  <a:lnTo>
                    <a:pt x="795043" y="255988"/>
                  </a:lnTo>
                  <a:close/>
                  <a:moveTo>
                    <a:pt x="785714" y="218826"/>
                  </a:moveTo>
                  <a:lnTo>
                    <a:pt x="810090" y="259814"/>
                  </a:lnTo>
                  <a:lnTo>
                    <a:pt x="838717" y="219917"/>
                  </a:lnTo>
                  <a:close/>
                  <a:moveTo>
                    <a:pt x="785714" y="218826"/>
                  </a:moveTo>
                  <a:lnTo>
                    <a:pt x="838717" y="219917"/>
                  </a:lnTo>
                  <a:lnTo>
                    <a:pt x="823246" y="205876"/>
                  </a:lnTo>
                  <a:close/>
                  <a:moveTo>
                    <a:pt x="726994" y="212387"/>
                  </a:moveTo>
                  <a:lnTo>
                    <a:pt x="741934" y="203422"/>
                  </a:lnTo>
                  <a:lnTo>
                    <a:pt x="705135" y="190415"/>
                  </a:lnTo>
                  <a:close/>
                  <a:moveTo>
                    <a:pt x="754832" y="216843"/>
                  </a:moveTo>
                  <a:lnTo>
                    <a:pt x="773757" y="197826"/>
                  </a:lnTo>
                  <a:lnTo>
                    <a:pt x="741934" y="203422"/>
                  </a:lnTo>
                  <a:close/>
                  <a:moveTo>
                    <a:pt x="754832" y="216843"/>
                  </a:moveTo>
                  <a:lnTo>
                    <a:pt x="785714" y="218826"/>
                  </a:lnTo>
                  <a:lnTo>
                    <a:pt x="773757" y="197826"/>
                  </a:lnTo>
                  <a:close/>
                  <a:moveTo>
                    <a:pt x="844766" y="197905"/>
                  </a:moveTo>
                  <a:lnTo>
                    <a:pt x="838717" y="219917"/>
                  </a:lnTo>
                  <a:lnTo>
                    <a:pt x="865038" y="188693"/>
                  </a:lnTo>
                  <a:close/>
                  <a:moveTo>
                    <a:pt x="823246" y="205876"/>
                  </a:moveTo>
                  <a:lnTo>
                    <a:pt x="838717" y="219917"/>
                  </a:lnTo>
                  <a:lnTo>
                    <a:pt x="844766" y="197905"/>
                  </a:lnTo>
                  <a:close/>
                  <a:moveTo>
                    <a:pt x="902990" y="177658"/>
                  </a:moveTo>
                  <a:lnTo>
                    <a:pt x="897184" y="217732"/>
                  </a:lnTo>
                  <a:lnTo>
                    <a:pt x="936794" y="171509"/>
                  </a:lnTo>
                  <a:close/>
                  <a:moveTo>
                    <a:pt x="936794" y="171509"/>
                  </a:moveTo>
                  <a:lnTo>
                    <a:pt x="910861" y="225448"/>
                  </a:lnTo>
                  <a:lnTo>
                    <a:pt x="945900" y="179086"/>
                  </a:lnTo>
                  <a:close/>
                  <a:moveTo>
                    <a:pt x="865038" y="188693"/>
                  </a:moveTo>
                  <a:lnTo>
                    <a:pt x="897184" y="217732"/>
                  </a:lnTo>
                  <a:lnTo>
                    <a:pt x="902990" y="177658"/>
                  </a:lnTo>
                  <a:close/>
                  <a:moveTo>
                    <a:pt x="902990" y="177658"/>
                  </a:moveTo>
                  <a:lnTo>
                    <a:pt x="941058" y="160984"/>
                  </a:lnTo>
                  <a:lnTo>
                    <a:pt x="926771" y="140666"/>
                  </a:lnTo>
                  <a:close/>
                  <a:moveTo>
                    <a:pt x="902990" y="177658"/>
                  </a:moveTo>
                  <a:lnTo>
                    <a:pt x="926771" y="140666"/>
                  </a:lnTo>
                  <a:lnTo>
                    <a:pt x="892753" y="141234"/>
                  </a:lnTo>
                  <a:close/>
                  <a:moveTo>
                    <a:pt x="892753" y="141234"/>
                  </a:moveTo>
                  <a:lnTo>
                    <a:pt x="926771" y="140666"/>
                  </a:lnTo>
                  <a:lnTo>
                    <a:pt x="880203" y="106689"/>
                  </a:lnTo>
                  <a:close/>
                  <a:moveTo>
                    <a:pt x="936794" y="171509"/>
                  </a:moveTo>
                  <a:lnTo>
                    <a:pt x="945900" y="179086"/>
                  </a:lnTo>
                  <a:lnTo>
                    <a:pt x="946124" y="169680"/>
                  </a:lnTo>
                  <a:close/>
                  <a:moveTo>
                    <a:pt x="941058" y="160984"/>
                  </a:moveTo>
                  <a:lnTo>
                    <a:pt x="936794" y="171509"/>
                  </a:lnTo>
                  <a:lnTo>
                    <a:pt x="946124" y="169680"/>
                  </a:lnTo>
                  <a:close/>
                  <a:moveTo>
                    <a:pt x="985819" y="164496"/>
                  </a:moveTo>
                  <a:lnTo>
                    <a:pt x="945900" y="179086"/>
                  </a:lnTo>
                  <a:lnTo>
                    <a:pt x="986510" y="206348"/>
                  </a:lnTo>
                  <a:close/>
                  <a:moveTo>
                    <a:pt x="985819" y="164496"/>
                  </a:moveTo>
                  <a:lnTo>
                    <a:pt x="946124" y="169680"/>
                  </a:lnTo>
                  <a:lnTo>
                    <a:pt x="945900" y="179086"/>
                  </a:lnTo>
                  <a:close/>
                  <a:moveTo>
                    <a:pt x="946124" y="169680"/>
                  </a:moveTo>
                  <a:lnTo>
                    <a:pt x="967765" y="136262"/>
                  </a:lnTo>
                  <a:lnTo>
                    <a:pt x="941058" y="160984"/>
                  </a:lnTo>
                  <a:close/>
                  <a:moveTo>
                    <a:pt x="946124" y="169680"/>
                  </a:moveTo>
                  <a:lnTo>
                    <a:pt x="985819" y="164496"/>
                  </a:lnTo>
                  <a:lnTo>
                    <a:pt x="967765" y="136262"/>
                  </a:lnTo>
                  <a:close/>
                  <a:moveTo>
                    <a:pt x="934820" y="44628"/>
                  </a:moveTo>
                  <a:lnTo>
                    <a:pt x="923671" y="95979"/>
                  </a:lnTo>
                  <a:lnTo>
                    <a:pt x="937822" y="44061"/>
                  </a:lnTo>
                  <a:close/>
                  <a:moveTo>
                    <a:pt x="934820" y="44628"/>
                  </a:moveTo>
                  <a:lnTo>
                    <a:pt x="885683" y="78522"/>
                  </a:lnTo>
                  <a:lnTo>
                    <a:pt x="923671" y="95979"/>
                  </a:lnTo>
                  <a:close/>
                  <a:moveTo>
                    <a:pt x="934820" y="44628"/>
                  </a:moveTo>
                  <a:lnTo>
                    <a:pt x="934851" y="41568"/>
                  </a:lnTo>
                  <a:lnTo>
                    <a:pt x="887625" y="55908"/>
                  </a:lnTo>
                  <a:close/>
                  <a:moveTo>
                    <a:pt x="934820" y="44628"/>
                  </a:moveTo>
                  <a:lnTo>
                    <a:pt x="937822" y="44061"/>
                  </a:lnTo>
                  <a:lnTo>
                    <a:pt x="934851" y="41568"/>
                  </a:lnTo>
                  <a:close/>
                  <a:moveTo>
                    <a:pt x="974900" y="80816"/>
                  </a:moveTo>
                  <a:lnTo>
                    <a:pt x="980206" y="86568"/>
                  </a:lnTo>
                  <a:lnTo>
                    <a:pt x="980256" y="79524"/>
                  </a:lnTo>
                  <a:close/>
                  <a:moveTo>
                    <a:pt x="937822" y="44061"/>
                  </a:moveTo>
                  <a:lnTo>
                    <a:pt x="980256" y="79524"/>
                  </a:lnTo>
                  <a:lnTo>
                    <a:pt x="976784" y="37600"/>
                  </a:lnTo>
                  <a:close/>
                  <a:moveTo>
                    <a:pt x="937822" y="44061"/>
                  </a:moveTo>
                  <a:lnTo>
                    <a:pt x="974900" y="80816"/>
                  </a:lnTo>
                  <a:lnTo>
                    <a:pt x="980256" y="79524"/>
                  </a:lnTo>
                  <a:close/>
                  <a:moveTo>
                    <a:pt x="976784" y="37600"/>
                  </a:moveTo>
                  <a:lnTo>
                    <a:pt x="934851" y="41568"/>
                  </a:lnTo>
                  <a:lnTo>
                    <a:pt x="937822" y="44061"/>
                  </a:lnTo>
                  <a:close/>
                  <a:moveTo>
                    <a:pt x="934673" y="0"/>
                  </a:moveTo>
                  <a:lnTo>
                    <a:pt x="934851" y="41568"/>
                  </a:lnTo>
                  <a:lnTo>
                    <a:pt x="976784" y="3760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53" name="Input_density__192">
              <a:extLst>
                <a:ext uri="{FF2B5EF4-FFF2-40B4-BE49-F238E27FC236}">
                  <a16:creationId xmlns:a16="http://schemas.microsoft.com/office/drawing/2014/main" id="{F098595A-18A8-1080-CE70-45D2E5B6C40F}"/>
                </a:ext>
              </a:extLst>
            </p:cNvPr>
            <p:cNvSpPr>
              <a:spLocks noGrp="1"/>
            </p:cNvSpPr>
            <p:nvPr/>
          </p:nvSpPr>
          <p:spPr>
            <a:xfrm>
              <a:off x="552808" y="1703745"/>
              <a:ext cx="954394" cy="583444"/>
            </a:xfrm>
            <a:custGeom>
              <a:avLst/>
              <a:gdLst/>
              <a:ahLst/>
              <a:cxnLst/>
              <a:rect l="0" t="0" r="0" b="0"/>
              <a:pathLst>
                <a:path w="954394" h="583444">
                  <a:moveTo>
                    <a:pt x="722" y="389693"/>
                  </a:moveTo>
                  <a:lnTo>
                    <a:pt x="0" y="402736"/>
                  </a:lnTo>
                  <a:lnTo>
                    <a:pt x="32791" y="375321"/>
                  </a:lnTo>
                  <a:close/>
                  <a:moveTo>
                    <a:pt x="32791" y="375321"/>
                  </a:moveTo>
                  <a:lnTo>
                    <a:pt x="0" y="402736"/>
                  </a:lnTo>
                  <a:lnTo>
                    <a:pt x="13336" y="429260"/>
                  </a:lnTo>
                  <a:close/>
                  <a:moveTo>
                    <a:pt x="39329" y="412077"/>
                  </a:moveTo>
                  <a:lnTo>
                    <a:pt x="53975" y="358138"/>
                  </a:lnTo>
                  <a:lnTo>
                    <a:pt x="32791" y="375321"/>
                  </a:lnTo>
                  <a:close/>
                  <a:moveTo>
                    <a:pt x="31137" y="338566"/>
                  </a:moveTo>
                  <a:lnTo>
                    <a:pt x="32791" y="375321"/>
                  </a:lnTo>
                  <a:lnTo>
                    <a:pt x="53975" y="358138"/>
                  </a:lnTo>
                  <a:close/>
                  <a:moveTo>
                    <a:pt x="31137" y="338566"/>
                  </a:moveTo>
                  <a:lnTo>
                    <a:pt x="53975" y="358138"/>
                  </a:lnTo>
                  <a:lnTo>
                    <a:pt x="55792" y="321383"/>
                  </a:lnTo>
                  <a:close/>
                  <a:moveTo>
                    <a:pt x="53112" y="284628"/>
                  </a:moveTo>
                  <a:lnTo>
                    <a:pt x="52949" y="284828"/>
                  </a:lnTo>
                  <a:lnTo>
                    <a:pt x="31137" y="338566"/>
                  </a:lnTo>
                  <a:close/>
                  <a:moveTo>
                    <a:pt x="55792" y="321383"/>
                  </a:moveTo>
                  <a:lnTo>
                    <a:pt x="53112" y="284628"/>
                  </a:lnTo>
                  <a:lnTo>
                    <a:pt x="31137" y="338566"/>
                  </a:lnTo>
                  <a:close/>
                  <a:moveTo>
                    <a:pt x="53160" y="284499"/>
                  </a:moveTo>
                  <a:lnTo>
                    <a:pt x="52949" y="284828"/>
                  </a:lnTo>
                  <a:lnTo>
                    <a:pt x="53112" y="284628"/>
                  </a:lnTo>
                  <a:close/>
                  <a:moveTo>
                    <a:pt x="55792" y="321383"/>
                  </a:moveTo>
                  <a:lnTo>
                    <a:pt x="85307" y="308484"/>
                  </a:lnTo>
                  <a:lnTo>
                    <a:pt x="78343" y="308930"/>
                  </a:lnTo>
                  <a:close/>
                  <a:moveTo>
                    <a:pt x="53112" y="284628"/>
                  </a:moveTo>
                  <a:lnTo>
                    <a:pt x="78343" y="308930"/>
                  </a:lnTo>
                  <a:lnTo>
                    <a:pt x="53377" y="284479"/>
                  </a:lnTo>
                  <a:close/>
                  <a:moveTo>
                    <a:pt x="53112" y="284628"/>
                  </a:moveTo>
                  <a:lnTo>
                    <a:pt x="55792" y="321383"/>
                  </a:lnTo>
                  <a:lnTo>
                    <a:pt x="78343" y="308930"/>
                  </a:lnTo>
                  <a:close/>
                  <a:moveTo>
                    <a:pt x="88063" y="304200"/>
                  </a:moveTo>
                  <a:lnTo>
                    <a:pt x="82535" y="267445"/>
                  </a:lnTo>
                  <a:lnTo>
                    <a:pt x="78343" y="308930"/>
                  </a:lnTo>
                  <a:close/>
                  <a:moveTo>
                    <a:pt x="82535" y="267445"/>
                  </a:moveTo>
                  <a:lnTo>
                    <a:pt x="53377" y="284479"/>
                  </a:lnTo>
                  <a:lnTo>
                    <a:pt x="78343" y="308930"/>
                  </a:lnTo>
                  <a:close/>
                  <a:moveTo>
                    <a:pt x="53160" y="284499"/>
                  </a:moveTo>
                  <a:lnTo>
                    <a:pt x="53112" y="284628"/>
                  </a:lnTo>
                  <a:lnTo>
                    <a:pt x="53377" y="284479"/>
                  </a:lnTo>
                  <a:close/>
                  <a:moveTo>
                    <a:pt x="99905" y="238487"/>
                  </a:moveTo>
                  <a:lnTo>
                    <a:pt x="53377" y="284479"/>
                  </a:lnTo>
                  <a:lnTo>
                    <a:pt x="82535" y="267445"/>
                  </a:lnTo>
                  <a:close/>
                  <a:moveTo>
                    <a:pt x="53160" y="284499"/>
                  </a:moveTo>
                  <a:lnTo>
                    <a:pt x="53377" y="284479"/>
                  </a:lnTo>
                  <a:lnTo>
                    <a:pt x="99905" y="238487"/>
                  </a:lnTo>
                  <a:close/>
                  <a:moveTo>
                    <a:pt x="82535" y="267445"/>
                  </a:moveTo>
                  <a:lnTo>
                    <a:pt x="131947" y="292439"/>
                  </a:lnTo>
                  <a:lnTo>
                    <a:pt x="124157" y="254025"/>
                  </a:lnTo>
                  <a:close/>
                  <a:moveTo>
                    <a:pt x="82535" y="267445"/>
                  </a:moveTo>
                  <a:lnTo>
                    <a:pt x="88063" y="304200"/>
                  </a:lnTo>
                  <a:lnTo>
                    <a:pt x="131947" y="292439"/>
                  </a:lnTo>
                  <a:close/>
                  <a:moveTo>
                    <a:pt x="137779" y="250261"/>
                  </a:moveTo>
                  <a:lnTo>
                    <a:pt x="124157" y="254025"/>
                  </a:lnTo>
                  <a:lnTo>
                    <a:pt x="131947" y="292439"/>
                  </a:lnTo>
                  <a:close/>
                  <a:moveTo>
                    <a:pt x="99905" y="238487"/>
                  </a:moveTo>
                  <a:lnTo>
                    <a:pt x="82535" y="267445"/>
                  </a:lnTo>
                  <a:lnTo>
                    <a:pt x="124157" y="254025"/>
                  </a:lnTo>
                  <a:close/>
                  <a:moveTo>
                    <a:pt x="155348" y="224995"/>
                  </a:moveTo>
                  <a:lnTo>
                    <a:pt x="99905" y="238487"/>
                  </a:lnTo>
                  <a:lnTo>
                    <a:pt x="137779" y="250261"/>
                  </a:lnTo>
                  <a:close/>
                  <a:moveTo>
                    <a:pt x="137779" y="250261"/>
                  </a:moveTo>
                  <a:lnTo>
                    <a:pt x="99905" y="238487"/>
                  </a:lnTo>
                  <a:lnTo>
                    <a:pt x="124157" y="254025"/>
                  </a:lnTo>
                  <a:close/>
                  <a:moveTo>
                    <a:pt x="137779" y="250261"/>
                  </a:moveTo>
                  <a:lnTo>
                    <a:pt x="177483" y="282507"/>
                  </a:lnTo>
                  <a:lnTo>
                    <a:pt x="173773" y="240776"/>
                  </a:lnTo>
                  <a:close/>
                  <a:moveTo>
                    <a:pt x="137779" y="250261"/>
                  </a:moveTo>
                  <a:lnTo>
                    <a:pt x="160074" y="287016"/>
                  </a:lnTo>
                  <a:lnTo>
                    <a:pt x="177483" y="282507"/>
                  </a:lnTo>
                  <a:close/>
                  <a:moveTo>
                    <a:pt x="177483" y="282507"/>
                  </a:moveTo>
                  <a:lnTo>
                    <a:pt x="213717" y="235391"/>
                  </a:lnTo>
                  <a:lnTo>
                    <a:pt x="173773" y="240776"/>
                  </a:lnTo>
                  <a:close/>
                  <a:moveTo>
                    <a:pt x="155348" y="224995"/>
                  </a:moveTo>
                  <a:lnTo>
                    <a:pt x="137779" y="250261"/>
                  </a:lnTo>
                  <a:lnTo>
                    <a:pt x="173773" y="240776"/>
                  </a:lnTo>
                  <a:close/>
                  <a:moveTo>
                    <a:pt x="173773" y="240776"/>
                  </a:moveTo>
                  <a:lnTo>
                    <a:pt x="186042" y="215179"/>
                  </a:lnTo>
                  <a:lnTo>
                    <a:pt x="155348" y="224995"/>
                  </a:lnTo>
                  <a:close/>
                  <a:moveTo>
                    <a:pt x="542315" y="563873"/>
                  </a:moveTo>
                  <a:lnTo>
                    <a:pt x="576166" y="583444"/>
                  </a:lnTo>
                  <a:lnTo>
                    <a:pt x="592726" y="546690"/>
                  </a:lnTo>
                  <a:close/>
                  <a:moveTo>
                    <a:pt x="616027" y="566261"/>
                  </a:moveTo>
                  <a:lnTo>
                    <a:pt x="620129" y="552922"/>
                  </a:lnTo>
                  <a:lnTo>
                    <a:pt x="592735" y="546685"/>
                  </a:lnTo>
                  <a:close/>
                  <a:moveTo>
                    <a:pt x="592726" y="546690"/>
                  </a:moveTo>
                  <a:lnTo>
                    <a:pt x="616027" y="566261"/>
                  </a:lnTo>
                  <a:lnTo>
                    <a:pt x="592735" y="546685"/>
                  </a:lnTo>
                  <a:close/>
                  <a:moveTo>
                    <a:pt x="576166" y="583444"/>
                  </a:moveTo>
                  <a:lnTo>
                    <a:pt x="616027" y="566261"/>
                  </a:lnTo>
                  <a:lnTo>
                    <a:pt x="592726" y="546690"/>
                  </a:lnTo>
                  <a:close/>
                  <a:moveTo>
                    <a:pt x="592735" y="546685"/>
                  </a:moveTo>
                  <a:lnTo>
                    <a:pt x="620129" y="552922"/>
                  </a:lnTo>
                  <a:lnTo>
                    <a:pt x="618547" y="529506"/>
                  </a:lnTo>
                  <a:close/>
                  <a:moveTo>
                    <a:pt x="618547" y="529506"/>
                  </a:moveTo>
                  <a:lnTo>
                    <a:pt x="620129" y="552922"/>
                  </a:lnTo>
                  <a:lnTo>
                    <a:pt x="633371" y="558396"/>
                  </a:lnTo>
                  <a:close/>
                  <a:moveTo>
                    <a:pt x="440730" y="272222"/>
                  </a:moveTo>
                  <a:lnTo>
                    <a:pt x="434211" y="308976"/>
                  </a:lnTo>
                  <a:lnTo>
                    <a:pt x="464214" y="291793"/>
                  </a:lnTo>
                  <a:close/>
                  <a:moveTo>
                    <a:pt x="440730" y="272222"/>
                  </a:moveTo>
                  <a:lnTo>
                    <a:pt x="464214" y="291793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0730" y="272222"/>
                  </a:lnTo>
                  <a:lnTo>
                    <a:pt x="459454" y="255038"/>
                  </a:lnTo>
                  <a:close/>
                  <a:moveTo>
                    <a:pt x="463084" y="243279"/>
                  </a:moveTo>
                  <a:lnTo>
                    <a:pt x="442929" y="264128"/>
                  </a:lnTo>
                  <a:lnTo>
                    <a:pt x="440730" y="272222"/>
                  </a:lnTo>
                  <a:close/>
                  <a:moveTo>
                    <a:pt x="463084" y="243279"/>
                  </a:moveTo>
                  <a:lnTo>
                    <a:pt x="459454" y="255038"/>
                  </a:lnTo>
                  <a:lnTo>
                    <a:pt x="484955" y="239814"/>
                  </a:lnTo>
                  <a:close/>
                  <a:moveTo>
                    <a:pt x="463084" y="243279"/>
                  </a:moveTo>
                  <a:lnTo>
                    <a:pt x="484955" y="239814"/>
                  </a:lnTo>
                  <a:lnTo>
                    <a:pt x="472384" y="218283"/>
                  </a:lnTo>
                  <a:close/>
                  <a:moveTo>
                    <a:pt x="472384" y="218283"/>
                  </a:moveTo>
                  <a:lnTo>
                    <a:pt x="484955" y="239814"/>
                  </a:lnTo>
                  <a:lnTo>
                    <a:pt x="488066" y="237855"/>
                  </a:lnTo>
                  <a:close/>
                  <a:moveTo>
                    <a:pt x="472384" y="218283"/>
                  </a:moveTo>
                  <a:lnTo>
                    <a:pt x="488066" y="237855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72384" y="218283"/>
                  </a:lnTo>
                  <a:lnTo>
                    <a:pt x="505477" y="201100"/>
                  </a:lnTo>
                  <a:close/>
                  <a:moveTo>
                    <a:pt x="509481" y="195965"/>
                  </a:moveTo>
                  <a:lnTo>
                    <a:pt x="486090" y="204718"/>
                  </a:lnTo>
                  <a:lnTo>
                    <a:pt x="472384" y="218283"/>
                  </a:lnTo>
                  <a:close/>
                  <a:moveTo>
                    <a:pt x="505477" y="201100"/>
                  </a:moveTo>
                  <a:lnTo>
                    <a:pt x="541102" y="217983"/>
                  </a:lnTo>
                  <a:lnTo>
                    <a:pt x="514796" y="197895"/>
                  </a:lnTo>
                  <a:close/>
                  <a:moveTo>
                    <a:pt x="509481" y="195965"/>
                  </a:moveTo>
                  <a:lnTo>
                    <a:pt x="505477" y="201100"/>
                  </a:lnTo>
                  <a:lnTo>
                    <a:pt x="514796" y="197895"/>
                  </a:lnTo>
                  <a:close/>
                  <a:moveTo>
                    <a:pt x="514796" y="197895"/>
                  </a:moveTo>
                  <a:lnTo>
                    <a:pt x="538524" y="179976"/>
                  </a:lnTo>
                  <a:lnTo>
                    <a:pt x="509481" y="195965"/>
                  </a:lnTo>
                  <a:close/>
                  <a:moveTo>
                    <a:pt x="514796" y="197895"/>
                  </a:moveTo>
                  <a:lnTo>
                    <a:pt x="556626" y="190976"/>
                  </a:lnTo>
                  <a:lnTo>
                    <a:pt x="538524" y="179976"/>
                  </a:lnTo>
                  <a:close/>
                  <a:moveTo>
                    <a:pt x="556626" y="190976"/>
                  </a:moveTo>
                  <a:lnTo>
                    <a:pt x="514796" y="197895"/>
                  </a:lnTo>
                  <a:lnTo>
                    <a:pt x="575043" y="220305"/>
                  </a:lnTo>
                  <a:close/>
                  <a:moveTo>
                    <a:pt x="595000" y="170345"/>
                  </a:moveTo>
                  <a:lnTo>
                    <a:pt x="556626" y="190976"/>
                  </a:lnTo>
                  <a:lnTo>
                    <a:pt x="580403" y="183916"/>
                  </a:lnTo>
                  <a:close/>
                  <a:moveTo>
                    <a:pt x="538524" y="179976"/>
                  </a:moveTo>
                  <a:lnTo>
                    <a:pt x="556626" y="190976"/>
                  </a:lnTo>
                  <a:lnTo>
                    <a:pt x="595000" y="170345"/>
                  </a:lnTo>
                  <a:close/>
                  <a:moveTo>
                    <a:pt x="556626" y="190976"/>
                  </a:moveTo>
                  <a:lnTo>
                    <a:pt x="575043" y="220305"/>
                  </a:lnTo>
                  <a:lnTo>
                    <a:pt x="580403" y="183916"/>
                  </a:lnTo>
                  <a:close/>
                  <a:moveTo>
                    <a:pt x="575273" y="220564"/>
                  </a:moveTo>
                  <a:lnTo>
                    <a:pt x="580403" y="183916"/>
                  </a:lnTo>
                  <a:lnTo>
                    <a:pt x="575043" y="220305"/>
                  </a:lnTo>
                  <a:close/>
                  <a:moveTo>
                    <a:pt x="608013" y="176288"/>
                  </a:moveTo>
                  <a:lnTo>
                    <a:pt x="580403" y="183916"/>
                  </a:lnTo>
                  <a:lnTo>
                    <a:pt x="575273" y="220564"/>
                  </a:lnTo>
                  <a:close/>
                  <a:moveTo>
                    <a:pt x="627966" y="204813"/>
                  </a:moveTo>
                  <a:lnTo>
                    <a:pt x="608013" y="176288"/>
                  </a:lnTo>
                  <a:lnTo>
                    <a:pt x="575273" y="220564"/>
                  </a:lnTo>
                  <a:close/>
                  <a:moveTo>
                    <a:pt x="632535" y="203488"/>
                  </a:moveTo>
                  <a:lnTo>
                    <a:pt x="654858" y="173359"/>
                  </a:lnTo>
                  <a:lnTo>
                    <a:pt x="627966" y="204813"/>
                  </a:lnTo>
                  <a:close/>
                  <a:moveTo>
                    <a:pt x="595000" y="170345"/>
                  </a:moveTo>
                  <a:lnTo>
                    <a:pt x="580403" y="183916"/>
                  </a:lnTo>
                  <a:lnTo>
                    <a:pt x="608013" y="176288"/>
                  </a:lnTo>
                  <a:close/>
                  <a:moveTo>
                    <a:pt x="654858" y="173359"/>
                  </a:moveTo>
                  <a:lnTo>
                    <a:pt x="632535" y="203488"/>
                  </a:lnTo>
                  <a:lnTo>
                    <a:pt x="679729" y="189819"/>
                  </a:lnTo>
                  <a:close/>
                  <a:moveTo>
                    <a:pt x="786384" y="186304"/>
                  </a:moveTo>
                  <a:lnTo>
                    <a:pt x="799050" y="218826"/>
                  </a:lnTo>
                  <a:lnTo>
                    <a:pt x="836582" y="205876"/>
                  </a:lnTo>
                  <a:close/>
                  <a:moveTo>
                    <a:pt x="822111" y="169121"/>
                  </a:moveTo>
                  <a:lnTo>
                    <a:pt x="858102" y="197905"/>
                  </a:lnTo>
                  <a:lnTo>
                    <a:pt x="852482" y="157728"/>
                  </a:lnTo>
                  <a:close/>
                  <a:moveTo>
                    <a:pt x="822111" y="169121"/>
                  </a:moveTo>
                  <a:lnTo>
                    <a:pt x="836582" y="205876"/>
                  </a:lnTo>
                  <a:lnTo>
                    <a:pt x="858102" y="197905"/>
                  </a:lnTo>
                  <a:close/>
                  <a:moveTo>
                    <a:pt x="878374" y="188693"/>
                  </a:moveTo>
                  <a:lnTo>
                    <a:pt x="867841" y="151938"/>
                  </a:lnTo>
                  <a:lnTo>
                    <a:pt x="858102" y="197905"/>
                  </a:lnTo>
                  <a:close/>
                  <a:moveTo>
                    <a:pt x="867841" y="151938"/>
                  </a:moveTo>
                  <a:lnTo>
                    <a:pt x="852482" y="157728"/>
                  </a:lnTo>
                  <a:lnTo>
                    <a:pt x="858102" y="197905"/>
                  </a:lnTo>
                  <a:close/>
                  <a:moveTo>
                    <a:pt x="816752" y="132366"/>
                  </a:moveTo>
                  <a:lnTo>
                    <a:pt x="822111" y="169121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870916" y="115183"/>
                  </a:lnTo>
                  <a:lnTo>
                    <a:pt x="852482" y="157728"/>
                  </a:lnTo>
                  <a:close/>
                  <a:moveTo>
                    <a:pt x="867841" y="151938"/>
                  </a:moveTo>
                  <a:lnTo>
                    <a:pt x="916327" y="177658"/>
                  </a:lnTo>
                  <a:lnTo>
                    <a:pt x="906089" y="141234"/>
                  </a:lnTo>
                  <a:close/>
                  <a:moveTo>
                    <a:pt x="867841" y="151938"/>
                  </a:moveTo>
                  <a:lnTo>
                    <a:pt x="878374" y="188693"/>
                  </a:lnTo>
                  <a:lnTo>
                    <a:pt x="916327" y="177658"/>
                  </a:lnTo>
                  <a:close/>
                  <a:moveTo>
                    <a:pt x="950130" y="171509"/>
                  </a:moveTo>
                  <a:lnTo>
                    <a:pt x="954394" y="160984"/>
                  </a:lnTo>
                  <a:lnTo>
                    <a:pt x="916327" y="177658"/>
                  </a:lnTo>
                  <a:close/>
                  <a:moveTo>
                    <a:pt x="870916" y="115183"/>
                  </a:moveTo>
                  <a:lnTo>
                    <a:pt x="906089" y="141234"/>
                  </a:lnTo>
                  <a:lnTo>
                    <a:pt x="893540" y="106689"/>
                  </a:lnTo>
                  <a:close/>
                  <a:moveTo>
                    <a:pt x="870916" y="115183"/>
                  </a:moveTo>
                  <a:lnTo>
                    <a:pt x="867841" y="151938"/>
                  </a:lnTo>
                  <a:lnTo>
                    <a:pt x="906089" y="141234"/>
                  </a:lnTo>
                  <a:close/>
                  <a:moveTo>
                    <a:pt x="884496" y="61245"/>
                  </a:moveTo>
                  <a:lnTo>
                    <a:pt x="893540" y="106689"/>
                  </a:lnTo>
                  <a:lnTo>
                    <a:pt x="899019" y="78522"/>
                  </a:lnTo>
                  <a:close/>
                  <a:moveTo>
                    <a:pt x="884496" y="61245"/>
                  </a:moveTo>
                  <a:lnTo>
                    <a:pt x="899019" y="78522"/>
                  </a:lnTo>
                  <a:lnTo>
                    <a:pt x="900962" y="55908"/>
                  </a:lnTo>
                  <a:close/>
                  <a:moveTo>
                    <a:pt x="888483" y="39131"/>
                  </a:moveTo>
                  <a:lnTo>
                    <a:pt x="884496" y="61245"/>
                  </a:lnTo>
                  <a:lnTo>
                    <a:pt x="900962" y="55908"/>
                  </a:lnTo>
                  <a:close/>
                  <a:moveTo>
                    <a:pt x="948156" y="44628"/>
                  </a:moveTo>
                  <a:lnTo>
                    <a:pt x="900962" y="55908"/>
                  </a:lnTo>
                  <a:lnTo>
                    <a:pt x="899019" y="78522"/>
                  </a:lnTo>
                  <a:close/>
                  <a:moveTo>
                    <a:pt x="922592" y="7306"/>
                  </a:moveTo>
                  <a:lnTo>
                    <a:pt x="948187" y="41568"/>
                  </a:lnTo>
                  <a:lnTo>
                    <a:pt x="948010" y="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54" name="Input_density__193">
              <a:extLst>
                <a:ext uri="{FF2B5EF4-FFF2-40B4-BE49-F238E27FC236}">
                  <a16:creationId xmlns:a16="http://schemas.microsoft.com/office/drawing/2014/main" id="{D01F5EA3-8A34-BAF0-3E8A-3868002F7BE1}"/>
                </a:ext>
              </a:extLst>
            </p:cNvPr>
            <p:cNvSpPr>
              <a:spLocks noGrp="1"/>
            </p:cNvSpPr>
            <p:nvPr/>
          </p:nvSpPr>
          <p:spPr>
            <a:xfrm>
              <a:off x="1103132" y="2039506"/>
              <a:ext cx="270012" cy="196937"/>
            </a:xfrm>
            <a:custGeom>
              <a:avLst/>
              <a:gdLst/>
              <a:ahLst/>
              <a:cxnLst/>
              <a:rect l="0" t="0" r="0" b="0"/>
              <a:pathLst>
                <a:path w="270012" h="196937">
                  <a:moveTo>
                    <a:pt x="0" y="176956"/>
                  </a:moveTo>
                  <a:lnTo>
                    <a:pt x="41035" y="193744"/>
                  </a:lnTo>
                  <a:lnTo>
                    <a:pt x="26295" y="196937"/>
                  </a:lnTo>
                  <a:close/>
                  <a:moveTo>
                    <a:pt x="26295" y="196937"/>
                  </a:moveTo>
                  <a:lnTo>
                    <a:pt x="2872" y="193744"/>
                  </a:lnTo>
                  <a:lnTo>
                    <a:pt x="0" y="176956"/>
                  </a:lnTo>
                  <a:close/>
                  <a:moveTo>
                    <a:pt x="257641" y="36309"/>
                  </a:moveTo>
                  <a:lnTo>
                    <a:pt x="270012" y="0"/>
                  </a:lnTo>
                  <a:lnTo>
                    <a:pt x="252168" y="51501"/>
                  </a:lnTo>
                  <a:close/>
                  <a:moveTo>
                    <a:pt x="270012" y="0"/>
                  </a:moveTo>
                  <a:lnTo>
                    <a:pt x="257641" y="36309"/>
                  </a:lnTo>
                  <a:lnTo>
                    <a:pt x="269592" y="14746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55" name="Input_density__194">
              <a:extLst>
                <a:ext uri="{FF2B5EF4-FFF2-40B4-BE49-F238E27FC236}">
                  <a16:creationId xmlns:a16="http://schemas.microsoft.com/office/drawing/2014/main" id="{24CFE304-5DBE-A127-A4B3-62B48839954D}"/>
                </a:ext>
              </a:extLst>
            </p:cNvPr>
            <p:cNvSpPr>
              <a:spLocks noGrp="1"/>
            </p:cNvSpPr>
            <p:nvPr/>
          </p:nvSpPr>
          <p:spPr>
            <a:xfrm>
              <a:off x="588542" y="1916131"/>
              <a:ext cx="774606" cy="362685"/>
            </a:xfrm>
            <a:custGeom>
              <a:avLst/>
              <a:gdLst/>
              <a:ahLst/>
              <a:cxnLst/>
              <a:rect l="0" t="0" r="0" b="0"/>
              <a:pathLst>
                <a:path w="774606" h="362685">
                  <a:moveTo>
                    <a:pt x="8712" y="236445"/>
                  </a:moveTo>
                  <a:lnTo>
                    <a:pt x="0" y="253628"/>
                  </a:lnTo>
                  <a:lnTo>
                    <a:pt x="20989" y="273200"/>
                  </a:lnTo>
                  <a:close/>
                  <a:moveTo>
                    <a:pt x="20989" y="273200"/>
                  </a:moveTo>
                  <a:lnTo>
                    <a:pt x="46510" y="309955"/>
                  </a:lnTo>
                  <a:lnTo>
                    <a:pt x="57152" y="292771"/>
                  </a:lnTo>
                  <a:close/>
                  <a:moveTo>
                    <a:pt x="200917" y="272842"/>
                  </a:moveTo>
                  <a:lnTo>
                    <a:pt x="181986" y="261144"/>
                  </a:lnTo>
                  <a:lnTo>
                    <a:pt x="223564" y="276681"/>
                  </a:lnTo>
                  <a:close/>
                  <a:moveTo>
                    <a:pt x="200917" y="272842"/>
                  </a:moveTo>
                  <a:lnTo>
                    <a:pt x="205605" y="275588"/>
                  </a:lnTo>
                  <a:lnTo>
                    <a:pt x="195777" y="268999"/>
                  </a:lnTo>
                  <a:close/>
                  <a:moveTo>
                    <a:pt x="225343" y="235326"/>
                  </a:moveTo>
                  <a:lnTo>
                    <a:pt x="251864" y="257914"/>
                  </a:lnTo>
                  <a:lnTo>
                    <a:pt x="229821" y="221650"/>
                  </a:lnTo>
                  <a:close/>
                  <a:moveTo>
                    <a:pt x="229821" y="221650"/>
                  </a:moveTo>
                  <a:lnTo>
                    <a:pt x="251864" y="257914"/>
                  </a:lnTo>
                  <a:lnTo>
                    <a:pt x="252520" y="241221"/>
                  </a:lnTo>
                  <a:close/>
                  <a:moveTo>
                    <a:pt x="242536" y="204466"/>
                  </a:moveTo>
                  <a:lnTo>
                    <a:pt x="229821" y="221650"/>
                  </a:lnTo>
                  <a:lnTo>
                    <a:pt x="252520" y="241221"/>
                  </a:lnTo>
                  <a:close/>
                  <a:moveTo>
                    <a:pt x="206043" y="89686"/>
                  </a:moveTo>
                  <a:lnTo>
                    <a:pt x="174084" y="88580"/>
                  </a:lnTo>
                  <a:lnTo>
                    <a:pt x="223480" y="83951"/>
                  </a:lnTo>
                  <a:close/>
                  <a:moveTo>
                    <a:pt x="464253" y="280365"/>
                  </a:moveTo>
                  <a:lnTo>
                    <a:pt x="449991" y="307957"/>
                  </a:lnTo>
                  <a:lnTo>
                    <a:pt x="469864" y="286050"/>
                  </a:lnTo>
                  <a:close/>
                  <a:moveTo>
                    <a:pt x="464253" y="280365"/>
                  </a:moveTo>
                  <a:lnTo>
                    <a:pt x="425516" y="244816"/>
                  </a:lnTo>
                  <a:lnTo>
                    <a:pt x="409070" y="279536"/>
                  </a:lnTo>
                  <a:close/>
                  <a:moveTo>
                    <a:pt x="337192" y="135375"/>
                  </a:moveTo>
                  <a:lnTo>
                    <a:pt x="328571" y="131508"/>
                  </a:lnTo>
                  <a:lnTo>
                    <a:pt x="359901" y="124072"/>
                  </a:lnTo>
                  <a:close/>
                  <a:moveTo>
                    <a:pt x="388027" y="104654"/>
                  </a:moveTo>
                  <a:lnTo>
                    <a:pt x="337192" y="135375"/>
                  </a:lnTo>
                  <a:lnTo>
                    <a:pt x="359901" y="124072"/>
                  </a:lnTo>
                  <a:close/>
                  <a:moveTo>
                    <a:pt x="631663" y="345435"/>
                  </a:moveTo>
                  <a:lnTo>
                    <a:pt x="597637" y="346009"/>
                  </a:lnTo>
                  <a:lnTo>
                    <a:pt x="590319" y="362685"/>
                  </a:lnTo>
                  <a:close/>
                  <a:moveTo>
                    <a:pt x="588489" y="40218"/>
                  </a:moveTo>
                  <a:lnTo>
                    <a:pt x="645028" y="57823"/>
                  </a:lnTo>
                  <a:lnTo>
                    <a:pt x="610825" y="27856"/>
                  </a:lnTo>
                  <a:close/>
                  <a:moveTo>
                    <a:pt x="687464" y="84183"/>
                  </a:moveTo>
                  <a:lnTo>
                    <a:pt x="681052" y="67934"/>
                  </a:lnTo>
                  <a:lnTo>
                    <a:pt x="700960" y="92451"/>
                  </a:lnTo>
                  <a:close/>
                  <a:moveTo>
                    <a:pt x="679572" y="47428"/>
                  </a:moveTo>
                  <a:lnTo>
                    <a:pt x="677826" y="64611"/>
                  </a:lnTo>
                  <a:lnTo>
                    <a:pt x="687464" y="84183"/>
                  </a:lnTo>
                  <a:close/>
                  <a:moveTo>
                    <a:pt x="679572" y="47428"/>
                  </a:moveTo>
                  <a:lnTo>
                    <a:pt x="665243" y="37193"/>
                  </a:lnTo>
                  <a:lnTo>
                    <a:pt x="645028" y="57823"/>
                  </a:lnTo>
                  <a:close/>
                  <a:moveTo>
                    <a:pt x="709089" y="41095"/>
                  </a:moveTo>
                  <a:lnTo>
                    <a:pt x="737408" y="57855"/>
                  </a:lnTo>
                  <a:lnTo>
                    <a:pt x="726066" y="47428"/>
                  </a:lnTo>
                  <a:close/>
                  <a:moveTo>
                    <a:pt x="750330" y="79402"/>
                  </a:moveTo>
                  <a:lnTo>
                    <a:pt x="737408" y="57855"/>
                  </a:lnTo>
                  <a:lnTo>
                    <a:pt x="709089" y="41095"/>
                  </a:lnTo>
                  <a:close/>
                  <a:moveTo>
                    <a:pt x="750330" y="79402"/>
                  </a:moveTo>
                  <a:lnTo>
                    <a:pt x="774606" y="84183"/>
                  </a:lnTo>
                  <a:lnTo>
                    <a:pt x="737408" y="57855"/>
                  </a:lnTo>
                  <a:close/>
                  <a:moveTo>
                    <a:pt x="709089" y="41095"/>
                  </a:moveTo>
                  <a:lnTo>
                    <a:pt x="726066" y="47428"/>
                  </a:lnTo>
                  <a:lnTo>
                    <a:pt x="732435" y="4456"/>
                  </a:lnTo>
                  <a:close/>
                  <a:moveTo>
                    <a:pt x="704597" y="0"/>
                  </a:moveTo>
                  <a:lnTo>
                    <a:pt x="709089" y="41095"/>
                  </a:lnTo>
                  <a:lnTo>
                    <a:pt x="732435" y="4456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56" name="Input_density__195">
              <a:extLst>
                <a:ext uri="{FF2B5EF4-FFF2-40B4-BE49-F238E27FC236}">
                  <a16:creationId xmlns:a16="http://schemas.microsoft.com/office/drawing/2014/main" id="{0E66D001-EFE2-6E3F-24D6-E333D12B0119}"/>
                </a:ext>
              </a:extLst>
            </p:cNvPr>
            <p:cNvSpPr>
              <a:spLocks noGrp="1"/>
            </p:cNvSpPr>
            <p:nvPr/>
          </p:nvSpPr>
          <p:spPr>
            <a:xfrm>
              <a:off x="613589" y="1956349"/>
              <a:ext cx="764241" cy="406739"/>
            </a:xfrm>
            <a:custGeom>
              <a:avLst/>
              <a:gdLst/>
              <a:ahLst/>
              <a:cxnLst/>
              <a:rect l="0" t="0" r="0" b="0"/>
              <a:pathLst>
                <a:path w="764241" h="406739">
                  <a:moveTo>
                    <a:pt x="21464" y="269737"/>
                  </a:moveTo>
                  <a:lnTo>
                    <a:pt x="23626" y="275131"/>
                  </a:lnTo>
                  <a:lnTo>
                    <a:pt x="32865" y="279470"/>
                  </a:lnTo>
                  <a:close/>
                  <a:moveTo>
                    <a:pt x="21464" y="269737"/>
                  </a:moveTo>
                  <a:lnTo>
                    <a:pt x="0" y="249592"/>
                  </a:lnTo>
                  <a:lnTo>
                    <a:pt x="23626" y="275131"/>
                  </a:lnTo>
                  <a:close/>
                  <a:moveTo>
                    <a:pt x="82798" y="298861"/>
                  </a:moveTo>
                  <a:lnTo>
                    <a:pt x="72951" y="289309"/>
                  </a:lnTo>
                  <a:lnTo>
                    <a:pt x="70784" y="296666"/>
                  </a:lnTo>
                  <a:close/>
                  <a:moveTo>
                    <a:pt x="70784" y="296666"/>
                  </a:moveTo>
                  <a:lnTo>
                    <a:pt x="72951" y="289309"/>
                  </a:lnTo>
                  <a:lnTo>
                    <a:pt x="58602" y="279489"/>
                  </a:lnTo>
                  <a:close/>
                  <a:moveTo>
                    <a:pt x="70784" y="296666"/>
                  </a:moveTo>
                  <a:lnTo>
                    <a:pt x="58602" y="279489"/>
                  </a:lnTo>
                  <a:lnTo>
                    <a:pt x="32865" y="279470"/>
                  </a:lnTo>
                  <a:close/>
                  <a:moveTo>
                    <a:pt x="82798" y="298861"/>
                  </a:moveTo>
                  <a:lnTo>
                    <a:pt x="130801" y="326064"/>
                  </a:lnTo>
                  <a:lnTo>
                    <a:pt x="98833" y="305331"/>
                  </a:lnTo>
                  <a:close/>
                  <a:moveTo>
                    <a:pt x="72951" y="289309"/>
                  </a:moveTo>
                  <a:lnTo>
                    <a:pt x="82798" y="298861"/>
                  </a:lnTo>
                  <a:lnTo>
                    <a:pt x="98833" y="305331"/>
                  </a:lnTo>
                  <a:close/>
                  <a:moveTo>
                    <a:pt x="217490" y="164249"/>
                  </a:moveTo>
                  <a:lnTo>
                    <a:pt x="184856" y="144677"/>
                  </a:lnTo>
                  <a:lnTo>
                    <a:pt x="204774" y="181432"/>
                  </a:lnTo>
                  <a:close/>
                  <a:moveTo>
                    <a:pt x="349678" y="235483"/>
                  </a:moveTo>
                  <a:lnTo>
                    <a:pt x="330798" y="261104"/>
                  </a:lnTo>
                  <a:lnTo>
                    <a:pt x="384023" y="239318"/>
                  </a:lnTo>
                  <a:close/>
                  <a:moveTo>
                    <a:pt x="409916" y="257330"/>
                  </a:moveTo>
                  <a:lnTo>
                    <a:pt x="384023" y="239318"/>
                  </a:lnTo>
                  <a:lnTo>
                    <a:pt x="414795" y="263318"/>
                  </a:lnTo>
                  <a:close/>
                  <a:moveTo>
                    <a:pt x="409916" y="257330"/>
                  </a:moveTo>
                  <a:lnTo>
                    <a:pt x="414795" y="263318"/>
                  </a:lnTo>
                  <a:lnTo>
                    <a:pt x="424944" y="267739"/>
                  </a:lnTo>
                  <a:close/>
                  <a:moveTo>
                    <a:pt x="557767" y="276902"/>
                  </a:moveTo>
                  <a:lnTo>
                    <a:pt x="575235" y="263506"/>
                  </a:lnTo>
                  <a:lnTo>
                    <a:pt x="572701" y="260955"/>
                  </a:lnTo>
                  <a:close/>
                  <a:moveTo>
                    <a:pt x="530324" y="259719"/>
                  </a:moveTo>
                  <a:lnTo>
                    <a:pt x="521746" y="284304"/>
                  </a:lnTo>
                  <a:lnTo>
                    <a:pt x="543213" y="268357"/>
                  </a:lnTo>
                  <a:close/>
                  <a:moveTo>
                    <a:pt x="492415" y="276902"/>
                  </a:moveTo>
                  <a:lnTo>
                    <a:pt x="530324" y="259719"/>
                  </a:lnTo>
                  <a:lnTo>
                    <a:pt x="486195" y="275961"/>
                  </a:lnTo>
                  <a:close/>
                  <a:moveTo>
                    <a:pt x="662730" y="406739"/>
                  </a:moveTo>
                  <a:lnTo>
                    <a:pt x="688838" y="399703"/>
                  </a:lnTo>
                  <a:lnTo>
                    <a:pt x="640849" y="369984"/>
                  </a:lnTo>
                  <a:close/>
                  <a:moveTo>
                    <a:pt x="610144" y="269449"/>
                  </a:moveTo>
                  <a:lnTo>
                    <a:pt x="613207" y="255113"/>
                  </a:lnTo>
                  <a:lnTo>
                    <a:pt x="605121" y="279036"/>
                  </a:lnTo>
                  <a:close/>
                  <a:moveTo>
                    <a:pt x="563442" y="0"/>
                  </a:moveTo>
                  <a:lnTo>
                    <a:pt x="569953" y="41577"/>
                  </a:lnTo>
                  <a:lnTo>
                    <a:pt x="619982" y="17605"/>
                  </a:lnTo>
                  <a:close/>
                  <a:moveTo>
                    <a:pt x="757409" y="192055"/>
                  </a:moveTo>
                  <a:lnTo>
                    <a:pt x="761458" y="244923"/>
                  </a:lnTo>
                  <a:lnTo>
                    <a:pt x="764241" y="208168"/>
                  </a:lnTo>
                  <a:close/>
                  <a:moveTo>
                    <a:pt x="748034" y="110183"/>
                  </a:moveTo>
                  <a:lnTo>
                    <a:pt x="761264" y="154230"/>
                  </a:lnTo>
                  <a:lnTo>
                    <a:pt x="757788" y="117475"/>
                  </a:lnTo>
                  <a:close/>
                  <a:moveTo>
                    <a:pt x="743452" y="69161"/>
                  </a:moveTo>
                  <a:lnTo>
                    <a:pt x="757788" y="117475"/>
                  </a:lnTo>
                  <a:lnTo>
                    <a:pt x="760382" y="80720"/>
                  </a:lnTo>
                  <a:close/>
                  <a:moveTo>
                    <a:pt x="743452" y="69161"/>
                  </a:moveTo>
                  <a:lnTo>
                    <a:pt x="748034" y="110183"/>
                  </a:lnTo>
                  <a:lnTo>
                    <a:pt x="757788" y="117475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57" name="Input_density__196">
              <a:extLst>
                <a:ext uri="{FF2B5EF4-FFF2-40B4-BE49-F238E27FC236}">
                  <a16:creationId xmlns:a16="http://schemas.microsoft.com/office/drawing/2014/main" id="{700FCDA2-5D9B-A89C-B122-ED3916EF9A95}"/>
                </a:ext>
              </a:extLst>
            </p:cNvPr>
            <p:cNvSpPr>
              <a:spLocks noGrp="1"/>
            </p:cNvSpPr>
            <p:nvPr/>
          </p:nvSpPr>
          <p:spPr>
            <a:xfrm>
              <a:off x="609531" y="1956349"/>
              <a:ext cx="764440" cy="279470"/>
            </a:xfrm>
            <a:custGeom>
              <a:avLst/>
              <a:gdLst/>
              <a:ahLst/>
              <a:cxnLst/>
              <a:rect l="0" t="0" r="0" b="0"/>
              <a:pathLst>
                <a:path w="764440" h="279470">
                  <a:moveTo>
                    <a:pt x="25522" y="269737"/>
                  </a:moveTo>
                  <a:lnTo>
                    <a:pt x="0" y="232982"/>
                  </a:lnTo>
                  <a:lnTo>
                    <a:pt x="4058" y="249592"/>
                  </a:lnTo>
                  <a:close/>
                  <a:moveTo>
                    <a:pt x="36163" y="252554"/>
                  </a:moveTo>
                  <a:lnTo>
                    <a:pt x="25522" y="269737"/>
                  </a:lnTo>
                  <a:lnTo>
                    <a:pt x="36923" y="279470"/>
                  </a:lnTo>
                  <a:close/>
                  <a:moveTo>
                    <a:pt x="133074" y="198616"/>
                  </a:moveTo>
                  <a:lnTo>
                    <a:pt x="133301" y="198696"/>
                  </a:lnTo>
                  <a:lnTo>
                    <a:pt x="132781" y="196301"/>
                  </a:lnTo>
                  <a:close/>
                  <a:moveTo>
                    <a:pt x="157028" y="206495"/>
                  </a:moveTo>
                  <a:lnTo>
                    <a:pt x="133301" y="198696"/>
                  </a:lnTo>
                  <a:lnTo>
                    <a:pt x="174788" y="228781"/>
                  </a:lnTo>
                  <a:close/>
                  <a:moveTo>
                    <a:pt x="133301" y="198696"/>
                  </a:moveTo>
                  <a:lnTo>
                    <a:pt x="133483" y="198923"/>
                  </a:lnTo>
                  <a:lnTo>
                    <a:pt x="174788" y="228781"/>
                  </a:lnTo>
                  <a:close/>
                  <a:moveTo>
                    <a:pt x="133483" y="198923"/>
                  </a:moveTo>
                  <a:lnTo>
                    <a:pt x="133301" y="198696"/>
                  </a:lnTo>
                  <a:lnTo>
                    <a:pt x="133074" y="198616"/>
                  </a:lnTo>
                  <a:close/>
                  <a:moveTo>
                    <a:pt x="146746" y="218187"/>
                  </a:moveTo>
                  <a:lnTo>
                    <a:pt x="133483" y="198923"/>
                  </a:lnTo>
                  <a:lnTo>
                    <a:pt x="133074" y="198616"/>
                  </a:lnTo>
                  <a:close/>
                  <a:moveTo>
                    <a:pt x="160997" y="220927"/>
                  </a:moveTo>
                  <a:lnTo>
                    <a:pt x="174788" y="228781"/>
                  </a:lnTo>
                  <a:lnTo>
                    <a:pt x="133483" y="198923"/>
                  </a:lnTo>
                  <a:close/>
                  <a:moveTo>
                    <a:pt x="160997" y="220927"/>
                  </a:moveTo>
                  <a:lnTo>
                    <a:pt x="179928" y="232624"/>
                  </a:lnTo>
                  <a:lnTo>
                    <a:pt x="174788" y="228781"/>
                  </a:lnTo>
                  <a:close/>
                  <a:moveTo>
                    <a:pt x="204354" y="195108"/>
                  </a:moveTo>
                  <a:lnTo>
                    <a:pt x="232273" y="218187"/>
                  </a:lnTo>
                  <a:lnTo>
                    <a:pt x="230875" y="217696"/>
                  </a:lnTo>
                  <a:close/>
                  <a:moveTo>
                    <a:pt x="120761" y="29903"/>
                  </a:moveTo>
                  <a:lnTo>
                    <a:pt x="143279" y="43134"/>
                  </a:lnTo>
                  <a:lnTo>
                    <a:pt x="156899" y="71167"/>
                  </a:lnTo>
                  <a:close/>
                  <a:moveTo>
                    <a:pt x="443264" y="240147"/>
                  </a:moveTo>
                  <a:lnTo>
                    <a:pt x="413974" y="257330"/>
                  </a:lnTo>
                  <a:lnTo>
                    <a:pt x="429002" y="267739"/>
                  </a:lnTo>
                  <a:close/>
                  <a:moveTo>
                    <a:pt x="413974" y="257330"/>
                  </a:moveTo>
                  <a:lnTo>
                    <a:pt x="443264" y="240147"/>
                  </a:lnTo>
                  <a:lnTo>
                    <a:pt x="388081" y="239318"/>
                  </a:lnTo>
                  <a:close/>
                  <a:moveTo>
                    <a:pt x="448875" y="245832"/>
                  </a:moveTo>
                  <a:lnTo>
                    <a:pt x="429002" y="267739"/>
                  </a:lnTo>
                  <a:lnTo>
                    <a:pt x="490253" y="275961"/>
                  </a:lnTo>
                  <a:close/>
                  <a:moveTo>
                    <a:pt x="557123" y="26095"/>
                  </a:moveTo>
                  <a:lnTo>
                    <a:pt x="595800" y="66487"/>
                  </a:lnTo>
                  <a:lnTo>
                    <a:pt x="576599" y="37350"/>
                  </a:lnTo>
                  <a:close/>
                  <a:moveTo>
                    <a:pt x="557123" y="26095"/>
                  </a:moveTo>
                  <a:lnTo>
                    <a:pt x="576599" y="37350"/>
                  </a:lnTo>
                  <a:lnTo>
                    <a:pt x="567500" y="0"/>
                  </a:lnTo>
                  <a:close/>
                  <a:moveTo>
                    <a:pt x="656837" y="24393"/>
                  </a:moveTo>
                  <a:lnTo>
                    <a:pt x="660064" y="27716"/>
                  </a:lnTo>
                  <a:lnTo>
                    <a:pt x="666475" y="43965"/>
                  </a:lnTo>
                  <a:close/>
                  <a:moveTo>
                    <a:pt x="656837" y="24393"/>
                  </a:moveTo>
                  <a:lnTo>
                    <a:pt x="658584" y="7210"/>
                  </a:lnTo>
                  <a:lnTo>
                    <a:pt x="624040" y="17605"/>
                  </a:lnTo>
                  <a:close/>
                  <a:moveTo>
                    <a:pt x="729341" y="39185"/>
                  </a:moveTo>
                  <a:lnTo>
                    <a:pt x="764440" y="80720"/>
                  </a:lnTo>
                  <a:lnTo>
                    <a:pt x="753617" y="43965"/>
                  </a:lnTo>
                  <a:close/>
                  <a:moveTo>
                    <a:pt x="729341" y="39185"/>
                  </a:moveTo>
                  <a:lnTo>
                    <a:pt x="747510" y="69161"/>
                  </a:lnTo>
                  <a:lnTo>
                    <a:pt x="764440" y="8072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58" name="Input_density__197">
              <a:extLst>
                <a:ext uri="{FF2B5EF4-FFF2-40B4-BE49-F238E27FC236}">
                  <a16:creationId xmlns:a16="http://schemas.microsoft.com/office/drawing/2014/main" id="{B4289923-B585-AB3F-CF0A-7F1B69148DB1}"/>
                </a:ext>
              </a:extLst>
            </p:cNvPr>
            <p:cNvSpPr>
              <a:spLocks noGrp="1"/>
            </p:cNvSpPr>
            <p:nvPr/>
          </p:nvSpPr>
          <p:spPr>
            <a:xfrm>
              <a:off x="684372" y="2037069"/>
              <a:ext cx="695114" cy="251059"/>
            </a:xfrm>
            <a:custGeom>
              <a:avLst/>
              <a:gdLst/>
              <a:ahLst/>
              <a:cxnLst/>
              <a:rect l="0" t="0" r="0" b="0"/>
              <a:pathLst>
                <a:path w="695114" h="251059">
                  <a:moveTo>
                    <a:pt x="0" y="215946"/>
                  </a:moveTo>
                  <a:lnTo>
                    <a:pt x="34284" y="219551"/>
                  </a:lnTo>
                  <a:lnTo>
                    <a:pt x="12015" y="218140"/>
                  </a:lnTo>
                  <a:close/>
                  <a:moveTo>
                    <a:pt x="60018" y="245344"/>
                  </a:moveTo>
                  <a:lnTo>
                    <a:pt x="62942" y="248573"/>
                  </a:lnTo>
                  <a:lnTo>
                    <a:pt x="68443" y="251059"/>
                  </a:lnTo>
                  <a:close/>
                  <a:moveTo>
                    <a:pt x="62942" y="248573"/>
                  </a:moveTo>
                  <a:lnTo>
                    <a:pt x="60018" y="245344"/>
                  </a:lnTo>
                  <a:lnTo>
                    <a:pt x="12015" y="218140"/>
                  </a:lnTo>
                  <a:close/>
                  <a:moveTo>
                    <a:pt x="38677" y="223553"/>
                  </a:moveTo>
                  <a:lnTo>
                    <a:pt x="62942" y="248573"/>
                  </a:lnTo>
                  <a:lnTo>
                    <a:pt x="12015" y="218140"/>
                  </a:lnTo>
                  <a:close/>
                  <a:moveTo>
                    <a:pt x="66926" y="100712"/>
                  </a:moveTo>
                  <a:lnTo>
                    <a:pt x="58232" y="117895"/>
                  </a:lnTo>
                  <a:lnTo>
                    <a:pt x="77911" y="94042"/>
                  </a:lnTo>
                  <a:close/>
                  <a:moveTo>
                    <a:pt x="58232" y="117895"/>
                  </a:moveTo>
                  <a:lnTo>
                    <a:pt x="57940" y="115581"/>
                  </a:lnTo>
                  <a:lnTo>
                    <a:pt x="77911" y="94042"/>
                  </a:lnTo>
                  <a:close/>
                  <a:moveTo>
                    <a:pt x="228730" y="187993"/>
                  </a:moveTo>
                  <a:lnTo>
                    <a:pt x="260015" y="180384"/>
                  </a:lnTo>
                  <a:lnTo>
                    <a:pt x="278894" y="154763"/>
                  </a:lnTo>
                  <a:close/>
                  <a:moveTo>
                    <a:pt x="260015" y="180384"/>
                  </a:moveTo>
                  <a:lnTo>
                    <a:pt x="291185" y="172349"/>
                  </a:lnTo>
                  <a:lnTo>
                    <a:pt x="313239" y="158598"/>
                  </a:lnTo>
                  <a:close/>
                  <a:moveTo>
                    <a:pt x="388517" y="190896"/>
                  </a:moveTo>
                  <a:lnTo>
                    <a:pt x="354161" y="187019"/>
                  </a:lnTo>
                  <a:lnTo>
                    <a:pt x="344012" y="182598"/>
                  </a:lnTo>
                  <a:close/>
                  <a:moveTo>
                    <a:pt x="354161" y="187019"/>
                  </a:moveTo>
                  <a:lnTo>
                    <a:pt x="388517" y="190896"/>
                  </a:lnTo>
                  <a:lnTo>
                    <a:pt x="415411" y="195241"/>
                  </a:lnTo>
                  <a:close/>
                  <a:moveTo>
                    <a:pt x="418760" y="179393"/>
                  </a:moveTo>
                  <a:lnTo>
                    <a:pt x="421631" y="196182"/>
                  </a:lnTo>
                  <a:lnTo>
                    <a:pt x="415411" y="195241"/>
                  </a:lnTo>
                  <a:close/>
                  <a:moveTo>
                    <a:pt x="421631" y="196182"/>
                  </a:moveTo>
                  <a:lnTo>
                    <a:pt x="445055" y="199374"/>
                  </a:lnTo>
                  <a:lnTo>
                    <a:pt x="450962" y="203583"/>
                  </a:lnTo>
                  <a:close/>
                  <a:moveTo>
                    <a:pt x="450962" y="203583"/>
                  </a:moveTo>
                  <a:lnTo>
                    <a:pt x="504451" y="182786"/>
                  </a:lnTo>
                  <a:lnTo>
                    <a:pt x="472429" y="187636"/>
                  </a:lnTo>
                  <a:close/>
                  <a:moveTo>
                    <a:pt x="459540" y="178998"/>
                  </a:moveTo>
                  <a:lnTo>
                    <a:pt x="421631" y="196182"/>
                  </a:lnTo>
                  <a:lnTo>
                    <a:pt x="450962" y="203583"/>
                  </a:lnTo>
                  <a:close/>
                  <a:moveTo>
                    <a:pt x="472429" y="187636"/>
                  </a:moveTo>
                  <a:lnTo>
                    <a:pt x="504451" y="182786"/>
                  </a:lnTo>
                  <a:lnTo>
                    <a:pt x="534337" y="198315"/>
                  </a:lnTo>
                  <a:close/>
                  <a:moveTo>
                    <a:pt x="534337" y="198315"/>
                  </a:moveTo>
                  <a:lnTo>
                    <a:pt x="542423" y="174392"/>
                  </a:lnTo>
                  <a:lnTo>
                    <a:pt x="540713" y="161815"/>
                  </a:lnTo>
                  <a:close/>
                  <a:moveTo>
                    <a:pt x="504451" y="182786"/>
                  </a:moveTo>
                  <a:lnTo>
                    <a:pt x="539361" y="188729"/>
                  </a:lnTo>
                  <a:lnTo>
                    <a:pt x="534337" y="198315"/>
                  </a:lnTo>
                  <a:close/>
                  <a:moveTo>
                    <a:pt x="542423" y="174392"/>
                  </a:moveTo>
                  <a:lnTo>
                    <a:pt x="533476" y="166730"/>
                  </a:lnTo>
                  <a:lnTo>
                    <a:pt x="540713" y="161815"/>
                  </a:lnTo>
                  <a:close/>
                  <a:moveTo>
                    <a:pt x="695114" y="131522"/>
                  </a:moveTo>
                  <a:lnTo>
                    <a:pt x="688315" y="92303"/>
                  </a:lnTo>
                  <a:lnTo>
                    <a:pt x="693457" y="127448"/>
                  </a:lnTo>
                  <a:close/>
                  <a:moveTo>
                    <a:pt x="688315" y="92303"/>
                  </a:moveTo>
                  <a:lnTo>
                    <a:pt x="687657" y="90693"/>
                  </a:lnTo>
                  <a:lnTo>
                    <a:pt x="693457" y="127448"/>
                  </a:lnTo>
                  <a:close/>
                  <a:moveTo>
                    <a:pt x="687657" y="90693"/>
                  </a:moveTo>
                  <a:lnTo>
                    <a:pt x="690481" y="73510"/>
                  </a:lnTo>
                  <a:lnTo>
                    <a:pt x="693457" y="127448"/>
                  </a:lnTo>
                  <a:close/>
                  <a:moveTo>
                    <a:pt x="690481" y="73510"/>
                  </a:moveTo>
                  <a:lnTo>
                    <a:pt x="687657" y="90693"/>
                  </a:lnTo>
                  <a:lnTo>
                    <a:pt x="670928" y="53938"/>
                  </a:lnTo>
                  <a:close/>
                  <a:moveTo>
                    <a:pt x="687004" y="36755"/>
                  </a:moveTo>
                  <a:lnTo>
                    <a:pt x="690481" y="73510"/>
                  </a:lnTo>
                  <a:lnTo>
                    <a:pt x="670928" y="53938"/>
                  </a:lnTo>
                  <a:close/>
                  <a:moveTo>
                    <a:pt x="670928" y="53938"/>
                  </a:moveTo>
                  <a:lnTo>
                    <a:pt x="689598" y="0"/>
                  </a:lnTo>
                  <a:lnTo>
                    <a:pt x="687004" y="36755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59" name="Input_density__198">
              <a:extLst>
                <a:ext uri="{FF2B5EF4-FFF2-40B4-BE49-F238E27FC236}">
                  <a16:creationId xmlns:a16="http://schemas.microsoft.com/office/drawing/2014/main" id="{FA4A45D4-1CB7-C191-3D61-7A5FC6BAD4D1}"/>
                </a:ext>
              </a:extLst>
            </p:cNvPr>
            <p:cNvSpPr>
              <a:spLocks noGrp="1"/>
            </p:cNvSpPr>
            <p:nvPr/>
          </p:nvSpPr>
          <p:spPr>
            <a:xfrm>
              <a:off x="592137" y="1894160"/>
              <a:ext cx="746735" cy="418539"/>
            </a:xfrm>
            <a:custGeom>
              <a:avLst/>
              <a:gdLst/>
              <a:ahLst/>
              <a:cxnLst/>
              <a:rect l="0" t="0" r="0" b="0"/>
              <a:pathLst>
                <a:path w="746735" h="418539">
                  <a:moveTo>
                    <a:pt x="35157" y="277988"/>
                  </a:moveTo>
                  <a:lnTo>
                    <a:pt x="13832" y="246140"/>
                  </a:lnTo>
                  <a:lnTo>
                    <a:pt x="5117" y="258416"/>
                  </a:lnTo>
                  <a:close/>
                  <a:moveTo>
                    <a:pt x="35157" y="277988"/>
                  </a:moveTo>
                  <a:lnTo>
                    <a:pt x="5117" y="258416"/>
                  </a:lnTo>
                  <a:lnTo>
                    <a:pt x="17393" y="295171"/>
                  </a:lnTo>
                  <a:close/>
                  <a:moveTo>
                    <a:pt x="0" y="221661"/>
                  </a:moveTo>
                  <a:lnTo>
                    <a:pt x="5117" y="258416"/>
                  </a:lnTo>
                  <a:lnTo>
                    <a:pt x="7659" y="206411"/>
                  </a:lnTo>
                  <a:close/>
                  <a:moveTo>
                    <a:pt x="5117" y="258416"/>
                  </a:moveTo>
                  <a:lnTo>
                    <a:pt x="13832" y="246140"/>
                  </a:lnTo>
                  <a:lnTo>
                    <a:pt x="7659" y="206411"/>
                  </a:lnTo>
                  <a:close/>
                  <a:moveTo>
                    <a:pt x="7659" y="206411"/>
                  </a:moveTo>
                  <a:lnTo>
                    <a:pt x="9415" y="202151"/>
                  </a:lnTo>
                  <a:lnTo>
                    <a:pt x="0" y="221661"/>
                  </a:lnTo>
                  <a:close/>
                  <a:moveTo>
                    <a:pt x="0" y="221661"/>
                  </a:moveTo>
                  <a:lnTo>
                    <a:pt x="9415" y="202151"/>
                  </a:lnTo>
                  <a:lnTo>
                    <a:pt x="14646" y="167723"/>
                  </a:lnTo>
                  <a:close/>
                  <a:moveTo>
                    <a:pt x="17585" y="241233"/>
                  </a:moveTo>
                  <a:lnTo>
                    <a:pt x="7659" y="206411"/>
                  </a:lnTo>
                  <a:lnTo>
                    <a:pt x="13832" y="246140"/>
                  </a:lnTo>
                  <a:close/>
                  <a:moveTo>
                    <a:pt x="17585" y="241233"/>
                  </a:moveTo>
                  <a:lnTo>
                    <a:pt x="9185" y="204478"/>
                  </a:lnTo>
                  <a:lnTo>
                    <a:pt x="7659" y="206411"/>
                  </a:lnTo>
                  <a:close/>
                  <a:moveTo>
                    <a:pt x="9415" y="202151"/>
                  </a:moveTo>
                  <a:lnTo>
                    <a:pt x="7659" y="206411"/>
                  </a:lnTo>
                  <a:lnTo>
                    <a:pt x="9185" y="204478"/>
                  </a:lnTo>
                  <a:close/>
                  <a:moveTo>
                    <a:pt x="160672" y="105323"/>
                  </a:moveTo>
                  <a:lnTo>
                    <a:pt x="103141" y="111007"/>
                  </a:lnTo>
                  <a:lnTo>
                    <a:pt x="150826" y="116173"/>
                  </a:lnTo>
                  <a:close/>
                  <a:moveTo>
                    <a:pt x="170488" y="110552"/>
                  </a:moveTo>
                  <a:lnTo>
                    <a:pt x="195321" y="110293"/>
                  </a:lnTo>
                  <a:lnTo>
                    <a:pt x="160672" y="105323"/>
                  </a:lnTo>
                  <a:close/>
                  <a:moveTo>
                    <a:pt x="576698" y="375846"/>
                  </a:moveTo>
                  <a:lnTo>
                    <a:pt x="586895" y="418539"/>
                  </a:lnTo>
                  <a:lnTo>
                    <a:pt x="586724" y="384656"/>
                  </a:lnTo>
                  <a:close/>
                  <a:moveTo>
                    <a:pt x="576698" y="375846"/>
                  </a:moveTo>
                  <a:lnTo>
                    <a:pt x="586724" y="384656"/>
                  </a:lnTo>
                  <a:lnTo>
                    <a:pt x="594042" y="367981"/>
                  </a:lnTo>
                  <a:close/>
                  <a:moveTo>
                    <a:pt x="574516" y="88284"/>
                  </a:moveTo>
                  <a:lnTo>
                    <a:pt x="584893" y="62189"/>
                  </a:lnTo>
                  <a:lnTo>
                    <a:pt x="554286" y="59984"/>
                  </a:lnTo>
                  <a:close/>
                  <a:moveTo>
                    <a:pt x="554286" y="59984"/>
                  </a:moveTo>
                  <a:lnTo>
                    <a:pt x="584893" y="62189"/>
                  </a:lnTo>
                  <a:lnTo>
                    <a:pt x="588637" y="14398"/>
                  </a:lnTo>
                  <a:close/>
                  <a:moveTo>
                    <a:pt x="607230" y="49827"/>
                  </a:moveTo>
                  <a:lnTo>
                    <a:pt x="593206" y="13072"/>
                  </a:lnTo>
                  <a:lnTo>
                    <a:pt x="584893" y="62189"/>
                  </a:lnTo>
                  <a:close/>
                  <a:moveTo>
                    <a:pt x="645348" y="32644"/>
                  </a:moveTo>
                  <a:lnTo>
                    <a:pt x="641433" y="79794"/>
                  </a:lnTo>
                  <a:lnTo>
                    <a:pt x="661647" y="59164"/>
                  </a:lnTo>
                  <a:close/>
                  <a:moveTo>
                    <a:pt x="645348" y="32644"/>
                  </a:moveTo>
                  <a:lnTo>
                    <a:pt x="607230" y="49827"/>
                  </a:lnTo>
                  <a:lnTo>
                    <a:pt x="641433" y="79794"/>
                  </a:lnTo>
                  <a:close/>
                  <a:moveTo>
                    <a:pt x="675977" y="69399"/>
                  </a:moveTo>
                  <a:lnTo>
                    <a:pt x="712988" y="101721"/>
                  </a:lnTo>
                  <a:lnTo>
                    <a:pt x="705493" y="63067"/>
                  </a:lnTo>
                  <a:close/>
                  <a:moveTo>
                    <a:pt x="712988" y="101721"/>
                  </a:moveTo>
                  <a:lnTo>
                    <a:pt x="746735" y="101373"/>
                  </a:lnTo>
                  <a:lnTo>
                    <a:pt x="705493" y="63067"/>
                  </a:lnTo>
                  <a:close/>
                  <a:moveTo>
                    <a:pt x="705493" y="63067"/>
                  </a:moveTo>
                  <a:lnTo>
                    <a:pt x="661647" y="59164"/>
                  </a:lnTo>
                  <a:lnTo>
                    <a:pt x="675977" y="69399"/>
                  </a:lnTo>
                  <a:close/>
                  <a:moveTo>
                    <a:pt x="659914" y="28287"/>
                  </a:moveTo>
                  <a:lnTo>
                    <a:pt x="661647" y="59164"/>
                  </a:lnTo>
                  <a:lnTo>
                    <a:pt x="705493" y="63067"/>
                  </a:lnTo>
                  <a:close/>
                  <a:moveTo>
                    <a:pt x="701002" y="21971"/>
                  </a:moveTo>
                  <a:lnTo>
                    <a:pt x="659914" y="28287"/>
                  </a:lnTo>
                  <a:lnTo>
                    <a:pt x="705493" y="63067"/>
                  </a:lnTo>
                  <a:close/>
                  <a:moveTo>
                    <a:pt x="659914" y="28287"/>
                  </a:moveTo>
                  <a:lnTo>
                    <a:pt x="701002" y="21971"/>
                  </a:lnTo>
                  <a:lnTo>
                    <a:pt x="679143" y="0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60" name="Input_density__199">
              <a:extLst>
                <a:ext uri="{FF2B5EF4-FFF2-40B4-BE49-F238E27FC236}">
                  <a16:creationId xmlns:a16="http://schemas.microsoft.com/office/drawing/2014/main" id="{532C41E3-6765-034C-4070-18D93121C95F}"/>
                </a:ext>
              </a:extLst>
            </p:cNvPr>
            <p:cNvSpPr>
              <a:spLocks noGrp="1"/>
            </p:cNvSpPr>
            <p:nvPr/>
          </p:nvSpPr>
          <p:spPr>
            <a:xfrm>
              <a:off x="747314" y="2164517"/>
              <a:ext cx="632172" cy="203798"/>
            </a:xfrm>
            <a:custGeom>
              <a:avLst/>
              <a:gdLst/>
              <a:ahLst/>
              <a:cxnLst/>
              <a:rect l="0" t="0" r="0" b="0"/>
              <a:pathLst>
                <a:path w="632172" h="203798">
                  <a:moveTo>
                    <a:pt x="38048" y="120721"/>
                  </a:moveTo>
                  <a:lnTo>
                    <a:pt x="5501" y="123611"/>
                  </a:lnTo>
                  <a:lnTo>
                    <a:pt x="0" y="121125"/>
                  </a:lnTo>
                  <a:close/>
                  <a:moveTo>
                    <a:pt x="5501" y="123611"/>
                  </a:moveTo>
                  <a:lnTo>
                    <a:pt x="38048" y="120721"/>
                  </a:lnTo>
                  <a:lnTo>
                    <a:pt x="64418" y="123107"/>
                  </a:lnTo>
                  <a:close/>
                  <a:moveTo>
                    <a:pt x="165788" y="60545"/>
                  </a:moveTo>
                  <a:lnTo>
                    <a:pt x="148730" y="81474"/>
                  </a:lnTo>
                  <a:lnTo>
                    <a:pt x="197073" y="52936"/>
                  </a:lnTo>
                  <a:close/>
                  <a:moveTo>
                    <a:pt x="529004" y="198570"/>
                  </a:moveTo>
                  <a:lnTo>
                    <a:pt x="542035" y="202166"/>
                  </a:lnTo>
                  <a:lnTo>
                    <a:pt x="547856" y="203798"/>
                  </a:lnTo>
                  <a:close/>
                  <a:moveTo>
                    <a:pt x="553875" y="198570"/>
                  </a:moveTo>
                  <a:lnTo>
                    <a:pt x="547856" y="203798"/>
                  </a:lnTo>
                  <a:lnTo>
                    <a:pt x="542035" y="202166"/>
                  </a:lnTo>
                  <a:close/>
                  <a:moveTo>
                    <a:pt x="529004" y="198570"/>
                  </a:moveTo>
                  <a:lnTo>
                    <a:pt x="547856" y="203798"/>
                  </a:lnTo>
                  <a:lnTo>
                    <a:pt x="555112" y="191535"/>
                  </a:lnTo>
                  <a:close/>
                  <a:moveTo>
                    <a:pt x="555112" y="191535"/>
                  </a:moveTo>
                  <a:lnTo>
                    <a:pt x="547856" y="203798"/>
                  </a:lnTo>
                  <a:lnTo>
                    <a:pt x="553875" y="198570"/>
                  </a:lnTo>
                  <a:close/>
                  <a:moveTo>
                    <a:pt x="562989" y="164171"/>
                  </a:moveTo>
                  <a:lnTo>
                    <a:pt x="575364" y="157411"/>
                  </a:lnTo>
                  <a:lnTo>
                    <a:pt x="575715" y="144632"/>
                  </a:lnTo>
                  <a:close/>
                  <a:moveTo>
                    <a:pt x="555112" y="191535"/>
                  </a:moveTo>
                  <a:lnTo>
                    <a:pt x="571141" y="166281"/>
                  </a:lnTo>
                  <a:lnTo>
                    <a:pt x="562989" y="164171"/>
                  </a:lnTo>
                  <a:close/>
                  <a:moveTo>
                    <a:pt x="621717" y="53938"/>
                  </a:moveTo>
                  <a:lnTo>
                    <a:pt x="619387" y="58040"/>
                  </a:lnTo>
                  <a:lnTo>
                    <a:pt x="601554" y="87573"/>
                  </a:lnTo>
                  <a:close/>
                  <a:moveTo>
                    <a:pt x="621717" y="53938"/>
                  </a:moveTo>
                  <a:lnTo>
                    <a:pt x="627733" y="36755"/>
                  </a:lnTo>
                  <a:lnTo>
                    <a:pt x="619387" y="58040"/>
                  </a:lnTo>
                  <a:close/>
                  <a:moveTo>
                    <a:pt x="621717" y="53938"/>
                  </a:moveTo>
                  <a:lnTo>
                    <a:pt x="632172" y="4074"/>
                  </a:lnTo>
                  <a:lnTo>
                    <a:pt x="630515" y="0"/>
                  </a:lnTo>
                  <a:close/>
                  <a:moveTo>
                    <a:pt x="621717" y="53938"/>
                  </a:moveTo>
                  <a:lnTo>
                    <a:pt x="630515" y="0"/>
                  </a:lnTo>
                  <a:lnTo>
                    <a:pt x="627733" y="36755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61" name="Input_density__200">
              <a:extLst>
                <a:ext uri="{FF2B5EF4-FFF2-40B4-BE49-F238E27FC236}">
                  <a16:creationId xmlns:a16="http://schemas.microsoft.com/office/drawing/2014/main" id="{C8E57EA9-D243-5EC5-B1D3-EB0D31EA240E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893564"/>
              <a:ext cx="669957" cy="376442"/>
            </a:xfrm>
            <a:custGeom>
              <a:avLst/>
              <a:gdLst/>
              <a:ahLst/>
              <a:cxnLst/>
              <a:rect l="0" t="0" r="0" b="0"/>
              <a:pathLst>
                <a:path w="669957" h="376442">
                  <a:moveTo>
                    <a:pt x="20466" y="182200"/>
                  </a:moveTo>
                  <a:lnTo>
                    <a:pt x="230" y="202748"/>
                  </a:lnTo>
                  <a:lnTo>
                    <a:pt x="0" y="205074"/>
                  </a:lnTo>
                  <a:close/>
                  <a:moveTo>
                    <a:pt x="230" y="202748"/>
                  </a:moveTo>
                  <a:lnTo>
                    <a:pt x="20466" y="182200"/>
                  </a:lnTo>
                  <a:lnTo>
                    <a:pt x="5461" y="168319"/>
                  </a:lnTo>
                  <a:close/>
                  <a:moveTo>
                    <a:pt x="20466" y="182200"/>
                  </a:moveTo>
                  <a:lnTo>
                    <a:pt x="24991" y="151136"/>
                  </a:lnTo>
                  <a:lnTo>
                    <a:pt x="5461" y="168319"/>
                  </a:lnTo>
                  <a:close/>
                  <a:moveTo>
                    <a:pt x="24991" y="151136"/>
                  </a:moveTo>
                  <a:lnTo>
                    <a:pt x="36793" y="118665"/>
                  </a:lnTo>
                  <a:lnTo>
                    <a:pt x="7278" y="131564"/>
                  </a:lnTo>
                  <a:close/>
                  <a:moveTo>
                    <a:pt x="5461" y="168319"/>
                  </a:moveTo>
                  <a:lnTo>
                    <a:pt x="24991" y="151136"/>
                  </a:lnTo>
                  <a:lnTo>
                    <a:pt x="7278" y="131564"/>
                  </a:lnTo>
                  <a:close/>
                  <a:moveTo>
                    <a:pt x="39549" y="114381"/>
                  </a:moveTo>
                  <a:lnTo>
                    <a:pt x="29829" y="119110"/>
                  </a:lnTo>
                  <a:lnTo>
                    <a:pt x="36793" y="118665"/>
                  </a:lnTo>
                  <a:close/>
                  <a:moveTo>
                    <a:pt x="36793" y="118665"/>
                  </a:moveTo>
                  <a:lnTo>
                    <a:pt x="24991" y="151136"/>
                  </a:lnTo>
                  <a:lnTo>
                    <a:pt x="63491" y="136491"/>
                  </a:lnTo>
                  <a:close/>
                  <a:moveTo>
                    <a:pt x="83433" y="102620"/>
                  </a:moveTo>
                  <a:lnTo>
                    <a:pt x="39549" y="114381"/>
                  </a:lnTo>
                  <a:lnTo>
                    <a:pt x="93956" y="111604"/>
                  </a:lnTo>
                  <a:close/>
                  <a:moveTo>
                    <a:pt x="39549" y="114381"/>
                  </a:moveTo>
                  <a:lnTo>
                    <a:pt x="36793" y="118665"/>
                  </a:lnTo>
                  <a:lnTo>
                    <a:pt x="93956" y="111604"/>
                  </a:lnTo>
                  <a:close/>
                  <a:moveTo>
                    <a:pt x="93956" y="111604"/>
                  </a:moveTo>
                  <a:lnTo>
                    <a:pt x="36793" y="118665"/>
                  </a:lnTo>
                  <a:lnTo>
                    <a:pt x="73141" y="133952"/>
                  </a:lnTo>
                  <a:close/>
                  <a:moveTo>
                    <a:pt x="73141" y="133952"/>
                  </a:moveTo>
                  <a:lnTo>
                    <a:pt x="36793" y="118665"/>
                  </a:lnTo>
                  <a:lnTo>
                    <a:pt x="63491" y="136491"/>
                  </a:lnTo>
                  <a:close/>
                  <a:moveTo>
                    <a:pt x="111560" y="97197"/>
                  </a:moveTo>
                  <a:lnTo>
                    <a:pt x="83433" y="102620"/>
                  </a:lnTo>
                  <a:lnTo>
                    <a:pt x="93956" y="111604"/>
                  </a:lnTo>
                  <a:close/>
                  <a:moveTo>
                    <a:pt x="111560" y="97197"/>
                  </a:moveTo>
                  <a:lnTo>
                    <a:pt x="89265" y="60442"/>
                  </a:lnTo>
                  <a:lnTo>
                    <a:pt x="83433" y="102620"/>
                  </a:lnTo>
                  <a:close/>
                  <a:moveTo>
                    <a:pt x="93956" y="111604"/>
                  </a:moveTo>
                  <a:lnTo>
                    <a:pt x="73141" y="133952"/>
                  </a:lnTo>
                  <a:lnTo>
                    <a:pt x="112537" y="123706"/>
                  </a:lnTo>
                  <a:close/>
                  <a:moveTo>
                    <a:pt x="128969" y="92688"/>
                  </a:moveTo>
                  <a:lnTo>
                    <a:pt x="111560" y="97197"/>
                  </a:lnTo>
                  <a:lnTo>
                    <a:pt x="151487" y="105919"/>
                  </a:lnTo>
                  <a:close/>
                  <a:moveTo>
                    <a:pt x="111560" y="97197"/>
                  </a:moveTo>
                  <a:lnTo>
                    <a:pt x="93956" y="111604"/>
                  </a:lnTo>
                  <a:lnTo>
                    <a:pt x="151487" y="105919"/>
                  </a:lnTo>
                  <a:close/>
                  <a:moveTo>
                    <a:pt x="141641" y="116769"/>
                  </a:moveTo>
                  <a:lnTo>
                    <a:pt x="93956" y="111604"/>
                  </a:lnTo>
                  <a:lnTo>
                    <a:pt x="112537" y="123706"/>
                  </a:lnTo>
                  <a:close/>
                  <a:moveTo>
                    <a:pt x="567513" y="376442"/>
                  </a:moveTo>
                  <a:lnTo>
                    <a:pt x="584857" y="368577"/>
                  </a:lnTo>
                  <a:lnTo>
                    <a:pt x="571615" y="363103"/>
                  </a:lnTo>
                  <a:close/>
                  <a:moveTo>
                    <a:pt x="316691" y="155579"/>
                  </a:moveTo>
                  <a:lnTo>
                    <a:pt x="353880" y="152434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375247" y="127221"/>
                  </a:lnTo>
                  <a:lnTo>
                    <a:pt x="347121" y="146639"/>
                  </a:lnTo>
                  <a:close/>
                  <a:moveTo>
                    <a:pt x="353880" y="152434"/>
                  </a:moveTo>
                  <a:lnTo>
                    <a:pt x="402472" y="140017"/>
                  </a:lnTo>
                  <a:lnTo>
                    <a:pt x="375247" y="127221"/>
                  </a:lnTo>
                  <a:close/>
                  <a:moveTo>
                    <a:pt x="375247" y="127221"/>
                  </a:moveTo>
                  <a:lnTo>
                    <a:pt x="402472" y="140017"/>
                  </a:lnTo>
                  <a:lnTo>
                    <a:pt x="385697" y="119157"/>
                  </a:lnTo>
                  <a:close/>
                  <a:moveTo>
                    <a:pt x="385697" y="119157"/>
                  </a:moveTo>
                  <a:lnTo>
                    <a:pt x="402472" y="140017"/>
                  </a:lnTo>
                  <a:lnTo>
                    <a:pt x="406280" y="138729"/>
                  </a:lnTo>
                  <a:close/>
                  <a:moveTo>
                    <a:pt x="385697" y="119157"/>
                  </a:moveTo>
                  <a:lnTo>
                    <a:pt x="406280" y="138729"/>
                  </a:lnTo>
                  <a:lnTo>
                    <a:pt x="415700" y="101974"/>
                  </a:lnTo>
                  <a:close/>
                  <a:moveTo>
                    <a:pt x="402472" y="140017"/>
                  </a:moveTo>
                  <a:lnTo>
                    <a:pt x="405306" y="143398"/>
                  </a:lnTo>
                  <a:lnTo>
                    <a:pt x="406280" y="138729"/>
                  </a:lnTo>
                  <a:close/>
                  <a:moveTo>
                    <a:pt x="415700" y="101974"/>
                  </a:moveTo>
                  <a:lnTo>
                    <a:pt x="406280" y="138729"/>
                  </a:lnTo>
                  <a:lnTo>
                    <a:pt x="457236" y="121545"/>
                  </a:lnTo>
                  <a:close/>
                  <a:moveTo>
                    <a:pt x="415700" y="101974"/>
                  </a:moveTo>
                  <a:lnTo>
                    <a:pt x="457236" y="121545"/>
                  </a:lnTo>
                  <a:lnTo>
                    <a:pt x="446486" y="84791"/>
                  </a:lnTo>
                  <a:close/>
                  <a:moveTo>
                    <a:pt x="410940" y="65219"/>
                  </a:moveTo>
                  <a:lnTo>
                    <a:pt x="442201" y="60557"/>
                  </a:lnTo>
                  <a:lnTo>
                    <a:pt x="436441" y="49995"/>
                  </a:lnTo>
                  <a:close/>
                  <a:moveTo>
                    <a:pt x="446486" y="84791"/>
                  </a:moveTo>
                  <a:lnTo>
                    <a:pt x="442201" y="60557"/>
                  </a:lnTo>
                  <a:lnTo>
                    <a:pt x="410940" y="65219"/>
                  </a:lnTo>
                  <a:close/>
                  <a:moveTo>
                    <a:pt x="415700" y="101974"/>
                  </a:moveTo>
                  <a:lnTo>
                    <a:pt x="446486" y="84791"/>
                  </a:lnTo>
                  <a:lnTo>
                    <a:pt x="410940" y="65219"/>
                  </a:lnTo>
                  <a:close/>
                  <a:moveTo>
                    <a:pt x="436441" y="49995"/>
                  </a:moveTo>
                  <a:lnTo>
                    <a:pt x="442201" y="60557"/>
                  </a:lnTo>
                  <a:lnTo>
                    <a:pt x="439552" y="48035"/>
                  </a:lnTo>
                  <a:close/>
                  <a:moveTo>
                    <a:pt x="446486" y="84791"/>
                  </a:moveTo>
                  <a:lnTo>
                    <a:pt x="459477" y="12076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46486" y="84791"/>
                  </a:lnTo>
                  <a:lnTo>
                    <a:pt x="450535" y="83284"/>
                  </a:lnTo>
                  <a:close/>
                  <a:moveTo>
                    <a:pt x="442201" y="60557"/>
                  </a:moveTo>
                  <a:lnTo>
                    <a:pt x="450535" y="83284"/>
                  </a:lnTo>
                  <a:lnTo>
                    <a:pt x="439552" y="48035"/>
                  </a:lnTo>
                  <a:close/>
                  <a:moveTo>
                    <a:pt x="439552" y="48035"/>
                  </a:moveTo>
                  <a:lnTo>
                    <a:pt x="450535" y="83284"/>
                  </a:lnTo>
                  <a:lnTo>
                    <a:pt x="491588" y="67607"/>
                  </a:lnTo>
                  <a:close/>
                  <a:moveTo>
                    <a:pt x="439552" y="48035"/>
                  </a:moveTo>
                  <a:lnTo>
                    <a:pt x="491588" y="67607"/>
                  </a:lnTo>
                  <a:lnTo>
                    <a:pt x="491355" y="30852"/>
                  </a:lnTo>
                  <a:close/>
                  <a:moveTo>
                    <a:pt x="491355" y="30852"/>
                  </a:moveTo>
                  <a:lnTo>
                    <a:pt x="492588" y="28164"/>
                  </a:lnTo>
                  <a:lnTo>
                    <a:pt x="456963" y="11280"/>
                  </a:lnTo>
                  <a:close/>
                  <a:moveTo>
                    <a:pt x="439552" y="48035"/>
                  </a:moveTo>
                  <a:lnTo>
                    <a:pt x="491355" y="30852"/>
                  </a:lnTo>
                  <a:lnTo>
                    <a:pt x="456963" y="11280"/>
                  </a:lnTo>
                  <a:close/>
                  <a:moveTo>
                    <a:pt x="466282" y="8076"/>
                  </a:moveTo>
                  <a:lnTo>
                    <a:pt x="492588" y="28164"/>
                  </a:lnTo>
                  <a:lnTo>
                    <a:pt x="526529" y="30486"/>
                  </a:lnTo>
                  <a:close/>
                  <a:moveTo>
                    <a:pt x="491355" y="30852"/>
                  </a:moveTo>
                  <a:lnTo>
                    <a:pt x="509001" y="62841"/>
                  </a:lnTo>
                  <a:lnTo>
                    <a:pt x="494353" y="30002"/>
                  </a:lnTo>
                  <a:close/>
                  <a:moveTo>
                    <a:pt x="491355" y="30852"/>
                  </a:moveTo>
                  <a:lnTo>
                    <a:pt x="491588" y="67607"/>
                  </a:lnTo>
                  <a:lnTo>
                    <a:pt x="509001" y="62841"/>
                  </a:lnTo>
                  <a:close/>
                  <a:moveTo>
                    <a:pt x="509001" y="62841"/>
                  </a:moveTo>
                  <a:lnTo>
                    <a:pt x="545100" y="60580"/>
                  </a:lnTo>
                  <a:lnTo>
                    <a:pt x="526759" y="30745"/>
                  </a:lnTo>
                  <a:close/>
                  <a:moveTo>
                    <a:pt x="509001" y="62841"/>
                  </a:moveTo>
                  <a:lnTo>
                    <a:pt x="526759" y="30745"/>
                  </a:lnTo>
                  <a:lnTo>
                    <a:pt x="494353" y="30002"/>
                  </a:lnTo>
                  <a:close/>
                  <a:moveTo>
                    <a:pt x="545100" y="60580"/>
                  </a:moveTo>
                  <a:lnTo>
                    <a:pt x="579452" y="14994"/>
                  </a:lnTo>
                  <a:lnTo>
                    <a:pt x="526759" y="30745"/>
                  </a:lnTo>
                  <a:close/>
                  <a:moveTo>
                    <a:pt x="584021" y="13669"/>
                  </a:moveTo>
                  <a:lnTo>
                    <a:pt x="579452" y="14994"/>
                  </a:lnTo>
                  <a:lnTo>
                    <a:pt x="575708" y="62785"/>
                  </a:lnTo>
                  <a:close/>
                  <a:moveTo>
                    <a:pt x="492588" y="28164"/>
                  </a:moveTo>
                  <a:lnTo>
                    <a:pt x="491355" y="30852"/>
                  </a:lnTo>
                  <a:lnTo>
                    <a:pt x="494353" y="30002"/>
                  </a:lnTo>
                  <a:close/>
                  <a:moveTo>
                    <a:pt x="494353" y="30002"/>
                  </a:moveTo>
                  <a:lnTo>
                    <a:pt x="526529" y="30486"/>
                  </a:lnTo>
                  <a:lnTo>
                    <a:pt x="492588" y="28164"/>
                  </a:lnTo>
                  <a:close/>
                  <a:moveTo>
                    <a:pt x="494353" y="30002"/>
                  </a:moveTo>
                  <a:lnTo>
                    <a:pt x="526759" y="30745"/>
                  </a:lnTo>
                  <a:lnTo>
                    <a:pt x="526529" y="30486"/>
                  </a:lnTo>
                  <a:close/>
                  <a:moveTo>
                    <a:pt x="584021" y="13669"/>
                  </a:moveTo>
                  <a:lnTo>
                    <a:pt x="640360" y="14514"/>
                  </a:lnTo>
                  <a:lnTo>
                    <a:pt x="631215" y="0"/>
                  </a:lnTo>
                  <a:close/>
                  <a:moveTo>
                    <a:pt x="636163" y="33240"/>
                  </a:moveTo>
                  <a:lnTo>
                    <a:pt x="640360" y="14514"/>
                  </a:lnTo>
                  <a:lnTo>
                    <a:pt x="584021" y="13669"/>
                  </a:lnTo>
                  <a:close/>
                  <a:moveTo>
                    <a:pt x="598045" y="50424"/>
                  </a:moveTo>
                  <a:lnTo>
                    <a:pt x="636163" y="33240"/>
                  </a:lnTo>
                  <a:lnTo>
                    <a:pt x="584021" y="13669"/>
                  </a:lnTo>
                  <a:close/>
                  <a:moveTo>
                    <a:pt x="631215" y="0"/>
                  </a:moveTo>
                  <a:lnTo>
                    <a:pt x="640360" y="14514"/>
                  </a:lnTo>
                  <a:lnTo>
                    <a:pt x="669957" y="596"/>
                  </a:lnTo>
                  <a:close/>
                  <a:moveTo>
                    <a:pt x="636163" y="33240"/>
                  </a:moveTo>
                  <a:lnTo>
                    <a:pt x="652462" y="59760"/>
                  </a:lnTo>
                  <a:lnTo>
                    <a:pt x="650729" y="28883"/>
                  </a:lnTo>
                  <a:close/>
                  <a:moveTo>
                    <a:pt x="640360" y="14514"/>
                  </a:moveTo>
                  <a:lnTo>
                    <a:pt x="636163" y="33240"/>
                  </a:lnTo>
                  <a:lnTo>
                    <a:pt x="650729" y="28883"/>
                  </a:lnTo>
                  <a:close/>
                  <a:moveTo>
                    <a:pt x="650729" y="28883"/>
                  </a:moveTo>
                  <a:lnTo>
                    <a:pt x="669957" y="596"/>
                  </a:lnTo>
                  <a:lnTo>
                    <a:pt x="640360" y="14514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62" name="Input_density__201">
              <a:extLst>
                <a:ext uri="{FF2B5EF4-FFF2-40B4-BE49-F238E27FC236}">
                  <a16:creationId xmlns:a16="http://schemas.microsoft.com/office/drawing/2014/main" id="{BF05396D-2FE3-24D7-DA72-E286DB2D5773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2025510"/>
              <a:ext cx="725304" cy="305293"/>
            </a:xfrm>
            <a:custGeom>
              <a:avLst/>
              <a:gdLst/>
              <a:ahLst/>
              <a:cxnLst/>
              <a:rect l="0" t="0" r="0" b="0"/>
              <a:pathLst>
                <a:path w="725304" h="305293">
                  <a:moveTo>
                    <a:pt x="0" y="183393"/>
                  </a:moveTo>
                  <a:lnTo>
                    <a:pt x="759" y="210309"/>
                  </a:lnTo>
                  <a:lnTo>
                    <a:pt x="26497" y="210328"/>
                  </a:lnTo>
                  <a:close/>
                  <a:moveTo>
                    <a:pt x="101043" y="239720"/>
                  </a:moveTo>
                  <a:lnTo>
                    <a:pt x="91916" y="234137"/>
                  </a:lnTo>
                  <a:lnTo>
                    <a:pt x="66728" y="236170"/>
                  </a:lnTo>
                  <a:close/>
                  <a:moveTo>
                    <a:pt x="56503" y="202964"/>
                  </a:moveTo>
                  <a:lnTo>
                    <a:pt x="66728" y="236170"/>
                  </a:lnTo>
                  <a:lnTo>
                    <a:pt x="91916" y="234137"/>
                  </a:lnTo>
                  <a:close/>
                  <a:moveTo>
                    <a:pt x="56503" y="202964"/>
                  </a:moveTo>
                  <a:lnTo>
                    <a:pt x="40846" y="220148"/>
                  </a:lnTo>
                  <a:lnTo>
                    <a:pt x="66728" y="236170"/>
                  </a:lnTo>
                  <a:close/>
                  <a:moveTo>
                    <a:pt x="40846" y="220148"/>
                  </a:moveTo>
                  <a:lnTo>
                    <a:pt x="56503" y="202964"/>
                  </a:lnTo>
                  <a:lnTo>
                    <a:pt x="26497" y="210328"/>
                  </a:lnTo>
                  <a:close/>
                  <a:moveTo>
                    <a:pt x="139105" y="222536"/>
                  </a:moveTo>
                  <a:lnTo>
                    <a:pt x="101043" y="239720"/>
                  </a:lnTo>
                  <a:lnTo>
                    <a:pt x="130954" y="255517"/>
                  </a:lnTo>
                  <a:close/>
                  <a:moveTo>
                    <a:pt x="124834" y="151766"/>
                  </a:moveTo>
                  <a:lnTo>
                    <a:pt x="97319" y="129762"/>
                  </a:lnTo>
                  <a:lnTo>
                    <a:pt x="110582" y="149026"/>
                  </a:lnTo>
                  <a:close/>
                  <a:moveTo>
                    <a:pt x="131899" y="162841"/>
                  </a:moveTo>
                  <a:lnTo>
                    <a:pt x="110582" y="149026"/>
                  </a:lnTo>
                  <a:lnTo>
                    <a:pt x="151622" y="140375"/>
                  </a:lnTo>
                  <a:close/>
                  <a:moveTo>
                    <a:pt x="185385" y="95088"/>
                  </a:moveTo>
                  <a:lnTo>
                    <a:pt x="195368" y="131843"/>
                  </a:lnTo>
                  <a:lnTo>
                    <a:pt x="187294" y="83328"/>
                  </a:lnTo>
                  <a:close/>
                  <a:moveTo>
                    <a:pt x="169847" y="83938"/>
                  </a:moveTo>
                  <a:lnTo>
                    <a:pt x="187294" y="83328"/>
                  </a:lnTo>
                  <a:lnTo>
                    <a:pt x="158243" y="79858"/>
                  </a:lnTo>
                  <a:close/>
                  <a:moveTo>
                    <a:pt x="285139" y="147452"/>
                  </a:moveTo>
                  <a:lnTo>
                    <a:pt x="250621" y="165154"/>
                  </a:lnTo>
                  <a:lnTo>
                    <a:pt x="282297" y="159008"/>
                  </a:lnTo>
                  <a:close/>
                  <a:moveTo>
                    <a:pt x="324856" y="142252"/>
                  </a:moveTo>
                  <a:lnTo>
                    <a:pt x="282297" y="159008"/>
                  </a:lnTo>
                  <a:lnTo>
                    <a:pt x="317573" y="166322"/>
                  </a:lnTo>
                  <a:close/>
                  <a:moveTo>
                    <a:pt x="324856" y="142252"/>
                  </a:moveTo>
                  <a:lnTo>
                    <a:pt x="285139" y="147452"/>
                  </a:lnTo>
                  <a:lnTo>
                    <a:pt x="282297" y="159008"/>
                  </a:lnTo>
                  <a:close/>
                  <a:moveTo>
                    <a:pt x="351918" y="170157"/>
                  </a:moveTo>
                  <a:lnTo>
                    <a:pt x="368364" y="135437"/>
                  </a:lnTo>
                  <a:lnTo>
                    <a:pt x="317573" y="166322"/>
                  </a:lnTo>
                  <a:close/>
                  <a:moveTo>
                    <a:pt x="498218" y="190558"/>
                  </a:moveTo>
                  <a:lnTo>
                    <a:pt x="472465" y="179295"/>
                  </a:lnTo>
                  <a:lnTo>
                    <a:pt x="454090" y="206800"/>
                  </a:lnTo>
                  <a:close/>
                  <a:moveTo>
                    <a:pt x="454090" y="206800"/>
                  </a:moveTo>
                  <a:lnTo>
                    <a:pt x="472465" y="179295"/>
                  </a:lnTo>
                  <a:lnTo>
                    <a:pt x="412712" y="176671"/>
                  </a:lnTo>
                  <a:close/>
                  <a:moveTo>
                    <a:pt x="613317" y="294003"/>
                  </a:moveTo>
                  <a:lnTo>
                    <a:pt x="608744" y="300823"/>
                  </a:lnTo>
                  <a:lnTo>
                    <a:pt x="631856" y="305293"/>
                  </a:lnTo>
                  <a:close/>
                  <a:moveTo>
                    <a:pt x="521330" y="173374"/>
                  </a:moveTo>
                  <a:lnTo>
                    <a:pt x="511108" y="199196"/>
                  </a:lnTo>
                  <a:lnTo>
                    <a:pt x="532841" y="184247"/>
                  </a:lnTo>
                  <a:close/>
                  <a:moveTo>
                    <a:pt x="521330" y="173374"/>
                  </a:moveTo>
                  <a:lnTo>
                    <a:pt x="498218" y="190558"/>
                  </a:lnTo>
                  <a:lnTo>
                    <a:pt x="511108" y="199196"/>
                  </a:lnTo>
                  <a:close/>
                  <a:moveTo>
                    <a:pt x="498218" y="190558"/>
                  </a:moveTo>
                  <a:lnTo>
                    <a:pt x="521330" y="173374"/>
                  </a:lnTo>
                  <a:lnTo>
                    <a:pt x="472465" y="179295"/>
                  </a:lnTo>
                  <a:close/>
                  <a:moveTo>
                    <a:pt x="532841" y="184247"/>
                  </a:moveTo>
                  <a:lnTo>
                    <a:pt x="574017" y="209370"/>
                  </a:lnTo>
                  <a:lnTo>
                    <a:pt x="564436" y="156191"/>
                  </a:lnTo>
                  <a:close/>
                  <a:moveTo>
                    <a:pt x="712229" y="121824"/>
                  </a:moveTo>
                  <a:lnTo>
                    <a:pt x="696535" y="133916"/>
                  </a:lnTo>
                  <a:lnTo>
                    <a:pt x="725304" y="122894"/>
                  </a:lnTo>
                  <a:close/>
                  <a:moveTo>
                    <a:pt x="725304" y="122894"/>
                  </a:moveTo>
                  <a:lnTo>
                    <a:pt x="700549" y="160678"/>
                  </a:lnTo>
                  <a:lnTo>
                    <a:pt x="724551" y="168254"/>
                  </a:lnTo>
                  <a:close/>
                  <a:moveTo>
                    <a:pt x="712229" y="121824"/>
                  </a:moveTo>
                  <a:lnTo>
                    <a:pt x="725304" y="122894"/>
                  </a:lnTo>
                  <a:lnTo>
                    <a:pt x="724999" y="115762"/>
                  </a:lnTo>
                  <a:close/>
                  <a:moveTo>
                    <a:pt x="722736" y="80235"/>
                  </a:moveTo>
                  <a:lnTo>
                    <a:pt x="712229" y="121824"/>
                  </a:lnTo>
                  <a:lnTo>
                    <a:pt x="724999" y="115762"/>
                  </a:lnTo>
                  <a:close/>
                  <a:moveTo>
                    <a:pt x="694971" y="120466"/>
                  </a:moveTo>
                  <a:lnTo>
                    <a:pt x="712229" y="121824"/>
                  </a:lnTo>
                  <a:lnTo>
                    <a:pt x="722736" y="80235"/>
                  </a:lnTo>
                  <a:close/>
                  <a:moveTo>
                    <a:pt x="693584" y="76847"/>
                  </a:moveTo>
                  <a:lnTo>
                    <a:pt x="722736" y="80235"/>
                  </a:lnTo>
                  <a:lnTo>
                    <a:pt x="715929" y="41022"/>
                  </a:lnTo>
                  <a:close/>
                  <a:moveTo>
                    <a:pt x="693584" y="76847"/>
                  </a:moveTo>
                  <a:lnTo>
                    <a:pt x="715929" y="41022"/>
                  </a:lnTo>
                  <a:lnTo>
                    <a:pt x="688792" y="35996"/>
                  </a:lnTo>
                  <a:close/>
                  <a:moveTo>
                    <a:pt x="688792" y="35996"/>
                  </a:moveTo>
                  <a:lnTo>
                    <a:pt x="715929" y="41022"/>
                  </a:lnTo>
                  <a:lnTo>
                    <a:pt x="711347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63" name="Input_density__202">
              <a:extLst>
                <a:ext uri="{FF2B5EF4-FFF2-40B4-BE49-F238E27FC236}">
                  <a16:creationId xmlns:a16="http://schemas.microsoft.com/office/drawing/2014/main" id="{3CD76FC4-7EBD-3260-8690-F0263A858D06}"/>
                </a:ext>
              </a:extLst>
            </p:cNvPr>
            <p:cNvSpPr>
              <a:spLocks noGrp="1"/>
            </p:cNvSpPr>
            <p:nvPr/>
          </p:nvSpPr>
          <p:spPr>
            <a:xfrm>
              <a:off x="605969" y="1963559"/>
              <a:ext cx="732903" cy="272279"/>
            </a:xfrm>
            <a:custGeom>
              <a:avLst/>
              <a:gdLst/>
              <a:ahLst/>
              <a:cxnLst/>
              <a:rect l="0" t="0" r="0" b="0"/>
              <a:pathLst>
                <a:path w="732903" h="272279">
                  <a:moveTo>
                    <a:pt x="3562" y="225772"/>
                  </a:moveTo>
                  <a:lnTo>
                    <a:pt x="39725" y="245344"/>
                  </a:lnTo>
                  <a:lnTo>
                    <a:pt x="21325" y="208589"/>
                  </a:lnTo>
                  <a:close/>
                  <a:moveTo>
                    <a:pt x="8136" y="179685"/>
                  </a:moveTo>
                  <a:lnTo>
                    <a:pt x="0" y="176741"/>
                  </a:lnTo>
                  <a:lnTo>
                    <a:pt x="21325" y="208589"/>
                  </a:lnTo>
                  <a:close/>
                  <a:moveTo>
                    <a:pt x="3754" y="171834"/>
                  </a:moveTo>
                  <a:lnTo>
                    <a:pt x="0" y="176741"/>
                  </a:lnTo>
                  <a:lnTo>
                    <a:pt x="8136" y="179685"/>
                  </a:lnTo>
                  <a:close/>
                  <a:moveTo>
                    <a:pt x="71348" y="228160"/>
                  </a:moveTo>
                  <a:lnTo>
                    <a:pt x="66222" y="272279"/>
                  </a:lnTo>
                  <a:lnTo>
                    <a:pt x="85707" y="248926"/>
                  </a:lnTo>
                  <a:close/>
                  <a:moveTo>
                    <a:pt x="21325" y="208589"/>
                  </a:moveTo>
                  <a:lnTo>
                    <a:pt x="39725" y="245344"/>
                  </a:lnTo>
                  <a:lnTo>
                    <a:pt x="71348" y="228160"/>
                  </a:lnTo>
                  <a:close/>
                  <a:moveTo>
                    <a:pt x="10642" y="168089"/>
                  </a:moveTo>
                  <a:lnTo>
                    <a:pt x="8136" y="179685"/>
                  </a:lnTo>
                  <a:lnTo>
                    <a:pt x="33757" y="154650"/>
                  </a:lnTo>
                  <a:close/>
                  <a:moveTo>
                    <a:pt x="33757" y="154650"/>
                  </a:moveTo>
                  <a:lnTo>
                    <a:pt x="8136" y="179685"/>
                  </a:lnTo>
                  <a:lnTo>
                    <a:pt x="21325" y="208589"/>
                  </a:lnTo>
                  <a:close/>
                  <a:moveTo>
                    <a:pt x="33757" y="154650"/>
                  </a:moveTo>
                  <a:lnTo>
                    <a:pt x="21325" y="208589"/>
                  </a:lnTo>
                  <a:lnTo>
                    <a:pt x="56825" y="191406"/>
                  </a:lnTo>
                  <a:close/>
                  <a:moveTo>
                    <a:pt x="3754" y="171834"/>
                  </a:moveTo>
                  <a:lnTo>
                    <a:pt x="8136" y="179685"/>
                  </a:lnTo>
                  <a:lnTo>
                    <a:pt x="10642" y="168089"/>
                  </a:lnTo>
                  <a:close/>
                  <a:moveTo>
                    <a:pt x="33757" y="154650"/>
                  </a:moveTo>
                  <a:lnTo>
                    <a:pt x="56825" y="191406"/>
                  </a:lnTo>
                  <a:lnTo>
                    <a:pt x="87175" y="174222"/>
                  </a:lnTo>
                  <a:close/>
                  <a:moveTo>
                    <a:pt x="156657" y="41153"/>
                  </a:moveTo>
                  <a:lnTo>
                    <a:pt x="136994" y="46774"/>
                  </a:lnTo>
                  <a:lnTo>
                    <a:pt x="174789" y="44209"/>
                  </a:lnTo>
                  <a:close/>
                  <a:moveTo>
                    <a:pt x="146841" y="35924"/>
                  </a:moveTo>
                  <a:lnTo>
                    <a:pt x="136994" y="46774"/>
                  </a:lnTo>
                  <a:lnTo>
                    <a:pt x="156657" y="41153"/>
                  </a:lnTo>
                  <a:close/>
                  <a:moveTo>
                    <a:pt x="156657" y="41153"/>
                  </a:moveTo>
                  <a:lnTo>
                    <a:pt x="174789" y="44209"/>
                  </a:lnTo>
                  <a:lnTo>
                    <a:pt x="206053" y="36523"/>
                  </a:lnTo>
                  <a:close/>
                  <a:moveTo>
                    <a:pt x="365168" y="159427"/>
                  </a:moveTo>
                  <a:lnTo>
                    <a:pt x="364441" y="159569"/>
                  </a:lnTo>
                  <a:lnTo>
                    <a:pt x="364581" y="204203"/>
                  </a:lnTo>
                  <a:close/>
                  <a:moveTo>
                    <a:pt x="324533" y="134139"/>
                  </a:moveTo>
                  <a:lnTo>
                    <a:pt x="304352" y="122672"/>
                  </a:lnTo>
                  <a:lnTo>
                    <a:pt x="326081" y="163667"/>
                  </a:lnTo>
                  <a:close/>
                  <a:moveTo>
                    <a:pt x="326081" y="163667"/>
                  </a:moveTo>
                  <a:lnTo>
                    <a:pt x="364441" y="15956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4442" y="158779"/>
                  </a:lnTo>
                  <a:lnTo>
                    <a:pt x="324533" y="134139"/>
                  </a:lnTo>
                  <a:close/>
                  <a:moveTo>
                    <a:pt x="364441" y="159569"/>
                  </a:moveTo>
                  <a:lnTo>
                    <a:pt x="365168" y="159427"/>
                  </a:lnTo>
                  <a:lnTo>
                    <a:pt x="364442" y="158779"/>
                  </a:lnTo>
                  <a:close/>
                  <a:moveTo>
                    <a:pt x="304352" y="122672"/>
                  </a:moveTo>
                  <a:lnTo>
                    <a:pt x="305816" y="85917"/>
                  </a:lnTo>
                  <a:lnTo>
                    <a:pt x="285994" y="124422"/>
                  </a:lnTo>
                  <a:close/>
                  <a:moveTo>
                    <a:pt x="305816" y="85917"/>
                  </a:moveTo>
                  <a:lnTo>
                    <a:pt x="277269" y="86767"/>
                  </a:lnTo>
                  <a:lnTo>
                    <a:pt x="285994" y="124422"/>
                  </a:lnTo>
                  <a:close/>
                  <a:moveTo>
                    <a:pt x="241089" y="89093"/>
                  </a:moveTo>
                  <a:lnTo>
                    <a:pt x="277269" y="86767"/>
                  </a:lnTo>
                  <a:lnTo>
                    <a:pt x="262125" y="54333"/>
                  </a:lnTo>
                  <a:close/>
                  <a:moveTo>
                    <a:pt x="241089" y="89093"/>
                  </a:moveTo>
                  <a:lnTo>
                    <a:pt x="262125" y="54333"/>
                  </a:lnTo>
                  <a:lnTo>
                    <a:pt x="229652" y="53644"/>
                  </a:lnTo>
                  <a:close/>
                  <a:moveTo>
                    <a:pt x="305816" y="85917"/>
                  </a:moveTo>
                  <a:lnTo>
                    <a:pt x="311144" y="84080"/>
                  </a:lnTo>
                  <a:lnTo>
                    <a:pt x="277269" y="86767"/>
                  </a:lnTo>
                  <a:close/>
                  <a:moveTo>
                    <a:pt x="191842" y="57295"/>
                  </a:moveTo>
                  <a:lnTo>
                    <a:pt x="229652" y="53644"/>
                  </a:lnTo>
                  <a:lnTo>
                    <a:pt x="206053" y="36523"/>
                  </a:lnTo>
                  <a:close/>
                  <a:moveTo>
                    <a:pt x="229652" y="53644"/>
                  </a:moveTo>
                  <a:lnTo>
                    <a:pt x="240649" y="41297"/>
                  </a:lnTo>
                  <a:lnTo>
                    <a:pt x="206053" y="36523"/>
                  </a:lnTo>
                  <a:close/>
                  <a:moveTo>
                    <a:pt x="408089" y="197388"/>
                  </a:moveTo>
                  <a:lnTo>
                    <a:pt x="446826" y="232937"/>
                  </a:lnTo>
                  <a:lnTo>
                    <a:pt x="435094" y="178999"/>
                  </a:lnTo>
                  <a:close/>
                  <a:moveTo>
                    <a:pt x="435094" y="178999"/>
                  </a:moveTo>
                  <a:lnTo>
                    <a:pt x="446826" y="232937"/>
                  </a:lnTo>
                  <a:lnTo>
                    <a:pt x="470855" y="211278"/>
                  </a:lnTo>
                  <a:close/>
                  <a:moveTo>
                    <a:pt x="408791" y="142244"/>
                  </a:moveTo>
                  <a:lnTo>
                    <a:pt x="410130" y="194260"/>
                  </a:lnTo>
                  <a:lnTo>
                    <a:pt x="425013" y="164456"/>
                  </a:lnTo>
                  <a:close/>
                  <a:moveTo>
                    <a:pt x="406102" y="196182"/>
                  </a:moveTo>
                  <a:lnTo>
                    <a:pt x="410130" y="194260"/>
                  </a:lnTo>
                  <a:lnTo>
                    <a:pt x="408791" y="142244"/>
                  </a:lnTo>
                  <a:close/>
                  <a:moveTo>
                    <a:pt x="365168" y="159427"/>
                  </a:moveTo>
                  <a:lnTo>
                    <a:pt x="406102" y="196182"/>
                  </a:lnTo>
                  <a:lnTo>
                    <a:pt x="408791" y="142244"/>
                  </a:lnTo>
                  <a:close/>
                  <a:moveTo>
                    <a:pt x="410130" y="194260"/>
                  </a:moveTo>
                  <a:lnTo>
                    <a:pt x="435094" y="178999"/>
                  </a:lnTo>
                  <a:lnTo>
                    <a:pt x="425013" y="164456"/>
                  </a:lnTo>
                  <a:close/>
                  <a:moveTo>
                    <a:pt x="392019" y="105489"/>
                  </a:moveTo>
                  <a:lnTo>
                    <a:pt x="364442" y="158779"/>
                  </a:lnTo>
                  <a:lnTo>
                    <a:pt x="365168" y="159427"/>
                  </a:lnTo>
                  <a:close/>
                  <a:moveTo>
                    <a:pt x="304352" y="122672"/>
                  </a:moveTo>
                  <a:lnTo>
                    <a:pt x="324533" y="134139"/>
                  </a:lnTo>
                  <a:lnTo>
                    <a:pt x="324412" y="120277"/>
                  </a:lnTo>
                  <a:close/>
                  <a:moveTo>
                    <a:pt x="305816" y="85917"/>
                  </a:moveTo>
                  <a:lnTo>
                    <a:pt x="324412" y="120277"/>
                  </a:lnTo>
                  <a:lnTo>
                    <a:pt x="312044" y="85584"/>
                  </a:lnTo>
                  <a:close/>
                  <a:moveTo>
                    <a:pt x="305816" y="85917"/>
                  </a:moveTo>
                  <a:lnTo>
                    <a:pt x="304352" y="122672"/>
                  </a:lnTo>
                  <a:lnTo>
                    <a:pt x="324412" y="120277"/>
                  </a:lnTo>
                  <a:close/>
                  <a:moveTo>
                    <a:pt x="364310" y="114929"/>
                  </a:moveTo>
                  <a:lnTo>
                    <a:pt x="324533" y="134139"/>
                  </a:lnTo>
                  <a:lnTo>
                    <a:pt x="364442" y="158779"/>
                  </a:lnTo>
                  <a:close/>
                  <a:moveTo>
                    <a:pt x="364310" y="114929"/>
                  </a:moveTo>
                  <a:lnTo>
                    <a:pt x="324412" y="120277"/>
                  </a:lnTo>
                  <a:lnTo>
                    <a:pt x="324533" y="134139"/>
                  </a:lnTo>
                  <a:close/>
                  <a:moveTo>
                    <a:pt x="324412" y="120277"/>
                  </a:moveTo>
                  <a:lnTo>
                    <a:pt x="349233" y="82439"/>
                  </a:lnTo>
                  <a:lnTo>
                    <a:pt x="312044" y="85584"/>
                  </a:lnTo>
                  <a:close/>
                  <a:moveTo>
                    <a:pt x="311144" y="84080"/>
                  </a:moveTo>
                  <a:lnTo>
                    <a:pt x="305816" y="85917"/>
                  </a:lnTo>
                  <a:lnTo>
                    <a:pt x="312044" y="85584"/>
                  </a:lnTo>
                  <a:close/>
                  <a:moveTo>
                    <a:pt x="312044" y="85584"/>
                  </a:moveTo>
                  <a:lnTo>
                    <a:pt x="342474" y="76644"/>
                  </a:lnTo>
                  <a:lnTo>
                    <a:pt x="311144" y="84080"/>
                  </a:lnTo>
                  <a:close/>
                  <a:moveTo>
                    <a:pt x="479024" y="165339"/>
                  </a:moveTo>
                  <a:lnTo>
                    <a:pt x="470855" y="211278"/>
                  </a:lnTo>
                  <a:lnTo>
                    <a:pt x="488922" y="161815"/>
                  </a:lnTo>
                  <a:close/>
                  <a:moveTo>
                    <a:pt x="488922" y="161815"/>
                  </a:moveTo>
                  <a:lnTo>
                    <a:pt x="470855" y="211278"/>
                  </a:lnTo>
                  <a:lnTo>
                    <a:pt x="477027" y="215754"/>
                  </a:lnTo>
                  <a:close/>
                  <a:moveTo>
                    <a:pt x="488922" y="161815"/>
                  </a:moveTo>
                  <a:lnTo>
                    <a:pt x="477027" y="215754"/>
                  </a:lnTo>
                  <a:lnTo>
                    <a:pt x="519393" y="198570"/>
                  </a:lnTo>
                  <a:close/>
                  <a:moveTo>
                    <a:pt x="435094" y="178999"/>
                  </a:moveTo>
                  <a:lnTo>
                    <a:pt x="470855" y="211278"/>
                  </a:lnTo>
                  <a:lnTo>
                    <a:pt x="479024" y="165339"/>
                  </a:lnTo>
                  <a:close/>
                  <a:moveTo>
                    <a:pt x="425013" y="164456"/>
                  </a:moveTo>
                  <a:lnTo>
                    <a:pt x="435094" y="178999"/>
                  </a:lnTo>
                  <a:lnTo>
                    <a:pt x="469756" y="125060"/>
                  </a:lnTo>
                  <a:close/>
                  <a:moveTo>
                    <a:pt x="475941" y="134085"/>
                  </a:moveTo>
                  <a:lnTo>
                    <a:pt x="435094" y="178999"/>
                  </a:lnTo>
                  <a:lnTo>
                    <a:pt x="479024" y="165339"/>
                  </a:lnTo>
                  <a:close/>
                  <a:moveTo>
                    <a:pt x="530097" y="61412"/>
                  </a:moveTo>
                  <a:lnTo>
                    <a:pt x="567180" y="33645"/>
                  </a:lnTo>
                  <a:lnTo>
                    <a:pt x="560684" y="18885"/>
                  </a:lnTo>
                  <a:close/>
                  <a:moveTo>
                    <a:pt x="567180" y="33645"/>
                  </a:moveTo>
                  <a:lnTo>
                    <a:pt x="585340" y="53939"/>
                  </a:lnTo>
                  <a:lnTo>
                    <a:pt x="560684" y="18885"/>
                  </a:lnTo>
                  <a:close/>
                  <a:moveTo>
                    <a:pt x="575228" y="51809"/>
                  </a:moveTo>
                  <a:lnTo>
                    <a:pt x="610260" y="70137"/>
                  </a:lnTo>
                  <a:lnTo>
                    <a:pt x="585340" y="53939"/>
                  </a:lnTo>
                  <a:close/>
                  <a:moveTo>
                    <a:pt x="639463" y="54745"/>
                  </a:moveTo>
                  <a:lnTo>
                    <a:pt x="610260" y="70137"/>
                  </a:lnTo>
                  <a:lnTo>
                    <a:pt x="661007" y="39084"/>
                  </a:lnTo>
                  <a:close/>
                  <a:moveTo>
                    <a:pt x="670037" y="36755"/>
                  </a:moveTo>
                  <a:lnTo>
                    <a:pt x="683533" y="45023"/>
                  </a:lnTo>
                  <a:lnTo>
                    <a:pt x="661007" y="39084"/>
                  </a:lnTo>
                  <a:close/>
                  <a:moveTo>
                    <a:pt x="567180" y="33645"/>
                  </a:moveTo>
                  <a:lnTo>
                    <a:pt x="563537" y="53939"/>
                  </a:lnTo>
                  <a:lnTo>
                    <a:pt x="575228" y="51809"/>
                  </a:lnTo>
                  <a:close/>
                  <a:moveTo>
                    <a:pt x="575228" y="51809"/>
                  </a:moveTo>
                  <a:lnTo>
                    <a:pt x="585340" y="53939"/>
                  </a:lnTo>
                  <a:lnTo>
                    <a:pt x="567180" y="33645"/>
                  </a:lnTo>
                  <a:close/>
                  <a:moveTo>
                    <a:pt x="719857" y="60240"/>
                  </a:moveTo>
                  <a:lnTo>
                    <a:pt x="699156" y="32322"/>
                  </a:lnTo>
                  <a:lnTo>
                    <a:pt x="684284" y="62072"/>
                  </a:lnTo>
                  <a:close/>
                  <a:moveTo>
                    <a:pt x="719857" y="60240"/>
                  </a:moveTo>
                  <a:lnTo>
                    <a:pt x="732903" y="31975"/>
                  </a:lnTo>
                  <a:lnTo>
                    <a:pt x="699156" y="32322"/>
                  </a:lnTo>
                  <a:close/>
                  <a:moveTo>
                    <a:pt x="662145" y="0"/>
                  </a:moveTo>
                  <a:lnTo>
                    <a:pt x="670037" y="36755"/>
                  </a:lnTo>
                  <a:lnTo>
                    <a:pt x="699156" y="3232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64" name="Input_density__203">
              <a:extLst>
                <a:ext uri="{FF2B5EF4-FFF2-40B4-BE49-F238E27FC236}">
                  <a16:creationId xmlns:a16="http://schemas.microsoft.com/office/drawing/2014/main" id="{C20FDE40-731E-7DB2-C7FF-8A83EFE190E6}"/>
                </a:ext>
              </a:extLst>
            </p:cNvPr>
            <p:cNvSpPr>
              <a:spLocks noGrp="1"/>
            </p:cNvSpPr>
            <p:nvPr/>
          </p:nvSpPr>
          <p:spPr>
            <a:xfrm>
              <a:off x="712422" y="2066532"/>
              <a:ext cx="665408" cy="289521"/>
            </a:xfrm>
            <a:custGeom>
              <a:avLst/>
              <a:gdLst/>
              <a:ahLst/>
              <a:cxnLst/>
              <a:rect l="0" t="0" r="0" b="0"/>
              <a:pathLst>
                <a:path w="665408" h="289521">
                  <a:moveTo>
                    <a:pt x="34315" y="198698"/>
                  </a:moveTo>
                  <a:lnTo>
                    <a:pt x="40393" y="221596"/>
                  </a:lnTo>
                  <a:lnTo>
                    <a:pt x="64226" y="214496"/>
                  </a:lnTo>
                  <a:close/>
                  <a:moveTo>
                    <a:pt x="34315" y="198698"/>
                  </a:moveTo>
                  <a:lnTo>
                    <a:pt x="31968" y="215881"/>
                  </a:lnTo>
                  <a:lnTo>
                    <a:pt x="40393" y="221596"/>
                  </a:lnTo>
                  <a:close/>
                  <a:moveTo>
                    <a:pt x="31968" y="215881"/>
                  </a:moveTo>
                  <a:lnTo>
                    <a:pt x="34315" y="198698"/>
                  </a:lnTo>
                  <a:lnTo>
                    <a:pt x="0" y="195148"/>
                  </a:lnTo>
                  <a:close/>
                  <a:moveTo>
                    <a:pt x="82904" y="188122"/>
                  </a:moveTo>
                  <a:lnTo>
                    <a:pt x="64226" y="214496"/>
                  </a:lnTo>
                  <a:lnTo>
                    <a:pt x="122396" y="211198"/>
                  </a:lnTo>
                  <a:close/>
                  <a:moveTo>
                    <a:pt x="43854" y="108004"/>
                  </a:moveTo>
                  <a:lnTo>
                    <a:pt x="30182" y="88433"/>
                  </a:lnTo>
                  <a:lnTo>
                    <a:pt x="38876" y="71249"/>
                  </a:lnTo>
                  <a:close/>
                  <a:moveTo>
                    <a:pt x="38876" y="71249"/>
                  </a:moveTo>
                  <a:lnTo>
                    <a:pt x="53086" y="54066"/>
                  </a:lnTo>
                  <a:lnTo>
                    <a:pt x="43854" y="108004"/>
                  </a:lnTo>
                  <a:close/>
                  <a:moveTo>
                    <a:pt x="183893" y="124132"/>
                  </a:moveTo>
                  <a:lnTo>
                    <a:pt x="200681" y="158531"/>
                  </a:lnTo>
                  <a:lnTo>
                    <a:pt x="215569" y="117987"/>
                  </a:lnTo>
                  <a:close/>
                  <a:moveTo>
                    <a:pt x="215569" y="117987"/>
                  </a:moveTo>
                  <a:lnTo>
                    <a:pt x="200681" y="158531"/>
                  </a:lnTo>
                  <a:lnTo>
                    <a:pt x="250845" y="125300"/>
                  </a:lnTo>
                  <a:close/>
                  <a:moveTo>
                    <a:pt x="103119" y="42917"/>
                  </a:moveTo>
                  <a:lnTo>
                    <a:pt x="118656" y="54066"/>
                  </a:lnTo>
                  <a:lnTo>
                    <a:pt x="120566" y="42307"/>
                  </a:lnTo>
                  <a:close/>
                  <a:moveTo>
                    <a:pt x="71241" y="48307"/>
                  </a:moveTo>
                  <a:lnTo>
                    <a:pt x="103119" y="42917"/>
                  </a:lnTo>
                  <a:lnTo>
                    <a:pt x="91515" y="38836"/>
                  </a:lnTo>
                  <a:close/>
                  <a:moveTo>
                    <a:pt x="542016" y="259801"/>
                  </a:moveTo>
                  <a:lnTo>
                    <a:pt x="590005" y="289521"/>
                  </a:lnTo>
                  <a:lnTo>
                    <a:pt x="565128" y="264271"/>
                  </a:lnTo>
                  <a:close/>
                  <a:moveTo>
                    <a:pt x="466113" y="143225"/>
                  </a:moveTo>
                  <a:lnTo>
                    <a:pt x="444380" y="158174"/>
                  </a:lnTo>
                  <a:lnTo>
                    <a:pt x="506287" y="168853"/>
                  </a:lnTo>
                  <a:close/>
                  <a:moveTo>
                    <a:pt x="658576" y="81872"/>
                  </a:moveTo>
                  <a:lnTo>
                    <a:pt x="657823" y="127232"/>
                  </a:lnTo>
                  <a:lnTo>
                    <a:pt x="662625" y="134741"/>
                  </a:lnTo>
                  <a:close/>
                  <a:moveTo>
                    <a:pt x="665408" y="97986"/>
                  </a:moveTo>
                  <a:lnTo>
                    <a:pt x="658271" y="74740"/>
                  </a:lnTo>
                  <a:lnTo>
                    <a:pt x="658576" y="81872"/>
                  </a:lnTo>
                  <a:close/>
                  <a:moveTo>
                    <a:pt x="662431" y="44047"/>
                  </a:moveTo>
                  <a:lnTo>
                    <a:pt x="658271" y="74740"/>
                  </a:lnTo>
                  <a:lnTo>
                    <a:pt x="665408" y="97986"/>
                  </a:lnTo>
                  <a:close/>
                  <a:moveTo>
                    <a:pt x="656008" y="39213"/>
                  </a:moveTo>
                  <a:lnTo>
                    <a:pt x="658271" y="74740"/>
                  </a:lnTo>
                  <a:lnTo>
                    <a:pt x="662431" y="44047"/>
                  </a:lnTo>
                  <a:close/>
                  <a:moveTo>
                    <a:pt x="649201" y="0"/>
                  </a:moveTo>
                  <a:lnTo>
                    <a:pt x="656008" y="39213"/>
                  </a:lnTo>
                  <a:lnTo>
                    <a:pt x="662431" y="44047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65" name="Input_density__204">
              <a:extLst>
                <a:ext uri="{FF2B5EF4-FFF2-40B4-BE49-F238E27FC236}">
                  <a16:creationId xmlns:a16="http://schemas.microsoft.com/office/drawing/2014/main" id="{4D35E63E-DCAD-CDCF-97D7-BEFEB0C321B2}"/>
                </a:ext>
              </a:extLst>
            </p:cNvPr>
            <p:cNvSpPr>
              <a:spLocks noGrp="1"/>
            </p:cNvSpPr>
            <p:nvPr/>
          </p:nvSpPr>
          <p:spPr>
            <a:xfrm>
              <a:off x="752815" y="2190664"/>
              <a:ext cx="622232" cy="165388"/>
            </a:xfrm>
            <a:custGeom>
              <a:avLst/>
              <a:gdLst/>
              <a:ahLst/>
              <a:cxnLst/>
              <a:rect l="0" t="0" r="0" b="0"/>
              <a:pathLst>
                <a:path w="622232" h="165388">
                  <a:moveTo>
                    <a:pt x="23833" y="90364"/>
                  </a:moveTo>
                  <a:lnTo>
                    <a:pt x="0" y="97464"/>
                  </a:lnTo>
                  <a:lnTo>
                    <a:pt x="58917" y="96961"/>
                  </a:lnTo>
                  <a:close/>
                  <a:moveTo>
                    <a:pt x="23833" y="90364"/>
                  </a:moveTo>
                  <a:lnTo>
                    <a:pt x="58917" y="96961"/>
                  </a:lnTo>
                  <a:lnTo>
                    <a:pt x="82003" y="87065"/>
                  </a:lnTo>
                  <a:close/>
                  <a:moveTo>
                    <a:pt x="82003" y="87065"/>
                  </a:moveTo>
                  <a:lnTo>
                    <a:pt x="114072" y="82390"/>
                  </a:lnTo>
                  <a:lnTo>
                    <a:pt x="133392" y="58418"/>
                  </a:lnTo>
                  <a:close/>
                  <a:moveTo>
                    <a:pt x="141139" y="29939"/>
                  </a:moveTo>
                  <a:lnTo>
                    <a:pt x="133392" y="58418"/>
                  </a:lnTo>
                  <a:lnTo>
                    <a:pt x="155903" y="40199"/>
                  </a:lnTo>
                  <a:close/>
                  <a:moveTo>
                    <a:pt x="141139" y="29939"/>
                  </a:moveTo>
                  <a:lnTo>
                    <a:pt x="155903" y="40199"/>
                  </a:lnTo>
                  <a:lnTo>
                    <a:pt x="143499" y="0"/>
                  </a:lnTo>
                  <a:close/>
                  <a:moveTo>
                    <a:pt x="143499" y="0"/>
                  </a:moveTo>
                  <a:lnTo>
                    <a:pt x="155903" y="40199"/>
                  </a:lnTo>
                  <a:lnTo>
                    <a:pt x="160287" y="34398"/>
                  </a:lnTo>
                  <a:close/>
                  <a:moveTo>
                    <a:pt x="524734" y="140139"/>
                  </a:moveTo>
                  <a:lnTo>
                    <a:pt x="549611" y="165388"/>
                  </a:lnTo>
                  <a:lnTo>
                    <a:pt x="557488" y="138024"/>
                  </a:lnTo>
                  <a:close/>
                  <a:moveTo>
                    <a:pt x="524734" y="140139"/>
                  </a:moveTo>
                  <a:lnTo>
                    <a:pt x="557488" y="138024"/>
                  </a:lnTo>
                  <a:lnTo>
                    <a:pt x="574589" y="105752"/>
                  </a:lnTo>
                  <a:close/>
                  <a:moveTo>
                    <a:pt x="570214" y="118485"/>
                  </a:moveTo>
                  <a:lnTo>
                    <a:pt x="574589" y="105752"/>
                  </a:lnTo>
                  <a:lnTo>
                    <a:pt x="557488" y="138024"/>
                  </a:lnTo>
                  <a:close/>
                  <a:moveTo>
                    <a:pt x="465894" y="44721"/>
                  </a:moveTo>
                  <a:lnTo>
                    <a:pt x="466895" y="44217"/>
                  </a:lnTo>
                  <a:lnTo>
                    <a:pt x="425720" y="19093"/>
                  </a:lnTo>
                  <a:close/>
                  <a:moveTo>
                    <a:pt x="617429" y="3100"/>
                  </a:moveTo>
                  <a:lnTo>
                    <a:pt x="604677" y="47364"/>
                  </a:lnTo>
                  <a:lnTo>
                    <a:pt x="613886" y="31894"/>
                  </a:lnTo>
                  <a:close/>
                  <a:moveTo>
                    <a:pt x="597305" y="37119"/>
                  </a:moveTo>
                  <a:lnTo>
                    <a:pt x="604677" y="47364"/>
                  </a:lnTo>
                  <a:lnTo>
                    <a:pt x="617429" y="3100"/>
                  </a:lnTo>
                  <a:close/>
                  <a:moveTo>
                    <a:pt x="617429" y="3100"/>
                  </a:moveTo>
                  <a:lnTo>
                    <a:pt x="613886" y="31894"/>
                  </a:lnTo>
                  <a:lnTo>
                    <a:pt x="622232" y="10609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66" name="Input_density__205">
              <a:extLst>
                <a:ext uri="{FF2B5EF4-FFF2-40B4-BE49-F238E27FC236}">
                  <a16:creationId xmlns:a16="http://schemas.microsoft.com/office/drawing/2014/main" id="{AC80B3C3-175B-42E7-0C29-9EC9AC341550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982444"/>
              <a:ext cx="722736" cy="253394"/>
            </a:xfrm>
            <a:custGeom>
              <a:avLst/>
              <a:gdLst/>
              <a:ahLst/>
              <a:cxnLst/>
              <a:rect l="0" t="0" r="0" b="0"/>
              <a:pathLst>
                <a:path w="722736" h="253394">
                  <a:moveTo>
                    <a:pt x="56503" y="246030"/>
                  </a:moveTo>
                  <a:lnTo>
                    <a:pt x="45982" y="230040"/>
                  </a:lnTo>
                  <a:lnTo>
                    <a:pt x="26497" y="253394"/>
                  </a:lnTo>
                  <a:close/>
                  <a:moveTo>
                    <a:pt x="31623" y="209275"/>
                  </a:moveTo>
                  <a:lnTo>
                    <a:pt x="0" y="226458"/>
                  </a:lnTo>
                  <a:lnTo>
                    <a:pt x="26497" y="253394"/>
                  </a:lnTo>
                  <a:close/>
                  <a:moveTo>
                    <a:pt x="124834" y="194831"/>
                  </a:moveTo>
                  <a:lnTo>
                    <a:pt x="131899" y="205906"/>
                  </a:lnTo>
                  <a:lnTo>
                    <a:pt x="166412" y="210368"/>
                  </a:lnTo>
                  <a:close/>
                  <a:moveTo>
                    <a:pt x="131899" y="205906"/>
                  </a:moveTo>
                  <a:lnTo>
                    <a:pt x="124834" y="194831"/>
                  </a:lnTo>
                  <a:lnTo>
                    <a:pt x="110582" y="192092"/>
                  </a:lnTo>
                  <a:close/>
                  <a:moveTo>
                    <a:pt x="285139" y="190518"/>
                  </a:moveTo>
                  <a:lnTo>
                    <a:pt x="324856" y="185317"/>
                  </a:lnTo>
                  <a:lnTo>
                    <a:pt x="324716" y="140684"/>
                  </a:lnTo>
                  <a:close/>
                  <a:moveTo>
                    <a:pt x="285139" y="190518"/>
                  </a:moveTo>
                  <a:lnTo>
                    <a:pt x="324716" y="140684"/>
                  </a:lnTo>
                  <a:lnTo>
                    <a:pt x="286356" y="144781"/>
                  </a:lnTo>
                  <a:close/>
                  <a:moveTo>
                    <a:pt x="317573" y="209388"/>
                  </a:moveTo>
                  <a:lnTo>
                    <a:pt x="366377" y="177297"/>
                  </a:lnTo>
                  <a:lnTo>
                    <a:pt x="324856" y="185317"/>
                  </a:lnTo>
                  <a:close/>
                  <a:moveTo>
                    <a:pt x="368364" y="178503"/>
                  </a:moveTo>
                  <a:lnTo>
                    <a:pt x="366377" y="177297"/>
                  </a:lnTo>
                  <a:lnTo>
                    <a:pt x="317573" y="209388"/>
                  </a:lnTo>
                  <a:close/>
                  <a:moveTo>
                    <a:pt x="366377" y="177297"/>
                  </a:moveTo>
                  <a:lnTo>
                    <a:pt x="325443" y="140541"/>
                  </a:lnTo>
                  <a:lnTo>
                    <a:pt x="324856" y="185317"/>
                  </a:lnTo>
                  <a:close/>
                  <a:moveTo>
                    <a:pt x="237544" y="67882"/>
                  </a:moveTo>
                  <a:lnTo>
                    <a:pt x="271419" y="65195"/>
                  </a:lnTo>
                  <a:lnTo>
                    <a:pt x="249602" y="40420"/>
                  </a:lnTo>
                  <a:close/>
                  <a:moveTo>
                    <a:pt x="237544" y="67882"/>
                  </a:moveTo>
                  <a:lnTo>
                    <a:pt x="249602" y="40420"/>
                  </a:lnTo>
                  <a:lnTo>
                    <a:pt x="222400" y="35447"/>
                  </a:lnTo>
                  <a:close/>
                  <a:moveTo>
                    <a:pt x="189927" y="34759"/>
                  </a:moveTo>
                  <a:lnTo>
                    <a:pt x="222400" y="35447"/>
                  </a:lnTo>
                  <a:lnTo>
                    <a:pt x="200924" y="22412"/>
                  </a:lnTo>
                  <a:close/>
                  <a:moveTo>
                    <a:pt x="407101" y="214052"/>
                  </a:moveTo>
                  <a:lnTo>
                    <a:pt x="412712" y="219737"/>
                  </a:lnTo>
                  <a:lnTo>
                    <a:pt x="420933" y="206132"/>
                  </a:lnTo>
                  <a:close/>
                  <a:moveTo>
                    <a:pt x="370405" y="175375"/>
                  </a:moveTo>
                  <a:lnTo>
                    <a:pt x="368364" y="178503"/>
                  </a:lnTo>
                  <a:lnTo>
                    <a:pt x="395370" y="160113"/>
                  </a:lnTo>
                  <a:close/>
                  <a:moveTo>
                    <a:pt x="431130" y="192393"/>
                  </a:moveTo>
                  <a:lnTo>
                    <a:pt x="407101" y="214052"/>
                  </a:lnTo>
                  <a:lnTo>
                    <a:pt x="420933" y="206132"/>
                  </a:lnTo>
                  <a:close/>
                  <a:moveTo>
                    <a:pt x="412712" y="219737"/>
                  </a:moveTo>
                  <a:lnTo>
                    <a:pt x="437302" y="196868"/>
                  </a:lnTo>
                  <a:lnTo>
                    <a:pt x="420933" y="206132"/>
                  </a:lnTo>
                  <a:close/>
                  <a:moveTo>
                    <a:pt x="472465" y="222360"/>
                  </a:moveTo>
                  <a:lnTo>
                    <a:pt x="437302" y="196868"/>
                  </a:lnTo>
                  <a:lnTo>
                    <a:pt x="412712" y="219737"/>
                  </a:lnTo>
                  <a:close/>
                  <a:moveTo>
                    <a:pt x="420933" y="206132"/>
                  </a:moveTo>
                  <a:lnTo>
                    <a:pt x="437302" y="196868"/>
                  </a:lnTo>
                  <a:lnTo>
                    <a:pt x="431130" y="192393"/>
                  </a:lnTo>
                  <a:close/>
                  <a:moveTo>
                    <a:pt x="366377" y="177297"/>
                  </a:moveTo>
                  <a:lnTo>
                    <a:pt x="368364" y="178503"/>
                  </a:lnTo>
                  <a:lnTo>
                    <a:pt x="370405" y="175375"/>
                  </a:lnTo>
                  <a:close/>
                  <a:moveTo>
                    <a:pt x="521330" y="216440"/>
                  </a:moveTo>
                  <a:lnTo>
                    <a:pt x="489367" y="189344"/>
                  </a:lnTo>
                  <a:lnTo>
                    <a:pt x="472465" y="222360"/>
                  </a:lnTo>
                  <a:close/>
                  <a:moveTo>
                    <a:pt x="479668" y="179685"/>
                  </a:moveTo>
                  <a:lnTo>
                    <a:pt x="472465" y="222360"/>
                  </a:lnTo>
                  <a:lnTo>
                    <a:pt x="489367" y="189344"/>
                  </a:lnTo>
                  <a:close/>
                  <a:moveTo>
                    <a:pt x="479668" y="179685"/>
                  </a:moveTo>
                  <a:lnTo>
                    <a:pt x="437302" y="196868"/>
                  </a:lnTo>
                  <a:lnTo>
                    <a:pt x="472465" y="222360"/>
                  </a:lnTo>
                  <a:close/>
                  <a:moveTo>
                    <a:pt x="521330" y="216440"/>
                  </a:moveTo>
                  <a:lnTo>
                    <a:pt x="532841" y="227312"/>
                  </a:lnTo>
                  <a:lnTo>
                    <a:pt x="537513" y="210278"/>
                  </a:lnTo>
                  <a:close/>
                  <a:moveTo>
                    <a:pt x="564436" y="199256"/>
                  </a:moveTo>
                  <a:lnTo>
                    <a:pt x="574017" y="252436"/>
                  </a:lnTo>
                  <a:lnTo>
                    <a:pt x="590736" y="236011"/>
                  </a:lnTo>
                  <a:close/>
                  <a:moveTo>
                    <a:pt x="564436" y="199256"/>
                  </a:moveTo>
                  <a:lnTo>
                    <a:pt x="537513" y="210278"/>
                  </a:lnTo>
                  <a:lnTo>
                    <a:pt x="532841" y="227312"/>
                  </a:lnTo>
                  <a:close/>
                  <a:moveTo>
                    <a:pt x="520959" y="0"/>
                  </a:moveTo>
                  <a:lnTo>
                    <a:pt x="545615" y="35053"/>
                  </a:lnTo>
                  <a:lnTo>
                    <a:pt x="559637" y="40391"/>
                  </a:lnTo>
                  <a:close/>
                  <a:moveTo>
                    <a:pt x="570535" y="51251"/>
                  </a:moveTo>
                  <a:lnTo>
                    <a:pt x="559637" y="40391"/>
                  </a:lnTo>
                  <a:lnTo>
                    <a:pt x="545615" y="35053"/>
                  </a:lnTo>
                  <a:close/>
                  <a:moveTo>
                    <a:pt x="693584" y="119912"/>
                  </a:moveTo>
                  <a:lnTo>
                    <a:pt x="694971" y="163532"/>
                  </a:lnTo>
                  <a:lnTo>
                    <a:pt x="722736" y="123300"/>
                  </a:lnTo>
                  <a:close/>
                  <a:moveTo>
                    <a:pt x="688792" y="79061"/>
                  </a:moveTo>
                  <a:lnTo>
                    <a:pt x="711347" y="43066"/>
                  </a:lnTo>
                  <a:lnTo>
                    <a:pt x="680132" y="41355"/>
                  </a:lnTo>
                  <a:close/>
                  <a:moveTo>
                    <a:pt x="680132" y="41355"/>
                  </a:moveTo>
                  <a:lnTo>
                    <a:pt x="711347" y="43066"/>
                  </a:lnTo>
                  <a:lnTo>
                    <a:pt x="693178" y="13089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67" name="Input_density__206">
              <a:extLst>
                <a:ext uri="{FF2B5EF4-FFF2-40B4-BE49-F238E27FC236}">
                  <a16:creationId xmlns:a16="http://schemas.microsoft.com/office/drawing/2014/main" id="{AB73CD0F-D889-8B75-F605-47D32E943C5A}"/>
                </a:ext>
              </a:extLst>
            </p:cNvPr>
            <p:cNvSpPr>
              <a:spLocks noGrp="1"/>
            </p:cNvSpPr>
            <p:nvPr/>
          </p:nvSpPr>
          <p:spPr>
            <a:xfrm>
              <a:off x="601322" y="1954144"/>
              <a:ext cx="703803" cy="237575"/>
            </a:xfrm>
            <a:custGeom>
              <a:avLst/>
              <a:gdLst/>
              <a:ahLst/>
              <a:cxnLst/>
              <a:rect l="0" t="0" r="0" b="0"/>
              <a:pathLst>
                <a:path w="703803" h="237575">
                  <a:moveTo>
                    <a:pt x="25972" y="218004"/>
                  </a:moveTo>
                  <a:lnTo>
                    <a:pt x="75995" y="237575"/>
                  </a:lnTo>
                  <a:lnTo>
                    <a:pt x="61471" y="200820"/>
                  </a:lnTo>
                  <a:close/>
                  <a:moveTo>
                    <a:pt x="19837" y="127310"/>
                  </a:moveTo>
                  <a:lnTo>
                    <a:pt x="15289" y="177504"/>
                  </a:lnTo>
                  <a:lnTo>
                    <a:pt x="24242" y="135734"/>
                  </a:lnTo>
                  <a:close/>
                  <a:moveTo>
                    <a:pt x="8400" y="181249"/>
                  </a:moveTo>
                  <a:lnTo>
                    <a:pt x="15289" y="177504"/>
                  </a:lnTo>
                  <a:lnTo>
                    <a:pt x="19837" y="127310"/>
                  </a:lnTo>
                  <a:close/>
                  <a:moveTo>
                    <a:pt x="0" y="144494"/>
                  </a:moveTo>
                  <a:lnTo>
                    <a:pt x="8400" y="181249"/>
                  </a:lnTo>
                  <a:lnTo>
                    <a:pt x="19837" y="127310"/>
                  </a:lnTo>
                  <a:close/>
                  <a:moveTo>
                    <a:pt x="15289" y="177504"/>
                  </a:moveTo>
                  <a:lnTo>
                    <a:pt x="38403" y="164065"/>
                  </a:lnTo>
                  <a:lnTo>
                    <a:pt x="24242" y="135734"/>
                  </a:lnTo>
                  <a:close/>
                  <a:moveTo>
                    <a:pt x="20466" y="121620"/>
                  </a:moveTo>
                  <a:lnTo>
                    <a:pt x="0" y="144494"/>
                  </a:lnTo>
                  <a:lnTo>
                    <a:pt x="19837" y="127310"/>
                  </a:lnTo>
                  <a:close/>
                  <a:moveTo>
                    <a:pt x="24481" y="125284"/>
                  </a:moveTo>
                  <a:lnTo>
                    <a:pt x="24242" y="135734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4242" y="135734"/>
                  </a:lnTo>
                  <a:lnTo>
                    <a:pt x="38403" y="164065"/>
                  </a:lnTo>
                  <a:close/>
                  <a:moveTo>
                    <a:pt x="56771" y="110127"/>
                  </a:moveTo>
                  <a:lnTo>
                    <a:pt x="38403" y="164065"/>
                  </a:lnTo>
                  <a:lnTo>
                    <a:pt x="68198" y="146882"/>
                  </a:lnTo>
                  <a:close/>
                  <a:moveTo>
                    <a:pt x="19837" y="127310"/>
                  </a:moveTo>
                  <a:lnTo>
                    <a:pt x="24242" y="135734"/>
                  </a:lnTo>
                  <a:lnTo>
                    <a:pt x="24481" y="125284"/>
                  </a:lnTo>
                  <a:close/>
                  <a:moveTo>
                    <a:pt x="20466" y="121620"/>
                  </a:moveTo>
                  <a:lnTo>
                    <a:pt x="19837" y="12731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24991" y="90555"/>
                  </a:lnTo>
                  <a:lnTo>
                    <a:pt x="67822" y="77888"/>
                  </a:lnTo>
                  <a:close/>
                  <a:moveTo>
                    <a:pt x="24991" y="90555"/>
                  </a:moveTo>
                  <a:lnTo>
                    <a:pt x="20466" y="121620"/>
                  </a:lnTo>
                  <a:lnTo>
                    <a:pt x="67822" y="77888"/>
                  </a:lnTo>
                  <a:close/>
                  <a:moveTo>
                    <a:pt x="67822" y="77888"/>
                  </a:moveTo>
                  <a:lnTo>
                    <a:pt x="20466" y="121620"/>
                  </a:lnTo>
                  <a:lnTo>
                    <a:pt x="56771" y="110127"/>
                  </a:lnTo>
                  <a:close/>
                  <a:moveTo>
                    <a:pt x="56771" y="110127"/>
                  </a:moveTo>
                  <a:lnTo>
                    <a:pt x="20466" y="121620"/>
                  </a:lnTo>
                  <a:lnTo>
                    <a:pt x="24481" y="125284"/>
                  </a:lnTo>
                  <a:close/>
                  <a:moveTo>
                    <a:pt x="63491" y="75911"/>
                  </a:moveTo>
                  <a:lnTo>
                    <a:pt x="67822" y="77888"/>
                  </a:lnTo>
                  <a:lnTo>
                    <a:pt x="73141" y="73372"/>
                  </a:lnTo>
                  <a:close/>
                  <a:moveTo>
                    <a:pt x="67822" y="77888"/>
                  </a:moveTo>
                  <a:lnTo>
                    <a:pt x="56771" y="110127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73141" y="73372"/>
                  </a:lnTo>
                  <a:lnTo>
                    <a:pt x="123645" y="65818"/>
                  </a:lnTo>
                  <a:close/>
                  <a:moveTo>
                    <a:pt x="73141" y="73372"/>
                  </a:moveTo>
                  <a:lnTo>
                    <a:pt x="67822" y="77888"/>
                  </a:lnTo>
                  <a:lnTo>
                    <a:pt x="123645" y="65818"/>
                  </a:lnTo>
                  <a:close/>
                  <a:moveTo>
                    <a:pt x="123645" y="65818"/>
                  </a:moveTo>
                  <a:lnTo>
                    <a:pt x="67822" y="77888"/>
                  </a:lnTo>
                  <a:lnTo>
                    <a:pt x="107720" y="92944"/>
                  </a:lnTo>
                  <a:close/>
                  <a:moveTo>
                    <a:pt x="107720" y="92944"/>
                  </a:moveTo>
                  <a:lnTo>
                    <a:pt x="67822" y="77888"/>
                  </a:lnTo>
                  <a:lnTo>
                    <a:pt x="90729" y="98514"/>
                  </a:lnTo>
                  <a:close/>
                  <a:moveTo>
                    <a:pt x="112537" y="63126"/>
                  </a:moveTo>
                  <a:lnTo>
                    <a:pt x="123645" y="65818"/>
                  </a:lnTo>
                  <a:lnTo>
                    <a:pt x="141641" y="56189"/>
                  </a:lnTo>
                  <a:close/>
                  <a:moveTo>
                    <a:pt x="141641" y="56189"/>
                  </a:moveTo>
                  <a:lnTo>
                    <a:pt x="123645" y="65818"/>
                  </a:lnTo>
                  <a:lnTo>
                    <a:pt x="179435" y="53624"/>
                  </a:lnTo>
                  <a:close/>
                  <a:moveTo>
                    <a:pt x="179435" y="53624"/>
                  </a:moveTo>
                  <a:lnTo>
                    <a:pt x="123645" y="65818"/>
                  </a:lnTo>
                  <a:lnTo>
                    <a:pt x="163121" y="75760"/>
                  </a:lnTo>
                  <a:close/>
                  <a:moveTo>
                    <a:pt x="196489" y="66710"/>
                  </a:moveTo>
                  <a:lnTo>
                    <a:pt x="210699" y="45938"/>
                  </a:lnTo>
                  <a:lnTo>
                    <a:pt x="179435" y="53624"/>
                  </a:lnTo>
                  <a:close/>
                  <a:moveTo>
                    <a:pt x="368957" y="124343"/>
                  </a:moveTo>
                  <a:lnTo>
                    <a:pt x="369089" y="168194"/>
                  </a:lnTo>
                  <a:lnTo>
                    <a:pt x="396665" y="114904"/>
                  </a:lnTo>
                  <a:close/>
                  <a:moveTo>
                    <a:pt x="396665" y="114904"/>
                  </a:moveTo>
                  <a:lnTo>
                    <a:pt x="369814" y="168842"/>
                  </a:lnTo>
                  <a:lnTo>
                    <a:pt x="413438" y="151658"/>
                  </a:lnTo>
                  <a:close/>
                  <a:moveTo>
                    <a:pt x="329059" y="129691"/>
                  </a:moveTo>
                  <a:lnTo>
                    <a:pt x="368957" y="124343"/>
                  </a:lnTo>
                  <a:lnTo>
                    <a:pt x="353880" y="91854"/>
                  </a:lnTo>
                  <a:close/>
                  <a:moveTo>
                    <a:pt x="396665" y="114904"/>
                  </a:moveTo>
                  <a:lnTo>
                    <a:pt x="405306" y="82817"/>
                  </a:lnTo>
                  <a:lnTo>
                    <a:pt x="368957" y="124343"/>
                  </a:lnTo>
                  <a:close/>
                  <a:moveTo>
                    <a:pt x="368957" y="124343"/>
                  </a:moveTo>
                  <a:lnTo>
                    <a:pt x="405306" y="82817"/>
                  </a:lnTo>
                  <a:lnTo>
                    <a:pt x="402472" y="79437"/>
                  </a:lnTo>
                  <a:close/>
                  <a:moveTo>
                    <a:pt x="368957" y="124343"/>
                  </a:moveTo>
                  <a:lnTo>
                    <a:pt x="402472" y="79437"/>
                  </a:lnTo>
                  <a:lnTo>
                    <a:pt x="353880" y="91854"/>
                  </a:lnTo>
                  <a:close/>
                  <a:moveTo>
                    <a:pt x="431040" y="145706"/>
                  </a:moveTo>
                  <a:lnTo>
                    <a:pt x="429659" y="173871"/>
                  </a:lnTo>
                  <a:lnTo>
                    <a:pt x="474403" y="134475"/>
                  </a:lnTo>
                  <a:close/>
                  <a:moveTo>
                    <a:pt x="474403" y="134475"/>
                  </a:moveTo>
                  <a:lnTo>
                    <a:pt x="439741" y="188413"/>
                  </a:lnTo>
                  <a:lnTo>
                    <a:pt x="480588" y="143500"/>
                  </a:lnTo>
                  <a:close/>
                  <a:moveTo>
                    <a:pt x="483671" y="174753"/>
                  </a:moveTo>
                  <a:lnTo>
                    <a:pt x="493569" y="171230"/>
                  </a:lnTo>
                  <a:lnTo>
                    <a:pt x="480588" y="143500"/>
                  </a:lnTo>
                  <a:close/>
                  <a:moveTo>
                    <a:pt x="413438" y="151658"/>
                  </a:moveTo>
                  <a:lnTo>
                    <a:pt x="429659" y="173871"/>
                  </a:lnTo>
                  <a:lnTo>
                    <a:pt x="431040" y="145706"/>
                  </a:lnTo>
                  <a:close/>
                  <a:moveTo>
                    <a:pt x="396665" y="114904"/>
                  </a:moveTo>
                  <a:lnTo>
                    <a:pt x="431040" y="145706"/>
                  </a:lnTo>
                  <a:lnTo>
                    <a:pt x="424016" y="106669"/>
                  </a:lnTo>
                  <a:close/>
                  <a:moveTo>
                    <a:pt x="396665" y="114904"/>
                  </a:moveTo>
                  <a:lnTo>
                    <a:pt x="413438" y="151658"/>
                  </a:lnTo>
                  <a:lnTo>
                    <a:pt x="431040" y="145706"/>
                  </a:lnTo>
                  <a:close/>
                  <a:moveTo>
                    <a:pt x="474403" y="134475"/>
                  </a:moveTo>
                  <a:lnTo>
                    <a:pt x="461368" y="97720"/>
                  </a:lnTo>
                  <a:lnTo>
                    <a:pt x="431040" y="145706"/>
                  </a:lnTo>
                  <a:close/>
                  <a:moveTo>
                    <a:pt x="461368" y="97720"/>
                  </a:moveTo>
                  <a:lnTo>
                    <a:pt x="424016" y="106669"/>
                  </a:lnTo>
                  <a:lnTo>
                    <a:pt x="431040" y="145706"/>
                  </a:lnTo>
                  <a:close/>
                  <a:moveTo>
                    <a:pt x="405306" y="82817"/>
                  </a:moveTo>
                  <a:lnTo>
                    <a:pt x="396665" y="114904"/>
                  </a:lnTo>
                  <a:lnTo>
                    <a:pt x="424016" y="106669"/>
                  </a:lnTo>
                  <a:close/>
                  <a:moveTo>
                    <a:pt x="405306" y="82817"/>
                  </a:moveTo>
                  <a:lnTo>
                    <a:pt x="424016" y="106669"/>
                  </a:lnTo>
                  <a:lnTo>
                    <a:pt x="406280" y="78148"/>
                  </a:lnTo>
                  <a:close/>
                  <a:moveTo>
                    <a:pt x="406280" y="78148"/>
                  </a:moveTo>
                  <a:lnTo>
                    <a:pt x="424016" y="106669"/>
                  </a:lnTo>
                  <a:lnTo>
                    <a:pt x="461368" y="97720"/>
                  </a:lnTo>
                  <a:close/>
                  <a:moveTo>
                    <a:pt x="406280" y="78148"/>
                  </a:moveTo>
                  <a:lnTo>
                    <a:pt x="461368" y="97720"/>
                  </a:lnTo>
                  <a:lnTo>
                    <a:pt x="457236" y="60965"/>
                  </a:lnTo>
                  <a:close/>
                  <a:moveTo>
                    <a:pt x="479380" y="133495"/>
                  </a:moveTo>
                  <a:lnTo>
                    <a:pt x="480588" y="143500"/>
                  </a:lnTo>
                  <a:lnTo>
                    <a:pt x="524609" y="117292"/>
                  </a:lnTo>
                  <a:close/>
                  <a:moveTo>
                    <a:pt x="474403" y="134475"/>
                  </a:moveTo>
                  <a:lnTo>
                    <a:pt x="480588" y="143500"/>
                  </a:lnTo>
                  <a:lnTo>
                    <a:pt x="479380" y="133495"/>
                  </a:lnTo>
                  <a:close/>
                  <a:moveTo>
                    <a:pt x="461368" y="97720"/>
                  </a:moveTo>
                  <a:lnTo>
                    <a:pt x="479380" y="133495"/>
                  </a:lnTo>
                  <a:lnTo>
                    <a:pt x="471745" y="94955"/>
                  </a:lnTo>
                  <a:close/>
                  <a:moveTo>
                    <a:pt x="461368" y="97720"/>
                  </a:moveTo>
                  <a:lnTo>
                    <a:pt x="474403" y="134475"/>
                  </a:lnTo>
                  <a:lnTo>
                    <a:pt x="479380" y="133495"/>
                  </a:lnTo>
                  <a:close/>
                  <a:moveTo>
                    <a:pt x="524609" y="117292"/>
                  </a:moveTo>
                  <a:lnTo>
                    <a:pt x="506759" y="80537"/>
                  </a:lnTo>
                  <a:lnTo>
                    <a:pt x="479380" y="133495"/>
                  </a:lnTo>
                  <a:close/>
                  <a:moveTo>
                    <a:pt x="506759" y="80537"/>
                  </a:moveTo>
                  <a:lnTo>
                    <a:pt x="471745" y="94955"/>
                  </a:lnTo>
                  <a:lnTo>
                    <a:pt x="479380" y="133495"/>
                  </a:lnTo>
                  <a:close/>
                  <a:moveTo>
                    <a:pt x="457236" y="60965"/>
                  </a:moveTo>
                  <a:lnTo>
                    <a:pt x="471745" y="94955"/>
                  </a:lnTo>
                  <a:lnTo>
                    <a:pt x="459477" y="60181"/>
                  </a:lnTo>
                  <a:close/>
                  <a:moveTo>
                    <a:pt x="457236" y="60965"/>
                  </a:moveTo>
                  <a:lnTo>
                    <a:pt x="461368" y="97720"/>
                  </a:lnTo>
                  <a:lnTo>
                    <a:pt x="471745" y="94955"/>
                  </a:lnTo>
                  <a:close/>
                  <a:moveTo>
                    <a:pt x="506759" y="80537"/>
                  </a:moveTo>
                  <a:lnTo>
                    <a:pt x="497515" y="43782"/>
                  </a:lnTo>
                  <a:lnTo>
                    <a:pt x="471745" y="94955"/>
                  </a:lnTo>
                  <a:close/>
                  <a:moveTo>
                    <a:pt x="497515" y="43782"/>
                  </a:moveTo>
                  <a:lnTo>
                    <a:pt x="459477" y="60181"/>
                  </a:lnTo>
                  <a:lnTo>
                    <a:pt x="471745" y="94955"/>
                  </a:lnTo>
                  <a:close/>
                  <a:moveTo>
                    <a:pt x="446486" y="24210"/>
                  </a:moveTo>
                  <a:lnTo>
                    <a:pt x="457236" y="60965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491588" y="7027"/>
                  </a:lnTo>
                  <a:lnTo>
                    <a:pt x="459477" y="60181"/>
                  </a:lnTo>
                  <a:close/>
                  <a:moveTo>
                    <a:pt x="491588" y="7027"/>
                  </a:moveTo>
                  <a:lnTo>
                    <a:pt x="450535" y="22704"/>
                  </a:lnTo>
                  <a:lnTo>
                    <a:pt x="459477" y="60181"/>
                  </a:lnTo>
                  <a:close/>
                  <a:moveTo>
                    <a:pt x="497515" y="43782"/>
                  </a:moveTo>
                  <a:lnTo>
                    <a:pt x="534743" y="70826"/>
                  </a:lnTo>
                  <a:lnTo>
                    <a:pt x="522502" y="36031"/>
                  </a:lnTo>
                  <a:close/>
                  <a:moveTo>
                    <a:pt x="497515" y="43782"/>
                  </a:moveTo>
                  <a:lnTo>
                    <a:pt x="506759" y="80537"/>
                  </a:lnTo>
                  <a:lnTo>
                    <a:pt x="534743" y="70826"/>
                  </a:lnTo>
                  <a:close/>
                  <a:moveTo>
                    <a:pt x="568184" y="63353"/>
                  </a:moveTo>
                  <a:lnTo>
                    <a:pt x="571827" y="43060"/>
                  </a:lnTo>
                  <a:lnTo>
                    <a:pt x="534743" y="70826"/>
                  </a:lnTo>
                  <a:close/>
                  <a:moveTo>
                    <a:pt x="534743" y="70826"/>
                  </a:moveTo>
                  <a:lnTo>
                    <a:pt x="565331" y="28300"/>
                  </a:lnTo>
                  <a:lnTo>
                    <a:pt x="522502" y="36031"/>
                  </a:lnTo>
                  <a:close/>
                  <a:moveTo>
                    <a:pt x="491588" y="7027"/>
                  </a:moveTo>
                  <a:lnTo>
                    <a:pt x="522502" y="36031"/>
                  </a:lnTo>
                  <a:lnTo>
                    <a:pt x="509001" y="2260"/>
                  </a:lnTo>
                  <a:close/>
                  <a:moveTo>
                    <a:pt x="491588" y="7027"/>
                  </a:moveTo>
                  <a:lnTo>
                    <a:pt x="497515" y="43782"/>
                  </a:lnTo>
                  <a:lnTo>
                    <a:pt x="522502" y="36031"/>
                  </a:lnTo>
                  <a:close/>
                  <a:moveTo>
                    <a:pt x="522502" y="36031"/>
                  </a:moveTo>
                  <a:lnTo>
                    <a:pt x="565331" y="28300"/>
                  </a:lnTo>
                  <a:lnTo>
                    <a:pt x="545100" y="0"/>
                  </a:lnTo>
                  <a:close/>
                  <a:moveTo>
                    <a:pt x="522502" y="36031"/>
                  </a:moveTo>
                  <a:lnTo>
                    <a:pt x="545100" y="0"/>
                  </a:lnTo>
                  <a:lnTo>
                    <a:pt x="509001" y="2260"/>
                  </a:lnTo>
                  <a:close/>
                  <a:moveTo>
                    <a:pt x="640981" y="83381"/>
                  </a:moveTo>
                  <a:lnTo>
                    <a:pt x="614907" y="79552"/>
                  </a:lnTo>
                  <a:lnTo>
                    <a:pt x="579874" y="61224"/>
                  </a:lnTo>
                  <a:close/>
                  <a:moveTo>
                    <a:pt x="665653" y="48499"/>
                  </a:moveTo>
                  <a:lnTo>
                    <a:pt x="640981" y="83381"/>
                  </a:lnTo>
                  <a:lnTo>
                    <a:pt x="641774" y="82925"/>
                  </a:lnTo>
                  <a:close/>
                  <a:moveTo>
                    <a:pt x="614907" y="79552"/>
                  </a:moveTo>
                  <a:lnTo>
                    <a:pt x="640981" y="83381"/>
                  </a:lnTo>
                  <a:lnTo>
                    <a:pt x="665653" y="48499"/>
                  </a:lnTo>
                  <a:close/>
                  <a:moveTo>
                    <a:pt x="665653" y="48499"/>
                  </a:moveTo>
                  <a:lnTo>
                    <a:pt x="641774" y="82925"/>
                  </a:lnTo>
                  <a:lnTo>
                    <a:pt x="688931" y="71487"/>
                  </a:lnTo>
                  <a:close/>
                  <a:moveTo>
                    <a:pt x="688931" y="71487"/>
                  </a:moveTo>
                  <a:lnTo>
                    <a:pt x="674683" y="46170"/>
                  </a:lnTo>
                  <a:lnTo>
                    <a:pt x="665653" y="48499"/>
                  </a:lnTo>
                  <a:close/>
                  <a:moveTo>
                    <a:pt x="703803" y="41737"/>
                  </a:moveTo>
                  <a:lnTo>
                    <a:pt x="674683" y="46170"/>
                  </a:lnTo>
                  <a:lnTo>
                    <a:pt x="688931" y="71487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68" name="Input_density__207">
              <a:extLst>
                <a:ext uri="{FF2B5EF4-FFF2-40B4-BE49-F238E27FC236}">
                  <a16:creationId xmlns:a16="http://schemas.microsoft.com/office/drawing/2014/main" id="{8DFEFD0C-DB8E-8C25-BC89-8CEE7AD83986}"/>
                </a:ext>
              </a:extLst>
            </p:cNvPr>
            <p:cNvSpPr>
              <a:spLocks noGrp="1"/>
            </p:cNvSpPr>
            <p:nvPr/>
          </p:nvSpPr>
          <p:spPr>
            <a:xfrm>
              <a:off x="751298" y="2109448"/>
              <a:ext cx="615404" cy="199701"/>
            </a:xfrm>
            <a:custGeom>
              <a:avLst/>
              <a:gdLst/>
              <a:ahLst/>
              <a:cxnLst/>
              <a:rect l="0" t="0" r="0" b="0"/>
              <a:pathLst>
                <a:path w="615404" h="199701">
                  <a:moveTo>
                    <a:pt x="83520" y="168281"/>
                  </a:moveTo>
                  <a:lnTo>
                    <a:pt x="60434" y="178177"/>
                  </a:lnTo>
                  <a:lnTo>
                    <a:pt x="115589" y="163606"/>
                  </a:lnTo>
                  <a:close/>
                  <a:moveTo>
                    <a:pt x="134910" y="139634"/>
                  </a:moveTo>
                  <a:lnTo>
                    <a:pt x="144747" y="136544"/>
                  </a:lnTo>
                  <a:lnTo>
                    <a:pt x="157420" y="121414"/>
                  </a:lnTo>
                  <a:close/>
                  <a:moveTo>
                    <a:pt x="142448" y="139450"/>
                  </a:moveTo>
                  <a:lnTo>
                    <a:pt x="144747" y="136544"/>
                  </a:lnTo>
                  <a:lnTo>
                    <a:pt x="134910" y="139634"/>
                  </a:lnTo>
                  <a:close/>
                  <a:moveTo>
                    <a:pt x="115589" y="163606"/>
                  </a:moveTo>
                  <a:lnTo>
                    <a:pt x="142448" y="139450"/>
                  </a:lnTo>
                  <a:lnTo>
                    <a:pt x="134910" y="139634"/>
                  </a:lnTo>
                  <a:close/>
                  <a:moveTo>
                    <a:pt x="157420" y="121414"/>
                  </a:moveTo>
                  <a:lnTo>
                    <a:pt x="144747" y="136544"/>
                  </a:lnTo>
                  <a:lnTo>
                    <a:pt x="161805" y="115614"/>
                  </a:lnTo>
                  <a:close/>
                  <a:moveTo>
                    <a:pt x="14210" y="11149"/>
                  </a:moveTo>
                  <a:lnTo>
                    <a:pt x="0" y="28333"/>
                  </a:lnTo>
                  <a:lnTo>
                    <a:pt x="32365" y="5390"/>
                  </a:lnTo>
                  <a:close/>
                  <a:moveTo>
                    <a:pt x="0" y="28333"/>
                  </a:moveTo>
                  <a:lnTo>
                    <a:pt x="10985" y="21663"/>
                  </a:lnTo>
                  <a:lnTo>
                    <a:pt x="32365" y="5390"/>
                  </a:lnTo>
                  <a:close/>
                  <a:moveTo>
                    <a:pt x="32365" y="5390"/>
                  </a:moveTo>
                  <a:lnTo>
                    <a:pt x="10985" y="21663"/>
                  </a:lnTo>
                  <a:lnTo>
                    <a:pt x="64243" y="0"/>
                  </a:lnTo>
                  <a:close/>
                  <a:moveTo>
                    <a:pt x="571731" y="199701"/>
                  </a:moveTo>
                  <a:lnTo>
                    <a:pt x="578600" y="182518"/>
                  </a:lnTo>
                  <a:lnTo>
                    <a:pt x="576106" y="186967"/>
                  </a:lnTo>
                  <a:close/>
                  <a:moveTo>
                    <a:pt x="578600" y="182518"/>
                  </a:moveTo>
                  <a:lnTo>
                    <a:pt x="571731" y="199701"/>
                  </a:lnTo>
                  <a:lnTo>
                    <a:pt x="594772" y="145763"/>
                  </a:lnTo>
                  <a:close/>
                  <a:moveTo>
                    <a:pt x="467411" y="125936"/>
                  </a:moveTo>
                  <a:lnTo>
                    <a:pt x="473787" y="89436"/>
                  </a:lnTo>
                  <a:lnTo>
                    <a:pt x="468413" y="125432"/>
                  </a:lnTo>
                  <a:close/>
                  <a:moveTo>
                    <a:pt x="584709" y="174556"/>
                  </a:moveTo>
                  <a:lnTo>
                    <a:pt x="576106" y="186967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311" y="158822"/>
                  </a:lnTo>
                  <a:lnTo>
                    <a:pt x="578600" y="182518"/>
                  </a:lnTo>
                  <a:close/>
                  <a:moveTo>
                    <a:pt x="594772" y="145763"/>
                  </a:moveTo>
                  <a:lnTo>
                    <a:pt x="606194" y="128579"/>
                  </a:lnTo>
                  <a:lnTo>
                    <a:pt x="578600" y="182518"/>
                  </a:lnTo>
                  <a:close/>
                  <a:moveTo>
                    <a:pt x="606194" y="128579"/>
                  </a:moveTo>
                  <a:lnTo>
                    <a:pt x="594772" y="145763"/>
                  </a:lnTo>
                  <a:lnTo>
                    <a:pt x="615404" y="113109"/>
                  </a:lnTo>
                  <a:close/>
                  <a:moveTo>
                    <a:pt x="594772" y="145763"/>
                  </a:moveTo>
                  <a:lnTo>
                    <a:pt x="597571" y="142643"/>
                  </a:lnTo>
                  <a:lnTo>
                    <a:pt x="615404" y="113109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69" name="Input_density__208">
              <a:extLst>
                <a:ext uri="{FF2B5EF4-FFF2-40B4-BE49-F238E27FC236}">
                  <a16:creationId xmlns:a16="http://schemas.microsoft.com/office/drawing/2014/main" id="{B4A5826A-A164-55AE-CF41-A94C74D79010}"/>
                </a:ext>
              </a:extLst>
            </p:cNvPr>
            <p:cNvSpPr>
              <a:spLocks noGrp="1"/>
            </p:cNvSpPr>
            <p:nvPr/>
          </p:nvSpPr>
          <p:spPr>
            <a:xfrm>
              <a:off x="737610" y="2105368"/>
              <a:ext cx="506390" cy="232979"/>
            </a:xfrm>
            <a:custGeom>
              <a:avLst/>
              <a:gdLst/>
              <a:ahLst/>
              <a:cxnLst/>
              <a:rect l="0" t="0" r="0" b="0"/>
              <a:pathLst>
                <a:path w="506390" h="232979">
                  <a:moveTo>
                    <a:pt x="47189" y="142678"/>
                  </a:moveTo>
                  <a:lnTo>
                    <a:pt x="39038" y="175660"/>
                  </a:lnTo>
                  <a:lnTo>
                    <a:pt x="57716" y="149286"/>
                  </a:lnTo>
                  <a:close/>
                  <a:moveTo>
                    <a:pt x="9127" y="159862"/>
                  </a:moveTo>
                  <a:lnTo>
                    <a:pt x="47189" y="142678"/>
                  </a:lnTo>
                  <a:lnTo>
                    <a:pt x="0" y="154280"/>
                  </a:lnTo>
                  <a:close/>
                  <a:moveTo>
                    <a:pt x="82746" y="146660"/>
                  </a:moveTo>
                  <a:lnTo>
                    <a:pt x="57716" y="149286"/>
                  </a:lnTo>
                  <a:lnTo>
                    <a:pt x="117694" y="152750"/>
                  </a:lnTo>
                  <a:close/>
                  <a:moveTo>
                    <a:pt x="18666" y="69168"/>
                  </a:moveTo>
                  <a:lnTo>
                    <a:pt x="23598" y="50091"/>
                  </a:lnTo>
                  <a:lnTo>
                    <a:pt x="22785" y="53057"/>
                  </a:lnTo>
                  <a:close/>
                  <a:moveTo>
                    <a:pt x="27898" y="15230"/>
                  </a:moveTo>
                  <a:lnTo>
                    <a:pt x="23598" y="50091"/>
                  </a:lnTo>
                  <a:lnTo>
                    <a:pt x="18666" y="69168"/>
                  </a:lnTo>
                  <a:close/>
                  <a:moveTo>
                    <a:pt x="63994" y="46644"/>
                  </a:moveTo>
                  <a:lnTo>
                    <a:pt x="39336" y="84349"/>
                  </a:lnTo>
                  <a:lnTo>
                    <a:pt x="24716" y="51488"/>
                  </a:lnTo>
                  <a:close/>
                  <a:moveTo>
                    <a:pt x="24716" y="51488"/>
                  </a:moveTo>
                  <a:lnTo>
                    <a:pt x="27898" y="15230"/>
                  </a:lnTo>
                  <a:lnTo>
                    <a:pt x="66327" y="0"/>
                  </a:lnTo>
                  <a:close/>
                  <a:moveTo>
                    <a:pt x="24716" y="51488"/>
                  </a:moveTo>
                  <a:lnTo>
                    <a:pt x="66327" y="0"/>
                  </a:lnTo>
                  <a:lnTo>
                    <a:pt x="63994" y="46644"/>
                  </a:lnTo>
                  <a:close/>
                  <a:moveTo>
                    <a:pt x="66327" y="0"/>
                  </a:moveTo>
                  <a:lnTo>
                    <a:pt x="95378" y="3471"/>
                  </a:lnTo>
                  <a:lnTo>
                    <a:pt x="63994" y="46644"/>
                  </a:lnTo>
                  <a:close/>
                  <a:moveTo>
                    <a:pt x="164999" y="63452"/>
                  </a:moveTo>
                  <a:lnTo>
                    <a:pt x="193223" y="67595"/>
                  </a:lnTo>
                  <a:lnTo>
                    <a:pt x="194440" y="21858"/>
                  </a:lnTo>
                  <a:close/>
                  <a:moveTo>
                    <a:pt x="164999" y="63452"/>
                  </a:moveTo>
                  <a:lnTo>
                    <a:pt x="194440" y="21858"/>
                  </a:lnTo>
                  <a:lnTo>
                    <a:pt x="162480" y="20753"/>
                  </a:lnTo>
                  <a:close/>
                  <a:moveTo>
                    <a:pt x="164999" y="63452"/>
                  </a:moveTo>
                  <a:lnTo>
                    <a:pt x="162480" y="20753"/>
                  </a:lnTo>
                  <a:lnTo>
                    <a:pt x="146356" y="54373"/>
                  </a:lnTo>
                  <a:close/>
                  <a:moveTo>
                    <a:pt x="162480" y="20753"/>
                  </a:moveTo>
                  <a:lnTo>
                    <a:pt x="151467" y="17618"/>
                  </a:lnTo>
                  <a:lnTo>
                    <a:pt x="146356" y="54373"/>
                  </a:lnTo>
                  <a:close/>
                  <a:moveTo>
                    <a:pt x="482195" y="191842"/>
                  </a:moveTo>
                  <a:lnTo>
                    <a:pt x="506390" y="199260"/>
                  </a:lnTo>
                  <a:lnTo>
                    <a:pt x="486636" y="232979"/>
                  </a:lnTo>
                  <a:close/>
                  <a:moveTo>
                    <a:pt x="495275" y="149843"/>
                  </a:moveTo>
                  <a:lnTo>
                    <a:pt x="482100" y="129513"/>
                  </a:lnTo>
                  <a:lnTo>
                    <a:pt x="500733" y="159112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70" name="Input_density__209">
              <a:extLst>
                <a:ext uri="{FF2B5EF4-FFF2-40B4-BE49-F238E27FC236}">
                  <a16:creationId xmlns:a16="http://schemas.microsoft.com/office/drawing/2014/main" id="{601DF0FC-9C82-367D-7947-5F975E160774}"/>
                </a:ext>
              </a:extLst>
            </p:cNvPr>
            <p:cNvSpPr>
              <a:spLocks noGrp="1"/>
            </p:cNvSpPr>
            <p:nvPr/>
          </p:nvSpPr>
          <p:spPr>
            <a:xfrm>
              <a:off x="699810" y="2061506"/>
              <a:ext cx="671188" cy="198142"/>
            </a:xfrm>
            <a:custGeom>
              <a:avLst/>
              <a:gdLst/>
              <a:ahLst/>
              <a:cxnLst/>
              <a:rect l="0" t="0" r="0" b="0"/>
              <a:pathLst>
                <a:path w="671188" h="198142">
                  <a:moveTo>
                    <a:pt x="84989" y="186540"/>
                  </a:moveTo>
                  <a:lnTo>
                    <a:pt x="52207" y="155797"/>
                  </a:lnTo>
                  <a:lnTo>
                    <a:pt x="37801" y="198142"/>
                  </a:lnTo>
                  <a:close/>
                  <a:moveTo>
                    <a:pt x="46786" y="149785"/>
                  </a:moveTo>
                  <a:lnTo>
                    <a:pt x="2387" y="166969"/>
                  </a:lnTo>
                  <a:lnTo>
                    <a:pt x="37801" y="198142"/>
                  </a:lnTo>
                  <a:close/>
                  <a:moveTo>
                    <a:pt x="96325" y="169357"/>
                  </a:moveTo>
                  <a:lnTo>
                    <a:pt x="95517" y="193148"/>
                  </a:lnTo>
                  <a:lnTo>
                    <a:pt x="120546" y="190522"/>
                  </a:lnTo>
                  <a:close/>
                  <a:moveTo>
                    <a:pt x="96325" y="169357"/>
                  </a:moveTo>
                  <a:lnTo>
                    <a:pt x="84989" y="186540"/>
                  </a:lnTo>
                  <a:lnTo>
                    <a:pt x="95517" y="193148"/>
                  </a:lnTo>
                  <a:close/>
                  <a:moveTo>
                    <a:pt x="73835" y="132602"/>
                  </a:moveTo>
                  <a:lnTo>
                    <a:pt x="84989" y="186540"/>
                  </a:lnTo>
                  <a:lnTo>
                    <a:pt x="96325" y="169357"/>
                  </a:lnTo>
                  <a:close/>
                  <a:moveTo>
                    <a:pt x="97506" y="104379"/>
                  </a:moveTo>
                  <a:lnTo>
                    <a:pt x="56467" y="113030"/>
                  </a:lnTo>
                  <a:lnTo>
                    <a:pt x="63255" y="139497"/>
                  </a:lnTo>
                  <a:close/>
                  <a:moveTo>
                    <a:pt x="63255" y="139497"/>
                  </a:moveTo>
                  <a:lnTo>
                    <a:pt x="56467" y="113030"/>
                  </a:lnTo>
                  <a:lnTo>
                    <a:pt x="60586" y="96919"/>
                  </a:lnTo>
                  <a:close/>
                  <a:moveTo>
                    <a:pt x="63255" y="139497"/>
                  </a:moveTo>
                  <a:lnTo>
                    <a:pt x="73835" y="132602"/>
                  </a:lnTo>
                  <a:lnTo>
                    <a:pt x="97506" y="104379"/>
                  </a:lnTo>
                  <a:close/>
                  <a:moveTo>
                    <a:pt x="3703" y="71329"/>
                  </a:moveTo>
                  <a:lnTo>
                    <a:pt x="0" y="85179"/>
                  </a:lnTo>
                  <a:lnTo>
                    <a:pt x="39985" y="59092"/>
                  </a:lnTo>
                  <a:close/>
                  <a:moveTo>
                    <a:pt x="39985" y="59092"/>
                  </a:moveTo>
                  <a:lnTo>
                    <a:pt x="31814" y="113030"/>
                  </a:lnTo>
                  <a:lnTo>
                    <a:pt x="61398" y="93953"/>
                  </a:lnTo>
                  <a:close/>
                  <a:moveTo>
                    <a:pt x="61398" y="93953"/>
                  </a:moveTo>
                  <a:lnTo>
                    <a:pt x="31814" y="113030"/>
                  </a:lnTo>
                  <a:lnTo>
                    <a:pt x="60586" y="96919"/>
                  </a:lnTo>
                  <a:close/>
                  <a:moveTo>
                    <a:pt x="232241" y="65720"/>
                  </a:moveTo>
                  <a:lnTo>
                    <a:pt x="192153" y="26475"/>
                  </a:lnTo>
                  <a:lnTo>
                    <a:pt x="200281" y="64615"/>
                  </a:lnTo>
                  <a:close/>
                  <a:moveTo>
                    <a:pt x="149401" y="34144"/>
                  </a:moveTo>
                  <a:lnTo>
                    <a:pt x="189267" y="61480"/>
                  </a:lnTo>
                  <a:lnTo>
                    <a:pt x="200281" y="64615"/>
                  </a:lnTo>
                  <a:close/>
                  <a:moveTo>
                    <a:pt x="435251" y="110283"/>
                  </a:moveTo>
                  <a:lnTo>
                    <a:pt x="467214" y="137379"/>
                  </a:lnTo>
                  <a:lnTo>
                    <a:pt x="475059" y="83440"/>
                  </a:lnTo>
                  <a:close/>
                  <a:moveTo>
                    <a:pt x="475059" y="83440"/>
                  </a:moveTo>
                  <a:lnTo>
                    <a:pt x="467214" y="137379"/>
                  </a:lnTo>
                  <a:lnTo>
                    <a:pt x="491692" y="100521"/>
                  </a:lnTo>
                  <a:close/>
                  <a:moveTo>
                    <a:pt x="491692" y="100521"/>
                  </a:moveTo>
                  <a:lnTo>
                    <a:pt x="467214" y="137379"/>
                  </a:lnTo>
                  <a:lnTo>
                    <a:pt x="483397" y="131217"/>
                  </a:lnTo>
                  <a:close/>
                  <a:moveTo>
                    <a:pt x="533075" y="193705"/>
                  </a:moveTo>
                  <a:lnTo>
                    <a:pt x="536621" y="156950"/>
                  </a:lnTo>
                  <a:lnTo>
                    <a:pt x="519901" y="173375"/>
                  </a:lnTo>
                  <a:close/>
                  <a:moveTo>
                    <a:pt x="622005" y="162202"/>
                  </a:moveTo>
                  <a:lnTo>
                    <a:pt x="650311" y="166277"/>
                  </a:lnTo>
                  <a:lnTo>
                    <a:pt x="646433" y="124682"/>
                  </a:lnTo>
                  <a:close/>
                  <a:moveTo>
                    <a:pt x="642419" y="97920"/>
                  </a:moveTo>
                  <a:lnTo>
                    <a:pt x="633346" y="85829"/>
                  </a:lnTo>
                  <a:lnTo>
                    <a:pt x="646433" y="124682"/>
                  </a:lnTo>
                  <a:close/>
                  <a:moveTo>
                    <a:pt x="671188" y="86898"/>
                  </a:moveTo>
                  <a:lnTo>
                    <a:pt x="642419" y="97920"/>
                  </a:lnTo>
                  <a:lnTo>
                    <a:pt x="646433" y="124682"/>
                  </a:lnTo>
                  <a:close/>
                  <a:moveTo>
                    <a:pt x="552905" y="57049"/>
                  </a:moveTo>
                  <a:lnTo>
                    <a:pt x="548629" y="92616"/>
                  </a:lnTo>
                  <a:lnTo>
                    <a:pt x="589166" y="49073"/>
                  </a:lnTo>
                  <a:close/>
                  <a:moveTo>
                    <a:pt x="552905" y="57049"/>
                  </a:moveTo>
                  <a:lnTo>
                    <a:pt x="589166" y="49073"/>
                  </a:lnTo>
                  <a:lnTo>
                    <a:pt x="559007" y="35209"/>
                  </a:lnTo>
                  <a:close/>
                  <a:moveTo>
                    <a:pt x="633346" y="85829"/>
                  </a:moveTo>
                  <a:lnTo>
                    <a:pt x="642419" y="9792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597369" y="54064"/>
                  </a:lnTo>
                  <a:lnTo>
                    <a:pt x="633346" y="85829"/>
                  </a:lnTo>
                  <a:close/>
                  <a:moveTo>
                    <a:pt x="597626" y="47780"/>
                  </a:moveTo>
                  <a:lnTo>
                    <a:pt x="597369" y="54064"/>
                  </a:lnTo>
                  <a:lnTo>
                    <a:pt x="640855" y="84470"/>
                  </a:lnTo>
                  <a:close/>
                  <a:moveTo>
                    <a:pt x="639468" y="40851"/>
                  </a:moveTo>
                  <a:lnTo>
                    <a:pt x="597626" y="47780"/>
                  </a:lnTo>
                  <a:lnTo>
                    <a:pt x="640855" y="84470"/>
                  </a:lnTo>
                  <a:close/>
                  <a:moveTo>
                    <a:pt x="640855" y="84470"/>
                  </a:moveTo>
                  <a:lnTo>
                    <a:pt x="642419" y="97920"/>
                  </a:lnTo>
                  <a:lnTo>
                    <a:pt x="658113" y="85829"/>
                  </a:lnTo>
                  <a:close/>
                  <a:moveTo>
                    <a:pt x="589166" y="49073"/>
                  </a:moveTo>
                  <a:lnTo>
                    <a:pt x="597369" y="54064"/>
                  </a:lnTo>
                  <a:lnTo>
                    <a:pt x="597626" y="47780"/>
                  </a:lnTo>
                  <a:close/>
                  <a:moveTo>
                    <a:pt x="597626" y="47780"/>
                  </a:moveTo>
                  <a:lnTo>
                    <a:pt x="559007" y="35209"/>
                  </a:lnTo>
                  <a:lnTo>
                    <a:pt x="589166" y="49073"/>
                  </a:lnTo>
                  <a:close/>
                  <a:moveTo>
                    <a:pt x="597626" y="47780"/>
                  </a:moveTo>
                  <a:lnTo>
                    <a:pt x="639468" y="40851"/>
                  </a:lnTo>
                  <a:lnTo>
                    <a:pt x="634676" y="0"/>
                  </a:lnTo>
                  <a:close/>
                  <a:moveTo>
                    <a:pt x="597626" y="47780"/>
                  </a:moveTo>
                  <a:lnTo>
                    <a:pt x="634676" y="0"/>
                  </a:lnTo>
                  <a:lnTo>
                    <a:pt x="599561" y="146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71" name="Input_density__210">
              <a:extLst>
                <a:ext uri="{FF2B5EF4-FFF2-40B4-BE49-F238E27FC236}">
                  <a16:creationId xmlns:a16="http://schemas.microsoft.com/office/drawing/2014/main" id="{0CB9059B-8CB2-0816-548E-05AD44AAE53C}"/>
                </a:ext>
              </a:extLst>
            </p:cNvPr>
            <p:cNvSpPr>
              <a:spLocks noGrp="1"/>
            </p:cNvSpPr>
            <p:nvPr/>
          </p:nvSpPr>
          <p:spPr>
            <a:xfrm>
              <a:off x="639726" y="2015368"/>
              <a:ext cx="706517" cy="281841"/>
            </a:xfrm>
            <a:custGeom>
              <a:avLst/>
              <a:gdLst/>
              <a:ahLst/>
              <a:cxnLst/>
              <a:rect l="0" t="0" r="0" b="0"/>
              <a:pathLst>
                <a:path w="706517" h="281841">
                  <a:moveTo>
                    <a:pt x="106870" y="195923"/>
                  </a:moveTo>
                  <a:lnTo>
                    <a:pt x="97885" y="244279"/>
                  </a:lnTo>
                  <a:lnTo>
                    <a:pt x="112291" y="201935"/>
                  </a:lnTo>
                  <a:close/>
                  <a:moveTo>
                    <a:pt x="55547" y="168912"/>
                  </a:moveTo>
                  <a:lnTo>
                    <a:pt x="51951" y="197117"/>
                  </a:lnTo>
                  <a:lnTo>
                    <a:pt x="91898" y="159168"/>
                  </a:lnTo>
                  <a:close/>
                  <a:moveTo>
                    <a:pt x="91898" y="159168"/>
                  </a:moveTo>
                  <a:lnTo>
                    <a:pt x="51951" y="197117"/>
                  </a:lnTo>
                  <a:lnTo>
                    <a:pt x="62471" y="213106"/>
                  </a:lnTo>
                  <a:close/>
                  <a:moveTo>
                    <a:pt x="91898" y="159168"/>
                  </a:moveTo>
                  <a:lnTo>
                    <a:pt x="62471" y="213106"/>
                  </a:lnTo>
                  <a:lnTo>
                    <a:pt x="106870" y="195923"/>
                  </a:lnTo>
                  <a:close/>
                  <a:moveTo>
                    <a:pt x="53418" y="122413"/>
                  </a:moveTo>
                  <a:lnTo>
                    <a:pt x="55547" y="168912"/>
                  </a:lnTo>
                  <a:lnTo>
                    <a:pt x="60084" y="131317"/>
                  </a:lnTo>
                  <a:close/>
                  <a:moveTo>
                    <a:pt x="37591" y="176351"/>
                  </a:moveTo>
                  <a:lnTo>
                    <a:pt x="55547" y="168912"/>
                  </a:lnTo>
                  <a:lnTo>
                    <a:pt x="53418" y="122413"/>
                  </a:lnTo>
                  <a:close/>
                  <a:moveTo>
                    <a:pt x="23068" y="139596"/>
                  </a:moveTo>
                  <a:lnTo>
                    <a:pt x="37591" y="176351"/>
                  </a:lnTo>
                  <a:lnTo>
                    <a:pt x="53418" y="122413"/>
                  </a:lnTo>
                  <a:close/>
                  <a:moveTo>
                    <a:pt x="55547" y="168912"/>
                  </a:moveTo>
                  <a:lnTo>
                    <a:pt x="91898" y="159168"/>
                  </a:lnTo>
                  <a:lnTo>
                    <a:pt x="60084" y="131317"/>
                  </a:lnTo>
                  <a:close/>
                  <a:moveTo>
                    <a:pt x="0" y="102841"/>
                  </a:moveTo>
                  <a:lnTo>
                    <a:pt x="53418" y="122413"/>
                  </a:lnTo>
                  <a:lnTo>
                    <a:pt x="29795" y="85658"/>
                  </a:lnTo>
                  <a:close/>
                  <a:moveTo>
                    <a:pt x="123339" y="185634"/>
                  </a:moveTo>
                  <a:lnTo>
                    <a:pt x="112291" y="201935"/>
                  </a:lnTo>
                  <a:lnTo>
                    <a:pt x="133919" y="178739"/>
                  </a:lnTo>
                  <a:close/>
                  <a:moveTo>
                    <a:pt x="133919" y="178739"/>
                  </a:moveTo>
                  <a:lnTo>
                    <a:pt x="112291" y="201935"/>
                  </a:lnTo>
                  <a:lnTo>
                    <a:pt x="145073" y="232678"/>
                  </a:lnTo>
                  <a:close/>
                  <a:moveTo>
                    <a:pt x="106870" y="195923"/>
                  </a:moveTo>
                  <a:lnTo>
                    <a:pt x="112291" y="201935"/>
                  </a:lnTo>
                  <a:lnTo>
                    <a:pt x="123339" y="185634"/>
                  </a:lnTo>
                  <a:close/>
                  <a:moveTo>
                    <a:pt x="91898" y="159168"/>
                  </a:moveTo>
                  <a:lnTo>
                    <a:pt x="123339" y="185634"/>
                  </a:lnTo>
                  <a:lnTo>
                    <a:pt x="120670" y="143057"/>
                  </a:lnTo>
                  <a:close/>
                  <a:moveTo>
                    <a:pt x="91898" y="159168"/>
                  </a:moveTo>
                  <a:lnTo>
                    <a:pt x="106870" y="195923"/>
                  </a:lnTo>
                  <a:lnTo>
                    <a:pt x="123339" y="185634"/>
                  </a:lnTo>
                  <a:close/>
                  <a:moveTo>
                    <a:pt x="60084" y="131317"/>
                  </a:moveTo>
                  <a:lnTo>
                    <a:pt x="91898" y="159168"/>
                  </a:lnTo>
                  <a:lnTo>
                    <a:pt x="100069" y="105229"/>
                  </a:lnTo>
                  <a:close/>
                  <a:moveTo>
                    <a:pt x="53418" y="122413"/>
                  </a:moveTo>
                  <a:lnTo>
                    <a:pt x="60084" y="131317"/>
                  </a:lnTo>
                  <a:lnTo>
                    <a:pt x="63787" y="117466"/>
                  </a:lnTo>
                  <a:close/>
                  <a:moveTo>
                    <a:pt x="29795" y="85658"/>
                  </a:moveTo>
                  <a:lnTo>
                    <a:pt x="53418" y="122413"/>
                  </a:lnTo>
                  <a:lnTo>
                    <a:pt x="63787" y="117466"/>
                  </a:lnTo>
                  <a:close/>
                  <a:moveTo>
                    <a:pt x="100069" y="105229"/>
                  </a:moveTo>
                  <a:lnTo>
                    <a:pt x="73462" y="68474"/>
                  </a:lnTo>
                  <a:lnTo>
                    <a:pt x="63787" y="117466"/>
                  </a:lnTo>
                  <a:close/>
                  <a:moveTo>
                    <a:pt x="292325" y="111857"/>
                  </a:moveTo>
                  <a:lnTo>
                    <a:pt x="270595" y="70863"/>
                  </a:lnTo>
                  <a:lnTo>
                    <a:pt x="252237" y="72613"/>
                  </a:lnTo>
                  <a:close/>
                  <a:moveTo>
                    <a:pt x="228005" y="96791"/>
                  </a:moveTo>
                  <a:lnTo>
                    <a:pt x="249351" y="107618"/>
                  </a:lnTo>
                  <a:lnTo>
                    <a:pt x="209485" y="80281"/>
                  </a:lnTo>
                  <a:close/>
                  <a:moveTo>
                    <a:pt x="209485" y="80281"/>
                  </a:moveTo>
                  <a:lnTo>
                    <a:pt x="260365" y="110752"/>
                  </a:lnTo>
                  <a:lnTo>
                    <a:pt x="252237" y="72613"/>
                  </a:lnTo>
                  <a:close/>
                  <a:moveTo>
                    <a:pt x="209485" y="80281"/>
                  </a:moveTo>
                  <a:lnTo>
                    <a:pt x="252237" y="72613"/>
                  </a:lnTo>
                  <a:lnTo>
                    <a:pt x="243513" y="34958"/>
                  </a:lnTo>
                  <a:close/>
                  <a:moveTo>
                    <a:pt x="209485" y="80281"/>
                  </a:moveTo>
                  <a:lnTo>
                    <a:pt x="243513" y="34958"/>
                  </a:lnTo>
                  <a:lnTo>
                    <a:pt x="207332" y="37284"/>
                  </a:lnTo>
                  <a:close/>
                  <a:moveTo>
                    <a:pt x="167781" y="42350"/>
                  </a:moveTo>
                  <a:lnTo>
                    <a:pt x="207332" y="37284"/>
                  </a:lnTo>
                  <a:lnTo>
                    <a:pt x="195895" y="1835"/>
                  </a:lnTo>
                  <a:close/>
                  <a:moveTo>
                    <a:pt x="498508" y="142081"/>
                  </a:moveTo>
                  <a:lnTo>
                    <a:pt x="495335" y="156420"/>
                  </a:lnTo>
                  <a:lnTo>
                    <a:pt x="535143" y="129578"/>
                  </a:lnTo>
                  <a:close/>
                  <a:moveTo>
                    <a:pt x="543481" y="177354"/>
                  </a:moveTo>
                  <a:lnTo>
                    <a:pt x="570404" y="166333"/>
                  </a:lnTo>
                  <a:lnTo>
                    <a:pt x="551776" y="146658"/>
                  </a:lnTo>
                  <a:close/>
                  <a:moveTo>
                    <a:pt x="485636" y="146761"/>
                  </a:moveTo>
                  <a:lnTo>
                    <a:pt x="495335" y="156420"/>
                  </a:lnTo>
                  <a:lnTo>
                    <a:pt x="498508" y="142081"/>
                  </a:lnTo>
                  <a:close/>
                  <a:moveTo>
                    <a:pt x="455166" y="110006"/>
                  </a:moveTo>
                  <a:lnTo>
                    <a:pt x="498508" y="142081"/>
                  </a:lnTo>
                  <a:lnTo>
                    <a:pt x="503978" y="92887"/>
                  </a:lnTo>
                  <a:close/>
                  <a:moveTo>
                    <a:pt x="455166" y="110006"/>
                  </a:moveTo>
                  <a:lnTo>
                    <a:pt x="485636" y="146761"/>
                  </a:lnTo>
                  <a:lnTo>
                    <a:pt x="498508" y="142081"/>
                  </a:lnTo>
                  <a:close/>
                  <a:moveTo>
                    <a:pt x="535143" y="129578"/>
                  </a:moveTo>
                  <a:lnTo>
                    <a:pt x="504137" y="92823"/>
                  </a:lnTo>
                  <a:lnTo>
                    <a:pt x="498508" y="142081"/>
                  </a:lnTo>
                  <a:close/>
                  <a:moveTo>
                    <a:pt x="598618" y="249111"/>
                  </a:moveTo>
                  <a:lnTo>
                    <a:pt x="582810" y="262689"/>
                  </a:lnTo>
                  <a:lnTo>
                    <a:pt x="593159" y="239843"/>
                  </a:lnTo>
                  <a:close/>
                  <a:moveTo>
                    <a:pt x="580080" y="281841"/>
                  </a:moveTo>
                  <a:lnTo>
                    <a:pt x="582810" y="262689"/>
                  </a:lnTo>
                  <a:lnTo>
                    <a:pt x="598618" y="249111"/>
                  </a:lnTo>
                  <a:close/>
                  <a:moveTo>
                    <a:pt x="570404" y="166333"/>
                  </a:moveTo>
                  <a:lnTo>
                    <a:pt x="604143" y="199872"/>
                  </a:lnTo>
                  <a:lnTo>
                    <a:pt x="605500" y="154022"/>
                  </a:lnTo>
                  <a:close/>
                  <a:moveTo>
                    <a:pt x="555800" y="122592"/>
                  </a:moveTo>
                  <a:lnTo>
                    <a:pt x="551776" y="146658"/>
                  </a:lnTo>
                  <a:lnTo>
                    <a:pt x="583613" y="112394"/>
                  </a:lnTo>
                  <a:close/>
                  <a:moveTo>
                    <a:pt x="551776" y="146658"/>
                  </a:moveTo>
                  <a:lnTo>
                    <a:pt x="570404" y="166333"/>
                  </a:lnTo>
                  <a:lnTo>
                    <a:pt x="583613" y="112394"/>
                  </a:lnTo>
                  <a:close/>
                  <a:moveTo>
                    <a:pt x="583613" y="112394"/>
                  </a:moveTo>
                  <a:lnTo>
                    <a:pt x="570404" y="166333"/>
                  </a:lnTo>
                  <a:lnTo>
                    <a:pt x="608713" y="138754"/>
                  </a:lnTo>
                  <a:close/>
                  <a:moveTo>
                    <a:pt x="608713" y="138754"/>
                  </a:moveTo>
                  <a:lnTo>
                    <a:pt x="570404" y="166333"/>
                  </a:lnTo>
                  <a:lnTo>
                    <a:pt x="605500" y="154022"/>
                  </a:lnTo>
                  <a:close/>
                  <a:moveTo>
                    <a:pt x="605500" y="154022"/>
                  </a:moveTo>
                  <a:lnTo>
                    <a:pt x="620204" y="149149"/>
                  </a:lnTo>
                  <a:lnTo>
                    <a:pt x="608713" y="138754"/>
                  </a:lnTo>
                  <a:close/>
                  <a:moveTo>
                    <a:pt x="535143" y="129578"/>
                  </a:moveTo>
                  <a:lnTo>
                    <a:pt x="551776" y="146658"/>
                  </a:lnTo>
                  <a:lnTo>
                    <a:pt x="555800" y="122592"/>
                  </a:lnTo>
                  <a:close/>
                  <a:moveTo>
                    <a:pt x="549173" y="75639"/>
                  </a:moveTo>
                  <a:lnTo>
                    <a:pt x="555800" y="122592"/>
                  </a:lnTo>
                  <a:lnTo>
                    <a:pt x="563084" y="92730"/>
                  </a:lnTo>
                  <a:close/>
                  <a:moveTo>
                    <a:pt x="535143" y="129578"/>
                  </a:moveTo>
                  <a:lnTo>
                    <a:pt x="555800" y="122592"/>
                  </a:lnTo>
                  <a:lnTo>
                    <a:pt x="549173" y="75639"/>
                  </a:lnTo>
                  <a:close/>
                  <a:moveTo>
                    <a:pt x="504137" y="92823"/>
                  </a:moveTo>
                  <a:lnTo>
                    <a:pt x="535143" y="129578"/>
                  </a:lnTo>
                  <a:lnTo>
                    <a:pt x="549173" y="75639"/>
                  </a:lnTo>
                  <a:close/>
                  <a:moveTo>
                    <a:pt x="555800" y="122592"/>
                  </a:moveTo>
                  <a:lnTo>
                    <a:pt x="583613" y="112394"/>
                  </a:lnTo>
                  <a:lnTo>
                    <a:pt x="563084" y="92730"/>
                  </a:lnTo>
                  <a:close/>
                  <a:moveTo>
                    <a:pt x="682089" y="208339"/>
                  </a:moveTo>
                  <a:lnTo>
                    <a:pt x="706517" y="170820"/>
                  </a:lnTo>
                  <a:lnTo>
                    <a:pt x="665517" y="177064"/>
                  </a:lnTo>
                  <a:close/>
                  <a:moveTo>
                    <a:pt x="706517" y="170820"/>
                  </a:moveTo>
                  <a:lnTo>
                    <a:pt x="693430" y="131966"/>
                  </a:lnTo>
                  <a:lnTo>
                    <a:pt x="654063" y="141629"/>
                  </a:lnTo>
                  <a:close/>
                  <a:moveTo>
                    <a:pt x="706517" y="170820"/>
                  </a:moveTo>
                  <a:lnTo>
                    <a:pt x="654063" y="141629"/>
                  </a:lnTo>
                  <a:lnTo>
                    <a:pt x="665517" y="177064"/>
                  </a:lnTo>
                  <a:close/>
                  <a:moveTo>
                    <a:pt x="608713" y="138754"/>
                  </a:moveTo>
                  <a:lnTo>
                    <a:pt x="620204" y="149149"/>
                  </a:lnTo>
                  <a:lnTo>
                    <a:pt x="649250" y="95211"/>
                  </a:lnTo>
                  <a:close/>
                  <a:moveTo>
                    <a:pt x="649250" y="95211"/>
                  </a:moveTo>
                  <a:lnTo>
                    <a:pt x="620204" y="149149"/>
                  </a:lnTo>
                  <a:lnTo>
                    <a:pt x="657453" y="100201"/>
                  </a:lnTo>
                  <a:close/>
                  <a:moveTo>
                    <a:pt x="657453" y="100201"/>
                  </a:moveTo>
                  <a:lnTo>
                    <a:pt x="620204" y="149149"/>
                  </a:lnTo>
                  <a:lnTo>
                    <a:pt x="654063" y="141629"/>
                  </a:lnTo>
                  <a:close/>
                  <a:moveTo>
                    <a:pt x="654063" y="141629"/>
                  </a:moveTo>
                  <a:lnTo>
                    <a:pt x="693430" y="131966"/>
                  </a:lnTo>
                  <a:lnTo>
                    <a:pt x="657453" y="100201"/>
                  </a:lnTo>
                  <a:close/>
                  <a:moveTo>
                    <a:pt x="583613" y="112394"/>
                  </a:moveTo>
                  <a:lnTo>
                    <a:pt x="608713" y="138754"/>
                  </a:lnTo>
                  <a:lnTo>
                    <a:pt x="612989" y="103187"/>
                  </a:lnTo>
                  <a:close/>
                  <a:moveTo>
                    <a:pt x="563084" y="92730"/>
                  </a:moveTo>
                  <a:lnTo>
                    <a:pt x="583613" y="112394"/>
                  </a:lnTo>
                  <a:lnTo>
                    <a:pt x="598246" y="58456"/>
                  </a:lnTo>
                  <a:close/>
                  <a:moveTo>
                    <a:pt x="598246" y="58456"/>
                  </a:moveTo>
                  <a:lnTo>
                    <a:pt x="583613" y="112394"/>
                  </a:lnTo>
                  <a:lnTo>
                    <a:pt x="619091" y="81346"/>
                  </a:lnTo>
                  <a:close/>
                  <a:moveTo>
                    <a:pt x="619091" y="81346"/>
                  </a:moveTo>
                  <a:lnTo>
                    <a:pt x="583613" y="112394"/>
                  </a:lnTo>
                  <a:lnTo>
                    <a:pt x="612989" y="103187"/>
                  </a:lnTo>
                  <a:close/>
                  <a:moveTo>
                    <a:pt x="529780" y="2129"/>
                  </a:moveTo>
                  <a:lnTo>
                    <a:pt x="552155" y="36061"/>
                  </a:lnTo>
                  <a:lnTo>
                    <a:pt x="541471" y="0"/>
                  </a:lnTo>
                  <a:close/>
                  <a:moveTo>
                    <a:pt x="619880" y="52837"/>
                  </a:moveTo>
                  <a:lnTo>
                    <a:pt x="619091" y="81346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19880" y="52837"/>
                  </a:lnTo>
                  <a:lnTo>
                    <a:pt x="657710" y="93918"/>
                  </a:lnTo>
                  <a:close/>
                  <a:moveTo>
                    <a:pt x="659645" y="47597"/>
                  </a:moveTo>
                  <a:lnTo>
                    <a:pt x="650528" y="10262"/>
                  </a:lnTo>
                  <a:lnTo>
                    <a:pt x="619880" y="52837"/>
                  </a:lnTo>
                  <a:close/>
                  <a:moveTo>
                    <a:pt x="659645" y="47597"/>
                  </a:moveTo>
                  <a:lnTo>
                    <a:pt x="694760" y="46137"/>
                  </a:lnTo>
                  <a:lnTo>
                    <a:pt x="686100" y="8431"/>
                  </a:lnTo>
                  <a:close/>
                  <a:moveTo>
                    <a:pt x="659645" y="47597"/>
                  </a:moveTo>
                  <a:lnTo>
                    <a:pt x="686100" y="8431"/>
                  </a:lnTo>
                  <a:lnTo>
                    <a:pt x="650528" y="10262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72" name="Input_density__211">
              <a:extLst>
                <a:ext uri="{FF2B5EF4-FFF2-40B4-BE49-F238E27FC236}">
                  <a16:creationId xmlns:a16="http://schemas.microsoft.com/office/drawing/2014/main" id="{4A82EA5D-5987-00BF-F470-ACB06B0CFD3D}"/>
                </a:ext>
              </a:extLst>
            </p:cNvPr>
            <p:cNvSpPr>
              <a:spLocks noGrp="1"/>
            </p:cNvSpPr>
            <p:nvPr/>
          </p:nvSpPr>
          <p:spPr>
            <a:xfrm>
              <a:off x="658093" y="2007768"/>
              <a:ext cx="647150" cy="247443"/>
            </a:xfrm>
            <a:custGeom>
              <a:avLst/>
              <a:gdLst/>
              <a:ahLst/>
              <a:cxnLst/>
              <a:rect l="0" t="0" r="0" b="0"/>
              <a:pathLst>
                <a:path w="647150" h="247443">
                  <a:moveTo>
                    <a:pt x="19224" y="183952"/>
                  </a:moveTo>
                  <a:lnTo>
                    <a:pt x="33583" y="204717"/>
                  </a:lnTo>
                  <a:lnTo>
                    <a:pt x="37179" y="176513"/>
                  </a:lnTo>
                  <a:close/>
                  <a:moveTo>
                    <a:pt x="11428" y="93258"/>
                  </a:moveTo>
                  <a:lnTo>
                    <a:pt x="45420" y="125067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47392" y="78716"/>
                  </a:lnTo>
                  <a:lnTo>
                    <a:pt x="45420" y="125067"/>
                  </a:lnTo>
                  <a:close/>
                  <a:moveTo>
                    <a:pt x="0" y="56503"/>
                  </a:moveTo>
                  <a:lnTo>
                    <a:pt x="47392" y="78716"/>
                  </a:lnTo>
                  <a:lnTo>
                    <a:pt x="33958" y="44890"/>
                  </a:lnTo>
                  <a:close/>
                  <a:moveTo>
                    <a:pt x="0" y="56503"/>
                  </a:moveTo>
                  <a:lnTo>
                    <a:pt x="11428" y="93258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50949" y="39320"/>
                  </a:lnTo>
                  <a:lnTo>
                    <a:pt x="47392" y="78716"/>
                  </a:lnTo>
                  <a:close/>
                  <a:moveTo>
                    <a:pt x="50949" y="39320"/>
                  </a:moveTo>
                  <a:lnTo>
                    <a:pt x="33958" y="44890"/>
                  </a:lnTo>
                  <a:lnTo>
                    <a:pt x="47392" y="78716"/>
                  </a:lnTo>
                  <a:close/>
                  <a:moveTo>
                    <a:pt x="55095" y="76075"/>
                  </a:moveTo>
                  <a:lnTo>
                    <a:pt x="81701" y="112830"/>
                  </a:lnTo>
                  <a:lnTo>
                    <a:pt x="113842" y="95646"/>
                  </a:lnTo>
                  <a:close/>
                  <a:moveTo>
                    <a:pt x="55095" y="76075"/>
                  </a:moveTo>
                  <a:lnTo>
                    <a:pt x="113842" y="95646"/>
                  </a:lnTo>
                  <a:lnTo>
                    <a:pt x="101918" y="58891"/>
                  </a:lnTo>
                  <a:close/>
                  <a:moveTo>
                    <a:pt x="50949" y="39320"/>
                  </a:moveTo>
                  <a:lnTo>
                    <a:pt x="103179" y="51724"/>
                  </a:lnTo>
                  <a:lnTo>
                    <a:pt x="89884" y="26512"/>
                  </a:lnTo>
                  <a:close/>
                  <a:moveTo>
                    <a:pt x="101918" y="58891"/>
                  </a:moveTo>
                  <a:lnTo>
                    <a:pt x="103179" y="51724"/>
                  </a:lnTo>
                  <a:lnTo>
                    <a:pt x="50949" y="39320"/>
                  </a:lnTo>
                  <a:close/>
                  <a:moveTo>
                    <a:pt x="55095" y="76075"/>
                  </a:moveTo>
                  <a:lnTo>
                    <a:pt x="101918" y="58891"/>
                  </a:lnTo>
                  <a:lnTo>
                    <a:pt x="50949" y="39320"/>
                  </a:lnTo>
                  <a:close/>
                  <a:moveTo>
                    <a:pt x="66874" y="12194"/>
                  </a:moveTo>
                  <a:lnTo>
                    <a:pt x="50949" y="39320"/>
                  </a:lnTo>
                  <a:lnTo>
                    <a:pt x="89884" y="26512"/>
                  </a:lnTo>
                  <a:close/>
                  <a:moveTo>
                    <a:pt x="106351" y="22136"/>
                  </a:moveTo>
                  <a:lnTo>
                    <a:pt x="66874" y="12194"/>
                  </a:lnTo>
                  <a:lnTo>
                    <a:pt x="89884" y="26512"/>
                  </a:lnTo>
                  <a:close/>
                  <a:moveTo>
                    <a:pt x="89884" y="26512"/>
                  </a:moveTo>
                  <a:lnTo>
                    <a:pt x="103179" y="51724"/>
                  </a:lnTo>
                  <a:lnTo>
                    <a:pt x="106351" y="22136"/>
                  </a:lnTo>
                  <a:close/>
                  <a:moveTo>
                    <a:pt x="115650" y="95059"/>
                  </a:moveTo>
                  <a:lnTo>
                    <a:pt x="149926" y="94281"/>
                  </a:lnTo>
                  <a:lnTo>
                    <a:pt x="149414" y="49951"/>
                  </a:lnTo>
                  <a:close/>
                  <a:moveTo>
                    <a:pt x="115650" y="95059"/>
                  </a:moveTo>
                  <a:lnTo>
                    <a:pt x="149414" y="49951"/>
                  </a:lnTo>
                  <a:lnTo>
                    <a:pt x="107212" y="57171"/>
                  </a:lnTo>
                  <a:close/>
                  <a:moveTo>
                    <a:pt x="149926" y="94281"/>
                  </a:moveTo>
                  <a:lnTo>
                    <a:pt x="191117" y="87882"/>
                  </a:lnTo>
                  <a:lnTo>
                    <a:pt x="188965" y="44884"/>
                  </a:lnTo>
                  <a:close/>
                  <a:moveTo>
                    <a:pt x="149926" y="94281"/>
                  </a:moveTo>
                  <a:lnTo>
                    <a:pt x="188965" y="44884"/>
                  </a:lnTo>
                  <a:lnTo>
                    <a:pt x="149414" y="49951"/>
                  </a:lnTo>
                  <a:close/>
                  <a:moveTo>
                    <a:pt x="191117" y="87882"/>
                  </a:moveTo>
                  <a:lnTo>
                    <a:pt x="149926" y="94281"/>
                  </a:lnTo>
                  <a:lnTo>
                    <a:pt x="209637" y="104391"/>
                  </a:lnTo>
                  <a:close/>
                  <a:moveTo>
                    <a:pt x="103179" y="51724"/>
                  </a:moveTo>
                  <a:lnTo>
                    <a:pt x="101918" y="58891"/>
                  </a:lnTo>
                  <a:lnTo>
                    <a:pt x="107212" y="57171"/>
                  </a:lnTo>
                  <a:close/>
                  <a:moveTo>
                    <a:pt x="107212" y="57171"/>
                  </a:moveTo>
                  <a:lnTo>
                    <a:pt x="106351" y="22136"/>
                  </a:lnTo>
                  <a:lnTo>
                    <a:pt x="103179" y="51724"/>
                  </a:lnTo>
                  <a:close/>
                  <a:moveTo>
                    <a:pt x="139718" y="13086"/>
                  </a:moveTo>
                  <a:lnTo>
                    <a:pt x="106351" y="2213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39718" y="13086"/>
                  </a:lnTo>
                  <a:lnTo>
                    <a:pt x="107212" y="57171"/>
                  </a:lnTo>
                  <a:close/>
                  <a:moveTo>
                    <a:pt x="149414" y="49951"/>
                  </a:moveTo>
                  <a:lnTo>
                    <a:pt x="177528" y="9435"/>
                  </a:lnTo>
                  <a:lnTo>
                    <a:pt x="139718" y="13086"/>
                  </a:lnTo>
                  <a:close/>
                  <a:moveTo>
                    <a:pt x="122665" y="0"/>
                  </a:moveTo>
                  <a:lnTo>
                    <a:pt x="106351" y="22136"/>
                  </a:lnTo>
                  <a:lnTo>
                    <a:pt x="139718" y="13086"/>
                  </a:lnTo>
                  <a:close/>
                  <a:moveTo>
                    <a:pt x="485770" y="100423"/>
                  </a:moveTo>
                  <a:lnTo>
                    <a:pt x="485610" y="100487"/>
                  </a:lnTo>
                  <a:lnTo>
                    <a:pt x="480140" y="149681"/>
                  </a:lnTo>
                  <a:close/>
                  <a:moveTo>
                    <a:pt x="423817" y="89876"/>
                  </a:moveTo>
                  <a:lnTo>
                    <a:pt x="436798" y="117606"/>
                  </a:lnTo>
                  <a:lnTo>
                    <a:pt x="467839" y="63668"/>
                  </a:lnTo>
                  <a:close/>
                  <a:moveTo>
                    <a:pt x="467839" y="63668"/>
                  </a:moveTo>
                  <a:lnTo>
                    <a:pt x="436798" y="117606"/>
                  </a:lnTo>
                  <a:lnTo>
                    <a:pt x="485582" y="100022"/>
                  </a:lnTo>
                  <a:close/>
                  <a:moveTo>
                    <a:pt x="485582" y="100022"/>
                  </a:moveTo>
                  <a:lnTo>
                    <a:pt x="436798" y="117606"/>
                  </a:lnTo>
                  <a:lnTo>
                    <a:pt x="485610" y="100487"/>
                  </a:lnTo>
                  <a:close/>
                  <a:moveTo>
                    <a:pt x="485610" y="100487"/>
                  </a:moveTo>
                  <a:lnTo>
                    <a:pt x="485770" y="100423"/>
                  </a:lnTo>
                  <a:lnTo>
                    <a:pt x="485582" y="100022"/>
                  </a:lnTo>
                  <a:close/>
                  <a:moveTo>
                    <a:pt x="578337" y="210688"/>
                  </a:moveTo>
                  <a:lnTo>
                    <a:pt x="607688" y="211192"/>
                  </a:lnTo>
                  <a:lnTo>
                    <a:pt x="585775" y="207472"/>
                  </a:lnTo>
                  <a:close/>
                  <a:moveTo>
                    <a:pt x="601570" y="230260"/>
                  </a:moveTo>
                  <a:lnTo>
                    <a:pt x="607688" y="211192"/>
                  </a:lnTo>
                  <a:lnTo>
                    <a:pt x="578337" y="210688"/>
                  </a:lnTo>
                  <a:close/>
                  <a:moveTo>
                    <a:pt x="574792" y="247443"/>
                  </a:moveTo>
                  <a:lnTo>
                    <a:pt x="601570" y="230260"/>
                  </a:lnTo>
                  <a:lnTo>
                    <a:pt x="578337" y="210688"/>
                  </a:lnTo>
                  <a:close/>
                  <a:moveTo>
                    <a:pt x="552037" y="173933"/>
                  </a:moveTo>
                  <a:lnTo>
                    <a:pt x="578337" y="210688"/>
                  </a:lnTo>
                  <a:lnTo>
                    <a:pt x="585775" y="207472"/>
                  </a:lnTo>
                  <a:close/>
                  <a:moveTo>
                    <a:pt x="613369" y="193504"/>
                  </a:moveTo>
                  <a:lnTo>
                    <a:pt x="601837" y="156749"/>
                  </a:lnTo>
                  <a:lnTo>
                    <a:pt x="585775" y="207472"/>
                  </a:lnTo>
                  <a:close/>
                  <a:moveTo>
                    <a:pt x="601837" y="156749"/>
                  </a:moveTo>
                  <a:lnTo>
                    <a:pt x="587133" y="161622"/>
                  </a:lnTo>
                  <a:lnTo>
                    <a:pt x="585775" y="207472"/>
                  </a:lnTo>
                  <a:close/>
                  <a:moveTo>
                    <a:pt x="585775" y="207472"/>
                  </a:moveTo>
                  <a:lnTo>
                    <a:pt x="607688" y="211192"/>
                  </a:lnTo>
                  <a:lnTo>
                    <a:pt x="613369" y="193504"/>
                  </a:lnTo>
                  <a:close/>
                  <a:moveTo>
                    <a:pt x="482268" y="58457"/>
                  </a:moveTo>
                  <a:lnTo>
                    <a:pt x="485582" y="100022"/>
                  </a:lnTo>
                  <a:lnTo>
                    <a:pt x="523278" y="46485"/>
                  </a:lnTo>
                  <a:close/>
                  <a:moveTo>
                    <a:pt x="523278" y="46485"/>
                  </a:moveTo>
                  <a:lnTo>
                    <a:pt x="485582" y="100022"/>
                  </a:lnTo>
                  <a:lnTo>
                    <a:pt x="485770" y="100423"/>
                  </a:lnTo>
                  <a:close/>
                  <a:moveTo>
                    <a:pt x="523278" y="46485"/>
                  </a:moveTo>
                  <a:lnTo>
                    <a:pt x="485770" y="100423"/>
                  </a:lnTo>
                  <a:lnTo>
                    <a:pt x="530806" y="83239"/>
                  </a:lnTo>
                  <a:close/>
                  <a:moveTo>
                    <a:pt x="467839" y="63668"/>
                  </a:moveTo>
                  <a:lnTo>
                    <a:pt x="485582" y="100022"/>
                  </a:lnTo>
                  <a:lnTo>
                    <a:pt x="482268" y="58457"/>
                  </a:lnTo>
                  <a:close/>
                  <a:moveTo>
                    <a:pt x="449989" y="26913"/>
                  </a:moveTo>
                  <a:lnTo>
                    <a:pt x="482268" y="58457"/>
                  </a:lnTo>
                  <a:lnTo>
                    <a:pt x="477973" y="17203"/>
                  </a:lnTo>
                  <a:close/>
                  <a:moveTo>
                    <a:pt x="449989" y="26913"/>
                  </a:moveTo>
                  <a:lnTo>
                    <a:pt x="467839" y="63668"/>
                  </a:lnTo>
                  <a:lnTo>
                    <a:pt x="482268" y="58457"/>
                  </a:lnTo>
                  <a:close/>
                  <a:moveTo>
                    <a:pt x="523278" y="46485"/>
                  </a:moveTo>
                  <a:lnTo>
                    <a:pt x="511413" y="9730"/>
                  </a:lnTo>
                  <a:lnTo>
                    <a:pt x="482268" y="58457"/>
                  </a:lnTo>
                  <a:close/>
                  <a:moveTo>
                    <a:pt x="511413" y="9730"/>
                  </a:moveTo>
                  <a:lnTo>
                    <a:pt x="477973" y="17203"/>
                  </a:lnTo>
                  <a:lnTo>
                    <a:pt x="482268" y="58457"/>
                  </a:lnTo>
                  <a:close/>
                  <a:moveTo>
                    <a:pt x="601837" y="156749"/>
                  </a:moveTo>
                  <a:lnTo>
                    <a:pt x="647150" y="184664"/>
                  </a:lnTo>
                  <a:lnTo>
                    <a:pt x="635696" y="149229"/>
                  </a:lnTo>
                  <a:close/>
                  <a:moveTo>
                    <a:pt x="601837" y="156749"/>
                  </a:moveTo>
                  <a:lnTo>
                    <a:pt x="613369" y="193504"/>
                  </a:lnTo>
                  <a:lnTo>
                    <a:pt x="647150" y="184664"/>
                  </a:lnTo>
                  <a:close/>
                  <a:moveTo>
                    <a:pt x="546260" y="78269"/>
                  </a:moveTo>
                  <a:lnTo>
                    <a:pt x="544717" y="100330"/>
                  </a:lnTo>
                  <a:lnTo>
                    <a:pt x="579879" y="66056"/>
                  </a:lnTo>
                  <a:close/>
                  <a:moveTo>
                    <a:pt x="530806" y="83239"/>
                  </a:moveTo>
                  <a:lnTo>
                    <a:pt x="544717" y="100330"/>
                  </a:lnTo>
                  <a:lnTo>
                    <a:pt x="546260" y="78269"/>
                  </a:lnTo>
                  <a:close/>
                  <a:moveTo>
                    <a:pt x="523278" y="46485"/>
                  </a:moveTo>
                  <a:lnTo>
                    <a:pt x="546260" y="78269"/>
                  </a:lnTo>
                  <a:lnTo>
                    <a:pt x="533787" y="43661"/>
                  </a:lnTo>
                  <a:close/>
                  <a:moveTo>
                    <a:pt x="523278" y="46485"/>
                  </a:moveTo>
                  <a:lnTo>
                    <a:pt x="530806" y="83239"/>
                  </a:lnTo>
                  <a:lnTo>
                    <a:pt x="546260" y="78269"/>
                  </a:lnTo>
                  <a:close/>
                  <a:moveTo>
                    <a:pt x="579879" y="66056"/>
                  </a:moveTo>
                  <a:lnTo>
                    <a:pt x="584933" y="29909"/>
                  </a:lnTo>
                  <a:lnTo>
                    <a:pt x="546260" y="78269"/>
                  </a:lnTo>
                  <a:close/>
                  <a:moveTo>
                    <a:pt x="546260" y="78269"/>
                  </a:moveTo>
                  <a:lnTo>
                    <a:pt x="584933" y="29909"/>
                  </a:lnTo>
                  <a:lnTo>
                    <a:pt x="584210" y="29757"/>
                  </a:lnTo>
                  <a:close/>
                  <a:moveTo>
                    <a:pt x="546260" y="78269"/>
                  </a:moveTo>
                  <a:lnTo>
                    <a:pt x="584210" y="29757"/>
                  </a:lnTo>
                  <a:lnTo>
                    <a:pt x="533787" y="43661"/>
                  </a:lnTo>
                  <a:close/>
                  <a:moveTo>
                    <a:pt x="511413" y="9730"/>
                  </a:moveTo>
                  <a:lnTo>
                    <a:pt x="523278" y="46485"/>
                  </a:lnTo>
                  <a:lnTo>
                    <a:pt x="533787" y="43661"/>
                  </a:lnTo>
                  <a:close/>
                  <a:moveTo>
                    <a:pt x="533787" y="43661"/>
                  </a:moveTo>
                  <a:lnTo>
                    <a:pt x="584210" y="29757"/>
                  </a:lnTo>
                  <a:lnTo>
                    <a:pt x="523103" y="7600"/>
                  </a:lnTo>
                  <a:close/>
                  <a:moveTo>
                    <a:pt x="584210" y="29757"/>
                  </a:moveTo>
                  <a:lnTo>
                    <a:pt x="584933" y="29909"/>
                  </a:lnTo>
                  <a:lnTo>
                    <a:pt x="585003" y="29301"/>
                  </a:lnTo>
                  <a:close/>
                  <a:moveTo>
                    <a:pt x="579879" y="66056"/>
                  </a:moveTo>
                  <a:lnTo>
                    <a:pt x="600723" y="88946"/>
                  </a:lnTo>
                  <a:lnTo>
                    <a:pt x="601512" y="60438"/>
                  </a:lnTo>
                  <a:close/>
                  <a:moveTo>
                    <a:pt x="584933" y="29909"/>
                  </a:moveTo>
                  <a:lnTo>
                    <a:pt x="579879" y="66056"/>
                  </a:lnTo>
                  <a:lnTo>
                    <a:pt x="601512" y="60438"/>
                  </a:lnTo>
                  <a:close/>
                  <a:moveTo>
                    <a:pt x="601512" y="60438"/>
                  </a:moveTo>
                  <a:lnTo>
                    <a:pt x="585003" y="29301"/>
                  </a:lnTo>
                  <a:lnTo>
                    <a:pt x="584933" y="29909"/>
                  </a:lnTo>
                  <a:close/>
                  <a:moveTo>
                    <a:pt x="632160" y="17863"/>
                  </a:moveTo>
                  <a:lnTo>
                    <a:pt x="585003" y="29301"/>
                  </a:lnTo>
                  <a:lnTo>
                    <a:pt x="601512" y="60438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73" name="Input_density__212">
              <a:extLst>
                <a:ext uri="{FF2B5EF4-FFF2-40B4-BE49-F238E27FC236}">
                  <a16:creationId xmlns:a16="http://schemas.microsoft.com/office/drawing/2014/main" id="{ECFE0648-027B-F718-ADA0-4132C247FC21}"/>
                </a:ext>
              </a:extLst>
            </p:cNvPr>
            <p:cNvSpPr>
              <a:spLocks noGrp="1"/>
            </p:cNvSpPr>
            <p:nvPr/>
          </p:nvSpPr>
          <p:spPr>
            <a:xfrm>
              <a:off x="761208" y="2105368"/>
              <a:ext cx="609036" cy="172362"/>
            </a:xfrm>
            <a:custGeom>
              <a:avLst/>
              <a:gdLst/>
              <a:ahLst/>
              <a:cxnLst/>
              <a:rect l="0" t="0" r="0" b="0"/>
              <a:pathLst>
                <a:path w="609036" h="172362">
                  <a:moveTo>
                    <a:pt x="34118" y="149286"/>
                  </a:moveTo>
                  <a:lnTo>
                    <a:pt x="73610" y="172362"/>
                  </a:lnTo>
                  <a:lnTo>
                    <a:pt x="94097" y="152750"/>
                  </a:lnTo>
                  <a:close/>
                  <a:moveTo>
                    <a:pt x="59148" y="146660"/>
                  </a:moveTo>
                  <a:lnTo>
                    <a:pt x="94097" y="152750"/>
                  </a:lnTo>
                  <a:lnTo>
                    <a:pt x="109233" y="113135"/>
                  </a:lnTo>
                  <a:close/>
                  <a:moveTo>
                    <a:pt x="109233" y="113135"/>
                  </a:moveTo>
                  <a:lnTo>
                    <a:pt x="132746" y="115236"/>
                  </a:lnTo>
                  <a:lnTo>
                    <a:pt x="116404" y="108312"/>
                  </a:lnTo>
                  <a:close/>
                  <a:moveTo>
                    <a:pt x="124999" y="143715"/>
                  </a:moveTo>
                  <a:lnTo>
                    <a:pt x="132746" y="115236"/>
                  </a:lnTo>
                  <a:lnTo>
                    <a:pt x="109233" y="113135"/>
                  </a:lnTo>
                  <a:close/>
                  <a:moveTo>
                    <a:pt x="94097" y="152750"/>
                  </a:moveTo>
                  <a:lnTo>
                    <a:pt x="124999" y="143715"/>
                  </a:lnTo>
                  <a:lnTo>
                    <a:pt x="109233" y="113135"/>
                  </a:lnTo>
                  <a:close/>
                  <a:moveTo>
                    <a:pt x="116404" y="108312"/>
                  </a:moveTo>
                  <a:lnTo>
                    <a:pt x="132746" y="115236"/>
                  </a:lnTo>
                  <a:lnTo>
                    <a:pt x="135107" y="85296"/>
                  </a:lnTo>
                  <a:close/>
                  <a:moveTo>
                    <a:pt x="0" y="50091"/>
                  </a:moveTo>
                  <a:lnTo>
                    <a:pt x="4300" y="15230"/>
                  </a:lnTo>
                  <a:lnTo>
                    <a:pt x="1118" y="51488"/>
                  </a:lnTo>
                  <a:close/>
                  <a:moveTo>
                    <a:pt x="42729" y="0"/>
                  </a:moveTo>
                  <a:lnTo>
                    <a:pt x="4300" y="15230"/>
                  </a:lnTo>
                  <a:lnTo>
                    <a:pt x="22455" y="9471"/>
                  </a:lnTo>
                  <a:close/>
                  <a:moveTo>
                    <a:pt x="119654" y="55889"/>
                  </a:moveTo>
                  <a:lnTo>
                    <a:pt x="135107" y="85296"/>
                  </a:lnTo>
                  <a:lnTo>
                    <a:pt x="141401" y="63452"/>
                  </a:lnTo>
                  <a:close/>
                  <a:moveTo>
                    <a:pt x="116404" y="108312"/>
                  </a:moveTo>
                  <a:lnTo>
                    <a:pt x="135107" y="85296"/>
                  </a:lnTo>
                  <a:lnTo>
                    <a:pt x="111256" y="105618"/>
                  </a:lnTo>
                  <a:close/>
                  <a:moveTo>
                    <a:pt x="169625" y="67595"/>
                  </a:moveTo>
                  <a:lnTo>
                    <a:pt x="141401" y="63452"/>
                  </a:lnTo>
                  <a:lnTo>
                    <a:pt x="135107" y="85296"/>
                  </a:lnTo>
                  <a:close/>
                  <a:moveTo>
                    <a:pt x="568335" y="156803"/>
                  </a:moveTo>
                  <a:lnTo>
                    <a:pt x="581924" y="169415"/>
                  </a:lnTo>
                  <a:lnTo>
                    <a:pt x="588913" y="122415"/>
                  </a:lnTo>
                  <a:close/>
                  <a:moveTo>
                    <a:pt x="585035" y="80821"/>
                  </a:moveTo>
                  <a:lnTo>
                    <a:pt x="588913" y="122415"/>
                  </a:lnTo>
                  <a:lnTo>
                    <a:pt x="609036" y="88396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74" name="Input_density__213">
              <a:extLst>
                <a:ext uri="{FF2B5EF4-FFF2-40B4-BE49-F238E27FC236}">
                  <a16:creationId xmlns:a16="http://schemas.microsoft.com/office/drawing/2014/main" id="{01CBCFFF-F244-3939-175D-15DC0CC9BE62}"/>
                </a:ext>
              </a:extLst>
            </p:cNvPr>
            <p:cNvSpPr>
              <a:spLocks noGrp="1"/>
            </p:cNvSpPr>
            <p:nvPr/>
          </p:nvSpPr>
          <p:spPr>
            <a:xfrm>
              <a:off x="834818" y="2227783"/>
              <a:ext cx="522674" cy="49946"/>
            </a:xfrm>
            <a:custGeom>
              <a:avLst/>
              <a:gdLst/>
              <a:ahLst/>
              <a:cxnLst/>
              <a:rect l="0" t="0" r="0" b="0"/>
              <a:pathLst>
                <a:path w="522674" h="49946">
                  <a:moveTo>
                    <a:pt x="20487" y="30335"/>
                  </a:moveTo>
                  <a:lnTo>
                    <a:pt x="0" y="49946"/>
                  </a:lnTo>
                  <a:lnTo>
                    <a:pt x="51390" y="21299"/>
                  </a:lnTo>
                  <a:close/>
                  <a:moveTo>
                    <a:pt x="515303" y="0"/>
                  </a:moveTo>
                  <a:lnTo>
                    <a:pt x="508314" y="46999"/>
                  </a:lnTo>
                  <a:lnTo>
                    <a:pt x="510791" y="40488"/>
                  </a:lnTo>
                  <a:close/>
                  <a:moveTo>
                    <a:pt x="515303" y="0"/>
                  </a:moveTo>
                  <a:lnTo>
                    <a:pt x="510791" y="40488"/>
                  </a:lnTo>
                  <a:lnTo>
                    <a:pt x="522674" y="10244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75" name="Input_density__214">
              <a:extLst>
                <a:ext uri="{FF2B5EF4-FFF2-40B4-BE49-F238E27FC236}">
                  <a16:creationId xmlns:a16="http://schemas.microsoft.com/office/drawing/2014/main" id="{97887169-1C5D-C591-E1C1-0ACE6DEBC61D}"/>
                </a:ext>
              </a:extLst>
            </p:cNvPr>
            <p:cNvSpPr>
              <a:spLocks noGrp="1"/>
            </p:cNvSpPr>
            <p:nvPr/>
          </p:nvSpPr>
          <p:spPr>
            <a:xfrm>
              <a:off x="1277550" y="2268271"/>
              <a:ext cx="68059" cy="62532"/>
            </a:xfrm>
            <a:custGeom>
              <a:avLst/>
              <a:gdLst/>
              <a:ahLst/>
              <a:cxnLst/>
              <a:rect l="0" t="0" r="0" b="0"/>
              <a:pathLst>
                <a:path w="68059" h="62532">
                  <a:moveTo>
                    <a:pt x="23002" y="52326"/>
                  </a:moveTo>
                  <a:lnTo>
                    <a:pt x="0" y="62532"/>
                  </a:lnTo>
                  <a:lnTo>
                    <a:pt x="49854" y="28145"/>
                  </a:lnTo>
                  <a:close/>
                  <a:moveTo>
                    <a:pt x="8168" y="60450"/>
                  </a:moveTo>
                  <a:lnTo>
                    <a:pt x="23002" y="52326"/>
                  </a:lnTo>
                  <a:lnTo>
                    <a:pt x="44379" y="36040"/>
                  </a:lnTo>
                  <a:close/>
                  <a:moveTo>
                    <a:pt x="44379" y="36040"/>
                  </a:moveTo>
                  <a:lnTo>
                    <a:pt x="58457" y="15734"/>
                  </a:lnTo>
                  <a:lnTo>
                    <a:pt x="65582" y="6512"/>
                  </a:lnTo>
                  <a:close/>
                  <a:moveTo>
                    <a:pt x="49854" y="28145"/>
                  </a:moveTo>
                  <a:lnTo>
                    <a:pt x="58457" y="15734"/>
                  </a:lnTo>
                  <a:lnTo>
                    <a:pt x="44379" y="36040"/>
                  </a:lnTo>
                  <a:close/>
                  <a:moveTo>
                    <a:pt x="23002" y="52326"/>
                  </a:moveTo>
                  <a:lnTo>
                    <a:pt x="49854" y="28145"/>
                  </a:lnTo>
                  <a:lnTo>
                    <a:pt x="44379" y="36040"/>
                  </a:lnTo>
                  <a:close/>
                  <a:moveTo>
                    <a:pt x="52348" y="23695"/>
                  </a:moveTo>
                  <a:lnTo>
                    <a:pt x="68059" y="0"/>
                  </a:lnTo>
                  <a:lnTo>
                    <a:pt x="58457" y="15734"/>
                  </a:lnTo>
                  <a:close/>
                  <a:moveTo>
                    <a:pt x="65582" y="6512"/>
                  </a:moveTo>
                  <a:lnTo>
                    <a:pt x="58457" y="15734"/>
                  </a:lnTo>
                  <a:lnTo>
                    <a:pt x="68059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76" name="Input_density__215">
              <a:extLst>
                <a:ext uri="{FF2B5EF4-FFF2-40B4-BE49-F238E27FC236}">
                  <a16:creationId xmlns:a16="http://schemas.microsoft.com/office/drawing/2014/main" id="{17F9E98C-01E2-4991-EE15-AF06A6B7CD11}"/>
                </a:ext>
              </a:extLst>
            </p:cNvPr>
            <p:cNvSpPr>
              <a:spLocks noGrp="1"/>
            </p:cNvSpPr>
            <p:nvPr/>
          </p:nvSpPr>
          <p:spPr>
            <a:xfrm>
              <a:off x="820356" y="2121180"/>
              <a:ext cx="529765" cy="217166"/>
            </a:xfrm>
            <a:custGeom>
              <a:avLst/>
              <a:gdLst/>
              <a:ahLst/>
              <a:cxnLst/>
              <a:rect l="0" t="0" r="0" b="0"/>
              <a:pathLst>
                <a:path w="529765" h="217166">
                  <a:moveTo>
                    <a:pt x="656" y="92499"/>
                  </a:moveTo>
                  <a:lnTo>
                    <a:pt x="0" y="130847"/>
                  </a:lnTo>
                  <a:lnTo>
                    <a:pt x="18508" y="103836"/>
                  </a:lnTo>
                  <a:close/>
                  <a:moveTo>
                    <a:pt x="18508" y="103836"/>
                  </a:moveTo>
                  <a:lnTo>
                    <a:pt x="0" y="130847"/>
                  </a:lnTo>
                  <a:lnTo>
                    <a:pt x="50085" y="97322"/>
                  </a:lnTo>
                  <a:close/>
                  <a:moveTo>
                    <a:pt x="656" y="92499"/>
                  </a:moveTo>
                  <a:lnTo>
                    <a:pt x="18508" y="103836"/>
                  </a:lnTo>
                  <a:lnTo>
                    <a:pt x="23315" y="86125"/>
                  </a:lnTo>
                  <a:close/>
                  <a:moveTo>
                    <a:pt x="52108" y="89805"/>
                  </a:moveTo>
                  <a:lnTo>
                    <a:pt x="23315" y="86125"/>
                  </a:lnTo>
                  <a:lnTo>
                    <a:pt x="18508" y="103836"/>
                  </a:lnTo>
                  <a:close/>
                  <a:moveTo>
                    <a:pt x="23315" y="86125"/>
                  </a:moveTo>
                  <a:lnTo>
                    <a:pt x="52108" y="89805"/>
                  </a:lnTo>
                  <a:lnTo>
                    <a:pt x="29263" y="47839"/>
                  </a:lnTo>
                  <a:close/>
                  <a:moveTo>
                    <a:pt x="52108" y="89805"/>
                  </a:moveTo>
                  <a:lnTo>
                    <a:pt x="60506" y="40076"/>
                  </a:lnTo>
                  <a:lnTo>
                    <a:pt x="29263" y="47839"/>
                  </a:lnTo>
                  <a:close/>
                  <a:moveTo>
                    <a:pt x="60506" y="40076"/>
                  </a:moveTo>
                  <a:lnTo>
                    <a:pt x="82253" y="47639"/>
                  </a:lnTo>
                  <a:lnTo>
                    <a:pt x="63610" y="38561"/>
                  </a:lnTo>
                  <a:close/>
                  <a:moveTo>
                    <a:pt x="60832" y="37966"/>
                  </a:moveTo>
                  <a:lnTo>
                    <a:pt x="29263" y="47839"/>
                  </a:lnTo>
                  <a:lnTo>
                    <a:pt x="60506" y="40076"/>
                  </a:lnTo>
                  <a:close/>
                  <a:moveTo>
                    <a:pt x="60832" y="37966"/>
                  </a:moveTo>
                  <a:lnTo>
                    <a:pt x="60506" y="40076"/>
                  </a:lnTo>
                  <a:lnTo>
                    <a:pt x="63610" y="38561"/>
                  </a:lnTo>
                  <a:close/>
                  <a:moveTo>
                    <a:pt x="52491" y="0"/>
                  </a:moveTo>
                  <a:lnTo>
                    <a:pt x="60832" y="37966"/>
                  </a:lnTo>
                  <a:lnTo>
                    <a:pt x="63610" y="38561"/>
                  </a:lnTo>
                  <a:close/>
                  <a:moveTo>
                    <a:pt x="409424" y="207541"/>
                  </a:moveTo>
                  <a:lnTo>
                    <a:pt x="403890" y="217166"/>
                  </a:lnTo>
                  <a:lnTo>
                    <a:pt x="416929" y="212023"/>
                  </a:lnTo>
                  <a:close/>
                  <a:moveTo>
                    <a:pt x="501458" y="102527"/>
                  </a:moveTo>
                  <a:lnTo>
                    <a:pt x="509187" y="140991"/>
                  </a:lnTo>
                  <a:lnTo>
                    <a:pt x="529765" y="106603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  <p:sp>
          <p:nvSpPr>
            <p:cNvPr id="1177" name="Input_density__216">
              <a:extLst>
                <a:ext uri="{FF2B5EF4-FFF2-40B4-BE49-F238E27FC236}">
                  <a16:creationId xmlns:a16="http://schemas.microsoft.com/office/drawing/2014/main" id="{5463075B-767A-AB47-E8A5-767D81C82017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12159"/>
              <a:ext cx="589749" cy="226187"/>
            </a:xfrm>
            <a:custGeom>
              <a:avLst/>
              <a:gdLst/>
              <a:ahLst/>
              <a:cxnLst/>
              <a:rect l="0" t="0" r="0" b="0"/>
              <a:pathLst>
                <a:path w="589749" h="226187">
                  <a:moveTo>
                    <a:pt x="81217" y="101520"/>
                  </a:moveTo>
                  <a:lnTo>
                    <a:pt x="56340" y="118704"/>
                  </a:lnTo>
                  <a:lnTo>
                    <a:pt x="80562" y="139868"/>
                  </a:lnTo>
                  <a:close/>
                  <a:moveTo>
                    <a:pt x="55608" y="74938"/>
                  </a:moveTo>
                  <a:lnTo>
                    <a:pt x="37152" y="77557"/>
                  </a:lnTo>
                  <a:lnTo>
                    <a:pt x="81217" y="101520"/>
                  </a:lnTo>
                  <a:close/>
                  <a:moveTo>
                    <a:pt x="81217" y="101520"/>
                  </a:moveTo>
                  <a:lnTo>
                    <a:pt x="37152" y="77557"/>
                  </a:lnTo>
                  <a:lnTo>
                    <a:pt x="33850" y="81948"/>
                  </a:lnTo>
                  <a:close/>
                  <a:moveTo>
                    <a:pt x="81217" y="101520"/>
                  </a:moveTo>
                  <a:lnTo>
                    <a:pt x="33850" y="81948"/>
                  </a:lnTo>
                  <a:lnTo>
                    <a:pt x="56340" y="118704"/>
                  </a:lnTo>
                  <a:close/>
                  <a:moveTo>
                    <a:pt x="61809" y="39852"/>
                  </a:moveTo>
                  <a:lnTo>
                    <a:pt x="33850" y="81948"/>
                  </a:lnTo>
                  <a:lnTo>
                    <a:pt x="37152" y="77557"/>
                  </a:lnTo>
                  <a:close/>
                  <a:moveTo>
                    <a:pt x="30005" y="28010"/>
                  </a:moveTo>
                  <a:lnTo>
                    <a:pt x="21414" y="43300"/>
                  </a:lnTo>
                  <a:lnTo>
                    <a:pt x="22532" y="44696"/>
                  </a:lnTo>
                  <a:close/>
                  <a:moveTo>
                    <a:pt x="0" y="8439"/>
                  </a:moveTo>
                  <a:lnTo>
                    <a:pt x="21414" y="43300"/>
                  </a:lnTo>
                  <a:lnTo>
                    <a:pt x="30005" y="28010"/>
                  </a:lnTo>
                  <a:close/>
                  <a:moveTo>
                    <a:pt x="46271" y="64765"/>
                  </a:moveTo>
                  <a:lnTo>
                    <a:pt x="22532" y="44696"/>
                  </a:lnTo>
                  <a:lnTo>
                    <a:pt x="37152" y="77557"/>
                  </a:lnTo>
                  <a:close/>
                  <a:moveTo>
                    <a:pt x="141394" y="46987"/>
                  </a:moveTo>
                  <a:lnTo>
                    <a:pt x="111144" y="44491"/>
                  </a:lnTo>
                  <a:lnTo>
                    <a:pt x="109824" y="56860"/>
                  </a:lnTo>
                  <a:close/>
                  <a:moveTo>
                    <a:pt x="111144" y="44491"/>
                  </a:moveTo>
                  <a:lnTo>
                    <a:pt x="141394" y="46987"/>
                  </a:lnTo>
                  <a:lnTo>
                    <a:pt x="133053" y="9021"/>
                  </a:lnTo>
                  <a:close/>
                  <a:moveTo>
                    <a:pt x="133053" y="9021"/>
                  </a:moveTo>
                  <a:lnTo>
                    <a:pt x="144171" y="47582"/>
                  </a:lnTo>
                  <a:lnTo>
                    <a:pt x="149282" y="10827"/>
                  </a:lnTo>
                  <a:close/>
                  <a:moveTo>
                    <a:pt x="133053" y="9021"/>
                  </a:moveTo>
                  <a:lnTo>
                    <a:pt x="149282" y="10827"/>
                  </a:lnTo>
                  <a:lnTo>
                    <a:pt x="127936" y="0"/>
                  </a:lnTo>
                  <a:close/>
                  <a:moveTo>
                    <a:pt x="489985" y="216562"/>
                  </a:moveTo>
                  <a:lnTo>
                    <a:pt x="480011" y="185050"/>
                  </a:lnTo>
                  <a:lnTo>
                    <a:pt x="484452" y="226187"/>
                  </a:lnTo>
                  <a:close/>
                  <a:moveTo>
                    <a:pt x="556722" y="149774"/>
                  </a:moveTo>
                  <a:lnTo>
                    <a:pt x="589749" y="150012"/>
                  </a:lnTo>
                  <a:lnTo>
                    <a:pt x="582020" y="111548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78" name="Input_density__217">
              <a:extLst>
                <a:ext uri="{FF2B5EF4-FFF2-40B4-BE49-F238E27FC236}">
                  <a16:creationId xmlns:a16="http://schemas.microsoft.com/office/drawing/2014/main" id="{B836E36E-8060-11FC-CE04-0F3B164E0355}"/>
                </a:ext>
              </a:extLst>
            </p:cNvPr>
            <p:cNvSpPr>
              <a:spLocks noGrp="1"/>
            </p:cNvSpPr>
            <p:nvPr/>
          </p:nvSpPr>
          <p:spPr>
            <a:xfrm>
              <a:off x="739794" y="2103414"/>
              <a:ext cx="508126" cy="225307"/>
            </a:xfrm>
            <a:custGeom>
              <a:avLst/>
              <a:gdLst/>
              <a:ahLst/>
              <a:cxnLst/>
              <a:rect l="0" t="0" r="0" b="0"/>
              <a:pathLst>
                <a:path w="508126" h="225307">
                  <a:moveTo>
                    <a:pt x="32140" y="0"/>
                  </a:moveTo>
                  <a:lnTo>
                    <a:pt x="0" y="17183"/>
                  </a:lnTo>
                  <a:lnTo>
                    <a:pt x="30005" y="36755"/>
                  </a:lnTo>
                  <a:close/>
                  <a:moveTo>
                    <a:pt x="46271" y="73510"/>
                  </a:moveTo>
                  <a:lnTo>
                    <a:pt x="37152" y="86302"/>
                  </a:lnTo>
                  <a:lnTo>
                    <a:pt x="55608" y="83682"/>
                  </a:lnTo>
                  <a:close/>
                  <a:moveTo>
                    <a:pt x="46271" y="73510"/>
                  </a:moveTo>
                  <a:lnTo>
                    <a:pt x="30005" y="36755"/>
                  </a:lnTo>
                  <a:lnTo>
                    <a:pt x="22532" y="53441"/>
                  </a:lnTo>
                  <a:close/>
                  <a:moveTo>
                    <a:pt x="111144" y="53236"/>
                  </a:moveTo>
                  <a:lnTo>
                    <a:pt x="133053" y="17766"/>
                  </a:lnTo>
                  <a:lnTo>
                    <a:pt x="99282" y="18132"/>
                  </a:lnTo>
                  <a:close/>
                  <a:moveTo>
                    <a:pt x="99282" y="18132"/>
                  </a:moveTo>
                  <a:lnTo>
                    <a:pt x="127936" y="8745"/>
                  </a:lnTo>
                  <a:lnTo>
                    <a:pt x="95693" y="12769"/>
                  </a:lnTo>
                  <a:close/>
                  <a:moveTo>
                    <a:pt x="99282" y="18132"/>
                  </a:moveTo>
                  <a:lnTo>
                    <a:pt x="133053" y="17766"/>
                  </a:lnTo>
                  <a:lnTo>
                    <a:pt x="127936" y="8745"/>
                  </a:lnTo>
                  <a:close/>
                  <a:moveTo>
                    <a:pt x="489985" y="225307"/>
                  </a:moveTo>
                  <a:lnTo>
                    <a:pt x="480121" y="188551"/>
                  </a:lnTo>
                  <a:lnTo>
                    <a:pt x="480011" y="193795"/>
                  </a:lnTo>
                  <a:close/>
                  <a:moveTo>
                    <a:pt x="480121" y="188551"/>
                  </a:moveTo>
                  <a:lnTo>
                    <a:pt x="489985" y="225307"/>
                  </a:lnTo>
                  <a:lnTo>
                    <a:pt x="508126" y="215685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79" name="Input_density__218">
              <a:extLst>
                <a:ext uri="{FF2B5EF4-FFF2-40B4-BE49-F238E27FC236}">
                  <a16:creationId xmlns:a16="http://schemas.microsoft.com/office/drawing/2014/main" id="{1966271E-776C-7F37-DD83-43638BDEDC87}"/>
                </a:ext>
              </a:extLst>
            </p:cNvPr>
            <p:cNvSpPr>
              <a:spLocks noGrp="1"/>
            </p:cNvSpPr>
            <p:nvPr/>
          </p:nvSpPr>
          <p:spPr>
            <a:xfrm>
              <a:off x="838864" y="2161256"/>
              <a:ext cx="490680" cy="177090"/>
            </a:xfrm>
            <a:custGeom>
              <a:avLst/>
              <a:gdLst/>
              <a:ahLst/>
              <a:cxnLst/>
              <a:rect l="0" t="0" r="0" b="0"/>
              <a:pathLst>
                <a:path w="490680" h="177090">
                  <a:moveTo>
                    <a:pt x="33601" y="49729"/>
                  </a:moveTo>
                  <a:lnTo>
                    <a:pt x="0" y="63760"/>
                  </a:lnTo>
                  <a:lnTo>
                    <a:pt x="31577" y="57246"/>
                  </a:lnTo>
                  <a:close/>
                  <a:moveTo>
                    <a:pt x="33601" y="49729"/>
                  </a:moveTo>
                  <a:lnTo>
                    <a:pt x="31577" y="57246"/>
                  </a:lnTo>
                  <a:lnTo>
                    <a:pt x="38748" y="52423"/>
                  </a:lnTo>
                  <a:close/>
                  <a:moveTo>
                    <a:pt x="33601" y="49729"/>
                  </a:moveTo>
                  <a:lnTo>
                    <a:pt x="57451" y="29408"/>
                  </a:lnTo>
                  <a:lnTo>
                    <a:pt x="41998" y="0"/>
                  </a:lnTo>
                  <a:close/>
                  <a:moveTo>
                    <a:pt x="432804" y="175921"/>
                  </a:moveTo>
                  <a:lnTo>
                    <a:pt x="398421" y="171947"/>
                  </a:lnTo>
                  <a:lnTo>
                    <a:pt x="385383" y="177090"/>
                  </a:lnTo>
                  <a:close/>
                  <a:moveTo>
                    <a:pt x="432804" y="175921"/>
                  </a:moveTo>
                  <a:lnTo>
                    <a:pt x="454015" y="159017"/>
                  </a:lnTo>
                  <a:lnTo>
                    <a:pt x="398421" y="171947"/>
                  </a:lnTo>
                  <a:close/>
                  <a:moveTo>
                    <a:pt x="458956" y="144364"/>
                  </a:moveTo>
                  <a:lnTo>
                    <a:pt x="454015" y="159017"/>
                  </a:lnTo>
                  <a:lnTo>
                    <a:pt x="470557" y="150281"/>
                  </a:lnTo>
                  <a:close/>
                  <a:moveTo>
                    <a:pt x="458956" y="144364"/>
                  </a:moveTo>
                  <a:lnTo>
                    <a:pt x="470557" y="150281"/>
                  </a:lnTo>
                  <a:lnTo>
                    <a:pt x="490680" y="100914"/>
                  </a:lnTo>
                  <a:close/>
                </a:path>
              </a:pathLst>
            </a:custGeom>
            <a:solidFill>
              <a:srgbClr val="BCC7CF"/>
            </a:solidFill>
            <a:ln w="1524">
              <a:solidFill>
                <a:srgbClr val="BCC7CF"/>
              </a:solidFill>
            </a:ln>
          </p:spPr>
        </p:sp>
        <p:sp>
          <p:nvSpPr>
            <p:cNvPr id="1180" name="Input_density__219">
              <a:extLst>
                <a:ext uri="{FF2B5EF4-FFF2-40B4-BE49-F238E27FC236}">
                  <a16:creationId xmlns:a16="http://schemas.microsoft.com/office/drawing/2014/main" id="{CEE2FAE9-B36F-AE21-B553-C4FE0FE00239}"/>
                </a:ext>
              </a:extLst>
            </p:cNvPr>
            <p:cNvSpPr>
              <a:spLocks noGrp="1"/>
            </p:cNvSpPr>
            <p:nvPr/>
          </p:nvSpPr>
          <p:spPr>
            <a:xfrm>
              <a:off x="760011" y="2064939"/>
              <a:ext cx="561803" cy="254160"/>
            </a:xfrm>
            <a:custGeom>
              <a:avLst/>
              <a:gdLst/>
              <a:ahLst/>
              <a:cxnLst/>
              <a:rect l="0" t="0" r="0" b="0"/>
              <a:pathLst>
                <a:path w="561803" h="254160">
                  <a:moveTo>
                    <a:pt x="11923" y="38475"/>
                  </a:moveTo>
                  <a:lnTo>
                    <a:pt x="36252" y="64326"/>
                  </a:lnTo>
                  <a:lnTo>
                    <a:pt x="13731" y="37888"/>
                  </a:lnTo>
                  <a:close/>
                  <a:moveTo>
                    <a:pt x="11923" y="38475"/>
                  </a:moveTo>
                  <a:lnTo>
                    <a:pt x="9788" y="75230"/>
                  </a:lnTo>
                  <a:lnTo>
                    <a:pt x="36252" y="64326"/>
                  </a:lnTo>
                  <a:close/>
                  <a:moveTo>
                    <a:pt x="66724" y="58047"/>
                  </a:moveTo>
                  <a:lnTo>
                    <a:pt x="75476" y="51245"/>
                  </a:lnTo>
                  <a:lnTo>
                    <a:pt x="36252" y="64326"/>
                  </a:lnTo>
                  <a:close/>
                  <a:moveTo>
                    <a:pt x="36252" y="64326"/>
                  </a:moveTo>
                  <a:lnTo>
                    <a:pt x="75476" y="51245"/>
                  </a:lnTo>
                  <a:lnTo>
                    <a:pt x="48008" y="37110"/>
                  </a:lnTo>
                  <a:close/>
                  <a:moveTo>
                    <a:pt x="36252" y="64326"/>
                  </a:moveTo>
                  <a:lnTo>
                    <a:pt x="48008" y="37110"/>
                  </a:lnTo>
                  <a:lnTo>
                    <a:pt x="13731" y="37888"/>
                  </a:lnTo>
                  <a:close/>
                  <a:moveTo>
                    <a:pt x="0" y="1720"/>
                  </a:moveTo>
                  <a:lnTo>
                    <a:pt x="13731" y="37888"/>
                  </a:lnTo>
                  <a:lnTo>
                    <a:pt x="5294" y="0"/>
                  </a:lnTo>
                  <a:close/>
                  <a:moveTo>
                    <a:pt x="0" y="1720"/>
                  </a:moveTo>
                  <a:lnTo>
                    <a:pt x="11923" y="38475"/>
                  </a:lnTo>
                  <a:lnTo>
                    <a:pt x="13731" y="37888"/>
                  </a:lnTo>
                  <a:close/>
                  <a:moveTo>
                    <a:pt x="48008" y="37110"/>
                  </a:moveTo>
                  <a:lnTo>
                    <a:pt x="75476" y="51245"/>
                  </a:lnTo>
                  <a:lnTo>
                    <a:pt x="107719" y="47220"/>
                  </a:lnTo>
                  <a:close/>
                  <a:moveTo>
                    <a:pt x="75476" y="51245"/>
                  </a:moveTo>
                  <a:lnTo>
                    <a:pt x="66724" y="58047"/>
                  </a:lnTo>
                  <a:lnTo>
                    <a:pt x="79065" y="56608"/>
                  </a:lnTo>
                  <a:close/>
                  <a:moveTo>
                    <a:pt x="462524" y="213118"/>
                  </a:moveTo>
                  <a:lnTo>
                    <a:pt x="459794" y="232270"/>
                  </a:lnTo>
                  <a:lnTo>
                    <a:pt x="459904" y="227027"/>
                  </a:lnTo>
                  <a:close/>
                  <a:moveTo>
                    <a:pt x="459904" y="227027"/>
                  </a:moveTo>
                  <a:lnTo>
                    <a:pt x="487909" y="254160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59904" y="227027"/>
                  </a:lnTo>
                  <a:lnTo>
                    <a:pt x="472899" y="221616"/>
                  </a:lnTo>
                  <a:close/>
                  <a:moveTo>
                    <a:pt x="462524" y="213118"/>
                  </a:moveTo>
                  <a:lnTo>
                    <a:pt x="472899" y="221616"/>
                  </a:lnTo>
                  <a:lnTo>
                    <a:pt x="472873" y="190272"/>
                  </a:lnTo>
                  <a:close/>
                  <a:moveTo>
                    <a:pt x="472873" y="190272"/>
                  </a:moveTo>
                  <a:lnTo>
                    <a:pt x="472899" y="221616"/>
                  </a:lnTo>
                  <a:lnTo>
                    <a:pt x="495406" y="209843"/>
                  </a:lnTo>
                  <a:close/>
                  <a:moveTo>
                    <a:pt x="472873" y="190272"/>
                  </a:moveTo>
                  <a:lnTo>
                    <a:pt x="495406" y="209843"/>
                  </a:lnTo>
                  <a:lnTo>
                    <a:pt x="499652" y="173088"/>
                  </a:lnTo>
                  <a:close/>
                  <a:moveTo>
                    <a:pt x="499652" y="173088"/>
                  </a:moveTo>
                  <a:lnTo>
                    <a:pt x="536505" y="196994"/>
                  </a:lnTo>
                  <a:lnTo>
                    <a:pt x="518038" y="167260"/>
                  </a:lnTo>
                  <a:close/>
                  <a:moveTo>
                    <a:pt x="499652" y="173088"/>
                  </a:moveTo>
                  <a:lnTo>
                    <a:pt x="495406" y="209843"/>
                  </a:lnTo>
                  <a:lnTo>
                    <a:pt x="536505" y="196994"/>
                  </a:lnTo>
                  <a:close/>
                  <a:moveTo>
                    <a:pt x="536505" y="196994"/>
                  </a:moveTo>
                  <a:lnTo>
                    <a:pt x="561803" y="158768"/>
                  </a:lnTo>
                  <a:lnTo>
                    <a:pt x="518038" y="167260"/>
                  </a:lnTo>
                  <a:close/>
                  <a:moveTo>
                    <a:pt x="505769" y="154021"/>
                  </a:moveTo>
                  <a:lnTo>
                    <a:pt x="499652" y="173088"/>
                  </a:lnTo>
                  <a:lnTo>
                    <a:pt x="518038" y="167260"/>
                  </a:lnTo>
                  <a:close/>
                  <a:moveTo>
                    <a:pt x="518038" y="167260"/>
                  </a:moveTo>
                  <a:lnTo>
                    <a:pt x="511450" y="136333"/>
                  </a:lnTo>
                  <a:lnTo>
                    <a:pt x="505769" y="154021"/>
                  </a:lnTo>
                  <a:close/>
                  <a:moveTo>
                    <a:pt x="545231" y="127493"/>
                  </a:moveTo>
                  <a:lnTo>
                    <a:pt x="511450" y="136333"/>
                  </a:lnTo>
                  <a:lnTo>
                    <a:pt x="518038" y="167260"/>
                  </a:lnTo>
                  <a:close/>
                  <a:moveTo>
                    <a:pt x="561803" y="158768"/>
                  </a:moveTo>
                  <a:lnTo>
                    <a:pt x="545231" y="127493"/>
                  </a:lnTo>
                  <a:lnTo>
                    <a:pt x="518038" y="167260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81" name="Input_density__220">
              <a:extLst>
                <a:ext uri="{FF2B5EF4-FFF2-40B4-BE49-F238E27FC236}">
                  <a16:creationId xmlns:a16="http://schemas.microsoft.com/office/drawing/2014/main" id="{A21FC8F4-E8A8-613C-D147-BFFEE3486E88}"/>
                </a:ext>
              </a:extLst>
            </p:cNvPr>
            <p:cNvSpPr>
              <a:spLocks noGrp="1"/>
            </p:cNvSpPr>
            <p:nvPr/>
          </p:nvSpPr>
          <p:spPr>
            <a:xfrm>
              <a:off x="1224246" y="2262171"/>
              <a:ext cx="118886" cy="76175"/>
            </a:xfrm>
            <a:custGeom>
              <a:avLst/>
              <a:gdLst/>
              <a:ahLst/>
              <a:cxnLst/>
              <a:rect l="0" t="0" r="0" b="0"/>
              <a:pathLst>
                <a:path w="118886" h="76175">
                  <a:moveTo>
                    <a:pt x="47421" y="75006"/>
                  </a:moveTo>
                  <a:lnTo>
                    <a:pt x="0" y="76175"/>
                  </a:lnTo>
                  <a:lnTo>
                    <a:pt x="34928" y="74868"/>
                  </a:lnTo>
                  <a:close/>
                  <a:moveTo>
                    <a:pt x="61471" y="66550"/>
                  </a:moveTo>
                  <a:lnTo>
                    <a:pt x="85174" y="49367"/>
                  </a:lnTo>
                  <a:lnTo>
                    <a:pt x="68632" y="58103"/>
                  </a:lnTo>
                  <a:close/>
                  <a:moveTo>
                    <a:pt x="105297" y="0"/>
                  </a:moveTo>
                  <a:lnTo>
                    <a:pt x="85174" y="49367"/>
                  </a:lnTo>
                  <a:lnTo>
                    <a:pt x="97682" y="42140"/>
                  </a:lnTo>
                  <a:close/>
                  <a:moveTo>
                    <a:pt x="105297" y="0"/>
                  </a:moveTo>
                  <a:lnTo>
                    <a:pt x="97682" y="42140"/>
                  </a:lnTo>
                  <a:lnTo>
                    <a:pt x="118886" y="12612"/>
                  </a:lnTo>
                  <a:close/>
                </a:path>
              </a:pathLst>
            </a:custGeom>
            <a:solidFill>
              <a:srgbClr val="B5C1C9"/>
            </a:solidFill>
            <a:ln w="1524">
              <a:solidFill>
                <a:srgbClr val="B5C1C9"/>
              </a:solidFill>
            </a:ln>
          </p:spPr>
        </p:sp>
        <p:sp>
          <p:nvSpPr>
            <p:cNvPr id="1182" name="Input_density__221">
              <a:extLst>
                <a:ext uri="{FF2B5EF4-FFF2-40B4-BE49-F238E27FC236}">
                  <a16:creationId xmlns:a16="http://schemas.microsoft.com/office/drawing/2014/main" id="{1C6BB029-EA67-696E-4396-FAA22E4A8177}"/>
                </a:ext>
              </a:extLst>
            </p:cNvPr>
            <p:cNvSpPr>
              <a:spLocks noGrp="1"/>
            </p:cNvSpPr>
            <p:nvPr/>
          </p:nvSpPr>
          <p:spPr>
            <a:xfrm>
              <a:off x="1271667" y="2304310"/>
              <a:ext cx="50261" cy="32866"/>
            </a:xfrm>
            <a:custGeom>
              <a:avLst/>
              <a:gdLst/>
              <a:ahLst/>
              <a:cxnLst/>
              <a:rect l="0" t="0" r="0" b="0"/>
              <a:pathLst>
                <a:path w="50261" h="32866">
                  <a:moveTo>
                    <a:pt x="14050" y="24410"/>
                  </a:moveTo>
                  <a:lnTo>
                    <a:pt x="21211" y="15963"/>
                  </a:lnTo>
                  <a:lnTo>
                    <a:pt x="0" y="32866"/>
                  </a:lnTo>
                  <a:close/>
                  <a:moveTo>
                    <a:pt x="37753" y="7227"/>
                  </a:moveTo>
                  <a:lnTo>
                    <a:pt x="14050" y="24410"/>
                  </a:lnTo>
                  <a:lnTo>
                    <a:pt x="50261" y="0"/>
                  </a:lnTo>
                  <a:close/>
                </a:path>
              </a:pathLst>
            </a:custGeom>
            <a:solidFill>
              <a:srgbClr val="AEBAC4"/>
            </a:solidFill>
            <a:ln w="1524">
              <a:solidFill>
                <a:srgbClr val="AEBAC4"/>
              </a:solidFill>
            </a:ln>
          </p:spPr>
        </p:sp>
        <p:sp>
          <p:nvSpPr>
            <p:cNvPr id="1183" name="Input_density__222">
              <a:extLst>
                <a:ext uri="{FF2B5EF4-FFF2-40B4-BE49-F238E27FC236}">
                  <a16:creationId xmlns:a16="http://schemas.microsoft.com/office/drawing/2014/main" id="{06C476CC-83DE-07DE-E5E2-B4B9EA2C734F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1546"/>
              <a:ext cx="528020" cy="197552"/>
            </a:xfrm>
            <a:custGeom>
              <a:avLst/>
              <a:gdLst/>
              <a:ahLst/>
              <a:cxnLst/>
              <a:rect l="0" t="0" r="0" b="0"/>
              <a:pathLst>
                <a:path w="528020" h="197552">
                  <a:moveTo>
                    <a:pt x="34133" y="46231"/>
                  </a:moveTo>
                  <a:lnTo>
                    <a:pt x="25602" y="65550"/>
                  </a:lnTo>
                  <a:lnTo>
                    <a:pt x="58110" y="38194"/>
                  </a:lnTo>
                  <a:close/>
                  <a:moveTo>
                    <a:pt x="16266" y="55378"/>
                  </a:moveTo>
                  <a:lnTo>
                    <a:pt x="25602" y="65550"/>
                  </a:lnTo>
                  <a:lnTo>
                    <a:pt x="34133" y="46231"/>
                  </a:lnTo>
                  <a:close/>
                  <a:moveTo>
                    <a:pt x="0" y="18623"/>
                  </a:moveTo>
                  <a:lnTo>
                    <a:pt x="16266" y="55378"/>
                  </a:lnTo>
                  <a:lnTo>
                    <a:pt x="34133" y="46231"/>
                  </a:lnTo>
                  <a:close/>
                  <a:moveTo>
                    <a:pt x="58110" y="38194"/>
                  </a:moveTo>
                  <a:lnTo>
                    <a:pt x="56936" y="1439"/>
                  </a:lnTo>
                  <a:lnTo>
                    <a:pt x="34133" y="46231"/>
                  </a:lnTo>
                  <a:close/>
                  <a:moveTo>
                    <a:pt x="56936" y="1439"/>
                  </a:moveTo>
                  <a:lnTo>
                    <a:pt x="81139" y="35104"/>
                  </a:lnTo>
                  <a:lnTo>
                    <a:pt x="69277" y="0"/>
                  </a:lnTo>
                  <a:close/>
                  <a:moveTo>
                    <a:pt x="56936" y="1439"/>
                  </a:moveTo>
                  <a:lnTo>
                    <a:pt x="58110" y="38194"/>
                  </a:lnTo>
                  <a:lnTo>
                    <a:pt x="81139" y="35104"/>
                  </a:lnTo>
                  <a:close/>
                  <a:moveTo>
                    <a:pt x="494759" y="189991"/>
                  </a:moveTo>
                  <a:lnTo>
                    <a:pt x="485618" y="153236"/>
                  </a:lnTo>
                  <a:lnTo>
                    <a:pt x="478121" y="197552"/>
                  </a:lnTo>
                  <a:close/>
                  <a:moveTo>
                    <a:pt x="485618" y="153236"/>
                  </a:moveTo>
                  <a:lnTo>
                    <a:pt x="528020" y="184074"/>
                  </a:lnTo>
                  <a:lnTo>
                    <a:pt x="526717" y="140386"/>
                  </a:lnTo>
                  <a:close/>
                  <a:moveTo>
                    <a:pt x="485618" y="153236"/>
                  </a:moveTo>
                  <a:lnTo>
                    <a:pt x="494759" y="189991"/>
                  </a:lnTo>
                  <a:lnTo>
                    <a:pt x="528020" y="184074"/>
                  </a:lnTo>
                  <a:close/>
                </a:path>
              </a:pathLst>
            </a:custGeom>
            <a:solidFill>
              <a:srgbClr val="CFD7DE"/>
            </a:solidFill>
            <a:ln w="1524">
              <a:solidFill>
                <a:srgbClr val="CFD7DE"/>
              </a:solidFill>
            </a:ln>
          </p:spPr>
        </p:sp>
        <p:sp>
          <p:nvSpPr>
            <p:cNvPr id="1184" name="Input_density__223">
              <a:extLst>
                <a:ext uri="{FF2B5EF4-FFF2-40B4-BE49-F238E27FC236}">
                  <a16:creationId xmlns:a16="http://schemas.microsoft.com/office/drawing/2014/main" id="{CA131EEA-C413-6D6F-9246-F5E8B852AA5B}"/>
                </a:ext>
              </a:extLst>
            </p:cNvPr>
            <p:cNvSpPr>
              <a:spLocks noGrp="1"/>
            </p:cNvSpPr>
            <p:nvPr/>
          </p:nvSpPr>
          <p:spPr>
            <a:xfrm>
              <a:off x="795402" y="2156650"/>
              <a:ext cx="534141" cy="176553"/>
            </a:xfrm>
            <a:custGeom>
              <a:avLst/>
              <a:gdLst/>
              <a:ahLst/>
              <a:cxnLst/>
              <a:rect l="0" t="0" r="0" b="0"/>
              <a:pathLst>
                <a:path w="534141" h="176553">
                  <a:moveTo>
                    <a:pt x="0" y="30447"/>
                  </a:moveTo>
                  <a:lnTo>
                    <a:pt x="25610" y="57029"/>
                  </a:lnTo>
                  <a:lnTo>
                    <a:pt x="32508" y="3091"/>
                  </a:lnTo>
                  <a:close/>
                  <a:moveTo>
                    <a:pt x="32508" y="3091"/>
                  </a:moveTo>
                  <a:lnTo>
                    <a:pt x="25610" y="57029"/>
                  </a:lnTo>
                  <a:lnTo>
                    <a:pt x="54217" y="12369"/>
                  </a:lnTo>
                  <a:close/>
                  <a:moveTo>
                    <a:pt x="54217" y="12369"/>
                  </a:moveTo>
                  <a:lnTo>
                    <a:pt x="25610" y="57029"/>
                  </a:lnTo>
                  <a:lnTo>
                    <a:pt x="48270" y="50655"/>
                  </a:lnTo>
                  <a:close/>
                  <a:moveTo>
                    <a:pt x="32508" y="3091"/>
                  </a:moveTo>
                  <a:lnTo>
                    <a:pt x="54217" y="12369"/>
                  </a:lnTo>
                  <a:lnTo>
                    <a:pt x="55537" y="0"/>
                  </a:lnTo>
                  <a:close/>
                  <a:moveTo>
                    <a:pt x="434378" y="172071"/>
                  </a:moveTo>
                  <a:lnTo>
                    <a:pt x="441883" y="176553"/>
                  </a:lnTo>
                  <a:lnTo>
                    <a:pt x="452519" y="162449"/>
                  </a:lnTo>
                  <a:close/>
                  <a:moveTo>
                    <a:pt x="441883" y="176553"/>
                  </a:moveTo>
                  <a:lnTo>
                    <a:pt x="469156" y="154887"/>
                  </a:lnTo>
                  <a:lnTo>
                    <a:pt x="452519" y="162449"/>
                  </a:lnTo>
                  <a:close/>
                  <a:moveTo>
                    <a:pt x="501115" y="105282"/>
                  </a:moveTo>
                  <a:lnTo>
                    <a:pt x="502418" y="148970"/>
                  </a:lnTo>
                  <a:lnTo>
                    <a:pt x="534141" y="105520"/>
                  </a:lnTo>
                  <a:close/>
                </a:path>
              </a:pathLst>
            </a:custGeom>
            <a:solidFill>
              <a:srgbClr val="C9D2D8"/>
            </a:solidFill>
            <a:ln w="1524">
              <a:solidFill>
                <a:srgbClr val="C9D2D8"/>
              </a:solidFill>
            </a:ln>
          </p:spPr>
        </p:sp>
        <p:sp>
          <p:nvSpPr>
            <p:cNvPr id="1185" name="Input_density__224">
              <a:extLst>
                <a:ext uri="{FF2B5EF4-FFF2-40B4-BE49-F238E27FC236}">
                  <a16:creationId xmlns:a16="http://schemas.microsoft.com/office/drawing/2014/main" id="{2402C7C2-EBF7-59AD-A2AF-E6D6BE44DD94}"/>
                </a:ext>
              </a:extLst>
            </p:cNvPr>
            <p:cNvSpPr>
              <a:spLocks noGrp="1"/>
            </p:cNvSpPr>
            <p:nvPr/>
          </p:nvSpPr>
          <p:spPr>
            <a:xfrm>
              <a:off x="769800" y="2122986"/>
              <a:ext cx="485618" cy="196113"/>
            </a:xfrm>
            <a:custGeom>
              <a:avLst/>
              <a:gdLst/>
              <a:ahLst/>
              <a:cxnLst/>
              <a:rect l="0" t="0" r="0" b="0"/>
              <a:pathLst>
                <a:path w="485618" h="196113">
                  <a:moveTo>
                    <a:pt x="0" y="17183"/>
                  </a:moveTo>
                  <a:lnTo>
                    <a:pt x="34133" y="44791"/>
                  </a:lnTo>
                  <a:lnTo>
                    <a:pt x="26464" y="6279"/>
                  </a:lnTo>
                  <a:close/>
                  <a:moveTo>
                    <a:pt x="56936" y="0"/>
                  </a:moveTo>
                  <a:lnTo>
                    <a:pt x="26464" y="6279"/>
                  </a:lnTo>
                  <a:lnTo>
                    <a:pt x="34133" y="44791"/>
                  </a:lnTo>
                  <a:close/>
                  <a:moveTo>
                    <a:pt x="485618" y="151796"/>
                  </a:moveTo>
                  <a:lnTo>
                    <a:pt x="463111" y="163569"/>
                  </a:lnTo>
                  <a:lnTo>
                    <a:pt x="478121" y="196113"/>
                  </a:lnTo>
                  <a:close/>
                </a:path>
              </a:pathLst>
            </a:custGeom>
            <a:solidFill>
              <a:srgbClr val="D7DEE3"/>
            </a:solidFill>
            <a:ln w="1524">
              <a:solidFill>
                <a:srgbClr val="D7DEE3"/>
              </a:solidFill>
            </a:ln>
          </p:spPr>
        </p:sp>
        <p:sp>
          <p:nvSpPr>
            <p:cNvPr id="1186" name="Input_density__225">
              <a:extLst>
                <a:ext uri="{FF2B5EF4-FFF2-40B4-BE49-F238E27FC236}">
                  <a16:creationId xmlns:a16="http://schemas.microsoft.com/office/drawing/2014/main" id="{895C4104-9A81-74AC-4305-8B0A9C4686CF}"/>
                </a:ext>
              </a:extLst>
            </p:cNvPr>
            <p:cNvSpPr>
              <a:spLocks noGrp="1"/>
            </p:cNvSpPr>
            <p:nvPr/>
          </p:nvSpPr>
          <p:spPr>
            <a:xfrm>
              <a:off x="1237285" y="2305620"/>
              <a:ext cx="60535" cy="27583"/>
            </a:xfrm>
            <a:custGeom>
              <a:avLst/>
              <a:gdLst/>
              <a:ahLst/>
              <a:cxnLst/>
              <a:rect l="0" t="0" r="0" b="0"/>
              <a:pathLst>
                <a:path w="60535" h="27583">
                  <a:moveTo>
                    <a:pt x="55594" y="14653"/>
                  </a:moveTo>
                  <a:lnTo>
                    <a:pt x="27274" y="5917"/>
                  </a:lnTo>
                  <a:lnTo>
                    <a:pt x="0" y="27583"/>
                  </a:lnTo>
                  <a:close/>
                  <a:moveTo>
                    <a:pt x="27274" y="5917"/>
                  </a:moveTo>
                  <a:lnTo>
                    <a:pt x="55594" y="14653"/>
                  </a:lnTo>
                  <a:lnTo>
                    <a:pt x="60535" y="0"/>
                  </a:lnTo>
                  <a:close/>
                </a:path>
              </a:pathLst>
            </a:custGeom>
            <a:solidFill>
              <a:srgbClr val="C2CCD3"/>
            </a:solidFill>
            <a:ln w="1524">
              <a:solidFill>
                <a:srgbClr val="C2CCD3"/>
              </a:solidFill>
            </a:ln>
          </p:spPr>
        </p:sp>
      </p:grpSp>
      <p:sp>
        <p:nvSpPr>
          <p:cNvPr id="1187" name="Build | Engines frame">
            <a:extLst>
              <a:ext uri="{FF2B5EF4-FFF2-40B4-BE49-F238E27FC236}">
                <a16:creationId xmlns:a16="http://schemas.microsoft.com/office/drawing/2014/main" id="{981AB958-DF7B-D3C1-E9BE-543CBD380D40}"/>
              </a:ext>
            </a:extLst>
          </p:cNvPr>
          <p:cNvSpPr/>
          <p:nvPr/>
        </p:nvSpPr>
        <p:spPr>
          <a:xfrm>
            <a:off x="4653071" y="2032000"/>
            <a:ext cx="1202377" cy="1172634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 w="7290">
            <a:solidFill>
              <a:srgbClr val="D5C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1188" name="Build | Default PocketXMol card">
            <a:extLst>
              <a:ext uri="{FF2B5EF4-FFF2-40B4-BE49-F238E27FC236}">
                <a16:creationId xmlns:a16="http://schemas.microsoft.com/office/drawing/2014/main" id="{09D1F3E2-D5A0-68C5-1B04-AB1029394573}"/>
              </a:ext>
            </a:extLst>
          </p:cNvPr>
          <p:cNvSpPr/>
          <p:nvPr/>
        </p:nvSpPr>
        <p:spPr>
          <a:xfrm>
            <a:off x="4707061" y="2089570"/>
            <a:ext cx="1106490" cy="456341"/>
          </a:xfrm>
          <a:prstGeom prst="roundRect">
            <a:avLst>
              <a:gd name="adj" fmla="val 8000"/>
            </a:avLst>
          </a:prstGeom>
          <a:solidFill>
            <a:srgbClr val="FAF1DE"/>
          </a:solidFill>
          <a:ln w="7290">
            <a:solidFill>
              <a:srgbClr val="D8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1189" name="Build | Density cube icon">
            <a:extLst>
              <a:ext uri="{FF2B5EF4-FFF2-40B4-BE49-F238E27FC236}">
                <a16:creationId xmlns:a16="http://schemas.microsoft.com/office/drawing/2014/main" id="{81548334-5865-A722-266D-19FC11F14410}"/>
              </a:ext>
            </a:extLst>
          </p:cNvPr>
          <p:cNvGrpSpPr/>
          <p:nvPr/>
        </p:nvGrpSpPr>
        <p:grpSpPr>
          <a:xfrm>
            <a:off x="4739193" y="2171534"/>
            <a:ext cx="213580" cy="227238"/>
            <a:chOff x="2187720" y="5635440"/>
            <a:chExt cx="154440" cy="131400"/>
          </a:xfrm>
        </p:grpSpPr>
        <p:sp>
          <p:nvSpPr>
            <p:cNvPr id="1190" name="asset_3169_0">
              <a:extLst>
                <a:ext uri="{FF2B5EF4-FFF2-40B4-BE49-F238E27FC236}">
                  <a16:creationId xmlns:a16="http://schemas.microsoft.com/office/drawing/2014/main" id="{23F42684-B20F-256F-F9C6-A3FAB6FD26A8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35440"/>
              <a:ext cx="154440" cy="22338"/>
            </a:xfrm>
            <a:custGeom>
              <a:avLst/>
              <a:gdLst/>
              <a:ahLst/>
              <a:cxnLst/>
              <a:rect l="0" t="0" r="0" b="0"/>
              <a:pathLst>
                <a:path w="154440" h="22338">
                  <a:moveTo>
                    <a:pt x="0" y="22338"/>
                  </a:moveTo>
                  <a:lnTo>
                    <a:pt x="29344" y="0"/>
                  </a:lnTo>
                  <a:lnTo>
                    <a:pt x="154440" y="0"/>
                  </a:lnTo>
                  <a:lnTo>
                    <a:pt x="125096" y="22338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1191" name="asset_3169_1">
              <a:extLst>
                <a:ext uri="{FF2B5EF4-FFF2-40B4-BE49-F238E27FC236}">
                  <a16:creationId xmlns:a16="http://schemas.microsoft.com/office/drawing/2014/main" id="{A2C24197-9775-53A7-AEE4-DFBE523EEB1D}"/>
                </a:ext>
              </a:extLst>
            </p:cNvPr>
            <p:cNvSpPr>
              <a:spLocks noGrp="1"/>
            </p:cNvSpPr>
            <p:nvPr/>
          </p:nvSpPr>
          <p:spPr>
            <a:xfrm>
              <a:off x="2312816" y="5635440"/>
              <a:ext cx="29344" cy="131400"/>
            </a:xfrm>
            <a:custGeom>
              <a:avLst/>
              <a:gdLst/>
              <a:ahLst/>
              <a:cxnLst/>
              <a:rect l="0" t="0" r="0" b="0"/>
              <a:pathLst>
                <a:path w="29344" h="131400">
                  <a:moveTo>
                    <a:pt x="0" y="22338"/>
                  </a:moveTo>
                  <a:lnTo>
                    <a:pt x="29344" y="0"/>
                  </a:lnTo>
                  <a:lnTo>
                    <a:pt x="29344" y="109062"/>
                  </a:lnTo>
                  <a:lnTo>
                    <a:pt x="0" y="1314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1192" name="asset_3169_2">
              <a:extLst>
                <a:ext uri="{FF2B5EF4-FFF2-40B4-BE49-F238E27FC236}">
                  <a16:creationId xmlns:a16="http://schemas.microsoft.com/office/drawing/2014/main" id="{6EE4591E-BDBA-7883-14DB-FCB397E444D0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1193" name="asset_3169_3">
              <a:extLst>
                <a:ext uri="{FF2B5EF4-FFF2-40B4-BE49-F238E27FC236}">
                  <a16:creationId xmlns:a16="http://schemas.microsoft.com/office/drawing/2014/main" id="{2096BDF5-8E9C-8099-BA9D-EF88008ABBF7}"/>
                </a:ext>
              </a:extLst>
            </p:cNvPr>
            <p:cNvSpPr>
              <a:spLocks noGrp="1"/>
            </p:cNvSpPr>
            <p:nvPr/>
          </p:nvSpPr>
          <p:spPr>
            <a:xfrm>
              <a:off x="2218994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4" name="asset_3169_4">
              <a:extLst>
                <a:ext uri="{FF2B5EF4-FFF2-40B4-BE49-F238E27FC236}">
                  <a16:creationId xmlns:a16="http://schemas.microsoft.com/office/drawing/2014/main" id="{336F3222-EF7E-FB64-8144-F4C59B4CD38C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8504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5" name="asset_3169_5">
              <a:extLst>
                <a:ext uri="{FF2B5EF4-FFF2-40B4-BE49-F238E27FC236}">
                  <a16:creationId xmlns:a16="http://schemas.microsoft.com/office/drawing/2014/main" id="{BA354085-65C0-B245-AF12-44823030E196}"/>
                </a:ext>
              </a:extLst>
            </p:cNvPr>
            <p:cNvSpPr>
              <a:spLocks noGrp="1"/>
            </p:cNvSpPr>
            <p:nvPr/>
          </p:nvSpPr>
          <p:spPr>
            <a:xfrm>
              <a:off x="2250268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6" name="asset_3169_6">
              <a:extLst>
                <a:ext uri="{FF2B5EF4-FFF2-40B4-BE49-F238E27FC236}">
                  <a16:creationId xmlns:a16="http://schemas.microsoft.com/office/drawing/2014/main" id="{BB6C55CA-8D1F-184B-EDBA-04158D6AA2EB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12309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7" name="asset_3169_7">
              <a:extLst>
                <a:ext uri="{FF2B5EF4-FFF2-40B4-BE49-F238E27FC236}">
                  <a16:creationId xmlns:a16="http://schemas.microsoft.com/office/drawing/2014/main" id="{E0644F8E-B322-4049-3E7F-CFC685E74AF3}"/>
                </a:ext>
              </a:extLst>
            </p:cNvPr>
            <p:cNvSpPr>
              <a:spLocks noGrp="1"/>
            </p:cNvSpPr>
            <p:nvPr/>
          </p:nvSpPr>
          <p:spPr>
            <a:xfrm>
              <a:off x="2281542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8" name="asset_3169_8">
              <a:extLst>
                <a:ext uri="{FF2B5EF4-FFF2-40B4-BE49-F238E27FC236}">
                  <a16:creationId xmlns:a16="http://schemas.microsoft.com/office/drawing/2014/main" id="{CD0572EA-2A17-79AB-1E24-3B5B50B6DE66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3957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9" name="asset_3169_9">
              <a:extLst>
                <a:ext uri="{FF2B5EF4-FFF2-40B4-BE49-F238E27FC236}">
                  <a16:creationId xmlns:a16="http://schemas.microsoft.com/office/drawing/2014/main" id="{22621FA2-97DB-805C-8D35-24EA19B6916A}"/>
                </a:ext>
              </a:extLst>
            </p:cNvPr>
            <p:cNvSpPr>
              <a:spLocks noGrp="1"/>
            </p:cNvSpPr>
            <p:nvPr/>
          </p:nvSpPr>
          <p:spPr>
            <a:xfrm>
              <a:off x="2198791" y="5672574"/>
              <a:ext cx="58245" cy="5025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0" name="asset_3169_10">
              <a:extLst>
                <a:ext uri="{FF2B5EF4-FFF2-40B4-BE49-F238E27FC236}">
                  <a16:creationId xmlns:a16="http://schemas.microsoft.com/office/drawing/2014/main" id="{2D722378-7EED-A839-2AA2-54CAAE0483D4}"/>
                </a:ext>
              </a:extLst>
            </p:cNvPr>
            <p:cNvSpPr>
              <a:spLocks noGrp="1"/>
            </p:cNvSpPr>
            <p:nvPr/>
          </p:nvSpPr>
          <p:spPr>
            <a:xfrm>
              <a:off x="2225487" y="5687232"/>
              <a:ext cx="63099" cy="544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1" name="asset_3169_11">
              <a:extLst>
                <a:ext uri="{FF2B5EF4-FFF2-40B4-BE49-F238E27FC236}">
                  <a16:creationId xmlns:a16="http://schemas.microsoft.com/office/drawing/2014/main" id="{E934D758-7704-1E46-B66B-CCD548AB4E76}"/>
                </a:ext>
              </a:extLst>
            </p:cNvPr>
            <p:cNvSpPr>
              <a:spLocks noGrp="1"/>
            </p:cNvSpPr>
            <p:nvPr/>
          </p:nvSpPr>
          <p:spPr>
            <a:xfrm>
              <a:off x="2248542" y="5660010"/>
              <a:ext cx="55818" cy="481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2" name="asset_3169_12">
              <a:extLst>
                <a:ext uri="{FF2B5EF4-FFF2-40B4-BE49-F238E27FC236}">
                  <a16:creationId xmlns:a16="http://schemas.microsoft.com/office/drawing/2014/main" id="{8F873739-D05A-8C78-E8DF-46F8AFA15F4E}"/>
                </a:ext>
              </a:extLst>
            </p:cNvPr>
            <p:cNvSpPr>
              <a:spLocks noGrp="1"/>
            </p:cNvSpPr>
            <p:nvPr/>
          </p:nvSpPr>
          <p:spPr>
            <a:xfrm>
              <a:off x="2223060" y="5652681"/>
              <a:ext cx="53391" cy="4606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3" name="asset_3169_13">
              <a:extLst>
                <a:ext uri="{FF2B5EF4-FFF2-40B4-BE49-F238E27FC236}">
                  <a16:creationId xmlns:a16="http://schemas.microsoft.com/office/drawing/2014/main" id="{4ED612B3-3D00-63E5-CF89-38AB2D08CE22}"/>
                </a:ext>
              </a:extLst>
            </p:cNvPr>
            <p:cNvSpPr>
              <a:spLocks noGrp="1"/>
            </p:cNvSpPr>
            <p:nvPr/>
          </p:nvSpPr>
          <p:spPr>
            <a:xfrm>
              <a:off x="2207281" y="5693871"/>
              <a:ext cx="30911" cy="26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4" name="asset_3169_14">
              <a:extLst>
                <a:ext uri="{FF2B5EF4-FFF2-40B4-BE49-F238E27FC236}">
                  <a16:creationId xmlns:a16="http://schemas.microsoft.com/office/drawing/2014/main" id="{59CD59E3-C611-B9D4-DAC4-F58235CF1D9C}"/>
                </a:ext>
              </a:extLst>
            </p:cNvPr>
            <p:cNvSpPr>
              <a:spLocks noGrp="1"/>
            </p:cNvSpPr>
            <p:nvPr/>
          </p:nvSpPr>
          <p:spPr>
            <a:xfrm>
              <a:off x="2253557" y="5697302"/>
              <a:ext cx="21556" cy="1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5" name="asset_3169_15">
              <a:extLst>
                <a:ext uri="{FF2B5EF4-FFF2-40B4-BE49-F238E27FC236}">
                  <a16:creationId xmlns:a16="http://schemas.microsoft.com/office/drawing/2014/main" id="{7AC8D6B4-7E42-AAA3-F66E-A0C4A07EADE3}"/>
                </a:ext>
              </a:extLst>
            </p:cNvPr>
            <p:cNvSpPr>
              <a:spLocks noGrp="1"/>
            </p:cNvSpPr>
            <p:nvPr/>
          </p:nvSpPr>
          <p:spPr>
            <a:xfrm>
              <a:off x="2278359" y="5672317"/>
              <a:ext cx="20931" cy="180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6" name="asset_3169_16">
              <a:extLst>
                <a:ext uri="{FF2B5EF4-FFF2-40B4-BE49-F238E27FC236}">
                  <a16:creationId xmlns:a16="http://schemas.microsoft.com/office/drawing/2014/main" id="{B608A91B-CE10-A753-EC6F-84010E8900D1}"/>
                </a:ext>
              </a:extLst>
            </p:cNvPr>
            <p:cNvSpPr>
              <a:spLocks noGrp="1"/>
            </p:cNvSpPr>
            <p:nvPr/>
          </p:nvSpPr>
          <p:spPr>
            <a:xfrm>
              <a:off x="2235959" y="5649092"/>
              <a:ext cx="26179" cy="2258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7" name="asset_3169_17">
              <a:extLst>
                <a:ext uri="{FF2B5EF4-FFF2-40B4-BE49-F238E27FC236}">
                  <a16:creationId xmlns:a16="http://schemas.microsoft.com/office/drawing/2014/main" id="{E8D479C7-7E3A-B095-3145-2169C78A2DEA}"/>
                </a:ext>
              </a:extLst>
            </p:cNvPr>
            <p:cNvSpPr>
              <a:spLocks noGrp="1"/>
            </p:cNvSpPr>
            <p:nvPr/>
          </p:nvSpPr>
          <p:spPr>
            <a:xfrm>
              <a:off x="2230057" y="5690206"/>
              <a:ext cx="17158" cy="148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8" name="asset_3169_18">
              <a:extLst>
                <a:ext uri="{FF2B5EF4-FFF2-40B4-BE49-F238E27FC236}">
                  <a16:creationId xmlns:a16="http://schemas.microsoft.com/office/drawing/2014/main" id="{4E29D340-ABFC-A49E-B58C-3C0D0B2BAC6D}"/>
                </a:ext>
              </a:extLst>
            </p:cNvPr>
            <p:cNvSpPr>
              <a:spLocks noGrp="1"/>
            </p:cNvSpPr>
            <p:nvPr/>
          </p:nvSpPr>
          <p:spPr>
            <a:xfrm>
              <a:off x="2228799" y="5700798"/>
              <a:ext cx="17470" cy="150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9" name="asset_3169_19">
              <a:extLst>
                <a:ext uri="{FF2B5EF4-FFF2-40B4-BE49-F238E27FC236}">
                  <a16:creationId xmlns:a16="http://schemas.microsoft.com/office/drawing/2014/main" id="{6663E22B-3809-2E28-02D8-3564F11882B1}"/>
                </a:ext>
              </a:extLst>
            </p:cNvPr>
            <p:cNvSpPr>
              <a:spLocks noGrp="1"/>
            </p:cNvSpPr>
            <p:nvPr/>
          </p:nvSpPr>
          <p:spPr>
            <a:xfrm>
              <a:off x="2264745" y="5672793"/>
              <a:ext cx="22335" cy="19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0" name="asset_3169_20">
              <a:extLst>
                <a:ext uri="{FF2B5EF4-FFF2-40B4-BE49-F238E27FC236}">
                  <a16:creationId xmlns:a16="http://schemas.microsoft.com/office/drawing/2014/main" id="{D5581FFB-46C7-0325-FC58-F01A2A9D2AB7}"/>
                </a:ext>
              </a:extLst>
            </p:cNvPr>
            <p:cNvSpPr>
              <a:spLocks noGrp="1"/>
            </p:cNvSpPr>
            <p:nvPr/>
          </p:nvSpPr>
          <p:spPr>
            <a:xfrm>
              <a:off x="2247802" y="5671816"/>
              <a:ext cx="29288" cy="252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1" name="asset_3169_21">
              <a:extLst>
                <a:ext uri="{FF2B5EF4-FFF2-40B4-BE49-F238E27FC236}">
                  <a16:creationId xmlns:a16="http://schemas.microsoft.com/office/drawing/2014/main" id="{B50F139F-1631-6087-0344-678CA77BD87E}"/>
                </a:ext>
              </a:extLst>
            </p:cNvPr>
            <p:cNvSpPr>
              <a:spLocks noGrp="1"/>
            </p:cNvSpPr>
            <p:nvPr/>
          </p:nvSpPr>
          <p:spPr>
            <a:xfrm>
              <a:off x="2221472" y="5673188"/>
              <a:ext cx="24803" cy="21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2" name="asset_3169_22">
              <a:extLst>
                <a:ext uri="{FF2B5EF4-FFF2-40B4-BE49-F238E27FC236}">
                  <a16:creationId xmlns:a16="http://schemas.microsoft.com/office/drawing/2014/main" id="{470F64B6-9A93-6A81-0284-CB1996E601D2}"/>
                </a:ext>
              </a:extLst>
            </p:cNvPr>
            <p:cNvSpPr>
              <a:spLocks noGrp="1"/>
            </p:cNvSpPr>
            <p:nvPr/>
          </p:nvSpPr>
          <p:spPr>
            <a:xfrm>
              <a:off x="2231057" y="5701581"/>
              <a:ext cx="27548" cy="23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3" name="asset_3169_23">
              <a:extLst>
                <a:ext uri="{FF2B5EF4-FFF2-40B4-BE49-F238E27FC236}">
                  <a16:creationId xmlns:a16="http://schemas.microsoft.com/office/drawing/2014/main" id="{030DDC33-E6C4-2043-3AB8-763BF24BC386}"/>
                </a:ext>
              </a:extLst>
            </p:cNvPr>
            <p:cNvSpPr>
              <a:spLocks noGrp="1"/>
            </p:cNvSpPr>
            <p:nvPr/>
          </p:nvSpPr>
          <p:spPr>
            <a:xfrm>
              <a:off x="2264932" y="5667506"/>
              <a:ext cx="28421" cy="245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4" name="asset_3169_24">
              <a:extLst>
                <a:ext uri="{FF2B5EF4-FFF2-40B4-BE49-F238E27FC236}">
                  <a16:creationId xmlns:a16="http://schemas.microsoft.com/office/drawing/2014/main" id="{31EE7F21-FA99-D032-456C-ED1DB47BE4C1}"/>
                </a:ext>
              </a:extLst>
            </p:cNvPr>
            <p:cNvSpPr>
              <a:spLocks noGrp="1"/>
            </p:cNvSpPr>
            <p:nvPr/>
          </p:nvSpPr>
          <p:spPr>
            <a:xfrm>
              <a:off x="2231286" y="5661727"/>
              <a:ext cx="25293" cy="218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5" name="asset_3169_25">
              <a:extLst>
                <a:ext uri="{FF2B5EF4-FFF2-40B4-BE49-F238E27FC236}">
                  <a16:creationId xmlns:a16="http://schemas.microsoft.com/office/drawing/2014/main" id="{885F34CA-2D60-46C4-984A-0C11C8902B7C}"/>
                </a:ext>
              </a:extLst>
            </p:cNvPr>
            <p:cNvSpPr>
              <a:spLocks noGrp="1"/>
            </p:cNvSpPr>
            <p:nvPr/>
          </p:nvSpPr>
          <p:spPr>
            <a:xfrm>
              <a:off x="2203520" y="5678934"/>
              <a:ext cx="26056" cy="22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6" name="asset_3169_26">
              <a:extLst>
                <a:ext uri="{FF2B5EF4-FFF2-40B4-BE49-F238E27FC236}">
                  <a16:creationId xmlns:a16="http://schemas.microsoft.com/office/drawing/2014/main" id="{9FA55486-A9D7-3375-E0A7-9DD3919EE604}"/>
                </a:ext>
              </a:extLst>
            </p:cNvPr>
            <p:cNvSpPr>
              <a:spLocks noGrp="1"/>
            </p:cNvSpPr>
            <p:nvPr/>
          </p:nvSpPr>
          <p:spPr>
            <a:xfrm>
              <a:off x="2258761" y="5717055"/>
              <a:ext cx="20939" cy="18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7" name="asset_3169_27">
              <a:extLst>
                <a:ext uri="{FF2B5EF4-FFF2-40B4-BE49-F238E27FC236}">
                  <a16:creationId xmlns:a16="http://schemas.microsoft.com/office/drawing/2014/main" id="{874AECF0-BBAD-BF3D-99D0-46219F14D09E}"/>
                </a:ext>
              </a:extLst>
            </p:cNvPr>
            <p:cNvSpPr>
              <a:spLocks noGrp="1"/>
            </p:cNvSpPr>
            <p:nvPr/>
          </p:nvSpPr>
          <p:spPr>
            <a:xfrm>
              <a:off x="2262469" y="5681666"/>
              <a:ext cx="24125" cy="208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8" name="asset_3169_28">
              <a:extLst>
                <a:ext uri="{FF2B5EF4-FFF2-40B4-BE49-F238E27FC236}">
                  <a16:creationId xmlns:a16="http://schemas.microsoft.com/office/drawing/2014/main" id="{62C4918C-D2D3-9116-EE70-8442675DB23E}"/>
                </a:ext>
              </a:extLst>
            </p:cNvPr>
            <p:cNvSpPr>
              <a:spLocks noGrp="1"/>
            </p:cNvSpPr>
            <p:nvPr/>
          </p:nvSpPr>
          <p:spPr>
            <a:xfrm>
              <a:off x="2238082" y="5671347"/>
              <a:ext cx="27389" cy="23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9" name="asset_3169_29">
              <a:extLst>
                <a:ext uri="{FF2B5EF4-FFF2-40B4-BE49-F238E27FC236}">
                  <a16:creationId xmlns:a16="http://schemas.microsoft.com/office/drawing/2014/main" id="{4842BE17-D182-2A32-46AD-5132DDE82242}"/>
                </a:ext>
              </a:extLst>
            </p:cNvPr>
            <p:cNvSpPr>
              <a:spLocks noGrp="1"/>
            </p:cNvSpPr>
            <p:nvPr/>
          </p:nvSpPr>
          <p:spPr>
            <a:xfrm>
              <a:off x="2220795" y="5698579"/>
              <a:ext cx="25648" cy="221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0" name="asset_3169_30">
              <a:extLst>
                <a:ext uri="{FF2B5EF4-FFF2-40B4-BE49-F238E27FC236}">
                  <a16:creationId xmlns:a16="http://schemas.microsoft.com/office/drawing/2014/main" id="{07EA6ADD-2EDE-804B-BA0F-D5F58FECE729}"/>
                </a:ext>
              </a:extLst>
            </p:cNvPr>
            <p:cNvSpPr>
              <a:spLocks noGrp="1"/>
            </p:cNvSpPr>
            <p:nvPr/>
          </p:nvSpPr>
          <p:spPr>
            <a:xfrm>
              <a:off x="2243067" y="5723084"/>
              <a:ext cx="17688" cy="1526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1" name="asset_3169_31">
              <a:extLst>
                <a:ext uri="{FF2B5EF4-FFF2-40B4-BE49-F238E27FC236}">
                  <a16:creationId xmlns:a16="http://schemas.microsoft.com/office/drawing/2014/main" id="{18F9CA1F-FADA-DBCA-1959-2D3C7115FFA7}"/>
                </a:ext>
              </a:extLst>
            </p:cNvPr>
            <p:cNvSpPr>
              <a:spLocks noGrp="1"/>
            </p:cNvSpPr>
            <p:nvPr/>
          </p:nvSpPr>
          <p:spPr>
            <a:xfrm>
              <a:off x="2257337" y="5659622"/>
              <a:ext cx="26336" cy="227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2" name="asset_3169_32">
              <a:extLst>
                <a:ext uri="{FF2B5EF4-FFF2-40B4-BE49-F238E27FC236}">
                  <a16:creationId xmlns:a16="http://schemas.microsoft.com/office/drawing/2014/main" id="{A226D338-D459-9F2C-C6B0-71390CF89E84}"/>
                </a:ext>
              </a:extLst>
            </p:cNvPr>
            <p:cNvSpPr>
              <a:spLocks noGrp="1"/>
            </p:cNvSpPr>
            <p:nvPr/>
          </p:nvSpPr>
          <p:spPr>
            <a:xfrm>
              <a:off x="2256492" y="5666095"/>
              <a:ext cx="23460" cy="202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3" name="asset_3169_33">
              <a:extLst>
                <a:ext uri="{FF2B5EF4-FFF2-40B4-BE49-F238E27FC236}">
                  <a16:creationId xmlns:a16="http://schemas.microsoft.com/office/drawing/2014/main" id="{77F36162-3A58-3223-E77F-4FA3C950B13D}"/>
                </a:ext>
              </a:extLst>
            </p:cNvPr>
            <p:cNvSpPr>
              <a:spLocks noGrp="1"/>
            </p:cNvSpPr>
            <p:nvPr/>
          </p:nvSpPr>
          <p:spPr>
            <a:xfrm>
              <a:off x="2210503" y="5688799"/>
              <a:ext cx="30840" cy="266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4" name="asset_3169_34">
              <a:extLst>
                <a:ext uri="{FF2B5EF4-FFF2-40B4-BE49-F238E27FC236}">
                  <a16:creationId xmlns:a16="http://schemas.microsoft.com/office/drawing/2014/main" id="{36B97EF5-7655-3DB2-5ACB-2AAEAD56AA14}"/>
                </a:ext>
              </a:extLst>
            </p:cNvPr>
            <p:cNvSpPr>
              <a:spLocks noGrp="1"/>
            </p:cNvSpPr>
            <p:nvPr/>
          </p:nvSpPr>
          <p:spPr>
            <a:xfrm>
              <a:off x="2236186" y="5705144"/>
              <a:ext cx="22611" cy="195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5" name="asset_3169_35">
              <a:extLst>
                <a:ext uri="{FF2B5EF4-FFF2-40B4-BE49-F238E27FC236}">
                  <a16:creationId xmlns:a16="http://schemas.microsoft.com/office/drawing/2014/main" id="{85BC6167-F37D-F965-B718-D79B3B685C17}"/>
                </a:ext>
              </a:extLst>
            </p:cNvPr>
            <p:cNvSpPr>
              <a:spLocks noGrp="1"/>
            </p:cNvSpPr>
            <p:nvPr/>
          </p:nvSpPr>
          <p:spPr>
            <a:xfrm>
              <a:off x="2260671" y="5685042"/>
              <a:ext cx="19267" cy="166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6" name="asset_3169_36">
              <a:extLst>
                <a:ext uri="{FF2B5EF4-FFF2-40B4-BE49-F238E27FC236}">
                  <a16:creationId xmlns:a16="http://schemas.microsoft.com/office/drawing/2014/main" id="{7A514E66-AA64-A7F5-EEEA-3ED7AC55D7E5}"/>
                </a:ext>
              </a:extLst>
            </p:cNvPr>
            <p:cNvSpPr>
              <a:spLocks noGrp="1"/>
            </p:cNvSpPr>
            <p:nvPr/>
          </p:nvSpPr>
          <p:spPr>
            <a:xfrm>
              <a:off x="2255827" y="5658297"/>
              <a:ext cx="24486" cy="211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7" name="asset_3169_37">
              <a:extLst>
                <a:ext uri="{FF2B5EF4-FFF2-40B4-BE49-F238E27FC236}">
                  <a16:creationId xmlns:a16="http://schemas.microsoft.com/office/drawing/2014/main" id="{22401DB5-6462-46BE-447E-D633FAD10E54}"/>
                </a:ext>
              </a:extLst>
            </p:cNvPr>
            <p:cNvSpPr>
              <a:spLocks noGrp="1"/>
            </p:cNvSpPr>
            <p:nvPr/>
          </p:nvSpPr>
          <p:spPr>
            <a:xfrm>
              <a:off x="2212444" y="5679829"/>
              <a:ext cx="19456" cy="167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8" name="asset_3169_38">
              <a:extLst>
                <a:ext uri="{FF2B5EF4-FFF2-40B4-BE49-F238E27FC236}">
                  <a16:creationId xmlns:a16="http://schemas.microsoft.com/office/drawing/2014/main" id="{CF5A6DE3-7C2F-A52F-0CD0-6918DF57C543}"/>
                </a:ext>
              </a:extLst>
            </p:cNvPr>
            <p:cNvSpPr>
              <a:spLocks noGrp="1"/>
            </p:cNvSpPr>
            <p:nvPr/>
          </p:nvSpPr>
          <p:spPr>
            <a:xfrm>
              <a:off x="2240936" y="5686210"/>
              <a:ext cx="21405" cy="1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9" name="asset_3169_39">
              <a:extLst>
                <a:ext uri="{FF2B5EF4-FFF2-40B4-BE49-F238E27FC236}">
                  <a16:creationId xmlns:a16="http://schemas.microsoft.com/office/drawing/2014/main" id="{977C9039-BF31-78F6-6360-1511477F33DF}"/>
                </a:ext>
              </a:extLst>
            </p:cNvPr>
            <p:cNvSpPr>
              <a:spLocks noGrp="1"/>
            </p:cNvSpPr>
            <p:nvPr/>
          </p:nvSpPr>
          <p:spPr>
            <a:xfrm>
              <a:off x="2265093" y="5678881"/>
              <a:ext cx="26532" cy="22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0" name="asset_3169_40">
              <a:extLst>
                <a:ext uri="{FF2B5EF4-FFF2-40B4-BE49-F238E27FC236}">
                  <a16:creationId xmlns:a16="http://schemas.microsoft.com/office/drawing/2014/main" id="{600350AE-A1D4-DEF3-4C2F-9D0A0CE7EA08}"/>
                </a:ext>
              </a:extLst>
            </p:cNvPr>
            <p:cNvSpPr>
              <a:spLocks noGrp="1"/>
            </p:cNvSpPr>
            <p:nvPr/>
          </p:nvSpPr>
          <p:spPr>
            <a:xfrm>
              <a:off x="2229701" y="5665168"/>
              <a:ext cx="29465" cy="254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1" name="asset_3169_41">
              <a:extLst>
                <a:ext uri="{FF2B5EF4-FFF2-40B4-BE49-F238E27FC236}">
                  <a16:creationId xmlns:a16="http://schemas.microsoft.com/office/drawing/2014/main" id="{FAF5A38F-6443-C55F-3FCC-CD79C6DB832C}"/>
                </a:ext>
              </a:extLst>
            </p:cNvPr>
            <p:cNvSpPr>
              <a:spLocks noGrp="1"/>
            </p:cNvSpPr>
            <p:nvPr/>
          </p:nvSpPr>
          <p:spPr>
            <a:xfrm>
              <a:off x="2222658" y="5680582"/>
              <a:ext cx="27660" cy="23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2" name="asset_3169_42">
              <a:extLst>
                <a:ext uri="{FF2B5EF4-FFF2-40B4-BE49-F238E27FC236}">
                  <a16:creationId xmlns:a16="http://schemas.microsoft.com/office/drawing/2014/main" id="{ECECFAA8-D67A-48F2-14F9-F1C6945030D8}"/>
                </a:ext>
              </a:extLst>
            </p:cNvPr>
            <p:cNvSpPr>
              <a:spLocks noGrp="1"/>
            </p:cNvSpPr>
            <p:nvPr/>
          </p:nvSpPr>
          <p:spPr>
            <a:xfrm>
              <a:off x="2243804" y="5697201"/>
              <a:ext cx="17846" cy="153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3" name="asset_3169_43">
              <a:extLst>
                <a:ext uri="{FF2B5EF4-FFF2-40B4-BE49-F238E27FC236}">
                  <a16:creationId xmlns:a16="http://schemas.microsoft.com/office/drawing/2014/main" id="{3444537D-13A3-28DF-9E96-3B2F8E44F26C}"/>
                </a:ext>
              </a:extLst>
            </p:cNvPr>
            <p:cNvSpPr>
              <a:spLocks noGrp="1"/>
            </p:cNvSpPr>
            <p:nvPr/>
          </p:nvSpPr>
          <p:spPr>
            <a:xfrm>
              <a:off x="2262800" y="5690235"/>
              <a:ext cx="21180" cy="182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4" name="asset_3169_44">
              <a:extLst>
                <a:ext uri="{FF2B5EF4-FFF2-40B4-BE49-F238E27FC236}">
                  <a16:creationId xmlns:a16="http://schemas.microsoft.com/office/drawing/2014/main" id="{C71815DD-0A61-25CB-2CBC-2F9F79B43F4E}"/>
                </a:ext>
              </a:extLst>
            </p:cNvPr>
            <p:cNvSpPr>
              <a:spLocks noGrp="1"/>
            </p:cNvSpPr>
            <p:nvPr/>
          </p:nvSpPr>
          <p:spPr>
            <a:xfrm>
              <a:off x="2235058" y="5658630"/>
              <a:ext cx="25840" cy="222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5" name="asset_3169_45">
              <a:extLst>
                <a:ext uri="{FF2B5EF4-FFF2-40B4-BE49-F238E27FC236}">
                  <a16:creationId xmlns:a16="http://schemas.microsoft.com/office/drawing/2014/main" id="{24C43781-737C-207D-349C-040AADBB20C6}"/>
                </a:ext>
              </a:extLst>
            </p:cNvPr>
            <p:cNvSpPr>
              <a:spLocks noGrp="1"/>
            </p:cNvSpPr>
            <p:nvPr/>
          </p:nvSpPr>
          <p:spPr>
            <a:xfrm>
              <a:off x="2211228" y="5681493"/>
              <a:ext cx="31451" cy="271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6" name="asset_3169_46">
              <a:extLst>
                <a:ext uri="{FF2B5EF4-FFF2-40B4-BE49-F238E27FC236}">
                  <a16:creationId xmlns:a16="http://schemas.microsoft.com/office/drawing/2014/main" id="{248ECC53-03B9-160E-1EF7-776E82B5CADA}"/>
                </a:ext>
              </a:extLst>
            </p:cNvPr>
            <p:cNvSpPr>
              <a:spLocks noGrp="1"/>
            </p:cNvSpPr>
            <p:nvPr/>
          </p:nvSpPr>
          <p:spPr>
            <a:xfrm>
              <a:off x="2234524" y="5703451"/>
              <a:ext cx="21739" cy="18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7" name="asset_3169_47">
              <a:extLst>
                <a:ext uri="{FF2B5EF4-FFF2-40B4-BE49-F238E27FC236}">
                  <a16:creationId xmlns:a16="http://schemas.microsoft.com/office/drawing/2014/main" id="{A55A0B84-C321-39FC-80E8-B579B1D3BF0E}"/>
                </a:ext>
              </a:extLst>
            </p:cNvPr>
            <p:cNvSpPr>
              <a:spLocks noGrp="1"/>
            </p:cNvSpPr>
            <p:nvPr/>
          </p:nvSpPr>
          <p:spPr>
            <a:xfrm>
              <a:off x="2269639" y="5693556"/>
              <a:ext cx="19299" cy="16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8" name="asset_3169_48">
              <a:extLst>
                <a:ext uri="{FF2B5EF4-FFF2-40B4-BE49-F238E27FC236}">
                  <a16:creationId xmlns:a16="http://schemas.microsoft.com/office/drawing/2014/main" id="{302F03BB-32EC-DB3E-05FA-E99211083890}"/>
                </a:ext>
              </a:extLst>
            </p:cNvPr>
            <p:cNvSpPr>
              <a:spLocks noGrp="1"/>
            </p:cNvSpPr>
            <p:nvPr/>
          </p:nvSpPr>
          <p:spPr>
            <a:xfrm>
              <a:off x="2221813" y="5667367"/>
              <a:ext cx="17021" cy="146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9" name="asset_3169_49">
              <a:extLst>
                <a:ext uri="{FF2B5EF4-FFF2-40B4-BE49-F238E27FC236}">
                  <a16:creationId xmlns:a16="http://schemas.microsoft.com/office/drawing/2014/main" id="{022694EC-5B5A-C520-335E-385AE005F31B}"/>
                </a:ext>
              </a:extLst>
            </p:cNvPr>
            <p:cNvSpPr>
              <a:spLocks noGrp="1"/>
            </p:cNvSpPr>
            <p:nvPr/>
          </p:nvSpPr>
          <p:spPr>
            <a:xfrm>
              <a:off x="2208530" y="5668919"/>
              <a:ext cx="27524" cy="237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0" name="asset_3169_50">
              <a:extLst>
                <a:ext uri="{FF2B5EF4-FFF2-40B4-BE49-F238E27FC236}">
                  <a16:creationId xmlns:a16="http://schemas.microsoft.com/office/drawing/2014/main" id="{A818524B-8973-CE96-7E85-83AE9D937105}"/>
                </a:ext>
              </a:extLst>
            </p:cNvPr>
            <p:cNvSpPr>
              <a:spLocks noGrp="1"/>
            </p:cNvSpPr>
            <p:nvPr/>
          </p:nvSpPr>
          <p:spPr>
            <a:xfrm>
              <a:off x="2251433" y="5689815"/>
              <a:ext cx="17431" cy="15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1" name="asset_3169_51">
              <a:extLst>
                <a:ext uri="{FF2B5EF4-FFF2-40B4-BE49-F238E27FC236}">
                  <a16:creationId xmlns:a16="http://schemas.microsoft.com/office/drawing/2014/main" id="{5499F090-3B22-4A66-4E2F-84800657CB5E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custGeom>
              <a:avLst/>
              <a:gdLst/>
              <a:ahLst/>
              <a:cxnLst/>
              <a:rect l="0" t="0" r="0" b="0"/>
              <a:pathLst>
                <a:path w="125096" h="109062">
                  <a:moveTo>
                    <a:pt x="0" y="0"/>
                  </a:moveTo>
                  <a:lnTo>
                    <a:pt x="125096" y="0"/>
                  </a:lnTo>
                  <a:lnTo>
                    <a:pt x="125096" y="109062"/>
                  </a:lnTo>
                  <a:lnTo>
                    <a:pt x="0" y="109062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sp>
        <p:nvSpPr>
          <p:cNvPr id="1242" name="TextBox 12306">
            <a:extLst>
              <a:ext uri="{FF2B5EF4-FFF2-40B4-BE49-F238E27FC236}">
                <a16:creationId xmlns:a16="http://schemas.microsoft.com/office/drawing/2014/main" id="{54912CE6-F5A4-EBA8-EEB2-B3F9AC1D5DD8}"/>
              </a:ext>
            </a:extLst>
          </p:cNvPr>
          <p:cNvSpPr txBox="1"/>
          <p:nvPr/>
        </p:nvSpPr>
        <p:spPr>
          <a:xfrm>
            <a:off x="4984740" y="2150246"/>
            <a:ext cx="996707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23" b="1" dirty="0" err="1">
                <a:solidFill>
                  <a:srgbClr val="8C5818"/>
                </a:solidFill>
                <a:latin typeface="Arial"/>
              </a:rPr>
              <a:t>PocketXMol</a:t>
            </a:r>
            <a:r>
              <a:rPr lang="en-US" sz="623" b="1" dirty="0">
                <a:solidFill>
                  <a:srgbClr val="8C5818"/>
                </a:solidFill>
                <a:latin typeface="Arial"/>
              </a:rPr>
              <a:t>-</a:t>
            </a:r>
            <a:r>
              <a:rPr lang="en-US" altLang="zh-CN" sz="623" b="1" dirty="0">
                <a:solidFill>
                  <a:srgbClr val="8C5818"/>
                </a:solidFill>
                <a:latin typeface="Arial"/>
              </a:rPr>
              <a:t>tuned</a:t>
            </a:r>
            <a:endParaRPr sz="623" b="1" dirty="0">
              <a:solidFill>
                <a:srgbClr val="8C5818"/>
              </a:solidFill>
              <a:latin typeface="Arial"/>
            </a:endParaRPr>
          </a:p>
        </p:txBody>
      </p:sp>
      <p:sp>
        <p:nvSpPr>
          <p:cNvPr id="1243" name="TextBox 12307">
            <a:extLst>
              <a:ext uri="{FF2B5EF4-FFF2-40B4-BE49-F238E27FC236}">
                <a16:creationId xmlns:a16="http://schemas.microsoft.com/office/drawing/2014/main" id="{0823D6C4-ABC9-6E34-55FA-35473340017C}"/>
              </a:ext>
            </a:extLst>
          </p:cNvPr>
          <p:cNvSpPr txBox="1"/>
          <p:nvPr/>
        </p:nvSpPr>
        <p:spPr>
          <a:xfrm>
            <a:off x="4985233" y="2305119"/>
            <a:ext cx="1205196" cy="1637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Density-conditioned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fine-tuning</a:t>
            </a:r>
          </a:p>
        </p:txBody>
      </p:sp>
      <p:sp>
        <p:nvSpPr>
          <p:cNvPr id="1244" name="Build | Docking tools card">
            <a:extLst>
              <a:ext uri="{FF2B5EF4-FFF2-40B4-BE49-F238E27FC236}">
                <a16:creationId xmlns:a16="http://schemas.microsoft.com/office/drawing/2014/main" id="{A7346569-29DA-B654-DB23-986844517CE0}"/>
              </a:ext>
            </a:extLst>
          </p:cNvPr>
          <p:cNvSpPr/>
          <p:nvPr/>
        </p:nvSpPr>
        <p:spPr>
          <a:xfrm>
            <a:off x="4707061" y="2608447"/>
            <a:ext cx="1106489" cy="516618"/>
          </a:xfrm>
          <a:prstGeom prst="roundRect">
            <a:avLst>
              <a:gd name="adj" fmla="val 8000"/>
            </a:avLst>
          </a:prstGeom>
          <a:solidFill>
            <a:srgbClr val="EFF2F8"/>
          </a:solidFill>
          <a:ln w="7290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245" name="TextBox 12309">
            <a:extLst>
              <a:ext uri="{FF2B5EF4-FFF2-40B4-BE49-F238E27FC236}">
                <a16:creationId xmlns:a16="http://schemas.microsoft.com/office/drawing/2014/main" id="{1FF847DD-BEF2-AE54-47FB-0CD8C24C6FE9}"/>
              </a:ext>
            </a:extLst>
          </p:cNvPr>
          <p:cNvSpPr txBox="1"/>
          <p:nvPr/>
        </p:nvSpPr>
        <p:spPr>
          <a:xfrm>
            <a:off x="4758703" y="2647450"/>
            <a:ext cx="1186556" cy="101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" b="1" dirty="0">
                <a:solidFill>
                  <a:srgbClr val="1E293B"/>
                </a:solidFill>
                <a:latin typeface="Arial"/>
              </a:rPr>
              <a:t>O</a:t>
            </a:r>
            <a:r>
              <a:rPr lang="en-US" altLang="zh-CN" sz="640" b="1" dirty="0">
                <a:solidFill>
                  <a:srgbClr val="1E293B"/>
                </a:solidFill>
                <a:latin typeface="Arial"/>
              </a:rPr>
              <a:t>ther d</a:t>
            </a:r>
            <a:r>
              <a:rPr sz="640" b="1" dirty="0">
                <a:solidFill>
                  <a:srgbClr val="1E293B"/>
                </a:solidFill>
                <a:latin typeface="Arial"/>
              </a:rPr>
              <a:t>ocking tools</a:t>
            </a:r>
          </a:p>
        </p:txBody>
      </p:sp>
      <p:sp>
        <p:nvSpPr>
          <p:cNvPr id="1246" name="TextBox 12310">
            <a:extLst>
              <a:ext uri="{FF2B5EF4-FFF2-40B4-BE49-F238E27FC236}">
                <a16:creationId xmlns:a16="http://schemas.microsoft.com/office/drawing/2014/main" id="{81DDCC5A-8013-1414-2B0C-40265B381D4C}"/>
              </a:ext>
            </a:extLst>
          </p:cNvPr>
          <p:cNvSpPr txBox="1"/>
          <p:nvPr/>
        </p:nvSpPr>
        <p:spPr>
          <a:xfrm>
            <a:off x="4755579" y="2752162"/>
            <a:ext cx="389530" cy="3729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>
                <a:solidFill>
                  <a:srgbClr val="5A6B7C"/>
                </a:solidFill>
                <a:latin typeface="Arial"/>
              </a:rPr>
              <a:t>Vina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 err="1">
                <a:solidFill>
                  <a:srgbClr val="5A6B7C"/>
                </a:solidFill>
                <a:latin typeface="Arial"/>
              </a:rPr>
              <a:t>DiffDock</a:t>
            </a:r>
            <a:r>
              <a:rPr sz="554" dirty="0">
                <a:solidFill>
                  <a:srgbClr val="5A6B7C"/>
                </a:solidFill>
                <a:latin typeface="Arial"/>
              </a:rPr>
              <a:t>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EMERALD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endParaRPr sz="554" dirty="0">
              <a:solidFill>
                <a:srgbClr val="5A6B7C"/>
              </a:solidFill>
              <a:latin typeface="Arial"/>
            </a:endParaRPr>
          </a:p>
        </p:txBody>
      </p:sp>
      <p:pic>
        <p:nvPicPr>
          <p:cNvPr id="1247" name="图片 4899" descr="已检查的图像">
            <a:extLst>
              <a:ext uri="{FF2B5EF4-FFF2-40B4-BE49-F238E27FC236}">
                <a16:creationId xmlns:a16="http://schemas.microsoft.com/office/drawing/2014/main" id="{6109BCFF-7F02-1225-1082-73C674752E9D}"/>
              </a:ext>
            </a:extLst>
          </p:cNvPr>
          <p:cNvPicPr>
            <a:picLocks/>
          </p:cNvPicPr>
          <p:nvPr/>
        </p:nvPicPr>
        <p:blipFill>
          <a:blip r:embed="rId6"/>
          <a:srcRect l="22277" t="11600" r="20320" b="13721"/>
          <a:stretch>
            <a:fillRect/>
          </a:stretch>
        </p:blipFill>
        <p:spPr>
          <a:xfrm rot="1047317">
            <a:off x="4857383" y="3459221"/>
            <a:ext cx="862283" cy="761214"/>
          </a:xfrm>
          <a:prstGeom prst="rect">
            <a:avLst/>
          </a:prstGeom>
        </p:spPr>
      </p:pic>
      <p:grpSp>
        <p:nvGrpSpPr>
          <p:cNvPr id="1248" name="Unified flow and feature elements"/>
          <p:cNvGrpSpPr/>
          <p:nvPr/>
        </p:nvGrpSpPr>
        <p:grpSpPr>
          <a:xfrm>
            <a:off x="823347" y="284723"/>
            <a:ext cx="4497322" cy="3967446"/>
            <a:chOff x="1936337" y="669608"/>
            <a:chExt cx="10576750" cy="9330594"/>
          </a:xfrm>
        </p:grpSpPr>
        <p:sp>
          <p:nvSpPr>
            <p:cNvPr id="1249" name="Preprocessing refined">
              <a:extLst>
                <a:ext uri="{FF2B5EF4-FFF2-40B4-BE49-F238E27FC236}">
                  <a16:creationId xmlns:a16="http://schemas.microsoft.com/office/drawing/2014/main" id="{4EF36BE7-C5D3-4850-91ED-59525EF6D71B}"/>
                </a:ext>
              </a:extLst>
            </p:cNvPr>
            <p:cNvSpPr>
              <a:spLocks noGrp="1"/>
            </p:cNvSpPr>
            <p:nvPr/>
          </p:nvSpPr>
          <p:spPr>
            <a:xfrm>
              <a:off x="2814488" y="669608"/>
              <a:ext cx="1028700" cy="3460433"/>
            </a:xfrm>
            <a:prstGeom prst="roundRect">
              <a:avLst>
                <a:gd name="adj" fmla="val 6481"/>
              </a:avLst>
            </a:prstGeom>
            <a:solidFill>
              <a:srgbClr val="E8EFF7"/>
            </a:solidFill>
            <a:ln w="7290">
              <a:solidFill>
                <a:srgbClr val="C4D1E1"/>
              </a:solidFill>
            </a:ln>
          </p:spPr>
        </p:sp>
        <p:sp>
          <p:nvSpPr>
            <p:cNvPr id="1250" name="Preprocessing divider refined">
              <a:extLst>
                <a:ext uri="{FF2B5EF4-FFF2-40B4-BE49-F238E27FC236}">
                  <a16:creationId xmlns:a16="http://schemas.microsoft.com/office/drawing/2014/main" id="{5A70DC59-A515-4654-A616-0FF92F9A3D3E}"/>
                </a:ext>
              </a:extLst>
            </p:cNvPr>
            <p:cNvSpPr>
              <a:spLocks noGrp="1"/>
            </p:cNvSpPr>
            <p:nvPr/>
          </p:nvSpPr>
          <p:spPr>
            <a:xfrm>
              <a:off x="2911036" y="2418363"/>
              <a:ext cx="800100" cy="190"/>
            </a:xfrm>
            <a:custGeom>
              <a:avLst/>
              <a:gdLst/>
              <a:ahLst/>
              <a:cxnLst/>
              <a:rect l="0" t="0" r="0" b="0"/>
              <a:pathLst>
                <a:path w="800100" h="191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6075">
              <a:solidFill>
                <a:srgbClr val="C4D1E1"/>
              </a:solidFill>
              <a:prstDash val="solid"/>
            </a:ln>
          </p:spPr>
        </p:sp>
        <p:sp>
          <p:nvSpPr>
            <p:cNvPr id="1251" name="Density bank refined">
              <a:extLst>
                <a:ext uri="{FF2B5EF4-FFF2-40B4-BE49-F238E27FC236}">
                  <a16:creationId xmlns:a16="http://schemas.microsoft.com/office/drawing/2014/main" id="{3602A3D0-493C-4929-B975-3F3E8D12DF80}"/>
                </a:ext>
              </a:extLst>
            </p:cNvPr>
            <p:cNvSpPr>
              <a:spLocks noGrp="1"/>
            </p:cNvSpPr>
            <p:nvPr/>
          </p:nvSpPr>
          <p:spPr>
            <a:xfrm>
              <a:off x="2823460" y="760105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ank</a:t>
              </a:r>
            </a:p>
          </p:txBody>
        </p:sp>
        <p:sp>
          <p:nvSpPr>
            <p:cNvPr id="1252" name="Embedding head refined">
              <a:extLst>
                <a:ext uri="{FF2B5EF4-FFF2-40B4-BE49-F238E27FC236}">
                  <a16:creationId xmlns:a16="http://schemas.microsoft.com/office/drawing/2014/main" id="{969FC965-BD9C-4C1B-BF09-76633A461723}"/>
                </a:ext>
              </a:extLst>
            </p:cNvPr>
            <p:cNvSpPr>
              <a:spLocks noGrp="1"/>
            </p:cNvSpPr>
            <p:nvPr/>
          </p:nvSpPr>
          <p:spPr>
            <a:xfrm>
              <a:off x="2834250" y="2542570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Embedding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head</a:t>
              </a:r>
            </a:p>
          </p:txBody>
        </p:sp>
        <p:sp>
          <p:nvSpPr>
            <p:cNvPr id="1253" name="Find matrix 0-0">
              <a:extLst>
                <a:ext uri="{FF2B5EF4-FFF2-40B4-BE49-F238E27FC236}">
                  <a16:creationId xmlns:a16="http://schemas.microsoft.com/office/drawing/2014/main" id="{62FCC329-CCF5-4465-9D2E-3857FC423140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0040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54" name="Find matrix 0-1">
              <a:extLst>
                <a:ext uri="{FF2B5EF4-FFF2-40B4-BE49-F238E27FC236}">
                  <a16:creationId xmlns:a16="http://schemas.microsoft.com/office/drawing/2014/main" id="{D70F9D26-FA06-43AB-BD8E-9AFBB5B8BD44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0040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55" name="Find matrix 0-2">
              <a:extLst>
                <a:ext uri="{FF2B5EF4-FFF2-40B4-BE49-F238E27FC236}">
                  <a16:creationId xmlns:a16="http://schemas.microsoft.com/office/drawing/2014/main" id="{5AA182E0-D4B3-4465-945E-290698A94EC5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0040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56" name="Find matrix 0-3">
              <a:extLst>
                <a:ext uri="{FF2B5EF4-FFF2-40B4-BE49-F238E27FC236}">
                  <a16:creationId xmlns:a16="http://schemas.microsoft.com/office/drawing/2014/main" id="{14A27BEB-4492-42CA-956D-20E6E43193D5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0040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57" name="Find matrix 0-4">
              <a:extLst>
                <a:ext uri="{FF2B5EF4-FFF2-40B4-BE49-F238E27FC236}">
                  <a16:creationId xmlns:a16="http://schemas.microsoft.com/office/drawing/2014/main" id="{9DF6DA11-B9E6-4A2F-BDE3-F4228072F156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0040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58" name="Find matrix 0-5">
              <a:extLst>
                <a:ext uri="{FF2B5EF4-FFF2-40B4-BE49-F238E27FC236}">
                  <a16:creationId xmlns:a16="http://schemas.microsoft.com/office/drawing/2014/main" id="{9E970DB5-885D-420D-925B-4909EC27B93F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0040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59" name="Find matrix 0-6">
              <a:extLst>
                <a:ext uri="{FF2B5EF4-FFF2-40B4-BE49-F238E27FC236}">
                  <a16:creationId xmlns:a16="http://schemas.microsoft.com/office/drawing/2014/main" id="{7F5D1F8F-D74E-4432-90A2-1C00E2A4FD13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0040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0" name="Find matrix 0-7">
              <a:extLst>
                <a:ext uri="{FF2B5EF4-FFF2-40B4-BE49-F238E27FC236}">
                  <a16:creationId xmlns:a16="http://schemas.microsoft.com/office/drawing/2014/main" id="{34BE8E40-B9AA-48E9-9E0D-FF35C45BE2A9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0040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1" name="Find matrix 1-0">
              <a:extLst>
                <a:ext uri="{FF2B5EF4-FFF2-40B4-BE49-F238E27FC236}">
                  <a16:creationId xmlns:a16="http://schemas.microsoft.com/office/drawing/2014/main" id="{5B11BC19-5E44-410F-B9BB-6F9FDB6601D8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7469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62" name="Find matrix 1-1">
              <a:extLst>
                <a:ext uri="{FF2B5EF4-FFF2-40B4-BE49-F238E27FC236}">
                  <a16:creationId xmlns:a16="http://schemas.microsoft.com/office/drawing/2014/main" id="{349B5915-B4B5-4AC4-B7AC-1B798A490744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7469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3" name="Find matrix 1-2">
              <a:extLst>
                <a:ext uri="{FF2B5EF4-FFF2-40B4-BE49-F238E27FC236}">
                  <a16:creationId xmlns:a16="http://schemas.microsoft.com/office/drawing/2014/main" id="{C9D4D7E4-678B-4219-B75C-D26BF0B548E5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7469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64" name="Find matrix 1-3">
              <a:extLst>
                <a:ext uri="{FF2B5EF4-FFF2-40B4-BE49-F238E27FC236}">
                  <a16:creationId xmlns:a16="http://schemas.microsoft.com/office/drawing/2014/main" id="{92E5B769-2786-4A09-A75B-FF9A234636A5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7469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5" name="Find matrix 1-4">
              <a:extLst>
                <a:ext uri="{FF2B5EF4-FFF2-40B4-BE49-F238E27FC236}">
                  <a16:creationId xmlns:a16="http://schemas.microsoft.com/office/drawing/2014/main" id="{5965EE49-4332-44D9-93E3-A3E953A76591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7469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66" name="Find matrix 1-5">
              <a:extLst>
                <a:ext uri="{FF2B5EF4-FFF2-40B4-BE49-F238E27FC236}">
                  <a16:creationId xmlns:a16="http://schemas.microsoft.com/office/drawing/2014/main" id="{39B9295B-7FBD-4E81-881C-03DB03744DA1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7469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67" name="Find matrix 1-6">
              <a:extLst>
                <a:ext uri="{FF2B5EF4-FFF2-40B4-BE49-F238E27FC236}">
                  <a16:creationId xmlns:a16="http://schemas.microsoft.com/office/drawing/2014/main" id="{400FCF19-94E5-4266-B534-A1BEFAA69E4A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7469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68" name="Find matrix 1-7">
              <a:extLst>
                <a:ext uri="{FF2B5EF4-FFF2-40B4-BE49-F238E27FC236}">
                  <a16:creationId xmlns:a16="http://schemas.microsoft.com/office/drawing/2014/main" id="{C824DE55-B096-47AD-AA4D-4BF709A88CBA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7469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69" name="Find matrix 2-0">
              <a:extLst>
                <a:ext uri="{FF2B5EF4-FFF2-40B4-BE49-F238E27FC236}">
                  <a16:creationId xmlns:a16="http://schemas.microsoft.com/office/drawing/2014/main" id="{0903F776-28B4-4D11-BDAB-03322CD92C36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34899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70" name="Find matrix 2-1">
              <a:extLst>
                <a:ext uri="{FF2B5EF4-FFF2-40B4-BE49-F238E27FC236}">
                  <a16:creationId xmlns:a16="http://schemas.microsoft.com/office/drawing/2014/main" id="{582F41AD-2C63-4DDB-ABDC-10EBE566F12E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34899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71" name="Find matrix 2-2">
              <a:extLst>
                <a:ext uri="{FF2B5EF4-FFF2-40B4-BE49-F238E27FC236}">
                  <a16:creationId xmlns:a16="http://schemas.microsoft.com/office/drawing/2014/main" id="{16A20B0E-9969-41C7-8D68-B03B219EE853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34899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72" name="Find matrix 2-3">
              <a:extLst>
                <a:ext uri="{FF2B5EF4-FFF2-40B4-BE49-F238E27FC236}">
                  <a16:creationId xmlns:a16="http://schemas.microsoft.com/office/drawing/2014/main" id="{8856BA63-58CC-4BE8-9187-355140C11261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34899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73" name="Find matrix 2-4">
              <a:extLst>
                <a:ext uri="{FF2B5EF4-FFF2-40B4-BE49-F238E27FC236}">
                  <a16:creationId xmlns:a16="http://schemas.microsoft.com/office/drawing/2014/main" id="{9EC360ED-6A99-45D5-9E3D-883544709BA0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34899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74" name="Find matrix 2-5">
              <a:extLst>
                <a:ext uri="{FF2B5EF4-FFF2-40B4-BE49-F238E27FC236}">
                  <a16:creationId xmlns:a16="http://schemas.microsoft.com/office/drawing/2014/main" id="{3ABCF88B-6F87-49B5-B187-ECD910923576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34899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5" name="Find matrix 2-6">
              <a:extLst>
                <a:ext uri="{FF2B5EF4-FFF2-40B4-BE49-F238E27FC236}">
                  <a16:creationId xmlns:a16="http://schemas.microsoft.com/office/drawing/2014/main" id="{9580C2A9-45FE-48FD-BFAA-848575663A22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34899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6" name="Find matrix 2-7">
              <a:extLst>
                <a:ext uri="{FF2B5EF4-FFF2-40B4-BE49-F238E27FC236}">
                  <a16:creationId xmlns:a16="http://schemas.microsoft.com/office/drawing/2014/main" id="{A7097541-C558-4548-BC5B-3A4C62BBF4AE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34899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77" name="Find matrix 3-0">
              <a:extLst>
                <a:ext uri="{FF2B5EF4-FFF2-40B4-BE49-F238E27FC236}">
                  <a16:creationId xmlns:a16="http://schemas.microsoft.com/office/drawing/2014/main" id="{71D68110-2F5E-4911-8B2D-7D619EB757DC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42328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8" name="Find matrix 3-1">
              <a:extLst>
                <a:ext uri="{FF2B5EF4-FFF2-40B4-BE49-F238E27FC236}">
                  <a16:creationId xmlns:a16="http://schemas.microsoft.com/office/drawing/2014/main" id="{9C415475-263D-491F-821D-92C9EC8977ED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42328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9" name="Find matrix 3-2">
              <a:extLst>
                <a:ext uri="{FF2B5EF4-FFF2-40B4-BE49-F238E27FC236}">
                  <a16:creationId xmlns:a16="http://schemas.microsoft.com/office/drawing/2014/main" id="{E1E238C7-17CC-413C-9BFA-3A84CCE978A4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42328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80" name="Find matrix 3-3">
              <a:extLst>
                <a:ext uri="{FF2B5EF4-FFF2-40B4-BE49-F238E27FC236}">
                  <a16:creationId xmlns:a16="http://schemas.microsoft.com/office/drawing/2014/main" id="{7402C6FC-DB5A-4A40-8D06-E9DEE21048B5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42328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1" name="Find matrix 3-4">
              <a:extLst>
                <a:ext uri="{FF2B5EF4-FFF2-40B4-BE49-F238E27FC236}">
                  <a16:creationId xmlns:a16="http://schemas.microsoft.com/office/drawing/2014/main" id="{F31C0911-1C0D-440F-A91B-CC76E339A5BC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42328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82" name="Find matrix 3-5">
              <a:extLst>
                <a:ext uri="{FF2B5EF4-FFF2-40B4-BE49-F238E27FC236}">
                  <a16:creationId xmlns:a16="http://schemas.microsoft.com/office/drawing/2014/main" id="{BFD0848C-9520-4F28-AF79-4E6B8D0C713C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42328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3" name="Find matrix 3-6">
              <a:extLst>
                <a:ext uri="{FF2B5EF4-FFF2-40B4-BE49-F238E27FC236}">
                  <a16:creationId xmlns:a16="http://schemas.microsoft.com/office/drawing/2014/main" id="{F729437F-9854-427C-B8A2-88D96123C637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42328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84" name="Find matrix 3-7">
              <a:extLst>
                <a:ext uri="{FF2B5EF4-FFF2-40B4-BE49-F238E27FC236}">
                  <a16:creationId xmlns:a16="http://schemas.microsoft.com/office/drawing/2014/main" id="{3D802343-B505-4E00-84AD-884919EF0767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42328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5" name="Match matrix 0-0">
              <a:extLst>
                <a:ext uri="{FF2B5EF4-FFF2-40B4-BE49-F238E27FC236}">
                  <a16:creationId xmlns:a16="http://schemas.microsoft.com/office/drawing/2014/main" id="{6FAF6252-F4ED-4710-B328-C463373B55D8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181850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6" name="Match matrix 0-1">
              <a:extLst>
                <a:ext uri="{FF2B5EF4-FFF2-40B4-BE49-F238E27FC236}">
                  <a16:creationId xmlns:a16="http://schemas.microsoft.com/office/drawing/2014/main" id="{669CCB4D-8C4A-475D-83CD-98420BC6FF35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181850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7" name="Match matrix 0-2">
              <a:extLst>
                <a:ext uri="{FF2B5EF4-FFF2-40B4-BE49-F238E27FC236}">
                  <a16:creationId xmlns:a16="http://schemas.microsoft.com/office/drawing/2014/main" id="{7CE3A8E2-D620-46F2-8506-35E0426E1EA6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181850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8" name="Match matrix 0-3">
              <a:extLst>
                <a:ext uri="{FF2B5EF4-FFF2-40B4-BE49-F238E27FC236}">
                  <a16:creationId xmlns:a16="http://schemas.microsoft.com/office/drawing/2014/main" id="{479DD8D6-B498-4371-B5D0-E71EAA40B3BE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181850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89" name="Match matrix 0-4">
              <a:extLst>
                <a:ext uri="{FF2B5EF4-FFF2-40B4-BE49-F238E27FC236}">
                  <a16:creationId xmlns:a16="http://schemas.microsoft.com/office/drawing/2014/main" id="{B681AC12-8626-4955-A167-DC3C77CC7C91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181850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90" name="Match matrix 0-5">
              <a:extLst>
                <a:ext uri="{FF2B5EF4-FFF2-40B4-BE49-F238E27FC236}">
                  <a16:creationId xmlns:a16="http://schemas.microsoft.com/office/drawing/2014/main" id="{D48DD11A-03EE-4044-A923-07AB91E65B5D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181850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91" name="Match matrix 0-6">
              <a:extLst>
                <a:ext uri="{FF2B5EF4-FFF2-40B4-BE49-F238E27FC236}">
                  <a16:creationId xmlns:a16="http://schemas.microsoft.com/office/drawing/2014/main" id="{EE479000-6820-48C7-B0BD-09880097134D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181850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2" name="Match matrix 0-7">
              <a:extLst>
                <a:ext uri="{FF2B5EF4-FFF2-40B4-BE49-F238E27FC236}">
                  <a16:creationId xmlns:a16="http://schemas.microsoft.com/office/drawing/2014/main" id="{97CF9A1A-5F61-4EE9-A5DA-7362A0CE09C7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181850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3" name="Match matrix 1-0">
              <a:extLst>
                <a:ext uri="{FF2B5EF4-FFF2-40B4-BE49-F238E27FC236}">
                  <a16:creationId xmlns:a16="http://schemas.microsoft.com/office/drawing/2014/main" id="{F9CFE97F-0C10-47A5-A172-670DFB7EF3B2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256145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94" name="Match matrix 1-1">
              <a:extLst>
                <a:ext uri="{FF2B5EF4-FFF2-40B4-BE49-F238E27FC236}">
                  <a16:creationId xmlns:a16="http://schemas.microsoft.com/office/drawing/2014/main" id="{43E97634-E1C9-4530-979A-52B848403861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256145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5" name="Match matrix 1-2">
              <a:extLst>
                <a:ext uri="{FF2B5EF4-FFF2-40B4-BE49-F238E27FC236}">
                  <a16:creationId xmlns:a16="http://schemas.microsoft.com/office/drawing/2014/main" id="{33CE4B75-593B-4B96-8AEC-4AD48BB013EA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256145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96" name="Match matrix 1-3">
              <a:extLst>
                <a:ext uri="{FF2B5EF4-FFF2-40B4-BE49-F238E27FC236}">
                  <a16:creationId xmlns:a16="http://schemas.microsoft.com/office/drawing/2014/main" id="{89DC42E6-5EC6-48F4-B8C5-1FB61DAFA835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256145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7" name="Match matrix 1-4">
              <a:extLst>
                <a:ext uri="{FF2B5EF4-FFF2-40B4-BE49-F238E27FC236}">
                  <a16:creationId xmlns:a16="http://schemas.microsoft.com/office/drawing/2014/main" id="{45B0BC35-3F59-4552-85A1-BF19EF8B277D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256145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98" name="Match matrix 1-5">
              <a:extLst>
                <a:ext uri="{FF2B5EF4-FFF2-40B4-BE49-F238E27FC236}">
                  <a16:creationId xmlns:a16="http://schemas.microsoft.com/office/drawing/2014/main" id="{78B0CEB7-DE27-4E41-9A2F-A68C175B39ED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256145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99" name="Match matrix 1-6">
              <a:extLst>
                <a:ext uri="{FF2B5EF4-FFF2-40B4-BE49-F238E27FC236}">
                  <a16:creationId xmlns:a16="http://schemas.microsoft.com/office/drawing/2014/main" id="{858CE4B2-85E6-4A99-A859-A7DDDF0B68B2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256145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0" name="Match matrix 1-7">
              <a:extLst>
                <a:ext uri="{FF2B5EF4-FFF2-40B4-BE49-F238E27FC236}">
                  <a16:creationId xmlns:a16="http://schemas.microsoft.com/office/drawing/2014/main" id="{560418F1-A4DD-441E-A5D8-428FE310B2C2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256145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1" name="Match matrix 2-0">
              <a:extLst>
                <a:ext uri="{FF2B5EF4-FFF2-40B4-BE49-F238E27FC236}">
                  <a16:creationId xmlns:a16="http://schemas.microsoft.com/office/drawing/2014/main" id="{06A1DC34-79C4-4A23-B160-C9B35B6275CC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330440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2" name="Match matrix 2-1">
              <a:extLst>
                <a:ext uri="{FF2B5EF4-FFF2-40B4-BE49-F238E27FC236}">
                  <a16:creationId xmlns:a16="http://schemas.microsoft.com/office/drawing/2014/main" id="{EF0B22B1-C3CC-4A91-8BBE-4CC5AC9ECD9C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330440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3" name="Match matrix 2-2">
              <a:extLst>
                <a:ext uri="{FF2B5EF4-FFF2-40B4-BE49-F238E27FC236}">
                  <a16:creationId xmlns:a16="http://schemas.microsoft.com/office/drawing/2014/main" id="{0BE4DC0A-04CD-4256-9DC3-E681FDB5CBC7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330440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04" name="Match matrix 2-3">
              <a:extLst>
                <a:ext uri="{FF2B5EF4-FFF2-40B4-BE49-F238E27FC236}">
                  <a16:creationId xmlns:a16="http://schemas.microsoft.com/office/drawing/2014/main" id="{E3A829BE-6122-42DD-BF91-43BB618D467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330440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05" name="Match matrix 2-4">
              <a:extLst>
                <a:ext uri="{FF2B5EF4-FFF2-40B4-BE49-F238E27FC236}">
                  <a16:creationId xmlns:a16="http://schemas.microsoft.com/office/drawing/2014/main" id="{C6902DAD-356A-4C83-AC6B-755DA239E87C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330440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06" name="Match matrix 2-5">
              <a:extLst>
                <a:ext uri="{FF2B5EF4-FFF2-40B4-BE49-F238E27FC236}">
                  <a16:creationId xmlns:a16="http://schemas.microsoft.com/office/drawing/2014/main" id="{B5CD6935-F11E-404A-8F05-1D8043A03F00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330440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07" name="Match matrix 2-6">
              <a:extLst>
                <a:ext uri="{FF2B5EF4-FFF2-40B4-BE49-F238E27FC236}">
                  <a16:creationId xmlns:a16="http://schemas.microsoft.com/office/drawing/2014/main" id="{0A08C0C4-22C4-46F0-A9A7-6336879D9259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330440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08" name="Match matrix 2-7">
              <a:extLst>
                <a:ext uri="{FF2B5EF4-FFF2-40B4-BE49-F238E27FC236}">
                  <a16:creationId xmlns:a16="http://schemas.microsoft.com/office/drawing/2014/main" id="{8EC8118F-C355-407E-9971-9FFF8C53B4E5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330440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09" name="Match matrix 3-0">
              <a:extLst>
                <a:ext uri="{FF2B5EF4-FFF2-40B4-BE49-F238E27FC236}">
                  <a16:creationId xmlns:a16="http://schemas.microsoft.com/office/drawing/2014/main" id="{B4EFB6F1-B3CC-4637-85C9-8B15DE7ED119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04735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10" name="Match matrix 3-1">
              <a:extLst>
                <a:ext uri="{FF2B5EF4-FFF2-40B4-BE49-F238E27FC236}">
                  <a16:creationId xmlns:a16="http://schemas.microsoft.com/office/drawing/2014/main" id="{809E675F-6332-4596-B09B-C91EC64A0338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04735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11" name="Match matrix 3-2">
              <a:extLst>
                <a:ext uri="{FF2B5EF4-FFF2-40B4-BE49-F238E27FC236}">
                  <a16:creationId xmlns:a16="http://schemas.microsoft.com/office/drawing/2014/main" id="{349A2476-1C6E-4070-A7E0-F84C1D3E903E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04735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12" name="Match matrix 3-3">
              <a:extLst>
                <a:ext uri="{FF2B5EF4-FFF2-40B4-BE49-F238E27FC236}">
                  <a16:creationId xmlns:a16="http://schemas.microsoft.com/office/drawing/2014/main" id="{95202091-A3C4-47F4-A214-46243DB4A478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04735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13" name="Match matrix 3-4">
              <a:extLst>
                <a:ext uri="{FF2B5EF4-FFF2-40B4-BE49-F238E27FC236}">
                  <a16:creationId xmlns:a16="http://schemas.microsoft.com/office/drawing/2014/main" id="{5902AA90-1419-48FD-B2EB-5811163787B5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04735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14" name="Match matrix 3-5">
              <a:extLst>
                <a:ext uri="{FF2B5EF4-FFF2-40B4-BE49-F238E27FC236}">
                  <a16:creationId xmlns:a16="http://schemas.microsoft.com/office/drawing/2014/main" id="{F4944DD5-804E-460F-B168-9D06820152D7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04735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15" name="Match matrix 3-6">
              <a:extLst>
                <a:ext uri="{FF2B5EF4-FFF2-40B4-BE49-F238E27FC236}">
                  <a16:creationId xmlns:a16="http://schemas.microsoft.com/office/drawing/2014/main" id="{41840305-449F-4EE9-BB7C-5B4BD4DF0299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04735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16" name="Match matrix 3-7">
              <a:extLst>
                <a:ext uri="{FF2B5EF4-FFF2-40B4-BE49-F238E27FC236}">
                  <a16:creationId xmlns:a16="http://schemas.microsoft.com/office/drawing/2014/main" id="{55D0A30B-A411-41E9-9A42-5045C59DA5BA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04735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17" name="Build Site centroid">
              <a:extLst>
                <a:ext uri="{FF2B5EF4-FFF2-40B4-BE49-F238E27FC236}">
                  <a16:creationId xmlns:a16="http://schemas.microsoft.com/office/drawing/2014/main" id="{A6B091D2-212C-4538-ACF6-4ECB5DC06574}"/>
                </a:ext>
              </a:extLst>
            </p:cNvPr>
            <p:cNvSpPr>
              <a:spLocks noGrp="1"/>
            </p:cNvSpPr>
            <p:nvPr/>
          </p:nvSpPr>
          <p:spPr>
            <a:xfrm>
              <a:off x="11700510" y="1452563"/>
              <a:ext cx="57150" cy="57150"/>
            </a:xfrm>
            <a:prstGeom prst="ellipse">
              <a:avLst/>
            </a:prstGeom>
            <a:solidFill>
              <a:srgbClr val="416DCB"/>
            </a:solidFill>
            <a:ln w="4860">
              <a:solidFill>
                <a:srgbClr val="FFFFFF"/>
              </a:solidFill>
            </a:ln>
          </p:spPr>
        </p:sp>
        <p:sp>
          <p:nvSpPr>
            <p:cNvPr id="1318" name="SMILES continuation 806-628.2">
              <a:extLst>
                <a:ext uri="{FF2B5EF4-FFF2-40B4-BE49-F238E27FC236}">
                  <a16:creationId xmlns:a16="http://schemas.microsoft.com/office/drawing/2014/main" id="{8EEE245D-8F6B-4F62-A967-14990D9BF733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19" name="SMILES continuation 812-628.2">
              <a:extLst>
                <a:ext uri="{FF2B5EF4-FFF2-40B4-BE49-F238E27FC236}">
                  <a16:creationId xmlns:a16="http://schemas.microsoft.com/office/drawing/2014/main" id="{1A8E6132-A8D9-48C9-8B0B-ADB0BA1AA8B0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0" name="SMILES continuation 818-628.2">
              <a:extLst>
                <a:ext uri="{FF2B5EF4-FFF2-40B4-BE49-F238E27FC236}">
                  <a16:creationId xmlns:a16="http://schemas.microsoft.com/office/drawing/2014/main" id="{2102C443-5BCF-4E6C-8ED1-1380D19A5B4F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1" name="SMILES continuation 806-667">
              <a:extLst>
                <a:ext uri="{FF2B5EF4-FFF2-40B4-BE49-F238E27FC236}">
                  <a16:creationId xmlns:a16="http://schemas.microsoft.com/office/drawing/2014/main" id="{C0BA6E0F-53CD-47FD-99DA-A1F4DE23B45B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2" name="SMILES continuation 812-667">
              <a:extLst>
                <a:ext uri="{FF2B5EF4-FFF2-40B4-BE49-F238E27FC236}">
                  <a16:creationId xmlns:a16="http://schemas.microsoft.com/office/drawing/2014/main" id="{28A89AB5-6458-48CB-A5E6-1A54AB04F613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3" name="SMILES continuation 818-667">
              <a:extLst>
                <a:ext uri="{FF2B5EF4-FFF2-40B4-BE49-F238E27FC236}">
                  <a16:creationId xmlns:a16="http://schemas.microsoft.com/office/drawing/2014/main" id="{A405D209-A784-4649-9438-D44FB554C9DF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4" name="Find density input">
              <a:extLst>
                <a:ext uri="{FF2B5EF4-FFF2-40B4-BE49-F238E27FC236}">
                  <a16:creationId xmlns:a16="http://schemas.microsoft.com/office/drawing/2014/main" id="{B4C07412-3C3F-4CA5-B3D2-0F36A68A2BEC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1518479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25" name="Find density input head">
              <a:extLst>
                <a:ext uri="{FF2B5EF4-FFF2-40B4-BE49-F238E27FC236}">
                  <a16:creationId xmlns:a16="http://schemas.microsoft.com/office/drawing/2014/main" id="{B1C398E9-B215-4AEF-98BB-A03726805508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1489808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26" name="Find density encoded">
              <a:extLst>
                <a:ext uri="{FF2B5EF4-FFF2-40B4-BE49-F238E27FC236}">
                  <a16:creationId xmlns:a16="http://schemas.microsoft.com/office/drawing/2014/main" id="{4214F23D-4EB9-49FE-A606-8D8F3941C2AE}"/>
                </a:ext>
              </a:extLst>
            </p:cNvPr>
            <p:cNvSpPr>
              <a:spLocks noGrp="1"/>
            </p:cNvSpPr>
            <p:nvPr/>
          </p:nvSpPr>
          <p:spPr>
            <a:xfrm>
              <a:off x="3979545" y="1544003"/>
              <a:ext cx="97823" cy="190"/>
            </a:xfrm>
            <a:custGeom>
              <a:avLst/>
              <a:gdLst/>
              <a:ahLst/>
              <a:cxnLst/>
              <a:rect l="0" t="0" r="0" b="0"/>
              <a:pathLst>
                <a:path w="97822" h="191">
                  <a:moveTo>
                    <a:pt x="0" y="0"/>
                  </a:moveTo>
                  <a:lnTo>
                    <a:pt x="97822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27" name="Find density encoded head">
              <a:extLst>
                <a:ext uri="{FF2B5EF4-FFF2-40B4-BE49-F238E27FC236}">
                  <a16:creationId xmlns:a16="http://schemas.microsoft.com/office/drawing/2014/main" id="{8604F731-767E-4DB7-BFA2-3C82B0879B68}"/>
                </a:ext>
              </a:extLst>
            </p:cNvPr>
            <p:cNvSpPr>
              <a:spLocks noGrp="1"/>
            </p:cNvSpPr>
            <p:nvPr/>
          </p:nvSpPr>
          <p:spPr>
            <a:xfrm>
              <a:off x="4034028" y="151533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28" name="Find receptor input">
              <a:extLst>
                <a:ext uri="{FF2B5EF4-FFF2-40B4-BE49-F238E27FC236}">
                  <a16:creationId xmlns:a16="http://schemas.microsoft.com/office/drawing/2014/main" id="{277D47F8-610B-4D84-BA59-8DE270256EE3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3260557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29" name="Find receptor input head">
              <a:extLst>
                <a:ext uri="{FF2B5EF4-FFF2-40B4-BE49-F238E27FC236}">
                  <a16:creationId xmlns:a16="http://schemas.microsoft.com/office/drawing/2014/main" id="{6487211C-F692-4CEE-A722-96E4892B5BFF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3231886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0" name="Find receptor encoded">
              <a:extLst>
                <a:ext uri="{FF2B5EF4-FFF2-40B4-BE49-F238E27FC236}">
                  <a16:creationId xmlns:a16="http://schemas.microsoft.com/office/drawing/2014/main" id="{65FD8D26-FD67-4D16-9ECF-F05B0C0CB95D}"/>
                </a:ext>
              </a:extLst>
            </p:cNvPr>
            <p:cNvSpPr>
              <a:spLocks noGrp="1"/>
            </p:cNvSpPr>
            <p:nvPr/>
          </p:nvSpPr>
          <p:spPr>
            <a:xfrm>
              <a:off x="3979545" y="3107055"/>
              <a:ext cx="97822" cy="191"/>
            </a:xfrm>
            <a:custGeom>
              <a:avLst/>
              <a:gdLst/>
              <a:ahLst/>
              <a:cxnLst/>
              <a:rect l="0" t="0" r="0" b="0"/>
              <a:pathLst>
                <a:path w="97822" h="191">
                  <a:moveTo>
                    <a:pt x="0" y="0"/>
                  </a:moveTo>
                  <a:lnTo>
                    <a:pt x="97822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31" name="Find receptor encoded head">
              <a:extLst>
                <a:ext uri="{FF2B5EF4-FFF2-40B4-BE49-F238E27FC236}">
                  <a16:creationId xmlns:a16="http://schemas.microsoft.com/office/drawing/2014/main" id="{C2DC69E1-0BA8-4401-8E4F-38B48F7F2D96}"/>
                </a:ext>
              </a:extLst>
            </p:cNvPr>
            <p:cNvSpPr>
              <a:spLocks noGrp="1"/>
            </p:cNvSpPr>
            <p:nvPr/>
          </p:nvSpPr>
          <p:spPr>
            <a:xfrm>
              <a:off x="4034028" y="307838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2" name="Find voxel output">
              <a:extLst>
                <a:ext uri="{FF2B5EF4-FFF2-40B4-BE49-F238E27FC236}">
                  <a16:creationId xmlns:a16="http://schemas.microsoft.com/office/drawing/2014/main" id="{7B12D1FF-FF41-475A-9F4F-A19D7ACC2032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1544003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33" name="Find voxel output head">
              <a:extLst>
                <a:ext uri="{FF2B5EF4-FFF2-40B4-BE49-F238E27FC236}">
                  <a16:creationId xmlns:a16="http://schemas.microsoft.com/office/drawing/2014/main" id="{A67A7FAA-820E-4EAA-8C4B-4A9A339C765B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151533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4" name="Find point output">
              <a:extLst>
                <a:ext uri="{FF2B5EF4-FFF2-40B4-BE49-F238E27FC236}">
                  <a16:creationId xmlns:a16="http://schemas.microsoft.com/office/drawing/2014/main" id="{9ED1AE50-036E-4C79-98C6-0AF40A80AC0C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3107055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35" name="Find point output head">
              <a:extLst>
                <a:ext uri="{FF2B5EF4-FFF2-40B4-BE49-F238E27FC236}">
                  <a16:creationId xmlns:a16="http://schemas.microsoft.com/office/drawing/2014/main" id="{6C164B7C-DD82-434C-827B-5A77537BF102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307838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6" name="U-Net flow refined 1">
              <a:extLst>
                <a:ext uri="{FF2B5EF4-FFF2-40B4-BE49-F238E27FC236}">
                  <a16:creationId xmlns:a16="http://schemas.microsoft.com/office/drawing/2014/main" id="{EDC7F2DB-28D9-4CA2-AE32-9160CBB67D90}"/>
                </a:ext>
              </a:extLst>
            </p:cNvPr>
            <p:cNvSpPr>
              <a:spLocks noGrp="1"/>
            </p:cNvSpPr>
            <p:nvPr/>
          </p:nvSpPr>
          <p:spPr>
            <a:xfrm>
              <a:off x="488442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7" name="U-Net flow refined 1 head">
              <a:extLst>
                <a:ext uri="{FF2B5EF4-FFF2-40B4-BE49-F238E27FC236}">
                  <a16:creationId xmlns:a16="http://schemas.microsoft.com/office/drawing/2014/main" id="{254C8982-D1E9-41D3-B995-72C04BD74E5E}"/>
                </a:ext>
              </a:extLst>
            </p:cNvPr>
            <p:cNvSpPr>
              <a:spLocks noGrp="1"/>
            </p:cNvSpPr>
            <p:nvPr/>
          </p:nvSpPr>
          <p:spPr>
            <a:xfrm>
              <a:off x="4929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8" name="U-Net flow refined 2">
              <a:extLst>
                <a:ext uri="{FF2B5EF4-FFF2-40B4-BE49-F238E27FC236}">
                  <a16:creationId xmlns:a16="http://schemas.microsoft.com/office/drawing/2014/main" id="{990C8C9D-5AD9-4399-A7C6-3E36AFC99F45}"/>
                </a:ext>
              </a:extLst>
            </p:cNvPr>
            <p:cNvSpPr>
              <a:spLocks noGrp="1"/>
            </p:cNvSpPr>
            <p:nvPr/>
          </p:nvSpPr>
          <p:spPr>
            <a:xfrm>
              <a:off x="5341620" y="1943100"/>
              <a:ext cx="61865" cy="191"/>
            </a:xfrm>
            <a:custGeom>
              <a:avLst/>
              <a:gdLst/>
              <a:ahLst/>
              <a:cxnLst/>
              <a:rect l="0" t="0" r="0" b="0"/>
              <a:pathLst>
                <a:path w="61865" h="191">
                  <a:moveTo>
                    <a:pt x="0" y="0"/>
                  </a:moveTo>
                  <a:lnTo>
                    <a:pt x="61865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9" name="U-Net flow refined 2 head">
              <a:extLst>
                <a:ext uri="{FF2B5EF4-FFF2-40B4-BE49-F238E27FC236}">
                  <a16:creationId xmlns:a16="http://schemas.microsoft.com/office/drawing/2014/main" id="{C29F6875-BC03-4E61-840C-A7351057CDB3}"/>
                </a:ext>
              </a:extLst>
            </p:cNvPr>
            <p:cNvSpPr>
              <a:spLocks noGrp="1"/>
            </p:cNvSpPr>
            <p:nvPr/>
          </p:nvSpPr>
          <p:spPr>
            <a:xfrm>
              <a:off x="5376863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0" name="U-Net flow refined 3">
              <a:extLst>
                <a:ext uri="{FF2B5EF4-FFF2-40B4-BE49-F238E27FC236}">
                  <a16:creationId xmlns:a16="http://schemas.microsoft.com/office/drawing/2014/main" id="{13F9F1CD-5445-4920-B693-1F5D2FDFEA12}"/>
                </a:ext>
              </a:extLst>
            </p:cNvPr>
            <p:cNvSpPr>
              <a:spLocks noGrp="1"/>
            </p:cNvSpPr>
            <p:nvPr/>
          </p:nvSpPr>
          <p:spPr>
            <a:xfrm>
              <a:off x="5913120" y="1943100"/>
              <a:ext cx="185690" cy="191"/>
            </a:xfrm>
            <a:custGeom>
              <a:avLst/>
              <a:gdLst/>
              <a:ahLst/>
              <a:cxnLst/>
              <a:rect l="0" t="0" r="0" b="0"/>
              <a:pathLst>
                <a:path w="185690" h="191">
                  <a:moveTo>
                    <a:pt x="0" y="0"/>
                  </a:moveTo>
                  <a:lnTo>
                    <a:pt x="1856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1" name="U-Net flow refined 3 head">
              <a:extLst>
                <a:ext uri="{FF2B5EF4-FFF2-40B4-BE49-F238E27FC236}">
                  <a16:creationId xmlns:a16="http://schemas.microsoft.com/office/drawing/2014/main" id="{E528FB9C-EE47-4379-A616-E0B7595C0FD7}"/>
                </a:ext>
              </a:extLst>
            </p:cNvPr>
            <p:cNvSpPr>
              <a:spLocks noGrp="1"/>
            </p:cNvSpPr>
            <p:nvPr/>
          </p:nvSpPr>
          <p:spPr>
            <a:xfrm>
              <a:off x="6072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2" name="U-Net flow refined 4">
              <a:extLst>
                <a:ext uri="{FF2B5EF4-FFF2-40B4-BE49-F238E27FC236}">
                  <a16:creationId xmlns:a16="http://schemas.microsoft.com/office/drawing/2014/main" id="{DCDED4D9-647E-4406-ABA8-CD294CCDF383}"/>
                </a:ext>
              </a:extLst>
            </p:cNvPr>
            <p:cNvSpPr>
              <a:spLocks noGrp="1"/>
            </p:cNvSpPr>
            <p:nvPr/>
          </p:nvSpPr>
          <p:spPr>
            <a:xfrm>
              <a:off x="7189470" y="1943100"/>
              <a:ext cx="204740" cy="191"/>
            </a:xfrm>
            <a:custGeom>
              <a:avLst/>
              <a:gdLst/>
              <a:ahLst/>
              <a:cxnLst/>
              <a:rect l="0" t="0" r="0" b="0"/>
              <a:pathLst>
                <a:path w="204740" h="191">
                  <a:moveTo>
                    <a:pt x="0" y="0"/>
                  </a:moveTo>
                  <a:lnTo>
                    <a:pt x="2047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3" name="U-Net flow refined 4 head">
              <a:extLst>
                <a:ext uri="{FF2B5EF4-FFF2-40B4-BE49-F238E27FC236}">
                  <a16:creationId xmlns:a16="http://schemas.microsoft.com/office/drawing/2014/main" id="{F5858A24-0247-42A0-8277-09B274AA6C38}"/>
                </a:ext>
              </a:extLst>
            </p:cNvPr>
            <p:cNvSpPr>
              <a:spLocks noGrp="1"/>
            </p:cNvSpPr>
            <p:nvPr/>
          </p:nvSpPr>
          <p:spPr>
            <a:xfrm>
              <a:off x="73675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4" name="U-Net flow refined 5">
              <a:extLst>
                <a:ext uri="{FF2B5EF4-FFF2-40B4-BE49-F238E27FC236}">
                  <a16:creationId xmlns:a16="http://schemas.microsoft.com/office/drawing/2014/main" id="{E2A96CF6-9586-4065-A888-DD2768819E93}"/>
                </a:ext>
              </a:extLst>
            </p:cNvPr>
            <p:cNvSpPr>
              <a:spLocks noGrp="1"/>
            </p:cNvSpPr>
            <p:nvPr/>
          </p:nvSpPr>
          <p:spPr>
            <a:xfrm>
              <a:off x="791337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5" name="U-Net flow refined 5 head">
              <a:extLst>
                <a:ext uri="{FF2B5EF4-FFF2-40B4-BE49-F238E27FC236}">
                  <a16:creationId xmlns:a16="http://schemas.microsoft.com/office/drawing/2014/main" id="{17B888F2-6540-4D4B-8454-093A36BCD2DA}"/>
                </a:ext>
              </a:extLst>
            </p:cNvPr>
            <p:cNvSpPr>
              <a:spLocks noGrp="1"/>
            </p:cNvSpPr>
            <p:nvPr/>
          </p:nvSpPr>
          <p:spPr>
            <a:xfrm>
              <a:off x="79581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6" name="U-Net flow refined 6">
              <a:extLst>
                <a:ext uri="{FF2B5EF4-FFF2-40B4-BE49-F238E27FC236}">
                  <a16:creationId xmlns:a16="http://schemas.microsoft.com/office/drawing/2014/main" id="{5FD0FC1E-A2E0-447C-8976-15C0C6554D7F}"/>
                </a:ext>
              </a:extLst>
            </p:cNvPr>
            <p:cNvSpPr>
              <a:spLocks noGrp="1"/>
            </p:cNvSpPr>
            <p:nvPr/>
          </p:nvSpPr>
          <p:spPr>
            <a:xfrm>
              <a:off x="8351520" y="1943100"/>
              <a:ext cx="90440" cy="191"/>
            </a:xfrm>
            <a:custGeom>
              <a:avLst/>
              <a:gdLst/>
              <a:ahLst/>
              <a:cxnLst/>
              <a:rect l="0" t="0" r="0" b="0"/>
              <a:pathLst>
                <a:path w="90440" h="191">
                  <a:moveTo>
                    <a:pt x="0" y="0"/>
                  </a:moveTo>
                  <a:lnTo>
                    <a:pt x="904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7" name="U-Net flow refined 6 head">
              <a:extLst>
                <a:ext uri="{FF2B5EF4-FFF2-40B4-BE49-F238E27FC236}">
                  <a16:creationId xmlns:a16="http://schemas.microsoft.com/office/drawing/2014/main" id="{A92BFDAA-B302-43F2-BE6F-D9BDDB4A3BFA}"/>
                </a:ext>
              </a:extLst>
            </p:cNvPr>
            <p:cNvSpPr>
              <a:spLocks noGrp="1"/>
            </p:cNvSpPr>
            <p:nvPr/>
          </p:nvSpPr>
          <p:spPr>
            <a:xfrm>
              <a:off x="84153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8" name="Skip outer refined">
              <a:extLst>
                <a:ext uri="{FF2B5EF4-FFF2-40B4-BE49-F238E27FC236}">
                  <a16:creationId xmlns:a16="http://schemas.microsoft.com/office/drawing/2014/main" id="{F79C3430-D458-498F-85CC-DE83994A19C0}"/>
                </a:ext>
              </a:extLst>
            </p:cNvPr>
            <p:cNvSpPr>
              <a:spLocks noGrp="1"/>
            </p:cNvSpPr>
            <p:nvPr/>
          </p:nvSpPr>
          <p:spPr>
            <a:xfrm>
              <a:off x="4474845" y="1209675"/>
              <a:ext cx="4333875" cy="219075"/>
            </a:xfrm>
            <a:custGeom>
              <a:avLst/>
              <a:gdLst/>
              <a:ahLst/>
              <a:cxnLst/>
              <a:rect l="0" t="0" r="0" b="0"/>
              <a:pathLst>
                <a:path w="4333875" h="219075">
                  <a:moveTo>
                    <a:pt x="0" y="219075"/>
                  </a:moveTo>
                  <a:lnTo>
                    <a:pt x="0" y="0"/>
                  </a:lnTo>
                  <a:lnTo>
                    <a:pt x="4333875" y="0"/>
                  </a:lnTo>
                  <a:lnTo>
                    <a:pt x="4333875" y="204073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49" name="Skip outer refined head">
              <a:extLst>
                <a:ext uri="{FF2B5EF4-FFF2-40B4-BE49-F238E27FC236}">
                  <a16:creationId xmlns:a16="http://schemas.microsoft.com/office/drawing/2014/main" id="{1178DE55-003E-47FF-BE8B-3D0261EA0C56}"/>
                </a:ext>
              </a:extLst>
            </p:cNvPr>
            <p:cNvSpPr>
              <a:spLocks noGrp="1"/>
            </p:cNvSpPr>
            <p:nvPr/>
          </p:nvSpPr>
          <p:spPr>
            <a:xfrm>
              <a:off x="8790289" y="138588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0" name="Skip middle refined">
              <a:extLst>
                <a:ext uri="{FF2B5EF4-FFF2-40B4-BE49-F238E27FC236}">
                  <a16:creationId xmlns:a16="http://schemas.microsoft.com/office/drawing/2014/main" id="{26397243-B075-4E9D-8985-7301777A347E}"/>
                </a:ext>
              </a:extLst>
            </p:cNvPr>
            <p:cNvSpPr>
              <a:spLocks noGrp="1"/>
            </p:cNvSpPr>
            <p:nvPr/>
          </p:nvSpPr>
          <p:spPr>
            <a:xfrm>
              <a:off x="5113020" y="1295400"/>
              <a:ext cx="3067050" cy="266700"/>
            </a:xfrm>
            <a:custGeom>
              <a:avLst/>
              <a:gdLst/>
              <a:ahLst/>
              <a:cxnLst/>
              <a:rect l="0" t="0" r="0" b="0"/>
              <a:pathLst>
                <a:path w="3067050" h="266700">
                  <a:moveTo>
                    <a:pt x="0" y="266700"/>
                  </a:moveTo>
                  <a:lnTo>
                    <a:pt x="0" y="0"/>
                  </a:lnTo>
                  <a:lnTo>
                    <a:pt x="3067050" y="0"/>
                  </a:lnTo>
                  <a:lnTo>
                    <a:pt x="3067050" y="25169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1" name="Skip middle refined head">
              <a:extLst>
                <a:ext uri="{FF2B5EF4-FFF2-40B4-BE49-F238E27FC236}">
                  <a16:creationId xmlns:a16="http://schemas.microsoft.com/office/drawing/2014/main" id="{A7267017-8A14-42EC-8A9D-54A54824B471}"/>
                </a:ext>
              </a:extLst>
            </p:cNvPr>
            <p:cNvSpPr>
              <a:spLocks noGrp="1"/>
            </p:cNvSpPr>
            <p:nvPr/>
          </p:nvSpPr>
          <p:spPr>
            <a:xfrm>
              <a:off x="8161639" y="151923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2" name="Skip inner refined">
              <a:extLst>
                <a:ext uri="{FF2B5EF4-FFF2-40B4-BE49-F238E27FC236}">
                  <a16:creationId xmlns:a16="http://schemas.microsoft.com/office/drawing/2014/main" id="{6E26F32B-352E-40C8-B988-935DDD104ACA}"/>
                </a:ext>
              </a:extLst>
            </p:cNvPr>
            <p:cNvSpPr>
              <a:spLocks noGrp="1"/>
            </p:cNvSpPr>
            <p:nvPr/>
          </p:nvSpPr>
          <p:spPr>
            <a:xfrm>
              <a:off x="5636895" y="1381125"/>
              <a:ext cx="2000250" cy="323850"/>
            </a:xfrm>
            <a:custGeom>
              <a:avLst/>
              <a:gdLst/>
              <a:ahLst/>
              <a:cxnLst/>
              <a:rect l="0" t="0" r="0" b="0"/>
              <a:pathLst>
                <a:path w="2000250" h="323850">
                  <a:moveTo>
                    <a:pt x="0" y="323850"/>
                  </a:moveTo>
                  <a:lnTo>
                    <a:pt x="0" y="0"/>
                  </a:lnTo>
                  <a:lnTo>
                    <a:pt x="2000250" y="0"/>
                  </a:lnTo>
                  <a:lnTo>
                    <a:pt x="2000250" y="30884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3" name="Skip inner refined head">
              <a:extLst>
                <a:ext uri="{FF2B5EF4-FFF2-40B4-BE49-F238E27FC236}">
                  <a16:creationId xmlns:a16="http://schemas.microsoft.com/office/drawing/2014/main" id="{8E6C4921-A0F8-4CF6-BA2D-437FBB3D8CF0}"/>
                </a:ext>
              </a:extLst>
            </p:cNvPr>
            <p:cNvSpPr>
              <a:spLocks noGrp="1"/>
            </p:cNvSpPr>
            <p:nvPr/>
          </p:nvSpPr>
          <p:spPr>
            <a:xfrm>
              <a:off x="7618714" y="1662113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4" name="PTV3 forward refined 1">
              <a:extLst>
                <a:ext uri="{FF2B5EF4-FFF2-40B4-BE49-F238E27FC236}">
                  <a16:creationId xmlns:a16="http://schemas.microsoft.com/office/drawing/2014/main" id="{BF346257-227D-4AC5-B6AF-F31598D24DC4}"/>
                </a:ext>
              </a:extLst>
            </p:cNvPr>
            <p:cNvSpPr>
              <a:spLocks noGrp="1"/>
            </p:cNvSpPr>
            <p:nvPr/>
          </p:nvSpPr>
          <p:spPr>
            <a:xfrm>
              <a:off x="5002911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5" name="PTV3 forward refined 1 head">
              <a:extLst>
                <a:ext uri="{FF2B5EF4-FFF2-40B4-BE49-F238E27FC236}">
                  <a16:creationId xmlns:a16="http://schemas.microsoft.com/office/drawing/2014/main" id="{164F017E-D245-47BC-AB07-FA0FACB5C258}"/>
                </a:ext>
              </a:extLst>
            </p:cNvPr>
            <p:cNvSpPr>
              <a:spLocks noGrp="1"/>
            </p:cNvSpPr>
            <p:nvPr/>
          </p:nvSpPr>
          <p:spPr>
            <a:xfrm>
              <a:off x="5215319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6" name="PTV3 forward refined 2">
              <a:extLst>
                <a:ext uri="{FF2B5EF4-FFF2-40B4-BE49-F238E27FC236}">
                  <a16:creationId xmlns:a16="http://schemas.microsoft.com/office/drawing/2014/main" id="{5CA18EF3-6160-430A-B70C-589F37B89540}"/>
                </a:ext>
              </a:extLst>
            </p:cNvPr>
            <p:cNvSpPr>
              <a:spLocks noGrp="1"/>
            </p:cNvSpPr>
            <p:nvPr/>
          </p:nvSpPr>
          <p:spPr>
            <a:xfrm>
              <a:off x="6007513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7" name="PTV3 forward refined 2 head">
              <a:extLst>
                <a:ext uri="{FF2B5EF4-FFF2-40B4-BE49-F238E27FC236}">
                  <a16:creationId xmlns:a16="http://schemas.microsoft.com/office/drawing/2014/main" id="{AAD5489E-F6DC-46C4-BE6B-CE6E8CD8BE68}"/>
                </a:ext>
              </a:extLst>
            </p:cNvPr>
            <p:cNvSpPr>
              <a:spLocks noGrp="1"/>
            </p:cNvSpPr>
            <p:nvPr/>
          </p:nvSpPr>
          <p:spPr>
            <a:xfrm>
              <a:off x="6275737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8" name="PTV3 forward refined 3">
              <a:extLst>
                <a:ext uri="{FF2B5EF4-FFF2-40B4-BE49-F238E27FC236}">
                  <a16:creationId xmlns:a16="http://schemas.microsoft.com/office/drawing/2014/main" id="{576EEB9F-FDCD-4A4E-9F6E-62D651C79469}"/>
                </a:ext>
              </a:extLst>
            </p:cNvPr>
            <p:cNvSpPr>
              <a:spLocks noGrp="1"/>
            </p:cNvSpPr>
            <p:nvPr/>
          </p:nvSpPr>
          <p:spPr>
            <a:xfrm>
              <a:off x="6993541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9" name="PTV3 forward refined 3 head">
              <a:extLst>
                <a:ext uri="{FF2B5EF4-FFF2-40B4-BE49-F238E27FC236}">
                  <a16:creationId xmlns:a16="http://schemas.microsoft.com/office/drawing/2014/main" id="{B8456FCB-2D8D-48BA-BBF5-EFC0546D99AC}"/>
                </a:ext>
              </a:extLst>
            </p:cNvPr>
            <p:cNvSpPr>
              <a:spLocks noGrp="1"/>
            </p:cNvSpPr>
            <p:nvPr/>
          </p:nvSpPr>
          <p:spPr>
            <a:xfrm>
              <a:off x="7261765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0" name="PTV3 forward refined 4">
              <a:extLst>
                <a:ext uri="{FF2B5EF4-FFF2-40B4-BE49-F238E27FC236}">
                  <a16:creationId xmlns:a16="http://schemas.microsoft.com/office/drawing/2014/main" id="{C5ED9E6C-8763-4EE6-B5EE-BA86CBA6412B}"/>
                </a:ext>
              </a:extLst>
            </p:cNvPr>
            <p:cNvSpPr>
              <a:spLocks noGrp="1"/>
            </p:cNvSpPr>
            <p:nvPr/>
          </p:nvSpPr>
          <p:spPr>
            <a:xfrm>
              <a:off x="8053864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61" name="PTV3 forward refined 4 head">
              <a:extLst>
                <a:ext uri="{FF2B5EF4-FFF2-40B4-BE49-F238E27FC236}">
                  <a16:creationId xmlns:a16="http://schemas.microsoft.com/office/drawing/2014/main" id="{E7E8F900-B2AE-4D26-9F46-E0D19AD9F40F}"/>
                </a:ext>
              </a:extLst>
            </p:cNvPr>
            <p:cNvSpPr>
              <a:spLocks noGrp="1"/>
            </p:cNvSpPr>
            <p:nvPr/>
          </p:nvSpPr>
          <p:spPr>
            <a:xfrm>
              <a:off x="8266271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2" name="Fusion refined 487.16">
              <a:extLst>
                <a:ext uri="{FF2B5EF4-FFF2-40B4-BE49-F238E27FC236}">
                  <a16:creationId xmlns:a16="http://schemas.microsoft.com/office/drawing/2014/main" id="{72C27DF9-4567-4793-84C9-EF83BCF9557A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3" name="Fusion refined 487.16 head">
              <a:extLst>
                <a:ext uri="{FF2B5EF4-FFF2-40B4-BE49-F238E27FC236}">
                  <a16:creationId xmlns:a16="http://schemas.microsoft.com/office/drawing/2014/main" id="{AD4DC57D-9834-47B8-B404-B73E06244791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4" name="Fusion refined 700.05">
              <a:extLst>
                <a:ext uri="{FF2B5EF4-FFF2-40B4-BE49-F238E27FC236}">
                  <a16:creationId xmlns:a16="http://schemas.microsoft.com/office/drawing/2014/main" id="{414D8CCB-8CE0-45D4-AC3F-4FC48C9E8CC2}"/>
                </a:ext>
              </a:extLst>
            </p:cNvPr>
            <p:cNvSpPr>
              <a:spLocks noGrp="1"/>
            </p:cNvSpPr>
            <p:nvPr/>
          </p:nvSpPr>
          <p:spPr>
            <a:xfrm>
              <a:off x="6667976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5" name="Fusion refined 700.05 head">
              <a:extLst>
                <a:ext uri="{FF2B5EF4-FFF2-40B4-BE49-F238E27FC236}">
                  <a16:creationId xmlns:a16="http://schemas.microsoft.com/office/drawing/2014/main" id="{5873D13C-E7E8-4FE5-A55C-4D5AC39B6A34}"/>
                </a:ext>
              </a:extLst>
            </p:cNvPr>
            <p:cNvSpPr>
              <a:spLocks noGrp="1"/>
            </p:cNvSpPr>
            <p:nvPr/>
          </p:nvSpPr>
          <p:spPr>
            <a:xfrm>
              <a:off x="6639306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6" name="Fusion refined 912.94">
              <a:extLst>
                <a:ext uri="{FF2B5EF4-FFF2-40B4-BE49-F238E27FC236}">
                  <a16:creationId xmlns:a16="http://schemas.microsoft.com/office/drawing/2014/main" id="{A88350D8-0052-46AC-945C-852F7CC24216}"/>
                </a:ext>
              </a:extLst>
            </p:cNvPr>
            <p:cNvSpPr>
              <a:spLocks noGrp="1"/>
            </p:cNvSpPr>
            <p:nvPr/>
          </p:nvSpPr>
          <p:spPr>
            <a:xfrm>
              <a:off x="8695754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7" name="Fusion refined 912.94 head">
              <a:extLst>
                <a:ext uri="{FF2B5EF4-FFF2-40B4-BE49-F238E27FC236}">
                  <a16:creationId xmlns:a16="http://schemas.microsoft.com/office/drawing/2014/main" id="{C174510E-2B24-46C2-8D08-D0C7AA4C955B}"/>
                </a:ext>
              </a:extLst>
            </p:cNvPr>
            <p:cNvSpPr>
              <a:spLocks noGrp="1"/>
            </p:cNvSpPr>
            <p:nvPr/>
          </p:nvSpPr>
          <p:spPr>
            <a:xfrm>
              <a:off x="8667083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8" name="Recycle right refined">
              <a:extLst>
                <a:ext uri="{FF2B5EF4-FFF2-40B4-BE49-F238E27FC236}">
                  <a16:creationId xmlns:a16="http://schemas.microsoft.com/office/drawing/2014/main" id="{1977E209-6A23-4758-90B6-725697E17F53}"/>
                </a:ext>
              </a:extLst>
            </p:cNvPr>
            <p:cNvSpPr>
              <a:spLocks noGrp="1"/>
            </p:cNvSpPr>
            <p:nvPr/>
          </p:nvSpPr>
          <p:spPr>
            <a:xfrm>
              <a:off x="7151656" y="3385852"/>
              <a:ext cx="1544098" cy="241840"/>
            </a:xfrm>
            <a:custGeom>
              <a:avLst/>
              <a:gdLst/>
              <a:ahLst/>
              <a:cxnLst/>
              <a:rect l="0" t="0" r="0" b="0"/>
              <a:pathLst>
                <a:path w="1544098" h="241840">
                  <a:moveTo>
                    <a:pt x="1544098" y="0"/>
                  </a:moveTo>
                  <a:lnTo>
                    <a:pt x="1544098" y="241840"/>
                  </a:lnTo>
                  <a:lnTo>
                    <a:pt x="0" y="24184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9" name="Recycle left refined">
              <a:extLst>
                <a:ext uri="{FF2B5EF4-FFF2-40B4-BE49-F238E27FC236}">
                  <a16:creationId xmlns:a16="http://schemas.microsoft.com/office/drawing/2014/main" id="{3A31A365-AADD-4F05-AF58-3E682D0D9364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3409188"/>
              <a:ext cx="1544098" cy="218503"/>
            </a:xfrm>
            <a:custGeom>
              <a:avLst/>
              <a:gdLst/>
              <a:ahLst/>
              <a:cxnLst/>
              <a:rect l="0" t="0" r="0" b="0"/>
              <a:pathLst>
                <a:path w="1544098" h="218503">
                  <a:moveTo>
                    <a:pt x="1544098" y="218503"/>
                  </a:moveTo>
                  <a:lnTo>
                    <a:pt x="0" y="218503"/>
                  </a:ln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0" name="Recycle left refined head">
              <a:extLst>
                <a:ext uri="{FF2B5EF4-FFF2-40B4-BE49-F238E27FC236}">
                  <a16:creationId xmlns:a16="http://schemas.microsoft.com/office/drawing/2014/main" id="{3D5DF29F-B349-4119-8346-C60E46FDB616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338585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0"/>
                  </a:moveTo>
                  <a:lnTo>
                    <a:pt x="0" y="66675"/>
                  </a:lnTo>
                  <a:lnTo>
                    <a:pt x="57340" y="66675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1" name="Crop to summary refined">
              <a:extLst>
                <a:ext uri="{FF2B5EF4-FFF2-40B4-BE49-F238E27FC236}">
                  <a16:creationId xmlns:a16="http://schemas.microsoft.com/office/drawing/2014/main" id="{A617F94B-9413-4C54-90E3-42393764E2D6}"/>
                </a:ext>
              </a:extLst>
            </p:cNvPr>
            <p:cNvSpPr>
              <a:spLocks noGrp="1"/>
            </p:cNvSpPr>
            <p:nvPr/>
          </p:nvSpPr>
          <p:spPr>
            <a:xfrm>
              <a:off x="3471767" y="6064758"/>
              <a:ext cx="1148715" cy="191"/>
            </a:xfrm>
            <a:custGeom>
              <a:avLst/>
              <a:gdLst/>
              <a:ahLst/>
              <a:cxnLst/>
              <a:rect l="0" t="0" r="0" b="0"/>
              <a:pathLst>
                <a:path w="1148715" h="191">
                  <a:moveTo>
                    <a:pt x="0" y="0"/>
                  </a:moveTo>
                  <a:lnTo>
                    <a:pt x="1148715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2" name="Crop to summary refined head">
              <a:extLst>
                <a:ext uri="{FF2B5EF4-FFF2-40B4-BE49-F238E27FC236}">
                  <a16:creationId xmlns:a16="http://schemas.microsoft.com/office/drawing/2014/main" id="{EA5D9AFD-630B-4BFF-B945-4DE28157DDAE}"/>
                </a:ext>
              </a:extLst>
            </p:cNvPr>
            <p:cNvSpPr>
              <a:spLocks noGrp="1"/>
            </p:cNvSpPr>
            <p:nvPr/>
          </p:nvSpPr>
          <p:spPr>
            <a:xfrm>
              <a:off x="4577144" y="6036088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3" name="Input split refined">
              <a:extLst>
                <a:ext uri="{FF2B5EF4-FFF2-40B4-BE49-F238E27FC236}">
                  <a16:creationId xmlns:a16="http://schemas.microsoft.com/office/drawing/2014/main" id="{32B4229F-A5D5-43B0-84E4-CCD631A6D46C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793355"/>
              <a:ext cx="846772" cy="160020"/>
            </a:xfrm>
            <a:custGeom>
              <a:avLst/>
              <a:gdLst/>
              <a:ahLst/>
              <a:cxnLst/>
              <a:rect l="0" t="0" r="0" b="0"/>
              <a:pathLst>
                <a:path w="846772" h="160020">
                  <a:moveTo>
                    <a:pt x="846772" y="0"/>
                  </a:moveTo>
                  <a:lnTo>
                    <a:pt x="846772" y="160020"/>
                  </a:lnTo>
                  <a:lnTo>
                    <a:pt x="0" y="1600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4" name="Input split right refined">
              <a:extLst>
                <a:ext uri="{FF2B5EF4-FFF2-40B4-BE49-F238E27FC236}">
                  <a16:creationId xmlns:a16="http://schemas.microsoft.com/office/drawing/2014/main" id="{58E606F9-9E8F-43D3-B25C-597F414F9E18}"/>
                </a:ext>
              </a:extLst>
            </p:cNvPr>
            <p:cNvSpPr>
              <a:spLocks noGrp="1"/>
            </p:cNvSpPr>
            <p:nvPr/>
          </p:nvSpPr>
          <p:spPr>
            <a:xfrm>
              <a:off x="2811780" y="7953375"/>
              <a:ext cx="827723" cy="191"/>
            </a:xfrm>
            <a:custGeom>
              <a:avLst/>
              <a:gdLst/>
              <a:ahLst/>
              <a:cxnLst/>
              <a:rect l="0" t="0" r="0" b="0"/>
              <a:pathLst>
                <a:path w="827723" h="191">
                  <a:moveTo>
                    <a:pt x="0" y="0"/>
                  </a:moveTo>
                  <a:lnTo>
                    <a:pt x="827723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5" name="Inputs to pool refined">
              <a:extLst>
                <a:ext uri="{FF2B5EF4-FFF2-40B4-BE49-F238E27FC236}">
                  <a16:creationId xmlns:a16="http://schemas.microsoft.com/office/drawing/2014/main" id="{5559D588-0CDB-4776-9445-8FE1E07F19CC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6" name="Inputs to pool refined head">
              <a:extLst>
                <a:ext uri="{FF2B5EF4-FFF2-40B4-BE49-F238E27FC236}">
                  <a16:creationId xmlns:a16="http://schemas.microsoft.com/office/drawing/2014/main" id="{729F795C-19C1-43BF-A4A6-77887B4A312A}"/>
                </a:ext>
              </a:extLst>
            </p:cNvPr>
            <p:cNvSpPr>
              <a:spLocks noGrp="1"/>
            </p:cNvSpPr>
            <p:nvPr/>
          </p:nvSpPr>
          <p:spPr>
            <a:xfrm>
              <a:off x="1936337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77" name="Inputs to attention refined">
              <a:extLst>
                <a:ext uri="{FF2B5EF4-FFF2-40B4-BE49-F238E27FC236}">
                  <a16:creationId xmlns:a16="http://schemas.microsoft.com/office/drawing/2014/main" id="{847D0B18-47CC-4CCE-9BA0-FD7B0BD86917}"/>
                </a:ext>
              </a:extLst>
            </p:cNvPr>
            <p:cNvSpPr>
              <a:spLocks noGrp="1"/>
            </p:cNvSpPr>
            <p:nvPr/>
          </p:nvSpPr>
          <p:spPr>
            <a:xfrm>
              <a:off x="3639503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8" name="Inputs to attention refined head">
              <a:extLst>
                <a:ext uri="{FF2B5EF4-FFF2-40B4-BE49-F238E27FC236}">
                  <a16:creationId xmlns:a16="http://schemas.microsoft.com/office/drawing/2014/main" id="{620C8E39-6401-4165-8BE6-2FA71C53A282}"/>
                </a:ext>
              </a:extLst>
            </p:cNvPr>
            <p:cNvSpPr>
              <a:spLocks noGrp="1"/>
            </p:cNvSpPr>
            <p:nvPr/>
          </p:nvSpPr>
          <p:spPr>
            <a:xfrm>
              <a:off x="3610832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79" name="Pool concat refined">
              <a:extLst>
                <a:ext uri="{FF2B5EF4-FFF2-40B4-BE49-F238E27FC236}">
                  <a16:creationId xmlns:a16="http://schemas.microsoft.com/office/drawing/2014/main" id="{480E0B74-27C9-42C4-B17E-5D09AE9AA287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8473916"/>
              <a:ext cx="836771" cy="203359"/>
            </a:xfrm>
            <a:custGeom>
              <a:avLst/>
              <a:gdLst/>
              <a:ahLst/>
              <a:cxnLst/>
              <a:rect l="0" t="0" r="0" b="0"/>
              <a:pathLst>
                <a:path w="836771" h="203359">
                  <a:moveTo>
                    <a:pt x="0" y="0"/>
                  </a:moveTo>
                  <a:lnTo>
                    <a:pt x="0" y="203359"/>
                  </a:lnTo>
                  <a:lnTo>
                    <a:pt x="836771" y="203359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0" name="Attention concat refined">
              <a:extLst>
                <a:ext uri="{FF2B5EF4-FFF2-40B4-BE49-F238E27FC236}">
                  <a16:creationId xmlns:a16="http://schemas.microsoft.com/office/drawing/2014/main" id="{7820C71E-FBC5-4D14-85E8-B84963DD4BA0}"/>
                </a:ext>
              </a:extLst>
            </p:cNvPr>
            <p:cNvSpPr>
              <a:spLocks noGrp="1"/>
            </p:cNvSpPr>
            <p:nvPr/>
          </p:nvSpPr>
          <p:spPr>
            <a:xfrm>
              <a:off x="2801779" y="8473916"/>
              <a:ext cx="837724" cy="203359"/>
            </a:xfrm>
            <a:custGeom>
              <a:avLst/>
              <a:gdLst/>
              <a:ahLst/>
              <a:cxnLst/>
              <a:rect l="0" t="0" r="0" b="0"/>
              <a:pathLst>
                <a:path w="837724" h="203359">
                  <a:moveTo>
                    <a:pt x="837724" y="0"/>
                  </a:moveTo>
                  <a:lnTo>
                    <a:pt x="837724" y="203359"/>
                  </a:lnTo>
                  <a:lnTo>
                    <a:pt x="0" y="203359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1" name="Concat to MLP refined">
              <a:extLst>
                <a:ext uri="{FF2B5EF4-FFF2-40B4-BE49-F238E27FC236}">
                  <a16:creationId xmlns:a16="http://schemas.microsoft.com/office/drawing/2014/main" id="{61922117-F063-4B01-81AE-4C043834B837}"/>
                </a:ext>
              </a:extLst>
            </p:cNvPr>
            <p:cNvSpPr>
              <a:spLocks noGrp="1"/>
            </p:cNvSpPr>
            <p:nvPr/>
          </p:nvSpPr>
          <p:spPr>
            <a:xfrm>
              <a:off x="2801779" y="8677275"/>
              <a:ext cx="191" cy="90964"/>
            </a:xfrm>
            <a:custGeom>
              <a:avLst/>
              <a:gdLst/>
              <a:ahLst/>
              <a:cxnLst/>
              <a:rect l="0" t="0" r="0" b="0"/>
              <a:pathLst>
                <a:path w="191" h="90964">
                  <a:moveTo>
                    <a:pt x="0" y="0"/>
                  </a:moveTo>
                  <a:lnTo>
                    <a:pt x="0" y="90964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2" name="Concat to MLP refined head">
              <a:extLst>
                <a:ext uri="{FF2B5EF4-FFF2-40B4-BE49-F238E27FC236}">
                  <a16:creationId xmlns:a16="http://schemas.microsoft.com/office/drawing/2014/main" id="{34ECEA4C-7A3F-448E-B6E2-DEF60F680D0C}"/>
                </a:ext>
              </a:extLst>
            </p:cNvPr>
            <p:cNvSpPr>
              <a:spLocks noGrp="1"/>
            </p:cNvSpPr>
            <p:nvPr/>
          </p:nvSpPr>
          <p:spPr>
            <a:xfrm>
              <a:off x="2773109" y="872490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3" name="MLP to FiLM refined">
              <a:extLst>
                <a:ext uri="{FF2B5EF4-FFF2-40B4-BE49-F238E27FC236}">
                  <a16:creationId xmlns:a16="http://schemas.microsoft.com/office/drawing/2014/main" id="{72A19880-E4AD-4287-B505-0CEB272454E5}"/>
                </a:ext>
              </a:extLst>
            </p:cNvPr>
            <p:cNvSpPr>
              <a:spLocks noGrp="1"/>
            </p:cNvSpPr>
            <p:nvPr/>
          </p:nvSpPr>
          <p:spPr>
            <a:xfrm>
              <a:off x="3210878" y="8968264"/>
              <a:ext cx="1502569" cy="191"/>
            </a:xfrm>
            <a:custGeom>
              <a:avLst/>
              <a:gdLst/>
              <a:ahLst/>
              <a:cxnLst/>
              <a:rect l="0" t="0" r="0" b="0"/>
              <a:pathLst>
                <a:path w="1502569" h="191">
                  <a:moveTo>
                    <a:pt x="0" y="0"/>
                  </a:moveTo>
                  <a:lnTo>
                    <a:pt x="1502569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4" name="MLP to FiLM refined head">
              <a:extLst>
                <a:ext uri="{FF2B5EF4-FFF2-40B4-BE49-F238E27FC236}">
                  <a16:creationId xmlns:a16="http://schemas.microsoft.com/office/drawing/2014/main" id="{F31410B3-B07A-4347-B62A-2B930957FC86}"/>
                </a:ext>
              </a:extLst>
            </p:cNvPr>
            <p:cNvSpPr>
              <a:spLocks noGrp="1"/>
            </p:cNvSpPr>
            <p:nvPr/>
          </p:nvSpPr>
          <p:spPr>
            <a:xfrm>
              <a:off x="4670108" y="8939594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5" name="Summary to FiLM refined">
              <a:extLst>
                <a:ext uri="{FF2B5EF4-FFF2-40B4-BE49-F238E27FC236}">
                  <a16:creationId xmlns:a16="http://schemas.microsoft.com/office/drawing/2014/main" id="{0AF7D692-5D2C-4D5E-B9C6-114065BB3D68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6400800"/>
              <a:ext cx="191" cy="2367439"/>
            </a:xfrm>
            <a:custGeom>
              <a:avLst/>
              <a:gdLst/>
              <a:ahLst/>
              <a:cxnLst/>
              <a:rect l="0" t="0" r="0" b="0"/>
              <a:pathLst>
                <a:path w="191" h="2367439">
                  <a:moveTo>
                    <a:pt x="0" y="0"/>
                  </a:moveTo>
                  <a:lnTo>
                    <a:pt x="0" y="2367439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6" name="Summary to FiLM refined head">
              <a:extLst>
                <a:ext uri="{FF2B5EF4-FFF2-40B4-BE49-F238E27FC236}">
                  <a16:creationId xmlns:a16="http://schemas.microsoft.com/office/drawing/2014/main" id="{3F7FF714-5AE2-4267-92D8-98C4BDFD57C1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872490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7" name="Summary to cross attention refined">
              <a:extLst>
                <a:ext uri="{FF2B5EF4-FFF2-40B4-BE49-F238E27FC236}">
                  <a16:creationId xmlns:a16="http://schemas.microsoft.com/office/drawing/2014/main" id="{74C3AEBF-01BF-49CE-9B21-11DD94CE8E3D}"/>
                </a:ext>
              </a:extLst>
            </p:cNvPr>
            <p:cNvSpPr>
              <a:spLocks noGrp="1"/>
            </p:cNvSpPr>
            <p:nvPr/>
          </p:nvSpPr>
          <p:spPr>
            <a:xfrm>
              <a:off x="4425315" y="8297132"/>
              <a:ext cx="664845" cy="191"/>
            </a:xfrm>
            <a:custGeom>
              <a:avLst/>
              <a:gdLst/>
              <a:ahLst/>
              <a:cxnLst/>
              <a:rect l="0" t="0" r="0" b="0"/>
              <a:pathLst>
                <a:path w="664845" h="191">
                  <a:moveTo>
                    <a:pt x="664845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8" name="Summary to cross attention refined head">
              <a:extLst>
                <a:ext uri="{FF2B5EF4-FFF2-40B4-BE49-F238E27FC236}">
                  <a16:creationId xmlns:a16="http://schemas.microsoft.com/office/drawing/2014/main" id="{431E9C4B-58A0-42CD-BCA7-CC1A7F14403C}"/>
                </a:ext>
              </a:extLst>
            </p:cNvPr>
            <p:cNvSpPr>
              <a:spLocks noGrp="1"/>
            </p:cNvSpPr>
            <p:nvPr/>
          </p:nvSpPr>
          <p:spPr>
            <a:xfrm>
              <a:off x="4401979" y="82684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9" name="FiLM to candidate refined">
              <a:extLst>
                <a:ext uri="{FF2B5EF4-FFF2-40B4-BE49-F238E27FC236}">
                  <a16:creationId xmlns:a16="http://schemas.microsoft.com/office/drawing/2014/main" id="{2425AB34-6681-444C-9BD9-1A9465677FA9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144953"/>
              <a:ext cx="191" cy="215360"/>
            </a:xfrm>
            <a:custGeom>
              <a:avLst/>
              <a:gdLst/>
              <a:ahLst/>
              <a:cxnLst/>
              <a:rect l="0" t="0" r="0" b="0"/>
              <a:pathLst>
                <a:path w="191" h="215360">
                  <a:moveTo>
                    <a:pt x="0" y="0"/>
                  </a:moveTo>
                  <a:lnTo>
                    <a:pt x="0" y="21536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0" name="FiLM to candidate refined head">
              <a:extLst>
                <a:ext uri="{FF2B5EF4-FFF2-40B4-BE49-F238E27FC236}">
                  <a16:creationId xmlns:a16="http://schemas.microsoft.com/office/drawing/2014/main" id="{4AC6FD9E-E6BE-45E9-B859-3958229158E5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1" name="Candidate to foreground refined">
              <a:extLst>
                <a:ext uri="{FF2B5EF4-FFF2-40B4-BE49-F238E27FC236}">
                  <a16:creationId xmlns:a16="http://schemas.microsoft.com/office/drawing/2014/main" id="{CF9586E0-2D4C-41C1-A11C-420736F4852C}"/>
                </a:ext>
              </a:extLst>
            </p:cNvPr>
            <p:cNvSpPr>
              <a:spLocks noGrp="1"/>
            </p:cNvSpPr>
            <p:nvPr/>
          </p:nvSpPr>
          <p:spPr>
            <a:xfrm>
              <a:off x="2281142" y="9525000"/>
              <a:ext cx="2809018" cy="286702"/>
            </a:xfrm>
            <a:custGeom>
              <a:avLst/>
              <a:gdLst/>
              <a:ahLst/>
              <a:cxnLst/>
              <a:rect l="0" t="0" r="0" b="0"/>
              <a:pathLst>
                <a:path w="2809018" h="286702">
                  <a:moveTo>
                    <a:pt x="2809018" y="0"/>
                  </a:moveTo>
                  <a:lnTo>
                    <a:pt x="2809018" y="95250"/>
                  </a:lnTo>
                  <a:lnTo>
                    <a:pt x="0" y="95250"/>
                  </a:lnTo>
                  <a:lnTo>
                    <a:pt x="0" y="28670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2" name="Candidate to foreground refined head">
              <a:extLst>
                <a:ext uri="{FF2B5EF4-FFF2-40B4-BE49-F238E27FC236}">
                  <a16:creationId xmlns:a16="http://schemas.microsoft.com/office/drawing/2014/main" id="{5565D01E-214D-4978-BDFC-8F556479133A}"/>
                </a:ext>
              </a:extLst>
            </p:cNvPr>
            <p:cNvSpPr>
              <a:spLocks noGrp="1"/>
            </p:cNvSpPr>
            <p:nvPr/>
          </p:nvSpPr>
          <p:spPr>
            <a:xfrm>
              <a:off x="2252472" y="976836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3" name="Foreground to probability refined">
              <a:extLst>
                <a:ext uri="{FF2B5EF4-FFF2-40B4-BE49-F238E27FC236}">
                  <a16:creationId xmlns:a16="http://schemas.microsoft.com/office/drawing/2014/main" id="{976F3AE2-097E-4065-99D8-2DF9B1AC27BE}"/>
                </a:ext>
              </a:extLst>
            </p:cNvPr>
            <p:cNvSpPr>
              <a:spLocks noGrp="1"/>
            </p:cNvSpPr>
            <p:nvPr/>
          </p:nvSpPr>
          <p:spPr>
            <a:xfrm>
              <a:off x="3081147" y="9971532"/>
              <a:ext cx="600742" cy="191"/>
            </a:xfrm>
            <a:custGeom>
              <a:avLst/>
              <a:gdLst/>
              <a:ahLst/>
              <a:cxnLst/>
              <a:rect l="0" t="0" r="0" b="0"/>
              <a:pathLst>
                <a:path w="600742" h="191">
                  <a:moveTo>
                    <a:pt x="0" y="0"/>
                  </a:moveTo>
                  <a:lnTo>
                    <a:pt x="600742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4" name="Foreground to probability refined head">
              <a:extLst>
                <a:ext uri="{FF2B5EF4-FFF2-40B4-BE49-F238E27FC236}">
                  <a16:creationId xmlns:a16="http://schemas.microsoft.com/office/drawing/2014/main" id="{DA8FC4C5-2D65-4C1B-A6F5-029D323FAFC5}"/>
                </a:ext>
              </a:extLst>
            </p:cNvPr>
            <p:cNvSpPr>
              <a:spLocks noGrp="1"/>
            </p:cNvSpPr>
            <p:nvPr/>
          </p:nvSpPr>
          <p:spPr>
            <a:xfrm>
              <a:off x="3638550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5" name="Candidate to cosine refined">
              <a:extLst>
                <a:ext uri="{FF2B5EF4-FFF2-40B4-BE49-F238E27FC236}">
                  <a16:creationId xmlns:a16="http://schemas.microsoft.com/office/drawing/2014/main" id="{9A4A33F2-CB13-459E-A07F-A498129A5807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525000"/>
              <a:ext cx="2143887" cy="446532"/>
            </a:xfrm>
            <a:custGeom>
              <a:avLst/>
              <a:gdLst/>
              <a:ahLst/>
              <a:cxnLst/>
              <a:rect l="0" t="0" r="0" b="0"/>
              <a:pathLst>
                <a:path w="2143887" h="446532">
                  <a:moveTo>
                    <a:pt x="0" y="0"/>
                  </a:moveTo>
                  <a:lnTo>
                    <a:pt x="0" y="446532"/>
                  </a:lnTo>
                  <a:lnTo>
                    <a:pt x="2143887" y="4465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6" name="Candidate to cosine refined head">
              <a:extLst>
                <a:ext uri="{FF2B5EF4-FFF2-40B4-BE49-F238E27FC236}">
                  <a16:creationId xmlns:a16="http://schemas.microsoft.com/office/drawing/2014/main" id="{A1402BA3-D5EF-43CF-BE23-3C3464F8ADC4}"/>
                </a:ext>
              </a:extLst>
            </p:cNvPr>
            <p:cNvSpPr>
              <a:spLocks noGrp="1"/>
            </p:cNvSpPr>
            <p:nvPr/>
          </p:nvSpPr>
          <p:spPr>
            <a:xfrm>
              <a:off x="7190708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7" name="Selected identity to graph refined">
              <a:extLst>
                <a:ext uri="{FF2B5EF4-FFF2-40B4-BE49-F238E27FC236}">
                  <a16:creationId xmlns:a16="http://schemas.microsoft.com/office/drawing/2014/main" id="{7EAAF992-1A81-424F-A49A-55614A758BAB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6134481"/>
              <a:ext cx="651129" cy="595217"/>
            </a:xfrm>
            <a:custGeom>
              <a:avLst/>
              <a:gdLst/>
              <a:ahLst/>
              <a:cxnLst/>
              <a:rect l="0" t="0" r="0" b="0"/>
              <a:pathLst>
                <a:path w="651129" h="595217">
                  <a:moveTo>
                    <a:pt x="651129" y="0"/>
                  </a:moveTo>
                  <a:lnTo>
                    <a:pt x="0" y="0"/>
                  </a:lnTo>
                  <a:lnTo>
                    <a:pt x="0" y="59521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8" name="Selected identity to graph refined head">
              <a:extLst>
                <a:ext uri="{FF2B5EF4-FFF2-40B4-BE49-F238E27FC236}">
                  <a16:creationId xmlns:a16="http://schemas.microsoft.com/office/drawing/2014/main" id="{87E17C8A-6D0A-4088-AEDA-0D3330856E57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668636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9" name="Graph to GNN refined">
              <a:extLst>
                <a:ext uri="{FF2B5EF4-FFF2-40B4-BE49-F238E27FC236}">
                  <a16:creationId xmlns:a16="http://schemas.microsoft.com/office/drawing/2014/main" id="{2C5CC3F7-81FD-4FA0-BFA7-B1BA0421A9F4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441406"/>
              <a:ext cx="191" cy="153448"/>
            </a:xfrm>
            <a:custGeom>
              <a:avLst/>
              <a:gdLst/>
              <a:ahLst/>
              <a:cxnLst/>
              <a:rect l="0" t="0" r="0" b="0"/>
              <a:pathLst>
                <a:path w="191" h="153448">
                  <a:moveTo>
                    <a:pt x="0" y="0"/>
                  </a:moveTo>
                  <a:lnTo>
                    <a:pt x="0" y="15344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0" name="Graph to GNN refined head">
              <a:extLst>
                <a:ext uri="{FF2B5EF4-FFF2-40B4-BE49-F238E27FC236}">
                  <a16:creationId xmlns:a16="http://schemas.microsoft.com/office/drawing/2014/main" id="{C6D535D4-200B-4234-B28E-CE16F55DB9A1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755151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1" name="GNN to graph attention refined">
              <a:extLst>
                <a:ext uri="{FF2B5EF4-FFF2-40B4-BE49-F238E27FC236}">
                  <a16:creationId xmlns:a16="http://schemas.microsoft.com/office/drawing/2014/main" id="{8387E723-789B-4ECC-802D-30714380138A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934420"/>
              <a:ext cx="191" cy="274320"/>
            </a:xfrm>
            <a:custGeom>
              <a:avLst/>
              <a:gdLst/>
              <a:ahLst/>
              <a:cxnLst/>
              <a:rect l="0" t="0" r="0" b="0"/>
              <a:pathLst>
                <a:path w="191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2" name="GNN to graph attention refined head">
              <a:extLst>
                <a:ext uri="{FF2B5EF4-FFF2-40B4-BE49-F238E27FC236}">
                  <a16:creationId xmlns:a16="http://schemas.microsoft.com/office/drawing/2014/main" id="{ED1979A7-3450-4840-9115-7398E8082E91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3" name="Identity to SMI-TED refined">
              <a:extLst>
                <a:ext uri="{FF2B5EF4-FFF2-40B4-BE49-F238E27FC236}">
                  <a16:creationId xmlns:a16="http://schemas.microsoft.com/office/drawing/2014/main" id="{8614F48E-E92A-4643-AF33-DD555D0AFDE1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6638068"/>
              <a:ext cx="191" cy="326993"/>
            </a:xfrm>
            <a:custGeom>
              <a:avLst/>
              <a:gdLst/>
              <a:ahLst/>
              <a:cxnLst/>
              <a:rect l="0" t="0" r="0" b="0"/>
              <a:pathLst>
                <a:path w="191" h="326993">
                  <a:moveTo>
                    <a:pt x="0" y="0"/>
                  </a:moveTo>
                  <a:lnTo>
                    <a:pt x="0" y="326993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4" name="Identity to SMI-TED refined head">
              <a:extLst>
                <a:ext uri="{FF2B5EF4-FFF2-40B4-BE49-F238E27FC236}">
                  <a16:creationId xmlns:a16="http://schemas.microsoft.com/office/drawing/2014/main" id="{9B18B405-3E6A-4E93-AAC3-40547DE6C31E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692172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5" name="SMI-TED to language refined">
              <a:extLst>
                <a:ext uri="{FF2B5EF4-FFF2-40B4-BE49-F238E27FC236}">
                  <a16:creationId xmlns:a16="http://schemas.microsoft.com/office/drawing/2014/main" id="{DAC2726D-AE95-4988-968B-CE94975A0264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7304627"/>
              <a:ext cx="191" cy="1013841"/>
            </a:xfrm>
            <a:custGeom>
              <a:avLst/>
              <a:gdLst/>
              <a:ahLst/>
              <a:cxnLst/>
              <a:rect l="0" t="0" r="0" b="0"/>
              <a:pathLst>
                <a:path w="191" h="1013841">
                  <a:moveTo>
                    <a:pt x="0" y="0"/>
                  </a:moveTo>
                  <a:lnTo>
                    <a:pt x="0" y="101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6" name="SMI-TED to language refined head">
              <a:extLst>
                <a:ext uri="{FF2B5EF4-FFF2-40B4-BE49-F238E27FC236}">
                  <a16:creationId xmlns:a16="http://schemas.microsoft.com/office/drawing/2014/main" id="{4FC1DCA9-39E1-4B20-8B90-C9822689CF56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827513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7" name="Other identities refined">
              <a:extLst>
                <a:ext uri="{FF2B5EF4-FFF2-40B4-BE49-F238E27FC236}">
                  <a16:creationId xmlns:a16="http://schemas.microsoft.com/office/drawing/2014/main" id="{7CCEA573-512E-47A9-812E-81B08EC5406E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581174"/>
              <a:ext cx="613886" cy="1373695"/>
            </a:xfrm>
            <a:custGeom>
              <a:avLst/>
              <a:gdLst/>
              <a:ahLst/>
              <a:cxnLst/>
              <a:rect l="0" t="0" r="0" b="0"/>
              <a:pathLst>
                <a:path w="613886" h="1373695">
                  <a:moveTo>
                    <a:pt x="0" y="0"/>
                  </a:moveTo>
                  <a:lnTo>
                    <a:pt x="613886" y="0"/>
                  </a:lnTo>
                  <a:lnTo>
                    <a:pt x="613886" y="137369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8" name="Other identities refined head">
              <a:extLst>
                <a:ext uri="{FF2B5EF4-FFF2-40B4-BE49-F238E27FC236}">
                  <a16:creationId xmlns:a16="http://schemas.microsoft.com/office/drawing/2014/main" id="{0DC4558A-D6BD-4A45-992A-74E017589615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691153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9" name="Other identities middle refined">
              <a:extLst>
                <a:ext uri="{FF2B5EF4-FFF2-40B4-BE49-F238E27FC236}">
                  <a16:creationId xmlns:a16="http://schemas.microsoft.com/office/drawing/2014/main" id="{6C190B58-9517-4407-B154-29B57B80AC42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851112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0" name="Other identities lower refined">
              <a:extLst>
                <a:ext uri="{FF2B5EF4-FFF2-40B4-BE49-F238E27FC236}">
                  <a16:creationId xmlns:a16="http://schemas.microsoft.com/office/drawing/2014/main" id="{6A38D69C-DA98-48F6-BE35-D5B5E0E948ED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6533293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1" name="Context SMI-TED to matrix refined">
              <a:extLst>
                <a:ext uri="{FF2B5EF4-FFF2-40B4-BE49-F238E27FC236}">
                  <a16:creationId xmlns:a16="http://schemas.microsoft.com/office/drawing/2014/main" id="{300FD508-7AC9-4ECE-9B08-BE19A326D5B5}"/>
                </a:ext>
              </a:extLst>
            </p:cNvPr>
            <p:cNvSpPr>
              <a:spLocks noGrp="1"/>
            </p:cNvSpPr>
            <p:nvPr/>
          </p:nvSpPr>
          <p:spPr>
            <a:xfrm>
              <a:off x="9797891" y="7294436"/>
              <a:ext cx="191" cy="264128"/>
            </a:xfrm>
            <a:custGeom>
              <a:avLst/>
              <a:gdLst/>
              <a:ahLst/>
              <a:cxnLst/>
              <a:rect l="0" t="0" r="0" b="0"/>
              <a:pathLst>
                <a:path w="191" h="264128">
                  <a:moveTo>
                    <a:pt x="0" y="0"/>
                  </a:moveTo>
                  <a:lnTo>
                    <a:pt x="0" y="26412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2" name="Context SMI-TED to matrix refined head">
              <a:extLst>
                <a:ext uri="{FF2B5EF4-FFF2-40B4-BE49-F238E27FC236}">
                  <a16:creationId xmlns:a16="http://schemas.microsoft.com/office/drawing/2014/main" id="{37B5E44E-06A6-4FC1-9B46-66821AF67A62}"/>
                </a:ext>
              </a:extLst>
            </p:cNvPr>
            <p:cNvSpPr>
              <a:spLocks noGrp="1"/>
            </p:cNvSpPr>
            <p:nvPr/>
          </p:nvSpPr>
          <p:spPr>
            <a:xfrm>
              <a:off x="9769221" y="751522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3" name="Context matrix to attention refined">
              <a:extLst>
                <a:ext uri="{FF2B5EF4-FFF2-40B4-BE49-F238E27FC236}">
                  <a16:creationId xmlns:a16="http://schemas.microsoft.com/office/drawing/2014/main" id="{762DE590-3BA5-4D07-BF8E-AEE31F86F332}"/>
                </a:ext>
              </a:extLst>
            </p:cNvPr>
            <p:cNvSpPr>
              <a:spLocks noGrp="1"/>
            </p:cNvSpPr>
            <p:nvPr/>
          </p:nvSpPr>
          <p:spPr>
            <a:xfrm>
              <a:off x="9787414" y="7958995"/>
              <a:ext cx="191" cy="249745"/>
            </a:xfrm>
            <a:custGeom>
              <a:avLst/>
              <a:gdLst/>
              <a:ahLst/>
              <a:cxnLst/>
              <a:rect l="0" t="0" r="0" b="0"/>
              <a:pathLst>
                <a:path w="191" h="249745">
                  <a:moveTo>
                    <a:pt x="0" y="0"/>
                  </a:moveTo>
                  <a:lnTo>
                    <a:pt x="0" y="2497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4" name="Context matrix to attention refined head">
              <a:extLst>
                <a:ext uri="{FF2B5EF4-FFF2-40B4-BE49-F238E27FC236}">
                  <a16:creationId xmlns:a16="http://schemas.microsoft.com/office/drawing/2014/main" id="{376FC4F3-138E-459B-9980-D59688558ECB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5" name="Language query left refined">
              <a:extLst>
                <a:ext uri="{FF2B5EF4-FFF2-40B4-BE49-F238E27FC236}">
                  <a16:creationId xmlns:a16="http://schemas.microsoft.com/office/drawing/2014/main" id="{C57182E0-F17D-405E-BB5F-D336898AB74F}"/>
                </a:ext>
              </a:extLst>
            </p:cNvPr>
            <p:cNvSpPr>
              <a:spLocks noGrp="1"/>
            </p:cNvSpPr>
            <p:nvPr/>
          </p:nvSpPr>
          <p:spPr>
            <a:xfrm>
              <a:off x="7373684" y="8408765"/>
              <a:ext cx="479012" cy="191"/>
            </a:xfrm>
            <a:custGeom>
              <a:avLst/>
              <a:gdLst/>
              <a:ahLst/>
              <a:cxnLst/>
              <a:rect l="0" t="0" r="0" b="0"/>
              <a:pathLst>
                <a:path w="479012" h="191">
                  <a:moveTo>
                    <a:pt x="479012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6" name="Language query left refined head">
              <a:extLst>
                <a:ext uri="{FF2B5EF4-FFF2-40B4-BE49-F238E27FC236}">
                  <a16:creationId xmlns:a16="http://schemas.microsoft.com/office/drawing/2014/main" id="{BAB3E33E-7DF3-4121-B7D1-9DC5C4543B52}"/>
                </a:ext>
              </a:extLst>
            </p:cNvPr>
            <p:cNvSpPr>
              <a:spLocks noGrp="1"/>
            </p:cNvSpPr>
            <p:nvPr/>
          </p:nvSpPr>
          <p:spPr>
            <a:xfrm>
              <a:off x="735034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7" name="Language query right refined">
              <a:extLst>
                <a:ext uri="{FF2B5EF4-FFF2-40B4-BE49-F238E27FC236}">
                  <a16:creationId xmlns:a16="http://schemas.microsoft.com/office/drawing/2014/main" id="{5768B13B-F7B8-420F-8A39-66392CC08BE6}"/>
                </a:ext>
              </a:extLst>
            </p:cNvPr>
            <p:cNvSpPr>
              <a:spLocks noGrp="1"/>
            </p:cNvSpPr>
            <p:nvPr/>
          </p:nvSpPr>
          <p:spPr>
            <a:xfrm>
              <a:off x="8522399" y="8408765"/>
              <a:ext cx="478917" cy="191"/>
            </a:xfrm>
            <a:custGeom>
              <a:avLst/>
              <a:gdLst/>
              <a:ahLst/>
              <a:cxnLst/>
              <a:rect l="0" t="0" r="0" b="0"/>
              <a:pathLst>
                <a:path w="478917" h="191">
                  <a:moveTo>
                    <a:pt x="0" y="0"/>
                  </a:moveTo>
                  <a:lnTo>
                    <a:pt x="478917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8" name="Language query right refined head">
              <a:extLst>
                <a:ext uri="{FF2B5EF4-FFF2-40B4-BE49-F238E27FC236}">
                  <a16:creationId xmlns:a16="http://schemas.microsoft.com/office/drawing/2014/main" id="{B9CAC691-55CE-4C7F-98C8-77E4F630AE9D}"/>
                </a:ext>
              </a:extLst>
            </p:cNvPr>
            <p:cNvSpPr>
              <a:spLocks noGrp="1"/>
            </p:cNvSpPr>
            <p:nvPr/>
          </p:nvSpPr>
          <p:spPr>
            <a:xfrm>
              <a:off x="895797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9" name="Language to fusion refined">
              <a:extLst>
                <a:ext uri="{FF2B5EF4-FFF2-40B4-BE49-F238E27FC236}">
                  <a16:creationId xmlns:a16="http://schemas.microsoft.com/office/drawing/2014/main" id="{8C8371E9-A3AE-4A33-8708-E0B52B5207D4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8475726"/>
              <a:ext cx="191" cy="281845"/>
            </a:xfrm>
            <a:custGeom>
              <a:avLst/>
              <a:gdLst/>
              <a:ahLst/>
              <a:cxnLst/>
              <a:rect l="0" t="0" r="0" b="0"/>
              <a:pathLst>
                <a:path w="191" h="281845">
                  <a:moveTo>
                    <a:pt x="0" y="0"/>
                  </a:moveTo>
                  <a:lnTo>
                    <a:pt x="0" y="2818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0" name="Language to fusion refined head">
              <a:extLst>
                <a:ext uri="{FF2B5EF4-FFF2-40B4-BE49-F238E27FC236}">
                  <a16:creationId xmlns:a16="http://schemas.microsoft.com/office/drawing/2014/main" id="{BFC9FACE-AB63-4D04-B4DD-03BB5A4ED55D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871423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1" name="Graph attention to fusion refined">
              <a:extLst>
                <a:ext uri="{FF2B5EF4-FFF2-40B4-BE49-F238E27FC236}">
                  <a16:creationId xmlns:a16="http://schemas.microsoft.com/office/drawing/2014/main" id="{EF64B67D-F163-4B23-8875-004C88516134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8585549"/>
              <a:ext cx="1092899" cy="362807"/>
            </a:xfrm>
            <a:custGeom>
              <a:avLst/>
              <a:gdLst/>
              <a:ahLst/>
              <a:cxnLst/>
              <a:rect l="0" t="0" r="0" b="0"/>
              <a:pathLst>
                <a:path w="1092899" h="362807">
                  <a:moveTo>
                    <a:pt x="0" y="0"/>
                  </a:moveTo>
                  <a:lnTo>
                    <a:pt x="0" y="362807"/>
                  </a:lnTo>
                  <a:lnTo>
                    <a:pt x="1092899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2" name="Graph attention to fusion refined head">
              <a:extLst>
                <a:ext uri="{FF2B5EF4-FFF2-40B4-BE49-F238E27FC236}">
                  <a16:creationId xmlns:a16="http://schemas.microsoft.com/office/drawing/2014/main" id="{A5CE0D31-182F-42BF-B21D-1319E75B3C1F}"/>
                </a:ext>
              </a:extLst>
            </p:cNvPr>
            <p:cNvSpPr>
              <a:spLocks noGrp="1"/>
            </p:cNvSpPr>
            <p:nvPr/>
          </p:nvSpPr>
          <p:spPr>
            <a:xfrm>
              <a:off x="7674388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3" name="Context attention to fusion refined">
              <a:extLst>
                <a:ext uri="{FF2B5EF4-FFF2-40B4-BE49-F238E27FC236}">
                  <a16:creationId xmlns:a16="http://schemas.microsoft.com/office/drawing/2014/main" id="{551B5410-7382-4B81-A4C3-6EBEA234FDFA}"/>
                </a:ext>
              </a:extLst>
            </p:cNvPr>
            <p:cNvSpPr>
              <a:spLocks noGrp="1"/>
            </p:cNvSpPr>
            <p:nvPr/>
          </p:nvSpPr>
          <p:spPr>
            <a:xfrm>
              <a:off x="8657368" y="8585549"/>
              <a:ext cx="1130046" cy="362807"/>
            </a:xfrm>
            <a:custGeom>
              <a:avLst/>
              <a:gdLst/>
              <a:ahLst/>
              <a:cxnLst/>
              <a:rect l="0" t="0" r="0" b="0"/>
              <a:pathLst>
                <a:path w="1130046" h="362807">
                  <a:moveTo>
                    <a:pt x="1130046" y="0"/>
                  </a:moveTo>
                  <a:lnTo>
                    <a:pt x="1130046" y="362807"/>
                  </a:lnTo>
                  <a:lnTo>
                    <a:pt x="0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4" name="Context attention to fusion refined head">
              <a:extLst>
                <a:ext uri="{FF2B5EF4-FFF2-40B4-BE49-F238E27FC236}">
                  <a16:creationId xmlns:a16="http://schemas.microsoft.com/office/drawing/2014/main" id="{25364B99-7E6E-476A-8B06-2764C19FC0A1}"/>
                </a:ext>
              </a:extLst>
            </p:cNvPr>
            <p:cNvSpPr>
              <a:spLocks noGrp="1"/>
            </p:cNvSpPr>
            <p:nvPr/>
          </p:nvSpPr>
          <p:spPr>
            <a:xfrm>
              <a:off x="8634032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5" name="Fusion to identity vector refined">
              <a:extLst>
                <a:ext uri="{FF2B5EF4-FFF2-40B4-BE49-F238E27FC236}">
                  <a16:creationId xmlns:a16="http://schemas.microsoft.com/office/drawing/2014/main" id="{BC96B516-2266-46FD-88C2-D603E6877803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115806"/>
              <a:ext cx="191" cy="244507"/>
            </a:xfrm>
            <a:custGeom>
              <a:avLst/>
              <a:gdLst/>
              <a:ahLst/>
              <a:cxnLst/>
              <a:rect l="0" t="0" r="0" b="0"/>
              <a:pathLst>
                <a:path w="191" h="244507">
                  <a:moveTo>
                    <a:pt x="0" y="0"/>
                  </a:moveTo>
                  <a:lnTo>
                    <a:pt x="0" y="2445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6" name="Fusion to identity vector refined head">
              <a:extLst>
                <a:ext uri="{FF2B5EF4-FFF2-40B4-BE49-F238E27FC236}">
                  <a16:creationId xmlns:a16="http://schemas.microsoft.com/office/drawing/2014/main" id="{32ACD3AD-BE82-4F8E-AF74-A41DA8F2DBEE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7" name="Identity vector to cosine refined">
              <a:extLst>
                <a:ext uri="{FF2B5EF4-FFF2-40B4-BE49-F238E27FC236}">
                  <a16:creationId xmlns:a16="http://schemas.microsoft.com/office/drawing/2014/main" id="{1A6C7EC4-40E3-4DEE-BD48-F2F62649E45D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517571"/>
              <a:ext cx="191" cy="253841"/>
            </a:xfrm>
            <a:custGeom>
              <a:avLst/>
              <a:gdLst/>
              <a:ahLst/>
              <a:cxnLst/>
              <a:rect l="0" t="0" r="0" b="0"/>
              <a:pathLst>
                <a:path w="191" h="253841">
                  <a:moveTo>
                    <a:pt x="0" y="0"/>
                  </a:moveTo>
                  <a:lnTo>
                    <a:pt x="0" y="25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8" name="Identity vector to cosine refined head">
              <a:extLst>
                <a:ext uri="{FF2B5EF4-FFF2-40B4-BE49-F238E27FC236}">
                  <a16:creationId xmlns:a16="http://schemas.microsoft.com/office/drawing/2014/main" id="{3BD12346-5882-4EF5-AD67-BE6111F38406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728073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9" name="Cosine to score matrix refined">
              <a:extLst>
                <a:ext uri="{FF2B5EF4-FFF2-40B4-BE49-F238E27FC236}">
                  <a16:creationId xmlns:a16="http://schemas.microsoft.com/office/drawing/2014/main" id="{D421DCE7-E587-4C9C-A992-63E3679BCC26}"/>
                </a:ext>
              </a:extLst>
            </p:cNvPr>
            <p:cNvSpPr>
              <a:spLocks noGrp="1"/>
            </p:cNvSpPr>
            <p:nvPr/>
          </p:nvSpPr>
          <p:spPr>
            <a:xfrm>
              <a:off x="8596884" y="9971532"/>
              <a:ext cx="619030" cy="191"/>
            </a:xfrm>
            <a:custGeom>
              <a:avLst/>
              <a:gdLst/>
              <a:ahLst/>
              <a:cxnLst/>
              <a:rect l="0" t="0" r="0" b="0"/>
              <a:pathLst>
                <a:path w="619030" h="191">
                  <a:moveTo>
                    <a:pt x="0" y="0"/>
                  </a:moveTo>
                  <a:lnTo>
                    <a:pt x="61903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30" name="Cosine to score matrix refined head">
              <a:extLst>
                <a:ext uri="{FF2B5EF4-FFF2-40B4-BE49-F238E27FC236}">
                  <a16:creationId xmlns:a16="http://schemas.microsoft.com/office/drawing/2014/main" id="{9FFAF848-D4E4-4C1B-82BC-7474C301B6EF}"/>
                </a:ext>
              </a:extLst>
            </p:cNvPr>
            <p:cNvSpPr>
              <a:spLocks noGrp="1"/>
            </p:cNvSpPr>
            <p:nvPr/>
          </p:nvSpPr>
          <p:spPr>
            <a:xfrm>
              <a:off x="9172575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31" name="Build inputs to tools refined">
              <a:extLst>
                <a:ext uri="{FF2B5EF4-FFF2-40B4-BE49-F238E27FC236}">
                  <a16:creationId xmlns:a16="http://schemas.microsoft.com/office/drawing/2014/main" id="{F863D410-C12C-4D6F-BE2C-3BF21C76053F}"/>
                </a:ext>
              </a:extLst>
            </p:cNvPr>
            <p:cNvSpPr>
              <a:spLocks noGrp="1"/>
            </p:cNvSpPr>
            <p:nvPr/>
          </p:nvSpPr>
          <p:spPr>
            <a:xfrm>
              <a:off x="12484418" y="3895725"/>
              <a:ext cx="191" cy="329089"/>
            </a:xfrm>
            <a:custGeom>
              <a:avLst/>
              <a:gdLst/>
              <a:ahLst/>
              <a:cxnLst/>
              <a:rect l="0" t="0" r="0" b="0"/>
              <a:pathLst>
                <a:path w="191" h="329089">
                  <a:moveTo>
                    <a:pt x="0" y="0"/>
                  </a:moveTo>
                  <a:lnTo>
                    <a:pt x="0" y="329089"/>
                  </a:lnTo>
                </a:path>
              </a:pathLst>
            </a:custGeom>
            <a:noFill/>
            <a:ln w="8505">
              <a:solidFill>
                <a:srgbClr val="71808C"/>
              </a:solidFill>
              <a:prstDash val="solid"/>
            </a:ln>
          </p:spPr>
        </p:sp>
        <p:sp>
          <p:nvSpPr>
            <p:cNvPr id="1432" name="Build inputs to tools refined head">
              <a:extLst>
                <a:ext uri="{FF2B5EF4-FFF2-40B4-BE49-F238E27FC236}">
                  <a16:creationId xmlns:a16="http://schemas.microsoft.com/office/drawing/2014/main" id="{B1C9350D-25E4-4483-A208-A8532BE277BE}"/>
                </a:ext>
              </a:extLst>
            </p:cNvPr>
            <p:cNvSpPr>
              <a:spLocks noGrp="1"/>
            </p:cNvSpPr>
            <p:nvPr/>
          </p:nvSpPr>
          <p:spPr>
            <a:xfrm>
              <a:off x="12455747" y="418147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08C"/>
            </a:solidFill>
            <a:ln w="0">
              <a:noFill/>
              <a:prstDash val="solid"/>
            </a:ln>
          </p:spPr>
        </p:sp>
        <p:sp>
          <p:nvSpPr>
            <p:cNvPr id="1433" name="Build tools to pose refined">
              <a:extLst>
                <a:ext uri="{FF2B5EF4-FFF2-40B4-BE49-F238E27FC236}">
                  <a16:creationId xmlns:a16="http://schemas.microsoft.com/office/drawing/2014/main" id="{A9320EAE-2233-4B4F-8C9F-ACB3A040E2D0}"/>
                </a:ext>
              </a:extLst>
            </p:cNvPr>
            <p:cNvSpPr>
              <a:spLocks noGrp="1"/>
            </p:cNvSpPr>
            <p:nvPr/>
          </p:nvSpPr>
          <p:spPr>
            <a:xfrm>
              <a:off x="12484418" y="7536561"/>
              <a:ext cx="191" cy="399478"/>
            </a:xfrm>
            <a:custGeom>
              <a:avLst/>
              <a:gdLst/>
              <a:ahLst/>
              <a:cxnLst/>
              <a:rect l="0" t="0" r="0" b="0"/>
              <a:pathLst>
                <a:path w="191" h="399478">
                  <a:moveTo>
                    <a:pt x="0" y="0"/>
                  </a:moveTo>
                  <a:lnTo>
                    <a:pt x="0" y="399478"/>
                  </a:lnTo>
                </a:path>
              </a:pathLst>
            </a:custGeom>
            <a:noFill/>
            <a:ln w="8505">
              <a:solidFill>
                <a:srgbClr val="71808C"/>
              </a:solidFill>
              <a:prstDash val="solid"/>
            </a:ln>
          </p:spPr>
        </p:sp>
        <p:sp>
          <p:nvSpPr>
            <p:cNvPr id="1434" name="Build tools to pose refined head">
              <a:extLst>
                <a:ext uri="{FF2B5EF4-FFF2-40B4-BE49-F238E27FC236}">
                  <a16:creationId xmlns:a16="http://schemas.microsoft.com/office/drawing/2014/main" id="{181A29A8-31EA-4AC9-9829-437224E047E8}"/>
                </a:ext>
              </a:extLst>
            </p:cNvPr>
            <p:cNvSpPr>
              <a:spLocks noGrp="1"/>
            </p:cNvSpPr>
            <p:nvPr/>
          </p:nvSpPr>
          <p:spPr>
            <a:xfrm>
              <a:off x="12455747" y="789270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808C"/>
            </a:solidFill>
            <a:ln w="0">
              <a:noFill/>
              <a:prstDash val="solid"/>
            </a:ln>
          </p:spPr>
        </p:sp>
      </p:grpSp>
      <p:pic>
        <p:nvPicPr>
          <p:cNvPr id="1435" name="Find clear receptor" descr="Receptor cartoon rendered from unchanged local coordinates, chain C1 of the 9LLG CA2 model."/>
          <p:cNvPicPr/>
          <p:nvPr/>
        </p:nvPicPr>
        <p:blipFill>
          <a:blip r:embed="rId7"/>
          <a:srcRect l="16857" t="30389" r="19786" b="22500"/>
          <a:stretch>
            <a:fillRect/>
          </a:stretch>
        </p:blipFill>
        <p:spPr>
          <a:xfrm>
            <a:off x="606854" y="1209339"/>
            <a:ext cx="477913" cy="456900"/>
          </a:xfrm>
          <a:prstGeom prst="rect">
            <a:avLst/>
          </a:prstGeom>
        </p:spPr>
      </p:pic>
      <p:pic>
        <p:nvPicPr>
          <p:cNvPr id="1436" name="Match clear receptor" descr="Receptor cartoon rendered from unchanged local coordinates, chain C1 of the 9LLG CA2 model."/>
          <p:cNvPicPr/>
          <p:nvPr/>
        </p:nvPicPr>
        <p:blipFill>
          <a:blip r:embed="rId7"/>
          <a:srcRect l="16857" t="30389" r="19786" b="22500"/>
          <a:stretch>
            <a:fillRect/>
          </a:stretch>
        </p:blipFill>
        <p:spPr>
          <a:xfrm>
            <a:off x="582406" y="2388765"/>
            <a:ext cx="332109" cy="317507"/>
          </a:xfrm>
          <a:prstGeom prst="rect">
            <a:avLst/>
          </a:prstGeom>
        </p:spPr>
      </p:pic>
      <p:pic>
        <p:nvPicPr>
          <p:cNvPr id="1437" name="a | 56-channel tensor stack" descr="Synthetic voxel-grid density schematic">
            <a:extLst>
              <a:ext uri="{FF2B5EF4-FFF2-40B4-BE49-F238E27FC236}">
                <a16:creationId xmlns:a16="http://schemas.microsoft.com/office/drawing/2014/main" id="{05FCAA7F-9B80-A6FD-1105-B99A09D2D8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248575" y="566797"/>
            <a:ext cx="343801" cy="237886"/>
          </a:xfrm>
          <a:prstGeom prst="rect">
            <a:avLst/>
          </a:prstGeom>
        </p:spPr>
      </p:pic>
      <p:sp>
        <p:nvSpPr>
          <p:cNvPr id="1442" name="文本框 1441">
            <a:extLst>
              <a:ext uri="{FF2B5EF4-FFF2-40B4-BE49-F238E27FC236}">
                <a16:creationId xmlns:a16="http://schemas.microsoft.com/office/drawing/2014/main" id="{8DDD4F1F-F7CE-90B1-76F1-7DDB78BECE38}"/>
              </a:ext>
            </a:extLst>
          </p:cNvPr>
          <p:cNvSpPr txBox="1"/>
          <p:nvPr/>
        </p:nvSpPr>
        <p:spPr>
          <a:xfrm>
            <a:off x="1137627" y="775016"/>
            <a:ext cx="559769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50" dirty="0">
                <a:solidFill>
                  <a:srgbClr val="71808C"/>
                </a:solidFill>
                <a:latin typeface="Arial"/>
                <a:cs typeface="Arial"/>
              </a:rPr>
              <a:t>56 channels</a:t>
            </a:r>
            <a:endParaRPr lang="zh-CN" altLang="en-US" sz="550" dirty="0">
              <a:solidFill>
                <a:srgbClr val="71808C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07384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579A4-CDCA-994F-41BF-1B7B6D5C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| Find background">
            <a:extLst>
              <a:ext uri="{FF2B5EF4-FFF2-40B4-BE49-F238E27FC236}">
                <a16:creationId xmlns:a16="http://schemas.microsoft.com/office/drawing/2014/main" id="{F40FB6F1-643B-212C-65B2-D4F7C9C1CC2D}"/>
              </a:ext>
            </a:extLst>
          </p:cNvPr>
          <p:cNvSpPr/>
          <p:nvPr/>
        </p:nvSpPr>
        <p:spPr>
          <a:xfrm>
            <a:off x="450985" y="85589"/>
            <a:ext cx="4096180" cy="1756103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9720">
            <a:solidFill>
              <a:srgbClr val="CF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3" name="Panel | Match background">
            <a:extLst>
              <a:ext uri="{FF2B5EF4-FFF2-40B4-BE49-F238E27FC236}">
                <a16:creationId xmlns:a16="http://schemas.microsoft.com/office/drawing/2014/main" id="{FCD00BE0-D4F1-874F-9321-FFAC875CE511}"/>
              </a:ext>
            </a:extLst>
          </p:cNvPr>
          <p:cNvSpPr/>
          <p:nvPr/>
        </p:nvSpPr>
        <p:spPr>
          <a:xfrm>
            <a:off x="450985" y="1885270"/>
            <a:ext cx="4096180" cy="2532204"/>
          </a:xfrm>
          <a:prstGeom prst="roundRect">
            <a:avLst>
              <a:gd name="adj" fmla="val 2000"/>
            </a:avLst>
          </a:prstGeom>
          <a:solidFill>
            <a:srgbClr val="F2F9F6"/>
          </a:solidFill>
          <a:ln w="9720">
            <a:solidFill>
              <a:srgbClr val="C8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4" name="Panel | Build background">
            <a:extLst>
              <a:ext uri="{FF2B5EF4-FFF2-40B4-BE49-F238E27FC236}">
                <a16:creationId xmlns:a16="http://schemas.microsoft.com/office/drawing/2014/main" id="{188C24A2-592A-D89D-87C8-7886D693D5EF}"/>
              </a:ext>
            </a:extLst>
          </p:cNvPr>
          <p:cNvSpPr/>
          <p:nvPr/>
        </p:nvSpPr>
        <p:spPr>
          <a:xfrm>
            <a:off x="4583047" y="81744"/>
            <a:ext cx="1354615" cy="4335730"/>
          </a:xfrm>
          <a:prstGeom prst="roundRect">
            <a:avLst>
              <a:gd name="adj" fmla="val 2000"/>
            </a:avLst>
          </a:prstGeom>
          <a:solidFill>
            <a:srgbClr val="FAF6EE"/>
          </a:solidFill>
          <a:ln w="972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grpSp>
        <p:nvGrpSpPr>
          <p:cNvPr id="5" name="Input boundary layer">
            <a:extLst>
              <a:ext uri="{FF2B5EF4-FFF2-40B4-BE49-F238E27FC236}">
                <a16:creationId xmlns:a16="http://schemas.microsoft.com/office/drawing/2014/main" id="{74966D5D-0681-641E-DD37-705449AE7067}"/>
              </a:ext>
            </a:extLst>
          </p:cNvPr>
          <p:cNvGrpSpPr/>
          <p:nvPr/>
        </p:nvGrpSpPr>
        <p:grpSpPr>
          <a:xfrm>
            <a:off x="0" y="0"/>
            <a:ext cx="6480175" cy="4468813"/>
            <a:chOff x="0" y="0"/>
            <a:chExt cx="15240000" cy="10509702"/>
          </a:xfrm>
        </p:grpSpPr>
        <p:sp>
          <p:nvSpPr>
            <p:cNvPr id="1478" name="V8 Match input boundary"/>
            <p:cNvSpPr/>
            <p:nvPr/>
          </p:nvSpPr>
          <p:spPr>
            <a:xfrm>
              <a:off x="1246829" y="5281627"/>
              <a:ext cx="3163259" cy="2511755"/>
            </a:xfrm>
            <a:custGeom>
              <a:avLst/>
              <a:gdLst/>
              <a:ahLst/>
              <a:cxnLst/>
              <a:rect l="l" t="t" r="r" b="b"/>
              <a:pathLst>
                <a:path w="1345044" h="1068019">
                  <a:moveTo>
                    <a:pt x="31750" y="0"/>
                  </a:moveTo>
                  <a:lnTo>
                    <a:pt x="893699" y="0"/>
                  </a:lnTo>
                  <a:cubicBezTo>
                    <a:pt x="911162" y="0"/>
                    <a:pt x="925449" y="14288"/>
                    <a:pt x="925449" y="31750"/>
                  </a:cubicBezTo>
                  <a:lnTo>
                    <a:pt x="925449" y="489521"/>
                  </a:lnTo>
                  <a:cubicBezTo>
                    <a:pt x="925449" y="506984"/>
                    <a:pt x="939736" y="521271"/>
                    <a:pt x="957199" y="521271"/>
                  </a:cubicBezTo>
                  <a:lnTo>
                    <a:pt x="1313294" y="521271"/>
                  </a:lnTo>
                  <a:cubicBezTo>
                    <a:pt x="1330757" y="521271"/>
                    <a:pt x="1345044" y="535559"/>
                    <a:pt x="1345044" y="553021"/>
                  </a:cubicBezTo>
                  <a:lnTo>
                    <a:pt x="1345044" y="1036269"/>
                  </a:lnTo>
                  <a:cubicBezTo>
                    <a:pt x="1345044" y="1053732"/>
                    <a:pt x="1330757" y="1068019"/>
                    <a:pt x="1313294" y="1068019"/>
                  </a:cubicBezTo>
                  <a:lnTo>
                    <a:pt x="31750" y="1068019"/>
                  </a:lnTo>
                  <a:cubicBezTo>
                    <a:pt x="14288" y="1068019"/>
                    <a:pt x="0" y="1053732"/>
                    <a:pt x="0" y="1036269"/>
                  </a:cubicBezTo>
                  <a:lnTo>
                    <a:pt x="0" y="31750"/>
                  </a:lnTo>
                  <a:cubicBezTo>
                    <a:pt x="0" y="14288"/>
                    <a:pt x="14288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w="7290" cap="rnd">
              <a:solidFill>
                <a:srgbClr val="B6CEC5"/>
              </a:solidFill>
              <a:prstDash val="solid"/>
              <a:round/>
            </a:ln>
          </p:spPr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51125693-A4AD-7688-FFFB-F8765223C63E}"/>
              </a:ext>
            </a:extLst>
          </p:cNvPr>
          <p:cNvSpPr txBox="1"/>
          <p:nvPr/>
        </p:nvSpPr>
        <p:spPr>
          <a:xfrm>
            <a:off x="519056" y="107111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23AEA58-0A1F-569A-713C-3AEAFCBC8919}"/>
              </a:ext>
            </a:extLst>
          </p:cNvPr>
          <p:cNvSpPr txBox="1"/>
          <p:nvPr/>
        </p:nvSpPr>
        <p:spPr>
          <a:xfrm>
            <a:off x="677263" y="120127"/>
            <a:ext cx="2531320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>
                <a:solidFill>
                  <a:srgbClr val="1E293B"/>
                </a:solidFill>
                <a:latin typeface="Arial"/>
              </a:rPr>
              <a:t>Find: locate ligand regions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66EB46A-1BAD-0F40-88BD-BEEC8E1AAB6A}"/>
              </a:ext>
            </a:extLst>
          </p:cNvPr>
          <p:cNvSpPr txBox="1"/>
          <p:nvPr/>
        </p:nvSpPr>
        <p:spPr>
          <a:xfrm>
            <a:off x="519056" y="1909702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b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2CF6FD1-F566-8752-EA23-ECD228D2F381}"/>
              </a:ext>
            </a:extLst>
          </p:cNvPr>
          <p:cNvSpPr txBox="1"/>
          <p:nvPr/>
        </p:nvSpPr>
        <p:spPr>
          <a:xfrm>
            <a:off x="667104" y="1931954"/>
            <a:ext cx="2847735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 dirty="0">
                <a:solidFill>
                  <a:srgbClr val="1E293B"/>
                </a:solidFill>
                <a:latin typeface="Arial"/>
              </a:rPr>
              <a:t>Match: candidate-to-identity assignment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FFA8F47E-F198-C797-47C0-E693F67958AD}"/>
              </a:ext>
            </a:extLst>
          </p:cNvPr>
          <p:cNvSpPr txBox="1"/>
          <p:nvPr/>
        </p:nvSpPr>
        <p:spPr>
          <a:xfrm>
            <a:off x="4616630" y="107125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c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DA27BFB7-4EB7-6250-4FEA-FB48E8A578E8}"/>
              </a:ext>
            </a:extLst>
          </p:cNvPr>
          <p:cNvSpPr txBox="1"/>
          <p:nvPr/>
        </p:nvSpPr>
        <p:spPr>
          <a:xfrm>
            <a:off x="4774837" y="120126"/>
            <a:ext cx="1202377" cy="239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Build: downstream</a:t>
            </a:r>
          </a:p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pose reconstruction</a:t>
            </a:r>
          </a:p>
        </p:txBody>
      </p:sp>
      <p:sp>
        <p:nvSpPr>
          <p:cNvPr id="13" name="Find | Density card">
            <a:extLst>
              <a:ext uri="{FF2B5EF4-FFF2-40B4-BE49-F238E27FC236}">
                <a16:creationId xmlns:a16="http://schemas.microsoft.com/office/drawing/2014/main" id="{AE295DF7-BEC6-A77E-84AF-B9825A35E864}"/>
              </a:ext>
            </a:extLst>
          </p:cNvPr>
          <p:cNvSpPr/>
          <p:nvPr/>
        </p:nvSpPr>
        <p:spPr>
          <a:xfrm>
            <a:off x="526966" y="284774"/>
            <a:ext cx="617009" cy="6802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918BABF5-C6F1-CDD2-B42A-58539F242897}"/>
              </a:ext>
            </a:extLst>
          </p:cNvPr>
          <p:cNvSpPr txBox="1"/>
          <p:nvPr/>
        </p:nvSpPr>
        <p:spPr>
          <a:xfrm>
            <a:off x="500206" y="317081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15" name="Find corresponding experimental density" descr="Experimental 9LLG density around chain C1 of the displayed CryoAtom2 receptor, at the original contour level and the identical camera orientation."/>
          <p:cNvPicPr/>
          <p:nvPr/>
        </p:nvPicPr>
        <p:blipFill>
          <a:blip r:embed="rId4"/>
          <a:stretch>
            <a:fillRect/>
          </a:stretch>
        </p:blipFill>
        <p:spPr>
          <a:xfrm>
            <a:off x="584632" y="440579"/>
            <a:ext cx="501650" cy="479011"/>
          </a:xfrm>
          <a:prstGeom prst="rect">
            <a:avLst/>
          </a:prstGeom>
        </p:spPr>
      </p:pic>
      <p:sp>
        <p:nvSpPr>
          <p:cNvPr id="235" name="Find | Receptor card">
            <a:extLst>
              <a:ext uri="{FF2B5EF4-FFF2-40B4-BE49-F238E27FC236}">
                <a16:creationId xmlns:a16="http://schemas.microsoft.com/office/drawing/2014/main" id="{5FC1AFEA-9C5D-82A3-D90F-D6780A1F9BA0}"/>
              </a:ext>
            </a:extLst>
          </p:cNvPr>
          <p:cNvSpPr/>
          <p:nvPr/>
        </p:nvSpPr>
        <p:spPr>
          <a:xfrm>
            <a:off x="526966" y="1028349"/>
            <a:ext cx="617009" cy="727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6" name="TextBox 6212">
            <a:extLst>
              <a:ext uri="{FF2B5EF4-FFF2-40B4-BE49-F238E27FC236}">
                <a16:creationId xmlns:a16="http://schemas.microsoft.com/office/drawing/2014/main" id="{426F0143-376F-F427-9360-0F5BB54E663F}"/>
              </a:ext>
            </a:extLst>
          </p:cNvPr>
          <p:cNvSpPr txBox="1"/>
          <p:nvPr/>
        </p:nvSpPr>
        <p:spPr>
          <a:xfrm>
            <a:off x="504666" y="1052746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237" name="Find | 3D voxel U-Net box">
            <a:extLst>
              <a:ext uri="{FF2B5EF4-FFF2-40B4-BE49-F238E27FC236}">
                <a16:creationId xmlns:a16="http://schemas.microsoft.com/office/drawing/2014/main" id="{B7B5D0F7-1388-CDFA-A6D6-98644A6B4566}"/>
              </a:ext>
            </a:extLst>
          </p:cNvPr>
          <p:cNvSpPr/>
          <p:nvPr/>
        </p:nvSpPr>
        <p:spPr>
          <a:xfrm>
            <a:off x="1743636" y="284774"/>
            <a:ext cx="2183263" cy="743575"/>
          </a:xfrm>
          <a:prstGeom prst="roundRect">
            <a:avLst>
              <a:gd name="adj" fmla="val 5000"/>
            </a:avLst>
          </a:prstGeom>
          <a:solidFill>
            <a:srgbClr val="EDF3FA"/>
          </a:solidFill>
          <a:ln w="7290">
            <a:solidFill>
              <a:srgbClr val="C3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8" name="TextBox 6223">
            <a:extLst>
              <a:ext uri="{FF2B5EF4-FFF2-40B4-BE49-F238E27FC236}">
                <a16:creationId xmlns:a16="http://schemas.microsoft.com/office/drawing/2014/main" id="{AF793AF2-FF01-959B-700D-B6748C2025F0}"/>
              </a:ext>
            </a:extLst>
          </p:cNvPr>
          <p:cNvSpPr txBox="1"/>
          <p:nvPr/>
        </p:nvSpPr>
        <p:spPr>
          <a:xfrm>
            <a:off x="1743636" y="310561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3D voxel U-Net</a:t>
            </a:r>
          </a:p>
        </p:txBody>
      </p:sp>
      <p:sp>
        <p:nvSpPr>
          <p:cNvPr id="239" name="TextBox 6224">
            <a:extLst>
              <a:ext uri="{FF2B5EF4-FFF2-40B4-BE49-F238E27FC236}">
                <a16:creationId xmlns:a16="http://schemas.microsoft.com/office/drawing/2014/main" id="{AF9177D4-4DAC-6C9A-B180-F37E4ADB5908}"/>
              </a:ext>
            </a:extLst>
          </p:cNvPr>
          <p:cNvSpPr txBox="1"/>
          <p:nvPr/>
        </p:nvSpPr>
        <p:spPr>
          <a:xfrm>
            <a:off x="1743491" y="415407"/>
            <a:ext cx="2183414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 dirty="0">
                <a:solidFill>
                  <a:srgbClr val="5A6B7C"/>
                </a:solidFill>
                <a:latin typeface="Arial"/>
              </a:rPr>
              <a:t>Skip connections</a:t>
            </a:r>
          </a:p>
        </p:txBody>
      </p:sp>
      <p:sp>
        <p:nvSpPr>
          <p:cNvPr id="240" name="TextBox 10003">
            <a:extLst>
              <a:ext uri="{FF2B5EF4-FFF2-40B4-BE49-F238E27FC236}">
                <a16:creationId xmlns:a16="http://schemas.microsoft.com/office/drawing/2014/main" id="{564ED4B4-B8F4-10B2-463F-B5870C9DCBC2}"/>
              </a:ext>
            </a:extLst>
          </p:cNvPr>
          <p:cNvSpPr txBox="1"/>
          <p:nvPr/>
        </p:nvSpPr>
        <p:spPr>
          <a:xfrm>
            <a:off x="1909753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B78A8"/>
                </a:solidFill>
                <a:latin typeface="Arial"/>
              </a:rPr>
              <a:t>Encoder</a:t>
            </a:r>
          </a:p>
        </p:txBody>
      </p:sp>
      <p:sp>
        <p:nvSpPr>
          <p:cNvPr id="241" name="TextBox 10004">
            <a:extLst>
              <a:ext uri="{FF2B5EF4-FFF2-40B4-BE49-F238E27FC236}">
                <a16:creationId xmlns:a16="http://schemas.microsoft.com/office/drawing/2014/main" id="{496CC7AC-C3AC-6DA2-32E7-4CDC0CEBDA3B}"/>
              </a:ext>
            </a:extLst>
          </p:cNvPr>
          <p:cNvSpPr txBox="1"/>
          <p:nvPr/>
        </p:nvSpPr>
        <p:spPr>
          <a:xfrm>
            <a:off x="2558404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7E63A8"/>
                </a:solidFill>
                <a:latin typeface="Arial"/>
              </a:rPr>
              <a:t>Bottleneck</a:t>
            </a:r>
          </a:p>
        </p:txBody>
      </p:sp>
      <p:sp>
        <p:nvSpPr>
          <p:cNvPr id="242" name="TextBox 10005">
            <a:extLst>
              <a:ext uri="{FF2B5EF4-FFF2-40B4-BE49-F238E27FC236}">
                <a16:creationId xmlns:a16="http://schemas.microsoft.com/office/drawing/2014/main" id="{5B7E83A7-E377-7573-4F86-2E76A4A5A5E3}"/>
              </a:ext>
            </a:extLst>
          </p:cNvPr>
          <p:cNvSpPr txBox="1"/>
          <p:nvPr/>
        </p:nvSpPr>
        <p:spPr>
          <a:xfrm>
            <a:off x="3207055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68274"/>
                </a:solidFill>
                <a:latin typeface="Arial"/>
              </a:rPr>
              <a:t>Decoder</a:t>
            </a:r>
          </a:p>
        </p:txBody>
      </p:sp>
      <p:sp>
        <p:nvSpPr>
          <p:cNvPr id="243" name="Find | Point Transformer V3 box">
            <a:extLst>
              <a:ext uri="{FF2B5EF4-FFF2-40B4-BE49-F238E27FC236}">
                <a16:creationId xmlns:a16="http://schemas.microsoft.com/office/drawing/2014/main" id="{BCC84BAB-1427-1F20-BA75-8F44DA162CB5}"/>
              </a:ext>
            </a:extLst>
          </p:cNvPr>
          <p:cNvSpPr/>
          <p:nvPr/>
        </p:nvSpPr>
        <p:spPr>
          <a:xfrm>
            <a:off x="1743636" y="1170736"/>
            <a:ext cx="2183263" cy="585368"/>
          </a:xfrm>
          <a:prstGeom prst="roundRect">
            <a:avLst>
              <a:gd name="adj" fmla="val 5000"/>
            </a:avLst>
          </a:prstGeom>
          <a:solidFill>
            <a:srgbClr val="F2EEF8"/>
          </a:solidFill>
          <a:ln w="7290">
            <a:solidFill>
              <a:srgbClr val="D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244" name="Find | PTV3 stage 1 (no pseudo)">
            <a:extLst>
              <a:ext uri="{FF2B5EF4-FFF2-40B4-BE49-F238E27FC236}">
                <a16:creationId xmlns:a16="http://schemas.microsoft.com/office/drawing/2014/main" id="{04F068A9-AC25-3FF0-A811-36FB0CF87064}"/>
              </a:ext>
            </a:extLst>
          </p:cNvPr>
          <p:cNvGrpSpPr/>
          <p:nvPr/>
        </p:nvGrpSpPr>
        <p:grpSpPr>
          <a:xfrm>
            <a:off x="1834605" y="1222153"/>
            <a:ext cx="276863" cy="197759"/>
            <a:chOff x="1837958" y="1438830"/>
            <a:chExt cx="279225" cy="243090"/>
          </a:xfrm>
        </p:grpSpPr>
        <p:sp>
          <p:nvSpPr>
            <p:cNvPr id="245" name="rect_1844">
              <a:extLst>
                <a:ext uri="{FF2B5EF4-FFF2-40B4-BE49-F238E27FC236}">
                  <a16:creationId xmlns:a16="http://schemas.microsoft.com/office/drawing/2014/main" id="{1E4C0F1D-DC56-C799-9E71-0C2D9730DBCB}"/>
                </a:ext>
              </a:extLst>
            </p:cNvPr>
            <p:cNvSpPr/>
            <p:nvPr/>
          </p:nvSpPr>
          <p:spPr>
            <a:xfrm>
              <a:off x="183795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6" name="ellipse_1845">
              <a:extLst>
                <a:ext uri="{FF2B5EF4-FFF2-40B4-BE49-F238E27FC236}">
                  <a16:creationId xmlns:a16="http://schemas.microsoft.com/office/drawing/2014/main" id="{35C06F03-F168-ED61-60ED-D55E51F790DA}"/>
                </a:ext>
              </a:extLst>
            </p:cNvPr>
            <p:cNvSpPr/>
            <p:nvPr/>
          </p:nvSpPr>
          <p:spPr>
            <a:xfrm>
              <a:off x="1911179" y="154988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1846">
              <a:extLst>
                <a:ext uri="{FF2B5EF4-FFF2-40B4-BE49-F238E27FC236}">
                  <a16:creationId xmlns:a16="http://schemas.microsoft.com/office/drawing/2014/main" id="{5E46D6EB-CE76-EAF8-2638-578AB6CE1724}"/>
                </a:ext>
              </a:extLst>
            </p:cNvPr>
            <p:cNvSpPr/>
            <p:nvPr/>
          </p:nvSpPr>
          <p:spPr>
            <a:xfrm>
              <a:off x="2016057" y="15691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8" name="ellipse_1847">
              <a:extLst>
                <a:ext uri="{FF2B5EF4-FFF2-40B4-BE49-F238E27FC236}">
                  <a16:creationId xmlns:a16="http://schemas.microsoft.com/office/drawing/2014/main" id="{3691134B-3391-AEE9-5B3D-9D8E2E1BBD7C}"/>
                </a:ext>
              </a:extLst>
            </p:cNvPr>
            <p:cNvSpPr/>
            <p:nvPr/>
          </p:nvSpPr>
          <p:spPr>
            <a:xfrm>
              <a:off x="1901005" y="1463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9" name="ellipse_1848">
              <a:extLst>
                <a:ext uri="{FF2B5EF4-FFF2-40B4-BE49-F238E27FC236}">
                  <a16:creationId xmlns:a16="http://schemas.microsoft.com/office/drawing/2014/main" id="{F9BFB853-1313-9C23-6D24-27A4883A8BF8}"/>
                </a:ext>
              </a:extLst>
            </p:cNvPr>
            <p:cNvSpPr/>
            <p:nvPr/>
          </p:nvSpPr>
          <p:spPr>
            <a:xfrm>
              <a:off x="1966917" y="149122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0" name="ellipse_1849">
              <a:extLst>
                <a:ext uri="{FF2B5EF4-FFF2-40B4-BE49-F238E27FC236}">
                  <a16:creationId xmlns:a16="http://schemas.microsoft.com/office/drawing/2014/main" id="{B238D352-CB68-7741-2A07-CBFDB1F6B73D}"/>
                </a:ext>
              </a:extLst>
            </p:cNvPr>
            <p:cNvSpPr/>
            <p:nvPr/>
          </p:nvSpPr>
          <p:spPr>
            <a:xfrm>
              <a:off x="1981202" y="14619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1" name="ellipse_1850">
              <a:extLst>
                <a:ext uri="{FF2B5EF4-FFF2-40B4-BE49-F238E27FC236}">
                  <a16:creationId xmlns:a16="http://schemas.microsoft.com/office/drawing/2014/main" id="{11BC09F9-9D83-77DE-7C68-CF270EAA67FD}"/>
                </a:ext>
              </a:extLst>
            </p:cNvPr>
            <p:cNvSpPr/>
            <p:nvPr/>
          </p:nvSpPr>
          <p:spPr>
            <a:xfrm>
              <a:off x="2025801" y="15227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2" name="ellipse_1851">
              <a:extLst>
                <a:ext uri="{FF2B5EF4-FFF2-40B4-BE49-F238E27FC236}">
                  <a16:creationId xmlns:a16="http://schemas.microsoft.com/office/drawing/2014/main" id="{B6ACE0C1-FD95-AA93-17CF-507AE06132B3}"/>
                </a:ext>
              </a:extLst>
            </p:cNvPr>
            <p:cNvSpPr/>
            <p:nvPr/>
          </p:nvSpPr>
          <p:spPr>
            <a:xfrm>
              <a:off x="1923657" y="157409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3" name="ellipse_1852">
              <a:extLst>
                <a:ext uri="{FF2B5EF4-FFF2-40B4-BE49-F238E27FC236}">
                  <a16:creationId xmlns:a16="http://schemas.microsoft.com/office/drawing/2014/main" id="{63A7FDC6-F2B0-4702-8290-9010002C51BD}"/>
                </a:ext>
              </a:extLst>
            </p:cNvPr>
            <p:cNvSpPr/>
            <p:nvPr/>
          </p:nvSpPr>
          <p:spPr>
            <a:xfrm>
              <a:off x="2046951" y="149268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4" name="ellipse_1853">
              <a:extLst>
                <a:ext uri="{FF2B5EF4-FFF2-40B4-BE49-F238E27FC236}">
                  <a16:creationId xmlns:a16="http://schemas.microsoft.com/office/drawing/2014/main" id="{806E2341-45A6-33CF-7B50-318CF1029814}"/>
                </a:ext>
              </a:extLst>
            </p:cNvPr>
            <p:cNvSpPr/>
            <p:nvPr/>
          </p:nvSpPr>
          <p:spPr>
            <a:xfrm>
              <a:off x="1971403" y="1621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5" name="ellipse_1854">
              <a:extLst>
                <a:ext uri="{FF2B5EF4-FFF2-40B4-BE49-F238E27FC236}">
                  <a16:creationId xmlns:a16="http://schemas.microsoft.com/office/drawing/2014/main" id="{06935F3B-686A-C7BD-0720-6966B80B6C3C}"/>
                </a:ext>
              </a:extLst>
            </p:cNvPr>
            <p:cNvSpPr/>
            <p:nvPr/>
          </p:nvSpPr>
          <p:spPr>
            <a:xfrm>
              <a:off x="1916632" y="148370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56" name="Find | PTV3 stage 2 (no pseudo)">
            <a:extLst>
              <a:ext uri="{FF2B5EF4-FFF2-40B4-BE49-F238E27FC236}">
                <a16:creationId xmlns:a16="http://schemas.microsoft.com/office/drawing/2014/main" id="{94E712A6-889C-F5B6-65F1-1206FDD3B1DE}"/>
              </a:ext>
            </a:extLst>
          </p:cNvPr>
          <p:cNvGrpSpPr/>
          <p:nvPr/>
        </p:nvGrpSpPr>
        <p:grpSpPr>
          <a:xfrm>
            <a:off x="2265368" y="1218198"/>
            <a:ext cx="269656" cy="205670"/>
            <a:chOff x="2276505" y="1465110"/>
            <a:chExt cx="243090" cy="190530"/>
          </a:xfrm>
        </p:grpSpPr>
        <p:sp>
          <p:nvSpPr>
            <p:cNvPr id="257" name="rect_1860">
              <a:extLst>
                <a:ext uri="{FF2B5EF4-FFF2-40B4-BE49-F238E27FC236}">
                  <a16:creationId xmlns:a16="http://schemas.microsoft.com/office/drawing/2014/main" id="{BECCDD5B-B6A1-27B9-9202-6847C90C036B}"/>
                </a:ext>
              </a:extLst>
            </p:cNvPr>
            <p:cNvSpPr/>
            <p:nvPr/>
          </p:nvSpPr>
          <p:spPr>
            <a:xfrm>
              <a:off x="227650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8" name="ellipse_1861">
              <a:extLst>
                <a:ext uri="{FF2B5EF4-FFF2-40B4-BE49-F238E27FC236}">
                  <a16:creationId xmlns:a16="http://schemas.microsoft.com/office/drawing/2014/main" id="{9ECEEC8E-62EE-B8AA-28C7-B3A81E5B1E30}"/>
                </a:ext>
              </a:extLst>
            </p:cNvPr>
            <p:cNvSpPr/>
            <p:nvPr/>
          </p:nvSpPr>
          <p:spPr>
            <a:xfrm>
              <a:off x="2443383" y="14753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9" name="ellipse_1862">
              <a:extLst>
                <a:ext uri="{FF2B5EF4-FFF2-40B4-BE49-F238E27FC236}">
                  <a16:creationId xmlns:a16="http://schemas.microsoft.com/office/drawing/2014/main" id="{7BBCADE6-F6FE-DFB0-56C1-5B0F761BFA41}"/>
                </a:ext>
              </a:extLst>
            </p:cNvPr>
            <p:cNvSpPr/>
            <p:nvPr/>
          </p:nvSpPr>
          <p:spPr>
            <a:xfrm>
              <a:off x="2334302" y="149054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0" name="ellipse_1863">
              <a:extLst>
                <a:ext uri="{FF2B5EF4-FFF2-40B4-BE49-F238E27FC236}">
                  <a16:creationId xmlns:a16="http://schemas.microsoft.com/office/drawing/2014/main" id="{44F9094C-4BB2-6EFB-2BB8-C4F7772FBA00}"/>
                </a:ext>
              </a:extLst>
            </p:cNvPr>
            <p:cNvSpPr/>
            <p:nvPr/>
          </p:nvSpPr>
          <p:spPr>
            <a:xfrm>
              <a:off x="2421391" y="151821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1" name="ellipse_1864">
              <a:extLst>
                <a:ext uri="{FF2B5EF4-FFF2-40B4-BE49-F238E27FC236}">
                  <a16:creationId xmlns:a16="http://schemas.microsoft.com/office/drawing/2014/main" id="{6EBB3958-BE02-D020-69C8-342D82B4A86C}"/>
                </a:ext>
              </a:extLst>
            </p:cNvPr>
            <p:cNvSpPr/>
            <p:nvPr/>
          </p:nvSpPr>
          <p:spPr>
            <a:xfrm>
              <a:off x="2395798" y="148175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2" name="ellipse_1865">
              <a:extLst>
                <a:ext uri="{FF2B5EF4-FFF2-40B4-BE49-F238E27FC236}">
                  <a16:creationId xmlns:a16="http://schemas.microsoft.com/office/drawing/2014/main" id="{DBB8377D-2152-DAF1-497F-A5212433DB8F}"/>
                </a:ext>
              </a:extLst>
            </p:cNvPr>
            <p:cNvSpPr/>
            <p:nvPr/>
          </p:nvSpPr>
          <p:spPr>
            <a:xfrm>
              <a:off x="2345071" y="160888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3" name="ellipse_1866">
              <a:extLst>
                <a:ext uri="{FF2B5EF4-FFF2-40B4-BE49-F238E27FC236}">
                  <a16:creationId xmlns:a16="http://schemas.microsoft.com/office/drawing/2014/main" id="{B5B8DF4D-8954-6FF0-8015-1A645E12ABCF}"/>
                </a:ext>
              </a:extLst>
            </p:cNvPr>
            <p:cNvSpPr/>
            <p:nvPr/>
          </p:nvSpPr>
          <p:spPr>
            <a:xfrm>
              <a:off x="2455927" y="15235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4" name="ellipse_1867">
              <a:extLst>
                <a:ext uri="{FF2B5EF4-FFF2-40B4-BE49-F238E27FC236}">
                  <a16:creationId xmlns:a16="http://schemas.microsoft.com/office/drawing/2014/main" id="{9585BCAF-65BF-B639-166D-3182E8B06872}"/>
                </a:ext>
              </a:extLst>
            </p:cNvPr>
            <p:cNvSpPr/>
            <p:nvPr/>
          </p:nvSpPr>
          <p:spPr>
            <a:xfrm>
              <a:off x="2415612" y="15382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5" name="ellipse_1868">
              <a:extLst>
                <a:ext uri="{FF2B5EF4-FFF2-40B4-BE49-F238E27FC236}">
                  <a16:creationId xmlns:a16="http://schemas.microsoft.com/office/drawing/2014/main" id="{98ABE91B-CAA4-6455-598F-869CFEE2374A}"/>
                </a:ext>
              </a:extLst>
            </p:cNvPr>
            <p:cNvSpPr/>
            <p:nvPr/>
          </p:nvSpPr>
          <p:spPr>
            <a:xfrm>
              <a:off x="2384162" y="155385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66" name="Find | PTV3 stage 3 (no pseudo)">
            <a:extLst>
              <a:ext uri="{FF2B5EF4-FFF2-40B4-BE49-F238E27FC236}">
                <a16:creationId xmlns:a16="http://schemas.microsoft.com/office/drawing/2014/main" id="{629F8DAB-7FB6-9893-DB25-26852E9A275C}"/>
              </a:ext>
            </a:extLst>
          </p:cNvPr>
          <p:cNvGrpSpPr/>
          <p:nvPr/>
        </p:nvGrpSpPr>
        <p:grpSpPr>
          <a:xfrm>
            <a:off x="2713208" y="1230063"/>
            <a:ext cx="244120" cy="181939"/>
            <a:chOff x="2703555" y="1491390"/>
            <a:chExt cx="190530" cy="137970"/>
          </a:xfrm>
        </p:grpSpPr>
        <p:sp>
          <p:nvSpPr>
            <p:cNvPr id="267" name="rect_1874">
              <a:extLst>
                <a:ext uri="{FF2B5EF4-FFF2-40B4-BE49-F238E27FC236}">
                  <a16:creationId xmlns:a16="http://schemas.microsoft.com/office/drawing/2014/main" id="{907923D5-14FC-3FA4-8191-5ACC3EF0015F}"/>
                </a:ext>
              </a:extLst>
            </p:cNvPr>
            <p:cNvSpPr/>
            <p:nvPr/>
          </p:nvSpPr>
          <p:spPr>
            <a:xfrm>
              <a:off x="2703555" y="1491390"/>
              <a:ext cx="190530" cy="137970"/>
            </a:xfrm>
            <a:prstGeom prst="roundRect">
              <a:avLst>
                <a:gd name="adj" fmla="val 11905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8" name="ellipse_1875">
              <a:extLst>
                <a:ext uri="{FF2B5EF4-FFF2-40B4-BE49-F238E27FC236}">
                  <a16:creationId xmlns:a16="http://schemas.microsoft.com/office/drawing/2014/main" id="{78B1D8DE-68E5-2B9E-1F18-5F1F2B5EEE99}"/>
                </a:ext>
              </a:extLst>
            </p:cNvPr>
            <p:cNvSpPr/>
            <p:nvPr/>
          </p:nvSpPr>
          <p:spPr>
            <a:xfrm>
              <a:off x="2782342" y="152486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9" name="ellipse_1876">
              <a:extLst>
                <a:ext uri="{FF2B5EF4-FFF2-40B4-BE49-F238E27FC236}">
                  <a16:creationId xmlns:a16="http://schemas.microsoft.com/office/drawing/2014/main" id="{D3BD31A2-F700-9381-4E17-A8971DE2D1BE}"/>
                </a:ext>
              </a:extLst>
            </p:cNvPr>
            <p:cNvSpPr/>
            <p:nvPr/>
          </p:nvSpPr>
          <p:spPr>
            <a:xfrm>
              <a:off x="2750750" y="159446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0" name="ellipse_1877">
              <a:extLst>
                <a:ext uri="{FF2B5EF4-FFF2-40B4-BE49-F238E27FC236}">
                  <a16:creationId xmlns:a16="http://schemas.microsoft.com/office/drawing/2014/main" id="{C915CFFC-2CF6-4D54-D0DD-EC90DD990F5B}"/>
                </a:ext>
              </a:extLst>
            </p:cNvPr>
            <p:cNvSpPr/>
            <p:nvPr/>
          </p:nvSpPr>
          <p:spPr>
            <a:xfrm>
              <a:off x="2743887" y="14971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1" name="ellipse_1878">
              <a:extLst>
                <a:ext uri="{FF2B5EF4-FFF2-40B4-BE49-F238E27FC236}">
                  <a16:creationId xmlns:a16="http://schemas.microsoft.com/office/drawing/2014/main" id="{9D13D85A-685B-423A-AF58-3275939D9CB2}"/>
                </a:ext>
              </a:extLst>
            </p:cNvPr>
            <p:cNvSpPr/>
            <p:nvPr/>
          </p:nvSpPr>
          <p:spPr>
            <a:xfrm>
              <a:off x="2833390" y="151132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2" name="ellipse_1879">
              <a:extLst>
                <a:ext uri="{FF2B5EF4-FFF2-40B4-BE49-F238E27FC236}">
                  <a16:creationId xmlns:a16="http://schemas.microsoft.com/office/drawing/2014/main" id="{FCDDABD8-E33D-13D0-30C7-CEA676DC5049}"/>
                </a:ext>
              </a:extLst>
            </p:cNvPr>
            <p:cNvSpPr/>
            <p:nvPr/>
          </p:nvSpPr>
          <p:spPr>
            <a:xfrm>
              <a:off x="2831792" y="156772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73" name="Find | PTV3 stage 4 (no pseudo)">
            <a:extLst>
              <a:ext uri="{FF2B5EF4-FFF2-40B4-BE49-F238E27FC236}">
                <a16:creationId xmlns:a16="http://schemas.microsoft.com/office/drawing/2014/main" id="{94C54B22-53F0-4954-0A9A-6FA1083BE332}"/>
              </a:ext>
            </a:extLst>
          </p:cNvPr>
          <p:cNvGrpSpPr/>
          <p:nvPr/>
        </p:nvGrpSpPr>
        <p:grpSpPr>
          <a:xfrm>
            <a:off x="3135511" y="1218198"/>
            <a:ext cx="269656" cy="205670"/>
            <a:chOff x="3097755" y="1465110"/>
            <a:chExt cx="243090" cy="190530"/>
          </a:xfrm>
        </p:grpSpPr>
        <p:sp>
          <p:nvSpPr>
            <p:cNvPr id="274" name="rect_1885">
              <a:extLst>
                <a:ext uri="{FF2B5EF4-FFF2-40B4-BE49-F238E27FC236}">
                  <a16:creationId xmlns:a16="http://schemas.microsoft.com/office/drawing/2014/main" id="{807B46E9-E1AD-A108-CD44-144839CBE077}"/>
                </a:ext>
              </a:extLst>
            </p:cNvPr>
            <p:cNvSpPr/>
            <p:nvPr/>
          </p:nvSpPr>
          <p:spPr>
            <a:xfrm>
              <a:off x="309775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5" name="ellipse_1886">
              <a:extLst>
                <a:ext uri="{FF2B5EF4-FFF2-40B4-BE49-F238E27FC236}">
                  <a16:creationId xmlns:a16="http://schemas.microsoft.com/office/drawing/2014/main" id="{924DEC96-EAF9-27FF-A157-E4E244291226}"/>
                </a:ext>
              </a:extLst>
            </p:cNvPr>
            <p:cNvSpPr/>
            <p:nvPr/>
          </p:nvSpPr>
          <p:spPr>
            <a:xfrm>
              <a:off x="3274804" y="154785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" name="ellipse_1887">
              <a:extLst>
                <a:ext uri="{FF2B5EF4-FFF2-40B4-BE49-F238E27FC236}">
                  <a16:creationId xmlns:a16="http://schemas.microsoft.com/office/drawing/2014/main" id="{0028B912-06D9-C2A3-19A0-F3EAC35E3AD4}"/>
                </a:ext>
              </a:extLst>
            </p:cNvPr>
            <p:cNvSpPr/>
            <p:nvPr/>
          </p:nvSpPr>
          <p:spPr>
            <a:xfrm>
              <a:off x="3235593" y="156879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" name="ellipse_1888">
              <a:extLst>
                <a:ext uri="{FF2B5EF4-FFF2-40B4-BE49-F238E27FC236}">
                  <a16:creationId xmlns:a16="http://schemas.microsoft.com/office/drawing/2014/main" id="{DD1A2039-8E00-A307-1C93-BA77ECE9EF00}"/>
                </a:ext>
              </a:extLst>
            </p:cNvPr>
            <p:cNvSpPr/>
            <p:nvPr/>
          </p:nvSpPr>
          <p:spPr>
            <a:xfrm>
              <a:off x="3215524" y="154839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" name="ellipse_1889">
              <a:extLst>
                <a:ext uri="{FF2B5EF4-FFF2-40B4-BE49-F238E27FC236}">
                  <a16:creationId xmlns:a16="http://schemas.microsoft.com/office/drawing/2014/main" id="{13E5C8F7-1E23-233A-E21F-527A4FD8A444}"/>
                </a:ext>
              </a:extLst>
            </p:cNvPr>
            <p:cNvSpPr/>
            <p:nvPr/>
          </p:nvSpPr>
          <p:spPr>
            <a:xfrm>
              <a:off x="3114632" y="15799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9" name="ellipse_1890">
              <a:extLst>
                <a:ext uri="{FF2B5EF4-FFF2-40B4-BE49-F238E27FC236}">
                  <a16:creationId xmlns:a16="http://schemas.microsoft.com/office/drawing/2014/main" id="{5B7644AB-324C-EBEC-C379-72753DB4346B}"/>
                </a:ext>
              </a:extLst>
            </p:cNvPr>
            <p:cNvSpPr/>
            <p:nvPr/>
          </p:nvSpPr>
          <p:spPr>
            <a:xfrm>
              <a:off x="3288227" y="158414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0" name="ellipse_1891">
              <a:extLst>
                <a:ext uri="{FF2B5EF4-FFF2-40B4-BE49-F238E27FC236}">
                  <a16:creationId xmlns:a16="http://schemas.microsoft.com/office/drawing/2014/main" id="{5BE8510B-6396-7F95-11BA-3AA1E002D1C2}"/>
                </a:ext>
              </a:extLst>
            </p:cNvPr>
            <p:cNvSpPr/>
            <p:nvPr/>
          </p:nvSpPr>
          <p:spPr>
            <a:xfrm>
              <a:off x="3206468" y="16100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1" name="ellipse_1892">
              <a:extLst>
                <a:ext uri="{FF2B5EF4-FFF2-40B4-BE49-F238E27FC236}">
                  <a16:creationId xmlns:a16="http://schemas.microsoft.com/office/drawing/2014/main" id="{D41A46F7-8B0D-A0DD-C049-8915A84E57D6}"/>
                </a:ext>
              </a:extLst>
            </p:cNvPr>
            <p:cNvSpPr/>
            <p:nvPr/>
          </p:nvSpPr>
          <p:spPr>
            <a:xfrm>
              <a:off x="3224851" y="161218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" name="ellipse_1893">
              <a:extLst>
                <a:ext uri="{FF2B5EF4-FFF2-40B4-BE49-F238E27FC236}">
                  <a16:creationId xmlns:a16="http://schemas.microsoft.com/office/drawing/2014/main" id="{23D5CB76-FB1F-4E47-CE06-83124D33B8F7}"/>
                </a:ext>
              </a:extLst>
            </p:cNvPr>
            <p:cNvSpPr/>
            <p:nvPr/>
          </p:nvSpPr>
          <p:spPr>
            <a:xfrm>
              <a:off x="3255857" y="14772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83" name="Find | PTV3 stage 5 (no pseudo)">
            <a:extLst>
              <a:ext uri="{FF2B5EF4-FFF2-40B4-BE49-F238E27FC236}">
                <a16:creationId xmlns:a16="http://schemas.microsoft.com/office/drawing/2014/main" id="{2705956B-3598-49F4-6FEB-DE4FEF6D41D2}"/>
              </a:ext>
            </a:extLst>
          </p:cNvPr>
          <p:cNvGrpSpPr/>
          <p:nvPr/>
        </p:nvGrpSpPr>
        <p:grpSpPr>
          <a:xfrm>
            <a:off x="3559066" y="1222153"/>
            <a:ext cx="276863" cy="197759"/>
            <a:chOff x="3473888" y="1438830"/>
            <a:chExt cx="279225" cy="243090"/>
          </a:xfrm>
        </p:grpSpPr>
        <p:sp>
          <p:nvSpPr>
            <p:cNvPr id="284" name="rect_1899">
              <a:extLst>
                <a:ext uri="{FF2B5EF4-FFF2-40B4-BE49-F238E27FC236}">
                  <a16:creationId xmlns:a16="http://schemas.microsoft.com/office/drawing/2014/main" id="{E14464F8-9D39-9D7B-B193-67EC8C0787F5}"/>
                </a:ext>
              </a:extLst>
            </p:cNvPr>
            <p:cNvSpPr/>
            <p:nvPr/>
          </p:nvSpPr>
          <p:spPr>
            <a:xfrm>
              <a:off x="347388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" name="ellipse_1900">
              <a:extLst>
                <a:ext uri="{FF2B5EF4-FFF2-40B4-BE49-F238E27FC236}">
                  <a16:creationId xmlns:a16="http://schemas.microsoft.com/office/drawing/2014/main" id="{E3DF11C9-5246-610E-040B-51829EA6082E}"/>
                </a:ext>
              </a:extLst>
            </p:cNvPr>
            <p:cNvSpPr/>
            <p:nvPr/>
          </p:nvSpPr>
          <p:spPr>
            <a:xfrm>
              <a:off x="3538819" y="148253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6" name="ellipse_1901">
              <a:extLst>
                <a:ext uri="{FF2B5EF4-FFF2-40B4-BE49-F238E27FC236}">
                  <a16:creationId xmlns:a16="http://schemas.microsoft.com/office/drawing/2014/main" id="{0AEF4321-E027-1A5D-EE95-578DEE5D8B24}"/>
                </a:ext>
              </a:extLst>
            </p:cNvPr>
            <p:cNvSpPr/>
            <p:nvPr/>
          </p:nvSpPr>
          <p:spPr>
            <a:xfrm>
              <a:off x="3631999" y="157809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7" name="ellipse_1902">
              <a:extLst>
                <a:ext uri="{FF2B5EF4-FFF2-40B4-BE49-F238E27FC236}">
                  <a16:creationId xmlns:a16="http://schemas.microsoft.com/office/drawing/2014/main" id="{38641419-E63A-44B7-06ED-981DE1D2D3F6}"/>
                </a:ext>
              </a:extLst>
            </p:cNvPr>
            <p:cNvSpPr/>
            <p:nvPr/>
          </p:nvSpPr>
          <p:spPr>
            <a:xfrm>
              <a:off x="3687564" y="15901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" name="ellipse_1903">
              <a:extLst>
                <a:ext uri="{FF2B5EF4-FFF2-40B4-BE49-F238E27FC236}">
                  <a16:creationId xmlns:a16="http://schemas.microsoft.com/office/drawing/2014/main" id="{9E72412C-B0D5-D8DB-8A9C-E68CF67FB5EB}"/>
                </a:ext>
              </a:extLst>
            </p:cNvPr>
            <p:cNvSpPr/>
            <p:nvPr/>
          </p:nvSpPr>
          <p:spPr>
            <a:xfrm>
              <a:off x="3686262" y="162539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" name="ellipse_1904">
              <a:extLst>
                <a:ext uri="{FF2B5EF4-FFF2-40B4-BE49-F238E27FC236}">
                  <a16:creationId xmlns:a16="http://schemas.microsoft.com/office/drawing/2014/main" id="{6925E5FA-38D3-AC6C-9309-29E263FDBF8D}"/>
                </a:ext>
              </a:extLst>
            </p:cNvPr>
            <p:cNvSpPr/>
            <p:nvPr/>
          </p:nvSpPr>
          <p:spPr>
            <a:xfrm>
              <a:off x="3673847" y="145725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" name="ellipse_1905">
              <a:extLst>
                <a:ext uri="{FF2B5EF4-FFF2-40B4-BE49-F238E27FC236}">
                  <a16:creationId xmlns:a16="http://schemas.microsoft.com/office/drawing/2014/main" id="{DDDEBE80-D051-D7C4-33A2-28C471D9C606}"/>
                </a:ext>
              </a:extLst>
            </p:cNvPr>
            <p:cNvSpPr/>
            <p:nvPr/>
          </p:nvSpPr>
          <p:spPr>
            <a:xfrm>
              <a:off x="3580150" y="160304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" name="ellipse_1906">
              <a:extLst>
                <a:ext uri="{FF2B5EF4-FFF2-40B4-BE49-F238E27FC236}">
                  <a16:creationId xmlns:a16="http://schemas.microsoft.com/office/drawing/2014/main" id="{74E28B2C-ED85-CCBE-D868-EBA705635FC8}"/>
                </a:ext>
              </a:extLst>
            </p:cNvPr>
            <p:cNvSpPr/>
            <p:nvPr/>
          </p:nvSpPr>
          <p:spPr>
            <a:xfrm>
              <a:off x="3499431" y="147999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" name="ellipse_1907">
              <a:extLst>
                <a:ext uri="{FF2B5EF4-FFF2-40B4-BE49-F238E27FC236}">
                  <a16:creationId xmlns:a16="http://schemas.microsoft.com/office/drawing/2014/main" id="{34CB00E6-90D2-8F1D-BE7A-22326DAD9390}"/>
                </a:ext>
              </a:extLst>
            </p:cNvPr>
            <p:cNvSpPr/>
            <p:nvPr/>
          </p:nvSpPr>
          <p:spPr>
            <a:xfrm>
              <a:off x="3698498" y="163375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" name="ellipse_1908">
              <a:extLst>
                <a:ext uri="{FF2B5EF4-FFF2-40B4-BE49-F238E27FC236}">
                  <a16:creationId xmlns:a16="http://schemas.microsoft.com/office/drawing/2014/main" id="{7D093839-9154-C884-68EF-C9ECCE6621D5}"/>
                </a:ext>
              </a:extLst>
            </p:cNvPr>
            <p:cNvSpPr/>
            <p:nvPr/>
          </p:nvSpPr>
          <p:spPr>
            <a:xfrm>
              <a:off x="3664475" y="160668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4" name="ellipse_1909">
              <a:extLst>
                <a:ext uri="{FF2B5EF4-FFF2-40B4-BE49-F238E27FC236}">
                  <a16:creationId xmlns:a16="http://schemas.microsoft.com/office/drawing/2014/main" id="{1FA0A2A8-9BFF-4AE5-A3C2-19CE070A845E}"/>
                </a:ext>
              </a:extLst>
            </p:cNvPr>
            <p:cNvSpPr/>
            <p:nvPr/>
          </p:nvSpPr>
          <p:spPr>
            <a:xfrm>
              <a:off x="3577670" y="157500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95" name="Rectangle 12150">
            <a:extLst>
              <a:ext uri="{FF2B5EF4-FFF2-40B4-BE49-F238E27FC236}">
                <a16:creationId xmlns:a16="http://schemas.microsoft.com/office/drawing/2014/main" id="{8BCE9DD6-E678-3F42-17CB-C51390E56250}"/>
              </a:ext>
            </a:extLst>
          </p:cNvPr>
          <p:cNvSpPr/>
          <p:nvPr/>
        </p:nvSpPr>
        <p:spPr>
          <a:xfrm>
            <a:off x="2629598" y="1487151"/>
            <a:ext cx="411339" cy="102835"/>
          </a:xfrm>
          <a:prstGeom prst="rect">
            <a:avLst/>
          </a:prstGeom>
          <a:solidFill>
            <a:srgbClr val="F2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96" name="TextBox 12151">
            <a:extLst>
              <a:ext uri="{FF2B5EF4-FFF2-40B4-BE49-F238E27FC236}">
                <a16:creationId xmlns:a16="http://schemas.microsoft.com/office/drawing/2014/main" id="{F21A1680-4864-3BFE-EB9D-0D3548EAFDA6}"/>
              </a:ext>
            </a:extLst>
          </p:cNvPr>
          <p:cNvSpPr txBox="1"/>
          <p:nvPr/>
        </p:nvSpPr>
        <p:spPr>
          <a:xfrm>
            <a:off x="2613777" y="1495608"/>
            <a:ext cx="442981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i="1">
                <a:solidFill>
                  <a:srgbClr val="3B7DB5"/>
                </a:solidFill>
                <a:latin typeface="Arial"/>
              </a:rPr>
              <a:t>Recycle</a:t>
            </a:r>
          </a:p>
        </p:txBody>
      </p:sp>
      <p:sp>
        <p:nvSpPr>
          <p:cNvPr id="297" name="TextBox 12152">
            <a:extLst>
              <a:ext uri="{FF2B5EF4-FFF2-40B4-BE49-F238E27FC236}">
                <a16:creationId xmlns:a16="http://schemas.microsoft.com/office/drawing/2014/main" id="{5D9FEC55-C600-9965-4DE6-32A6E17D5A07}"/>
              </a:ext>
            </a:extLst>
          </p:cNvPr>
          <p:cNvSpPr txBox="1"/>
          <p:nvPr/>
        </p:nvSpPr>
        <p:spPr>
          <a:xfrm>
            <a:off x="1743636" y="1615773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Point Transformer V3</a:t>
            </a:r>
          </a:p>
        </p:txBody>
      </p:sp>
      <p:sp>
        <p:nvSpPr>
          <p:cNvPr id="298" name="TextBox 12153">
            <a:extLst>
              <a:ext uri="{FF2B5EF4-FFF2-40B4-BE49-F238E27FC236}">
                <a16:creationId xmlns:a16="http://schemas.microsoft.com/office/drawing/2014/main" id="{54E7484B-02CC-45B0-4AEF-EAE34B63D8C5}"/>
              </a:ext>
            </a:extLst>
          </p:cNvPr>
          <p:cNvSpPr txBox="1"/>
          <p:nvPr/>
        </p:nvSpPr>
        <p:spPr>
          <a:xfrm>
            <a:off x="2590045" y="1058360"/>
            <a:ext cx="76730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588" dirty="0">
                <a:solidFill>
                  <a:srgbClr val="2B6CB0"/>
                </a:solidFill>
                <a:latin typeface="Arial"/>
              </a:rPr>
              <a:t>F</a:t>
            </a:r>
            <a:r>
              <a:rPr sz="588" dirty="0">
                <a:solidFill>
                  <a:srgbClr val="2B6CB0"/>
                </a:solidFill>
                <a:latin typeface="Arial"/>
              </a:rPr>
              <a:t>usion</a:t>
            </a:r>
          </a:p>
        </p:txBody>
      </p:sp>
      <p:sp>
        <p:nvSpPr>
          <p:cNvPr id="299" name="Find | Blobs output card">
            <a:extLst>
              <a:ext uri="{FF2B5EF4-FFF2-40B4-BE49-F238E27FC236}">
                <a16:creationId xmlns:a16="http://schemas.microsoft.com/office/drawing/2014/main" id="{12E3B1A0-061D-7FA3-04DF-6E20E7FA1ABD}"/>
              </a:ext>
            </a:extLst>
          </p:cNvPr>
          <p:cNvSpPr/>
          <p:nvPr/>
        </p:nvSpPr>
        <p:spPr>
          <a:xfrm>
            <a:off x="4044180" y="284775"/>
            <a:ext cx="442980" cy="147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300" name="TextBox 12155">
            <a:extLst>
              <a:ext uri="{FF2B5EF4-FFF2-40B4-BE49-F238E27FC236}">
                <a16:creationId xmlns:a16="http://schemas.microsoft.com/office/drawing/2014/main" id="{58067C07-9B74-CDCE-13CA-51603B1629E1}"/>
              </a:ext>
            </a:extLst>
          </p:cNvPr>
          <p:cNvSpPr txBox="1"/>
          <p:nvPr/>
        </p:nvSpPr>
        <p:spPr>
          <a:xfrm>
            <a:off x="3920517" y="307007"/>
            <a:ext cx="696113" cy="111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44" dirty="0">
                <a:solidFill>
                  <a:srgbClr val="1E293B"/>
                </a:solidFill>
                <a:latin typeface="Arial"/>
              </a:rPr>
              <a:t>Blobs</a:t>
            </a:r>
          </a:p>
        </p:txBody>
      </p:sp>
      <p:sp>
        <p:nvSpPr>
          <p:cNvPr id="301" name="TextBox 12160">
            <a:extLst>
              <a:ext uri="{FF2B5EF4-FFF2-40B4-BE49-F238E27FC236}">
                <a16:creationId xmlns:a16="http://schemas.microsoft.com/office/drawing/2014/main" id="{C0BF5DCB-E2FE-88D7-925D-B15DF896655F}"/>
              </a:ext>
            </a:extLst>
          </p:cNvPr>
          <p:cNvSpPr txBox="1"/>
          <p:nvPr/>
        </p:nvSpPr>
        <p:spPr>
          <a:xfrm>
            <a:off x="534876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Candidate encoder</a:t>
            </a:r>
          </a:p>
        </p:txBody>
      </p:sp>
      <p:sp>
        <p:nvSpPr>
          <p:cNvPr id="302" name="TextBox 12161">
            <a:extLst>
              <a:ext uri="{FF2B5EF4-FFF2-40B4-BE49-F238E27FC236}">
                <a16:creationId xmlns:a16="http://schemas.microsoft.com/office/drawing/2014/main" id="{1BC5AD3E-310F-35DA-0FB8-D159F2DED5E8}"/>
              </a:ext>
            </a:extLst>
          </p:cNvPr>
          <p:cNvSpPr txBox="1"/>
          <p:nvPr/>
        </p:nvSpPr>
        <p:spPr>
          <a:xfrm>
            <a:off x="2563797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Identity encoder</a:t>
            </a:r>
          </a:p>
        </p:txBody>
      </p:sp>
      <p:sp>
        <p:nvSpPr>
          <p:cNvPr id="303" name="Match | Center divider">
            <a:extLst>
              <a:ext uri="{FF2B5EF4-FFF2-40B4-BE49-F238E27FC236}">
                <a16:creationId xmlns:a16="http://schemas.microsoft.com/office/drawing/2014/main" id="{8EEA3A3D-7AAC-521A-6379-E8E2A1EE4491}"/>
              </a:ext>
            </a:extLst>
          </p:cNvPr>
          <p:cNvSpPr/>
          <p:nvPr/>
        </p:nvSpPr>
        <p:spPr>
          <a:xfrm>
            <a:off x="2474533" y="2119981"/>
            <a:ext cx="1" cy="1945952"/>
          </a:xfrm>
          <a:custGeom>
            <a:avLst/>
            <a:gdLst/>
            <a:ahLst/>
            <a:cxnLst/>
            <a:rect l="0" t="0" r="w" b="h"/>
            <a:pathLst>
              <a:path w="1" h="2249424">
                <a:moveTo>
                  <a:pt x="0" y="0"/>
                </a:moveTo>
                <a:lnTo>
                  <a:pt x="0" y="2249424"/>
                </a:lnTo>
              </a:path>
            </a:pathLst>
          </a:custGeom>
          <a:noFill/>
          <a:ln w="9525" cap="rnd" cmpd="sng" algn="ctr">
            <a:solidFill>
              <a:srgbClr val="D0E2D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4" name="TextBox 12164">
            <a:extLst>
              <a:ext uri="{FF2B5EF4-FFF2-40B4-BE49-F238E27FC236}">
                <a16:creationId xmlns:a16="http://schemas.microsoft.com/office/drawing/2014/main" id="{88CB68BB-F9CA-D93A-8F3A-4C11F8E4E8DF}"/>
              </a:ext>
            </a:extLst>
          </p:cNvPr>
          <p:cNvSpPr txBox="1"/>
          <p:nvPr/>
        </p:nvSpPr>
        <p:spPr>
          <a:xfrm>
            <a:off x="526966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305" name="TextBox 12166">
            <a:extLst>
              <a:ext uri="{FF2B5EF4-FFF2-40B4-BE49-F238E27FC236}">
                <a16:creationId xmlns:a16="http://schemas.microsoft.com/office/drawing/2014/main" id="{A3CB90A5-61D5-ABD1-1BA5-6E33BFDF1751}"/>
              </a:ext>
            </a:extLst>
          </p:cNvPr>
          <p:cNvSpPr txBox="1"/>
          <p:nvPr/>
        </p:nvSpPr>
        <p:spPr>
          <a:xfrm>
            <a:off x="1009499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306" name="Match corresponding experimental density" descr="Experimental 9LLG density around chain C1 of the displayed CryoAtom2 receptor, at the original contour level and the identical camera orientation."/>
          <p:cNvPicPr/>
          <p:nvPr/>
        </p:nvPicPr>
        <p:blipFill>
          <a:blip r:embed="rId4"/>
          <a:stretch>
            <a:fillRect/>
          </a:stretch>
        </p:blipFill>
        <p:spPr>
          <a:xfrm>
            <a:off x="1056983" y="2380847"/>
            <a:ext cx="347980" cy="332276"/>
          </a:xfrm>
          <a:prstGeom prst="rect">
            <a:avLst/>
          </a:prstGeom>
        </p:spPr>
      </p:pic>
      <p:sp>
        <p:nvSpPr>
          <p:cNvPr id="526" name="TextBox 12168">
            <a:extLst>
              <a:ext uri="{FF2B5EF4-FFF2-40B4-BE49-F238E27FC236}">
                <a16:creationId xmlns:a16="http://schemas.microsoft.com/office/drawing/2014/main" id="{3BB711EA-8085-B79B-EE11-34AA1669B798}"/>
              </a:ext>
            </a:extLst>
          </p:cNvPr>
          <p:cNvSpPr txBox="1"/>
          <p:nvPr/>
        </p:nvSpPr>
        <p:spPr>
          <a:xfrm>
            <a:off x="567015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Pocket</a:t>
            </a:r>
          </a:p>
        </p:txBody>
      </p:sp>
      <p:grpSp>
        <p:nvGrpSpPr>
          <p:cNvPr id="527" name="Match | Pocket atom cloud">
            <a:extLst>
              <a:ext uri="{FF2B5EF4-FFF2-40B4-BE49-F238E27FC236}">
                <a16:creationId xmlns:a16="http://schemas.microsoft.com/office/drawing/2014/main" id="{47ECFAD4-A020-EBB8-0D58-EC96CA45DB84}"/>
              </a:ext>
            </a:extLst>
          </p:cNvPr>
          <p:cNvGrpSpPr/>
          <p:nvPr/>
        </p:nvGrpSpPr>
        <p:grpSpPr>
          <a:xfrm>
            <a:off x="587266" y="3029482"/>
            <a:ext cx="307808" cy="222756"/>
            <a:chOff x="1295748" y="3525328"/>
            <a:chExt cx="304113" cy="219890"/>
          </a:xfrm>
        </p:grpSpPr>
        <p:sp>
          <p:nvSpPr>
            <p:cNvPr id="528" name="ellipse_2517">
              <a:extLst>
                <a:ext uri="{FF2B5EF4-FFF2-40B4-BE49-F238E27FC236}">
                  <a16:creationId xmlns:a16="http://schemas.microsoft.com/office/drawing/2014/main" id="{843CDC5F-2E00-91D1-9B72-8F34482B3C7D}"/>
                </a:ext>
              </a:extLst>
            </p:cNvPr>
            <p:cNvSpPr/>
            <p:nvPr/>
          </p:nvSpPr>
          <p:spPr>
            <a:xfrm>
              <a:off x="1343499" y="3569364"/>
              <a:ext cx="20494" cy="2049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29" name="ellipse_2518">
              <a:extLst>
                <a:ext uri="{FF2B5EF4-FFF2-40B4-BE49-F238E27FC236}">
                  <a16:creationId xmlns:a16="http://schemas.microsoft.com/office/drawing/2014/main" id="{FED793AD-C4F5-11AD-836A-4182E5F12CE9}"/>
                </a:ext>
              </a:extLst>
            </p:cNvPr>
            <p:cNvSpPr/>
            <p:nvPr/>
          </p:nvSpPr>
          <p:spPr>
            <a:xfrm>
              <a:off x="1296724" y="3594466"/>
              <a:ext cx="19197" cy="1919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0" name="ellipse_2519">
              <a:extLst>
                <a:ext uri="{FF2B5EF4-FFF2-40B4-BE49-F238E27FC236}">
                  <a16:creationId xmlns:a16="http://schemas.microsoft.com/office/drawing/2014/main" id="{04A40466-1375-E394-AE6C-150B6030646A}"/>
                </a:ext>
              </a:extLst>
            </p:cNvPr>
            <p:cNvSpPr/>
            <p:nvPr/>
          </p:nvSpPr>
          <p:spPr>
            <a:xfrm>
              <a:off x="1438834" y="3720705"/>
              <a:ext cx="24513" cy="2451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1" name="ellipse_2520">
              <a:extLst>
                <a:ext uri="{FF2B5EF4-FFF2-40B4-BE49-F238E27FC236}">
                  <a16:creationId xmlns:a16="http://schemas.microsoft.com/office/drawing/2014/main" id="{6462F8DF-7040-24EA-878A-4122A1A10390}"/>
                </a:ext>
              </a:extLst>
            </p:cNvPr>
            <p:cNvSpPr/>
            <p:nvPr/>
          </p:nvSpPr>
          <p:spPr>
            <a:xfrm>
              <a:off x="1501618" y="3664422"/>
              <a:ext cx="25439" cy="2543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2" name="ellipse_2521">
              <a:extLst>
                <a:ext uri="{FF2B5EF4-FFF2-40B4-BE49-F238E27FC236}">
                  <a16:creationId xmlns:a16="http://schemas.microsoft.com/office/drawing/2014/main" id="{B5F501AF-219C-F3F3-DA20-9EF4F1EC7D5C}"/>
                </a:ext>
              </a:extLst>
            </p:cNvPr>
            <p:cNvSpPr/>
            <p:nvPr/>
          </p:nvSpPr>
          <p:spPr>
            <a:xfrm>
              <a:off x="1321281" y="3628338"/>
              <a:ext cx="23115" cy="23115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3" name="ellipse_2522">
              <a:extLst>
                <a:ext uri="{FF2B5EF4-FFF2-40B4-BE49-F238E27FC236}">
                  <a16:creationId xmlns:a16="http://schemas.microsoft.com/office/drawing/2014/main" id="{98748402-936C-803F-1C8C-F51F74FBA264}"/>
                </a:ext>
              </a:extLst>
            </p:cNvPr>
            <p:cNvSpPr/>
            <p:nvPr/>
          </p:nvSpPr>
          <p:spPr>
            <a:xfrm>
              <a:off x="1295748" y="3626085"/>
              <a:ext cx="19345" cy="19345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4" name="ellipse_2523">
              <a:extLst>
                <a:ext uri="{FF2B5EF4-FFF2-40B4-BE49-F238E27FC236}">
                  <a16:creationId xmlns:a16="http://schemas.microsoft.com/office/drawing/2014/main" id="{3EEFE5C7-5F80-39E0-8196-C33DCC04ADF5}"/>
                </a:ext>
              </a:extLst>
            </p:cNvPr>
            <p:cNvSpPr/>
            <p:nvPr/>
          </p:nvSpPr>
          <p:spPr>
            <a:xfrm>
              <a:off x="1338176" y="3604570"/>
              <a:ext cx="23202" cy="2320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5" name="ellipse_2524">
              <a:extLst>
                <a:ext uri="{FF2B5EF4-FFF2-40B4-BE49-F238E27FC236}">
                  <a16:creationId xmlns:a16="http://schemas.microsoft.com/office/drawing/2014/main" id="{359C60E3-4EB6-9B72-208C-2260717B49C8}"/>
                </a:ext>
              </a:extLst>
            </p:cNvPr>
            <p:cNvSpPr/>
            <p:nvPr/>
          </p:nvSpPr>
          <p:spPr>
            <a:xfrm>
              <a:off x="1349937" y="3578135"/>
              <a:ext cx="25593" cy="25593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6" name="ellipse_2525">
              <a:extLst>
                <a:ext uri="{FF2B5EF4-FFF2-40B4-BE49-F238E27FC236}">
                  <a16:creationId xmlns:a16="http://schemas.microsoft.com/office/drawing/2014/main" id="{7A26A077-8387-30AD-2262-3B9C7D6DE198}"/>
                </a:ext>
              </a:extLst>
            </p:cNvPr>
            <p:cNvSpPr/>
            <p:nvPr/>
          </p:nvSpPr>
          <p:spPr>
            <a:xfrm>
              <a:off x="1391990" y="3698653"/>
              <a:ext cx="18941" cy="18941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7" name="ellipse_2526">
              <a:extLst>
                <a:ext uri="{FF2B5EF4-FFF2-40B4-BE49-F238E27FC236}">
                  <a16:creationId xmlns:a16="http://schemas.microsoft.com/office/drawing/2014/main" id="{870F54D2-86E6-8026-95CA-35EDE8FF3602}"/>
                </a:ext>
              </a:extLst>
            </p:cNvPr>
            <p:cNvSpPr/>
            <p:nvPr/>
          </p:nvSpPr>
          <p:spPr>
            <a:xfrm>
              <a:off x="1335383" y="3592607"/>
              <a:ext cx="16783" cy="16783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8" name="ellipse_2527">
              <a:extLst>
                <a:ext uri="{FF2B5EF4-FFF2-40B4-BE49-F238E27FC236}">
                  <a16:creationId xmlns:a16="http://schemas.microsoft.com/office/drawing/2014/main" id="{C85A81B8-A397-BECE-2758-976F9B02BF9C}"/>
                </a:ext>
              </a:extLst>
            </p:cNvPr>
            <p:cNvSpPr/>
            <p:nvPr/>
          </p:nvSpPr>
          <p:spPr>
            <a:xfrm>
              <a:off x="1421016" y="3723168"/>
              <a:ext cx="20110" cy="20110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6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39" name="ellipse_2528">
              <a:extLst>
                <a:ext uri="{FF2B5EF4-FFF2-40B4-BE49-F238E27FC236}">
                  <a16:creationId xmlns:a16="http://schemas.microsoft.com/office/drawing/2014/main" id="{27A764EE-F4EB-8365-729D-CD01B9D35B9A}"/>
                </a:ext>
              </a:extLst>
            </p:cNvPr>
            <p:cNvSpPr/>
            <p:nvPr/>
          </p:nvSpPr>
          <p:spPr>
            <a:xfrm>
              <a:off x="1366273" y="3564666"/>
              <a:ext cx="21791" cy="21791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0" name="ellipse_2529">
              <a:extLst>
                <a:ext uri="{FF2B5EF4-FFF2-40B4-BE49-F238E27FC236}">
                  <a16:creationId xmlns:a16="http://schemas.microsoft.com/office/drawing/2014/main" id="{5D7FF66C-D602-C419-CCA0-4CCA03439723}"/>
                </a:ext>
              </a:extLst>
            </p:cNvPr>
            <p:cNvSpPr/>
            <p:nvPr/>
          </p:nvSpPr>
          <p:spPr>
            <a:xfrm>
              <a:off x="1327790" y="3609446"/>
              <a:ext cx="20508" cy="20508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1" name="ellipse_2530">
              <a:extLst>
                <a:ext uri="{FF2B5EF4-FFF2-40B4-BE49-F238E27FC236}">
                  <a16:creationId xmlns:a16="http://schemas.microsoft.com/office/drawing/2014/main" id="{C7F8516B-8E67-6C13-7AC3-B39CFD29686C}"/>
                </a:ext>
              </a:extLst>
            </p:cNvPr>
            <p:cNvSpPr/>
            <p:nvPr/>
          </p:nvSpPr>
          <p:spPr>
            <a:xfrm>
              <a:off x="1408118" y="3688755"/>
              <a:ext cx="22554" cy="22554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2" name="ellipse_2531">
              <a:extLst>
                <a:ext uri="{FF2B5EF4-FFF2-40B4-BE49-F238E27FC236}">
                  <a16:creationId xmlns:a16="http://schemas.microsoft.com/office/drawing/2014/main" id="{2308FE4E-C3B2-7FFB-0A71-1EDE15A5A3E8}"/>
                </a:ext>
              </a:extLst>
            </p:cNvPr>
            <p:cNvSpPr/>
            <p:nvPr/>
          </p:nvSpPr>
          <p:spPr>
            <a:xfrm>
              <a:off x="1428373" y="3713303"/>
              <a:ext cx="24738" cy="2473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3" name="ellipse_2532">
              <a:extLst>
                <a:ext uri="{FF2B5EF4-FFF2-40B4-BE49-F238E27FC236}">
                  <a16:creationId xmlns:a16="http://schemas.microsoft.com/office/drawing/2014/main" id="{8543A7A1-58C9-B5C2-A85E-C90AD7627125}"/>
                </a:ext>
              </a:extLst>
            </p:cNvPr>
            <p:cNvSpPr/>
            <p:nvPr/>
          </p:nvSpPr>
          <p:spPr>
            <a:xfrm>
              <a:off x="1547670" y="3653309"/>
              <a:ext cx="21842" cy="2184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4" name="ellipse_2533">
              <a:extLst>
                <a:ext uri="{FF2B5EF4-FFF2-40B4-BE49-F238E27FC236}">
                  <a16:creationId xmlns:a16="http://schemas.microsoft.com/office/drawing/2014/main" id="{C26654CE-1D7C-9DA3-5063-A0AAD3BC8658}"/>
                </a:ext>
              </a:extLst>
            </p:cNvPr>
            <p:cNvSpPr/>
            <p:nvPr/>
          </p:nvSpPr>
          <p:spPr>
            <a:xfrm>
              <a:off x="1517557" y="3700982"/>
              <a:ext cx="20964" cy="20964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5" name="ellipse_2534">
              <a:extLst>
                <a:ext uri="{FF2B5EF4-FFF2-40B4-BE49-F238E27FC236}">
                  <a16:creationId xmlns:a16="http://schemas.microsoft.com/office/drawing/2014/main" id="{996B2A10-34E5-AC41-4214-69514A6E6FA3}"/>
                </a:ext>
              </a:extLst>
            </p:cNvPr>
            <p:cNvSpPr/>
            <p:nvPr/>
          </p:nvSpPr>
          <p:spPr>
            <a:xfrm>
              <a:off x="1535521" y="3630252"/>
              <a:ext cx="17917" cy="17917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9E0E5"/>
                </a:gs>
                <a:gs pos="100000">
                  <a:srgbClr val="B1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6" name="ellipse_2535">
              <a:extLst>
                <a:ext uri="{FF2B5EF4-FFF2-40B4-BE49-F238E27FC236}">
                  <a16:creationId xmlns:a16="http://schemas.microsoft.com/office/drawing/2014/main" id="{B76716BC-6049-F52F-E9E9-CBF18EEBE7AC}"/>
                </a:ext>
              </a:extLst>
            </p:cNvPr>
            <p:cNvSpPr/>
            <p:nvPr/>
          </p:nvSpPr>
          <p:spPr>
            <a:xfrm>
              <a:off x="1344039" y="3678107"/>
              <a:ext cx="21719" cy="21719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7" name="ellipse_2536">
              <a:extLst>
                <a:ext uri="{FF2B5EF4-FFF2-40B4-BE49-F238E27FC236}">
                  <a16:creationId xmlns:a16="http://schemas.microsoft.com/office/drawing/2014/main" id="{016DAC12-92B5-B26D-28FB-24D9BF161C25}"/>
                </a:ext>
              </a:extLst>
            </p:cNvPr>
            <p:cNvSpPr/>
            <p:nvPr/>
          </p:nvSpPr>
          <p:spPr>
            <a:xfrm>
              <a:off x="1486134" y="3678415"/>
              <a:ext cx="22120" cy="2212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8" name="ellipse_2537">
              <a:extLst>
                <a:ext uri="{FF2B5EF4-FFF2-40B4-BE49-F238E27FC236}">
                  <a16:creationId xmlns:a16="http://schemas.microsoft.com/office/drawing/2014/main" id="{CA0C6A76-5AB5-3E89-F968-128002FB1032}"/>
                </a:ext>
              </a:extLst>
            </p:cNvPr>
            <p:cNvSpPr/>
            <p:nvPr/>
          </p:nvSpPr>
          <p:spPr>
            <a:xfrm>
              <a:off x="1538537" y="3597777"/>
              <a:ext cx="22828" cy="2282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49" name="ellipse_2538">
              <a:extLst>
                <a:ext uri="{FF2B5EF4-FFF2-40B4-BE49-F238E27FC236}">
                  <a16:creationId xmlns:a16="http://schemas.microsoft.com/office/drawing/2014/main" id="{DE596162-5015-EDD5-1CD2-370FCA46C05C}"/>
                </a:ext>
              </a:extLst>
            </p:cNvPr>
            <p:cNvSpPr/>
            <p:nvPr/>
          </p:nvSpPr>
          <p:spPr>
            <a:xfrm>
              <a:off x="1401131" y="3720374"/>
              <a:ext cx="16876" cy="16876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9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0" name="ellipse_2539">
              <a:extLst>
                <a:ext uri="{FF2B5EF4-FFF2-40B4-BE49-F238E27FC236}">
                  <a16:creationId xmlns:a16="http://schemas.microsoft.com/office/drawing/2014/main" id="{AC26C0B0-5569-F89F-3FEA-CEF90EA6D242}"/>
                </a:ext>
              </a:extLst>
            </p:cNvPr>
            <p:cNvSpPr/>
            <p:nvPr/>
          </p:nvSpPr>
          <p:spPr>
            <a:xfrm>
              <a:off x="1525941" y="3593109"/>
              <a:ext cx="21620" cy="2162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1" name="ellipse_2540">
              <a:extLst>
                <a:ext uri="{FF2B5EF4-FFF2-40B4-BE49-F238E27FC236}">
                  <a16:creationId xmlns:a16="http://schemas.microsoft.com/office/drawing/2014/main" id="{4E4EDC89-114B-19E9-6D29-A6FD4A2F3935}"/>
                </a:ext>
              </a:extLst>
            </p:cNvPr>
            <p:cNvSpPr/>
            <p:nvPr/>
          </p:nvSpPr>
          <p:spPr>
            <a:xfrm>
              <a:off x="1462052" y="3689103"/>
              <a:ext cx="24723" cy="24723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C"/>
                </a:gs>
                <a:gs pos="100000">
                  <a:srgbClr val="A4B1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2" name="ellipse_2541">
              <a:extLst>
                <a:ext uri="{FF2B5EF4-FFF2-40B4-BE49-F238E27FC236}">
                  <a16:creationId xmlns:a16="http://schemas.microsoft.com/office/drawing/2014/main" id="{2F38D6F3-B01E-C5BA-A6C9-E80C393808C0}"/>
                </a:ext>
              </a:extLst>
            </p:cNvPr>
            <p:cNvSpPr/>
            <p:nvPr/>
          </p:nvSpPr>
          <p:spPr>
            <a:xfrm>
              <a:off x="1338003" y="3621442"/>
              <a:ext cx="17209" cy="1720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3" name="ellipse_2542">
              <a:extLst>
                <a:ext uri="{FF2B5EF4-FFF2-40B4-BE49-F238E27FC236}">
                  <a16:creationId xmlns:a16="http://schemas.microsoft.com/office/drawing/2014/main" id="{24C8E631-3CF0-FD02-569A-AB6F90D53982}"/>
                </a:ext>
              </a:extLst>
            </p:cNvPr>
            <p:cNvSpPr/>
            <p:nvPr/>
          </p:nvSpPr>
          <p:spPr>
            <a:xfrm>
              <a:off x="1436611" y="3687896"/>
              <a:ext cx="16365" cy="1636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4" name="ellipse_2543">
              <a:extLst>
                <a:ext uri="{FF2B5EF4-FFF2-40B4-BE49-F238E27FC236}">
                  <a16:creationId xmlns:a16="http://schemas.microsoft.com/office/drawing/2014/main" id="{C729E10D-0627-21B9-80CF-0964929780FF}"/>
                </a:ext>
              </a:extLst>
            </p:cNvPr>
            <p:cNvSpPr/>
            <p:nvPr/>
          </p:nvSpPr>
          <p:spPr>
            <a:xfrm>
              <a:off x="1387354" y="3566640"/>
              <a:ext cx="17190" cy="17190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5" name="ellipse_2544">
              <a:extLst>
                <a:ext uri="{FF2B5EF4-FFF2-40B4-BE49-F238E27FC236}">
                  <a16:creationId xmlns:a16="http://schemas.microsoft.com/office/drawing/2014/main" id="{A99A2187-84A0-9B20-BF3A-DAB02B69C4C4}"/>
                </a:ext>
              </a:extLst>
            </p:cNvPr>
            <p:cNvSpPr/>
            <p:nvPr/>
          </p:nvSpPr>
          <p:spPr>
            <a:xfrm>
              <a:off x="1453977" y="3540995"/>
              <a:ext cx="18775" cy="1877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6" name="ellipse_2545">
              <a:extLst>
                <a:ext uri="{FF2B5EF4-FFF2-40B4-BE49-F238E27FC236}">
                  <a16:creationId xmlns:a16="http://schemas.microsoft.com/office/drawing/2014/main" id="{D168B60A-97E6-2D84-ADAE-99C5B3DBA046}"/>
                </a:ext>
              </a:extLst>
            </p:cNvPr>
            <p:cNvSpPr/>
            <p:nvPr/>
          </p:nvSpPr>
          <p:spPr>
            <a:xfrm>
              <a:off x="1487168" y="3548389"/>
              <a:ext cx="16148" cy="1614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7" name="ellipse_2546">
              <a:extLst>
                <a:ext uri="{FF2B5EF4-FFF2-40B4-BE49-F238E27FC236}">
                  <a16:creationId xmlns:a16="http://schemas.microsoft.com/office/drawing/2014/main" id="{44A756EE-B4F8-7939-7EB8-07F6FCD49046}"/>
                </a:ext>
              </a:extLst>
            </p:cNvPr>
            <p:cNvSpPr/>
            <p:nvPr/>
          </p:nvSpPr>
          <p:spPr>
            <a:xfrm>
              <a:off x="1536436" y="3643342"/>
              <a:ext cx="21862" cy="218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8" name="ellipse_2547">
              <a:extLst>
                <a:ext uri="{FF2B5EF4-FFF2-40B4-BE49-F238E27FC236}">
                  <a16:creationId xmlns:a16="http://schemas.microsoft.com/office/drawing/2014/main" id="{016A9C6E-5198-FE0E-481B-D12E15B0BC56}"/>
                </a:ext>
              </a:extLst>
            </p:cNvPr>
            <p:cNvSpPr/>
            <p:nvPr/>
          </p:nvSpPr>
          <p:spPr>
            <a:xfrm>
              <a:off x="1542031" y="3603619"/>
              <a:ext cx="25264" cy="2526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59" name="ellipse_2548">
              <a:extLst>
                <a:ext uri="{FF2B5EF4-FFF2-40B4-BE49-F238E27FC236}">
                  <a16:creationId xmlns:a16="http://schemas.microsoft.com/office/drawing/2014/main" id="{5706DC0D-A0C3-DFFD-87CD-47547F093DE6}"/>
                </a:ext>
              </a:extLst>
            </p:cNvPr>
            <p:cNvSpPr/>
            <p:nvPr/>
          </p:nvSpPr>
          <p:spPr>
            <a:xfrm>
              <a:off x="1434762" y="3711046"/>
              <a:ext cx="16788" cy="1678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0" name="ellipse_2549">
              <a:extLst>
                <a:ext uri="{FF2B5EF4-FFF2-40B4-BE49-F238E27FC236}">
                  <a16:creationId xmlns:a16="http://schemas.microsoft.com/office/drawing/2014/main" id="{5B9D6E8A-FA15-376C-893D-6AE85A97832A}"/>
                </a:ext>
              </a:extLst>
            </p:cNvPr>
            <p:cNvSpPr/>
            <p:nvPr/>
          </p:nvSpPr>
          <p:spPr>
            <a:xfrm>
              <a:off x="1543438" y="3672057"/>
              <a:ext cx="23717" cy="2371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1" name="ellipse_2550">
              <a:extLst>
                <a:ext uri="{FF2B5EF4-FFF2-40B4-BE49-F238E27FC236}">
                  <a16:creationId xmlns:a16="http://schemas.microsoft.com/office/drawing/2014/main" id="{CB6D41F4-2F4C-0147-6715-F828348E49F1}"/>
                </a:ext>
              </a:extLst>
            </p:cNvPr>
            <p:cNvSpPr/>
            <p:nvPr/>
          </p:nvSpPr>
          <p:spPr>
            <a:xfrm>
              <a:off x="1529817" y="3654293"/>
              <a:ext cx="15593" cy="1559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2" name="ellipse_2551">
              <a:extLst>
                <a:ext uri="{FF2B5EF4-FFF2-40B4-BE49-F238E27FC236}">
                  <a16:creationId xmlns:a16="http://schemas.microsoft.com/office/drawing/2014/main" id="{F661528C-728C-0DB5-C438-D0FCEA7CF8FC}"/>
                </a:ext>
              </a:extLst>
            </p:cNvPr>
            <p:cNvSpPr/>
            <p:nvPr/>
          </p:nvSpPr>
          <p:spPr>
            <a:xfrm>
              <a:off x="1550063" y="3626271"/>
              <a:ext cx="18725" cy="1872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3" name="ellipse_2552">
              <a:extLst>
                <a:ext uri="{FF2B5EF4-FFF2-40B4-BE49-F238E27FC236}">
                  <a16:creationId xmlns:a16="http://schemas.microsoft.com/office/drawing/2014/main" id="{30343E35-99F5-1ACC-DA79-E3EE47A15994}"/>
                </a:ext>
              </a:extLst>
            </p:cNvPr>
            <p:cNvSpPr/>
            <p:nvPr/>
          </p:nvSpPr>
          <p:spPr>
            <a:xfrm>
              <a:off x="1395088" y="3533435"/>
              <a:ext cx="15948" cy="1594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4" name="ellipse_2553">
              <a:extLst>
                <a:ext uri="{FF2B5EF4-FFF2-40B4-BE49-F238E27FC236}">
                  <a16:creationId xmlns:a16="http://schemas.microsoft.com/office/drawing/2014/main" id="{DD82712E-9CB5-8E3C-1A90-69817008B6C4}"/>
                </a:ext>
              </a:extLst>
            </p:cNvPr>
            <p:cNvSpPr/>
            <p:nvPr/>
          </p:nvSpPr>
          <p:spPr>
            <a:xfrm>
              <a:off x="1313742" y="3573420"/>
              <a:ext cx="15496" cy="1549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3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5" name="ellipse_2554">
              <a:extLst>
                <a:ext uri="{FF2B5EF4-FFF2-40B4-BE49-F238E27FC236}">
                  <a16:creationId xmlns:a16="http://schemas.microsoft.com/office/drawing/2014/main" id="{BF20A1CB-BB03-F44A-9405-2804AE46D809}"/>
                </a:ext>
              </a:extLst>
            </p:cNvPr>
            <p:cNvSpPr/>
            <p:nvPr/>
          </p:nvSpPr>
          <p:spPr>
            <a:xfrm>
              <a:off x="1329291" y="3672157"/>
              <a:ext cx="23375" cy="2337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6" name="ellipse_2555">
              <a:extLst>
                <a:ext uri="{FF2B5EF4-FFF2-40B4-BE49-F238E27FC236}">
                  <a16:creationId xmlns:a16="http://schemas.microsoft.com/office/drawing/2014/main" id="{811726C1-EE9F-7AF9-0241-F38230586DFB}"/>
                </a:ext>
              </a:extLst>
            </p:cNvPr>
            <p:cNvSpPr/>
            <p:nvPr/>
          </p:nvSpPr>
          <p:spPr>
            <a:xfrm>
              <a:off x="1307786" y="3621846"/>
              <a:ext cx="22071" cy="22071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7" name="ellipse_2556">
              <a:extLst>
                <a:ext uri="{FF2B5EF4-FFF2-40B4-BE49-F238E27FC236}">
                  <a16:creationId xmlns:a16="http://schemas.microsoft.com/office/drawing/2014/main" id="{E608C1A8-5769-1EC6-68D3-F6B7AA96404F}"/>
                </a:ext>
              </a:extLst>
            </p:cNvPr>
            <p:cNvSpPr/>
            <p:nvPr/>
          </p:nvSpPr>
          <p:spPr>
            <a:xfrm>
              <a:off x="1584475" y="3627694"/>
              <a:ext cx="15386" cy="15386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8" name="ellipse_2557">
              <a:extLst>
                <a:ext uri="{FF2B5EF4-FFF2-40B4-BE49-F238E27FC236}">
                  <a16:creationId xmlns:a16="http://schemas.microsoft.com/office/drawing/2014/main" id="{7F07F02C-4457-806D-D8AC-8653FE4B1378}"/>
                </a:ext>
              </a:extLst>
            </p:cNvPr>
            <p:cNvSpPr/>
            <p:nvPr/>
          </p:nvSpPr>
          <p:spPr>
            <a:xfrm>
              <a:off x="1453895" y="3558216"/>
              <a:ext cx="24625" cy="2462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69" name="ellipse_2558">
              <a:extLst>
                <a:ext uri="{FF2B5EF4-FFF2-40B4-BE49-F238E27FC236}">
                  <a16:creationId xmlns:a16="http://schemas.microsoft.com/office/drawing/2014/main" id="{744BEF9B-95E0-6D56-E780-F11665838CB6}"/>
                </a:ext>
              </a:extLst>
            </p:cNvPr>
            <p:cNvSpPr/>
            <p:nvPr/>
          </p:nvSpPr>
          <p:spPr>
            <a:xfrm>
              <a:off x="1514397" y="3669171"/>
              <a:ext cx="15296" cy="15296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0" name="ellipse_2559">
              <a:extLst>
                <a:ext uri="{FF2B5EF4-FFF2-40B4-BE49-F238E27FC236}">
                  <a16:creationId xmlns:a16="http://schemas.microsoft.com/office/drawing/2014/main" id="{383BC3B3-FC57-60D2-77D9-9911773C8A3F}"/>
                </a:ext>
              </a:extLst>
            </p:cNvPr>
            <p:cNvSpPr/>
            <p:nvPr/>
          </p:nvSpPr>
          <p:spPr>
            <a:xfrm>
              <a:off x="1502877" y="3686988"/>
              <a:ext cx="19310" cy="1931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1" name="ellipse_2560">
              <a:extLst>
                <a:ext uri="{FF2B5EF4-FFF2-40B4-BE49-F238E27FC236}">
                  <a16:creationId xmlns:a16="http://schemas.microsoft.com/office/drawing/2014/main" id="{67196488-2662-64CF-488E-085A25BB4E59}"/>
                </a:ext>
              </a:extLst>
            </p:cNvPr>
            <p:cNvSpPr/>
            <p:nvPr/>
          </p:nvSpPr>
          <p:spPr>
            <a:xfrm>
              <a:off x="1507745" y="3695631"/>
              <a:ext cx="15466" cy="1546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2" name="ellipse_2561">
              <a:extLst>
                <a:ext uri="{FF2B5EF4-FFF2-40B4-BE49-F238E27FC236}">
                  <a16:creationId xmlns:a16="http://schemas.microsoft.com/office/drawing/2014/main" id="{8C7DA677-3888-4202-A04C-7620A39B2E4D}"/>
                </a:ext>
              </a:extLst>
            </p:cNvPr>
            <p:cNvSpPr/>
            <p:nvPr/>
          </p:nvSpPr>
          <p:spPr>
            <a:xfrm>
              <a:off x="1432818" y="3538051"/>
              <a:ext cx="19094" cy="1909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3" name="ellipse_2562">
              <a:extLst>
                <a:ext uri="{FF2B5EF4-FFF2-40B4-BE49-F238E27FC236}">
                  <a16:creationId xmlns:a16="http://schemas.microsoft.com/office/drawing/2014/main" id="{6B6B1D76-AF18-D1B4-5D5A-FD370D24EE83}"/>
                </a:ext>
              </a:extLst>
            </p:cNvPr>
            <p:cNvSpPr/>
            <p:nvPr/>
          </p:nvSpPr>
          <p:spPr>
            <a:xfrm>
              <a:off x="1511410" y="3670510"/>
              <a:ext cx="18124" cy="18124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4" name="ellipse_2563">
              <a:extLst>
                <a:ext uri="{FF2B5EF4-FFF2-40B4-BE49-F238E27FC236}">
                  <a16:creationId xmlns:a16="http://schemas.microsoft.com/office/drawing/2014/main" id="{3CC5AD1D-2C48-BA7A-5B77-18257E783D24}"/>
                </a:ext>
              </a:extLst>
            </p:cNvPr>
            <p:cNvSpPr/>
            <p:nvPr/>
          </p:nvSpPr>
          <p:spPr>
            <a:xfrm>
              <a:off x="1465959" y="3697582"/>
              <a:ext cx="20714" cy="20714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5" name="ellipse_2564">
              <a:extLst>
                <a:ext uri="{FF2B5EF4-FFF2-40B4-BE49-F238E27FC236}">
                  <a16:creationId xmlns:a16="http://schemas.microsoft.com/office/drawing/2014/main" id="{365F4308-8CD1-ACFC-0218-EA06C7AB26F6}"/>
                </a:ext>
              </a:extLst>
            </p:cNvPr>
            <p:cNvSpPr/>
            <p:nvPr/>
          </p:nvSpPr>
          <p:spPr>
            <a:xfrm>
              <a:off x="1421039" y="3688264"/>
              <a:ext cx="20580" cy="2058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6" name="ellipse_2565">
              <a:extLst>
                <a:ext uri="{FF2B5EF4-FFF2-40B4-BE49-F238E27FC236}">
                  <a16:creationId xmlns:a16="http://schemas.microsoft.com/office/drawing/2014/main" id="{3672DCC8-AFAE-5AA5-723A-C807168ECAD5}"/>
                </a:ext>
              </a:extLst>
            </p:cNvPr>
            <p:cNvSpPr/>
            <p:nvPr/>
          </p:nvSpPr>
          <p:spPr>
            <a:xfrm>
              <a:off x="1317547" y="3643031"/>
              <a:ext cx="24656" cy="24656"/>
            </a:xfrm>
            <a:prstGeom prst="ellipse">
              <a:avLst/>
            </a:prstGeom>
            <a:gradFill flip="none" rotWithShape="1">
              <a:gsLst>
                <a:gs pos="0">
                  <a:srgbClr val="F6F7F8"/>
                </a:gs>
                <a:gs pos="43000">
                  <a:srgbClr val="D2DADF"/>
                </a:gs>
                <a:gs pos="100000">
                  <a:srgbClr val="A9B5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7" name="ellipse_2566">
              <a:extLst>
                <a:ext uri="{FF2B5EF4-FFF2-40B4-BE49-F238E27FC236}">
                  <a16:creationId xmlns:a16="http://schemas.microsoft.com/office/drawing/2014/main" id="{002F864A-A277-7EDE-09A4-E116CB29A28D}"/>
                </a:ext>
              </a:extLst>
            </p:cNvPr>
            <p:cNvSpPr/>
            <p:nvPr/>
          </p:nvSpPr>
          <p:spPr>
            <a:xfrm>
              <a:off x="1490146" y="3564893"/>
              <a:ext cx="23114" cy="2311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8" name="ellipse_2567">
              <a:extLst>
                <a:ext uri="{FF2B5EF4-FFF2-40B4-BE49-F238E27FC236}">
                  <a16:creationId xmlns:a16="http://schemas.microsoft.com/office/drawing/2014/main" id="{1DDA2240-6422-CB8C-AF7F-8F4FBB854D26}"/>
                </a:ext>
              </a:extLst>
            </p:cNvPr>
            <p:cNvSpPr/>
            <p:nvPr/>
          </p:nvSpPr>
          <p:spPr>
            <a:xfrm>
              <a:off x="1318021" y="3588334"/>
              <a:ext cx="19866" cy="19866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79" name="ellipse_2568">
              <a:extLst>
                <a:ext uri="{FF2B5EF4-FFF2-40B4-BE49-F238E27FC236}">
                  <a16:creationId xmlns:a16="http://schemas.microsoft.com/office/drawing/2014/main" id="{507E16DC-04CF-B410-9AFD-489E4864358C}"/>
                </a:ext>
              </a:extLst>
            </p:cNvPr>
            <p:cNvSpPr/>
            <p:nvPr/>
          </p:nvSpPr>
          <p:spPr>
            <a:xfrm>
              <a:off x="1478242" y="3571021"/>
              <a:ext cx="21106" cy="21106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0" name="ellipse_2569">
              <a:extLst>
                <a:ext uri="{FF2B5EF4-FFF2-40B4-BE49-F238E27FC236}">
                  <a16:creationId xmlns:a16="http://schemas.microsoft.com/office/drawing/2014/main" id="{461218A4-8921-45E2-4609-6C4CD11E497F}"/>
                </a:ext>
              </a:extLst>
            </p:cNvPr>
            <p:cNvSpPr/>
            <p:nvPr/>
          </p:nvSpPr>
          <p:spPr>
            <a:xfrm>
              <a:off x="1317612" y="3652314"/>
              <a:ext cx="17900" cy="1790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1" name="ellipse_2570">
              <a:extLst>
                <a:ext uri="{FF2B5EF4-FFF2-40B4-BE49-F238E27FC236}">
                  <a16:creationId xmlns:a16="http://schemas.microsoft.com/office/drawing/2014/main" id="{6C4D5CC9-16B0-6476-3A0B-7C804E5482E5}"/>
                </a:ext>
              </a:extLst>
            </p:cNvPr>
            <p:cNvSpPr/>
            <p:nvPr/>
          </p:nvSpPr>
          <p:spPr>
            <a:xfrm>
              <a:off x="1437620" y="3709822"/>
              <a:ext cx="15418" cy="1541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2" name="ellipse_2571">
              <a:extLst>
                <a:ext uri="{FF2B5EF4-FFF2-40B4-BE49-F238E27FC236}">
                  <a16:creationId xmlns:a16="http://schemas.microsoft.com/office/drawing/2014/main" id="{CA7083B0-B183-B390-C6AE-CCCAABB585E9}"/>
                </a:ext>
              </a:extLst>
            </p:cNvPr>
            <p:cNvSpPr/>
            <p:nvPr/>
          </p:nvSpPr>
          <p:spPr>
            <a:xfrm>
              <a:off x="1482151" y="3682518"/>
              <a:ext cx="16703" cy="16703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3" name="ellipse_2572">
              <a:extLst>
                <a:ext uri="{FF2B5EF4-FFF2-40B4-BE49-F238E27FC236}">
                  <a16:creationId xmlns:a16="http://schemas.microsoft.com/office/drawing/2014/main" id="{A75BB714-1412-1833-FF3D-8CC4F5987DCC}"/>
                </a:ext>
              </a:extLst>
            </p:cNvPr>
            <p:cNvSpPr/>
            <p:nvPr/>
          </p:nvSpPr>
          <p:spPr>
            <a:xfrm>
              <a:off x="1411116" y="3562784"/>
              <a:ext cx="21423" cy="21423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4" name="ellipse_2573">
              <a:extLst>
                <a:ext uri="{FF2B5EF4-FFF2-40B4-BE49-F238E27FC236}">
                  <a16:creationId xmlns:a16="http://schemas.microsoft.com/office/drawing/2014/main" id="{A3433B42-0D4E-C6F3-A9BD-D858F22A89CB}"/>
                </a:ext>
              </a:extLst>
            </p:cNvPr>
            <p:cNvSpPr/>
            <p:nvPr/>
          </p:nvSpPr>
          <p:spPr>
            <a:xfrm>
              <a:off x="1454564" y="3537748"/>
              <a:ext cx="19763" cy="1976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5" name="ellipse_2574">
              <a:extLst>
                <a:ext uri="{FF2B5EF4-FFF2-40B4-BE49-F238E27FC236}">
                  <a16:creationId xmlns:a16="http://schemas.microsoft.com/office/drawing/2014/main" id="{0968BD44-3947-46EE-C6A8-F706201B8123}"/>
                </a:ext>
              </a:extLst>
            </p:cNvPr>
            <p:cNvSpPr/>
            <p:nvPr/>
          </p:nvSpPr>
          <p:spPr>
            <a:xfrm>
              <a:off x="1516785" y="3654731"/>
              <a:ext cx="21578" cy="2157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6" name="ellipse_2575">
              <a:extLst>
                <a:ext uri="{FF2B5EF4-FFF2-40B4-BE49-F238E27FC236}">
                  <a16:creationId xmlns:a16="http://schemas.microsoft.com/office/drawing/2014/main" id="{30E967BA-6762-6E14-75E4-178218199979}"/>
                </a:ext>
              </a:extLst>
            </p:cNvPr>
            <p:cNvSpPr/>
            <p:nvPr/>
          </p:nvSpPr>
          <p:spPr>
            <a:xfrm>
              <a:off x="1410634" y="3697683"/>
              <a:ext cx="24162" cy="2416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7" name="ellipse_2576">
              <a:extLst>
                <a:ext uri="{FF2B5EF4-FFF2-40B4-BE49-F238E27FC236}">
                  <a16:creationId xmlns:a16="http://schemas.microsoft.com/office/drawing/2014/main" id="{0FF86A91-3BD9-4F7A-3C41-834CA7EA3163}"/>
                </a:ext>
              </a:extLst>
            </p:cNvPr>
            <p:cNvSpPr/>
            <p:nvPr/>
          </p:nvSpPr>
          <p:spPr>
            <a:xfrm>
              <a:off x="1425946" y="3562304"/>
              <a:ext cx="17525" cy="17525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8" name="ellipse_2577">
              <a:extLst>
                <a:ext uri="{FF2B5EF4-FFF2-40B4-BE49-F238E27FC236}">
                  <a16:creationId xmlns:a16="http://schemas.microsoft.com/office/drawing/2014/main" id="{6C0E0001-F941-F803-550C-0939BC99EC5F}"/>
                </a:ext>
              </a:extLst>
            </p:cNvPr>
            <p:cNvSpPr/>
            <p:nvPr/>
          </p:nvSpPr>
          <p:spPr>
            <a:xfrm>
              <a:off x="1355269" y="3594031"/>
              <a:ext cx="21133" cy="2113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89" name="ellipse_2578">
              <a:extLst>
                <a:ext uri="{FF2B5EF4-FFF2-40B4-BE49-F238E27FC236}">
                  <a16:creationId xmlns:a16="http://schemas.microsoft.com/office/drawing/2014/main" id="{B4947E23-1160-5AB6-BC49-17F898A69AB1}"/>
                </a:ext>
              </a:extLst>
            </p:cNvPr>
            <p:cNvSpPr/>
            <p:nvPr/>
          </p:nvSpPr>
          <p:spPr>
            <a:xfrm>
              <a:off x="1506719" y="3690770"/>
              <a:ext cx="17358" cy="1735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0" name="ellipse_2579">
              <a:extLst>
                <a:ext uri="{FF2B5EF4-FFF2-40B4-BE49-F238E27FC236}">
                  <a16:creationId xmlns:a16="http://schemas.microsoft.com/office/drawing/2014/main" id="{3B62E300-6201-DBD4-4D8B-BD730C1948D2}"/>
                </a:ext>
              </a:extLst>
            </p:cNvPr>
            <p:cNvSpPr/>
            <p:nvPr/>
          </p:nvSpPr>
          <p:spPr>
            <a:xfrm>
              <a:off x="1349195" y="3647004"/>
              <a:ext cx="22300" cy="22300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1" name="ellipse_2580">
              <a:extLst>
                <a:ext uri="{FF2B5EF4-FFF2-40B4-BE49-F238E27FC236}">
                  <a16:creationId xmlns:a16="http://schemas.microsoft.com/office/drawing/2014/main" id="{5E9C15C4-0506-2ADE-DD0D-FF1E3819C366}"/>
                </a:ext>
              </a:extLst>
            </p:cNvPr>
            <p:cNvSpPr/>
            <p:nvPr/>
          </p:nvSpPr>
          <p:spPr>
            <a:xfrm>
              <a:off x="1577404" y="3601425"/>
              <a:ext cx="20206" cy="2020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2" name="ellipse_2581">
              <a:extLst>
                <a:ext uri="{FF2B5EF4-FFF2-40B4-BE49-F238E27FC236}">
                  <a16:creationId xmlns:a16="http://schemas.microsoft.com/office/drawing/2014/main" id="{2C9AA63E-8B78-8547-E314-6AD46F10E94C}"/>
                </a:ext>
              </a:extLst>
            </p:cNvPr>
            <p:cNvSpPr/>
            <p:nvPr/>
          </p:nvSpPr>
          <p:spPr>
            <a:xfrm>
              <a:off x="1509076" y="3554975"/>
              <a:ext cx="15762" cy="157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3" name="ellipse_2582">
              <a:extLst>
                <a:ext uri="{FF2B5EF4-FFF2-40B4-BE49-F238E27FC236}">
                  <a16:creationId xmlns:a16="http://schemas.microsoft.com/office/drawing/2014/main" id="{F379D6B1-7E96-FA3F-45F6-AC1AD27EE619}"/>
                </a:ext>
              </a:extLst>
            </p:cNvPr>
            <p:cNvSpPr/>
            <p:nvPr/>
          </p:nvSpPr>
          <p:spPr>
            <a:xfrm>
              <a:off x="1462460" y="3706007"/>
              <a:ext cx="22750" cy="22750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4" name="ellipse_2583">
              <a:extLst>
                <a:ext uri="{FF2B5EF4-FFF2-40B4-BE49-F238E27FC236}">
                  <a16:creationId xmlns:a16="http://schemas.microsoft.com/office/drawing/2014/main" id="{0D6D6F83-BE22-05E6-6C23-D3EA3FC193E8}"/>
                </a:ext>
              </a:extLst>
            </p:cNvPr>
            <p:cNvSpPr/>
            <p:nvPr/>
          </p:nvSpPr>
          <p:spPr>
            <a:xfrm>
              <a:off x="1439477" y="3526920"/>
              <a:ext cx="21290" cy="21290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5" name="ellipse_2584">
              <a:extLst>
                <a:ext uri="{FF2B5EF4-FFF2-40B4-BE49-F238E27FC236}">
                  <a16:creationId xmlns:a16="http://schemas.microsoft.com/office/drawing/2014/main" id="{DC21D278-5F66-7FF3-38AF-CD8A274C864F}"/>
                </a:ext>
              </a:extLst>
            </p:cNvPr>
            <p:cNvSpPr/>
            <p:nvPr/>
          </p:nvSpPr>
          <p:spPr>
            <a:xfrm>
              <a:off x="1310268" y="3672453"/>
              <a:ext cx="21000" cy="2100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6" name="ellipse_2585">
              <a:extLst>
                <a:ext uri="{FF2B5EF4-FFF2-40B4-BE49-F238E27FC236}">
                  <a16:creationId xmlns:a16="http://schemas.microsoft.com/office/drawing/2014/main" id="{810B6089-F8CE-AF1E-44A2-E19CE3F98374}"/>
                </a:ext>
              </a:extLst>
            </p:cNvPr>
            <p:cNvSpPr/>
            <p:nvPr/>
          </p:nvSpPr>
          <p:spPr>
            <a:xfrm>
              <a:off x="1552938" y="3621802"/>
              <a:ext cx="15605" cy="15605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7" name="ellipse_2586">
              <a:extLst>
                <a:ext uri="{FF2B5EF4-FFF2-40B4-BE49-F238E27FC236}">
                  <a16:creationId xmlns:a16="http://schemas.microsoft.com/office/drawing/2014/main" id="{936648FB-8923-071D-5C16-9AE83904EDF4}"/>
                </a:ext>
              </a:extLst>
            </p:cNvPr>
            <p:cNvSpPr/>
            <p:nvPr/>
          </p:nvSpPr>
          <p:spPr>
            <a:xfrm>
              <a:off x="1558418" y="3676011"/>
              <a:ext cx="22184" cy="2218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8" name="ellipse_2587">
              <a:extLst>
                <a:ext uri="{FF2B5EF4-FFF2-40B4-BE49-F238E27FC236}">
                  <a16:creationId xmlns:a16="http://schemas.microsoft.com/office/drawing/2014/main" id="{68A249AD-82B2-642D-0E5B-F9D155E89E59}"/>
                </a:ext>
              </a:extLst>
            </p:cNvPr>
            <p:cNvSpPr/>
            <p:nvPr/>
          </p:nvSpPr>
          <p:spPr>
            <a:xfrm>
              <a:off x="1456866" y="3525328"/>
              <a:ext cx="23606" cy="23606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599" name="ellipse_2588">
              <a:extLst>
                <a:ext uri="{FF2B5EF4-FFF2-40B4-BE49-F238E27FC236}">
                  <a16:creationId xmlns:a16="http://schemas.microsoft.com/office/drawing/2014/main" id="{942B0B81-0070-46BC-ACA3-2067C02BFA91}"/>
                </a:ext>
              </a:extLst>
            </p:cNvPr>
            <p:cNvSpPr/>
            <p:nvPr/>
          </p:nvSpPr>
          <p:spPr>
            <a:xfrm>
              <a:off x="1364561" y="3569140"/>
              <a:ext cx="22851" cy="22851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0" name="ellipse_2589">
              <a:extLst>
                <a:ext uri="{FF2B5EF4-FFF2-40B4-BE49-F238E27FC236}">
                  <a16:creationId xmlns:a16="http://schemas.microsoft.com/office/drawing/2014/main" id="{D8315276-4E63-5667-B8F5-D755978FB728}"/>
                </a:ext>
              </a:extLst>
            </p:cNvPr>
            <p:cNvSpPr/>
            <p:nvPr/>
          </p:nvSpPr>
          <p:spPr>
            <a:xfrm>
              <a:off x="1539847" y="3619786"/>
              <a:ext cx="18619" cy="1861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1" name="ellipse_2590">
              <a:extLst>
                <a:ext uri="{FF2B5EF4-FFF2-40B4-BE49-F238E27FC236}">
                  <a16:creationId xmlns:a16="http://schemas.microsoft.com/office/drawing/2014/main" id="{3C3E513D-117D-F9C5-E843-4ADE71F1A534}"/>
                </a:ext>
              </a:extLst>
            </p:cNvPr>
            <p:cNvSpPr/>
            <p:nvPr/>
          </p:nvSpPr>
          <p:spPr>
            <a:xfrm>
              <a:off x="1298635" y="3654692"/>
              <a:ext cx="18927" cy="1892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1"/>
                </a:gs>
                <a:gs pos="100000">
                  <a:srgbClr val="AC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2" name="ellipse_2591">
              <a:extLst>
                <a:ext uri="{FF2B5EF4-FFF2-40B4-BE49-F238E27FC236}">
                  <a16:creationId xmlns:a16="http://schemas.microsoft.com/office/drawing/2014/main" id="{E2AF7BF0-DCD7-6A09-DB52-F56C70E67F66}"/>
                </a:ext>
              </a:extLst>
            </p:cNvPr>
            <p:cNvSpPr/>
            <p:nvPr/>
          </p:nvSpPr>
          <p:spPr>
            <a:xfrm>
              <a:off x="1319712" y="3686409"/>
              <a:ext cx="23715" cy="2371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3" name="ellipse_2592">
              <a:extLst>
                <a:ext uri="{FF2B5EF4-FFF2-40B4-BE49-F238E27FC236}">
                  <a16:creationId xmlns:a16="http://schemas.microsoft.com/office/drawing/2014/main" id="{E143882F-D578-D9A7-3A5A-DA653B3888C9}"/>
                </a:ext>
              </a:extLst>
            </p:cNvPr>
            <p:cNvSpPr/>
            <p:nvPr/>
          </p:nvSpPr>
          <p:spPr>
            <a:xfrm>
              <a:off x="1501588" y="3562901"/>
              <a:ext cx="22327" cy="2232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4" name="ellipse_2593">
              <a:extLst>
                <a:ext uri="{FF2B5EF4-FFF2-40B4-BE49-F238E27FC236}">
                  <a16:creationId xmlns:a16="http://schemas.microsoft.com/office/drawing/2014/main" id="{F7C189BD-98A2-3212-4370-8A855532EE5A}"/>
                </a:ext>
              </a:extLst>
            </p:cNvPr>
            <p:cNvSpPr/>
            <p:nvPr/>
          </p:nvSpPr>
          <p:spPr>
            <a:xfrm>
              <a:off x="1466525" y="3529327"/>
              <a:ext cx="15101" cy="15101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5" name="ellipse_2594">
              <a:extLst>
                <a:ext uri="{FF2B5EF4-FFF2-40B4-BE49-F238E27FC236}">
                  <a16:creationId xmlns:a16="http://schemas.microsoft.com/office/drawing/2014/main" id="{D29C3050-F3BC-F8E9-0868-1D4DF604EED0}"/>
                </a:ext>
              </a:extLst>
            </p:cNvPr>
            <p:cNvSpPr/>
            <p:nvPr/>
          </p:nvSpPr>
          <p:spPr>
            <a:xfrm>
              <a:off x="1333290" y="3551629"/>
              <a:ext cx="21303" cy="21303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6" name="ellipse_2595">
              <a:extLst>
                <a:ext uri="{FF2B5EF4-FFF2-40B4-BE49-F238E27FC236}">
                  <a16:creationId xmlns:a16="http://schemas.microsoft.com/office/drawing/2014/main" id="{D9F44062-E9EE-5EEA-475D-44B4E14AD5BE}"/>
                </a:ext>
              </a:extLst>
            </p:cNvPr>
            <p:cNvSpPr/>
            <p:nvPr/>
          </p:nvSpPr>
          <p:spPr>
            <a:xfrm>
              <a:off x="1339812" y="3618696"/>
              <a:ext cx="23994" cy="2399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7" name="ellipse_2596">
              <a:extLst>
                <a:ext uri="{FF2B5EF4-FFF2-40B4-BE49-F238E27FC236}">
                  <a16:creationId xmlns:a16="http://schemas.microsoft.com/office/drawing/2014/main" id="{4F3272BC-EB15-7025-F612-1D23C0456582}"/>
                </a:ext>
              </a:extLst>
            </p:cNvPr>
            <p:cNvSpPr/>
            <p:nvPr/>
          </p:nvSpPr>
          <p:spPr>
            <a:xfrm>
              <a:off x="1322053" y="3616233"/>
              <a:ext cx="19417" cy="19417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D"/>
                </a:gs>
                <a:gs pos="100000">
                  <a:srgbClr val="A4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8" name="ellipse_2597">
              <a:extLst>
                <a:ext uri="{FF2B5EF4-FFF2-40B4-BE49-F238E27FC236}">
                  <a16:creationId xmlns:a16="http://schemas.microsoft.com/office/drawing/2014/main" id="{701C80F9-9BD9-407B-4A4D-2988E4E7C0AC}"/>
                </a:ext>
              </a:extLst>
            </p:cNvPr>
            <p:cNvSpPr/>
            <p:nvPr/>
          </p:nvSpPr>
          <p:spPr>
            <a:xfrm>
              <a:off x="1442627" y="3702519"/>
              <a:ext cx="16815" cy="16815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09" name="ellipse_2598">
              <a:extLst>
                <a:ext uri="{FF2B5EF4-FFF2-40B4-BE49-F238E27FC236}">
                  <a16:creationId xmlns:a16="http://schemas.microsoft.com/office/drawing/2014/main" id="{899A62A1-E41C-13AF-84CC-F3D2A1497C8A}"/>
                </a:ext>
              </a:extLst>
            </p:cNvPr>
            <p:cNvSpPr/>
            <p:nvPr/>
          </p:nvSpPr>
          <p:spPr>
            <a:xfrm>
              <a:off x="1359926" y="3695336"/>
              <a:ext cx="19088" cy="1908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0" name="ellipse_2599">
              <a:extLst>
                <a:ext uri="{FF2B5EF4-FFF2-40B4-BE49-F238E27FC236}">
                  <a16:creationId xmlns:a16="http://schemas.microsoft.com/office/drawing/2014/main" id="{8BF153AC-D4F4-AB56-2C6C-F682E83BE25F}"/>
                </a:ext>
              </a:extLst>
            </p:cNvPr>
            <p:cNvSpPr/>
            <p:nvPr/>
          </p:nvSpPr>
          <p:spPr>
            <a:xfrm>
              <a:off x="1316114" y="3579850"/>
              <a:ext cx="19778" cy="1977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1" name="ellipse_2600">
              <a:extLst>
                <a:ext uri="{FF2B5EF4-FFF2-40B4-BE49-F238E27FC236}">
                  <a16:creationId xmlns:a16="http://schemas.microsoft.com/office/drawing/2014/main" id="{001666BD-3371-FAE5-BFC1-5AE28485A0B6}"/>
                </a:ext>
              </a:extLst>
            </p:cNvPr>
            <p:cNvSpPr/>
            <p:nvPr/>
          </p:nvSpPr>
          <p:spPr>
            <a:xfrm>
              <a:off x="1434798" y="3553542"/>
              <a:ext cx="17285" cy="1728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2" name="ellipse_2601">
              <a:extLst>
                <a:ext uri="{FF2B5EF4-FFF2-40B4-BE49-F238E27FC236}">
                  <a16:creationId xmlns:a16="http://schemas.microsoft.com/office/drawing/2014/main" id="{DD77F914-4A91-13B1-57CC-0A52DDABB50C}"/>
                </a:ext>
              </a:extLst>
            </p:cNvPr>
            <p:cNvSpPr/>
            <p:nvPr/>
          </p:nvSpPr>
          <p:spPr>
            <a:xfrm>
              <a:off x="1494855" y="3573622"/>
              <a:ext cx="23632" cy="2363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3" name="TextBox 12177">
            <a:extLst>
              <a:ext uri="{FF2B5EF4-FFF2-40B4-BE49-F238E27FC236}">
                <a16:creationId xmlns:a16="http://schemas.microsoft.com/office/drawing/2014/main" id="{143DC0CC-AE32-B391-6EBD-06307B0FD610}"/>
              </a:ext>
            </a:extLst>
          </p:cNvPr>
          <p:cNvSpPr txBox="1"/>
          <p:nvPr/>
        </p:nvSpPr>
        <p:spPr>
          <a:xfrm>
            <a:off x="1016577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Blob</a:t>
            </a:r>
          </a:p>
        </p:txBody>
      </p:sp>
      <p:grpSp>
        <p:nvGrpSpPr>
          <p:cNvPr id="614" name="Match | Blob contour">
            <a:extLst>
              <a:ext uri="{FF2B5EF4-FFF2-40B4-BE49-F238E27FC236}">
                <a16:creationId xmlns:a16="http://schemas.microsoft.com/office/drawing/2014/main" id="{34A2797B-169B-5C15-6C48-BEE276A4608D}"/>
              </a:ext>
            </a:extLst>
          </p:cNvPr>
          <p:cNvGrpSpPr/>
          <p:nvPr/>
        </p:nvGrpSpPr>
        <p:grpSpPr>
          <a:xfrm>
            <a:off x="1044928" y="3041632"/>
            <a:ext cx="291608" cy="199265"/>
            <a:chOff x="1928706" y="3559489"/>
            <a:chExt cx="227897" cy="155682"/>
          </a:xfrm>
        </p:grpSpPr>
        <p:sp>
          <p:nvSpPr>
            <p:cNvPr id="615" name="Candidate blob | editable contour">
              <a:extLst>
                <a:ext uri="{FF2B5EF4-FFF2-40B4-BE49-F238E27FC236}">
                  <a16:creationId xmlns:a16="http://schemas.microsoft.com/office/drawing/2014/main" id="{829A486D-C26D-332C-AD86-773A9F8C0A91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6" name="ellipse_2612">
              <a:extLst>
                <a:ext uri="{FF2B5EF4-FFF2-40B4-BE49-F238E27FC236}">
                  <a16:creationId xmlns:a16="http://schemas.microsoft.com/office/drawing/2014/main" id="{1CCBF7C0-31D7-82E5-85D9-A2196504B5F1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7" name="Oval 12178">
            <a:extLst>
              <a:ext uri="{FF2B5EF4-FFF2-40B4-BE49-F238E27FC236}">
                <a16:creationId xmlns:a16="http://schemas.microsoft.com/office/drawing/2014/main" id="{A5996693-4315-D7C4-A829-BF0E2E7CCD80}"/>
              </a:ext>
            </a:extLst>
          </p:cNvPr>
          <p:cNvSpPr/>
          <p:nvPr/>
        </p:nvSpPr>
        <p:spPr>
          <a:xfrm>
            <a:off x="1173722" y="3125064"/>
            <a:ext cx="34426" cy="34426"/>
          </a:xfrm>
          <a:prstGeom prst="ellipse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18" name="TextBox 12186">
            <a:extLst>
              <a:ext uri="{FF2B5EF4-FFF2-40B4-BE49-F238E27FC236}">
                <a16:creationId xmlns:a16="http://schemas.microsoft.com/office/drawing/2014/main" id="{C0F8E56D-743B-1190-AE64-A7FE34121551}"/>
              </a:ext>
            </a:extLst>
          </p:cNvPr>
          <p:cNvSpPr txBox="1"/>
          <p:nvPr/>
        </p:nvSpPr>
        <p:spPr>
          <a:xfrm>
            <a:off x="1558387" y="2259965"/>
            <a:ext cx="286938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>
                <a:solidFill>
                  <a:srgbClr val="27364B"/>
                </a:solidFill>
                <a:latin typeface="Arial"/>
              </a:rPr>
              <a:t>48³ crop</a:t>
            </a:r>
          </a:p>
        </p:txBody>
      </p:sp>
      <p:grpSp>
        <p:nvGrpSpPr>
          <p:cNvPr id="619" name="48^3 crop 3D cube">
            <a:extLst>
              <a:ext uri="{FF2B5EF4-FFF2-40B4-BE49-F238E27FC236}">
                <a16:creationId xmlns:a16="http://schemas.microsoft.com/office/drawing/2014/main" id="{D11A8942-669D-8FE3-9821-4570FFF24985}"/>
              </a:ext>
            </a:extLst>
          </p:cNvPr>
          <p:cNvGrpSpPr/>
          <p:nvPr/>
        </p:nvGrpSpPr>
        <p:grpSpPr>
          <a:xfrm>
            <a:off x="1575493" y="2353114"/>
            <a:ext cx="251107" cy="197645"/>
            <a:chOff x="4043880" y="489960"/>
            <a:chExt cx="571680" cy="450000"/>
          </a:xfrm>
        </p:grpSpPr>
        <p:sp>
          <p:nvSpPr>
            <p:cNvPr id="620" name="asset_2027_0">
              <a:extLst>
                <a:ext uri="{FF2B5EF4-FFF2-40B4-BE49-F238E27FC236}">
                  <a16:creationId xmlns:a16="http://schemas.microsoft.com/office/drawing/2014/main" id="{02028F49-EA79-2C34-E162-02BF6E52908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489960"/>
              <a:ext cx="571680" cy="76500"/>
            </a:xfrm>
            <a:custGeom>
              <a:avLst/>
              <a:gdLst/>
              <a:ahLst/>
              <a:cxnLst/>
              <a:rect l="0" t="0" r="0" b="0"/>
              <a:pathLst>
                <a:path w="571680" h="76500">
                  <a:moveTo>
                    <a:pt x="0" y="76500"/>
                  </a:moveTo>
                  <a:lnTo>
                    <a:pt x="108619" y="0"/>
                  </a:lnTo>
                  <a:lnTo>
                    <a:pt x="571680" y="0"/>
                  </a:lnTo>
                  <a:lnTo>
                    <a:pt x="463061" y="76500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621" name="asset_2027_1">
              <a:extLst>
                <a:ext uri="{FF2B5EF4-FFF2-40B4-BE49-F238E27FC236}">
                  <a16:creationId xmlns:a16="http://schemas.microsoft.com/office/drawing/2014/main" id="{B78178FC-63C3-B9EA-6C4C-55EDAF9B6325}"/>
                </a:ext>
              </a:extLst>
            </p:cNvPr>
            <p:cNvSpPr>
              <a:spLocks noGrp="1"/>
            </p:cNvSpPr>
            <p:nvPr/>
          </p:nvSpPr>
          <p:spPr>
            <a:xfrm>
              <a:off x="4506941" y="489960"/>
              <a:ext cx="108619" cy="450000"/>
            </a:xfrm>
            <a:custGeom>
              <a:avLst/>
              <a:gdLst/>
              <a:ahLst/>
              <a:cxnLst/>
              <a:rect l="0" t="0" r="0" b="0"/>
              <a:pathLst>
                <a:path w="108619" h="450000">
                  <a:moveTo>
                    <a:pt x="0" y="76500"/>
                  </a:moveTo>
                  <a:lnTo>
                    <a:pt x="108619" y="0"/>
                  </a:lnTo>
                  <a:lnTo>
                    <a:pt x="108619" y="373500"/>
                  </a:lnTo>
                  <a:lnTo>
                    <a:pt x="0" y="4500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622" name="asset_2027_2">
              <a:extLst>
                <a:ext uri="{FF2B5EF4-FFF2-40B4-BE49-F238E27FC236}">
                  <a16:creationId xmlns:a16="http://schemas.microsoft.com/office/drawing/2014/main" id="{A4D33826-8534-57D5-E5A4-69884F3BA9A5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623" name="asset_2027_3">
              <a:extLst>
                <a:ext uri="{FF2B5EF4-FFF2-40B4-BE49-F238E27FC236}">
                  <a16:creationId xmlns:a16="http://schemas.microsoft.com/office/drawing/2014/main" id="{763CD0B8-F857-F6B1-C045-3E46BC023807}"/>
                </a:ext>
              </a:extLst>
            </p:cNvPr>
            <p:cNvSpPr>
              <a:spLocks noGrp="1"/>
            </p:cNvSpPr>
            <p:nvPr/>
          </p:nvSpPr>
          <p:spPr>
            <a:xfrm>
              <a:off x="4159645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4" name="asset_2027_4">
              <a:extLst>
                <a:ext uri="{FF2B5EF4-FFF2-40B4-BE49-F238E27FC236}">
                  <a16:creationId xmlns:a16="http://schemas.microsoft.com/office/drawing/2014/main" id="{2C7A9114-B782-125E-4FC9-817D68D05AF6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65983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5" name="asset_2027_5">
              <a:extLst>
                <a:ext uri="{FF2B5EF4-FFF2-40B4-BE49-F238E27FC236}">
                  <a16:creationId xmlns:a16="http://schemas.microsoft.com/office/drawing/2014/main" id="{47586400-15A4-9E60-7D5A-15270E385FFB}"/>
                </a:ext>
              </a:extLst>
            </p:cNvPr>
            <p:cNvSpPr>
              <a:spLocks noGrp="1"/>
            </p:cNvSpPr>
            <p:nvPr/>
          </p:nvSpPr>
          <p:spPr>
            <a:xfrm>
              <a:off x="4275410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6" name="asset_2027_6">
              <a:extLst>
                <a:ext uri="{FF2B5EF4-FFF2-40B4-BE49-F238E27FC236}">
                  <a16:creationId xmlns:a16="http://schemas.microsoft.com/office/drawing/2014/main" id="{82675EB1-5DDC-8703-1688-9393B30C396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753210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7" name="asset_2027_7">
              <a:extLst>
                <a:ext uri="{FF2B5EF4-FFF2-40B4-BE49-F238E27FC236}">
                  <a16:creationId xmlns:a16="http://schemas.microsoft.com/office/drawing/2014/main" id="{38574CE7-73A2-67FD-8519-060464640D1C}"/>
                </a:ext>
              </a:extLst>
            </p:cNvPr>
            <p:cNvSpPr>
              <a:spLocks noGrp="1"/>
            </p:cNvSpPr>
            <p:nvPr/>
          </p:nvSpPr>
          <p:spPr>
            <a:xfrm>
              <a:off x="4391176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8" name="asset_2027_8">
              <a:extLst>
                <a:ext uri="{FF2B5EF4-FFF2-40B4-BE49-F238E27FC236}">
                  <a16:creationId xmlns:a16="http://schemas.microsoft.com/office/drawing/2014/main" id="{EB64704A-976C-0B25-18DD-28708AC928E3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84658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9" name="asset_2027_53">
              <a:extLst>
                <a:ext uri="{FF2B5EF4-FFF2-40B4-BE49-F238E27FC236}">
                  <a16:creationId xmlns:a16="http://schemas.microsoft.com/office/drawing/2014/main" id="{81657C78-5512-5EFF-A7D5-541FAF411EB4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custGeom>
              <a:avLst/>
              <a:gdLst/>
              <a:ahLst/>
              <a:cxnLst/>
              <a:rect l="0" t="0" r="0" b="0"/>
              <a:pathLst>
                <a:path w="463061" h="373500">
                  <a:moveTo>
                    <a:pt x="0" y="0"/>
                  </a:moveTo>
                  <a:lnTo>
                    <a:pt x="463061" y="0"/>
                  </a:lnTo>
                  <a:lnTo>
                    <a:pt x="463061" y="373500"/>
                  </a:lnTo>
                  <a:lnTo>
                    <a:pt x="0" y="373500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630" name="48^3 crop centered blob">
            <a:extLst>
              <a:ext uri="{FF2B5EF4-FFF2-40B4-BE49-F238E27FC236}">
                <a16:creationId xmlns:a16="http://schemas.microsoft.com/office/drawing/2014/main" id="{0AD2D874-826E-8483-3490-C88C7D8FF6DB}"/>
              </a:ext>
            </a:extLst>
          </p:cNvPr>
          <p:cNvGrpSpPr/>
          <p:nvPr/>
        </p:nvGrpSpPr>
        <p:grpSpPr>
          <a:xfrm>
            <a:off x="1638269" y="2424395"/>
            <a:ext cx="110568" cy="75332"/>
            <a:chOff x="1928706" y="3559489"/>
            <a:chExt cx="227897" cy="155682"/>
          </a:xfrm>
        </p:grpSpPr>
        <p:sp>
          <p:nvSpPr>
            <p:cNvPr id="631" name="Candidate blob | editable contour">
              <a:extLst>
                <a:ext uri="{FF2B5EF4-FFF2-40B4-BE49-F238E27FC236}">
                  <a16:creationId xmlns:a16="http://schemas.microsoft.com/office/drawing/2014/main" id="{6933E229-98BE-F34D-317A-088D80385A29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32" name="ellipse_2612">
              <a:extLst>
                <a:ext uri="{FF2B5EF4-FFF2-40B4-BE49-F238E27FC236}">
                  <a16:creationId xmlns:a16="http://schemas.microsoft.com/office/drawing/2014/main" id="{78F2761E-C262-5B8B-04D8-7319ADC76E5C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33" name="Blob centroid marker">
            <a:extLst>
              <a:ext uri="{FF2B5EF4-FFF2-40B4-BE49-F238E27FC236}">
                <a16:creationId xmlns:a16="http://schemas.microsoft.com/office/drawing/2014/main" id="{10BC27E9-7345-0F5D-8B1F-0C8554382C57}"/>
              </a:ext>
            </a:extLst>
          </p:cNvPr>
          <p:cNvSpPr/>
          <p:nvPr/>
        </p:nvSpPr>
        <p:spPr>
          <a:xfrm>
            <a:off x="1681200" y="2450316"/>
            <a:ext cx="24301" cy="24301"/>
          </a:xfrm>
          <a:prstGeom prst="ellipse">
            <a:avLst/>
          </a:prstGeom>
          <a:solidFill>
            <a:srgbClr val="1D4ED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4" name="TextBox 12188">
            <a:extLst>
              <a:ext uri="{FF2B5EF4-FFF2-40B4-BE49-F238E27FC236}">
                <a16:creationId xmlns:a16="http://schemas.microsoft.com/office/drawing/2014/main" id="{A11B1404-F6ED-2271-7625-C4A891F27990}"/>
              </a:ext>
            </a:extLst>
          </p:cNvPr>
          <p:cNvSpPr txBox="1"/>
          <p:nvPr/>
        </p:nvSpPr>
        <p:spPr>
          <a:xfrm>
            <a:off x="1517029" y="2614551"/>
            <a:ext cx="328616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 dirty="0">
                <a:solidFill>
                  <a:srgbClr val="2B6CB0"/>
                </a:solidFill>
                <a:latin typeface="Arial"/>
              </a:rPr>
              <a:t>3D U-Net</a:t>
            </a:r>
          </a:p>
        </p:txBody>
      </p:sp>
      <p:sp>
        <p:nvSpPr>
          <p:cNvPr id="635" name="TextBox 12189">
            <a:extLst>
              <a:ext uri="{FF2B5EF4-FFF2-40B4-BE49-F238E27FC236}">
                <a16:creationId xmlns:a16="http://schemas.microsoft.com/office/drawing/2014/main" id="{6B42F1BA-DED5-E5F5-A474-F1CD633C8B29}"/>
              </a:ext>
            </a:extLst>
          </p:cNvPr>
          <p:cNvSpPr txBox="1"/>
          <p:nvPr/>
        </p:nvSpPr>
        <p:spPr>
          <a:xfrm>
            <a:off x="1934248" y="2623546"/>
            <a:ext cx="514564" cy="9021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00" dirty="0">
                <a:solidFill>
                  <a:srgbClr val="1E293B"/>
                </a:solidFill>
                <a:latin typeface="Arial"/>
              </a:rPr>
              <a:t>B</a:t>
            </a:r>
            <a:r>
              <a:rPr lang="en-US" altLang="zh-CN" sz="600" dirty="0">
                <a:solidFill>
                  <a:srgbClr val="1E293B"/>
                </a:solidFill>
                <a:latin typeface="Arial"/>
              </a:rPr>
              <a:t>ase s</a:t>
            </a:r>
            <a:r>
              <a:rPr sz="600" dirty="0">
                <a:solidFill>
                  <a:srgbClr val="1E293B"/>
                </a:solidFill>
                <a:latin typeface="Arial"/>
              </a:rPr>
              <a:t>ummary</a:t>
            </a:r>
          </a:p>
        </p:txBody>
      </p:sp>
      <p:sp>
        <p:nvSpPr>
          <p:cNvPr id="636" name="Math | h_j^vox">
            <a:extLst>
              <a:ext uri="{FF2B5EF4-FFF2-40B4-BE49-F238E27FC236}">
                <a16:creationId xmlns:a16="http://schemas.microsoft.com/office/drawing/2014/main" id="{42FAC547-0A5D-391A-864E-F3766A1D8EE4}"/>
              </a:ext>
            </a:extLst>
          </p:cNvPr>
          <p:cNvSpPr txBox="1"/>
          <p:nvPr/>
        </p:nvSpPr>
        <p:spPr>
          <a:xfrm>
            <a:off x="2110006" y="2371206"/>
            <a:ext cx="169918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>
                <a:solidFill>
                  <a:srgbClr val="1E293B"/>
                </a:solidFill>
                <a:latin typeface="Arial"/>
              </a:rPr>
              <a:t>vox</a:t>
            </a:r>
          </a:p>
        </p:txBody>
      </p:sp>
      <p:sp>
        <p:nvSpPr>
          <p:cNvPr id="637" name="Base summary bar_1">
            <a:extLst>
              <a:ext uri="{FF2B5EF4-FFF2-40B4-BE49-F238E27FC236}">
                <a16:creationId xmlns:a16="http://schemas.microsoft.com/office/drawing/2014/main" id="{2172C5BF-1123-3BD4-0ABD-A64F16B23E3E}"/>
              </a:ext>
            </a:extLst>
          </p:cNvPr>
          <p:cNvSpPr/>
          <p:nvPr/>
        </p:nvSpPr>
        <p:spPr>
          <a:xfrm>
            <a:off x="2013536" y="2549118"/>
            <a:ext cx="44072" cy="59328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8" name="Base summary bar_2">
            <a:extLst>
              <a:ext uri="{FF2B5EF4-FFF2-40B4-BE49-F238E27FC236}">
                <a16:creationId xmlns:a16="http://schemas.microsoft.com/office/drawing/2014/main" id="{758A1499-85DB-F756-9CC0-615F6D0296A2}"/>
              </a:ext>
            </a:extLst>
          </p:cNvPr>
          <p:cNvSpPr/>
          <p:nvPr/>
        </p:nvSpPr>
        <p:spPr>
          <a:xfrm>
            <a:off x="2061563" y="2549118"/>
            <a:ext cx="44072" cy="59328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9" name="Base summary bar_3">
            <a:extLst>
              <a:ext uri="{FF2B5EF4-FFF2-40B4-BE49-F238E27FC236}">
                <a16:creationId xmlns:a16="http://schemas.microsoft.com/office/drawing/2014/main" id="{DEF43145-7AD3-427B-7228-8D32558504CC}"/>
              </a:ext>
            </a:extLst>
          </p:cNvPr>
          <p:cNvSpPr/>
          <p:nvPr/>
        </p:nvSpPr>
        <p:spPr>
          <a:xfrm>
            <a:off x="2109590" y="2549118"/>
            <a:ext cx="44072" cy="59328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0" name="Base summary bar_4">
            <a:extLst>
              <a:ext uri="{FF2B5EF4-FFF2-40B4-BE49-F238E27FC236}">
                <a16:creationId xmlns:a16="http://schemas.microsoft.com/office/drawing/2014/main" id="{A43722AA-9EE0-A9BB-FE7E-7CDCAE87E13C}"/>
              </a:ext>
            </a:extLst>
          </p:cNvPr>
          <p:cNvSpPr/>
          <p:nvPr/>
        </p:nvSpPr>
        <p:spPr>
          <a:xfrm>
            <a:off x="2157618" y="2549118"/>
            <a:ext cx="44072" cy="59328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1" name="Base summary bar_5">
            <a:extLst>
              <a:ext uri="{FF2B5EF4-FFF2-40B4-BE49-F238E27FC236}">
                <a16:creationId xmlns:a16="http://schemas.microsoft.com/office/drawing/2014/main" id="{43489179-3FE6-1990-9BCD-9C93A3CC5297}"/>
              </a:ext>
            </a:extLst>
          </p:cNvPr>
          <p:cNvSpPr/>
          <p:nvPr/>
        </p:nvSpPr>
        <p:spPr>
          <a:xfrm>
            <a:off x="2205646" y="2549118"/>
            <a:ext cx="44072" cy="59328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2" name="Base summary bar_6">
            <a:extLst>
              <a:ext uri="{FF2B5EF4-FFF2-40B4-BE49-F238E27FC236}">
                <a16:creationId xmlns:a16="http://schemas.microsoft.com/office/drawing/2014/main" id="{61B564CE-6B16-3BBF-A84B-3A73C32D59DA}"/>
              </a:ext>
            </a:extLst>
          </p:cNvPr>
          <p:cNvSpPr/>
          <p:nvPr/>
        </p:nvSpPr>
        <p:spPr>
          <a:xfrm>
            <a:off x="2253673" y="2549118"/>
            <a:ext cx="44072" cy="59328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3" name="Base summary bar_7">
            <a:extLst>
              <a:ext uri="{FF2B5EF4-FFF2-40B4-BE49-F238E27FC236}">
                <a16:creationId xmlns:a16="http://schemas.microsoft.com/office/drawing/2014/main" id="{8994CBBD-12D1-F1BC-1F61-4456D9A76A7F}"/>
              </a:ext>
            </a:extLst>
          </p:cNvPr>
          <p:cNvSpPr/>
          <p:nvPr/>
        </p:nvSpPr>
        <p:spPr>
          <a:xfrm>
            <a:off x="2301700" y="2549118"/>
            <a:ext cx="44072" cy="59328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4" name="Op | Mean/max pool">
            <a:extLst>
              <a:ext uri="{FF2B5EF4-FFF2-40B4-BE49-F238E27FC236}">
                <a16:creationId xmlns:a16="http://schemas.microsoft.com/office/drawing/2014/main" id="{669B1AB1-4827-8F94-BE95-7727871C9609}"/>
              </a:ext>
            </a:extLst>
          </p:cNvPr>
          <p:cNvSpPr/>
          <p:nvPr/>
        </p:nvSpPr>
        <p:spPr>
          <a:xfrm>
            <a:off x="526966" y="3452879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Mean/max pool</a:t>
            </a:r>
          </a:p>
        </p:txBody>
      </p:sp>
      <p:sp>
        <p:nvSpPr>
          <p:cNvPr id="645" name="Op | Cross-attention">
            <a:extLst>
              <a:ext uri="{FF2B5EF4-FFF2-40B4-BE49-F238E27FC236}">
                <a16:creationId xmlns:a16="http://schemas.microsoft.com/office/drawing/2014/main" id="{E4ABE1C6-444C-FB47-0194-71E165A0B03D}"/>
              </a:ext>
            </a:extLst>
          </p:cNvPr>
          <p:cNvSpPr/>
          <p:nvPr/>
        </p:nvSpPr>
        <p:spPr>
          <a:xfrm>
            <a:off x="1223079" y="3452879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Cross-attention</a:t>
            </a:r>
          </a:p>
        </p:txBody>
      </p:sp>
      <p:sp>
        <p:nvSpPr>
          <p:cNvPr id="646" name="TextBox 12200">
            <a:extLst>
              <a:ext uri="{FF2B5EF4-FFF2-40B4-BE49-F238E27FC236}">
                <a16:creationId xmlns:a16="http://schemas.microsoft.com/office/drawing/2014/main" id="{3898EF1F-CCF3-C808-AE25-9524D495381D}"/>
              </a:ext>
            </a:extLst>
          </p:cNvPr>
          <p:cNvSpPr txBox="1"/>
          <p:nvPr/>
        </p:nvSpPr>
        <p:spPr>
          <a:xfrm>
            <a:off x="1592376" y="3370950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47" name="Op | FiLM">
            <a:extLst>
              <a:ext uri="{FF2B5EF4-FFF2-40B4-BE49-F238E27FC236}">
                <a16:creationId xmlns:a16="http://schemas.microsoft.com/office/drawing/2014/main" id="{4548775F-6400-D677-8952-35BF8012992F}"/>
              </a:ext>
            </a:extLst>
          </p:cNvPr>
          <p:cNvSpPr/>
          <p:nvPr/>
        </p:nvSpPr>
        <p:spPr>
          <a:xfrm>
            <a:off x="2014119" y="3738251"/>
            <a:ext cx="300518" cy="150259"/>
          </a:xfrm>
          <a:prstGeom prst="roundRect">
            <a:avLst>
              <a:gd name="adj" fmla="val 25000"/>
            </a:avLst>
          </a:prstGeom>
          <a:solidFill>
            <a:srgbClr val="EDE7F5"/>
          </a:solidFill>
          <a:ln w="7290">
            <a:solidFill>
              <a:srgbClr val="B8A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23">
                <a:solidFill>
                  <a:srgbClr val="4E3D73"/>
                </a:solidFill>
                <a:latin typeface="Arial"/>
              </a:rPr>
              <a:t>FiLM</a:t>
            </a:r>
          </a:p>
        </p:txBody>
      </p:sp>
      <p:sp>
        <p:nvSpPr>
          <p:cNvPr id="648" name="TextBox 12202">
            <a:extLst>
              <a:ext uri="{FF2B5EF4-FFF2-40B4-BE49-F238E27FC236}">
                <a16:creationId xmlns:a16="http://schemas.microsoft.com/office/drawing/2014/main" id="{7D10B69D-0FE2-B624-2F7F-E8C63FE54C2F}"/>
              </a:ext>
            </a:extLst>
          </p:cNvPr>
          <p:cNvSpPr txBox="1"/>
          <p:nvPr/>
        </p:nvSpPr>
        <p:spPr>
          <a:xfrm>
            <a:off x="1954789" y="3430400"/>
            <a:ext cx="126566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>
                <a:solidFill>
                  <a:srgbClr val="3B7DB5"/>
                </a:solidFill>
                <a:latin typeface="Arial"/>
              </a:rPr>
              <a:t>Q</a:t>
            </a:r>
          </a:p>
        </p:txBody>
      </p:sp>
      <p:sp>
        <p:nvSpPr>
          <p:cNvPr id="649" name="Op | MLP">
            <a:extLst>
              <a:ext uri="{FF2B5EF4-FFF2-40B4-BE49-F238E27FC236}">
                <a16:creationId xmlns:a16="http://schemas.microsoft.com/office/drawing/2014/main" id="{ACEBDEF1-D4D4-0332-F601-ECD82253005C}"/>
              </a:ext>
            </a:extLst>
          </p:cNvPr>
          <p:cNvSpPr/>
          <p:nvPr/>
        </p:nvSpPr>
        <p:spPr>
          <a:xfrm>
            <a:off x="1017387" y="3738251"/>
            <a:ext cx="347904" cy="150259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MLP</a:t>
            </a:r>
          </a:p>
        </p:txBody>
      </p:sp>
      <p:sp>
        <p:nvSpPr>
          <p:cNvPr id="650" name="h_j bar_1">
            <a:extLst>
              <a:ext uri="{FF2B5EF4-FFF2-40B4-BE49-F238E27FC236}">
                <a16:creationId xmlns:a16="http://schemas.microsoft.com/office/drawing/2014/main" id="{6F5BEBE3-6C14-4D36-FDC5-A9E0C7B7F1B1}"/>
              </a:ext>
            </a:extLst>
          </p:cNvPr>
          <p:cNvSpPr/>
          <p:nvPr/>
        </p:nvSpPr>
        <p:spPr>
          <a:xfrm>
            <a:off x="1998296" y="3989994"/>
            <a:ext cx="44072" cy="56955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1" name="h_j bar_2">
            <a:extLst>
              <a:ext uri="{FF2B5EF4-FFF2-40B4-BE49-F238E27FC236}">
                <a16:creationId xmlns:a16="http://schemas.microsoft.com/office/drawing/2014/main" id="{406B7696-F141-1C83-E18F-AFFE6B7A9938}"/>
              </a:ext>
            </a:extLst>
          </p:cNvPr>
          <p:cNvSpPr/>
          <p:nvPr/>
        </p:nvSpPr>
        <p:spPr>
          <a:xfrm>
            <a:off x="2046323" y="3989994"/>
            <a:ext cx="44072" cy="56955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2" name="h_j bar_3">
            <a:extLst>
              <a:ext uri="{FF2B5EF4-FFF2-40B4-BE49-F238E27FC236}">
                <a16:creationId xmlns:a16="http://schemas.microsoft.com/office/drawing/2014/main" id="{E0B81C9E-3D43-37FF-2B3F-849AA06ABE33}"/>
              </a:ext>
            </a:extLst>
          </p:cNvPr>
          <p:cNvSpPr/>
          <p:nvPr/>
        </p:nvSpPr>
        <p:spPr>
          <a:xfrm>
            <a:off x="2094350" y="3989994"/>
            <a:ext cx="44072" cy="56955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3" name="h_j bar_4">
            <a:extLst>
              <a:ext uri="{FF2B5EF4-FFF2-40B4-BE49-F238E27FC236}">
                <a16:creationId xmlns:a16="http://schemas.microsoft.com/office/drawing/2014/main" id="{303A1CD5-17F0-8B5C-ABA0-6690209EA294}"/>
              </a:ext>
            </a:extLst>
          </p:cNvPr>
          <p:cNvSpPr/>
          <p:nvPr/>
        </p:nvSpPr>
        <p:spPr>
          <a:xfrm>
            <a:off x="2142378" y="3989994"/>
            <a:ext cx="44072" cy="56955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4" name="h_j bar_5">
            <a:extLst>
              <a:ext uri="{FF2B5EF4-FFF2-40B4-BE49-F238E27FC236}">
                <a16:creationId xmlns:a16="http://schemas.microsoft.com/office/drawing/2014/main" id="{02202285-7CDB-24A2-9BE1-37280A5C7271}"/>
              </a:ext>
            </a:extLst>
          </p:cNvPr>
          <p:cNvSpPr/>
          <p:nvPr/>
        </p:nvSpPr>
        <p:spPr>
          <a:xfrm>
            <a:off x="2190406" y="3989994"/>
            <a:ext cx="44072" cy="56955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5" name="h_j bar_6">
            <a:extLst>
              <a:ext uri="{FF2B5EF4-FFF2-40B4-BE49-F238E27FC236}">
                <a16:creationId xmlns:a16="http://schemas.microsoft.com/office/drawing/2014/main" id="{0509DE11-C048-03FE-5E87-1D1364736B1B}"/>
              </a:ext>
            </a:extLst>
          </p:cNvPr>
          <p:cNvSpPr/>
          <p:nvPr/>
        </p:nvSpPr>
        <p:spPr>
          <a:xfrm>
            <a:off x="2238433" y="3989994"/>
            <a:ext cx="44072" cy="56955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6" name="h_j bar_7">
            <a:extLst>
              <a:ext uri="{FF2B5EF4-FFF2-40B4-BE49-F238E27FC236}">
                <a16:creationId xmlns:a16="http://schemas.microsoft.com/office/drawing/2014/main" id="{2C0EFBD9-D215-375B-2FFA-F74B046C82C9}"/>
              </a:ext>
            </a:extLst>
          </p:cNvPr>
          <p:cNvSpPr/>
          <p:nvPr/>
        </p:nvSpPr>
        <p:spPr>
          <a:xfrm>
            <a:off x="2286460" y="3989994"/>
            <a:ext cx="44072" cy="56955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7" name="Math | h_j^">
            <a:extLst>
              <a:ext uri="{FF2B5EF4-FFF2-40B4-BE49-F238E27FC236}">
                <a16:creationId xmlns:a16="http://schemas.microsoft.com/office/drawing/2014/main" id="{157BAE8B-5DA6-7975-596C-2A7C383D5B0C}"/>
              </a:ext>
            </a:extLst>
          </p:cNvPr>
          <p:cNvSpPr txBox="1"/>
          <p:nvPr/>
        </p:nvSpPr>
        <p:spPr>
          <a:xfrm>
            <a:off x="1883926" y="3947306"/>
            <a:ext cx="70532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</a:p>
        </p:txBody>
      </p:sp>
      <p:sp>
        <p:nvSpPr>
          <p:cNvPr id="658" name="Op | Foreground head">
            <a:extLst>
              <a:ext uri="{FF2B5EF4-FFF2-40B4-BE49-F238E27FC236}">
                <a16:creationId xmlns:a16="http://schemas.microsoft.com/office/drawing/2014/main" id="{09CEE996-94DC-EAA1-84AE-A7236703F815}"/>
              </a:ext>
            </a:extLst>
          </p:cNvPr>
          <p:cNvSpPr/>
          <p:nvPr/>
        </p:nvSpPr>
        <p:spPr>
          <a:xfrm>
            <a:off x="613980" y="4181937"/>
            <a:ext cx="696113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Foreground head</a:t>
            </a:r>
          </a:p>
        </p:txBody>
      </p:sp>
      <p:sp>
        <p:nvSpPr>
          <p:cNvPr id="659" name="Math | p_j^fg">
            <a:extLst>
              <a:ext uri="{FF2B5EF4-FFF2-40B4-BE49-F238E27FC236}">
                <a16:creationId xmlns:a16="http://schemas.microsoft.com/office/drawing/2014/main" id="{7663B0D3-2E7B-EA3E-716C-A70CDC8E9029}"/>
              </a:ext>
            </a:extLst>
          </p:cNvPr>
          <p:cNvSpPr txBox="1"/>
          <p:nvPr/>
        </p:nvSpPr>
        <p:spPr>
          <a:xfrm>
            <a:off x="1615425" y="4176444"/>
            <a:ext cx="121828" cy="1223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95" i="1" dirty="0" err="1">
                <a:solidFill>
                  <a:srgbClr val="1E293B"/>
                </a:solidFill>
                <a:latin typeface="Times New Roman"/>
              </a:rPr>
              <a:t>p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 dirty="0" err="1">
                <a:solidFill>
                  <a:srgbClr val="1E293B"/>
                </a:solidFill>
                <a:latin typeface="Arial"/>
              </a:rPr>
              <a:t>fg</a:t>
            </a:r>
            <a:endParaRPr sz="750" baseline="3200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660" name="TextBox 12215">
            <a:extLst>
              <a:ext uri="{FF2B5EF4-FFF2-40B4-BE49-F238E27FC236}">
                <a16:creationId xmlns:a16="http://schemas.microsoft.com/office/drawing/2014/main" id="{74A73489-7F55-E2D4-5328-DF75B2A18028}"/>
              </a:ext>
            </a:extLst>
          </p:cNvPr>
          <p:cNvSpPr txBox="1"/>
          <p:nvPr/>
        </p:nvSpPr>
        <p:spPr>
          <a:xfrm>
            <a:off x="1346687" y="4310121"/>
            <a:ext cx="666849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Foreground probability</a:t>
            </a:r>
          </a:p>
        </p:txBody>
      </p:sp>
      <p:sp>
        <p:nvSpPr>
          <p:cNvPr id="661" name="TextBox 12216">
            <a:extLst>
              <a:ext uri="{FF2B5EF4-FFF2-40B4-BE49-F238E27FC236}">
                <a16:creationId xmlns:a16="http://schemas.microsoft.com/office/drawing/2014/main" id="{4EB84358-8261-F22E-6EB6-F6FD55AD8F74}"/>
              </a:ext>
            </a:extLst>
          </p:cNvPr>
          <p:cNvSpPr txBox="1"/>
          <p:nvPr/>
        </p:nvSpPr>
        <p:spPr>
          <a:xfrm>
            <a:off x="2883480" y="2206291"/>
            <a:ext cx="1195840" cy="88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5A6B7C"/>
                </a:solidFill>
                <a:latin typeface="Arial"/>
              </a:rPr>
              <a:t>User-provided SMILES · same PDB</a:t>
            </a:r>
          </a:p>
        </p:txBody>
      </p:sp>
      <p:sp>
        <p:nvSpPr>
          <p:cNvPr id="662" name="Identity | SMILES list card">
            <a:extLst>
              <a:ext uri="{FF2B5EF4-FFF2-40B4-BE49-F238E27FC236}">
                <a16:creationId xmlns:a16="http://schemas.microsoft.com/office/drawing/2014/main" id="{1C596411-E065-BA70-C79E-45F5D8365BD4}"/>
              </a:ext>
            </a:extLst>
          </p:cNvPr>
          <p:cNvSpPr/>
          <p:nvPr/>
        </p:nvSpPr>
        <p:spPr>
          <a:xfrm>
            <a:off x="3062150" y="2309830"/>
            <a:ext cx="838500" cy="512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3" name="TextBox 12218">
            <a:extLst>
              <a:ext uri="{FF2B5EF4-FFF2-40B4-BE49-F238E27FC236}">
                <a16:creationId xmlns:a16="http://schemas.microsoft.com/office/drawing/2014/main" id="{BE34EFC8-3CF7-C64C-B78F-6717DFBA7FAE}"/>
              </a:ext>
            </a:extLst>
          </p:cNvPr>
          <p:cNvSpPr txBox="1"/>
          <p:nvPr/>
        </p:nvSpPr>
        <p:spPr>
          <a:xfrm>
            <a:off x="3117523" y="2338063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4E739E"/>
                </a:solidFill>
                <a:latin typeface="Arial"/>
              </a:rPr>
              <a:t>1   CCO</a:t>
            </a:r>
          </a:p>
        </p:txBody>
      </p:sp>
      <p:sp>
        <p:nvSpPr>
          <p:cNvPr id="664" name="TextBox 12219">
            <a:extLst>
              <a:ext uri="{FF2B5EF4-FFF2-40B4-BE49-F238E27FC236}">
                <a16:creationId xmlns:a16="http://schemas.microsoft.com/office/drawing/2014/main" id="{380E7913-C3D9-14A9-6965-5DE31CE9E197}"/>
              </a:ext>
            </a:extLst>
          </p:cNvPr>
          <p:cNvSpPr txBox="1"/>
          <p:nvPr/>
        </p:nvSpPr>
        <p:spPr>
          <a:xfrm>
            <a:off x="3117523" y="2440897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8E6B3E"/>
                </a:solidFill>
                <a:latin typeface="Arial"/>
              </a:rPr>
              <a:t>2   CC(=O)O</a:t>
            </a:r>
          </a:p>
        </p:txBody>
      </p:sp>
      <p:sp>
        <p:nvSpPr>
          <p:cNvPr id="665" name="Identity | Selected k pill">
            <a:extLst>
              <a:ext uri="{FF2B5EF4-FFF2-40B4-BE49-F238E27FC236}">
                <a16:creationId xmlns:a16="http://schemas.microsoft.com/office/drawing/2014/main" id="{582F2480-AA4E-BBDC-7680-464E9A591F5A}"/>
              </a:ext>
            </a:extLst>
          </p:cNvPr>
          <p:cNvSpPr/>
          <p:nvPr/>
        </p:nvSpPr>
        <p:spPr>
          <a:xfrm>
            <a:off x="3093792" y="2562853"/>
            <a:ext cx="775217" cy="118656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 w="8890">
            <a:solidFill>
              <a:srgbClr val="3E9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6" name="TextBox 12222">
            <a:extLst>
              <a:ext uri="{FF2B5EF4-FFF2-40B4-BE49-F238E27FC236}">
                <a16:creationId xmlns:a16="http://schemas.microsoft.com/office/drawing/2014/main" id="{3A860D55-6EA8-D6A3-E826-DC35F282FAC3}"/>
              </a:ext>
            </a:extLst>
          </p:cNvPr>
          <p:cNvSpPr txBox="1"/>
          <p:nvPr/>
        </p:nvSpPr>
        <p:spPr>
          <a:xfrm>
            <a:off x="3125433" y="2585570"/>
            <a:ext cx="71193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14532D"/>
                </a:solidFill>
                <a:latin typeface="Arial"/>
              </a:rPr>
              <a:t>k   Cc1ccccc1</a:t>
            </a:r>
          </a:p>
        </p:txBody>
      </p:sp>
      <p:sp>
        <p:nvSpPr>
          <p:cNvPr id="667" name="TextBox 12224">
            <a:extLst>
              <a:ext uri="{FF2B5EF4-FFF2-40B4-BE49-F238E27FC236}">
                <a16:creationId xmlns:a16="http://schemas.microsoft.com/office/drawing/2014/main" id="{52050C10-DB96-BE5E-FEF3-49DDD3A8F80D}"/>
              </a:ext>
            </a:extLst>
          </p:cNvPr>
          <p:cNvSpPr txBox="1"/>
          <p:nvPr/>
        </p:nvSpPr>
        <p:spPr>
          <a:xfrm>
            <a:off x="3117523" y="2714369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6D5B97"/>
                </a:solidFill>
                <a:latin typeface="Arial"/>
              </a:rPr>
              <a:t>K   CC(N)=O</a:t>
            </a:r>
          </a:p>
        </p:txBody>
      </p:sp>
      <p:sp>
        <p:nvSpPr>
          <p:cNvPr id="668" name="TextBox 12225">
            <a:extLst>
              <a:ext uri="{FF2B5EF4-FFF2-40B4-BE49-F238E27FC236}">
                <a16:creationId xmlns:a16="http://schemas.microsoft.com/office/drawing/2014/main" id="{CF893707-81A6-2C4D-76B0-EB4B42FCE026}"/>
              </a:ext>
            </a:extLst>
          </p:cNvPr>
          <p:cNvSpPr txBox="1"/>
          <p:nvPr/>
        </p:nvSpPr>
        <p:spPr>
          <a:xfrm>
            <a:off x="2598297" y="2643822"/>
            <a:ext cx="181140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 err="1">
                <a:solidFill>
                  <a:srgbClr val="5A6B7C"/>
                </a:solidFill>
                <a:latin typeface="Arial"/>
              </a:rPr>
              <a:t>RDKit</a:t>
            </a:r>
            <a:endParaRPr sz="536" dirty="0">
              <a:solidFill>
                <a:srgbClr val="5A6B7C"/>
              </a:solidFill>
              <a:latin typeface="Arial"/>
            </a:endParaRPr>
          </a:p>
        </p:txBody>
      </p:sp>
      <p:grpSp>
        <p:nvGrpSpPr>
          <p:cNvPr id="669" name="Identity | Own molecular graph">
            <a:extLst>
              <a:ext uri="{FF2B5EF4-FFF2-40B4-BE49-F238E27FC236}">
                <a16:creationId xmlns:a16="http://schemas.microsoft.com/office/drawing/2014/main" id="{394EDFE9-A823-7E1F-B296-0B1105988C5B}"/>
              </a:ext>
            </a:extLst>
          </p:cNvPr>
          <p:cNvGrpSpPr/>
          <p:nvPr/>
        </p:nvGrpSpPr>
        <p:grpSpPr>
          <a:xfrm>
            <a:off x="2674542" y="2888431"/>
            <a:ext cx="284773" cy="171742"/>
            <a:chOff x="3366271" y="3721905"/>
            <a:chExt cx="311024" cy="187573"/>
          </a:xfrm>
        </p:grpSpPr>
        <p:cxnSp>
          <p:nvCxnSpPr>
            <p:cNvPr id="670" name="path_2698">
              <a:extLst>
                <a:ext uri="{FF2B5EF4-FFF2-40B4-BE49-F238E27FC236}">
                  <a16:creationId xmlns:a16="http://schemas.microsoft.com/office/drawing/2014/main" id="{491FF418-3525-29BC-23C6-9C6A26A05A65}"/>
                </a:ext>
              </a:extLst>
            </p:cNvPr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1" name="path_2699">
              <a:extLst>
                <a:ext uri="{FF2B5EF4-FFF2-40B4-BE49-F238E27FC236}">
                  <a16:creationId xmlns:a16="http://schemas.microsoft.com/office/drawing/2014/main" id="{56C9F6EE-9D68-DADC-0DC4-E3CBBCDB86E9}"/>
                </a:ext>
              </a:extLst>
            </p:cNvPr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2" name="path_2700">
              <a:extLst>
                <a:ext uri="{FF2B5EF4-FFF2-40B4-BE49-F238E27FC236}">
                  <a16:creationId xmlns:a16="http://schemas.microsoft.com/office/drawing/2014/main" id="{5BE846EA-CC52-386A-DEFA-78DF50758BD6}"/>
                </a:ext>
              </a:extLst>
            </p:cNvPr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3" name="path_2701">
              <a:extLst>
                <a:ext uri="{FF2B5EF4-FFF2-40B4-BE49-F238E27FC236}">
                  <a16:creationId xmlns:a16="http://schemas.microsoft.com/office/drawing/2014/main" id="{1828625B-8296-D375-A97B-54E781F65968}"/>
                </a:ext>
              </a:extLst>
            </p:cNvPr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4" name="path_2702">
              <a:extLst>
                <a:ext uri="{FF2B5EF4-FFF2-40B4-BE49-F238E27FC236}">
                  <a16:creationId xmlns:a16="http://schemas.microsoft.com/office/drawing/2014/main" id="{8196E77E-E223-585C-35E7-043A0CCB8DBB}"/>
                </a:ext>
              </a:extLst>
            </p:cNvPr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5" name="path_2703">
              <a:extLst>
                <a:ext uri="{FF2B5EF4-FFF2-40B4-BE49-F238E27FC236}">
                  <a16:creationId xmlns:a16="http://schemas.microsoft.com/office/drawing/2014/main" id="{6741F160-A057-950A-D96A-3A49B7A0BF64}"/>
                </a:ext>
              </a:extLst>
            </p:cNvPr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6" name="path_2704">
              <a:extLst>
                <a:ext uri="{FF2B5EF4-FFF2-40B4-BE49-F238E27FC236}">
                  <a16:creationId xmlns:a16="http://schemas.microsoft.com/office/drawing/2014/main" id="{8EF8F41B-08DA-3253-B26D-60250C3EED02}"/>
                </a:ext>
              </a:extLst>
            </p:cNvPr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7" name="ellipse_2705">
              <a:extLst>
                <a:ext uri="{FF2B5EF4-FFF2-40B4-BE49-F238E27FC236}">
                  <a16:creationId xmlns:a16="http://schemas.microsoft.com/office/drawing/2014/main" id="{3E1DD07C-4E30-7FD4-A8CA-9AD0CDAFC7C6}"/>
                </a:ext>
              </a:extLst>
            </p:cNvPr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8" name="ellipse_2706">
              <a:extLst>
                <a:ext uri="{FF2B5EF4-FFF2-40B4-BE49-F238E27FC236}">
                  <a16:creationId xmlns:a16="http://schemas.microsoft.com/office/drawing/2014/main" id="{1F70856C-1AA7-00F4-D22F-214DDCB4BE11}"/>
                </a:ext>
              </a:extLst>
            </p:cNvPr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9" name="ellipse_2707">
              <a:extLst>
                <a:ext uri="{FF2B5EF4-FFF2-40B4-BE49-F238E27FC236}">
                  <a16:creationId xmlns:a16="http://schemas.microsoft.com/office/drawing/2014/main" id="{52984578-0D63-F190-D2D8-FC8C92DE026B}"/>
                </a:ext>
              </a:extLst>
            </p:cNvPr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0" name="ellipse_2708">
              <a:extLst>
                <a:ext uri="{FF2B5EF4-FFF2-40B4-BE49-F238E27FC236}">
                  <a16:creationId xmlns:a16="http://schemas.microsoft.com/office/drawing/2014/main" id="{A8680880-E661-565B-D108-7135C74862DB}"/>
                </a:ext>
              </a:extLst>
            </p:cNvPr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1" name="ellipse_2709">
              <a:extLst>
                <a:ext uri="{FF2B5EF4-FFF2-40B4-BE49-F238E27FC236}">
                  <a16:creationId xmlns:a16="http://schemas.microsoft.com/office/drawing/2014/main" id="{FAEA0EFF-108C-3210-112D-FFC0A7C53648}"/>
                </a:ext>
              </a:extLst>
            </p:cNvPr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2" name="ellipse_2710">
              <a:extLst>
                <a:ext uri="{FF2B5EF4-FFF2-40B4-BE49-F238E27FC236}">
                  <a16:creationId xmlns:a16="http://schemas.microsoft.com/office/drawing/2014/main" id="{844CB15E-8B0A-4C90-B87F-B79E09A43EDC}"/>
                </a:ext>
              </a:extLst>
            </p:cNvPr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3" name="ellipse_2711">
              <a:extLst>
                <a:ext uri="{FF2B5EF4-FFF2-40B4-BE49-F238E27FC236}">
                  <a16:creationId xmlns:a16="http://schemas.microsoft.com/office/drawing/2014/main" id="{6E9E1E5F-48F6-CD40-3E6E-2E9CADE413F2}"/>
                </a:ext>
              </a:extLst>
            </p:cNvPr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84" name="TextBox 12226">
            <a:extLst>
              <a:ext uri="{FF2B5EF4-FFF2-40B4-BE49-F238E27FC236}">
                <a16:creationId xmlns:a16="http://schemas.microsoft.com/office/drawing/2014/main" id="{9E92102A-53F4-04BE-0388-C6659DC99D1E}"/>
              </a:ext>
            </a:extLst>
          </p:cNvPr>
          <p:cNvSpPr txBox="1"/>
          <p:nvPr/>
        </p:nvSpPr>
        <p:spPr>
          <a:xfrm>
            <a:off x="2648613" y="3080344"/>
            <a:ext cx="336631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Own graph</a:t>
            </a:r>
          </a:p>
        </p:txBody>
      </p:sp>
      <p:sp>
        <p:nvSpPr>
          <p:cNvPr id="685" name="Op | GNN">
            <a:extLst>
              <a:ext uri="{FF2B5EF4-FFF2-40B4-BE49-F238E27FC236}">
                <a16:creationId xmlns:a16="http://schemas.microsoft.com/office/drawing/2014/main" id="{B533CA73-7D0B-96CC-ACB1-B2ED39254219}"/>
              </a:ext>
            </a:extLst>
          </p:cNvPr>
          <p:cNvSpPr/>
          <p:nvPr/>
        </p:nvSpPr>
        <p:spPr>
          <a:xfrm>
            <a:off x="2634990" y="3239299"/>
            <a:ext cx="363877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GNN</a:t>
            </a:r>
          </a:p>
        </p:txBody>
      </p:sp>
      <p:sp>
        <p:nvSpPr>
          <p:cNvPr id="686" name="TextBox 12228">
            <a:extLst>
              <a:ext uri="{FF2B5EF4-FFF2-40B4-BE49-F238E27FC236}">
                <a16:creationId xmlns:a16="http://schemas.microsoft.com/office/drawing/2014/main" id="{AE6EF0E3-9B54-B868-B28A-3E38AA6A5541}"/>
              </a:ext>
            </a:extLst>
          </p:cNvPr>
          <p:cNvSpPr txBox="1"/>
          <p:nvPr/>
        </p:nvSpPr>
        <p:spPr>
          <a:xfrm>
            <a:off x="2848570" y="3388848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87" name="Op | Graph attention">
            <a:extLst>
              <a:ext uri="{FF2B5EF4-FFF2-40B4-BE49-F238E27FC236}">
                <a16:creationId xmlns:a16="http://schemas.microsoft.com/office/drawing/2014/main" id="{81F13938-C5E8-E858-9144-E2AF8CB5A66D}"/>
              </a:ext>
            </a:extLst>
          </p:cNvPr>
          <p:cNvSpPr/>
          <p:nvPr/>
        </p:nvSpPr>
        <p:spPr>
          <a:xfrm>
            <a:off x="2508424" y="3500341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Graph</a:t>
            </a:r>
            <a:r>
              <a:rPr sz="580" dirty="0">
                <a:solidFill>
                  <a:srgbClr val="1D6D5E"/>
                </a:solidFill>
                <a:latin typeface="Arial"/>
              </a:rPr>
              <a:t> </a:t>
            </a:r>
            <a:r>
              <a:rPr sz="588" dirty="0">
                <a:solidFill>
                  <a:srgbClr val="1D6D5E"/>
                </a:solidFill>
                <a:latin typeface="Arial"/>
              </a:rPr>
              <a:t>attention</a:t>
            </a:r>
          </a:p>
        </p:txBody>
      </p:sp>
      <p:sp>
        <p:nvSpPr>
          <p:cNvPr id="688" name="Op | SMI-TED">
            <a:extLst>
              <a:ext uri="{FF2B5EF4-FFF2-40B4-BE49-F238E27FC236}">
                <a16:creationId xmlns:a16="http://schemas.microsoft.com/office/drawing/2014/main" id="{0510FD25-9A79-0C70-C6F7-E4A1A1E1082D}"/>
              </a:ext>
            </a:extLst>
          </p:cNvPr>
          <p:cNvSpPr/>
          <p:nvPr/>
        </p:nvSpPr>
        <p:spPr>
          <a:xfrm>
            <a:off x="3270973" y="2971538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689" name="Language vector v_k_1">
            <a:extLst>
              <a:ext uri="{FF2B5EF4-FFF2-40B4-BE49-F238E27FC236}">
                <a16:creationId xmlns:a16="http://schemas.microsoft.com/office/drawing/2014/main" id="{287EA92E-297B-EEDE-699C-A86A3A995B88}"/>
              </a:ext>
            </a:extLst>
          </p:cNvPr>
          <p:cNvSpPr/>
          <p:nvPr/>
        </p:nvSpPr>
        <p:spPr>
          <a:xfrm>
            <a:off x="3339014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0" name="Language vector v_k_2">
            <a:extLst>
              <a:ext uri="{FF2B5EF4-FFF2-40B4-BE49-F238E27FC236}">
                <a16:creationId xmlns:a16="http://schemas.microsoft.com/office/drawing/2014/main" id="{0EB6CED0-813C-3419-C25A-C69CBC508B7A}"/>
              </a:ext>
            </a:extLst>
          </p:cNvPr>
          <p:cNvSpPr/>
          <p:nvPr/>
        </p:nvSpPr>
        <p:spPr>
          <a:xfrm>
            <a:off x="3380261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1" name="Language vector v_k_3">
            <a:extLst>
              <a:ext uri="{FF2B5EF4-FFF2-40B4-BE49-F238E27FC236}">
                <a16:creationId xmlns:a16="http://schemas.microsoft.com/office/drawing/2014/main" id="{A7E47F0E-5908-EA0A-FF6B-FCE70AAC4C8B}"/>
              </a:ext>
            </a:extLst>
          </p:cNvPr>
          <p:cNvSpPr/>
          <p:nvPr/>
        </p:nvSpPr>
        <p:spPr>
          <a:xfrm>
            <a:off x="3421508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2" name="Language vector v_k_4">
            <a:extLst>
              <a:ext uri="{FF2B5EF4-FFF2-40B4-BE49-F238E27FC236}">
                <a16:creationId xmlns:a16="http://schemas.microsoft.com/office/drawing/2014/main" id="{BD206687-89B1-4B0F-EEF7-3F90396AEC71}"/>
              </a:ext>
            </a:extLst>
          </p:cNvPr>
          <p:cNvSpPr/>
          <p:nvPr/>
        </p:nvSpPr>
        <p:spPr>
          <a:xfrm>
            <a:off x="3462755" y="3547013"/>
            <a:ext cx="37291" cy="56955"/>
          </a:xfrm>
          <a:prstGeom prst="rect">
            <a:avLst/>
          </a:prstGeom>
          <a:solidFill>
            <a:srgbClr val="C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3" name="Language vector v_k_5">
            <a:extLst>
              <a:ext uri="{FF2B5EF4-FFF2-40B4-BE49-F238E27FC236}">
                <a16:creationId xmlns:a16="http://schemas.microsoft.com/office/drawing/2014/main" id="{DB149F77-9554-3BDA-7EB5-332A66BF93DC}"/>
              </a:ext>
            </a:extLst>
          </p:cNvPr>
          <p:cNvSpPr/>
          <p:nvPr/>
        </p:nvSpPr>
        <p:spPr>
          <a:xfrm>
            <a:off x="3504002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4" name="Language vector v_k_6">
            <a:extLst>
              <a:ext uri="{FF2B5EF4-FFF2-40B4-BE49-F238E27FC236}">
                <a16:creationId xmlns:a16="http://schemas.microsoft.com/office/drawing/2014/main" id="{D3221D20-FCA8-4C4C-C58C-0368CCF33862}"/>
              </a:ext>
            </a:extLst>
          </p:cNvPr>
          <p:cNvSpPr/>
          <p:nvPr/>
        </p:nvSpPr>
        <p:spPr>
          <a:xfrm>
            <a:off x="3545249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5" name="Language vector v_k_7">
            <a:extLst>
              <a:ext uri="{FF2B5EF4-FFF2-40B4-BE49-F238E27FC236}">
                <a16:creationId xmlns:a16="http://schemas.microsoft.com/office/drawing/2014/main" id="{2F343B5E-8900-CFD5-FB4C-220F4C6A8EE4}"/>
              </a:ext>
            </a:extLst>
          </p:cNvPr>
          <p:cNvSpPr/>
          <p:nvPr/>
        </p:nvSpPr>
        <p:spPr>
          <a:xfrm>
            <a:off x="3586496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6" name="TextBox 12239">
            <a:extLst>
              <a:ext uri="{FF2B5EF4-FFF2-40B4-BE49-F238E27FC236}">
                <a16:creationId xmlns:a16="http://schemas.microsoft.com/office/drawing/2014/main" id="{61D775C5-97A6-D7E1-536A-11655202ACCB}"/>
              </a:ext>
            </a:extLst>
          </p:cNvPr>
          <p:cNvSpPr txBox="1"/>
          <p:nvPr/>
        </p:nvSpPr>
        <p:spPr>
          <a:xfrm>
            <a:off x="3164985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 dirty="0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7" name="TextBox 12240">
            <a:extLst>
              <a:ext uri="{FF2B5EF4-FFF2-40B4-BE49-F238E27FC236}">
                <a16:creationId xmlns:a16="http://schemas.microsoft.com/office/drawing/2014/main" id="{81B10B56-2C80-2B9C-0B9E-B93FAF64DF5A}"/>
              </a:ext>
            </a:extLst>
          </p:cNvPr>
          <p:cNvSpPr txBox="1"/>
          <p:nvPr/>
        </p:nvSpPr>
        <p:spPr>
          <a:xfrm>
            <a:off x="3671249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8" name="TextBox 12241">
            <a:extLst>
              <a:ext uri="{FF2B5EF4-FFF2-40B4-BE49-F238E27FC236}">
                <a16:creationId xmlns:a16="http://schemas.microsoft.com/office/drawing/2014/main" id="{E1420C3D-7CB7-1D11-35DE-4B008425B6A3}"/>
              </a:ext>
            </a:extLst>
          </p:cNvPr>
          <p:cNvSpPr txBox="1"/>
          <p:nvPr/>
        </p:nvSpPr>
        <p:spPr>
          <a:xfrm>
            <a:off x="4185423" y="2542416"/>
            <a:ext cx="379698" cy="1518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519" dirty="0">
                <a:solidFill>
                  <a:srgbClr val="5A6B7C"/>
                </a:solidFill>
                <a:latin typeface="Arial"/>
              </a:rPr>
              <a:t>  </a:t>
            </a:r>
            <a:r>
              <a:rPr sz="519" dirty="0">
                <a:solidFill>
                  <a:srgbClr val="5A6B7C"/>
                </a:solidFill>
                <a:latin typeface="Arial"/>
              </a:rPr>
              <a:t>Other</a:t>
            </a:r>
          </a:p>
          <a:p>
            <a:pPr algn="l">
              <a:lnSpc>
                <a:spcPct val="95000"/>
              </a:lnSpc>
            </a:pPr>
            <a:r>
              <a:rPr sz="519" dirty="0">
                <a:solidFill>
                  <a:srgbClr val="5A6B7C"/>
                </a:solidFill>
                <a:latin typeface="Arial"/>
              </a:rPr>
              <a:t>identities</a:t>
            </a:r>
          </a:p>
        </p:txBody>
      </p:sp>
      <p:sp>
        <p:nvSpPr>
          <p:cNvPr id="699" name="Op | SMI-TED">
            <a:extLst>
              <a:ext uri="{FF2B5EF4-FFF2-40B4-BE49-F238E27FC236}">
                <a16:creationId xmlns:a16="http://schemas.microsoft.com/office/drawing/2014/main" id="{678579F8-0BD2-560B-537C-8BC1BD4F78C7}"/>
              </a:ext>
            </a:extLst>
          </p:cNvPr>
          <p:cNvSpPr/>
          <p:nvPr/>
        </p:nvSpPr>
        <p:spPr>
          <a:xfrm>
            <a:off x="3952538" y="2967199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700" name="TextBox 12244">
            <a:extLst>
              <a:ext uri="{FF2B5EF4-FFF2-40B4-BE49-F238E27FC236}">
                <a16:creationId xmlns:a16="http://schemas.microsoft.com/office/drawing/2014/main" id="{B540E27E-73A1-329C-EF9C-2C5D113AB8B3}"/>
              </a:ext>
            </a:extLst>
          </p:cNvPr>
          <p:cNvSpPr txBox="1"/>
          <p:nvPr/>
        </p:nvSpPr>
        <p:spPr>
          <a:xfrm>
            <a:off x="3940202" y="3207444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4E739E"/>
                </a:solidFill>
                <a:latin typeface="Arial"/>
              </a:rPr>
              <a:t>1</a:t>
            </a:r>
          </a:p>
        </p:txBody>
      </p:sp>
      <p:sp>
        <p:nvSpPr>
          <p:cNvPr id="701" name="Context bar 1_1">
            <a:extLst>
              <a:ext uri="{FF2B5EF4-FFF2-40B4-BE49-F238E27FC236}">
                <a16:creationId xmlns:a16="http://schemas.microsoft.com/office/drawing/2014/main" id="{EBF886CC-88EF-BBCF-29EB-C7BBCF49C910}"/>
              </a:ext>
            </a:extLst>
          </p:cNvPr>
          <p:cNvSpPr/>
          <p:nvPr/>
        </p:nvSpPr>
        <p:spPr>
          <a:xfrm>
            <a:off x="4035126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2" name="Context bar 1_2">
            <a:extLst>
              <a:ext uri="{FF2B5EF4-FFF2-40B4-BE49-F238E27FC236}">
                <a16:creationId xmlns:a16="http://schemas.microsoft.com/office/drawing/2014/main" id="{930D649E-C45E-4AF0-F379-CB0EDDE45018}"/>
              </a:ext>
            </a:extLst>
          </p:cNvPr>
          <p:cNvSpPr/>
          <p:nvPr/>
        </p:nvSpPr>
        <p:spPr>
          <a:xfrm>
            <a:off x="4083248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3" name="Context bar 1_3">
            <a:extLst>
              <a:ext uri="{FF2B5EF4-FFF2-40B4-BE49-F238E27FC236}">
                <a16:creationId xmlns:a16="http://schemas.microsoft.com/office/drawing/2014/main" id="{148A4A4D-AFDA-DCFB-BB7C-76E526EA6917}"/>
              </a:ext>
            </a:extLst>
          </p:cNvPr>
          <p:cNvSpPr/>
          <p:nvPr/>
        </p:nvSpPr>
        <p:spPr>
          <a:xfrm>
            <a:off x="4131369" y="3223887"/>
            <a:ext cx="44166" cy="34806"/>
          </a:xfrm>
          <a:prstGeom prst="rect">
            <a:avLst/>
          </a:prstGeom>
          <a:solidFill>
            <a:srgbClr val="BFD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4" name="Context bar 1_4">
            <a:extLst>
              <a:ext uri="{FF2B5EF4-FFF2-40B4-BE49-F238E27FC236}">
                <a16:creationId xmlns:a16="http://schemas.microsoft.com/office/drawing/2014/main" id="{77FF8680-98B1-07BA-019C-83A1D2487A48}"/>
              </a:ext>
            </a:extLst>
          </p:cNvPr>
          <p:cNvSpPr/>
          <p:nvPr/>
        </p:nvSpPr>
        <p:spPr>
          <a:xfrm>
            <a:off x="4179491" y="3223887"/>
            <a:ext cx="44166" cy="34806"/>
          </a:xfrm>
          <a:prstGeom prst="rect">
            <a:avLst/>
          </a:prstGeom>
          <a:solidFill>
            <a:srgbClr val="739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5" name="Context bar 1_5">
            <a:extLst>
              <a:ext uri="{FF2B5EF4-FFF2-40B4-BE49-F238E27FC236}">
                <a16:creationId xmlns:a16="http://schemas.microsoft.com/office/drawing/2014/main" id="{0614E115-66A1-C341-6844-7E410522AF74}"/>
              </a:ext>
            </a:extLst>
          </p:cNvPr>
          <p:cNvSpPr/>
          <p:nvPr/>
        </p:nvSpPr>
        <p:spPr>
          <a:xfrm>
            <a:off x="4227612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6" name="Context bar 1_6">
            <a:extLst>
              <a:ext uri="{FF2B5EF4-FFF2-40B4-BE49-F238E27FC236}">
                <a16:creationId xmlns:a16="http://schemas.microsoft.com/office/drawing/2014/main" id="{74C71503-3BCE-88B0-A520-7CC34B1BFB8F}"/>
              </a:ext>
            </a:extLst>
          </p:cNvPr>
          <p:cNvSpPr/>
          <p:nvPr/>
        </p:nvSpPr>
        <p:spPr>
          <a:xfrm>
            <a:off x="4275734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7" name="TextBox 12251">
            <a:extLst>
              <a:ext uri="{FF2B5EF4-FFF2-40B4-BE49-F238E27FC236}">
                <a16:creationId xmlns:a16="http://schemas.microsoft.com/office/drawing/2014/main" id="{B39808FE-BCF4-3C81-AB07-9F4897C92D27}"/>
              </a:ext>
            </a:extLst>
          </p:cNvPr>
          <p:cNvSpPr txBox="1"/>
          <p:nvPr/>
        </p:nvSpPr>
        <p:spPr>
          <a:xfrm>
            <a:off x="3940202" y="3270220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8E6B3E"/>
                </a:solidFill>
                <a:latin typeface="Arial"/>
              </a:rPr>
              <a:t>2</a:t>
            </a:r>
          </a:p>
        </p:txBody>
      </p:sp>
      <p:sp>
        <p:nvSpPr>
          <p:cNvPr id="708" name="Context bar 2_1">
            <a:extLst>
              <a:ext uri="{FF2B5EF4-FFF2-40B4-BE49-F238E27FC236}">
                <a16:creationId xmlns:a16="http://schemas.microsoft.com/office/drawing/2014/main" id="{F4D6FCCB-9C32-2223-E103-8A64FCD4C3F9}"/>
              </a:ext>
            </a:extLst>
          </p:cNvPr>
          <p:cNvSpPr/>
          <p:nvPr/>
        </p:nvSpPr>
        <p:spPr>
          <a:xfrm>
            <a:off x="4035126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9" name="Context bar 2_2">
            <a:extLst>
              <a:ext uri="{FF2B5EF4-FFF2-40B4-BE49-F238E27FC236}">
                <a16:creationId xmlns:a16="http://schemas.microsoft.com/office/drawing/2014/main" id="{8071F223-29BE-44D0-EA39-D122D379FF28}"/>
              </a:ext>
            </a:extLst>
          </p:cNvPr>
          <p:cNvSpPr/>
          <p:nvPr/>
        </p:nvSpPr>
        <p:spPr>
          <a:xfrm>
            <a:off x="4083248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0" name="Context bar 2_3">
            <a:extLst>
              <a:ext uri="{FF2B5EF4-FFF2-40B4-BE49-F238E27FC236}">
                <a16:creationId xmlns:a16="http://schemas.microsoft.com/office/drawing/2014/main" id="{642A5731-5ABD-EB9B-BADD-2CE096B3B00C}"/>
              </a:ext>
            </a:extLst>
          </p:cNvPr>
          <p:cNvSpPr/>
          <p:nvPr/>
        </p:nvSpPr>
        <p:spPr>
          <a:xfrm>
            <a:off x="4131369" y="3286664"/>
            <a:ext cx="44166" cy="34806"/>
          </a:xfrm>
          <a:prstGeom prst="rect">
            <a:avLst/>
          </a:prstGeom>
          <a:solidFill>
            <a:srgbClr val="E0C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1" name="Context bar 2_4">
            <a:extLst>
              <a:ext uri="{FF2B5EF4-FFF2-40B4-BE49-F238E27FC236}">
                <a16:creationId xmlns:a16="http://schemas.microsoft.com/office/drawing/2014/main" id="{1AAF0D81-F3EF-CFC8-B2D4-9490D8DA3970}"/>
              </a:ext>
            </a:extLst>
          </p:cNvPr>
          <p:cNvSpPr/>
          <p:nvPr/>
        </p:nvSpPr>
        <p:spPr>
          <a:xfrm>
            <a:off x="4179491" y="3286664"/>
            <a:ext cx="44166" cy="34806"/>
          </a:xfrm>
          <a:prstGeom prst="rect">
            <a:avLst/>
          </a:prstGeom>
          <a:solidFill>
            <a:srgbClr val="B5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2" name="Context bar 2_5">
            <a:extLst>
              <a:ext uri="{FF2B5EF4-FFF2-40B4-BE49-F238E27FC236}">
                <a16:creationId xmlns:a16="http://schemas.microsoft.com/office/drawing/2014/main" id="{A01C011F-A5D4-7A3B-E9EB-ABEC1935B7E5}"/>
              </a:ext>
            </a:extLst>
          </p:cNvPr>
          <p:cNvSpPr/>
          <p:nvPr/>
        </p:nvSpPr>
        <p:spPr>
          <a:xfrm>
            <a:off x="4227612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3" name="Context bar 2_6">
            <a:extLst>
              <a:ext uri="{FF2B5EF4-FFF2-40B4-BE49-F238E27FC236}">
                <a16:creationId xmlns:a16="http://schemas.microsoft.com/office/drawing/2014/main" id="{398A0871-019C-5D8F-39FD-3FE1586EA4B3}"/>
              </a:ext>
            </a:extLst>
          </p:cNvPr>
          <p:cNvSpPr/>
          <p:nvPr/>
        </p:nvSpPr>
        <p:spPr>
          <a:xfrm>
            <a:off x="4275734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4" name="TextBox 12258">
            <a:extLst>
              <a:ext uri="{FF2B5EF4-FFF2-40B4-BE49-F238E27FC236}">
                <a16:creationId xmlns:a16="http://schemas.microsoft.com/office/drawing/2014/main" id="{E3DA013F-F4EF-DD41-2A03-5985B09501CB}"/>
              </a:ext>
            </a:extLst>
          </p:cNvPr>
          <p:cNvSpPr txBox="1"/>
          <p:nvPr/>
        </p:nvSpPr>
        <p:spPr>
          <a:xfrm>
            <a:off x="3940202" y="3332997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6D5B97"/>
                </a:solidFill>
                <a:latin typeface="Arial"/>
              </a:rPr>
              <a:t>K</a:t>
            </a:r>
          </a:p>
        </p:txBody>
      </p:sp>
      <p:sp>
        <p:nvSpPr>
          <p:cNvPr id="715" name="Context bar K_1">
            <a:extLst>
              <a:ext uri="{FF2B5EF4-FFF2-40B4-BE49-F238E27FC236}">
                <a16:creationId xmlns:a16="http://schemas.microsoft.com/office/drawing/2014/main" id="{30292733-A56E-89DC-1116-B85A279E7DE2}"/>
              </a:ext>
            </a:extLst>
          </p:cNvPr>
          <p:cNvSpPr/>
          <p:nvPr/>
        </p:nvSpPr>
        <p:spPr>
          <a:xfrm>
            <a:off x="4035126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6" name="Context bar K_2">
            <a:extLst>
              <a:ext uri="{FF2B5EF4-FFF2-40B4-BE49-F238E27FC236}">
                <a16:creationId xmlns:a16="http://schemas.microsoft.com/office/drawing/2014/main" id="{F04A02E6-3847-6C44-3AA9-BA100137A4F9}"/>
              </a:ext>
            </a:extLst>
          </p:cNvPr>
          <p:cNvSpPr/>
          <p:nvPr/>
        </p:nvSpPr>
        <p:spPr>
          <a:xfrm>
            <a:off x="4083248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7" name="Context bar K_3">
            <a:extLst>
              <a:ext uri="{FF2B5EF4-FFF2-40B4-BE49-F238E27FC236}">
                <a16:creationId xmlns:a16="http://schemas.microsoft.com/office/drawing/2014/main" id="{73C56922-063A-376A-3620-9787F7593674}"/>
              </a:ext>
            </a:extLst>
          </p:cNvPr>
          <p:cNvSpPr/>
          <p:nvPr/>
        </p:nvSpPr>
        <p:spPr>
          <a:xfrm>
            <a:off x="4131369" y="3349440"/>
            <a:ext cx="44166" cy="34806"/>
          </a:xfrm>
          <a:prstGeom prst="rect">
            <a:avLst/>
          </a:prstGeom>
          <a:solidFill>
            <a:srgbClr val="CB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8" name="Context bar K_4">
            <a:extLst>
              <a:ext uri="{FF2B5EF4-FFF2-40B4-BE49-F238E27FC236}">
                <a16:creationId xmlns:a16="http://schemas.microsoft.com/office/drawing/2014/main" id="{B40AF900-E6B7-410F-02D0-CA03B1CF5CEC}"/>
              </a:ext>
            </a:extLst>
          </p:cNvPr>
          <p:cNvSpPr/>
          <p:nvPr/>
        </p:nvSpPr>
        <p:spPr>
          <a:xfrm>
            <a:off x="4179491" y="3349440"/>
            <a:ext cx="44166" cy="34806"/>
          </a:xfrm>
          <a:prstGeom prst="rect">
            <a:avLst/>
          </a:prstGeom>
          <a:solidFill>
            <a:srgbClr val="8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9" name="Context bar K_5">
            <a:extLst>
              <a:ext uri="{FF2B5EF4-FFF2-40B4-BE49-F238E27FC236}">
                <a16:creationId xmlns:a16="http://schemas.microsoft.com/office/drawing/2014/main" id="{C9A69938-63CE-A79A-2E27-FB51131B6EA2}"/>
              </a:ext>
            </a:extLst>
          </p:cNvPr>
          <p:cNvSpPr/>
          <p:nvPr/>
        </p:nvSpPr>
        <p:spPr>
          <a:xfrm>
            <a:off x="4227612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0" name="Context bar K_6">
            <a:extLst>
              <a:ext uri="{FF2B5EF4-FFF2-40B4-BE49-F238E27FC236}">
                <a16:creationId xmlns:a16="http://schemas.microsoft.com/office/drawing/2014/main" id="{AC8D4F7C-FCE3-C28D-EC2B-F1104BB0772C}"/>
              </a:ext>
            </a:extLst>
          </p:cNvPr>
          <p:cNvSpPr/>
          <p:nvPr/>
        </p:nvSpPr>
        <p:spPr>
          <a:xfrm>
            <a:off x="4275734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1" name="TextBox 12265">
            <a:extLst>
              <a:ext uri="{FF2B5EF4-FFF2-40B4-BE49-F238E27FC236}">
                <a16:creationId xmlns:a16="http://schemas.microsoft.com/office/drawing/2014/main" id="{D9969138-6DB7-95F2-E76C-3CAB8D21CE36}"/>
              </a:ext>
            </a:extLst>
          </p:cNvPr>
          <p:cNvSpPr txBox="1"/>
          <p:nvPr/>
        </p:nvSpPr>
        <p:spPr>
          <a:xfrm>
            <a:off x="4193334" y="3400472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722" name="Op | Context attention">
            <a:extLst>
              <a:ext uri="{FF2B5EF4-FFF2-40B4-BE49-F238E27FC236}">
                <a16:creationId xmlns:a16="http://schemas.microsoft.com/office/drawing/2014/main" id="{E625B3B0-129B-ECD1-4678-CB01CE8A2218}"/>
              </a:ext>
            </a:extLst>
          </p:cNvPr>
          <p:cNvSpPr/>
          <p:nvPr/>
        </p:nvSpPr>
        <p:spPr>
          <a:xfrm>
            <a:off x="3837367" y="3500341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Context</a:t>
            </a:r>
            <a:r>
              <a:rPr sz="580" dirty="0">
                <a:solidFill>
                  <a:srgbClr val="1D6D5E"/>
                </a:solidFill>
                <a:latin typeface="Arial"/>
              </a:rPr>
              <a:t> attention</a:t>
            </a:r>
          </a:p>
        </p:txBody>
      </p:sp>
      <p:sp>
        <p:nvSpPr>
          <p:cNvPr id="723" name="Op | Fusion">
            <a:extLst>
              <a:ext uri="{FF2B5EF4-FFF2-40B4-BE49-F238E27FC236}">
                <a16:creationId xmlns:a16="http://schemas.microsoft.com/office/drawing/2014/main" id="{16DC632E-9D6A-0ED9-52D0-007F5071E386}"/>
              </a:ext>
            </a:extLst>
          </p:cNvPr>
          <p:cNvSpPr/>
          <p:nvPr/>
        </p:nvSpPr>
        <p:spPr>
          <a:xfrm>
            <a:off x="3291551" y="3733697"/>
            <a:ext cx="379698" cy="14238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Fusion</a:t>
            </a:r>
          </a:p>
        </p:txBody>
      </p:sp>
      <p:sp>
        <p:nvSpPr>
          <p:cNvPr id="724" name="g_k bar_1">
            <a:extLst>
              <a:ext uri="{FF2B5EF4-FFF2-40B4-BE49-F238E27FC236}">
                <a16:creationId xmlns:a16="http://schemas.microsoft.com/office/drawing/2014/main" id="{62962649-92DB-4032-9461-C42B3E41A3D5}"/>
              </a:ext>
            </a:extLst>
          </p:cNvPr>
          <p:cNvSpPr/>
          <p:nvPr/>
        </p:nvSpPr>
        <p:spPr>
          <a:xfrm>
            <a:off x="3315283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5" name="g_k bar_2">
            <a:extLst>
              <a:ext uri="{FF2B5EF4-FFF2-40B4-BE49-F238E27FC236}">
                <a16:creationId xmlns:a16="http://schemas.microsoft.com/office/drawing/2014/main" id="{404CEA3E-1070-701B-B14F-51818FEBC58E}"/>
              </a:ext>
            </a:extLst>
          </p:cNvPr>
          <p:cNvSpPr/>
          <p:nvPr/>
        </p:nvSpPr>
        <p:spPr>
          <a:xfrm>
            <a:off x="3363310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6" name="g_k bar_3">
            <a:extLst>
              <a:ext uri="{FF2B5EF4-FFF2-40B4-BE49-F238E27FC236}">
                <a16:creationId xmlns:a16="http://schemas.microsoft.com/office/drawing/2014/main" id="{9082E84A-DE22-A311-7CA2-39A4A7E18B04}"/>
              </a:ext>
            </a:extLst>
          </p:cNvPr>
          <p:cNvSpPr/>
          <p:nvPr/>
        </p:nvSpPr>
        <p:spPr>
          <a:xfrm>
            <a:off x="3411337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7" name="g_k bar_4">
            <a:extLst>
              <a:ext uri="{FF2B5EF4-FFF2-40B4-BE49-F238E27FC236}">
                <a16:creationId xmlns:a16="http://schemas.microsoft.com/office/drawing/2014/main" id="{6A7EAFD1-5236-9814-63C0-F16237B3D204}"/>
              </a:ext>
            </a:extLst>
          </p:cNvPr>
          <p:cNvSpPr/>
          <p:nvPr/>
        </p:nvSpPr>
        <p:spPr>
          <a:xfrm>
            <a:off x="3459364" y="3989994"/>
            <a:ext cx="44072" cy="56955"/>
          </a:xfrm>
          <a:prstGeom prst="rect">
            <a:avLst/>
          </a:prstGeom>
          <a:solidFill>
            <a:srgbClr val="68A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8" name="g_k bar_5">
            <a:extLst>
              <a:ext uri="{FF2B5EF4-FFF2-40B4-BE49-F238E27FC236}">
                <a16:creationId xmlns:a16="http://schemas.microsoft.com/office/drawing/2014/main" id="{52BD5E92-619E-1EC2-EB2C-CC0B2E2A20AB}"/>
              </a:ext>
            </a:extLst>
          </p:cNvPr>
          <p:cNvSpPr/>
          <p:nvPr/>
        </p:nvSpPr>
        <p:spPr>
          <a:xfrm>
            <a:off x="3507392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9" name="g_k bar_6">
            <a:extLst>
              <a:ext uri="{FF2B5EF4-FFF2-40B4-BE49-F238E27FC236}">
                <a16:creationId xmlns:a16="http://schemas.microsoft.com/office/drawing/2014/main" id="{4C2B1621-70C7-4E09-D77A-9F70E266B566}"/>
              </a:ext>
            </a:extLst>
          </p:cNvPr>
          <p:cNvSpPr/>
          <p:nvPr/>
        </p:nvSpPr>
        <p:spPr>
          <a:xfrm>
            <a:off x="3555419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0" name="g_k bar_7">
            <a:extLst>
              <a:ext uri="{FF2B5EF4-FFF2-40B4-BE49-F238E27FC236}">
                <a16:creationId xmlns:a16="http://schemas.microsoft.com/office/drawing/2014/main" id="{0AEFDD71-1B60-33B8-E54A-B1B2DE75646F}"/>
              </a:ext>
            </a:extLst>
          </p:cNvPr>
          <p:cNvSpPr/>
          <p:nvPr/>
        </p:nvSpPr>
        <p:spPr>
          <a:xfrm>
            <a:off x="3603446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1" name="Math | g_k^">
            <a:extLst>
              <a:ext uri="{FF2B5EF4-FFF2-40B4-BE49-F238E27FC236}">
                <a16:creationId xmlns:a16="http://schemas.microsoft.com/office/drawing/2014/main" id="{6A5BACA2-4269-99D5-52A4-CA6186807157}"/>
              </a:ext>
            </a:extLst>
          </p:cNvPr>
          <p:cNvSpPr txBox="1"/>
          <p:nvPr/>
        </p:nvSpPr>
        <p:spPr>
          <a:xfrm>
            <a:off x="3684143" y="3947306"/>
            <a:ext cx="84960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g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k</a:t>
            </a:r>
          </a:p>
        </p:txBody>
      </p:sp>
      <p:sp>
        <p:nvSpPr>
          <p:cNvPr id="732" name="Op | Cosine score">
            <a:extLst>
              <a:ext uri="{FF2B5EF4-FFF2-40B4-BE49-F238E27FC236}">
                <a16:creationId xmlns:a16="http://schemas.microsoft.com/office/drawing/2014/main" id="{833DBCE4-B186-44BA-66DC-F1386B3D10A0}"/>
              </a:ext>
            </a:extLst>
          </p:cNvPr>
          <p:cNvSpPr/>
          <p:nvPr/>
        </p:nvSpPr>
        <p:spPr>
          <a:xfrm>
            <a:off x="3085881" y="4164813"/>
            <a:ext cx="569547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>
                <a:solidFill>
                  <a:srgbClr val="1D6D5E"/>
                </a:solidFill>
                <a:latin typeface="Arial"/>
              </a:rPr>
              <a:t>Cosine score</a:t>
            </a:r>
          </a:p>
        </p:txBody>
      </p:sp>
      <p:sp>
        <p:nvSpPr>
          <p:cNvPr id="733" name="TextBox 12277">
            <a:extLst>
              <a:ext uri="{FF2B5EF4-FFF2-40B4-BE49-F238E27FC236}">
                <a16:creationId xmlns:a16="http://schemas.microsoft.com/office/drawing/2014/main" id="{67D2EEB5-A3A0-79BF-8FDD-FA47B49A7E2D}"/>
              </a:ext>
            </a:extLst>
          </p:cNvPr>
          <p:cNvSpPr txBox="1"/>
          <p:nvPr/>
        </p:nvSpPr>
        <p:spPr>
          <a:xfrm>
            <a:off x="3087003" y="4326634"/>
            <a:ext cx="585097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Learned projections</a:t>
            </a:r>
          </a:p>
        </p:txBody>
      </p:sp>
      <p:sp>
        <p:nvSpPr>
          <p:cNvPr id="734" name="Math | s_j,k^">
            <a:extLst>
              <a:ext uri="{FF2B5EF4-FFF2-40B4-BE49-F238E27FC236}">
                <a16:creationId xmlns:a16="http://schemas.microsoft.com/office/drawing/2014/main" id="{383E87F0-CB49-CFC6-D008-22E32C07D827}"/>
              </a:ext>
            </a:extLst>
          </p:cNvPr>
          <p:cNvSpPr txBox="1"/>
          <p:nvPr/>
        </p:nvSpPr>
        <p:spPr>
          <a:xfrm>
            <a:off x="3741774" y="4086560"/>
            <a:ext cx="104196" cy="1170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1" i="1" dirty="0" err="1">
                <a:solidFill>
                  <a:srgbClr val="1E293B"/>
                </a:solidFill>
                <a:latin typeface="Times New Roman"/>
              </a:rPr>
              <a:t>s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j,k</a:t>
            </a:r>
            <a:endParaRPr sz="750" i="1" baseline="-2800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735" name="TextBox 12279">
            <a:extLst>
              <a:ext uri="{FF2B5EF4-FFF2-40B4-BE49-F238E27FC236}">
                <a16:creationId xmlns:a16="http://schemas.microsoft.com/office/drawing/2014/main" id="{E5BB1F6B-6FC7-7702-9D32-22D740947D6E}"/>
              </a:ext>
            </a:extLst>
          </p:cNvPr>
          <p:cNvSpPr txBox="1"/>
          <p:nvPr/>
        </p:nvSpPr>
        <p:spPr>
          <a:xfrm>
            <a:off x="4001148" y="3931330"/>
            <a:ext cx="479297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>
                <a:solidFill>
                  <a:srgbClr val="1E293B"/>
                </a:solidFill>
                <a:latin typeface="Arial"/>
              </a:rPr>
              <a:t>Identity scores</a:t>
            </a:r>
          </a:p>
        </p:txBody>
      </p:sp>
      <p:sp>
        <p:nvSpPr>
          <p:cNvPr id="736" name="TextBox 12280">
            <a:extLst>
              <a:ext uri="{FF2B5EF4-FFF2-40B4-BE49-F238E27FC236}">
                <a16:creationId xmlns:a16="http://schemas.microsoft.com/office/drawing/2014/main" id="{FF4B645C-F282-30ED-56EA-C5F126A64939}"/>
              </a:ext>
            </a:extLst>
          </p:cNvPr>
          <p:cNvSpPr txBox="1"/>
          <p:nvPr/>
        </p:nvSpPr>
        <p:spPr>
          <a:xfrm>
            <a:off x="4239652" y="4018471"/>
            <a:ext cx="102835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dirty="0">
                <a:solidFill>
                  <a:srgbClr val="1D6D5E"/>
                </a:solidFill>
                <a:latin typeface="Arial"/>
              </a:rPr>
              <a:t>k</a:t>
            </a:r>
          </a:p>
        </p:txBody>
      </p:sp>
      <p:sp>
        <p:nvSpPr>
          <p:cNvPr id="737" name="TextBox 12281">
            <a:extLst>
              <a:ext uri="{FF2B5EF4-FFF2-40B4-BE49-F238E27FC236}">
                <a16:creationId xmlns:a16="http://schemas.microsoft.com/office/drawing/2014/main" id="{2F374146-8678-7C00-86AF-38EE05DD713F}"/>
              </a:ext>
            </a:extLst>
          </p:cNvPr>
          <p:cNvSpPr txBox="1"/>
          <p:nvPr/>
        </p:nvSpPr>
        <p:spPr>
          <a:xfrm>
            <a:off x="3940202" y="4169314"/>
            <a:ext cx="8701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>
                <a:solidFill>
                  <a:srgbClr val="1D6D5E"/>
                </a:solidFill>
                <a:latin typeface="Arial"/>
              </a:rPr>
              <a:t>j</a:t>
            </a:r>
          </a:p>
        </p:txBody>
      </p:sp>
      <p:sp>
        <p:nvSpPr>
          <p:cNvPr id="738" name="Matrix cell (0,0)">
            <a:extLst>
              <a:ext uri="{FF2B5EF4-FFF2-40B4-BE49-F238E27FC236}">
                <a16:creationId xmlns:a16="http://schemas.microsoft.com/office/drawing/2014/main" id="{0C9D98E4-A88A-27D6-B0A1-1A18A0ED9FE3}"/>
              </a:ext>
            </a:extLst>
          </p:cNvPr>
          <p:cNvSpPr/>
          <p:nvPr/>
        </p:nvSpPr>
        <p:spPr>
          <a:xfrm>
            <a:off x="403512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9" name="Matrix cell (0,1)">
            <a:extLst>
              <a:ext uri="{FF2B5EF4-FFF2-40B4-BE49-F238E27FC236}">
                <a16:creationId xmlns:a16="http://schemas.microsoft.com/office/drawing/2014/main" id="{312CC5D0-B3A3-E618-C890-2ADE640E6CBF}"/>
              </a:ext>
            </a:extLst>
          </p:cNvPr>
          <p:cNvSpPr/>
          <p:nvPr/>
        </p:nvSpPr>
        <p:spPr>
          <a:xfrm>
            <a:off x="413796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0" name="Matrix cell (0,2)">
            <a:extLst>
              <a:ext uri="{FF2B5EF4-FFF2-40B4-BE49-F238E27FC236}">
                <a16:creationId xmlns:a16="http://schemas.microsoft.com/office/drawing/2014/main" id="{48EDDB1C-7E77-8919-703B-79F25075ED94}"/>
              </a:ext>
            </a:extLst>
          </p:cNvPr>
          <p:cNvSpPr/>
          <p:nvPr/>
        </p:nvSpPr>
        <p:spPr>
          <a:xfrm>
            <a:off x="424079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1" name="Matrix cell (0,3)">
            <a:extLst>
              <a:ext uri="{FF2B5EF4-FFF2-40B4-BE49-F238E27FC236}">
                <a16:creationId xmlns:a16="http://schemas.microsoft.com/office/drawing/2014/main" id="{F032FC67-F51C-7F2F-1BF0-79D0585F65E6}"/>
              </a:ext>
            </a:extLst>
          </p:cNvPr>
          <p:cNvSpPr/>
          <p:nvPr/>
        </p:nvSpPr>
        <p:spPr>
          <a:xfrm>
            <a:off x="434363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2" name="Matrix cell (1,0)">
            <a:extLst>
              <a:ext uri="{FF2B5EF4-FFF2-40B4-BE49-F238E27FC236}">
                <a16:creationId xmlns:a16="http://schemas.microsoft.com/office/drawing/2014/main" id="{62289158-9F33-DF35-C2F5-AA65E04419B7}"/>
              </a:ext>
            </a:extLst>
          </p:cNvPr>
          <p:cNvSpPr/>
          <p:nvPr/>
        </p:nvSpPr>
        <p:spPr>
          <a:xfrm>
            <a:off x="4035126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3" name="Matrix cell (1,1)">
            <a:extLst>
              <a:ext uri="{FF2B5EF4-FFF2-40B4-BE49-F238E27FC236}">
                <a16:creationId xmlns:a16="http://schemas.microsoft.com/office/drawing/2014/main" id="{7343E153-12A5-8E03-0E6F-087969688F0B}"/>
              </a:ext>
            </a:extLst>
          </p:cNvPr>
          <p:cNvSpPr/>
          <p:nvPr/>
        </p:nvSpPr>
        <p:spPr>
          <a:xfrm>
            <a:off x="413796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4" name="Matrix cell (1,2)">
            <a:extLst>
              <a:ext uri="{FF2B5EF4-FFF2-40B4-BE49-F238E27FC236}">
                <a16:creationId xmlns:a16="http://schemas.microsoft.com/office/drawing/2014/main" id="{F47C0F8E-E638-3D8E-37F9-87E7DB46828C}"/>
              </a:ext>
            </a:extLst>
          </p:cNvPr>
          <p:cNvSpPr/>
          <p:nvPr/>
        </p:nvSpPr>
        <p:spPr>
          <a:xfrm>
            <a:off x="4240796" y="4176678"/>
            <a:ext cx="102835" cy="71193"/>
          </a:xfrm>
          <a:prstGeom prst="rect">
            <a:avLst/>
          </a:prstGeom>
          <a:solidFill>
            <a:srgbClr val="3C9486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5" name="Matrix cell (1,3)">
            <a:extLst>
              <a:ext uri="{FF2B5EF4-FFF2-40B4-BE49-F238E27FC236}">
                <a16:creationId xmlns:a16="http://schemas.microsoft.com/office/drawing/2014/main" id="{15A0D4CE-8F29-86C6-DCAA-DCD65C881979}"/>
              </a:ext>
            </a:extLst>
          </p:cNvPr>
          <p:cNvSpPr/>
          <p:nvPr/>
        </p:nvSpPr>
        <p:spPr>
          <a:xfrm>
            <a:off x="434363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6" name="Matrix cell (2,0)">
            <a:extLst>
              <a:ext uri="{FF2B5EF4-FFF2-40B4-BE49-F238E27FC236}">
                <a16:creationId xmlns:a16="http://schemas.microsoft.com/office/drawing/2014/main" id="{3A7AF14F-3FFC-5BCD-D7FF-4F399E36BEB4}"/>
              </a:ext>
            </a:extLst>
          </p:cNvPr>
          <p:cNvSpPr/>
          <p:nvPr/>
        </p:nvSpPr>
        <p:spPr>
          <a:xfrm>
            <a:off x="403512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7" name="Matrix cell (2,1)">
            <a:extLst>
              <a:ext uri="{FF2B5EF4-FFF2-40B4-BE49-F238E27FC236}">
                <a16:creationId xmlns:a16="http://schemas.microsoft.com/office/drawing/2014/main" id="{A426ED77-C2AD-8FB4-53A5-20D540E494A0}"/>
              </a:ext>
            </a:extLst>
          </p:cNvPr>
          <p:cNvSpPr/>
          <p:nvPr/>
        </p:nvSpPr>
        <p:spPr>
          <a:xfrm>
            <a:off x="413796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8" name="Matrix cell (2,2)">
            <a:extLst>
              <a:ext uri="{FF2B5EF4-FFF2-40B4-BE49-F238E27FC236}">
                <a16:creationId xmlns:a16="http://schemas.microsoft.com/office/drawing/2014/main" id="{736A182E-4088-D2F7-1C65-C65EFE0C7A0A}"/>
              </a:ext>
            </a:extLst>
          </p:cNvPr>
          <p:cNvSpPr/>
          <p:nvPr/>
        </p:nvSpPr>
        <p:spPr>
          <a:xfrm>
            <a:off x="424079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9" name="Matrix cell (2,3)">
            <a:extLst>
              <a:ext uri="{FF2B5EF4-FFF2-40B4-BE49-F238E27FC236}">
                <a16:creationId xmlns:a16="http://schemas.microsoft.com/office/drawing/2014/main" id="{E29D7EA8-5449-D92A-D278-F9C142C3210B}"/>
              </a:ext>
            </a:extLst>
          </p:cNvPr>
          <p:cNvSpPr/>
          <p:nvPr/>
        </p:nvSpPr>
        <p:spPr>
          <a:xfrm>
            <a:off x="434363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50" name="TextBox 12294">
            <a:extLst>
              <a:ext uri="{FF2B5EF4-FFF2-40B4-BE49-F238E27FC236}">
                <a16:creationId xmlns:a16="http://schemas.microsoft.com/office/drawing/2014/main" id="{4AF81DBE-4454-9D8E-6726-CCF15367AE43}"/>
              </a:ext>
            </a:extLst>
          </p:cNvPr>
          <p:cNvSpPr txBox="1"/>
          <p:nvPr/>
        </p:nvSpPr>
        <p:spPr>
          <a:xfrm>
            <a:off x="4035127" y="4312989"/>
            <a:ext cx="411339" cy="8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J × K</a:t>
            </a:r>
          </a:p>
        </p:txBody>
      </p:sp>
      <p:grpSp>
        <p:nvGrpSpPr>
          <p:cNvPr id="751" name="组合 13795">
            <a:extLst>
              <a:ext uri="{FF2B5EF4-FFF2-40B4-BE49-F238E27FC236}">
                <a16:creationId xmlns:a16="http://schemas.microsoft.com/office/drawing/2014/main" id="{1D31804F-D219-64B6-1088-6F86567AAAB1}"/>
              </a:ext>
            </a:extLst>
          </p:cNvPr>
          <p:cNvGrpSpPr/>
          <p:nvPr/>
        </p:nvGrpSpPr>
        <p:grpSpPr>
          <a:xfrm>
            <a:off x="1848794" y="554865"/>
            <a:ext cx="1978883" cy="340209"/>
            <a:chOff x="6312668" y="2448732"/>
            <a:chExt cx="1215499" cy="343631"/>
          </a:xfrm>
        </p:grpSpPr>
        <p:pic>
          <p:nvPicPr>
            <p:cNvPr id="752" name="图片 12">
              <a:extLst>
                <a:ext uri="{FF2B5EF4-FFF2-40B4-BE49-F238E27FC236}">
                  <a16:creationId xmlns:a16="http://schemas.microsoft.com/office/drawing/2014/main" id="{D0494404-EE78-5458-9585-12980F376A0C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l="70243" t="-18171" b="-1"/>
            <a:stretch>
              <a:fillRect/>
            </a:stretch>
          </p:blipFill>
          <p:spPr>
            <a:xfrm>
              <a:off x="7112075" y="2448732"/>
              <a:ext cx="416092" cy="323855"/>
            </a:xfrm>
            <a:prstGeom prst="rect">
              <a:avLst/>
            </a:prstGeom>
          </p:spPr>
        </p:pic>
        <p:pic>
          <p:nvPicPr>
            <p:cNvPr id="753" name="图片 12">
              <a:extLst>
                <a:ext uri="{FF2B5EF4-FFF2-40B4-BE49-F238E27FC236}">
                  <a16:creationId xmlns:a16="http://schemas.microsoft.com/office/drawing/2014/main" id="{0BAD49F5-4CD2-EAB1-9EAA-5198B4280EDC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r="70534" b="-8235"/>
            <a:stretch>
              <a:fillRect/>
            </a:stretch>
          </p:blipFill>
          <p:spPr>
            <a:xfrm>
              <a:off x="6312668" y="2495741"/>
              <a:ext cx="412024" cy="296622"/>
            </a:xfrm>
            <a:prstGeom prst="rect">
              <a:avLst/>
            </a:prstGeom>
          </p:spPr>
        </p:pic>
        <p:pic>
          <p:nvPicPr>
            <p:cNvPr id="754" name="Picture 10000" descr="unet_block_18.png">
              <a:extLst>
                <a:ext uri="{FF2B5EF4-FFF2-40B4-BE49-F238E27FC236}">
                  <a16:creationId xmlns:a16="http://schemas.microsoft.com/office/drawing/2014/main" id="{E6554211-304E-D9C9-A64F-39EB7F32A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76851" y="2645026"/>
              <a:ext cx="276863" cy="126566"/>
            </a:xfrm>
            <a:prstGeom prst="rect">
              <a:avLst/>
            </a:prstGeom>
          </p:spPr>
        </p:pic>
      </p:grpSp>
      <p:grpSp>
        <p:nvGrpSpPr>
          <p:cNvPr id="755" name="Find candidate blob 1">
            <a:extLst>
              <a:ext uri="{FF2B5EF4-FFF2-40B4-BE49-F238E27FC236}">
                <a16:creationId xmlns:a16="http://schemas.microsoft.com/office/drawing/2014/main" id="{25D957AF-E65E-6C41-A6F1-9197674F7C99}"/>
              </a:ext>
            </a:extLst>
          </p:cNvPr>
          <p:cNvGrpSpPr/>
          <p:nvPr/>
        </p:nvGrpSpPr>
        <p:grpSpPr>
          <a:xfrm>
            <a:off x="4121891" y="457662"/>
            <a:ext cx="287558" cy="196430"/>
            <a:chOff x="1928706" y="3559489"/>
            <a:chExt cx="227897" cy="155682"/>
          </a:xfrm>
        </p:grpSpPr>
        <p:sp>
          <p:nvSpPr>
            <p:cNvPr id="756" name="Candidate blob | editable contour">
              <a:extLst>
                <a:ext uri="{FF2B5EF4-FFF2-40B4-BE49-F238E27FC236}">
                  <a16:creationId xmlns:a16="http://schemas.microsoft.com/office/drawing/2014/main" id="{1CF6C764-E9A3-8A05-229F-C37542527506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57" name="ellipse_2612">
              <a:extLst>
                <a:ext uri="{FF2B5EF4-FFF2-40B4-BE49-F238E27FC236}">
                  <a16:creationId xmlns:a16="http://schemas.microsoft.com/office/drawing/2014/main" id="{2407D7DF-D678-DF58-FF73-CE904560EC31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8" name="Find candidate blob 2">
            <a:extLst>
              <a:ext uri="{FF2B5EF4-FFF2-40B4-BE49-F238E27FC236}">
                <a16:creationId xmlns:a16="http://schemas.microsoft.com/office/drawing/2014/main" id="{6D4100DF-4EE1-CC99-3329-1B0047406A7E}"/>
              </a:ext>
            </a:extLst>
          </p:cNvPr>
          <p:cNvGrpSpPr/>
          <p:nvPr/>
        </p:nvGrpSpPr>
        <p:grpSpPr>
          <a:xfrm>
            <a:off x="4109184" y="735960"/>
            <a:ext cx="307808" cy="174155"/>
            <a:chOff x="1928706" y="3559489"/>
            <a:chExt cx="227897" cy="155682"/>
          </a:xfrm>
        </p:grpSpPr>
        <p:sp>
          <p:nvSpPr>
            <p:cNvPr id="759" name="Candidate blob | editable contour">
              <a:extLst>
                <a:ext uri="{FF2B5EF4-FFF2-40B4-BE49-F238E27FC236}">
                  <a16:creationId xmlns:a16="http://schemas.microsoft.com/office/drawing/2014/main" id="{B21DB18A-4C9A-2410-0D03-12647FD98CE2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0" name="ellipse_2612">
              <a:extLst>
                <a:ext uri="{FF2B5EF4-FFF2-40B4-BE49-F238E27FC236}">
                  <a16:creationId xmlns:a16="http://schemas.microsoft.com/office/drawing/2014/main" id="{54630D60-895D-BE8F-5DA7-EF0A7438EC0B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1" name="Find candidate blob 3">
            <a:extLst>
              <a:ext uri="{FF2B5EF4-FFF2-40B4-BE49-F238E27FC236}">
                <a16:creationId xmlns:a16="http://schemas.microsoft.com/office/drawing/2014/main" id="{DE76C63E-506C-45D7-4C33-CC4F78325D2C}"/>
              </a:ext>
            </a:extLst>
          </p:cNvPr>
          <p:cNvGrpSpPr/>
          <p:nvPr/>
        </p:nvGrpSpPr>
        <p:grpSpPr>
          <a:xfrm>
            <a:off x="4109970" y="1046710"/>
            <a:ext cx="311858" cy="170105"/>
            <a:chOff x="1928706" y="3559489"/>
            <a:chExt cx="227897" cy="155682"/>
          </a:xfrm>
        </p:grpSpPr>
        <p:sp>
          <p:nvSpPr>
            <p:cNvPr id="762" name="Candidate blob | editable contour">
              <a:extLst>
                <a:ext uri="{FF2B5EF4-FFF2-40B4-BE49-F238E27FC236}">
                  <a16:creationId xmlns:a16="http://schemas.microsoft.com/office/drawing/2014/main" id="{12EC9162-46C7-1EED-43C0-11811180CA3D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4633" y="103508"/>
                  </a:moveTo>
                  <a:cubicBezTo>
                    <a:pt x="0" y="80701"/>
                    <a:pt x="17781" y="72087"/>
                    <a:pt x="35225" y="64107"/>
                  </a:cubicBezTo>
                  <a:cubicBezTo>
                    <a:pt x="54476" y="49917"/>
                    <a:pt x="72264" y="52549"/>
                    <a:pt x="92778" y="35736"/>
                  </a:cubicBezTo>
                  <a:cubicBezTo>
                    <a:pt x="110195" y="21040"/>
                    <a:pt x="104326" y="5059"/>
                    <a:pt x="115221" y="1753"/>
                  </a:cubicBezTo>
                  <a:cubicBezTo>
                    <a:pt x="125241" y="0"/>
                    <a:pt x="159037" y="3786"/>
                    <a:pt x="180838" y="12966"/>
                  </a:cubicBezTo>
                  <a:cubicBezTo>
                    <a:pt x="198427" y="23372"/>
                    <a:pt x="209170" y="39484"/>
                    <a:pt x="212983" y="52913"/>
                  </a:cubicBezTo>
                  <a:cubicBezTo>
                    <a:pt x="216818" y="61184"/>
                    <a:pt x="227897" y="67151"/>
                    <a:pt x="223406" y="85389"/>
                  </a:cubicBezTo>
                  <a:cubicBezTo>
                    <a:pt x="220211" y="103077"/>
                    <a:pt x="208185" y="131257"/>
                    <a:pt x="201464" y="141174"/>
                  </a:cubicBezTo>
                  <a:cubicBezTo>
                    <a:pt x="189414" y="144450"/>
                    <a:pt x="161966" y="148455"/>
                    <a:pt x="136762" y="150513"/>
                  </a:cubicBezTo>
                  <a:cubicBezTo>
                    <a:pt x="110048" y="155682"/>
                    <a:pt x="82946" y="155682"/>
                    <a:pt x="72733" y="149421"/>
                  </a:cubicBezTo>
                  <a:cubicBezTo>
                    <a:pt x="54091" y="147525"/>
                    <a:pt x="13199" y="123788"/>
                    <a:pt x="4633" y="10350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3" name="ellipse_2612">
              <a:extLst>
                <a:ext uri="{FF2B5EF4-FFF2-40B4-BE49-F238E27FC236}">
                  <a16:creationId xmlns:a16="http://schemas.microsoft.com/office/drawing/2014/main" id="{73CC4C3D-A292-AAAF-6C13-8C8D2DB750CD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4" name="Visual revision native elements">
            <a:extLst>
              <a:ext uri="{FF2B5EF4-FFF2-40B4-BE49-F238E27FC236}">
                <a16:creationId xmlns:a16="http://schemas.microsoft.com/office/drawing/2014/main" id="{56C902D8-D6D7-CEBE-75D6-45586E6D6C62}"/>
              </a:ext>
            </a:extLst>
          </p:cNvPr>
          <p:cNvGrpSpPr/>
          <p:nvPr/>
        </p:nvGrpSpPr>
        <p:grpSpPr>
          <a:xfrm>
            <a:off x="1060070" y="415407"/>
            <a:ext cx="4865197" cy="3926646"/>
            <a:chOff x="2485594" y="976950"/>
            <a:chExt cx="11441916" cy="9234640"/>
          </a:xfrm>
        </p:grpSpPr>
        <p:sp>
          <p:nvSpPr>
            <p:cNvPr id="765" name="Find auxiliary label">
              <a:extLst>
                <a:ext uri="{FF2B5EF4-FFF2-40B4-BE49-F238E27FC236}">
                  <a16:creationId xmlns:a16="http://schemas.microsoft.com/office/drawing/2014/main" id="{48507BF8-7F5C-6C0A-D392-9CAED6074FF3}"/>
                </a:ext>
              </a:extLst>
            </p:cNvPr>
            <p:cNvSpPr>
              <a:spLocks noGrp="1"/>
            </p:cNvSpPr>
            <p:nvPr/>
          </p:nvSpPr>
          <p:spPr>
            <a:xfrm>
              <a:off x="9540969" y="3570727"/>
              <a:ext cx="1019176" cy="37147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Auxiliary</a:t>
              </a:r>
            </a:p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features</a:t>
              </a:r>
            </a:p>
          </p:txBody>
        </p:sp>
        <p:sp>
          <p:nvSpPr>
            <p:cNvPr id="766" name="Match auxiliary label">
              <a:extLst>
                <a:ext uri="{FF2B5EF4-FFF2-40B4-BE49-F238E27FC236}">
                  <a16:creationId xmlns:a16="http://schemas.microsoft.com/office/drawing/2014/main" id="{0BE1AAD8-8506-DC94-DA6D-64B952CCC6CA}"/>
                </a:ext>
              </a:extLst>
            </p:cNvPr>
            <p:cNvSpPr>
              <a:spLocks noGrp="1"/>
            </p:cNvSpPr>
            <p:nvPr/>
          </p:nvSpPr>
          <p:spPr>
            <a:xfrm>
              <a:off x="3419475" y="6686550"/>
              <a:ext cx="952500" cy="40957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90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Auxiliary</a:t>
              </a:r>
            </a:p>
            <a:p>
              <a:pPr algn="ctr">
                <a:defRPr sz="590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90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features</a:t>
              </a:r>
            </a:p>
          </p:txBody>
        </p:sp>
        <p:sp>
          <p:nvSpPr>
            <p:cNvPr id="767" name="Concat label">
              <a:extLst>
                <a:ext uri="{FF2B5EF4-FFF2-40B4-BE49-F238E27FC236}">
                  <a16:creationId xmlns:a16="http://schemas.microsoft.com/office/drawing/2014/main" id="{89E1FAF1-D3EB-B064-C7FF-35478790FD19}"/>
                </a:ext>
              </a:extLst>
            </p:cNvPr>
            <p:cNvSpPr>
              <a:spLocks noGrp="1"/>
            </p:cNvSpPr>
            <p:nvPr/>
          </p:nvSpPr>
          <p:spPr>
            <a:xfrm>
              <a:off x="2485594" y="8487205"/>
              <a:ext cx="609600" cy="190500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68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68" dirty="0" err="1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Concat</a:t>
              </a:r>
              <a:endParaRPr sz="568" dirty="0">
                <a:solidFill>
                  <a:srgbClr val="71808C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768" name="Build four inputs">
              <a:extLst>
                <a:ext uri="{FF2B5EF4-FFF2-40B4-BE49-F238E27FC236}">
                  <a16:creationId xmlns:a16="http://schemas.microsoft.com/office/drawing/2014/main" id="{3A9A2A20-E5B5-4415-C30A-29A96EA0D608}"/>
                </a:ext>
              </a:extLst>
            </p:cNvPr>
            <p:cNvSpPr>
              <a:spLocks noGrp="1"/>
            </p:cNvSpPr>
            <p:nvPr/>
          </p:nvSpPr>
          <p:spPr>
            <a:xfrm>
              <a:off x="10994726" y="976950"/>
              <a:ext cx="2725234" cy="2927983"/>
            </a:xfrm>
            <a:prstGeom prst="roundRect">
              <a:avLst>
                <a:gd name="adj" fmla="val 4554"/>
              </a:avLst>
            </a:prstGeom>
            <a:solidFill>
              <a:srgbClr val="FFFFFF"/>
            </a:solidFill>
            <a:ln w="7290">
              <a:solidFill>
                <a:srgbClr val="DFD6C3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69" name="Site label">
              <a:extLst>
                <a:ext uri="{FF2B5EF4-FFF2-40B4-BE49-F238E27FC236}">
                  <a16:creationId xmlns:a16="http://schemas.microsoft.com/office/drawing/2014/main" id="{4189CD53-8930-C436-878B-94577FA7E3D7}"/>
                </a:ext>
              </a:extLst>
            </p:cNvPr>
            <p:cNvSpPr>
              <a:spLocks noGrp="1"/>
            </p:cNvSpPr>
            <p:nvPr/>
          </p:nvSpPr>
          <p:spPr>
            <a:xfrm>
              <a:off x="11062140" y="1963678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Site</a:t>
              </a:r>
            </a:p>
          </p:txBody>
        </p:sp>
        <p:sp>
          <p:nvSpPr>
            <p:cNvPr id="770" name="Site provenance">
              <a:extLst>
                <a:ext uri="{FF2B5EF4-FFF2-40B4-BE49-F238E27FC236}">
                  <a16:creationId xmlns:a16="http://schemas.microsoft.com/office/drawing/2014/main" id="{15C6E5BA-1C34-B757-EAF7-585CC8914759}"/>
                </a:ext>
              </a:extLst>
            </p:cNvPr>
            <p:cNvSpPr>
              <a:spLocks noGrp="1"/>
            </p:cNvSpPr>
            <p:nvPr/>
          </p:nvSpPr>
          <p:spPr>
            <a:xfrm>
              <a:off x="11077177" y="2199833"/>
              <a:ext cx="1209676" cy="20002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from Find</a:t>
              </a:r>
            </a:p>
          </p:txBody>
        </p:sp>
        <p:sp>
          <p:nvSpPr>
            <p:cNvPr id="771" name="Pocket label">
              <a:extLst>
                <a:ext uri="{FF2B5EF4-FFF2-40B4-BE49-F238E27FC236}">
                  <a16:creationId xmlns:a16="http://schemas.microsoft.com/office/drawing/2014/main" id="{B1AF940D-9511-D115-8971-C752FC65AB90}"/>
                </a:ext>
              </a:extLst>
            </p:cNvPr>
            <p:cNvSpPr>
              <a:spLocks noGrp="1"/>
            </p:cNvSpPr>
            <p:nvPr/>
          </p:nvSpPr>
          <p:spPr>
            <a:xfrm>
              <a:off x="12446455" y="2009387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Pocket</a:t>
              </a:r>
            </a:p>
          </p:txBody>
        </p:sp>
        <p:sp>
          <p:nvSpPr>
            <p:cNvPr id="773" name="SMILES label">
              <a:extLst>
                <a:ext uri="{FF2B5EF4-FFF2-40B4-BE49-F238E27FC236}">
                  <a16:creationId xmlns:a16="http://schemas.microsoft.com/office/drawing/2014/main" id="{A79CAA79-306A-AAC3-3447-0F23AD110A04}"/>
                </a:ext>
              </a:extLst>
            </p:cNvPr>
            <p:cNvSpPr>
              <a:spLocks noGrp="1"/>
            </p:cNvSpPr>
            <p:nvPr/>
          </p:nvSpPr>
          <p:spPr>
            <a:xfrm>
              <a:off x="11078664" y="3370908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SMILES</a:t>
              </a:r>
            </a:p>
          </p:txBody>
        </p:sp>
        <p:sp>
          <p:nvSpPr>
            <p:cNvPr id="774" name="SMILES provenance">
              <a:extLst>
                <a:ext uri="{FF2B5EF4-FFF2-40B4-BE49-F238E27FC236}">
                  <a16:creationId xmlns:a16="http://schemas.microsoft.com/office/drawing/2014/main" id="{C9A04FF6-6CA0-1015-2B47-134B3913B64C}"/>
                </a:ext>
              </a:extLst>
            </p:cNvPr>
            <p:cNvSpPr>
              <a:spLocks noGrp="1"/>
            </p:cNvSpPr>
            <p:nvPr/>
          </p:nvSpPr>
          <p:spPr>
            <a:xfrm>
              <a:off x="11092106" y="3599932"/>
              <a:ext cx="1209676" cy="200024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590" b="0">
                  <a:solidFill>
                    <a:srgbClr val="71808C"/>
                  </a:solidFill>
                  <a:latin typeface="Arial"/>
                  <a:ea typeface="Arial"/>
                  <a:cs typeface="Arial"/>
                </a:defRPr>
              </a:pPr>
              <a:r>
                <a:rPr sz="590" dirty="0">
                  <a:solidFill>
                    <a:srgbClr val="71808C"/>
                  </a:solidFill>
                  <a:latin typeface="Arial"/>
                  <a:ea typeface="Arial"/>
                  <a:cs typeface="Arial"/>
                </a:rPr>
                <a:t>from Match</a:t>
              </a:r>
            </a:p>
          </p:txBody>
        </p:sp>
        <p:sp>
          <p:nvSpPr>
            <p:cNvPr id="775" name="Density input label">
              <a:extLst>
                <a:ext uri="{FF2B5EF4-FFF2-40B4-BE49-F238E27FC236}">
                  <a16:creationId xmlns:a16="http://schemas.microsoft.com/office/drawing/2014/main" id="{1E818860-F0E2-4CBF-C53D-006FABB3EB7F}"/>
                </a:ext>
              </a:extLst>
            </p:cNvPr>
            <p:cNvSpPr>
              <a:spLocks noGrp="1"/>
            </p:cNvSpPr>
            <p:nvPr/>
          </p:nvSpPr>
          <p:spPr>
            <a:xfrm>
              <a:off x="12431539" y="3404320"/>
              <a:ext cx="1209676" cy="238126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</p:txBody>
        </p:sp>
        <p:sp>
          <p:nvSpPr>
            <p:cNvPr id="776" name="Docking tools title">
              <a:extLst>
                <a:ext uri="{FF2B5EF4-FFF2-40B4-BE49-F238E27FC236}">
                  <a16:creationId xmlns:a16="http://schemas.microsoft.com/office/drawing/2014/main" id="{7754A0DD-965D-2CEF-D2CA-17E8AEB259EA}"/>
                </a:ext>
              </a:extLst>
            </p:cNvPr>
            <p:cNvSpPr>
              <a:spLocks noGrp="1"/>
            </p:cNvSpPr>
            <p:nvPr/>
          </p:nvSpPr>
          <p:spPr>
            <a:xfrm>
              <a:off x="11191775" y="4392600"/>
              <a:ext cx="2590801" cy="27622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702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702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Downstream </a:t>
              </a:r>
              <a:r>
                <a:rPr lang="en-US" b="0" dirty="0"/>
                <a:t>d</a:t>
              </a:r>
              <a:r>
                <a:rPr sz="702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ocking tools</a:t>
              </a:r>
            </a:p>
          </p:txBody>
        </p:sp>
        <p:sp>
          <p:nvSpPr>
            <p:cNvPr id="777" name="Build pose output">
              <a:extLst>
                <a:ext uri="{FF2B5EF4-FFF2-40B4-BE49-F238E27FC236}">
                  <a16:creationId xmlns:a16="http://schemas.microsoft.com/office/drawing/2014/main" id="{6C53CC4C-7535-81E0-4D16-4D12BF741F0D}"/>
                </a:ext>
              </a:extLst>
            </p:cNvPr>
            <p:cNvSpPr>
              <a:spLocks noGrp="1"/>
            </p:cNvSpPr>
            <p:nvPr/>
          </p:nvSpPr>
          <p:spPr>
            <a:xfrm>
              <a:off x="11062547" y="7997501"/>
              <a:ext cx="2602229" cy="2214089"/>
            </a:xfrm>
            <a:prstGeom prst="roundRect">
              <a:avLst>
                <a:gd name="adj" fmla="val 5395"/>
              </a:avLst>
            </a:prstGeom>
            <a:solidFill>
              <a:srgbClr val="FFFFFF"/>
            </a:solidFill>
            <a:ln w="7290">
              <a:solidFill>
                <a:srgbClr val="DFD6C3"/>
              </a:solidFill>
              <a:prstDash val="solid"/>
            </a:ln>
          </p:spPr>
        </p:sp>
        <p:sp>
          <p:nvSpPr>
            <p:cNvPr id="778" name="All atom pose label">
              <a:extLst>
                <a:ext uri="{FF2B5EF4-FFF2-40B4-BE49-F238E27FC236}">
                  <a16:creationId xmlns:a16="http://schemas.microsoft.com/office/drawing/2014/main" id="{4D72616A-DA39-932F-50F4-4BCA037166C0}"/>
                </a:ext>
              </a:extLst>
            </p:cNvPr>
            <p:cNvSpPr>
              <a:spLocks noGrp="1"/>
            </p:cNvSpPr>
            <p:nvPr/>
          </p:nvSpPr>
          <p:spPr>
            <a:xfrm>
              <a:off x="11031910" y="9822113"/>
              <a:ext cx="2895600" cy="276225"/>
            </a:xfrm>
            <a:prstGeom prst="rect">
              <a:avLst/>
            </a:prstGeom>
            <a:noFill/>
            <a:ln w="6885">
              <a:noFill/>
              <a:prstDash val="solid"/>
            </a:ln>
          </p:spPr>
          <p:txBody>
            <a:bodyPr lIns="0" tIns="0" rIns="0" bIns="0" anchor="ctr"/>
            <a:lstStyle>
              <a:def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95" b="1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695" b="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All-atom ligand pose</a:t>
              </a:r>
            </a:p>
          </p:txBody>
        </p:sp>
      </p:grpSp>
      <p:grpSp>
        <p:nvGrpSpPr>
          <p:cNvPr id="779" name="Build | Site p">
            <a:extLst>
              <a:ext uri="{FF2B5EF4-FFF2-40B4-BE49-F238E27FC236}">
                <a16:creationId xmlns:a16="http://schemas.microsoft.com/office/drawing/2014/main" id="{E692944B-B8B5-49B2-B9BD-362565BABDD7}"/>
              </a:ext>
            </a:extLst>
          </p:cNvPr>
          <p:cNvGrpSpPr/>
          <p:nvPr/>
        </p:nvGrpSpPr>
        <p:grpSpPr>
          <a:xfrm>
            <a:off x="4764578" y="482609"/>
            <a:ext cx="413921" cy="347904"/>
            <a:chOff x="156538" y="5645738"/>
            <a:chExt cx="422329" cy="355206"/>
          </a:xfrm>
        </p:grpSpPr>
        <p:grpSp>
          <p:nvGrpSpPr>
            <p:cNvPr id="780" name="d | Site p: local receptor environment">
              <a:extLst>
                <a:ext uri="{FF2B5EF4-FFF2-40B4-BE49-F238E27FC236}">
                  <a16:creationId xmlns:a16="http://schemas.microsoft.com/office/drawing/2014/main" id="{D56F0028-A0CD-D6B0-7B93-C75C236BD02C}"/>
                </a:ext>
              </a:extLst>
            </p:cNvPr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781" name="ellipse_2785">
                <a:extLst>
                  <a:ext uri="{FF2B5EF4-FFF2-40B4-BE49-F238E27FC236}">
                    <a16:creationId xmlns:a16="http://schemas.microsoft.com/office/drawing/2014/main" id="{E5C27521-2839-8101-C61F-69E84D4EAC1B}"/>
                  </a:ext>
                </a:extLst>
              </p:cNvPr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2" name="ellipse_2786">
                <a:extLst>
                  <a:ext uri="{FF2B5EF4-FFF2-40B4-BE49-F238E27FC236}">
                    <a16:creationId xmlns:a16="http://schemas.microsoft.com/office/drawing/2014/main" id="{DD4328FD-ECF3-FD9D-72A7-AE8E5D44B2FC}"/>
                  </a:ext>
                </a:extLst>
              </p:cNvPr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3" name="ellipse_2787">
                <a:extLst>
                  <a:ext uri="{FF2B5EF4-FFF2-40B4-BE49-F238E27FC236}">
                    <a16:creationId xmlns:a16="http://schemas.microsoft.com/office/drawing/2014/main" id="{D768A3E0-9802-885C-C2D9-D8F899BCAFF6}"/>
                  </a:ext>
                </a:extLst>
              </p:cNvPr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4" name="ellipse_2788">
                <a:extLst>
                  <a:ext uri="{FF2B5EF4-FFF2-40B4-BE49-F238E27FC236}">
                    <a16:creationId xmlns:a16="http://schemas.microsoft.com/office/drawing/2014/main" id="{B2F3CBC2-4A42-C496-46B3-783F73C1B4B7}"/>
                  </a:ext>
                </a:extLst>
              </p:cNvPr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5" name="ellipse_2789">
                <a:extLst>
                  <a:ext uri="{FF2B5EF4-FFF2-40B4-BE49-F238E27FC236}">
                    <a16:creationId xmlns:a16="http://schemas.microsoft.com/office/drawing/2014/main" id="{816AA2C8-6FF9-6D32-71DE-34DB8FDB925A}"/>
                  </a:ext>
                </a:extLst>
              </p:cNvPr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6" name="ellipse_2790">
                <a:extLst>
                  <a:ext uri="{FF2B5EF4-FFF2-40B4-BE49-F238E27FC236}">
                    <a16:creationId xmlns:a16="http://schemas.microsoft.com/office/drawing/2014/main" id="{67571027-87DB-2ABD-72D5-20B2B38CEE8F}"/>
                  </a:ext>
                </a:extLst>
              </p:cNvPr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7" name="ellipse_2791">
                <a:extLst>
                  <a:ext uri="{FF2B5EF4-FFF2-40B4-BE49-F238E27FC236}">
                    <a16:creationId xmlns:a16="http://schemas.microsoft.com/office/drawing/2014/main" id="{407C99C0-5673-863A-CB92-B082DB4D3B1A}"/>
                  </a:ext>
                </a:extLst>
              </p:cNvPr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8" name="ellipse_2792">
                <a:extLst>
                  <a:ext uri="{FF2B5EF4-FFF2-40B4-BE49-F238E27FC236}">
                    <a16:creationId xmlns:a16="http://schemas.microsoft.com/office/drawing/2014/main" id="{07C4DEA4-D0E4-AF89-8C09-AEAAF986F4B9}"/>
                  </a:ext>
                </a:extLst>
              </p:cNvPr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89" name="ellipse_2793">
                <a:extLst>
                  <a:ext uri="{FF2B5EF4-FFF2-40B4-BE49-F238E27FC236}">
                    <a16:creationId xmlns:a16="http://schemas.microsoft.com/office/drawing/2014/main" id="{B1FF6C47-D94F-1B08-57A7-169DDAC597C1}"/>
                  </a:ext>
                </a:extLst>
              </p:cNvPr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0" name="ellipse_2794">
                <a:extLst>
                  <a:ext uri="{FF2B5EF4-FFF2-40B4-BE49-F238E27FC236}">
                    <a16:creationId xmlns:a16="http://schemas.microsoft.com/office/drawing/2014/main" id="{EC047C5D-7D7F-9181-DE54-5C9B8CDB7DC9}"/>
                  </a:ext>
                </a:extLst>
              </p:cNvPr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D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1" name="ellipse_2795">
                <a:extLst>
                  <a:ext uri="{FF2B5EF4-FFF2-40B4-BE49-F238E27FC236}">
                    <a16:creationId xmlns:a16="http://schemas.microsoft.com/office/drawing/2014/main" id="{5C741507-0440-7F4E-5A00-71203ACC6ABC}"/>
                  </a:ext>
                </a:extLst>
              </p:cNvPr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2" name="ellipse_2796">
                <a:extLst>
                  <a:ext uri="{FF2B5EF4-FFF2-40B4-BE49-F238E27FC236}">
                    <a16:creationId xmlns:a16="http://schemas.microsoft.com/office/drawing/2014/main" id="{2D4A9350-9216-3214-3E22-8D17B62A1FE6}"/>
                  </a:ext>
                </a:extLst>
              </p:cNvPr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4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3" name="ellipse_2797">
                <a:extLst>
                  <a:ext uri="{FF2B5EF4-FFF2-40B4-BE49-F238E27FC236}">
                    <a16:creationId xmlns:a16="http://schemas.microsoft.com/office/drawing/2014/main" id="{F6BF1E55-343F-2961-AA49-9C6C1E2CCC95}"/>
                  </a:ext>
                </a:extLst>
              </p:cNvPr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4" name="ellipse_2798">
                <a:extLst>
                  <a:ext uri="{FF2B5EF4-FFF2-40B4-BE49-F238E27FC236}">
                    <a16:creationId xmlns:a16="http://schemas.microsoft.com/office/drawing/2014/main" id="{D3EC586D-DC95-23E1-56B8-71AD6E6BB533}"/>
                  </a:ext>
                </a:extLst>
              </p:cNvPr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5" name="ellipse_2799">
                <a:extLst>
                  <a:ext uri="{FF2B5EF4-FFF2-40B4-BE49-F238E27FC236}">
                    <a16:creationId xmlns:a16="http://schemas.microsoft.com/office/drawing/2014/main" id="{C8757D31-906E-8D63-D2AA-3B94CDE7511B}"/>
                  </a:ext>
                </a:extLst>
              </p:cNvPr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6" name="ellipse_2800">
                <a:extLst>
                  <a:ext uri="{FF2B5EF4-FFF2-40B4-BE49-F238E27FC236}">
                    <a16:creationId xmlns:a16="http://schemas.microsoft.com/office/drawing/2014/main" id="{A5887470-6C76-42CA-4B8F-D100045F87C9}"/>
                  </a:ext>
                </a:extLst>
              </p:cNvPr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7" name="ellipse_2801">
                <a:extLst>
                  <a:ext uri="{FF2B5EF4-FFF2-40B4-BE49-F238E27FC236}">
                    <a16:creationId xmlns:a16="http://schemas.microsoft.com/office/drawing/2014/main" id="{2818E42C-06F1-7DD9-0856-7E660336930F}"/>
                  </a:ext>
                </a:extLst>
              </p:cNvPr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8" name="ellipse_2802">
                <a:extLst>
                  <a:ext uri="{FF2B5EF4-FFF2-40B4-BE49-F238E27FC236}">
                    <a16:creationId xmlns:a16="http://schemas.microsoft.com/office/drawing/2014/main" id="{1EDB2C4B-E832-194D-366E-58269622855C}"/>
                  </a:ext>
                </a:extLst>
              </p:cNvPr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799" name="ellipse_2803">
                <a:extLst>
                  <a:ext uri="{FF2B5EF4-FFF2-40B4-BE49-F238E27FC236}">
                    <a16:creationId xmlns:a16="http://schemas.microsoft.com/office/drawing/2014/main" id="{C8DC67D2-9783-6AF8-6969-30D61D522B5D}"/>
                  </a:ext>
                </a:extLst>
              </p:cNvPr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0" name="ellipse_2804">
                <a:extLst>
                  <a:ext uri="{FF2B5EF4-FFF2-40B4-BE49-F238E27FC236}">
                    <a16:creationId xmlns:a16="http://schemas.microsoft.com/office/drawing/2014/main" id="{17ED473C-768B-BBEE-FDC5-E1F3F4E76B00}"/>
                  </a:ext>
                </a:extLst>
              </p:cNvPr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1" name="ellipse_2805">
                <a:extLst>
                  <a:ext uri="{FF2B5EF4-FFF2-40B4-BE49-F238E27FC236}">
                    <a16:creationId xmlns:a16="http://schemas.microsoft.com/office/drawing/2014/main" id="{4BF74FB9-44C5-9DA2-3EA9-672B3CC2DB2A}"/>
                  </a:ext>
                </a:extLst>
              </p:cNvPr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2" name="ellipse_2806">
                <a:extLst>
                  <a:ext uri="{FF2B5EF4-FFF2-40B4-BE49-F238E27FC236}">
                    <a16:creationId xmlns:a16="http://schemas.microsoft.com/office/drawing/2014/main" id="{0920B06A-A93F-0169-27DE-821339147C5F}"/>
                  </a:ext>
                </a:extLst>
              </p:cNvPr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E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3" name="ellipse_2807">
                <a:extLst>
                  <a:ext uri="{FF2B5EF4-FFF2-40B4-BE49-F238E27FC236}">
                    <a16:creationId xmlns:a16="http://schemas.microsoft.com/office/drawing/2014/main" id="{236D1AAD-694A-BBB3-9CA3-3DE266CAE4F4}"/>
                  </a:ext>
                </a:extLst>
              </p:cNvPr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4" name="ellipse_2808">
                <a:extLst>
                  <a:ext uri="{FF2B5EF4-FFF2-40B4-BE49-F238E27FC236}">
                    <a16:creationId xmlns:a16="http://schemas.microsoft.com/office/drawing/2014/main" id="{C2BFBEA9-2904-BD21-1500-3E7C0D775358}"/>
                  </a:ext>
                </a:extLst>
              </p:cNvPr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5" name="ellipse_2809">
                <a:extLst>
                  <a:ext uri="{FF2B5EF4-FFF2-40B4-BE49-F238E27FC236}">
                    <a16:creationId xmlns:a16="http://schemas.microsoft.com/office/drawing/2014/main" id="{8B4B0046-82A8-A940-2562-4B1C6BB5B561}"/>
                  </a:ext>
                </a:extLst>
              </p:cNvPr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6" name="ellipse_2810">
                <a:extLst>
                  <a:ext uri="{FF2B5EF4-FFF2-40B4-BE49-F238E27FC236}">
                    <a16:creationId xmlns:a16="http://schemas.microsoft.com/office/drawing/2014/main" id="{B9D64A02-805A-09CD-5AD2-06A217399347}"/>
                  </a:ext>
                </a:extLst>
              </p:cNvPr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7" name="ellipse_2811">
                <a:extLst>
                  <a:ext uri="{FF2B5EF4-FFF2-40B4-BE49-F238E27FC236}">
                    <a16:creationId xmlns:a16="http://schemas.microsoft.com/office/drawing/2014/main" id="{9CBD91DC-6E01-1211-0404-8770554AFE3F}"/>
                  </a:ext>
                </a:extLst>
              </p:cNvPr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8" name="ellipse_2812">
                <a:extLst>
                  <a:ext uri="{FF2B5EF4-FFF2-40B4-BE49-F238E27FC236}">
                    <a16:creationId xmlns:a16="http://schemas.microsoft.com/office/drawing/2014/main" id="{FA03AD3F-7B84-5FBF-30A2-81EF6B7D917F}"/>
                  </a:ext>
                </a:extLst>
              </p:cNvPr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09" name="ellipse_2813">
                <a:extLst>
                  <a:ext uri="{FF2B5EF4-FFF2-40B4-BE49-F238E27FC236}">
                    <a16:creationId xmlns:a16="http://schemas.microsoft.com/office/drawing/2014/main" id="{03C98FEB-BB45-1C0B-AD34-D37EAFD7F83C}"/>
                  </a:ext>
                </a:extLst>
              </p:cNvPr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0" name="ellipse_2814">
                <a:extLst>
                  <a:ext uri="{FF2B5EF4-FFF2-40B4-BE49-F238E27FC236}">
                    <a16:creationId xmlns:a16="http://schemas.microsoft.com/office/drawing/2014/main" id="{6D8F1200-1639-335B-39C6-BE11264CAD88}"/>
                  </a:ext>
                </a:extLst>
              </p:cNvPr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1" name="ellipse_2815">
                <a:extLst>
                  <a:ext uri="{FF2B5EF4-FFF2-40B4-BE49-F238E27FC236}">
                    <a16:creationId xmlns:a16="http://schemas.microsoft.com/office/drawing/2014/main" id="{A6D284C9-6E7E-4133-B8FE-CD08676ADCCD}"/>
                  </a:ext>
                </a:extLst>
              </p:cNvPr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2" name="ellipse_2816">
                <a:extLst>
                  <a:ext uri="{FF2B5EF4-FFF2-40B4-BE49-F238E27FC236}">
                    <a16:creationId xmlns:a16="http://schemas.microsoft.com/office/drawing/2014/main" id="{B5CDD390-92EC-BECD-62AE-AF4640767DC4}"/>
                  </a:ext>
                </a:extLst>
              </p:cNvPr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3" name="ellipse_2817">
                <a:extLst>
                  <a:ext uri="{FF2B5EF4-FFF2-40B4-BE49-F238E27FC236}">
                    <a16:creationId xmlns:a16="http://schemas.microsoft.com/office/drawing/2014/main" id="{797C17D0-AB06-8A05-740A-00F36C5288CC}"/>
                  </a:ext>
                </a:extLst>
              </p:cNvPr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4" name="ellipse_2818">
                <a:extLst>
                  <a:ext uri="{FF2B5EF4-FFF2-40B4-BE49-F238E27FC236}">
                    <a16:creationId xmlns:a16="http://schemas.microsoft.com/office/drawing/2014/main" id="{08F4C9B1-B416-A1A0-0ED3-70C18D7DD21E}"/>
                  </a:ext>
                </a:extLst>
              </p:cNvPr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5" name="ellipse_2819">
                <a:extLst>
                  <a:ext uri="{FF2B5EF4-FFF2-40B4-BE49-F238E27FC236}">
                    <a16:creationId xmlns:a16="http://schemas.microsoft.com/office/drawing/2014/main" id="{84F8FB2A-E0F3-9092-422D-F7934CF39C7B}"/>
                  </a:ext>
                </a:extLst>
              </p:cNvPr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6" name="ellipse_2820">
                <a:extLst>
                  <a:ext uri="{FF2B5EF4-FFF2-40B4-BE49-F238E27FC236}">
                    <a16:creationId xmlns:a16="http://schemas.microsoft.com/office/drawing/2014/main" id="{5E35B08D-A78B-DB3C-9E10-4BAF2579E5C2}"/>
                  </a:ext>
                </a:extLst>
              </p:cNvPr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7" name="ellipse_2821">
                <a:extLst>
                  <a:ext uri="{FF2B5EF4-FFF2-40B4-BE49-F238E27FC236}">
                    <a16:creationId xmlns:a16="http://schemas.microsoft.com/office/drawing/2014/main" id="{9A987D10-2FF2-3C14-2532-A66D1616F462}"/>
                  </a:ext>
                </a:extLst>
              </p:cNvPr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8" name="ellipse_2822">
                <a:extLst>
                  <a:ext uri="{FF2B5EF4-FFF2-40B4-BE49-F238E27FC236}">
                    <a16:creationId xmlns:a16="http://schemas.microsoft.com/office/drawing/2014/main" id="{93309FA9-533F-2304-1A8B-D12B9DE76457}"/>
                  </a:ext>
                </a:extLst>
              </p:cNvPr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19" name="ellipse_2823">
                <a:extLst>
                  <a:ext uri="{FF2B5EF4-FFF2-40B4-BE49-F238E27FC236}">
                    <a16:creationId xmlns:a16="http://schemas.microsoft.com/office/drawing/2014/main" id="{66A7250F-F63B-CAF7-CDDC-951B9F3E585B}"/>
                  </a:ext>
                </a:extLst>
              </p:cNvPr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0" name="ellipse_2824">
                <a:extLst>
                  <a:ext uri="{FF2B5EF4-FFF2-40B4-BE49-F238E27FC236}">
                    <a16:creationId xmlns:a16="http://schemas.microsoft.com/office/drawing/2014/main" id="{A69C14E1-B4CF-E432-B58F-944DE5D8883F}"/>
                  </a:ext>
                </a:extLst>
              </p:cNvPr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1" name="ellipse_2825">
                <a:extLst>
                  <a:ext uri="{FF2B5EF4-FFF2-40B4-BE49-F238E27FC236}">
                    <a16:creationId xmlns:a16="http://schemas.microsoft.com/office/drawing/2014/main" id="{2C23DBFA-8B88-5082-5786-D966FBCFA505}"/>
                  </a:ext>
                </a:extLst>
              </p:cNvPr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2" name="ellipse_2826">
                <a:extLst>
                  <a:ext uri="{FF2B5EF4-FFF2-40B4-BE49-F238E27FC236}">
                    <a16:creationId xmlns:a16="http://schemas.microsoft.com/office/drawing/2014/main" id="{32AF90E7-B3D2-553D-60FD-F39F38D542F0}"/>
                  </a:ext>
                </a:extLst>
              </p:cNvPr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3" name="ellipse_2827">
                <a:extLst>
                  <a:ext uri="{FF2B5EF4-FFF2-40B4-BE49-F238E27FC236}">
                    <a16:creationId xmlns:a16="http://schemas.microsoft.com/office/drawing/2014/main" id="{5ED37D57-662C-A3FB-15D4-60199EBCAB48}"/>
                  </a:ext>
                </a:extLst>
              </p:cNvPr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4" name="ellipse_2828">
                <a:extLst>
                  <a:ext uri="{FF2B5EF4-FFF2-40B4-BE49-F238E27FC236}">
                    <a16:creationId xmlns:a16="http://schemas.microsoft.com/office/drawing/2014/main" id="{47738A98-47A7-59B8-1145-73019CB55C2D}"/>
                  </a:ext>
                </a:extLst>
              </p:cNvPr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5" name="ellipse_2829">
                <a:extLst>
                  <a:ext uri="{FF2B5EF4-FFF2-40B4-BE49-F238E27FC236}">
                    <a16:creationId xmlns:a16="http://schemas.microsoft.com/office/drawing/2014/main" id="{3601185F-CEE9-4EC0-B73D-CA3390780DA1}"/>
                  </a:ext>
                </a:extLst>
              </p:cNvPr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6" name="ellipse_2830">
                <a:extLst>
                  <a:ext uri="{FF2B5EF4-FFF2-40B4-BE49-F238E27FC236}">
                    <a16:creationId xmlns:a16="http://schemas.microsoft.com/office/drawing/2014/main" id="{BE3A87E4-915C-406D-FE17-04F69EEB1580}"/>
                  </a:ext>
                </a:extLst>
              </p:cNvPr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7" name="ellipse_2831">
                <a:extLst>
                  <a:ext uri="{FF2B5EF4-FFF2-40B4-BE49-F238E27FC236}">
                    <a16:creationId xmlns:a16="http://schemas.microsoft.com/office/drawing/2014/main" id="{7A181311-AC26-A2F7-ECE3-C077A74538B0}"/>
                  </a:ext>
                </a:extLst>
              </p:cNvPr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8" name="ellipse_2832">
                <a:extLst>
                  <a:ext uri="{FF2B5EF4-FFF2-40B4-BE49-F238E27FC236}">
                    <a16:creationId xmlns:a16="http://schemas.microsoft.com/office/drawing/2014/main" id="{C2E2A854-E53C-4FCC-432A-88E7F7ACD750}"/>
                  </a:ext>
                </a:extLst>
              </p:cNvPr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29" name="ellipse_2833">
                <a:extLst>
                  <a:ext uri="{FF2B5EF4-FFF2-40B4-BE49-F238E27FC236}">
                    <a16:creationId xmlns:a16="http://schemas.microsoft.com/office/drawing/2014/main" id="{A7B66D38-11CA-2466-6CBB-A7A623E57598}"/>
                  </a:ext>
                </a:extLst>
              </p:cNvPr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C"/>
                  </a:gs>
                  <a:gs pos="43000">
                    <a:srgbClr val="EEF1F3"/>
                  </a:gs>
                  <a:gs pos="100000">
                    <a:srgbClr val="DEE3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0" name="ellipse_2834">
                <a:extLst>
                  <a:ext uri="{FF2B5EF4-FFF2-40B4-BE49-F238E27FC236}">
                    <a16:creationId xmlns:a16="http://schemas.microsoft.com/office/drawing/2014/main" id="{AD36EB1D-4F82-49C2-95D3-8C778B8C9216}"/>
                  </a:ext>
                </a:extLst>
              </p:cNvPr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1" name="ellipse_2835">
                <a:extLst>
                  <a:ext uri="{FF2B5EF4-FFF2-40B4-BE49-F238E27FC236}">
                    <a16:creationId xmlns:a16="http://schemas.microsoft.com/office/drawing/2014/main" id="{FF163E24-1329-F2C2-EB5A-E78D388E6B40}"/>
                  </a:ext>
                </a:extLst>
              </p:cNvPr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2" name="ellipse_2836">
                <a:extLst>
                  <a:ext uri="{FF2B5EF4-FFF2-40B4-BE49-F238E27FC236}">
                    <a16:creationId xmlns:a16="http://schemas.microsoft.com/office/drawing/2014/main" id="{E7E7DC52-C450-DE05-F3CD-856B9D905DC3}"/>
                  </a:ext>
                </a:extLst>
              </p:cNvPr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3" name="ellipse_2837">
                <a:extLst>
                  <a:ext uri="{FF2B5EF4-FFF2-40B4-BE49-F238E27FC236}">
                    <a16:creationId xmlns:a16="http://schemas.microsoft.com/office/drawing/2014/main" id="{A9D2EDC0-4EF9-EB40-22B5-8AB7BF0DFC01}"/>
                  </a:ext>
                </a:extLst>
              </p:cNvPr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4" name="ellipse_2838">
                <a:extLst>
                  <a:ext uri="{FF2B5EF4-FFF2-40B4-BE49-F238E27FC236}">
                    <a16:creationId xmlns:a16="http://schemas.microsoft.com/office/drawing/2014/main" id="{55FA52B1-A861-0595-4376-645BB8A5A1B3}"/>
                  </a:ext>
                </a:extLst>
              </p:cNvPr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5" name="ellipse_2839">
                <a:extLst>
                  <a:ext uri="{FF2B5EF4-FFF2-40B4-BE49-F238E27FC236}">
                    <a16:creationId xmlns:a16="http://schemas.microsoft.com/office/drawing/2014/main" id="{70627291-58D2-EF05-2040-E891E82DAD9E}"/>
                  </a:ext>
                </a:extLst>
              </p:cNvPr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3F5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6" name="ellipse_2840">
                <a:extLst>
                  <a:ext uri="{FF2B5EF4-FFF2-40B4-BE49-F238E27FC236}">
                    <a16:creationId xmlns:a16="http://schemas.microsoft.com/office/drawing/2014/main" id="{E69CF7E5-0F46-072F-5DE5-5AFCB1792E65}"/>
                  </a:ext>
                </a:extLst>
              </p:cNvPr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D"/>
                  </a:gs>
                  <a:gs pos="43000">
                    <a:srgbClr val="F1F4F6"/>
                  </a:gs>
                  <a:gs pos="100000">
                    <a:srgbClr val="E2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7" name="ellipse_2841">
                <a:extLst>
                  <a:ext uri="{FF2B5EF4-FFF2-40B4-BE49-F238E27FC236}">
                    <a16:creationId xmlns:a16="http://schemas.microsoft.com/office/drawing/2014/main" id="{4719A840-C530-29E6-328F-900F16B2CC68}"/>
                  </a:ext>
                </a:extLst>
              </p:cNvPr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8" name="ellipse_2842">
                <a:extLst>
                  <a:ext uri="{FF2B5EF4-FFF2-40B4-BE49-F238E27FC236}">
                    <a16:creationId xmlns:a16="http://schemas.microsoft.com/office/drawing/2014/main" id="{6CC3F987-0C24-0E49-2659-970ACDF4C6FA}"/>
                  </a:ext>
                </a:extLst>
              </p:cNvPr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39" name="ellipse_2843">
                <a:extLst>
                  <a:ext uri="{FF2B5EF4-FFF2-40B4-BE49-F238E27FC236}">
                    <a16:creationId xmlns:a16="http://schemas.microsoft.com/office/drawing/2014/main" id="{4ACBAB17-E5DC-867F-821C-92454253B9A4}"/>
                  </a:ext>
                </a:extLst>
              </p:cNvPr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0" name="ellipse_2844">
                <a:extLst>
                  <a:ext uri="{FF2B5EF4-FFF2-40B4-BE49-F238E27FC236}">
                    <a16:creationId xmlns:a16="http://schemas.microsoft.com/office/drawing/2014/main" id="{14BBD13E-6636-B1D3-F2CB-D2201C3BCF3B}"/>
                  </a:ext>
                </a:extLst>
              </p:cNvPr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1" name="ellipse_2845">
                <a:extLst>
                  <a:ext uri="{FF2B5EF4-FFF2-40B4-BE49-F238E27FC236}">
                    <a16:creationId xmlns:a16="http://schemas.microsoft.com/office/drawing/2014/main" id="{9703E4AF-CF3C-0A2E-4E6F-CEFD43C36E0E}"/>
                  </a:ext>
                </a:extLst>
              </p:cNvPr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2" name="ellipse_2846">
                <a:extLst>
                  <a:ext uri="{FF2B5EF4-FFF2-40B4-BE49-F238E27FC236}">
                    <a16:creationId xmlns:a16="http://schemas.microsoft.com/office/drawing/2014/main" id="{513E15CB-DE10-907E-6B71-6F97D144D4F7}"/>
                  </a:ext>
                </a:extLst>
              </p:cNvPr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3" name="ellipse_2847">
                <a:extLst>
                  <a:ext uri="{FF2B5EF4-FFF2-40B4-BE49-F238E27FC236}">
                    <a16:creationId xmlns:a16="http://schemas.microsoft.com/office/drawing/2014/main" id="{02262C9F-05EB-7E85-DBA1-AC4FB6AB3AC3}"/>
                  </a:ext>
                </a:extLst>
              </p:cNvPr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4" name="ellipse_2848">
                <a:extLst>
                  <a:ext uri="{FF2B5EF4-FFF2-40B4-BE49-F238E27FC236}">
                    <a16:creationId xmlns:a16="http://schemas.microsoft.com/office/drawing/2014/main" id="{429448AF-79B2-43C5-4109-A58D100573F2}"/>
                  </a:ext>
                </a:extLst>
              </p:cNvPr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2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5" name="ellipse_2849">
                <a:extLst>
                  <a:ext uri="{FF2B5EF4-FFF2-40B4-BE49-F238E27FC236}">
                    <a16:creationId xmlns:a16="http://schemas.microsoft.com/office/drawing/2014/main" id="{0B5DE40D-596D-6A20-7AB3-27B77EAA12AF}"/>
                  </a:ext>
                </a:extLst>
              </p:cNvPr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6" name="ellipse_2850">
                <a:extLst>
                  <a:ext uri="{FF2B5EF4-FFF2-40B4-BE49-F238E27FC236}">
                    <a16:creationId xmlns:a16="http://schemas.microsoft.com/office/drawing/2014/main" id="{C533ACE2-E91A-8795-52CE-6C5620039EA9}"/>
                  </a:ext>
                </a:extLst>
              </p:cNvPr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3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7" name="ellipse_2851">
                <a:extLst>
                  <a:ext uri="{FF2B5EF4-FFF2-40B4-BE49-F238E27FC236}">
                    <a16:creationId xmlns:a16="http://schemas.microsoft.com/office/drawing/2014/main" id="{942735DB-41D0-FE0C-D94C-761C9595E5B2}"/>
                  </a:ext>
                </a:extLst>
              </p:cNvPr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0F3F5"/>
                  </a:gs>
                  <a:gs pos="100000">
                    <a:srgbClr val="E1E5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8" name="ellipse_2852">
                <a:extLst>
                  <a:ext uri="{FF2B5EF4-FFF2-40B4-BE49-F238E27FC236}">
                    <a16:creationId xmlns:a16="http://schemas.microsoft.com/office/drawing/2014/main" id="{06B07611-9AFA-8846-64B3-4FD4AD86A8E7}"/>
                  </a:ext>
                </a:extLst>
              </p:cNvPr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2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49" name="ellipse_2853">
                <a:extLst>
                  <a:ext uri="{FF2B5EF4-FFF2-40B4-BE49-F238E27FC236}">
                    <a16:creationId xmlns:a16="http://schemas.microsoft.com/office/drawing/2014/main" id="{CF2802C1-8731-EAE4-7091-04DA3600E2EF}"/>
                  </a:ext>
                </a:extLst>
              </p:cNvPr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0" name="ellipse_2854">
                <a:extLst>
                  <a:ext uri="{FF2B5EF4-FFF2-40B4-BE49-F238E27FC236}">
                    <a16:creationId xmlns:a16="http://schemas.microsoft.com/office/drawing/2014/main" id="{C500A754-B264-027A-B18E-F7B6A5B7C217}"/>
                  </a:ext>
                </a:extLst>
              </p:cNvPr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1" name="ellipse_2855">
                <a:extLst>
                  <a:ext uri="{FF2B5EF4-FFF2-40B4-BE49-F238E27FC236}">
                    <a16:creationId xmlns:a16="http://schemas.microsoft.com/office/drawing/2014/main" id="{45400633-58D0-A1F4-7135-DC888180B164}"/>
                  </a:ext>
                </a:extLst>
              </p:cNvPr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F1F3F5"/>
                  </a:gs>
                  <a:gs pos="100000">
                    <a:srgbClr val="E1E6E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2" name="ellipse_2856">
                <a:extLst>
                  <a:ext uri="{FF2B5EF4-FFF2-40B4-BE49-F238E27FC236}">
                    <a16:creationId xmlns:a16="http://schemas.microsoft.com/office/drawing/2014/main" id="{FDF68A23-C666-E49A-8B07-FBABFD3E067C}"/>
                  </a:ext>
                </a:extLst>
              </p:cNvPr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D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3" name="ellipse_2857">
                <a:extLst>
                  <a:ext uri="{FF2B5EF4-FFF2-40B4-BE49-F238E27FC236}">
                    <a16:creationId xmlns:a16="http://schemas.microsoft.com/office/drawing/2014/main" id="{15A53EB0-CA9B-605D-D422-877E882CB8AB}"/>
                  </a:ext>
                </a:extLst>
              </p:cNvPr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3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4" name="ellipse_2858">
                <a:extLst>
                  <a:ext uri="{FF2B5EF4-FFF2-40B4-BE49-F238E27FC236}">
                    <a16:creationId xmlns:a16="http://schemas.microsoft.com/office/drawing/2014/main" id="{3E0F718B-94A9-D5B6-2C9B-5C1CB9B40B2E}"/>
                  </a:ext>
                </a:extLst>
              </p:cNvPr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5" name="ellipse_2859">
                <a:extLst>
                  <a:ext uri="{FF2B5EF4-FFF2-40B4-BE49-F238E27FC236}">
                    <a16:creationId xmlns:a16="http://schemas.microsoft.com/office/drawing/2014/main" id="{27E7B09D-B0C9-ED2F-D87F-AB977963DFD2}"/>
                  </a:ext>
                </a:extLst>
              </p:cNvPr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EF1F3"/>
                  </a:gs>
                  <a:gs pos="100000">
                    <a:srgbClr val="DE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6" name="ellipse_2860">
                <a:extLst>
                  <a:ext uri="{FF2B5EF4-FFF2-40B4-BE49-F238E27FC236}">
                    <a16:creationId xmlns:a16="http://schemas.microsoft.com/office/drawing/2014/main" id="{3FA95924-E898-FC0D-04F3-5B944E49A58E}"/>
                  </a:ext>
                </a:extLst>
              </p:cNvPr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E0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7" name="ellipse_2861">
                <a:extLst>
                  <a:ext uri="{FF2B5EF4-FFF2-40B4-BE49-F238E27FC236}">
                    <a16:creationId xmlns:a16="http://schemas.microsoft.com/office/drawing/2014/main" id="{6C7E4C5C-C63C-242D-2316-A28BA466F23F}"/>
                  </a:ext>
                </a:extLst>
              </p:cNvPr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8" name="ellipse_2862">
                <a:extLst>
                  <a:ext uri="{FF2B5EF4-FFF2-40B4-BE49-F238E27FC236}">
                    <a16:creationId xmlns:a16="http://schemas.microsoft.com/office/drawing/2014/main" id="{2418601D-61DE-3C9D-FF8A-17CCAAEBF4D1}"/>
                  </a:ext>
                </a:extLst>
              </p:cNvPr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59" name="ellipse_2863">
                <a:extLst>
                  <a:ext uri="{FF2B5EF4-FFF2-40B4-BE49-F238E27FC236}">
                    <a16:creationId xmlns:a16="http://schemas.microsoft.com/office/drawing/2014/main" id="{DB775623-C772-383B-305A-E779C0260E13}"/>
                  </a:ext>
                </a:extLst>
              </p:cNvPr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EF1F4"/>
                  </a:gs>
                  <a:gs pos="100000">
                    <a:srgbClr val="DFE4E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0" name="ellipse_2864">
                <a:extLst>
                  <a:ext uri="{FF2B5EF4-FFF2-40B4-BE49-F238E27FC236}">
                    <a16:creationId xmlns:a16="http://schemas.microsoft.com/office/drawing/2014/main" id="{2DF907DC-B3B0-7361-0097-5DA315AA5D8C}"/>
                  </a:ext>
                </a:extLst>
              </p:cNvPr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1" name="ellipse_2865">
                <a:extLst>
                  <a:ext uri="{FF2B5EF4-FFF2-40B4-BE49-F238E27FC236}">
                    <a16:creationId xmlns:a16="http://schemas.microsoft.com/office/drawing/2014/main" id="{9A477F01-174A-56E6-76ED-5199D7C2C303}"/>
                  </a:ext>
                </a:extLst>
              </p:cNvPr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2" name="ellipse_2866">
                <a:extLst>
                  <a:ext uri="{FF2B5EF4-FFF2-40B4-BE49-F238E27FC236}">
                    <a16:creationId xmlns:a16="http://schemas.microsoft.com/office/drawing/2014/main" id="{D97457FD-C5A5-A0C9-45AF-8EAA10587DFF}"/>
                  </a:ext>
                </a:extLst>
              </p:cNvPr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CFD"/>
                  </a:gs>
                  <a:gs pos="43000">
                    <a:srgbClr val="EFF2F4"/>
                  </a:gs>
                  <a:gs pos="100000">
                    <a:srgbClr val="DFE4E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3" name="ellipse_2867">
                <a:extLst>
                  <a:ext uri="{FF2B5EF4-FFF2-40B4-BE49-F238E27FC236}">
                    <a16:creationId xmlns:a16="http://schemas.microsoft.com/office/drawing/2014/main" id="{441AAB97-A094-8B0B-8610-3546E6933540}"/>
                  </a:ext>
                </a:extLst>
              </p:cNvPr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4" name="ellipse_2868">
                <a:extLst>
                  <a:ext uri="{FF2B5EF4-FFF2-40B4-BE49-F238E27FC236}">
                    <a16:creationId xmlns:a16="http://schemas.microsoft.com/office/drawing/2014/main" id="{CCED2BEF-2777-DAE8-C148-AE7F4C53F23B}"/>
                  </a:ext>
                </a:extLst>
              </p:cNvPr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DF0F3"/>
                  </a:gs>
                  <a:gs pos="100000">
                    <a:srgbClr val="DDE2E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865" name="ellipse_2869">
                <a:extLst>
                  <a:ext uri="{FF2B5EF4-FFF2-40B4-BE49-F238E27FC236}">
                    <a16:creationId xmlns:a16="http://schemas.microsoft.com/office/drawing/2014/main" id="{7A493CE0-77E0-D2B8-07B4-69E39C9C55D8}"/>
                  </a:ext>
                </a:extLst>
              </p:cNvPr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C"/>
                  </a:gs>
                  <a:gs pos="43000">
                    <a:srgbClr val="ECEFF2"/>
                  </a:gs>
                  <a:gs pos="100000">
                    <a:srgbClr val="DCE1E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866" name="Candidate blob | editable contour">
              <a:extLst>
                <a:ext uri="{FF2B5EF4-FFF2-40B4-BE49-F238E27FC236}">
                  <a16:creationId xmlns:a16="http://schemas.microsoft.com/office/drawing/2014/main" id="{6B2273A2-EF08-68FC-FE93-35170855BCC6}"/>
                </a:ext>
              </a:extLst>
            </p:cNvPr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67" name="ellipse_2871">
              <a:extLst>
                <a:ext uri="{FF2B5EF4-FFF2-40B4-BE49-F238E27FC236}">
                  <a16:creationId xmlns:a16="http://schemas.microsoft.com/office/drawing/2014/main" id="{F0524EA7-5D43-63EA-DEA0-05A6E571D6B9}"/>
                </a:ext>
              </a:extLst>
            </p:cNvPr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868" name="Build | Pocket">
            <a:extLst>
              <a:ext uri="{FF2B5EF4-FFF2-40B4-BE49-F238E27FC236}">
                <a16:creationId xmlns:a16="http://schemas.microsoft.com/office/drawing/2014/main" id="{2A9AB223-DC11-0AAF-ED19-0F1767FDAD20}"/>
              </a:ext>
            </a:extLst>
          </p:cNvPr>
          <p:cNvGrpSpPr/>
          <p:nvPr/>
        </p:nvGrpSpPr>
        <p:grpSpPr>
          <a:xfrm>
            <a:off x="5343474" y="482609"/>
            <a:ext cx="430122" cy="347904"/>
            <a:chOff x="1411968" y="5662376"/>
            <a:chExt cx="418007" cy="338292"/>
          </a:xfrm>
        </p:grpSpPr>
        <p:sp>
          <p:nvSpPr>
            <p:cNvPr id="869" name="ellipse_2889">
              <a:extLst>
                <a:ext uri="{FF2B5EF4-FFF2-40B4-BE49-F238E27FC236}">
                  <a16:creationId xmlns:a16="http://schemas.microsoft.com/office/drawing/2014/main" id="{613655D9-9E97-942F-C66A-5D9AE7FB1457}"/>
                </a:ext>
              </a:extLst>
            </p:cNvPr>
            <p:cNvSpPr/>
            <p:nvPr/>
          </p:nvSpPr>
          <p:spPr>
            <a:xfrm>
              <a:off x="1477028" y="5730123"/>
              <a:ext cx="31529" cy="31529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0" name="ellipse_2890">
              <a:extLst>
                <a:ext uri="{FF2B5EF4-FFF2-40B4-BE49-F238E27FC236}">
                  <a16:creationId xmlns:a16="http://schemas.microsoft.com/office/drawing/2014/main" id="{F1F4A97D-8ACC-FC25-1FA8-49BD7F01A6C9}"/>
                </a:ext>
              </a:extLst>
            </p:cNvPr>
            <p:cNvSpPr/>
            <p:nvPr/>
          </p:nvSpPr>
          <p:spPr>
            <a:xfrm>
              <a:off x="1413313" y="5768742"/>
              <a:ext cx="29533" cy="29533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1" name="ellipse_2891">
              <a:extLst>
                <a:ext uri="{FF2B5EF4-FFF2-40B4-BE49-F238E27FC236}">
                  <a16:creationId xmlns:a16="http://schemas.microsoft.com/office/drawing/2014/main" id="{52494A20-F1B2-F11B-541B-7860A4C6CF9E}"/>
                </a:ext>
              </a:extLst>
            </p:cNvPr>
            <p:cNvSpPr/>
            <p:nvPr/>
          </p:nvSpPr>
          <p:spPr>
            <a:xfrm>
              <a:off x="1606772" y="5962955"/>
              <a:ext cx="37712" cy="3771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2" name="ellipse_2892">
              <a:extLst>
                <a:ext uri="{FF2B5EF4-FFF2-40B4-BE49-F238E27FC236}">
                  <a16:creationId xmlns:a16="http://schemas.microsoft.com/office/drawing/2014/main" id="{F71BA74B-B499-D4FE-C387-0D62B8F06129}"/>
                </a:ext>
              </a:extLst>
            </p:cNvPr>
            <p:cNvSpPr/>
            <p:nvPr/>
          </p:nvSpPr>
          <p:spPr>
            <a:xfrm>
              <a:off x="1692365" y="5876366"/>
              <a:ext cx="39137" cy="3913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3" name="ellipse_2893">
              <a:extLst>
                <a:ext uri="{FF2B5EF4-FFF2-40B4-BE49-F238E27FC236}">
                  <a16:creationId xmlns:a16="http://schemas.microsoft.com/office/drawing/2014/main" id="{7055FBD2-8BD2-25D0-8F59-CE7074E630B0}"/>
                </a:ext>
              </a:extLst>
            </p:cNvPr>
            <p:cNvSpPr/>
            <p:nvPr/>
          </p:nvSpPr>
          <p:spPr>
            <a:xfrm>
              <a:off x="1446482" y="5820853"/>
              <a:ext cx="35562" cy="3556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4" name="ellipse_2894">
              <a:extLst>
                <a:ext uri="{FF2B5EF4-FFF2-40B4-BE49-F238E27FC236}">
                  <a16:creationId xmlns:a16="http://schemas.microsoft.com/office/drawing/2014/main" id="{0396956A-8D95-CEB0-4E60-49E4F0AB2051}"/>
                </a:ext>
              </a:extLst>
            </p:cNvPr>
            <p:cNvSpPr/>
            <p:nvPr/>
          </p:nvSpPr>
          <p:spPr>
            <a:xfrm>
              <a:off x="1411968" y="5817386"/>
              <a:ext cx="29762" cy="2976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5" name="ellipse_2895">
              <a:extLst>
                <a:ext uri="{FF2B5EF4-FFF2-40B4-BE49-F238E27FC236}">
                  <a16:creationId xmlns:a16="http://schemas.microsoft.com/office/drawing/2014/main" id="{D44CCBEF-0528-0E60-D652-CF4342794341}"/>
                </a:ext>
              </a:extLst>
            </p:cNvPr>
            <p:cNvSpPr/>
            <p:nvPr/>
          </p:nvSpPr>
          <p:spPr>
            <a:xfrm>
              <a:off x="1469529" y="5784286"/>
              <a:ext cx="35695" cy="3569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6" name="ellipse_2896">
              <a:extLst>
                <a:ext uri="{FF2B5EF4-FFF2-40B4-BE49-F238E27FC236}">
                  <a16:creationId xmlns:a16="http://schemas.microsoft.com/office/drawing/2014/main" id="{D6C5A680-CB25-7431-0F3D-1FB59C3AB694}"/>
                </a:ext>
              </a:extLst>
            </p:cNvPr>
            <p:cNvSpPr/>
            <p:nvPr/>
          </p:nvSpPr>
          <p:spPr>
            <a:xfrm>
              <a:off x="1485370" y="5743617"/>
              <a:ext cx="39374" cy="3937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7" name="ellipse_2897">
              <a:extLst>
                <a:ext uri="{FF2B5EF4-FFF2-40B4-BE49-F238E27FC236}">
                  <a16:creationId xmlns:a16="http://schemas.microsoft.com/office/drawing/2014/main" id="{15E5D44F-C485-A768-F790-CF786FC476FB}"/>
                </a:ext>
              </a:extLst>
            </p:cNvPr>
            <p:cNvSpPr/>
            <p:nvPr/>
          </p:nvSpPr>
          <p:spPr>
            <a:xfrm>
              <a:off x="1543334" y="5929029"/>
              <a:ext cx="29140" cy="2914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8" name="ellipse_2898">
              <a:extLst>
                <a:ext uri="{FF2B5EF4-FFF2-40B4-BE49-F238E27FC236}">
                  <a16:creationId xmlns:a16="http://schemas.microsoft.com/office/drawing/2014/main" id="{5A31D843-33A1-271E-D3D9-BBCAF3183C22}"/>
                </a:ext>
              </a:extLst>
            </p:cNvPr>
            <p:cNvSpPr/>
            <p:nvPr/>
          </p:nvSpPr>
          <p:spPr>
            <a:xfrm>
              <a:off x="1466275" y="5765882"/>
              <a:ext cx="25820" cy="25820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79" name="ellipse_2899">
              <a:extLst>
                <a:ext uri="{FF2B5EF4-FFF2-40B4-BE49-F238E27FC236}">
                  <a16:creationId xmlns:a16="http://schemas.microsoft.com/office/drawing/2014/main" id="{786E0C9C-2ADA-39A8-7E2C-BF28E7AB3B0F}"/>
                </a:ext>
              </a:extLst>
            </p:cNvPr>
            <p:cNvSpPr/>
            <p:nvPr/>
          </p:nvSpPr>
          <p:spPr>
            <a:xfrm>
              <a:off x="1582840" y="5966745"/>
              <a:ext cx="30939" cy="3093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6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0" name="ellipse_2900">
              <a:extLst>
                <a:ext uri="{FF2B5EF4-FFF2-40B4-BE49-F238E27FC236}">
                  <a16:creationId xmlns:a16="http://schemas.microsoft.com/office/drawing/2014/main" id="{C9D667C6-A39A-DE70-85EB-FB3077D7FD24}"/>
                </a:ext>
              </a:extLst>
            </p:cNvPr>
            <p:cNvSpPr/>
            <p:nvPr/>
          </p:nvSpPr>
          <p:spPr>
            <a:xfrm>
              <a:off x="1507992" y="5722896"/>
              <a:ext cx="33525" cy="3352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1" name="ellipse_2901">
              <a:extLst>
                <a:ext uri="{FF2B5EF4-FFF2-40B4-BE49-F238E27FC236}">
                  <a16:creationId xmlns:a16="http://schemas.microsoft.com/office/drawing/2014/main" id="{B6AE60C0-42E2-9A7B-1337-25CEFCA80CDC}"/>
                </a:ext>
              </a:extLst>
            </p:cNvPr>
            <p:cNvSpPr/>
            <p:nvPr/>
          </p:nvSpPr>
          <p:spPr>
            <a:xfrm>
              <a:off x="1455591" y="5791788"/>
              <a:ext cx="31551" cy="31551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2" name="ellipse_2902">
              <a:extLst>
                <a:ext uri="{FF2B5EF4-FFF2-40B4-BE49-F238E27FC236}">
                  <a16:creationId xmlns:a16="http://schemas.microsoft.com/office/drawing/2014/main" id="{9D0A3411-2969-01FC-77F8-239B95072F49}"/>
                </a:ext>
              </a:extLst>
            </p:cNvPr>
            <p:cNvSpPr/>
            <p:nvPr/>
          </p:nvSpPr>
          <p:spPr>
            <a:xfrm>
              <a:off x="1565027" y="5913802"/>
              <a:ext cx="34699" cy="3469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3" name="ellipse_2903">
              <a:extLst>
                <a:ext uri="{FF2B5EF4-FFF2-40B4-BE49-F238E27FC236}">
                  <a16:creationId xmlns:a16="http://schemas.microsoft.com/office/drawing/2014/main" id="{7678470D-81BC-7924-CBD1-044BBAEF64A3}"/>
                </a:ext>
              </a:extLst>
            </p:cNvPr>
            <p:cNvSpPr/>
            <p:nvPr/>
          </p:nvSpPr>
          <p:spPr>
            <a:xfrm>
              <a:off x="1592477" y="5951568"/>
              <a:ext cx="38059" cy="38059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4" name="ellipse_2904">
              <a:extLst>
                <a:ext uri="{FF2B5EF4-FFF2-40B4-BE49-F238E27FC236}">
                  <a16:creationId xmlns:a16="http://schemas.microsoft.com/office/drawing/2014/main" id="{A0A2C15D-2FF4-B459-F81B-56D955BD0595}"/>
                </a:ext>
              </a:extLst>
            </p:cNvPr>
            <p:cNvSpPr/>
            <p:nvPr/>
          </p:nvSpPr>
          <p:spPr>
            <a:xfrm>
              <a:off x="1755519" y="5859269"/>
              <a:ext cx="33604" cy="3360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5" name="ellipse_2905">
              <a:extLst>
                <a:ext uri="{FF2B5EF4-FFF2-40B4-BE49-F238E27FC236}">
                  <a16:creationId xmlns:a16="http://schemas.microsoft.com/office/drawing/2014/main" id="{99CCC3C4-E207-143C-B398-6DB976763F05}"/>
                </a:ext>
              </a:extLst>
            </p:cNvPr>
            <p:cNvSpPr/>
            <p:nvPr/>
          </p:nvSpPr>
          <p:spPr>
            <a:xfrm>
              <a:off x="1714504" y="5932612"/>
              <a:ext cx="32252" cy="3225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6" name="ellipse_2906">
              <a:extLst>
                <a:ext uri="{FF2B5EF4-FFF2-40B4-BE49-F238E27FC236}">
                  <a16:creationId xmlns:a16="http://schemas.microsoft.com/office/drawing/2014/main" id="{15513648-596D-1922-F922-CB1C3EFEC464}"/>
                </a:ext>
              </a:extLst>
            </p:cNvPr>
            <p:cNvSpPr/>
            <p:nvPr/>
          </p:nvSpPr>
          <p:spPr>
            <a:xfrm>
              <a:off x="1739282" y="5823798"/>
              <a:ext cx="27565" cy="27565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9E0E5"/>
                </a:gs>
                <a:gs pos="100000">
                  <a:srgbClr val="B1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7" name="ellipse_2907">
              <a:extLst>
                <a:ext uri="{FF2B5EF4-FFF2-40B4-BE49-F238E27FC236}">
                  <a16:creationId xmlns:a16="http://schemas.microsoft.com/office/drawing/2014/main" id="{6D68552D-95A2-A471-CC16-72FBE72EB4C6}"/>
                </a:ext>
              </a:extLst>
            </p:cNvPr>
            <p:cNvSpPr/>
            <p:nvPr/>
          </p:nvSpPr>
          <p:spPr>
            <a:xfrm>
              <a:off x="1477659" y="5897421"/>
              <a:ext cx="33413" cy="3341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8" name="ellipse_2908">
              <a:extLst>
                <a:ext uri="{FF2B5EF4-FFF2-40B4-BE49-F238E27FC236}">
                  <a16:creationId xmlns:a16="http://schemas.microsoft.com/office/drawing/2014/main" id="{4B47D83A-224F-4902-791F-4F9654899FCE}"/>
                </a:ext>
              </a:extLst>
            </p:cNvPr>
            <p:cNvSpPr/>
            <p:nvPr/>
          </p:nvSpPr>
          <p:spPr>
            <a:xfrm>
              <a:off x="1671524" y="5897894"/>
              <a:ext cx="34031" cy="3403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89" name="ellipse_2909">
              <a:extLst>
                <a:ext uri="{FF2B5EF4-FFF2-40B4-BE49-F238E27FC236}">
                  <a16:creationId xmlns:a16="http://schemas.microsoft.com/office/drawing/2014/main" id="{7C591942-869B-2897-568C-F53B2E0C627A}"/>
                </a:ext>
              </a:extLst>
            </p:cNvPr>
            <p:cNvSpPr/>
            <p:nvPr/>
          </p:nvSpPr>
          <p:spPr>
            <a:xfrm>
              <a:off x="1742971" y="5773835"/>
              <a:ext cx="35121" cy="3512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0" name="ellipse_2910">
              <a:extLst>
                <a:ext uri="{FF2B5EF4-FFF2-40B4-BE49-F238E27FC236}">
                  <a16:creationId xmlns:a16="http://schemas.microsoft.com/office/drawing/2014/main" id="{36297D6E-3FE4-F696-A7FD-5DB144C685F7}"/>
                </a:ext>
              </a:extLst>
            </p:cNvPr>
            <p:cNvSpPr/>
            <p:nvPr/>
          </p:nvSpPr>
          <p:spPr>
            <a:xfrm>
              <a:off x="1555987" y="5962446"/>
              <a:ext cx="25963" cy="2596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9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1" name="ellipse_2911">
              <a:extLst>
                <a:ext uri="{FF2B5EF4-FFF2-40B4-BE49-F238E27FC236}">
                  <a16:creationId xmlns:a16="http://schemas.microsoft.com/office/drawing/2014/main" id="{80E681D7-DD73-6AB1-2B01-355695133168}"/>
                </a:ext>
              </a:extLst>
            </p:cNvPr>
            <p:cNvSpPr/>
            <p:nvPr/>
          </p:nvSpPr>
          <p:spPr>
            <a:xfrm>
              <a:off x="1725888" y="5766654"/>
              <a:ext cx="33262" cy="33262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2" name="ellipse_2912">
              <a:extLst>
                <a:ext uri="{FF2B5EF4-FFF2-40B4-BE49-F238E27FC236}">
                  <a16:creationId xmlns:a16="http://schemas.microsoft.com/office/drawing/2014/main" id="{B172A828-49F4-3ABE-3983-B8F0247AC841}"/>
                </a:ext>
              </a:extLst>
            </p:cNvPr>
            <p:cNvSpPr/>
            <p:nvPr/>
          </p:nvSpPr>
          <p:spPr>
            <a:xfrm>
              <a:off x="1638437" y="5914338"/>
              <a:ext cx="38036" cy="38036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C"/>
                </a:gs>
                <a:gs pos="100000">
                  <a:srgbClr val="A4B1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3" name="ellipse_2913">
              <a:extLst>
                <a:ext uri="{FF2B5EF4-FFF2-40B4-BE49-F238E27FC236}">
                  <a16:creationId xmlns:a16="http://schemas.microsoft.com/office/drawing/2014/main" id="{FDC193DC-2BB3-1FE0-BDA6-D429A4B92713}"/>
                </a:ext>
              </a:extLst>
            </p:cNvPr>
            <p:cNvSpPr/>
            <p:nvPr/>
          </p:nvSpPr>
          <p:spPr>
            <a:xfrm>
              <a:off x="1469814" y="5810243"/>
              <a:ext cx="26475" cy="26475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4" name="ellipse_2914">
              <a:extLst>
                <a:ext uri="{FF2B5EF4-FFF2-40B4-BE49-F238E27FC236}">
                  <a16:creationId xmlns:a16="http://schemas.microsoft.com/office/drawing/2014/main" id="{4134C70B-3E08-8CF2-343A-8C2B59169361}"/>
                </a:ext>
              </a:extLst>
            </p:cNvPr>
            <p:cNvSpPr/>
            <p:nvPr/>
          </p:nvSpPr>
          <p:spPr>
            <a:xfrm>
              <a:off x="1604446" y="5912480"/>
              <a:ext cx="25177" cy="25177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5" name="ellipse_2915">
              <a:extLst>
                <a:ext uri="{FF2B5EF4-FFF2-40B4-BE49-F238E27FC236}">
                  <a16:creationId xmlns:a16="http://schemas.microsoft.com/office/drawing/2014/main" id="{CB7FE310-2D4D-A0C0-774C-2E8F010ABD5B}"/>
                </a:ext>
              </a:extLst>
            </p:cNvPr>
            <p:cNvSpPr/>
            <p:nvPr/>
          </p:nvSpPr>
          <p:spPr>
            <a:xfrm>
              <a:off x="1537160" y="5725932"/>
              <a:ext cx="26446" cy="2644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6" name="ellipse_2916">
              <a:extLst>
                <a:ext uri="{FF2B5EF4-FFF2-40B4-BE49-F238E27FC236}">
                  <a16:creationId xmlns:a16="http://schemas.microsoft.com/office/drawing/2014/main" id="{369BA530-E2E2-A342-B2A9-5587B374823D}"/>
                </a:ext>
              </a:extLst>
            </p:cNvPr>
            <p:cNvSpPr/>
            <p:nvPr/>
          </p:nvSpPr>
          <p:spPr>
            <a:xfrm>
              <a:off x="1627934" y="5686479"/>
              <a:ext cx="28884" cy="2888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7" name="ellipse_2917">
              <a:extLst>
                <a:ext uri="{FF2B5EF4-FFF2-40B4-BE49-F238E27FC236}">
                  <a16:creationId xmlns:a16="http://schemas.microsoft.com/office/drawing/2014/main" id="{CE54CFAD-9CD8-9BAF-4E08-2F41734E581E}"/>
                </a:ext>
              </a:extLst>
            </p:cNvPr>
            <p:cNvSpPr/>
            <p:nvPr/>
          </p:nvSpPr>
          <p:spPr>
            <a:xfrm>
              <a:off x="1673455" y="5697854"/>
              <a:ext cx="24843" cy="24843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8" name="ellipse_2918">
              <a:extLst>
                <a:ext uri="{FF2B5EF4-FFF2-40B4-BE49-F238E27FC236}">
                  <a16:creationId xmlns:a16="http://schemas.microsoft.com/office/drawing/2014/main" id="{38C5191E-6151-490D-6000-7FCF4ECB2E24}"/>
                </a:ext>
              </a:extLst>
            </p:cNvPr>
            <p:cNvSpPr/>
            <p:nvPr/>
          </p:nvSpPr>
          <p:spPr>
            <a:xfrm>
              <a:off x="1740188" y="5843935"/>
              <a:ext cx="33634" cy="3363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899" name="ellipse_2919">
              <a:extLst>
                <a:ext uri="{FF2B5EF4-FFF2-40B4-BE49-F238E27FC236}">
                  <a16:creationId xmlns:a16="http://schemas.microsoft.com/office/drawing/2014/main" id="{707341FB-4510-2C5D-8EC6-2110155A9DEC}"/>
                </a:ext>
              </a:extLst>
            </p:cNvPr>
            <p:cNvSpPr/>
            <p:nvPr/>
          </p:nvSpPr>
          <p:spPr>
            <a:xfrm>
              <a:off x="1747527" y="5782823"/>
              <a:ext cx="38868" cy="38868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0" name="ellipse_2920">
              <a:extLst>
                <a:ext uri="{FF2B5EF4-FFF2-40B4-BE49-F238E27FC236}">
                  <a16:creationId xmlns:a16="http://schemas.microsoft.com/office/drawing/2014/main" id="{2DF0A280-3EB8-61D3-657A-50F7024B06B8}"/>
                </a:ext>
              </a:extLst>
            </p:cNvPr>
            <p:cNvSpPr/>
            <p:nvPr/>
          </p:nvSpPr>
          <p:spPr>
            <a:xfrm>
              <a:off x="1601887" y="5948096"/>
              <a:ext cx="25828" cy="2582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1" name="ellipse_2921">
              <a:extLst>
                <a:ext uri="{FF2B5EF4-FFF2-40B4-BE49-F238E27FC236}">
                  <a16:creationId xmlns:a16="http://schemas.microsoft.com/office/drawing/2014/main" id="{3C7D3B04-4C33-797A-D111-D55D128814B4}"/>
                </a:ext>
              </a:extLst>
            </p:cNvPr>
            <p:cNvSpPr/>
            <p:nvPr/>
          </p:nvSpPr>
          <p:spPr>
            <a:xfrm>
              <a:off x="1749582" y="5888113"/>
              <a:ext cx="36487" cy="36487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2" name="ellipse_2922">
              <a:extLst>
                <a:ext uri="{FF2B5EF4-FFF2-40B4-BE49-F238E27FC236}">
                  <a16:creationId xmlns:a16="http://schemas.microsoft.com/office/drawing/2014/main" id="{2C434F96-4BA9-F374-C850-78E8B61307FE}"/>
                </a:ext>
              </a:extLst>
            </p:cNvPr>
            <p:cNvSpPr/>
            <p:nvPr/>
          </p:nvSpPr>
          <p:spPr>
            <a:xfrm>
              <a:off x="1731701" y="5860783"/>
              <a:ext cx="23989" cy="23989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3" name="ellipse_2923">
              <a:extLst>
                <a:ext uri="{FF2B5EF4-FFF2-40B4-BE49-F238E27FC236}">
                  <a16:creationId xmlns:a16="http://schemas.microsoft.com/office/drawing/2014/main" id="{66040366-F22C-7709-B360-26D8DE2F87CE}"/>
                </a:ext>
              </a:extLst>
            </p:cNvPr>
            <p:cNvSpPr/>
            <p:nvPr/>
          </p:nvSpPr>
          <p:spPr>
            <a:xfrm>
              <a:off x="1759056" y="5817672"/>
              <a:ext cx="28808" cy="2880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4" name="ellipse_2924">
              <a:extLst>
                <a:ext uri="{FF2B5EF4-FFF2-40B4-BE49-F238E27FC236}">
                  <a16:creationId xmlns:a16="http://schemas.microsoft.com/office/drawing/2014/main" id="{3A33FFA7-63A2-237E-D3E5-FAC2D1777E34}"/>
                </a:ext>
              </a:extLst>
            </p:cNvPr>
            <p:cNvSpPr/>
            <p:nvPr/>
          </p:nvSpPr>
          <p:spPr>
            <a:xfrm>
              <a:off x="1547821" y="5674848"/>
              <a:ext cx="24536" cy="24536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5" name="ellipse_2925">
              <a:extLst>
                <a:ext uri="{FF2B5EF4-FFF2-40B4-BE49-F238E27FC236}">
                  <a16:creationId xmlns:a16="http://schemas.microsoft.com/office/drawing/2014/main" id="{564D9E62-4788-5983-3349-69C367866619}"/>
                </a:ext>
              </a:extLst>
            </p:cNvPr>
            <p:cNvSpPr/>
            <p:nvPr/>
          </p:nvSpPr>
          <p:spPr>
            <a:xfrm>
              <a:off x="1436856" y="5736363"/>
              <a:ext cx="23841" cy="23841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3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6" name="ellipse_2926">
              <a:extLst>
                <a:ext uri="{FF2B5EF4-FFF2-40B4-BE49-F238E27FC236}">
                  <a16:creationId xmlns:a16="http://schemas.microsoft.com/office/drawing/2014/main" id="{13F2744F-58B7-DDA3-3FBA-555F04339E5C}"/>
                </a:ext>
              </a:extLst>
            </p:cNvPr>
            <p:cNvSpPr/>
            <p:nvPr/>
          </p:nvSpPr>
          <p:spPr>
            <a:xfrm>
              <a:off x="1457390" y="5888267"/>
              <a:ext cx="35961" cy="35961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7" name="ellipse_2927">
              <a:extLst>
                <a:ext uri="{FF2B5EF4-FFF2-40B4-BE49-F238E27FC236}">
                  <a16:creationId xmlns:a16="http://schemas.microsoft.com/office/drawing/2014/main" id="{C53F5B55-B94D-7A8D-A2BA-F719B6EBB275}"/>
                </a:ext>
              </a:extLst>
            </p:cNvPr>
            <p:cNvSpPr/>
            <p:nvPr/>
          </p:nvSpPr>
          <p:spPr>
            <a:xfrm>
              <a:off x="1428158" y="5810865"/>
              <a:ext cx="33956" cy="33956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8" name="ellipse_2928">
              <a:extLst>
                <a:ext uri="{FF2B5EF4-FFF2-40B4-BE49-F238E27FC236}">
                  <a16:creationId xmlns:a16="http://schemas.microsoft.com/office/drawing/2014/main" id="{9F2FE578-3DC2-8FB2-95DA-C9DE651EBEE7}"/>
                </a:ext>
              </a:extLst>
            </p:cNvPr>
            <p:cNvSpPr/>
            <p:nvPr/>
          </p:nvSpPr>
          <p:spPr>
            <a:xfrm>
              <a:off x="1806304" y="5819862"/>
              <a:ext cx="23670" cy="23670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09" name="ellipse_2929">
              <a:extLst>
                <a:ext uri="{FF2B5EF4-FFF2-40B4-BE49-F238E27FC236}">
                  <a16:creationId xmlns:a16="http://schemas.microsoft.com/office/drawing/2014/main" id="{143B32B1-65D5-E823-6386-F4E92E29C68C}"/>
                </a:ext>
              </a:extLst>
            </p:cNvPr>
            <p:cNvSpPr/>
            <p:nvPr/>
          </p:nvSpPr>
          <p:spPr>
            <a:xfrm>
              <a:off x="1627313" y="5712973"/>
              <a:ext cx="37885" cy="37885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0" name="ellipse_2930">
              <a:extLst>
                <a:ext uri="{FF2B5EF4-FFF2-40B4-BE49-F238E27FC236}">
                  <a16:creationId xmlns:a16="http://schemas.microsoft.com/office/drawing/2014/main" id="{FDA83CE1-10C3-84D1-DFCE-F314CAE37073}"/>
                </a:ext>
              </a:extLst>
            </p:cNvPr>
            <p:cNvSpPr/>
            <p:nvPr/>
          </p:nvSpPr>
          <p:spPr>
            <a:xfrm>
              <a:off x="1710685" y="5883673"/>
              <a:ext cx="23533" cy="23533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1" name="ellipse_2931">
              <a:extLst>
                <a:ext uri="{FF2B5EF4-FFF2-40B4-BE49-F238E27FC236}">
                  <a16:creationId xmlns:a16="http://schemas.microsoft.com/office/drawing/2014/main" id="{C12AFCC5-020F-6ADF-3265-AF066752A98F}"/>
                </a:ext>
              </a:extLst>
            </p:cNvPr>
            <p:cNvSpPr/>
            <p:nvPr/>
          </p:nvSpPr>
          <p:spPr>
            <a:xfrm>
              <a:off x="1694615" y="5911084"/>
              <a:ext cx="29708" cy="29708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2" name="ellipse_2932">
              <a:extLst>
                <a:ext uri="{FF2B5EF4-FFF2-40B4-BE49-F238E27FC236}">
                  <a16:creationId xmlns:a16="http://schemas.microsoft.com/office/drawing/2014/main" id="{194A9F91-9EBB-0148-08DD-F3B73FE388B6}"/>
                </a:ext>
              </a:extLst>
            </p:cNvPr>
            <p:cNvSpPr/>
            <p:nvPr/>
          </p:nvSpPr>
          <p:spPr>
            <a:xfrm>
              <a:off x="1701593" y="5924380"/>
              <a:ext cx="23793" cy="23793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3" name="ellipse_2933">
              <a:extLst>
                <a:ext uri="{FF2B5EF4-FFF2-40B4-BE49-F238E27FC236}">
                  <a16:creationId xmlns:a16="http://schemas.microsoft.com/office/drawing/2014/main" id="{B3C97BB0-EA24-82D3-9913-45ADCA7C3C94}"/>
                </a:ext>
              </a:extLst>
            </p:cNvPr>
            <p:cNvSpPr/>
            <p:nvPr/>
          </p:nvSpPr>
          <p:spPr>
            <a:xfrm>
              <a:off x="1599033" y="5681949"/>
              <a:ext cx="29376" cy="29376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4" name="ellipse_2934">
              <a:extLst>
                <a:ext uri="{FF2B5EF4-FFF2-40B4-BE49-F238E27FC236}">
                  <a16:creationId xmlns:a16="http://schemas.microsoft.com/office/drawing/2014/main" id="{F5B318D7-00FA-A8AD-0F38-315E0A83E1CF}"/>
                </a:ext>
              </a:extLst>
            </p:cNvPr>
            <p:cNvSpPr/>
            <p:nvPr/>
          </p:nvSpPr>
          <p:spPr>
            <a:xfrm>
              <a:off x="1706363" y="5885733"/>
              <a:ext cx="27882" cy="27882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5" name="ellipse_2935">
              <a:extLst>
                <a:ext uri="{FF2B5EF4-FFF2-40B4-BE49-F238E27FC236}">
                  <a16:creationId xmlns:a16="http://schemas.microsoft.com/office/drawing/2014/main" id="{C001DB30-D02B-04A4-3CFD-F9361633ED59}"/>
                </a:ext>
              </a:extLst>
            </p:cNvPr>
            <p:cNvSpPr/>
            <p:nvPr/>
          </p:nvSpPr>
          <p:spPr>
            <a:xfrm>
              <a:off x="1644117" y="5927383"/>
              <a:ext cx="31868" cy="31868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6" name="ellipse_2936">
              <a:extLst>
                <a:ext uri="{FF2B5EF4-FFF2-40B4-BE49-F238E27FC236}">
                  <a16:creationId xmlns:a16="http://schemas.microsoft.com/office/drawing/2014/main" id="{D16F9D3B-514D-837E-7E48-DEC0428694F2}"/>
                </a:ext>
              </a:extLst>
            </p:cNvPr>
            <p:cNvSpPr/>
            <p:nvPr/>
          </p:nvSpPr>
          <p:spPr>
            <a:xfrm>
              <a:off x="1582830" y="5913046"/>
              <a:ext cx="31662" cy="31662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D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7" name="ellipse_2937">
              <a:extLst>
                <a:ext uri="{FF2B5EF4-FFF2-40B4-BE49-F238E27FC236}">
                  <a16:creationId xmlns:a16="http://schemas.microsoft.com/office/drawing/2014/main" id="{3CB525D5-E884-B6F1-2A33-EF22766751BD}"/>
                </a:ext>
              </a:extLst>
            </p:cNvPr>
            <p:cNvSpPr/>
            <p:nvPr/>
          </p:nvSpPr>
          <p:spPr>
            <a:xfrm>
              <a:off x="1441252" y="5843458"/>
              <a:ext cx="37932" cy="37932"/>
            </a:xfrm>
            <a:prstGeom prst="ellipse">
              <a:avLst/>
            </a:prstGeom>
            <a:gradFill flip="none" rotWithShape="1">
              <a:gsLst>
                <a:gs pos="0">
                  <a:srgbClr val="F6F7F8"/>
                </a:gs>
                <a:gs pos="43000">
                  <a:srgbClr val="D2DADF"/>
                </a:gs>
                <a:gs pos="100000">
                  <a:srgbClr val="A9B5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8" name="ellipse_2938">
              <a:extLst>
                <a:ext uri="{FF2B5EF4-FFF2-40B4-BE49-F238E27FC236}">
                  <a16:creationId xmlns:a16="http://schemas.microsoft.com/office/drawing/2014/main" id="{365602DA-F971-00BA-2D67-AC4C4C3EB322}"/>
                </a:ext>
              </a:extLst>
            </p:cNvPr>
            <p:cNvSpPr/>
            <p:nvPr/>
          </p:nvSpPr>
          <p:spPr>
            <a:xfrm>
              <a:off x="1676913" y="5723244"/>
              <a:ext cx="35560" cy="35560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19" name="ellipse_2939">
              <a:extLst>
                <a:ext uri="{FF2B5EF4-FFF2-40B4-BE49-F238E27FC236}">
                  <a16:creationId xmlns:a16="http://schemas.microsoft.com/office/drawing/2014/main" id="{C0E9E112-FB4C-3D7F-2CBD-D0E534F8E583}"/>
                </a:ext>
              </a:extLst>
            </p:cNvPr>
            <p:cNvSpPr/>
            <p:nvPr/>
          </p:nvSpPr>
          <p:spPr>
            <a:xfrm>
              <a:off x="1442316" y="5759309"/>
              <a:ext cx="30564" cy="30564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0" name="ellipse_2940">
              <a:extLst>
                <a:ext uri="{FF2B5EF4-FFF2-40B4-BE49-F238E27FC236}">
                  <a16:creationId xmlns:a16="http://schemas.microsoft.com/office/drawing/2014/main" id="{432DB19D-F30F-2469-8D8B-C3A5BA8E12CE}"/>
                </a:ext>
              </a:extLst>
            </p:cNvPr>
            <p:cNvSpPr/>
            <p:nvPr/>
          </p:nvSpPr>
          <p:spPr>
            <a:xfrm>
              <a:off x="1660843" y="5732672"/>
              <a:ext cx="32471" cy="32471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0D8DF"/>
                </a:gs>
                <a:gs pos="100000">
                  <a:srgbClr val="A7B3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1" name="ellipse_2941">
              <a:extLst>
                <a:ext uri="{FF2B5EF4-FFF2-40B4-BE49-F238E27FC236}">
                  <a16:creationId xmlns:a16="http://schemas.microsoft.com/office/drawing/2014/main" id="{71372DCF-5E5E-2BB6-7811-7006C2F5A053}"/>
                </a:ext>
              </a:extLst>
            </p:cNvPr>
            <p:cNvSpPr/>
            <p:nvPr/>
          </p:nvSpPr>
          <p:spPr>
            <a:xfrm>
              <a:off x="1441929" y="5857738"/>
              <a:ext cx="27539" cy="27539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ED7DD"/>
                </a:gs>
                <a:gs pos="100000">
                  <a:srgbClr val="A5B2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2" name="ellipse_2942">
              <a:extLst>
                <a:ext uri="{FF2B5EF4-FFF2-40B4-BE49-F238E27FC236}">
                  <a16:creationId xmlns:a16="http://schemas.microsoft.com/office/drawing/2014/main" id="{012805FE-4DD4-2B69-3013-4863813FDCBE}"/>
                </a:ext>
              </a:extLst>
            </p:cNvPr>
            <p:cNvSpPr/>
            <p:nvPr/>
          </p:nvSpPr>
          <p:spPr>
            <a:xfrm>
              <a:off x="1605905" y="5946213"/>
              <a:ext cx="23720" cy="2372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3" name="ellipse_2943">
              <a:extLst>
                <a:ext uri="{FF2B5EF4-FFF2-40B4-BE49-F238E27FC236}">
                  <a16:creationId xmlns:a16="http://schemas.microsoft.com/office/drawing/2014/main" id="{2705CD14-54F8-E461-4778-15341470AF38}"/>
                </a:ext>
              </a:extLst>
            </p:cNvPr>
            <p:cNvSpPr/>
            <p:nvPr/>
          </p:nvSpPr>
          <p:spPr>
            <a:xfrm>
              <a:off x="1666560" y="5904207"/>
              <a:ext cx="25696" cy="25696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0E5"/>
                </a:gs>
                <a:gs pos="100000">
                  <a:srgbClr val="B2BD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4" name="ellipse_2944">
              <a:extLst>
                <a:ext uri="{FF2B5EF4-FFF2-40B4-BE49-F238E27FC236}">
                  <a16:creationId xmlns:a16="http://schemas.microsoft.com/office/drawing/2014/main" id="{132BEBCC-2392-2419-C9B2-BF5BA10423E9}"/>
                </a:ext>
              </a:extLst>
            </p:cNvPr>
            <p:cNvSpPr/>
            <p:nvPr/>
          </p:nvSpPr>
          <p:spPr>
            <a:xfrm>
              <a:off x="1569217" y="5720001"/>
              <a:ext cx="32959" cy="32959"/>
            </a:xfrm>
            <a:prstGeom prst="ellipse">
              <a:avLst/>
            </a:prstGeom>
            <a:gradFill flip="none" rotWithShape="1">
              <a:gsLst>
                <a:gs pos="0">
                  <a:srgbClr val="F7F9FA"/>
                </a:gs>
                <a:gs pos="43000">
                  <a:srgbClr val="DAE1E6"/>
                </a:gs>
                <a:gs pos="100000">
                  <a:srgbClr val="B2BDC6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5" name="ellipse_2945">
              <a:extLst>
                <a:ext uri="{FF2B5EF4-FFF2-40B4-BE49-F238E27FC236}">
                  <a16:creationId xmlns:a16="http://schemas.microsoft.com/office/drawing/2014/main" id="{8FFB249C-0375-B527-CC48-2CE98698AFC6}"/>
                </a:ext>
              </a:extLst>
            </p:cNvPr>
            <p:cNvSpPr/>
            <p:nvPr/>
          </p:nvSpPr>
          <p:spPr>
            <a:xfrm>
              <a:off x="1628649" y="5681483"/>
              <a:ext cx="30404" cy="30404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6" name="ellipse_2946">
              <a:extLst>
                <a:ext uri="{FF2B5EF4-FFF2-40B4-BE49-F238E27FC236}">
                  <a16:creationId xmlns:a16="http://schemas.microsoft.com/office/drawing/2014/main" id="{CD7114D5-AA7B-7468-0694-E101E6C101B4}"/>
                </a:ext>
              </a:extLst>
            </p:cNvPr>
            <p:cNvSpPr/>
            <p:nvPr/>
          </p:nvSpPr>
          <p:spPr>
            <a:xfrm>
              <a:off x="1713397" y="5861457"/>
              <a:ext cx="33198" cy="3319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7" name="ellipse_2947">
              <a:extLst>
                <a:ext uri="{FF2B5EF4-FFF2-40B4-BE49-F238E27FC236}">
                  <a16:creationId xmlns:a16="http://schemas.microsoft.com/office/drawing/2014/main" id="{ED63FA36-1F11-00BF-AB76-506F79DCA662}"/>
                </a:ext>
              </a:extLst>
            </p:cNvPr>
            <p:cNvSpPr/>
            <p:nvPr/>
          </p:nvSpPr>
          <p:spPr>
            <a:xfrm>
              <a:off x="1568321" y="5927538"/>
              <a:ext cx="37172" cy="37172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3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8" name="ellipse_2948">
              <a:extLst>
                <a:ext uri="{FF2B5EF4-FFF2-40B4-BE49-F238E27FC236}">
                  <a16:creationId xmlns:a16="http://schemas.microsoft.com/office/drawing/2014/main" id="{84576D7C-5F9A-7A4B-3F60-1ECD5359E2F3}"/>
                </a:ext>
              </a:extLst>
            </p:cNvPr>
            <p:cNvSpPr/>
            <p:nvPr/>
          </p:nvSpPr>
          <p:spPr>
            <a:xfrm>
              <a:off x="1589792" y="5719262"/>
              <a:ext cx="26962" cy="2696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29" name="ellipse_2949">
              <a:extLst>
                <a:ext uri="{FF2B5EF4-FFF2-40B4-BE49-F238E27FC236}">
                  <a16:creationId xmlns:a16="http://schemas.microsoft.com/office/drawing/2014/main" id="{33376475-57E6-E9CC-6BC6-542EDD509857}"/>
                </a:ext>
              </a:extLst>
            </p:cNvPr>
            <p:cNvSpPr/>
            <p:nvPr/>
          </p:nvSpPr>
          <p:spPr>
            <a:xfrm>
              <a:off x="1493034" y="5768073"/>
              <a:ext cx="32512" cy="32512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8DFE4"/>
                </a:gs>
                <a:gs pos="100000">
                  <a:srgbClr val="B0BCC4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0" name="ellipse_2950">
              <a:extLst>
                <a:ext uri="{FF2B5EF4-FFF2-40B4-BE49-F238E27FC236}">
                  <a16:creationId xmlns:a16="http://schemas.microsoft.com/office/drawing/2014/main" id="{239A8EBB-CFD6-7A39-E47F-EDDA94188776}"/>
                </a:ext>
              </a:extLst>
            </p:cNvPr>
            <p:cNvSpPr/>
            <p:nvPr/>
          </p:nvSpPr>
          <p:spPr>
            <a:xfrm>
              <a:off x="1700028" y="5916902"/>
              <a:ext cx="26704" cy="2670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1" name="ellipse_2951">
              <a:extLst>
                <a:ext uri="{FF2B5EF4-FFF2-40B4-BE49-F238E27FC236}">
                  <a16:creationId xmlns:a16="http://schemas.microsoft.com/office/drawing/2014/main" id="{3C580D10-AD6A-1EDB-1794-ECEA4F83E494}"/>
                </a:ext>
              </a:extLst>
            </p:cNvPr>
            <p:cNvSpPr/>
            <p:nvPr/>
          </p:nvSpPr>
          <p:spPr>
            <a:xfrm>
              <a:off x="1484645" y="5849570"/>
              <a:ext cx="34307" cy="34307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2" name="ellipse_2952">
              <a:extLst>
                <a:ext uri="{FF2B5EF4-FFF2-40B4-BE49-F238E27FC236}">
                  <a16:creationId xmlns:a16="http://schemas.microsoft.com/office/drawing/2014/main" id="{00A01FDC-D373-60FA-A8EC-C9AC2415D96C}"/>
                </a:ext>
              </a:extLst>
            </p:cNvPr>
            <p:cNvSpPr/>
            <p:nvPr/>
          </p:nvSpPr>
          <p:spPr>
            <a:xfrm>
              <a:off x="1796236" y="5779448"/>
              <a:ext cx="31087" cy="31087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EE4"/>
                </a:gs>
                <a:gs pos="100000">
                  <a:srgbClr val="AFBA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3" name="ellipse_2953">
              <a:extLst>
                <a:ext uri="{FF2B5EF4-FFF2-40B4-BE49-F238E27FC236}">
                  <a16:creationId xmlns:a16="http://schemas.microsoft.com/office/drawing/2014/main" id="{C1DA3C52-F222-99D9-FF77-B6BE1FB7B0D5}"/>
                </a:ext>
              </a:extLst>
            </p:cNvPr>
            <p:cNvSpPr/>
            <p:nvPr/>
          </p:nvSpPr>
          <p:spPr>
            <a:xfrm>
              <a:off x="1703383" y="5707987"/>
              <a:ext cx="24249" cy="24249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4" name="ellipse_2954">
              <a:extLst>
                <a:ext uri="{FF2B5EF4-FFF2-40B4-BE49-F238E27FC236}">
                  <a16:creationId xmlns:a16="http://schemas.microsoft.com/office/drawing/2014/main" id="{C940F4A6-0B2F-6C00-8437-29CFE2379187}"/>
                </a:ext>
              </a:extLst>
            </p:cNvPr>
            <p:cNvSpPr/>
            <p:nvPr/>
          </p:nvSpPr>
          <p:spPr>
            <a:xfrm>
              <a:off x="1639165" y="5940343"/>
              <a:ext cx="34999" cy="34999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0"/>
                </a:gs>
                <a:gs pos="100000">
                  <a:srgbClr val="AAB5BF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5" name="ellipse_2955">
              <a:extLst>
                <a:ext uri="{FF2B5EF4-FFF2-40B4-BE49-F238E27FC236}">
                  <a16:creationId xmlns:a16="http://schemas.microsoft.com/office/drawing/2014/main" id="{1910BD55-C157-3092-59C6-32A2BF6B634E}"/>
                </a:ext>
              </a:extLst>
            </p:cNvPr>
            <p:cNvSpPr/>
            <p:nvPr/>
          </p:nvSpPr>
          <p:spPr>
            <a:xfrm>
              <a:off x="1607929" y="5664825"/>
              <a:ext cx="32753" cy="32753"/>
            </a:xfrm>
            <a:prstGeom prst="ellipse">
              <a:avLst/>
            </a:prstGeom>
            <a:gradFill flip="none" rotWithShape="1">
              <a:gsLst>
                <a:gs pos="0">
                  <a:srgbClr val="F7F8F9"/>
                </a:gs>
                <a:gs pos="43000">
                  <a:srgbClr val="D7DFE4"/>
                </a:gs>
                <a:gs pos="100000">
                  <a:srgbClr val="AFBBC3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6" name="ellipse_2956">
              <a:extLst>
                <a:ext uri="{FF2B5EF4-FFF2-40B4-BE49-F238E27FC236}">
                  <a16:creationId xmlns:a16="http://schemas.microsoft.com/office/drawing/2014/main" id="{DC38EB25-E458-DE7C-E476-05433631F6A5}"/>
                </a:ext>
              </a:extLst>
            </p:cNvPr>
            <p:cNvSpPr/>
            <p:nvPr/>
          </p:nvSpPr>
          <p:spPr>
            <a:xfrm>
              <a:off x="1431638" y="5888721"/>
              <a:ext cx="32307" cy="32307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E"/>
                </a:gs>
                <a:gs pos="100000">
                  <a:srgbClr val="A5B2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7" name="ellipse_2957">
              <a:extLst>
                <a:ext uri="{FF2B5EF4-FFF2-40B4-BE49-F238E27FC236}">
                  <a16:creationId xmlns:a16="http://schemas.microsoft.com/office/drawing/2014/main" id="{1417F4A1-B43D-5554-3012-E7BBE30A1A1F}"/>
                </a:ext>
              </a:extLst>
            </p:cNvPr>
            <p:cNvSpPr/>
            <p:nvPr/>
          </p:nvSpPr>
          <p:spPr>
            <a:xfrm>
              <a:off x="1763250" y="5810798"/>
              <a:ext cx="24008" cy="2400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4DCE1"/>
                </a:gs>
                <a:gs pos="100000">
                  <a:srgbClr val="AB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8" name="ellipse_2958">
              <a:extLst>
                <a:ext uri="{FF2B5EF4-FFF2-40B4-BE49-F238E27FC236}">
                  <a16:creationId xmlns:a16="http://schemas.microsoft.com/office/drawing/2014/main" id="{59D7718C-739A-7FD2-210D-516C9C0D036D}"/>
                </a:ext>
              </a:extLst>
            </p:cNvPr>
            <p:cNvSpPr/>
            <p:nvPr/>
          </p:nvSpPr>
          <p:spPr>
            <a:xfrm>
              <a:off x="1770156" y="5894195"/>
              <a:ext cx="34129" cy="34129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39" name="ellipse_2959">
              <a:extLst>
                <a:ext uri="{FF2B5EF4-FFF2-40B4-BE49-F238E27FC236}">
                  <a16:creationId xmlns:a16="http://schemas.microsoft.com/office/drawing/2014/main" id="{E6F95BBD-B1AF-E513-F8D4-80CEEBE93560}"/>
                </a:ext>
              </a:extLst>
            </p:cNvPr>
            <p:cNvSpPr/>
            <p:nvPr/>
          </p:nvSpPr>
          <p:spPr>
            <a:xfrm>
              <a:off x="1631456" y="5662376"/>
              <a:ext cx="36317" cy="36317"/>
            </a:xfrm>
            <a:prstGeom prst="ellipse">
              <a:avLst/>
            </a:prstGeom>
            <a:gradFill flip="none" rotWithShape="1">
              <a:gsLst>
                <a:gs pos="0">
                  <a:srgbClr val="F7F8FA"/>
                </a:gs>
                <a:gs pos="43000">
                  <a:srgbClr val="D9DFE5"/>
                </a:gs>
                <a:gs pos="100000">
                  <a:srgbClr val="B1BCC5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0" name="ellipse_2960">
              <a:extLst>
                <a:ext uri="{FF2B5EF4-FFF2-40B4-BE49-F238E27FC236}">
                  <a16:creationId xmlns:a16="http://schemas.microsoft.com/office/drawing/2014/main" id="{64A3592C-5468-CD3E-F3C6-60AA314D25B7}"/>
                </a:ext>
              </a:extLst>
            </p:cNvPr>
            <p:cNvSpPr/>
            <p:nvPr/>
          </p:nvSpPr>
          <p:spPr>
            <a:xfrm>
              <a:off x="1505565" y="5729779"/>
              <a:ext cx="35155" cy="35155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ED6DD"/>
                </a:gs>
                <a:gs pos="100000">
                  <a:srgbClr val="A5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1" name="ellipse_2961">
              <a:extLst>
                <a:ext uri="{FF2B5EF4-FFF2-40B4-BE49-F238E27FC236}">
                  <a16:creationId xmlns:a16="http://schemas.microsoft.com/office/drawing/2014/main" id="{21D7A71D-AA27-387B-BCE4-63DC5DF49E20}"/>
                </a:ext>
              </a:extLst>
            </p:cNvPr>
            <p:cNvSpPr/>
            <p:nvPr/>
          </p:nvSpPr>
          <p:spPr>
            <a:xfrm>
              <a:off x="1745125" y="5807695"/>
              <a:ext cx="28645" cy="28645"/>
            </a:xfrm>
            <a:prstGeom prst="ellipse">
              <a:avLst/>
            </a:prstGeom>
            <a:gradFill flip="none" rotWithShape="1">
              <a:gsLst>
                <a:gs pos="0">
                  <a:srgbClr val="F6F7F9"/>
                </a:gs>
                <a:gs pos="43000">
                  <a:srgbClr val="D2DAE1"/>
                </a:gs>
                <a:gs pos="100000">
                  <a:srgbClr val="AAB6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2" name="ellipse_2962">
              <a:extLst>
                <a:ext uri="{FF2B5EF4-FFF2-40B4-BE49-F238E27FC236}">
                  <a16:creationId xmlns:a16="http://schemas.microsoft.com/office/drawing/2014/main" id="{4B632048-9517-E5B7-7E06-0B5063533988}"/>
                </a:ext>
              </a:extLst>
            </p:cNvPr>
            <p:cNvSpPr/>
            <p:nvPr/>
          </p:nvSpPr>
          <p:spPr>
            <a:xfrm>
              <a:off x="1415944" y="5861397"/>
              <a:ext cx="29118" cy="29118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1"/>
                </a:gs>
                <a:gs pos="100000">
                  <a:srgbClr val="ACB8C1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3" name="ellipse_2963">
              <a:extLst>
                <a:ext uri="{FF2B5EF4-FFF2-40B4-BE49-F238E27FC236}">
                  <a16:creationId xmlns:a16="http://schemas.microsoft.com/office/drawing/2014/main" id="{07F72242-21F2-D512-14C9-10D44ACB5677}"/>
                </a:ext>
              </a:extLst>
            </p:cNvPr>
            <p:cNvSpPr/>
            <p:nvPr/>
          </p:nvSpPr>
          <p:spPr>
            <a:xfrm>
              <a:off x="1444289" y="5910192"/>
              <a:ext cx="36484" cy="36484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D1D9DF"/>
                </a:gs>
                <a:gs pos="100000">
                  <a:srgbClr val="A8B4BE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4" name="ellipse_2964">
              <a:extLst>
                <a:ext uri="{FF2B5EF4-FFF2-40B4-BE49-F238E27FC236}">
                  <a16:creationId xmlns:a16="http://schemas.microsoft.com/office/drawing/2014/main" id="{2D146DA7-BA10-B0BD-CE7A-06A73EF1365D}"/>
                </a:ext>
              </a:extLst>
            </p:cNvPr>
            <p:cNvSpPr/>
            <p:nvPr/>
          </p:nvSpPr>
          <p:spPr>
            <a:xfrm>
              <a:off x="1692595" y="5720180"/>
              <a:ext cx="34350" cy="34350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6DDE3"/>
                </a:gs>
                <a:gs pos="100000">
                  <a:srgbClr val="AEB9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5" name="ellipse_2965">
              <a:extLst>
                <a:ext uri="{FF2B5EF4-FFF2-40B4-BE49-F238E27FC236}">
                  <a16:creationId xmlns:a16="http://schemas.microsoft.com/office/drawing/2014/main" id="{48B6E508-0FD6-1105-C3DD-86384A57C6DD}"/>
                </a:ext>
              </a:extLst>
            </p:cNvPr>
            <p:cNvSpPr/>
            <p:nvPr/>
          </p:nvSpPr>
          <p:spPr>
            <a:xfrm>
              <a:off x="1645377" y="5668528"/>
              <a:ext cx="23232" cy="23232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6" name="ellipse_2966">
              <a:extLst>
                <a:ext uri="{FF2B5EF4-FFF2-40B4-BE49-F238E27FC236}">
                  <a16:creationId xmlns:a16="http://schemas.microsoft.com/office/drawing/2014/main" id="{20B625AF-9EC3-007B-F40C-DDFE899EA2E6}"/>
                </a:ext>
              </a:extLst>
            </p:cNvPr>
            <p:cNvSpPr/>
            <p:nvPr/>
          </p:nvSpPr>
          <p:spPr>
            <a:xfrm>
              <a:off x="1463027" y="5702838"/>
              <a:ext cx="32775" cy="32775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7" name="ellipse_2967">
              <a:extLst>
                <a:ext uri="{FF2B5EF4-FFF2-40B4-BE49-F238E27FC236}">
                  <a16:creationId xmlns:a16="http://schemas.microsoft.com/office/drawing/2014/main" id="{0C61A8F0-E51E-6B42-C512-59922AC7C74D}"/>
                </a:ext>
              </a:extLst>
            </p:cNvPr>
            <p:cNvSpPr/>
            <p:nvPr/>
          </p:nvSpPr>
          <p:spPr>
            <a:xfrm>
              <a:off x="1471693" y="5806019"/>
              <a:ext cx="36914" cy="36914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3DBE1"/>
                </a:gs>
                <a:gs pos="100000">
                  <a:srgbClr val="AAB7C0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8" name="ellipse_2968">
              <a:extLst>
                <a:ext uri="{FF2B5EF4-FFF2-40B4-BE49-F238E27FC236}">
                  <a16:creationId xmlns:a16="http://schemas.microsoft.com/office/drawing/2014/main" id="{D24F60FB-3B10-EE32-23C0-5A9F0BC142D4}"/>
                </a:ext>
              </a:extLst>
            </p:cNvPr>
            <p:cNvSpPr/>
            <p:nvPr/>
          </p:nvSpPr>
          <p:spPr>
            <a:xfrm>
              <a:off x="1447857" y="5802230"/>
              <a:ext cx="29872" cy="29872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6DD"/>
                </a:gs>
                <a:gs pos="100000">
                  <a:srgbClr val="A4B1BC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49" name="ellipse_2969">
              <a:extLst>
                <a:ext uri="{FF2B5EF4-FFF2-40B4-BE49-F238E27FC236}">
                  <a16:creationId xmlns:a16="http://schemas.microsoft.com/office/drawing/2014/main" id="{95F4419B-F342-0230-00ED-443FF3DBEDDC}"/>
                </a:ext>
              </a:extLst>
            </p:cNvPr>
            <p:cNvSpPr/>
            <p:nvPr/>
          </p:nvSpPr>
          <p:spPr>
            <a:xfrm>
              <a:off x="1612617" y="5934978"/>
              <a:ext cx="25869" cy="25869"/>
            </a:xfrm>
            <a:prstGeom prst="ellipse">
              <a:avLst/>
            </a:prstGeom>
            <a:gradFill flip="none" rotWithShape="1">
              <a:gsLst>
                <a:gs pos="0">
                  <a:srgbClr val="F5F6F8"/>
                </a:gs>
                <a:gs pos="43000">
                  <a:srgbClr val="CDD5DC"/>
                </a:gs>
                <a:gs pos="100000">
                  <a:srgbClr val="A4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0" name="ellipse_2970">
              <a:extLst>
                <a:ext uri="{FF2B5EF4-FFF2-40B4-BE49-F238E27FC236}">
                  <a16:creationId xmlns:a16="http://schemas.microsoft.com/office/drawing/2014/main" id="{0C9CA27B-B3D4-7F79-2AA8-225815BA2D4C}"/>
                </a:ext>
              </a:extLst>
            </p:cNvPr>
            <p:cNvSpPr/>
            <p:nvPr/>
          </p:nvSpPr>
          <p:spPr>
            <a:xfrm>
              <a:off x="1499567" y="5923927"/>
              <a:ext cx="29366" cy="29366"/>
            </a:xfrm>
            <a:prstGeom prst="ellipse">
              <a:avLst/>
            </a:prstGeom>
            <a:gradFill flip="none" rotWithShape="1">
              <a:gsLst>
                <a:gs pos="0">
                  <a:srgbClr val="F6F8F9"/>
                </a:gs>
                <a:gs pos="43000">
                  <a:srgbClr val="D5DCE2"/>
                </a:gs>
                <a:gs pos="100000">
                  <a:srgbClr val="ACB8C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1" name="ellipse_2971">
              <a:extLst>
                <a:ext uri="{FF2B5EF4-FFF2-40B4-BE49-F238E27FC236}">
                  <a16:creationId xmlns:a16="http://schemas.microsoft.com/office/drawing/2014/main" id="{D886636E-6CE9-B501-A1BF-50159BE3E205}"/>
                </a:ext>
              </a:extLst>
            </p:cNvPr>
            <p:cNvSpPr/>
            <p:nvPr/>
          </p:nvSpPr>
          <p:spPr>
            <a:xfrm>
              <a:off x="1439722" y="5746255"/>
              <a:ext cx="30428" cy="30428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CD5DC"/>
                </a:gs>
                <a:gs pos="100000">
                  <a:srgbClr val="A2AFBA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2" name="ellipse_2972">
              <a:extLst>
                <a:ext uri="{FF2B5EF4-FFF2-40B4-BE49-F238E27FC236}">
                  <a16:creationId xmlns:a16="http://schemas.microsoft.com/office/drawing/2014/main" id="{65D5A61A-F099-3F80-9D2A-A2A21DD824B2}"/>
                </a:ext>
              </a:extLst>
            </p:cNvPr>
            <p:cNvSpPr/>
            <p:nvPr/>
          </p:nvSpPr>
          <p:spPr>
            <a:xfrm>
              <a:off x="1601892" y="5705782"/>
              <a:ext cx="26593" cy="26593"/>
            </a:xfrm>
            <a:prstGeom prst="ellipse">
              <a:avLst/>
            </a:prstGeom>
            <a:gradFill flip="none" rotWithShape="1">
              <a:gsLst>
                <a:gs pos="0">
                  <a:srgbClr val="F5F7F8"/>
                </a:gs>
                <a:gs pos="43000">
                  <a:srgbClr val="CFD7DF"/>
                </a:gs>
                <a:gs pos="100000">
                  <a:srgbClr val="A6B3BD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953" name="ellipse_2973">
              <a:extLst>
                <a:ext uri="{FF2B5EF4-FFF2-40B4-BE49-F238E27FC236}">
                  <a16:creationId xmlns:a16="http://schemas.microsoft.com/office/drawing/2014/main" id="{73C1E5DA-A1B6-8948-48C9-3437F2E07AE0}"/>
                </a:ext>
              </a:extLst>
            </p:cNvPr>
            <p:cNvSpPr/>
            <p:nvPr/>
          </p:nvSpPr>
          <p:spPr>
            <a:xfrm>
              <a:off x="1683294" y="5736674"/>
              <a:ext cx="36357" cy="36357"/>
            </a:xfrm>
            <a:prstGeom prst="ellipse">
              <a:avLst/>
            </a:prstGeom>
            <a:gradFill flip="none" rotWithShape="1">
              <a:gsLst>
                <a:gs pos="0">
                  <a:srgbClr val="F4F6F8"/>
                </a:gs>
                <a:gs pos="43000">
                  <a:srgbClr val="CDD5DC"/>
                </a:gs>
                <a:gs pos="100000">
                  <a:srgbClr val="A3B0BB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954" name="Build | SMILES ligand graph">
            <a:extLst>
              <a:ext uri="{FF2B5EF4-FFF2-40B4-BE49-F238E27FC236}">
                <a16:creationId xmlns:a16="http://schemas.microsoft.com/office/drawing/2014/main" id="{413402C4-3626-B7DB-43F3-4EC623A38489}"/>
              </a:ext>
            </a:extLst>
          </p:cNvPr>
          <p:cNvGrpSpPr/>
          <p:nvPr/>
        </p:nvGrpSpPr>
        <p:grpSpPr>
          <a:xfrm>
            <a:off x="4790658" y="1170736"/>
            <a:ext cx="472025" cy="229380"/>
            <a:chOff x="863060" y="5744348"/>
            <a:chExt cx="420988" cy="204721"/>
          </a:xfrm>
        </p:grpSpPr>
        <p:cxnSp>
          <p:nvCxnSpPr>
            <p:cNvPr id="955" name="path_2875">
              <a:extLst>
                <a:ext uri="{FF2B5EF4-FFF2-40B4-BE49-F238E27FC236}">
                  <a16:creationId xmlns:a16="http://schemas.microsoft.com/office/drawing/2014/main" id="{00624B78-68B0-99D0-7EBD-D3B09BB09AC1}"/>
                </a:ext>
              </a:extLst>
            </p:cNvPr>
            <p:cNvCxnSpPr/>
            <p:nvPr/>
          </p:nvCxnSpPr>
          <p:spPr>
            <a:xfrm flipH="1">
              <a:off x="956231" y="5897889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6" name="path_2876">
              <a:extLst>
                <a:ext uri="{FF2B5EF4-FFF2-40B4-BE49-F238E27FC236}">
                  <a16:creationId xmlns:a16="http://schemas.microsoft.com/office/drawing/2014/main" id="{09FC6182-4600-ACDE-6260-63D4814986DE}"/>
                </a:ext>
              </a:extLst>
            </p:cNvPr>
            <p:cNvCxnSpPr/>
            <p:nvPr/>
          </p:nvCxnSpPr>
          <p:spPr>
            <a:xfrm flipH="1" flipV="1">
              <a:off x="863060" y="5897889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7" name="path_2877">
              <a:extLst>
                <a:ext uri="{FF2B5EF4-FFF2-40B4-BE49-F238E27FC236}">
                  <a16:creationId xmlns:a16="http://schemas.microsoft.com/office/drawing/2014/main" id="{63D4F1DD-6752-7091-8264-F2533E4C9785}"/>
                </a:ext>
              </a:extLst>
            </p:cNvPr>
            <p:cNvCxnSpPr/>
            <p:nvPr/>
          </p:nvCxnSpPr>
          <p:spPr>
            <a:xfrm flipH="1" flipV="1">
              <a:off x="863060" y="5795528"/>
              <a:ext cx="0" cy="102361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8" name="path_2878">
              <a:extLst>
                <a:ext uri="{FF2B5EF4-FFF2-40B4-BE49-F238E27FC236}">
                  <a16:creationId xmlns:a16="http://schemas.microsoft.com/office/drawing/2014/main" id="{854A8EC6-67BB-9A5F-9F02-B3593C81BE65}"/>
                </a:ext>
              </a:extLst>
            </p:cNvPr>
            <p:cNvCxnSpPr/>
            <p:nvPr/>
          </p:nvCxnSpPr>
          <p:spPr>
            <a:xfrm flipV="1">
              <a:off x="863060" y="5744348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59" name="path_2879">
              <a:extLst>
                <a:ext uri="{FF2B5EF4-FFF2-40B4-BE49-F238E27FC236}">
                  <a16:creationId xmlns:a16="http://schemas.microsoft.com/office/drawing/2014/main" id="{FAB2250C-8E7D-03A1-72E4-D4C81F7BDDB1}"/>
                </a:ext>
              </a:extLst>
            </p:cNvPr>
            <p:cNvCxnSpPr/>
            <p:nvPr/>
          </p:nvCxnSpPr>
          <p:spPr>
            <a:xfrm>
              <a:off x="956231" y="5744348"/>
              <a:ext cx="93170" cy="51180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0" name="path_2880">
              <a:extLst>
                <a:ext uri="{FF2B5EF4-FFF2-40B4-BE49-F238E27FC236}">
                  <a16:creationId xmlns:a16="http://schemas.microsoft.com/office/drawing/2014/main" id="{181CE275-3540-CAD1-FC4B-27A6617364D9}"/>
                </a:ext>
              </a:extLst>
            </p:cNvPr>
            <p:cNvCxnSpPr/>
            <p:nvPr/>
          </p:nvCxnSpPr>
          <p:spPr>
            <a:xfrm flipH="1">
              <a:off x="1049401" y="5795528"/>
              <a:ext cx="0" cy="102361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1" name="path_2881">
              <a:extLst>
                <a:ext uri="{FF2B5EF4-FFF2-40B4-BE49-F238E27FC236}">
                  <a16:creationId xmlns:a16="http://schemas.microsoft.com/office/drawing/2014/main" id="{567FDE8F-DE2C-0157-679A-59970E38D8F2}"/>
                </a:ext>
              </a:extLst>
            </p:cNvPr>
            <p:cNvCxnSpPr/>
            <p:nvPr/>
          </p:nvCxnSpPr>
          <p:spPr>
            <a:xfrm flipV="1">
              <a:off x="1049401" y="5768591"/>
              <a:ext cx="83267" cy="12929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2" name="path_2882">
              <a:extLst>
                <a:ext uri="{FF2B5EF4-FFF2-40B4-BE49-F238E27FC236}">
                  <a16:creationId xmlns:a16="http://schemas.microsoft.com/office/drawing/2014/main" id="{A42476A7-1E3C-6AB6-4428-D8E7CF81CF22}"/>
                </a:ext>
              </a:extLst>
            </p:cNvPr>
            <p:cNvCxnSpPr/>
            <p:nvPr/>
          </p:nvCxnSpPr>
          <p:spPr>
            <a:xfrm>
              <a:off x="1132668" y="5768591"/>
              <a:ext cx="60247" cy="565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3" name="path_2883">
              <a:extLst>
                <a:ext uri="{FF2B5EF4-FFF2-40B4-BE49-F238E27FC236}">
                  <a16:creationId xmlns:a16="http://schemas.microsoft.com/office/drawing/2014/main" id="{81F1C2F5-585F-3900-B632-A6AA75F56048}"/>
                </a:ext>
              </a:extLst>
            </p:cNvPr>
            <p:cNvCxnSpPr/>
            <p:nvPr/>
          </p:nvCxnSpPr>
          <p:spPr>
            <a:xfrm flipH="1">
              <a:off x="956231" y="5888677"/>
              <a:ext cx="76400" cy="419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4" name="path_2884">
              <a:extLst>
                <a:ext uri="{FF2B5EF4-FFF2-40B4-BE49-F238E27FC236}">
                  <a16:creationId xmlns:a16="http://schemas.microsoft.com/office/drawing/2014/main" id="{FB62F490-FC6D-A829-B758-E01E057244F8}"/>
                </a:ext>
              </a:extLst>
            </p:cNvPr>
            <p:cNvCxnSpPr/>
            <p:nvPr/>
          </p:nvCxnSpPr>
          <p:spPr>
            <a:xfrm flipH="1" flipV="1">
              <a:off x="879831" y="5804741"/>
              <a:ext cx="0" cy="83936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65" name="path_2885">
              <a:extLst>
                <a:ext uri="{FF2B5EF4-FFF2-40B4-BE49-F238E27FC236}">
                  <a16:creationId xmlns:a16="http://schemas.microsoft.com/office/drawing/2014/main" id="{EA7FFCB1-EDE5-9F99-9731-8AA9BBE7AC79}"/>
                </a:ext>
              </a:extLst>
            </p:cNvPr>
            <p:cNvCxnSpPr/>
            <p:nvPr/>
          </p:nvCxnSpPr>
          <p:spPr>
            <a:xfrm>
              <a:off x="956231" y="5762773"/>
              <a:ext cx="76400" cy="41968"/>
            </a:xfrm>
            <a:prstGeom prst="line">
              <a:avLst/>
            </a:prstGeom>
            <a:noFill/>
            <a:ln w="1270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66" name="Text | O">
              <a:extLst>
                <a:ext uri="{FF2B5EF4-FFF2-40B4-BE49-F238E27FC236}">
                  <a16:creationId xmlns:a16="http://schemas.microsoft.com/office/drawing/2014/main" id="{3259D7DF-DE5F-62D0-877C-588A9F7B9802}"/>
                </a:ext>
              </a:extLst>
            </p:cNvPr>
            <p:cNvSpPr txBox="1"/>
            <p:nvPr/>
          </p:nvSpPr>
          <p:spPr>
            <a:xfrm>
              <a:off x="1206055" y="5782454"/>
              <a:ext cx="77993" cy="9329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r>
                <a:rPr lang="en-US" sz="447" dirty="0">
                  <a:solidFill>
                    <a:srgbClr val="CE4148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447"/>
            </a:p>
          </p:txBody>
        </p:sp>
      </p:grpSp>
      <p:pic>
        <p:nvPicPr>
          <p:cNvPr id="967" name="Build corresponding experimental density" descr="Experimental 9LLG density around chain C1 of the displayed CryoAtom2 receptor, at the original contour level and the identical camera orientation."/>
          <p:cNvPicPr/>
          <p:nvPr/>
        </p:nvPicPr>
        <p:blipFill>
          <a:blip r:embed="rId4"/>
          <a:stretch>
            <a:fillRect/>
          </a:stretch>
        </p:blipFill>
        <p:spPr>
          <a:xfrm>
            <a:off x="5371792" y="1104265"/>
            <a:ext cx="361766" cy="345440"/>
          </a:xfrm>
          <a:prstGeom prst="rect">
            <a:avLst/>
          </a:prstGeom>
        </p:spPr>
      </p:pic>
      <p:sp>
        <p:nvSpPr>
          <p:cNvPr id="1187" name="Build | Engines frame">
            <a:extLst>
              <a:ext uri="{FF2B5EF4-FFF2-40B4-BE49-F238E27FC236}">
                <a16:creationId xmlns:a16="http://schemas.microsoft.com/office/drawing/2014/main" id="{37234F67-70C1-4BD6-D7D4-29BE361ED850}"/>
              </a:ext>
            </a:extLst>
          </p:cNvPr>
          <p:cNvSpPr/>
          <p:nvPr/>
        </p:nvSpPr>
        <p:spPr>
          <a:xfrm>
            <a:off x="4653071" y="2032000"/>
            <a:ext cx="1202377" cy="1172634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 w="7290">
            <a:solidFill>
              <a:srgbClr val="D5C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1188" name="Build | Default PocketXMol card">
            <a:extLst>
              <a:ext uri="{FF2B5EF4-FFF2-40B4-BE49-F238E27FC236}">
                <a16:creationId xmlns:a16="http://schemas.microsoft.com/office/drawing/2014/main" id="{40042943-3305-FABB-0AA7-01AFAEDA9C67}"/>
              </a:ext>
            </a:extLst>
          </p:cNvPr>
          <p:cNvSpPr/>
          <p:nvPr/>
        </p:nvSpPr>
        <p:spPr>
          <a:xfrm>
            <a:off x="4707061" y="2089570"/>
            <a:ext cx="1106490" cy="456341"/>
          </a:xfrm>
          <a:prstGeom prst="roundRect">
            <a:avLst>
              <a:gd name="adj" fmla="val 8000"/>
            </a:avLst>
          </a:prstGeom>
          <a:solidFill>
            <a:srgbClr val="FAF1DE"/>
          </a:solidFill>
          <a:ln w="7290">
            <a:solidFill>
              <a:srgbClr val="D8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1189" name="Build | Density cube icon">
            <a:extLst>
              <a:ext uri="{FF2B5EF4-FFF2-40B4-BE49-F238E27FC236}">
                <a16:creationId xmlns:a16="http://schemas.microsoft.com/office/drawing/2014/main" id="{A4CF9ABB-5541-19EF-BCA1-8ED1B4E9906B}"/>
              </a:ext>
            </a:extLst>
          </p:cNvPr>
          <p:cNvGrpSpPr/>
          <p:nvPr/>
        </p:nvGrpSpPr>
        <p:grpSpPr>
          <a:xfrm>
            <a:off x="4739193" y="2171534"/>
            <a:ext cx="213580" cy="227238"/>
            <a:chOff x="2187720" y="5635440"/>
            <a:chExt cx="154440" cy="131400"/>
          </a:xfrm>
        </p:grpSpPr>
        <p:sp>
          <p:nvSpPr>
            <p:cNvPr id="1190" name="asset_3169_0">
              <a:extLst>
                <a:ext uri="{FF2B5EF4-FFF2-40B4-BE49-F238E27FC236}">
                  <a16:creationId xmlns:a16="http://schemas.microsoft.com/office/drawing/2014/main" id="{9BC63B00-3AF3-9883-CEA9-8BCDB08989FC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35440"/>
              <a:ext cx="154440" cy="22338"/>
            </a:xfrm>
            <a:custGeom>
              <a:avLst/>
              <a:gdLst/>
              <a:ahLst/>
              <a:cxnLst/>
              <a:rect l="0" t="0" r="0" b="0"/>
              <a:pathLst>
                <a:path w="154440" h="22338">
                  <a:moveTo>
                    <a:pt x="0" y="22338"/>
                  </a:moveTo>
                  <a:lnTo>
                    <a:pt x="29344" y="0"/>
                  </a:lnTo>
                  <a:lnTo>
                    <a:pt x="154440" y="0"/>
                  </a:lnTo>
                  <a:lnTo>
                    <a:pt x="125096" y="22338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1191" name="asset_3169_1">
              <a:extLst>
                <a:ext uri="{FF2B5EF4-FFF2-40B4-BE49-F238E27FC236}">
                  <a16:creationId xmlns:a16="http://schemas.microsoft.com/office/drawing/2014/main" id="{781BD085-3A20-E7CE-DD48-2CC663EE5EDD}"/>
                </a:ext>
              </a:extLst>
            </p:cNvPr>
            <p:cNvSpPr>
              <a:spLocks noGrp="1"/>
            </p:cNvSpPr>
            <p:nvPr/>
          </p:nvSpPr>
          <p:spPr>
            <a:xfrm>
              <a:off x="2312816" y="5635440"/>
              <a:ext cx="29344" cy="131400"/>
            </a:xfrm>
            <a:custGeom>
              <a:avLst/>
              <a:gdLst/>
              <a:ahLst/>
              <a:cxnLst/>
              <a:rect l="0" t="0" r="0" b="0"/>
              <a:pathLst>
                <a:path w="29344" h="131400">
                  <a:moveTo>
                    <a:pt x="0" y="22338"/>
                  </a:moveTo>
                  <a:lnTo>
                    <a:pt x="29344" y="0"/>
                  </a:lnTo>
                  <a:lnTo>
                    <a:pt x="29344" y="109062"/>
                  </a:lnTo>
                  <a:lnTo>
                    <a:pt x="0" y="1314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1192" name="asset_3169_2">
              <a:extLst>
                <a:ext uri="{FF2B5EF4-FFF2-40B4-BE49-F238E27FC236}">
                  <a16:creationId xmlns:a16="http://schemas.microsoft.com/office/drawing/2014/main" id="{2F198F4E-1E9B-7890-4925-E6DE096CA6B2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1193" name="asset_3169_3">
              <a:extLst>
                <a:ext uri="{FF2B5EF4-FFF2-40B4-BE49-F238E27FC236}">
                  <a16:creationId xmlns:a16="http://schemas.microsoft.com/office/drawing/2014/main" id="{BDEB8200-3AFD-34A6-2FB0-2A13DD7F6492}"/>
                </a:ext>
              </a:extLst>
            </p:cNvPr>
            <p:cNvSpPr>
              <a:spLocks noGrp="1"/>
            </p:cNvSpPr>
            <p:nvPr/>
          </p:nvSpPr>
          <p:spPr>
            <a:xfrm>
              <a:off x="2218994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4" name="asset_3169_4">
              <a:extLst>
                <a:ext uri="{FF2B5EF4-FFF2-40B4-BE49-F238E27FC236}">
                  <a16:creationId xmlns:a16="http://schemas.microsoft.com/office/drawing/2014/main" id="{2C612303-E539-E75E-379C-19102C372624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8504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5" name="asset_3169_5">
              <a:extLst>
                <a:ext uri="{FF2B5EF4-FFF2-40B4-BE49-F238E27FC236}">
                  <a16:creationId xmlns:a16="http://schemas.microsoft.com/office/drawing/2014/main" id="{A439B42C-DF29-19F6-A567-DA273CFCEDD5}"/>
                </a:ext>
              </a:extLst>
            </p:cNvPr>
            <p:cNvSpPr>
              <a:spLocks noGrp="1"/>
            </p:cNvSpPr>
            <p:nvPr/>
          </p:nvSpPr>
          <p:spPr>
            <a:xfrm>
              <a:off x="2250268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6" name="asset_3169_6">
              <a:extLst>
                <a:ext uri="{FF2B5EF4-FFF2-40B4-BE49-F238E27FC236}">
                  <a16:creationId xmlns:a16="http://schemas.microsoft.com/office/drawing/2014/main" id="{4EAAB79D-59F5-4663-17A8-54E50978E9D4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12309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7" name="asset_3169_7">
              <a:extLst>
                <a:ext uri="{FF2B5EF4-FFF2-40B4-BE49-F238E27FC236}">
                  <a16:creationId xmlns:a16="http://schemas.microsoft.com/office/drawing/2014/main" id="{70DECE61-1FBF-46E1-A50F-1DE352AEB452}"/>
                </a:ext>
              </a:extLst>
            </p:cNvPr>
            <p:cNvSpPr>
              <a:spLocks noGrp="1"/>
            </p:cNvSpPr>
            <p:nvPr/>
          </p:nvSpPr>
          <p:spPr>
            <a:xfrm>
              <a:off x="2281542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8" name="asset_3169_8">
              <a:extLst>
                <a:ext uri="{FF2B5EF4-FFF2-40B4-BE49-F238E27FC236}">
                  <a16:creationId xmlns:a16="http://schemas.microsoft.com/office/drawing/2014/main" id="{C8B6161F-2136-332C-B84B-B69198CBCBD2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3957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9" name="asset_3169_9">
              <a:extLst>
                <a:ext uri="{FF2B5EF4-FFF2-40B4-BE49-F238E27FC236}">
                  <a16:creationId xmlns:a16="http://schemas.microsoft.com/office/drawing/2014/main" id="{05530E10-7459-5179-0D36-C1A5D4F977DF}"/>
                </a:ext>
              </a:extLst>
            </p:cNvPr>
            <p:cNvSpPr>
              <a:spLocks noGrp="1"/>
            </p:cNvSpPr>
            <p:nvPr/>
          </p:nvSpPr>
          <p:spPr>
            <a:xfrm>
              <a:off x="2198791" y="5672574"/>
              <a:ext cx="58245" cy="5025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0" name="asset_3169_10">
              <a:extLst>
                <a:ext uri="{FF2B5EF4-FFF2-40B4-BE49-F238E27FC236}">
                  <a16:creationId xmlns:a16="http://schemas.microsoft.com/office/drawing/2014/main" id="{E1D9CE6C-7DFE-FE01-3886-9DB273DD6DEC}"/>
                </a:ext>
              </a:extLst>
            </p:cNvPr>
            <p:cNvSpPr>
              <a:spLocks noGrp="1"/>
            </p:cNvSpPr>
            <p:nvPr/>
          </p:nvSpPr>
          <p:spPr>
            <a:xfrm>
              <a:off x="2225487" y="5687232"/>
              <a:ext cx="63099" cy="544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1" name="asset_3169_11">
              <a:extLst>
                <a:ext uri="{FF2B5EF4-FFF2-40B4-BE49-F238E27FC236}">
                  <a16:creationId xmlns:a16="http://schemas.microsoft.com/office/drawing/2014/main" id="{915C007F-BEBA-7EAE-7159-0745B8FE1192}"/>
                </a:ext>
              </a:extLst>
            </p:cNvPr>
            <p:cNvSpPr>
              <a:spLocks noGrp="1"/>
            </p:cNvSpPr>
            <p:nvPr/>
          </p:nvSpPr>
          <p:spPr>
            <a:xfrm>
              <a:off x="2248542" y="5660010"/>
              <a:ext cx="55818" cy="481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2" name="asset_3169_12">
              <a:extLst>
                <a:ext uri="{FF2B5EF4-FFF2-40B4-BE49-F238E27FC236}">
                  <a16:creationId xmlns:a16="http://schemas.microsoft.com/office/drawing/2014/main" id="{73B6A4D8-EF3C-3597-0103-D467B5353AD9}"/>
                </a:ext>
              </a:extLst>
            </p:cNvPr>
            <p:cNvSpPr>
              <a:spLocks noGrp="1"/>
            </p:cNvSpPr>
            <p:nvPr/>
          </p:nvSpPr>
          <p:spPr>
            <a:xfrm>
              <a:off x="2223060" y="5652681"/>
              <a:ext cx="53391" cy="4606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3" name="asset_3169_13">
              <a:extLst>
                <a:ext uri="{FF2B5EF4-FFF2-40B4-BE49-F238E27FC236}">
                  <a16:creationId xmlns:a16="http://schemas.microsoft.com/office/drawing/2014/main" id="{12D671AC-5042-5664-731F-8834326CE55C}"/>
                </a:ext>
              </a:extLst>
            </p:cNvPr>
            <p:cNvSpPr>
              <a:spLocks noGrp="1"/>
            </p:cNvSpPr>
            <p:nvPr/>
          </p:nvSpPr>
          <p:spPr>
            <a:xfrm>
              <a:off x="2207281" y="5693871"/>
              <a:ext cx="30911" cy="26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4" name="asset_3169_14">
              <a:extLst>
                <a:ext uri="{FF2B5EF4-FFF2-40B4-BE49-F238E27FC236}">
                  <a16:creationId xmlns:a16="http://schemas.microsoft.com/office/drawing/2014/main" id="{2B598DAE-A0E1-DBD1-4A81-0F705BE79EEA}"/>
                </a:ext>
              </a:extLst>
            </p:cNvPr>
            <p:cNvSpPr>
              <a:spLocks noGrp="1"/>
            </p:cNvSpPr>
            <p:nvPr/>
          </p:nvSpPr>
          <p:spPr>
            <a:xfrm>
              <a:off x="2253557" y="5697302"/>
              <a:ext cx="21556" cy="1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5" name="asset_3169_15">
              <a:extLst>
                <a:ext uri="{FF2B5EF4-FFF2-40B4-BE49-F238E27FC236}">
                  <a16:creationId xmlns:a16="http://schemas.microsoft.com/office/drawing/2014/main" id="{DA61903E-34C0-BBB8-DEAC-34A2095C7B1B}"/>
                </a:ext>
              </a:extLst>
            </p:cNvPr>
            <p:cNvSpPr>
              <a:spLocks noGrp="1"/>
            </p:cNvSpPr>
            <p:nvPr/>
          </p:nvSpPr>
          <p:spPr>
            <a:xfrm>
              <a:off x="2278359" y="5672317"/>
              <a:ext cx="20931" cy="180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6" name="asset_3169_16">
              <a:extLst>
                <a:ext uri="{FF2B5EF4-FFF2-40B4-BE49-F238E27FC236}">
                  <a16:creationId xmlns:a16="http://schemas.microsoft.com/office/drawing/2014/main" id="{8B331B08-1614-7BE8-C1F6-13A824C7C7CA}"/>
                </a:ext>
              </a:extLst>
            </p:cNvPr>
            <p:cNvSpPr>
              <a:spLocks noGrp="1"/>
            </p:cNvSpPr>
            <p:nvPr/>
          </p:nvSpPr>
          <p:spPr>
            <a:xfrm>
              <a:off x="2235959" y="5649092"/>
              <a:ext cx="26179" cy="2258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7" name="asset_3169_17">
              <a:extLst>
                <a:ext uri="{FF2B5EF4-FFF2-40B4-BE49-F238E27FC236}">
                  <a16:creationId xmlns:a16="http://schemas.microsoft.com/office/drawing/2014/main" id="{5690D045-817D-A980-F1D6-D962F14CE80B}"/>
                </a:ext>
              </a:extLst>
            </p:cNvPr>
            <p:cNvSpPr>
              <a:spLocks noGrp="1"/>
            </p:cNvSpPr>
            <p:nvPr/>
          </p:nvSpPr>
          <p:spPr>
            <a:xfrm>
              <a:off x="2230057" y="5690206"/>
              <a:ext cx="17158" cy="148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8" name="asset_3169_18">
              <a:extLst>
                <a:ext uri="{FF2B5EF4-FFF2-40B4-BE49-F238E27FC236}">
                  <a16:creationId xmlns:a16="http://schemas.microsoft.com/office/drawing/2014/main" id="{4B394075-11B1-DC85-1C45-150BE8BA3450}"/>
                </a:ext>
              </a:extLst>
            </p:cNvPr>
            <p:cNvSpPr>
              <a:spLocks noGrp="1"/>
            </p:cNvSpPr>
            <p:nvPr/>
          </p:nvSpPr>
          <p:spPr>
            <a:xfrm>
              <a:off x="2228799" y="5700798"/>
              <a:ext cx="17470" cy="150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9" name="asset_3169_19">
              <a:extLst>
                <a:ext uri="{FF2B5EF4-FFF2-40B4-BE49-F238E27FC236}">
                  <a16:creationId xmlns:a16="http://schemas.microsoft.com/office/drawing/2014/main" id="{FE044A78-B1EF-92E1-27F3-2C0146A33BAA}"/>
                </a:ext>
              </a:extLst>
            </p:cNvPr>
            <p:cNvSpPr>
              <a:spLocks noGrp="1"/>
            </p:cNvSpPr>
            <p:nvPr/>
          </p:nvSpPr>
          <p:spPr>
            <a:xfrm>
              <a:off x="2264745" y="5672793"/>
              <a:ext cx="22335" cy="19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0" name="asset_3169_20">
              <a:extLst>
                <a:ext uri="{FF2B5EF4-FFF2-40B4-BE49-F238E27FC236}">
                  <a16:creationId xmlns:a16="http://schemas.microsoft.com/office/drawing/2014/main" id="{2CB23E2C-5ED2-A631-A649-6688740AE4D0}"/>
                </a:ext>
              </a:extLst>
            </p:cNvPr>
            <p:cNvSpPr>
              <a:spLocks noGrp="1"/>
            </p:cNvSpPr>
            <p:nvPr/>
          </p:nvSpPr>
          <p:spPr>
            <a:xfrm>
              <a:off x="2247802" y="5671816"/>
              <a:ext cx="29288" cy="252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1" name="asset_3169_21">
              <a:extLst>
                <a:ext uri="{FF2B5EF4-FFF2-40B4-BE49-F238E27FC236}">
                  <a16:creationId xmlns:a16="http://schemas.microsoft.com/office/drawing/2014/main" id="{23A7D502-FE5F-3DBD-CD64-0CA5C06F2437}"/>
                </a:ext>
              </a:extLst>
            </p:cNvPr>
            <p:cNvSpPr>
              <a:spLocks noGrp="1"/>
            </p:cNvSpPr>
            <p:nvPr/>
          </p:nvSpPr>
          <p:spPr>
            <a:xfrm>
              <a:off x="2221472" y="5673188"/>
              <a:ext cx="24803" cy="21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2" name="asset_3169_22">
              <a:extLst>
                <a:ext uri="{FF2B5EF4-FFF2-40B4-BE49-F238E27FC236}">
                  <a16:creationId xmlns:a16="http://schemas.microsoft.com/office/drawing/2014/main" id="{E54F1612-5172-138C-878F-A55C7B9D3071}"/>
                </a:ext>
              </a:extLst>
            </p:cNvPr>
            <p:cNvSpPr>
              <a:spLocks noGrp="1"/>
            </p:cNvSpPr>
            <p:nvPr/>
          </p:nvSpPr>
          <p:spPr>
            <a:xfrm>
              <a:off x="2231057" y="5701581"/>
              <a:ext cx="27548" cy="23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3" name="asset_3169_23">
              <a:extLst>
                <a:ext uri="{FF2B5EF4-FFF2-40B4-BE49-F238E27FC236}">
                  <a16:creationId xmlns:a16="http://schemas.microsoft.com/office/drawing/2014/main" id="{30BC6318-C63E-65E5-3B02-8B1FD5661916}"/>
                </a:ext>
              </a:extLst>
            </p:cNvPr>
            <p:cNvSpPr>
              <a:spLocks noGrp="1"/>
            </p:cNvSpPr>
            <p:nvPr/>
          </p:nvSpPr>
          <p:spPr>
            <a:xfrm>
              <a:off x="2264932" y="5667506"/>
              <a:ext cx="28421" cy="245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4" name="asset_3169_24">
              <a:extLst>
                <a:ext uri="{FF2B5EF4-FFF2-40B4-BE49-F238E27FC236}">
                  <a16:creationId xmlns:a16="http://schemas.microsoft.com/office/drawing/2014/main" id="{6DF7AA76-0B44-59B5-4587-D33CBC1DDFF7}"/>
                </a:ext>
              </a:extLst>
            </p:cNvPr>
            <p:cNvSpPr>
              <a:spLocks noGrp="1"/>
            </p:cNvSpPr>
            <p:nvPr/>
          </p:nvSpPr>
          <p:spPr>
            <a:xfrm>
              <a:off x="2231286" y="5661727"/>
              <a:ext cx="25293" cy="218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5" name="asset_3169_25">
              <a:extLst>
                <a:ext uri="{FF2B5EF4-FFF2-40B4-BE49-F238E27FC236}">
                  <a16:creationId xmlns:a16="http://schemas.microsoft.com/office/drawing/2014/main" id="{541D9DBE-DE60-FF49-7EDD-B7B1CFA5D83C}"/>
                </a:ext>
              </a:extLst>
            </p:cNvPr>
            <p:cNvSpPr>
              <a:spLocks noGrp="1"/>
            </p:cNvSpPr>
            <p:nvPr/>
          </p:nvSpPr>
          <p:spPr>
            <a:xfrm>
              <a:off x="2203520" y="5678934"/>
              <a:ext cx="26056" cy="22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6" name="asset_3169_26">
              <a:extLst>
                <a:ext uri="{FF2B5EF4-FFF2-40B4-BE49-F238E27FC236}">
                  <a16:creationId xmlns:a16="http://schemas.microsoft.com/office/drawing/2014/main" id="{CE714C2D-C6D7-2F7A-5C5E-799ACD584A7D}"/>
                </a:ext>
              </a:extLst>
            </p:cNvPr>
            <p:cNvSpPr>
              <a:spLocks noGrp="1"/>
            </p:cNvSpPr>
            <p:nvPr/>
          </p:nvSpPr>
          <p:spPr>
            <a:xfrm>
              <a:off x="2258761" y="5717055"/>
              <a:ext cx="20939" cy="18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7" name="asset_3169_27">
              <a:extLst>
                <a:ext uri="{FF2B5EF4-FFF2-40B4-BE49-F238E27FC236}">
                  <a16:creationId xmlns:a16="http://schemas.microsoft.com/office/drawing/2014/main" id="{8EE99B80-AF2A-0693-2373-FEE558B2CF1D}"/>
                </a:ext>
              </a:extLst>
            </p:cNvPr>
            <p:cNvSpPr>
              <a:spLocks noGrp="1"/>
            </p:cNvSpPr>
            <p:nvPr/>
          </p:nvSpPr>
          <p:spPr>
            <a:xfrm>
              <a:off x="2262469" y="5681666"/>
              <a:ext cx="24125" cy="208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8" name="asset_3169_28">
              <a:extLst>
                <a:ext uri="{FF2B5EF4-FFF2-40B4-BE49-F238E27FC236}">
                  <a16:creationId xmlns:a16="http://schemas.microsoft.com/office/drawing/2014/main" id="{14F194DF-35E2-1245-7FDB-2198381BC8E4}"/>
                </a:ext>
              </a:extLst>
            </p:cNvPr>
            <p:cNvSpPr>
              <a:spLocks noGrp="1"/>
            </p:cNvSpPr>
            <p:nvPr/>
          </p:nvSpPr>
          <p:spPr>
            <a:xfrm>
              <a:off x="2238082" y="5671347"/>
              <a:ext cx="27389" cy="23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9" name="asset_3169_29">
              <a:extLst>
                <a:ext uri="{FF2B5EF4-FFF2-40B4-BE49-F238E27FC236}">
                  <a16:creationId xmlns:a16="http://schemas.microsoft.com/office/drawing/2014/main" id="{9EF1AE4B-4E98-772F-A186-F84DCDEC07E6}"/>
                </a:ext>
              </a:extLst>
            </p:cNvPr>
            <p:cNvSpPr>
              <a:spLocks noGrp="1"/>
            </p:cNvSpPr>
            <p:nvPr/>
          </p:nvSpPr>
          <p:spPr>
            <a:xfrm>
              <a:off x="2220795" y="5698579"/>
              <a:ext cx="25648" cy="221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0" name="asset_3169_30">
              <a:extLst>
                <a:ext uri="{FF2B5EF4-FFF2-40B4-BE49-F238E27FC236}">
                  <a16:creationId xmlns:a16="http://schemas.microsoft.com/office/drawing/2014/main" id="{2364542A-C529-EA54-2E52-CBE40817C848}"/>
                </a:ext>
              </a:extLst>
            </p:cNvPr>
            <p:cNvSpPr>
              <a:spLocks noGrp="1"/>
            </p:cNvSpPr>
            <p:nvPr/>
          </p:nvSpPr>
          <p:spPr>
            <a:xfrm>
              <a:off x="2243067" y="5723084"/>
              <a:ext cx="17688" cy="1526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1" name="asset_3169_31">
              <a:extLst>
                <a:ext uri="{FF2B5EF4-FFF2-40B4-BE49-F238E27FC236}">
                  <a16:creationId xmlns:a16="http://schemas.microsoft.com/office/drawing/2014/main" id="{4B37B906-535E-68C9-0E27-3E7C9AA493EA}"/>
                </a:ext>
              </a:extLst>
            </p:cNvPr>
            <p:cNvSpPr>
              <a:spLocks noGrp="1"/>
            </p:cNvSpPr>
            <p:nvPr/>
          </p:nvSpPr>
          <p:spPr>
            <a:xfrm>
              <a:off x="2257337" y="5659622"/>
              <a:ext cx="26336" cy="227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2" name="asset_3169_32">
              <a:extLst>
                <a:ext uri="{FF2B5EF4-FFF2-40B4-BE49-F238E27FC236}">
                  <a16:creationId xmlns:a16="http://schemas.microsoft.com/office/drawing/2014/main" id="{AB37B3F1-DAB1-BBFA-5AEB-307BE4645AC5}"/>
                </a:ext>
              </a:extLst>
            </p:cNvPr>
            <p:cNvSpPr>
              <a:spLocks noGrp="1"/>
            </p:cNvSpPr>
            <p:nvPr/>
          </p:nvSpPr>
          <p:spPr>
            <a:xfrm>
              <a:off x="2256492" y="5666095"/>
              <a:ext cx="23460" cy="202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3" name="asset_3169_33">
              <a:extLst>
                <a:ext uri="{FF2B5EF4-FFF2-40B4-BE49-F238E27FC236}">
                  <a16:creationId xmlns:a16="http://schemas.microsoft.com/office/drawing/2014/main" id="{D1A8A272-1A89-5EF4-B775-F20A2C8DE999}"/>
                </a:ext>
              </a:extLst>
            </p:cNvPr>
            <p:cNvSpPr>
              <a:spLocks noGrp="1"/>
            </p:cNvSpPr>
            <p:nvPr/>
          </p:nvSpPr>
          <p:spPr>
            <a:xfrm>
              <a:off x="2210503" y="5688799"/>
              <a:ext cx="30840" cy="266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4" name="asset_3169_34">
              <a:extLst>
                <a:ext uri="{FF2B5EF4-FFF2-40B4-BE49-F238E27FC236}">
                  <a16:creationId xmlns:a16="http://schemas.microsoft.com/office/drawing/2014/main" id="{3AC3DA03-3A5C-4A3A-87CE-E7553277558E}"/>
                </a:ext>
              </a:extLst>
            </p:cNvPr>
            <p:cNvSpPr>
              <a:spLocks noGrp="1"/>
            </p:cNvSpPr>
            <p:nvPr/>
          </p:nvSpPr>
          <p:spPr>
            <a:xfrm>
              <a:off x="2236186" y="5705144"/>
              <a:ext cx="22611" cy="195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5" name="asset_3169_35">
              <a:extLst>
                <a:ext uri="{FF2B5EF4-FFF2-40B4-BE49-F238E27FC236}">
                  <a16:creationId xmlns:a16="http://schemas.microsoft.com/office/drawing/2014/main" id="{B075A433-FEB1-AE81-24E3-23533128DB55}"/>
                </a:ext>
              </a:extLst>
            </p:cNvPr>
            <p:cNvSpPr>
              <a:spLocks noGrp="1"/>
            </p:cNvSpPr>
            <p:nvPr/>
          </p:nvSpPr>
          <p:spPr>
            <a:xfrm>
              <a:off x="2260671" y="5685042"/>
              <a:ext cx="19267" cy="166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6" name="asset_3169_36">
              <a:extLst>
                <a:ext uri="{FF2B5EF4-FFF2-40B4-BE49-F238E27FC236}">
                  <a16:creationId xmlns:a16="http://schemas.microsoft.com/office/drawing/2014/main" id="{4E91C340-4839-9A6D-D111-6A0254EC91CF}"/>
                </a:ext>
              </a:extLst>
            </p:cNvPr>
            <p:cNvSpPr>
              <a:spLocks noGrp="1"/>
            </p:cNvSpPr>
            <p:nvPr/>
          </p:nvSpPr>
          <p:spPr>
            <a:xfrm>
              <a:off x="2255827" y="5658297"/>
              <a:ext cx="24486" cy="211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7" name="asset_3169_37">
              <a:extLst>
                <a:ext uri="{FF2B5EF4-FFF2-40B4-BE49-F238E27FC236}">
                  <a16:creationId xmlns:a16="http://schemas.microsoft.com/office/drawing/2014/main" id="{05E26C58-7697-DD9C-1C3A-C3E19C5FDA2F}"/>
                </a:ext>
              </a:extLst>
            </p:cNvPr>
            <p:cNvSpPr>
              <a:spLocks noGrp="1"/>
            </p:cNvSpPr>
            <p:nvPr/>
          </p:nvSpPr>
          <p:spPr>
            <a:xfrm>
              <a:off x="2212444" y="5679829"/>
              <a:ext cx="19456" cy="167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8" name="asset_3169_38">
              <a:extLst>
                <a:ext uri="{FF2B5EF4-FFF2-40B4-BE49-F238E27FC236}">
                  <a16:creationId xmlns:a16="http://schemas.microsoft.com/office/drawing/2014/main" id="{C15D0FF4-D7E4-1EB2-9E6E-62DB207113D3}"/>
                </a:ext>
              </a:extLst>
            </p:cNvPr>
            <p:cNvSpPr>
              <a:spLocks noGrp="1"/>
            </p:cNvSpPr>
            <p:nvPr/>
          </p:nvSpPr>
          <p:spPr>
            <a:xfrm>
              <a:off x="2240936" y="5686210"/>
              <a:ext cx="21405" cy="1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9" name="asset_3169_39">
              <a:extLst>
                <a:ext uri="{FF2B5EF4-FFF2-40B4-BE49-F238E27FC236}">
                  <a16:creationId xmlns:a16="http://schemas.microsoft.com/office/drawing/2014/main" id="{EC7168B3-5F6F-39A8-568E-EFE0B8756994}"/>
                </a:ext>
              </a:extLst>
            </p:cNvPr>
            <p:cNvSpPr>
              <a:spLocks noGrp="1"/>
            </p:cNvSpPr>
            <p:nvPr/>
          </p:nvSpPr>
          <p:spPr>
            <a:xfrm>
              <a:off x="2265093" y="5678881"/>
              <a:ext cx="26532" cy="22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0" name="asset_3169_40">
              <a:extLst>
                <a:ext uri="{FF2B5EF4-FFF2-40B4-BE49-F238E27FC236}">
                  <a16:creationId xmlns:a16="http://schemas.microsoft.com/office/drawing/2014/main" id="{26382AD7-6488-D7E1-0AC7-41ABD7700D25}"/>
                </a:ext>
              </a:extLst>
            </p:cNvPr>
            <p:cNvSpPr>
              <a:spLocks noGrp="1"/>
            </p:cNvSpPr>
            <p:nvPr/>
          </p:nvSpPr>
          <p:spPr>
            <a:xfrm>
              <a:off x="2229701" y="5665168"/>
              <a:ext cx="29465" cy="254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1" name="asset_3169_41">
              <a:extLst>
                <a:ext uri="{FF2B5EF4-FFF2-40B4-BE49-F238E27FC236}">
                  <a16:creationId xmlns:a16="http://schemas.microsoft.com/office/drawing/2014/main" id="{7E23AF92-2DEF-8FE1-AF15-269471CBDF65}"/>
                </a:ext>
              </a:extLst>
            </p:cNvPr>
            <p:cNvSpPr>
              <a:spLocks noGrp="1"/>
            </p:cNvSpPr>
            <p:nvPr/>
          </p:nvSpPr>
          <p:spPr>
            <a:xfrm>
              <a:off x="2222658" y="5680582"/>
              <a:ext cx="27660" cy="23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2" name="asset_3169_42">
              <a:extLst>
                <a:ext uri="{FF2B5EF4-FFF2-40B4-BE49-F238E27FC236}">
                  <a16:creationId xmlns:a16="http://schemas.microsoft.com/office/drawing/2014/main" id="{FAE07D77-3753-72B9-A2D2-EC7A8B4700EB}"/>
                </a:ext>
              </a:extLst>
            </p:cNvPr>
            <p:cNvSpPr>
              <a:spLocks noGrp="1"/>
            </p:cNvSpPr>
            <p:nvPr/>
          </p:nvSpPr>
          <p:spPr>
            <a:xfrm>
              <a:off x="2243804" y="5697201"/>
              <a:ext cx="17846" cy="153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3" name="asset_3169_43">
              <a:extLst>
                <a:ext uri="{FF2B5EF4-FFF2-40B4-BE49-F238E27FC236}">
                  <a16:creationId xmlns:a16="http://schemas.microsoft.com/office/drawing/2014/main" id="{7EA5153D-8798-A001-3BF0-2DA0946505B2}"/>
                </a:ext>
              </a:extLst>
            </p:cNvPr>
            <p:cNvSpPr>
              <a:spLocks noGrp="1"/>
            </p:cNvSpPr>
            <p:nvPr/>
          </p:nvSpPr>
          <p:spPr>
            <a:xfrm>
              <a:off x="2262800" y="5690235"/>
              <a:ext cx="21180" cy="182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4" name="asset_3169_44">
              <a:extLst>
                <a:ext uri="{FF2B5EF4-FFF2-40B4-BE49-F238E27FC236}">
                  <a16:creationId xmlns:a16="http://schemas.microsoft.com/office/drawing/2014/main" id="{8052BAF0-F773-A859-A0B2-5863C22C6343}"/>
                </a:ext>
              </a:extLst>
            </p:cNvPr>
            <p:cNvSpPr>
              <a:spLocks noGrp="1"/>
            </p:cNvSpPr>
            <p:nvPr/>
          </p:nvSpPr>
          <p:spPr>
            <a:xfrm>
              <a:off x="2235058" y="5658630"/>
              <a:ext cx="25840" cy="222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5" name="asset_3169_45">
              <a:extLst>
                <a:ext uri="{FF2B5EF4-FFF2-40B4-BE49-F238E27FC236}">
                  <a16:creationId xmlns:a16="http://schemas.microsoft.com/office/drawing/2014/main" id="{4FE306D2-FCB0-A6F3-BA3D-D42E8ACD8F13}"/>
                </a:ext>
              </a:extLst>
            </p:cNvPr>
            <p:cNvSpPr>
              <a:spLocks noGrp="1"/>
            </p:cNvSpPr>
            <p:nvPr/>
          </p:nvSpPr>
          <p:spPr>
            <a:xfrm>
              <a:off x="2211228" y="5681493"/>
              <a:ext cx="31451" cy="271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6" name="asset_3169_46">
              <a:extLst>
                <a:ext uri="{FF2B5EF4-FFF2-40B4-BE49-F238E27FC236}">
                  <a16:creationId xmlns:a16="http://schemas.microsoft.com/office/drawing/2014/main" id="{7EF75726-439A-19F9-E317-20DE6040D5CA}"/>
                </a:ext>
              </a:extLst>
            </p:cNvPr>
            <p:cNvSpPr>
              <a:spLocks noGrp="1"/>
            </p:cNvSpPr>
            <p:nvPr/>
          </p:nvSpPr>
          <p:spPr>
            <a:xfrm>
              <a:off x="2234524" y="5703451"/>
              <a:ext cx="21739" cy="18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7" name="asset_3169_47">
              <a:extLst>
                <a:ext uri="{FF2B5EF4-FFF2-40B4-BE49-F238E27FC236}">
                  <a16:creationId xmlns:a16="http://schemas.microsoft.com/office/drawing/2014/main" id="{EFE6D674-22E9-E4DD-DE49-F1B6C9852931}"/>
                </a:ext>
              </a:extLst>
            </p:cNvPr>
            <p:cNvSpPr>
              <a:spLocks noGrp="1"/>
            </p:cNvSpPr>
            <p:nvPr/>
          </p:nvSpPr>
          <p:spPr>
            <a:xfrm>
              <a:off x="2269639" y="5693556"/>
              <a:ext cx="19299" cy="16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8" name="asset_3169_48">
              <a:extLst>
                <a:ext uri="{FF2B5EF4-FFF2-40B4-BE49-F238E27FC236}">
                  <a16:creationId xmlns:a16="http://schemas.microsoft.com/office/drawing/2014/main" id="{26846003-1403-0080-BF7A-785B4D27846F}"/>
                </a:ext>
              </a:extLst>
            </p:cNvPr>
            <p:cNvSpPr>
              <a:spLocks noGrp="1"/>
            </p:cNvSpPr>
            <p:nvPr/>
          </p:nvSpPr>
          <p:spPr>
            <a:xfrm>
              <a:off x="2221813" y="5667367"/>
              <a:ext cx="17021" cy="146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9" name="asset_3169_49">
              <a:extLst>
                <a:ext uri="{FF2B5EF4-FFF2-40B4-BE49-F238E27FC236}">
                  <a16:creationId xmlns:a16="http://schemas.microsoft.com/office/drawing/2014/main" id="{058C167B-1C08-2CF5-7F70-C8E7CA32860B}"/>
                </a:ext>
              </a:extLst>
            </p:cNvPr>
            <p:cNvSpPr>
              <a:spLocks noGrp="1"/>
            </p:cNvSpPr>
            <p:nvPr/>
          </p:nvSpPr>
          <p:spPr>
            <a:xfrm>
              <a:off x="2208530" y="5668919"/>
              <a:ext cx="27524" cy="237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0" name="asset_3169_50">
              <a:extLst>
                <a:ext uri="{FF2B5EF4-FFF2-40B4-BE49-F238E27FC236}">
                  <a16:creationId xmlns:a16="http://schemas.microsoft.com/office/drawing/2014/main" id="{1A379CC2-57FF-8A7F-435F-7886EF61BB5A}"/>
                </a:ext>
              </a:extLst>
            </p:cNvPr>
            <p:cNvSpPr>
              <a:spLocks noGrp="1"/>
            </p:cNvSpPr>
            <p:nvPr/>
          </p:nvSpPr>
          <p:spPr>
            <a:xfrm>
              <a:off x="2251433" y="5689815"/>
              <a:ext cx="17431" cy="15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1" name="asset_3169_51">
              <a:extLst>
                <a:ext uri="{FF2B5EF4-FFF2-40B4-BE49-F238E27FC236}">
                  <a16:creationId xmlns:a16="http://schemas.microsoft.com/office/drawing/2014/main" id="{9367CA59-5735-5E2E-D54F-9E01581923B4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custGeom>
              <a:avLst/>
              <a:gdLst/>
              <a:ahLst/>
              <a:cxnLst/>
              <a:rect l="0" t="0" r="0" b="0"/>
              <a:pathLst>
                <a:path w="125096" h="109062">
                  <a:moveTo>
                    <a:pt x="0" y="0"/>
                  </a:moveTo>
                  <a:lnTo>
                    <a:pt x="125096" y="0"/>
                  </a:lnTo>
                  <a:lnTo>
                    <a:pt x="125096" y="109062"/>
                  </a:lnTo>
                  <a:lnTo>
                    <a:pt x="0" y="109062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sp>
        <p:nvSpPr>
          <p:cNvPr id="1242" name="TextBox 12306">
            <a:extLst>
              <a:ext uri="{FF2B5EF4-FFF2-40B4-BE49-F238E27FC236}">
                <a16:creationId xmlns:a16="http://schemas.microsoft.com/office/drawing/2014/main" id="{54676723-59D4-2DFC-08A7-CBD4F17E1C23}"/>
              </a:ext>
            </a:extLst>
          </p:cNvPr>
          <p:cNvSpPr txBox="1"/>
          <p:nvPr/>
        </p:nvSpPr>
        <p:spPr>
          <a:xfrm>
            <a:off x="4984740" y="2150246"/>
            <a:ext cx="996707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23" b="1" dirty="0" err="1">
                <a:solidFill>
                  <a:srgbClr val="8C5818"/>
                </a:solidFill>
                <a:latin typeface="Arial"/>
              </a:rPr>
              <a:t>PocketXMol</a:t>
            </a:r>
            <a:r>
              <a:rPr lang="en-US" sz="623" b="1" dirty="0">
                <a:solidFill>
                  <a:srgbClr val="8C5818"/>
                </a:solidFill>
                <a:latin typeface="Arial"/>
              </a:rPr>
              <a:t>-</a:t>
            </a:r>
            <a:r>
              <a:rPr lang="en-US" altLang="zh-CN" sz="623" b="1" dirty="0">
                <a:solidFill>
                  <a:srgbClr val="8C5818"/>
                </a:solidFill>
                <a:latin typeface="Arial"/>
              </a:rPr>
              <a:t>tuned</a:t>
            </a:r>
            <a:endParaRPr sz="623" b="1" dirty="0">
              <a:solidFill>
                <a:srgbClr val="8C5818"/>
              </a:solidFill>
              <a:latin typeface="Arial"/>
            </a:endParaRPr>
          </a:p>
        </p:txBody>
      </p:sp>
      <p:sp>
        <p:nvSpPr>
          <p:cNvPr id="1243" name="TextBox 12307">
            <a:extLst>
              <a:ext uri="{FF2B5EF4-FFF2-40B4-BE49-F238E27FC236}">
                <a16:creationId xmlns:a16="http://schemas.microsoft.com/office/drawing/2014/main" id="{F6BF2B99-A389-B27B-6043-8638354243B4}"/>
              </a:ext>
            </a:extLst>
          </p:cNvPr>
          <p:cNvSpPr txBox="1"/>
          <p:nvPr/>
        </p:nvSpPr>
        <p:spPr>
          <a:xfrm>
            <a:off x="4985233" y="2305119"/>
            <a:ext cx="1205196" cy="1637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Density-conditioned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fine-tuning</a:t>
            </a:r>
          </a:p>
        </p:txBody>
      </p:sp>
      <p:sp>
        <p:nvSpPr>
          <p:cNvPr id="1244" name="Build | Docking tools card">
            <a:extLst>
              <a:ext uri="{FF2B5EF4-FFF2-40B4-BE49-F238E27FC236}">
                <a16:creationId xmlns:a16="http://schemas.microsoft.com/office/drawing/2014/main" id="{112A14F4-8A99-85C9-FFB1-AF611951D789}"/>
              </a:ext>
            </a:extLst>
          </p:cNvPr>
          <p:cNvSpPr/>
          <p:nvPr/>
        </p:nvSpPr>
        <p:spPr>
          <a:xfrm>
            <a:off x="4707061" y="2608447"/>
            <a:ext cx="1106489" cy="516618"/>
          </a:xfrm>
          <a:prstGeom prst="roundRect">
            <a:avLst>
              <a:gd name="adj" fmla="val 8000"/>
            </a:avLst>
          </a:prstGeom>
          <a:solidFill>
            <a:srgbClr val="EFF2F8"/>
          </a:solidFill>
          <a:ln w="7290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245" name="TextBox 12309">
            <a:extLst>
              <a:ext uri="{FF2B5EF4-FFF2-40B4-BE49-F238E27FC236}">
                <a16:creationId xmlns:a16="http://schemas.microsoft.com/office/drawing/2014/main" id="{19E11D6E-DD3A-39BD-A719-25E152935CE5}"/>
              </a:ext>
            </a:extLst>
          </p:cNvPr>
          <p:cNvSpPr txBox="1"/>
          <p:nvPr/>
        </p:nvSpPr>
        <p:spPr>
          <a:xfrm>
            <a:off x="4758703" y="2647450"/>
            <a:ext cx="1186556" cy="101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" b="1" dirty="0">
                <a:solidFill>
                  <a:srgbClr val="1E293B"/>
                </a:solidFill>
                <a:latin typeface="Arial"/>
              </a:rPr>
              <a:t>O</a:t>
            </a:r>
            <a:r>
              <a:rPr lang="en-US" altLang="zh-CN" sz="640" b="1" dirty="0">
                <a:solidFill>
                  <a:srgbClr val="1E293B"/>
                </a:solidFill>
                <a:latin typeface="Arial"/>
              </a:rPr>
              <a:t>ther d</a:t>
            </a:r>
            <a:r>
              <a:rPr sz="640" b="1" dirty="0">
                <a:solidFill>
                  <a:srgbClr val="1E293B"/>
                </a:solidFill>
                <a:latin typeface="Arial"/>
              </a:rPr>
              <a:t>ocking tools</a:t>
            </a:r>
          </a:p>
        </p:txBody>
      </p:sp>
      <p:sp>
        <p:nvSpPr>
          <p:cNvPr id="1246" name="TextBox 12310">
            <a:extLst>
              <a:ext uri="{FF2B5EF4-FFF2-40B4-BE49-F238E27FC236}">
                <a16:creationId xmlns:a16="http://schemas.microsoft.com/office/drawing/2014/main" id="{1982E906-CB6E-CCF7-CFDD-F750BBCFE391}"/>
              </a:ext>
            </a:extLst>
          </p:cNvPr>
          <p:cNvSpPr txBox="1"/>
          <p:nvPr/>
        </p:nvSpPr>
        <p:spPr>
          <a:xfrm>
            <a:off x="4755579" y="2752162"/>
            <a:ext cx="389530" cy="3729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>
                <a:solidFill>
                  <a:srgbClr val="5A6B7C"/>
                </a:solidFill>
                <a:latin typeface="Arial"/>
              </a:rPr>
              <a:t>Vina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 err="1">
                <a:solidFill>
                  <a:srgbClr val="5A6B7C"/>
                </a:solidFill>
                <a:latin typeface="Arial"/>
              </a:rPr>
              <a:t>DiffDock</a:t>
            </a:r>
            <a:r>
              <a:rPr sz="554" dirty="0">
                <a:solidFill>
                  <a:srgbClr val="5A6B7C"/>
                </a:solidFill>
                <a:latin typeface="Arial"/>
              </a:rPr>
              <a:t>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EMERALD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endParaRPr sz="554" dirty="0">
              <a:solidFill>
                <a:srgbClr val="5A6B7C"/>
              </a:solidFill>
              <a:latin typeface="Arial"/>
            </a:endParaRPr>
          </a:p>
        </p:txBody>
      </p:sp>
      <p:pic>
        <p:nvPicPr>
          <p:cNvPr id="1247" name="图片 4899" descr="已检查的图像">
            <a:extLst>
              <a:ext uri="{FF2B5EF4-FFF2-40B4-BE49-F238E27FC236}">
                <a16:creationId xmlns:a16="http://schemas.microsoft.com/office/drawing/2014/main" id="{8EE858D3-C795-4A5F-F506-BDD0DE0AAB62}"/>
              </a:ext>
            </a:extLst>
          </p:cNvPr>
          <p:cNvPicPr>
            <a:picLocks/>
          </p:cNvPicPr>
          <p:nvPr/>
        </p:nvPicPr>
        <p:blipFill>
          <a:blip r:embed="rId7"/>
          <a:srcRect l="22277" t="11600" r="20320" b="13721"/>
          <a:stretch>
            <a:fillRect/>
          </a:stretch>
        </p:blipFill>
        <p:spPr>
          <a:xfrm rot="1047317">
            <a:off x="4857383" y="3459221"/>
            <a:ext cx="862283" cy="761214"/>
          </a:xfrm>
          <a:prstGeom prst="rect">
            <a:avLst/>
          </a:prstGeom>
        </p:spPr>
      </p:pic>
      <p:grpSp>
        <p:nvGrpSpPr>
          <p:cNvPr id="1248" name="Unified flow and feature elements">
            <a:extLst>
              <a:ext uri="{FF2B5EF4-FFF2-40B4-BE49-F238E27FC236}">
                <a16:creationId xmlns:a16="http://schemas.microsoft.com/office/drawing/2014/main" id="{D8867049-FDF1-AED4-3161-4997D92FB690}"/>
              </a:ext>
            </a:extLst>
          </p:cNvPr>
          <p:cNvGrpSpPr/>
          <p:nvPr/>
        </p:nvGrpSpPr>
        <p:grpSpPr>
          <a:xfrm>
            <a:off x="823347" y="284723"/>
            <a:ext cx="4153884" cy="3967446"/>
            <a:chOff x="1936337" y="669608"/>
            <a:chExt cx="9769057" cy="9330594"/>
          </a:xfrm>
        </p:grpSpPr>
        <p:sp>
          <p:nvSpPr>
            <p:cNvPr id="1249" name="Preprocessing refined">
              <a:extLst>
                <a:ext uri="{FF2B5EF4-FFF2-40B4-BE49-F238E27FC236}">
                  <a16:creationId xmlns:a16="http://schemas.microsoft.com/office/drawing/2014/main" id="{460ABE26-F0CD-4405-B8ED-6E676FD417C8}"/>
                </a:ext>
              </a:extLst>
            </p:cNvPr>
            <p:cNvSpPr>
              <a:spLocks noGrp="1"/>
            </p:cNvSpPr>
            <p:nvPr/>
          </p:nvSpPr>
          <p:spPr>
            <a:xfrm>
              <a:off x="2814488" y="669608"/>
              <a:ext cx="1028700" cy="3460433"/>
            </a:xfrm>
            <a:prstGeom prst="roundRect">
              <a:avLst>
                <a:gd name="adj" fmla="val 6481"/>
              </a:avLst>
            </a:prstGeom>
            <a:solidFill>
              <a:srgbClr val="E8EFF7"/>
            </a:solidFill>
            <a:ln w="7290">
              <a:solidFill>
                <a:srgbClr val="C4D1E1"/>
              </a:solidFill>
            </a:ln>
          </p:spPr>
        </p:sp>
        <p:sp>
          <p:nvSpPr>
            <p:cNvPr id="1250" name="Preprocessing divider refined">
              <a:extLst>
                <a:ext uri="{FF2B5EF4-FFF2-40B4-BE49-F238E27FC236}">
                  <a16:creationId xmlns:a16="http://schemas.microsoft.com/office/drawing/2014/main" id="{F0F677FA-5225-5173-2DF9-E05DDC169C95}"/>
                </a:ext>
              </a:extLst>
            </p:cNvPr>
            <p:cNvSpPr>
              <a:spLocks noGrp="1"/>
            </p:cNvSpPr>
            <p:nvPr/>
          </p:nvSpPr>
          <p:spPr>
            <a:xfrm>
              <a:off x="2911036" y="2418363"/>
              <a:ext cx="800100" cy="190"/>
            </a:xfrm>
            <a:custGeom>
              <a:avLst/>
              <a:gdLst/>
              <a:ahLst/>
              <a:cxnLst/>
              <a:rect l="0" t="0" r="0" b="0"/>
              <a:pathLst>
                <a:path w="800100" h="191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6075">
              <a:solidFill>
                <a:srgbClr val="C4D1E1"/>
              </a:solidFill>
              <a:prstDash val="solid"/>
            </a:ln>
          </p:spPr>
        </p:sp>
        <p:sp>
          <p:nvSpPr>
            <p:cNvPr id="1251" name="Density bank refined">
              <a:extLst>
                <a:ext uri="{FF2B5EF4-FFF2-40B4-BE49-F238E27FC236}">
                  <a16:creationId xmlns:a16="http://schemas.microsoft.com/office/drawing/2014/main" id="{E939E472-0524-B1F8-DE8E-CEE1F5D1D87D}"/>
                </a:ext>
              </a:extLst>
            </p:cNvPr>
            <p:cNvSpPr>
              <a:spLocks noGrp="1"/>
            </p:cNvSpPr>
            <p:nvPr/>
          </p:nvSpPr>
          <p:spPr>
            <a:xfrm>
              <a:off x="2823460" y="760105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ank</a:t>
              </a:r>
            </a:p>
          </p:txBody>
        </p:sp>
        <p:sp>
          <p:nvSpPr>
            <p:cNvPr id="1252" name="Embedding head refined">
              <a:extLst>
                <a:ext uri="{FF2B5EF4-FFF2-40B4-BE49-F238E27FC236}">
                  <a16:creationId xmlns:a16="http://schemas.microsoft.com/office/drawing/2014/main" id="{3638EF74-3CEC-01FA-F2D9-5D1363BE1F5A}"/>
                </a:ext>
              </a:extLst>
            </p:cNvPr>
            <p:cNvSpPr>
              <a:spLocks noGrp="1"/>
            </p:cNvSpPr>
            <p:nvPr/>
          </p:nvSpPr>
          <p:spPr>
            <a:xfrm>
              <a:off x="2834250" y="2542570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Embedding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head</a:t>
              </a:r>
            </a:p>
          </p:txBody>
        </p:sp>
        <p:sp>
          <p:nvSpPr>
            <p:cNvPr id="1253" name="Find matrix 0-0">
              <a:extLst>
                <a:ext uri="{FF2B5EF4-FFF2-40B4-BE49-F238E27FC236}">
                  <a16:creationId xmlns:a16="http://schemas.microsoft.com/office/drawing/2014/main" id="{E447DEAC-F63A-4E30-8936-5237ADDD3CA4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0040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54" name="Find matrix 0-1">
              <a:extLst>
                <a:ext uri="{FF2B5EF4-FFF2-40B4-BE49-F238E27FC236}">
                  <a16:creationId xmlns:a16="http://schemas.microsoft.com/office/drawing/2014/main" id="{840027FF-AAA6-E356-A2D1-E923EEBDD722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0040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55" name="Find matrix 0-2">
              <a:extLst>
                <a:ext uri="{FF2B5EF4-FFF2-40B4-BE49-F238E27FC236}">
                  <a16:creationId xmlns:a16="http://schemas.microsoft.com/office/drawing/2014/main" id="{831A899F-006A-FB17-0663-FD59ED2869FA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0040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56" name="Find matrix 0-3">
              <a:extLst>
                <a:ext uri="{FF2B5EF4-FFF2-40B4-BE49-F238E27FC236}">
                  <a16:creationId xmlns:a16="http://schemas.microsoft.com/office/drawing/2014/main" id="{AB28468E-8025-D9AA-135C-A66ECFB72EC6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0040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57" name="Find matrix 0-4">
              <a:extLst>
                <a:ext uri="{FF2B5EF4-FFF2-40B4-BE49-F238E27FC236}">
                  <a16:creationId xmlns:a16="http://schemas.microsoft.com/office/drawing/2014/main" id="{AE8278BA-5A41-06FF-91EA-EF316339621C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0040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58" name="Find matrix 0-5">
              <a:extLst>
                <a:ext uri="{FF2B5EF4-FFF2-40B4-BE49-F238E27FC236}">
                  <a16:creationId xmlns:a16="http://schemas.microsoft.com/office/drawing/2014/main" id="{6F50E809-FA39-6A45-F4A8-703E108351D4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0040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59" name="Find matrix 0-6">
              <a:extLst>
                <a:ext uri="{FF2B5EF4-FFF2-40B4-BE49-F238E27FC236}">
                  <a16:creationId xmlns:a16="http://schemas.microsoft.com/office/drawing/2014/main" id="{4B8218FB-3E82-4AFF-50EB-B880F2C4A7E1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0040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0" name="Find matrix 0-7">
              <a:extLst>
                <a:ext uri="{FF2B5EF4-FFF2-40B4-BE49-F238E27FC236}">
                  <a16:creationId xmlns:a16="http://schemas.microsoft.com/office/drawing/2014/main" id="{C9BFD29E-A979-21CD-54E1-10E51FC0F2BF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0040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1" name="Find matrix 1-0">
              <a:extLst>
                <a:ext uri="{FF2B5EF4-FFF2-40B4-BE49-F238E27FC236}">
                  <a16:creationId xmlns:a16="http://schemas.microsoft.com/office/drawing/2014/main" id="{BE893B93-E121-CC04-B2F6-F795D4FBC863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7469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62" name="Find matrix 1-1">
              <a:extLst>
                <a:ext uri="{FF2B5EF4-FFF2-40B4-BE49-F238E27FC236}">
                  <a16:creationId xmlns:a16="http://schemas.microsoft.com/office/drawing/2014/main" id="{7278406B-064D-5D88-BA36-A08CCAD783D8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7469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3" name="Find matrix 1-2">
              <a:extLst>
                <a:ext uri="{FF2B5EF4-FFF2-40B4-BE49-F238E27FC236}">
                  <a16:creationId xmlns:a16="http://schemas.microsoft.com/office/drawing/2014/main" id="{F4FF3F0F-29DB-68DA-2CE5-45D41826F4A2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7469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64" name="Find matrix 1-3">
              <a:extLst>
                <a:ext uri="{FF2B5EF4-FFF2-40B4-BE49-F238E27FC236}">
                  <a16:creationId xmlns:a16="http://schemas.microsoft.com/office/drawing/2014/main" id="{EE1A9AFE-0F9E-FDCD-63C3-04968E89EFA5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7469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5" name="Find matrix 1-4">
              <a:extLst>
                <a:ext uri="{FF2B5EF4-FFF2-40B4-BE49-F238E27FC236}">
                  <a16:creationId xmlns:a16="http://schemas.microsoft.com/office/drawing/2014/main" id="{0469F586-496D-D1D4-6D88-2576706E803E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7469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66" name="Find matrix 1-5">
              <a:extLst>
                <a:ext uri="{FF2B5EF4-FFF2-40B4-BE49-F238E27FC236}">
                  <a16:creationId xmlns:a16="http://schemas.microsoft.com/office/drawing/2014/main" id="{875A1DF2-ECDD-8D4C-68B8-A6BB6A9359E9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7469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67" name="Find matrix 1-6">
              <a:extLst>
                <a:ext uri="{FF2B5EF4-FFF2-40B4-BE49-F238E27FC236}">
                  <a16:creationId xmlns:a16="http://schemas.microsoft.com/office/drawing/2014/main" id="{A07449F4-3D57-6347-E812-4262FA832B31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7469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68" name="Find matrix 1-7">
              <a:extLst>
                <a:ext uri="{FF2B5EF4-FFF2-40B4-BE49-F238E27FC236}">
                  <a16:creationId xmlns:a16="http://schemas.microsoft.com/office/drawing/2014/main" id="{498C082A-32E2-7F1E-C960-C4D3EF39289C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7469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69" name="Find matrix 2-0">
              <a:extLst>
                <a:ext uri="{FF2B5EF4-FFF2-40B4-BE49-F238E27FC236}">
                  <a16:creationId xmlns:a16="http://schemas.microsoft.com/office/drawing/2014/main" id="{3E2648B7-626F-4B30-9859-4C1B90FAEC38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34899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70" name="Find matrix 2-1">
              <a:extLst>
                <a:ext uri="{FF2B5EF4-FFF2-40B4-BE49-F238E27FC236}">
                  <a16:creationId xmlns:a16="http://schemas.microsoft.com/office/drawing/2014/main" id="{B730F78E-9E60-43D4-12BD-3B975843A4A3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34899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71" name="Find matrix 2-2">
              <a:extLst>
                <a:ext uri="{FF2B5EF4-FFF2-40B4-BE49-F238E27FC236}">
                  <a16:creationId xmlns:a16="http://schemas.microsoft.com/office/drawing/2014/main" id="{9D456367-1BC9-AA40-5AC2-6AEE1DCE41A0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34899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72" name="Find matrix 2-3">
              <a:extLst>
                <a:ext uri="{FF2B5EF4-FFF2-40B4-BE49-F238E27FC236}">
                  <a16:creationId xmlns:a16="http://schemas.microsoft.com/office/drawing/2014/main" id="{A75ABFE1-0472-20C2-2CA6-08B1B65C1AB0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34899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73" name="Find matrix 2-4">
              <a:extLst>
                <a:ext uri="{FF2B5EF4-FFF2-40B4-BE49-F238E27FC236}">
                  <a16:creationId xmlns:a16="http://schemas.microsoft.com/office/drawing/2014/main" id="{911A9D31-1538-59B7-913E-2EB924051341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34899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74" name="Find matrix 2-5">
              <a:extLst>
                <a:ext uri="{FF2B5EF4-FFF2-40B4-BE49-F238E27FC236}">
                  <a16:creationId xmlns:a16="http://schemas.microsoft.com/office/drawing/2014/main" id="{76C02B71-E3DC-55A5-1D7E-59D1BCB69ED3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34899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5" name="Find matrix 2-6">
              <a:extLst>
                <a:ext uri="{FF2B5EF4-FFF2-40B4-BE49-F238E27FC236}">
                  <a16:creationId xmlns:a16="http://schemas.microsoft.com/office/drawing/2014/main" id="{87BA1C12-F074-BD5D-B677-6CA0FDBD931E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34899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6" name="Find matrix 2-7">
              <a:extLst>
                <a:ext uri="{FF2B5EF4-FFF2-40B4-BE49-F238E27FC236}">
                  <a16:creationId xmlns:a16="http://schemas.microsoft.com/office/drawing/2014/main" id="{74245876-414E-80F3-BA0C-AE944E2D493A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34899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77" name="Find matrix 3-0">
              <a:extLst>
                <a:ext uri="{FF2B5EF4-FFF2-40B4-BE49-F238E27FC236}">
                  <a16:creationId xmlns:a16="http://schemas.microsoft.com/office/drawing/2014/main" id="{CD9C4AB4-1AF5-A32A-8638-BB7E07CE55C5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42328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8" name="Find matrix 3-1">
              <a:extLst>
                <a:ext uri="{FF2B5EF4-FFF2-40B4-BE49-F238E27FC236}">
                  <a16:creationId xmlns:a16="http://schemas.microsoft.com/office/drawing/2014/main" id="{70CF814F-97F7-8A5D-4717-FB01F31AA7CF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42328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9" name="Find matrix 3-2">
              <a:extLst>
                <a:ext uri="{FF2B5EF4-FFF2-40B4-BE49-F238E27FC236}">
                  <a16:creationId xmlns:a16="http://schemas.microsoft.com/office/drawing/2014/main" id="{3934438B-50D9-4249-026A-9DDEBE2EE6BF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42328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80" name="Find matrix 3-3">
              <a:extLst>
                <a:ext uri="{FF2B5EF4-FFF2-40B4-BE49-F238E27FC236}">
                  <a16:creationId xmlns:a16="http://schemas.microsoft.com/office/drawing/2014/main" id="{97106EC9-A215-B101-629C-BF4D30C25C31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42328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1" name="Find matrix 3-4">
              <a:extLst>
                <a:ext uri="{FF2B5EF4-FFF2-40B4-BE49-F238E27FC236}">
                  <a16:creationId xmlns:a16="http://schemas.microsoft.com/office/drawing/2014/main" id="{C941683E-EB80-D63F-8949-6DD222AC4297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42328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82" name="Find matrix 3-5">
              <a:extLst>
                <a:ext uri="{FF2B5EF4-FFF2-40B4-BE49-F238E27FC236}">
                  <a16:creationId xmlns:a16="http://schemas.microsoft.com/office/drawing/2014/main" id="{5E53E183-E142-2887-741F-67BE581F0536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42328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3" name="Find matrix 3-6">
              <a:extLst>
                <a:ext uri="{FF2B5EF4-FFF2-40B4-BE49-F238E27FC236}">
                  <a16:creationId xmlns:a16="http://schemas.microsoft.com/office/drawing/2014/main" id="{034F1CDA-0ED1-C212-DFDC-563134B85A88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42328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84" name="Find matrix 3-7">
              <a:extLst>
                <a:ext uri="{FF2B5EF4-FFF2-40B4-BE49-F238E27FC236}">
                  <a16:creationId xmlns:a16="http://schemas.microsoft.com/office/drawing/2014/main" id="{584B6C2D-FF02-A1EA-7E74-EE55AC1D1F66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42328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5" name="Match matrix 0-0">
              <a:extLst>
                <a:ext uri="{FF2B5EF4-FFF2-40B4-BE49-F238E27FC236}">
                  <a16:creationId xmlns:a16="http://schemas.microsoft.com/office/drawing/2014/main" id="{CD05C1D3-F11C-B635-715C-864E19D938A4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25203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6" name="Match matrix 0-1">
              <a:extLst>
                <a:ext uri="{FF2B5EF4-FFF2-40B4-BE49-F238E27FC236}">
                  <a16:creationId xmlns:a16="http://schemas.microsoft.com/office/drawing/2014/main" id="{A7E14028-B475-E642-4D6E-18C0764A282A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25203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7" name="Match matrix 0-2">
              <a:extLst>
                <a:ext uri="{FF2B5EF4-FFF2-40B4-BE49-F238E27FC236}">
                  <a16:creationId xmlns:a16="http://schemas.microsoft.com/office/drawing/2014/main" id="{D05A4ADB-16EE-0EB2-D676-31D35028608C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25203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8" name="Match matrix 0-3">
              <a:extLst>
                <a:ext uri="{FF2B5EF4-FFF2-40B4-BE49-F238E27FC236}">
                  <a16:creationId xmlns:a16="http://schemas.microsoft.com/office/drawing/2014/main" id="{E337EDCC-8ED5-8FDA-1FA1-F1A1AF09910D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25203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89" name="Match matrix 0-4">
              <a:extLst>
                <a:ext uri="{FF2B5EF4-FFF2-40B4-BE49-F238E27FC236}">
                  <a16:creationId xmlns:a16="http://schemas.microsoft.com/office/drawing/2014/main" id="{B4F34376-4EA1-0A40-F7C3-9D8DFC060F98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25203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90" name="Match matrix 0-5">
              <a:extLst>
                <a:ext uri="{FF2B5EF4-FFF2-40B4-BE49-F238E27FC236}">
                  <a16:creationId xmlns:a16="http://schemas.microsoft.com/office/drawing/2014/main" id="{1E17CADB-51E9-D657-20DC-2DE97368E3A7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25203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91" name="Match matrix 0-6">
              <a:extLst>
                <a:ext uri="{FF2B5EF4-FFF2-40B4-BE49-F238E27FC236}">
                  <a16:creationId xmlns:a16="http://schemas.microsoft.com/office/drawing/2014/main" id="{4F09E21E-EB91-FBD9-CC3E-30E662711169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25203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2" name="Match matrix 0-7">
              <a:extLst>
                <a:ext uri="{FF2B5EF4-FFF2-40B4-BE49-F238E27FC236}">
                  <a16:creationId xmlns:a16="http://schemas.microsoft.com/office/drawing/2014/main" id="{4743D179-EF12-4969-D692-91D21FC03FCD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25203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3" name="Match matrix 1-0">
              <a:extLst>
                <a:ext uri="{FF2B5EF4-FFF2-40B4-BE49-F238E27FC236}">
                  <a16:creationId xmlns:a16="http://schemas.microsoft.com/office/drawing/2014/main" id="{7EFB575C-F0FD-B306-8DFA-BDA9FBAA79A9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32633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94" name="Match matrix 1-1">
              <a:extLst>
                <a:ext uri="{FF2B5EF4-FFF2-40B4-BE49-F238E27FC236}">
                  <a16:creationId xmlns:a16="http://schemas.microsoft.com/office/drawing/2014/main" id="{03018CAD-4CDE-0708-CB3D-F5E9D77AC86C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32633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5" name="Match matrix 1-2">
              <a:extLst>
                <a:ext uri="{FF2B5EF4-FFF2-40B4-BE49-F238E27FC236}">
                  <a16:creationId xmlns:a16="http://schemas.microsoft.com/office/drawing/2014/main" id="{CAD74263-6044-F3BD-44CC-3B13F8B7069F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32633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96" name="Match matrix 1-3">
              <a:extLst>
                <a:ext uri="{FF2B5EF4-FFF2-40B4-BE49-F238E27FC236}">
                  <a16:creationId xmlns:a16="http://schemas.microsoft.com/office/drawing/2014/main" id="{A3B482EF-03AA-D624-9097-3C65CDA27985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32633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7" name="Match matrix 1-4">
              <a:extLst>
                <a:ext uri="{FF2B5EF4-FFF2-40B4-BE49-F238E27FC236}">
                  <a16:creationId xmlns:a16="http://schemas.microsoft.com/office/drawing/2014/main" id="{E6762FD5-2518-5CCE-273D-EBA5D37BA78F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32633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98" name="Match matrix 1-5">
              <a:extLst>
                <a:ext uri="{FF2B5EF4-FFF2-40B4-BE49-F238E27FC236}">
                  <a16:creationId xmlns:a16="http://schemas.microsoft.com/office/drawing/2014/main" id="{E6E52EFE-A80D-C8EA-1DAA-B53E1028879E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32633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99" name="Match matrix 1-6">
              <a:extLst>
                <a:ext uri="{FF2B5EF4-FFF2-40B4-BE49-F238E27FC236}">
                  <a16:creationId xmlns:a16="http://schemas.microsoft.com/office/drawing/2014/main" id="{A92A3A79-A3E3-5A62-41CD-5A0C15E35D81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32633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0" name="Match matrix 1-7">
              <a:extLst>
                <a:ext uri="{FF2B5EF4-FFF2-40B4-BE49-F238E27FC236}">
                  <a16:creationId xmlns:a16="http://schemas.microsoft.com/office/drawing/2014/main" id="{07E4CE49-6AF2-82EF-4709-0CF12CA005F5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32633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1" name="Match matrix 2-0">
              <a:extLst>
                <a:ext uri="{FF2B5EF4-FFF2-40B4-BE49-F238E27FC236}">
                  <a16:creationId xmlns:a16="http://schemas.microsoft.com/office/drawing/2014/main" id="{29343AD8-02A3-B287-7452-F8334EF6E9E9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0062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2" name="Match matrix 2-1">
              <a:extLst>
                <a:ext uri="{FF2B5EF4-FFF2-40B4-BE49-F238E27FC236}">
                  <a16:creationId xmlns:a16="http://schemas.microsoft.com/office/drawing/2014/main" id="{F40C5A4A-B5C5-80C8-7003-343D3988F4FB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0062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3" name="Match matrix 2-2">
              <a:extLst>
                <a:ext uri="{FF2B5EF4-FFF2-40B4-BE49-F238E27FC236}">
                  <a16:creationId xmlns:a16="http://schemas.microsoft.com/office/drawing/2014/main" id="{3579BC08-DD5C-BFEA-5148-BAA30B7249FD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0062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04" name="Match matrix 2-3">
              <a:extLst>
                <a:ext uri="{FF2B5EF4-FFF2-40B4-BE49-F238E27FC236}">
                  <a16:creationId xmlns:a16="http://schemas.microsoft.com/office/drawing/2014/main" id="{87501BC3-0F92-C2E2-D230-3543318D683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0062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05" name="Match matrix 2-4">
              <a:extLst>
                <a:ext uri="{FF2B5EF4-FFF2-40B4-BE49-F238E27FC236}">
                  <a16:creationId xmlns:a16="http://schemas.microsoft.com/office/drawing/2014/main" id="{CBC27468-3ADC-DB3A-48A4-33AD7DF4188C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0062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06" name="Match matrix 2-5">
              <a:extLst>
                <a:ext uri="{FF2B5EF4-FFF2-40B4-BE49-F238E27FC236}">
                  <a16:creationId xmlns:a16="http://schemas.microsoft.com/office/drawing/2014/main" id="{1BA227F0-4B72-E11F-66BC-03B1BD6F58DD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0062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07" name="Match matrix 2-6">
              <a:extLst>
                <a:ext uri="{FF2B5EF4-FFF2-40B4-BE49-F238E27FC236}">
                  <a16:creationId xmlns:a16="http://schemas.microsoft.com/office/drawing/2014/main" id="{154EF3A3-F25D-D6F1-EE88-9A9757078B94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0062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08" name="Match matrix 2-7">
              <a:extLst>
                <a:ext uri="{FF2B5EF4-FFF2-40B4-BE49-F238E27FC236}">
                  <a16:creationId xmlns:a16="http://schemas.microsoft.com/office/drawing/2014/main" id="{7569307B-1837-799D-E4F4-4FD8B9A03124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0062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09" name="Match matrix 3-0">
              <a:extLst>
                <a:ext uri="{FF2B5EF4-FFF2-40B4-BE49-F238E27FC236}">
                  <a16:creationId xmlns:a16="http://schemas.microsoft.com/office/drawing/2014/main" id="{81B9E0DA-4E34-C4D8-C182-B026E4029AE4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7492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10" name="Match matrix 3-1">
              <a:extLst>
                <a:ext uri="{FF2B5EF4-FFF2-40B4-BE49-F238E27FC236}">
                  <a16:creationId xmlns:a16="http://schemas.microsoft.com/office/drawing/2014/main" id="{1F086472-6658-B3CC-5327-137E244B1760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7492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11" name="Match matrix 3-2">
              <a:extLst>
                <a:ext uri="{FF2B5EF4-FFF2-40B4-BE49-F238E27FC236}">
                  <a16:creationId xmlns:a16="http://schemas.microsoft.com/office/drawing/2014/main" id="{73973882-7BD5-6745-EFED-1C3890B1E41F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7492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12" name="Match matrix 3-3">
              <a:extLst>
                <a:ext uri="{FF2B5EF4-FFF2-40B4-BE49-F238E27FC236}">
                  <a16:creationId xmlns:a16="http://schemas.microsoft.com/office/drawing/2014/main" id="{F28C61F6-66D3-FDC2-E160-2FA3B69CD60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7492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13" name="Match matrix 3-4">
              <a:extLst>
                <a:ext uri="{FF2B5EF4-FFF2-40B4-BE49-F238E27FC236}">
                  <a16:creationId xmlns:a16="http://schemas.microsoft.com/office/drawing/2014/main" id="{20B990B6-E626-5399-F566-0E27B7B2B90E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7492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14" name="Match matrix 3-5">
              <a:extLst>
                <a:ext uri="{FF2B5EF4-FFF2-40B4-BE49-F238E27FC236}">
                  <a16:creationId xmlns:a16="http://schemas.microsoft.com/office/drawing/2014/main" id="{0F8F6504-CA45-BB91-4406-EBDFE9F20BB1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7492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15" name="Match matrix 3-6">
              <a:extLst>
                <a:ext uri="{FF2B5EF4-FFF2-40B4-BE49-F238E27FC236}">
                  <a16:creationId xmlns:a16="http://schemas.microsoft.com/office/drawing/2014/main" id="{923F5BC8-8E4F-A5D4-942C-BB5A1C63D109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7492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16" name="Match matrix 3-7">
              <a:extLst>
                <a:ext uri="{FF2B5EF4-FFF2-40B4-BE49-F238E27FC236}">
                  <a16:creationId xmlns:a16="http://schemas.microsoft.com/office/drawing/2014/main" id="{B2556CBC-F6D9-65E2-20DE-C39AA7876C7C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7492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17" name="Build Site centroid">
              <a:extLst>
                <a:ext uri="{FF2B5EF4-FFF2-40B4-BE49-F238E27FC236}">
                  <a16:creationId xmlns:a16="http://schemas.microsoft.com/office/drawing/2014/main" id="{323F13D5-7462-D828-FD24-F112A9C55196}"/>
                </a:ext>
              </a:extLst>
            </p:cNvPr>
            <p:cNvSpPr>
              <a:spLocks noGrp="1"/>
            </p:cNvSpPr>
            <p:nvPr/>
          </p:nvSpPr>
          <p:spPr>
            <a:xfrm>
              <a:off x="11648243" y="1462212"/>
              <a:ext cx="57151" cy="57151"/>
            </a:xfrm>
            <a:prstGeom prst="ellipse">
              <a:avLst/>
            </a:prstGeom>
            <a:solidFill>
              <a:srgbClr val="416DCB"/>
            </a:solidFill>
            <a:ln w="4860">
              <a:solidFill>
                <a:srgbClr val="FFFFFF"/>
              </a:solidFill>
            </a:ln>
          </p:spPr>
        </p:sp>
        <p:sp>
          <p:nvSpPr>
            <p:cNvPr id="1318" name="SMILES continuation 806-628.2">
              <a:extLst>
                <a:ext uri="{FF2B5EF4-FFF2-40B4-BE49-F238E27FC236}">
                  <a16:creationId xmlns:a16="http://schemas.microsoft.com/office/drawing/2014/main" id="{5AFACE25-EFEF-14B8-3C31-832343DF54AC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19" name="SMILES continuation 812-628.2">
              <a:extLst>
                <a:ext uri="{FF2B5EF4-FFF2-40B4-BE49-F238E27FC236}">
                  <a16:creationId xmlns:a16="http://schemas.microsoft.com/office/drawing/2014/main" id="{78AABCD5-781C-B95D-332F-0626F3B4DEF9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0" name="SMILES continuation 818-628.2">
              <a:extLst>
                <a:ext uri="{FF2B5EF4-FFF2-40B4-BE49-F238E27FC236}">
                  <a16:creationId xmlns:a16="http://schemas.microsoft.com/office/drawing/2014/main" id="{1941471C-9F1E-5EF3-824A-2C538499AC68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1" name="SMILES continuation 806-667">
              <a:extLst>
                <a:ext uri="{FF2B5EF4-FFF2-40B4-BE49-F238E27FC236}">
                  <a16:creationId xmlns:a16="http://schemas.microsoft.com/office/drawing/2014/main" id="{3DEAEADF-5B45-8F17-84CC-6D002AEB9EAE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2" name="SMILES continuation 812-667">
              <a:extLst>
                <a:ext uri="{FF2B5EF4-FFF2-40B4-BE49-F238E27FC236}">
                  <a16:creationId xmlns:a16="http://schemas.microsoft.com/office/drawing/2014/main" id="{F24EE317-F8AA-4ED7-C84F-8C86D8219E69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3" name="SMILES continuation 818-667">
              <a:extLst>
                <a:ext uri="{FF2B5EF4-FFF2-40B4-BE49-F238E27FC236}">
                  <a16:creationId xmlns:a16="http://schemas.microsoft.com/office/drawing/2014/main" id="{D8F59622-4770-6063-89A5-EC979735C3E2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4" name="Find density input">
              <a:extLst>
                <a:ext uri="{FF2B5EF4-FFF2-40B4-BE49-F238E27FC236}">
                  <a16:creationId xmlns:a16="http://schemas.microsoft.com/office/drawing/2014/main" id="{B6930025-E431-0998-004B-31ACA8A2C82D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1518479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25" name="Find density input head">
              <a:extLst>
                <a:ext uri="{FF2B5EF4-FFF2-40B4-BE49-F238E27FC236}">
                  <a16:creationId xmlns:a16="http://schemas.microsoft.com/office/drawing/2014/main" id="{E0DBC39D-B72E-3E15-1B7C-683FA653E0BC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1489808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28" name="Find receptor input">
              <a:extLst>
                <a:ext uri="{FF2B5EF4-FFF2-40B4-BE49-F238E27FC236}">
                  <a16:creationId xmlns:a16="http://schemas.microsoft.com/office/drawing/2014/main" id="{901B347F-9329-C3E0-7A3A-F87B01979348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3260557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29" name="Find receptor input head">
              <a:extLst>
                <a:ext uri="{FF2B5EF4-FFF2-40B4-BE49-F238E27FC236}">
                  <a16:creationId xmlns:a16="http://schemas.microsoft.com/office/drawing/2014/main" id="{B84116F7-96DC-C1A4-BE05-B18D873AF115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3231886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2" name="Find voxel output">
              <a:extLst>
                <a:ext uri="{FF2B5EF4-FFF2-40B4-BE49-F238E27FC236}">
                  <a16:creationId xmlns:a16="http://schemas.microsoft.com/office/drawing/2014/main" id="{A31A9E0C-E896-3882-A44A-49525B1B5F7D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1544003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33" name="Find voxel output head">
              <a:extLst>
                <a:ext uri="{FF2B5EF4-FFF2-40B4-BE49-F238E27FC236}">
                  <a16:creationId xmlns:a16="http://schemas.microsoft.com/office/drawing/2014/main" id="{3CF358F8-4EF1-C35E-07F8-EA1CD2DC0B50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151533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4" name="Find point output">
              <a:extLst>
                <a:ext uri="{FF2B5EF4-FFF2-40B4-BE49-F238E27FC236}">
                  <a16:creationId xmlns:a16="http://schemas.microsoft.com/office/drawing/2014/main" id="{4364EE95-CB70-4B73-6AAD-E71D36F098CC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3107055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35" name="Find point output head">
              <a:extLst>
                <a:ext uri="{FF2B5EF4-FFF2-40B4-BE49-F238E27FC236}">
                  <a16:creationId xmlns:a16="http://schemas.microsoft.com/office/drawing/2014/main" id="{A2AD1183-4CFA-E321-0996-0FCEF390D613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307838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6" name="U-Net flow refined 1">
              <a:extLst>
                <a:ext uri="{FF2B5EF4-FFF2-40B4-BE49-F238E27FC236}">
                  <a16:creationId xmlns:a16="http://schemas.microsoft.com/office/drawing/2014/main" id="{6ACDE132-D057-D5EE-1752-E630EA018745}"/>
                </a:ext>
              </a:extLst>
            </p:cNvPr>
            <p:cNvSpPr>
              <a:spLocks noGrp="1"/>
            </p:cNvSpPr>
            <p:nvPr/>
          </p:nvSpPr>
          <p:spPr>
            <a:xfrm>
              <a:off x="488442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7" name="U-Net flow refined 1 head">
              <a:extLst>
                <a:ext uri="{FF2B5EF4-FFF2-40B4-BE49-F238E27FC236}">
                  <a16:creationId xmlns:a16="http://schemas.microsoft.com/office/drawing/2014/main" id="{634C3B4F-AFA0-FFB0-401E-34C6FB7FF534}"/>
                </a:ext>
              </a:extLst>
            </p:cNvPr>
            <p:cNvSpPr>
              <a:spLocks noGrp="1"/>
            </p:cNvSpPr>
            <p:nvPr/>
          </p:nvSpPr>
          <p:spPr>
            <a:xfrm>
              <a:off x="4929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8" name="U-Net flow refined 2">
              <a:extLst>
                <a:ext uri="{FF2B5EF4-FFF2-40B4-BE49-F238E27FC236}">
                  <a16:creationId xmlns:a16="http://schemas.microsoft.com/office/drawing/2014/main" id="{B5D12082-E681-DD8F-64AB-37F825289F58}"/>
                </a:ext>
              </a:extLst>
            </p:cNvPr>
            <p:cNvSpPr>
              <a:spLocks noGrp="1"/>
            </p:cNvSpPr>
            <p:nvPr/>
          </p:nvSpPr>
          <p:spPr>
            <a:xfrm>
              <a:off x="5341620" y="1943100"/>
              <a:ext cx="61865" cy="191"/>
            </a:xfrm>
            <a:custGeom>
              <a:avLst/>
              <a:gdLst/>
              <a:ahLst/>
              <a:cxnLst/>
              <a:rect l="0" t="0" r="0" b="0"/>
              <a:pathLst>
                <a:path w="61865" h="191">
                  <a:moveTo>
                    <a:pt x="0" y="0"/>
                  </a:moveTo>
                  <a:lnTo>
                    <a:pt x="61865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9" name="U-Net flow refined 2 head">
              <a:extLst>
                <a:ext uri="{FF2B5EF4-FFF2-40B4-BE49-F238E27FC236}">
                  <a16:creationId xmlns:a16="http://schemas.microsoft.com/office/drawing/2014/main" id="{5E782C71-339D-8847-C417-5C3E5ECA42C0}"/>
                </a:ext>
              </a:extLst>
            </p:cNvPr>
            <p:cNvSpPr>
              <a:spLocks noGrp="1"/>
            </p:cNvSpPr>
            <p:nvPr/>
          </p:nvSpPr>
          <p:spPr>
            <a:xfrm>
              <a:off x="5376863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0" name="U-Net flow refined 3">
              <a:extLst>
                <a:ext uri="{FF2B5EF4-FFF2-40B4-BE49-F238E27FC236}">
                  <a16:creationId xmlns:a16="http://schemas.microsoft.com/office/drawing/2014/main" id="{8CFD1055-6DFE-5AE5-2EC4-CBEC3ECF1B9C}"/>
                </a:ext>
              </a:extLst>
            </p:cNvPr>
            <p:cNvSpPr>
              <a:spLocks noGrp="1"/>
            </p:cNvSpPr>
            <p:nvPr/>
          </p:nvSpPr>
          <p:spPr>
            <a:xfrm>
              <a:off x="5913120" y="1943100"/>
              <a:ext cx="185690" cy="191"/>
            </a:xfrm>
            <a:custGeom>
              <a:avLst/>
              <a:gdLst/>
              <a:ahLst/>
              <a:cxnLst/>
              <a:rect l="0" t="0" r="0" b="0"/>
              <a:pathLst>
                <a:path w="185690" h="191">
                  <a:moveTo>
                    <a:pt x="0" y="0"/>
                  </a:moveTo>
                  <a:lnTo>
                    <a:pt x="1856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1" name="U-Net flow refined 3 head">
              <a:extLst>
                <a:ext uri="{FF2B5EF4-FFF2-40B4-BE49-F238E27FC236}">
                  <a16:creationId xmlns:a16="http://schemas.microsoft.com/office/drawing/2014/main" id="{F19B91F6-9372-A64A-6A52-79C243DD3E83}"/>
                </a:ext>
              </a:extLst>
            </p:cNvPr>
            <p:cNvSpPr>
              <a:spLocks noGrp="1"/>
            </p:cNvSpPr>
            <p:nvPr/>
          </p:nvSpPr>
          <p:spPr>
            <a:xfrm>
              <a:off x="6072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2" name="U-Net flow refined 4">
              <a:extLst>
                <a:ext uri="{FF2B5EF4-FFF2-40B4-BE49-F238E27FC236}">
                  <a16:creationId xmlns:a16="http://schemas.microsoft.com/office/drawing/2014/main" id="{2486EBDB-EC76-2008-18B4-287024FDC248}"/>
                </a:ext>
              </a:extLst>
            </p:cNvPr>
            <p:cNvSpPr>
              <a:spLocks noGrp="1"/>
            </p:cNvSpPr>
            <p:nvPr/>
          </p:nvSpPr>
          <p:spPr>
            <a:xfrm>
              <a:off x="7189470" y="1943100"/>
              <a:ext cx="204740" cy="191"/>
            </a:xfrm>
            <a:custGeom>
              <a:avLst/>
              <a:gdLst/>
              <a:ahLst/>
              <a:cxnLst/>
              <a:rect l="0" t="0" r="0" b="0"/>
              <a:pathLst>
                <a:path w="204740" h="191">
                  <a:moveTo>
                    <a:pt x="0" y="0"/>
                  </a:moveTo>
                  <a:lnTo>
                    <a:pt x="2047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3" name="U-Net flow refined 4 head">
              <a:extLst>
                <a:ext uri="{FF2B5EF4-FFF2-40B4-BE49-F238E27FC236}">
                  <a16:creationId xmlns:a16="http://schemas.microsoft.com/office/drawing/2014/main" id="{091DAB10-775B-417F-3D48-5AF0BD9CBF54}"/>
                </a:ext>
              </a:extLst>
            </p:cNvPr>
            <p:cNvSpPr>
              <a:spLocks noGrp="1"/>
            </p:cNvSpPr>
            <p:nvPr/>
          </p:nvSpPr>
          <p:spPr>
            <a:xfrm>
              <a:off x="73675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4" name="U-Net flow refined 5">
              <a:extLst>
                <a:ext uri="{FF2B5EF4-FFF2-40B4-BE49-F238E27FC236}">
                  <a16:creationId xmlns:a16="http://schemas.microsoft.com/office/drawing/2014/main" id="{31144B45-BDDC-FA80-2E38-461D51304121}"/>
                </a:ext>
              </a:extLst>
            </p:cNvPr>
            <p:cNvSpPr>
              <a:spLocks noGrp="1"/>
            </p:cNvSpPr>
            <p:nvPr/>
          </p:nvSpPr>
          <p:spPr>
            <a:xfrm>
              <a:off x="791337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5" name="U-Net flow refined 5 head">
              <a:extLst>
                <a:ext uri="{FF2B5EF4-FFF2-40B4-BE49-F238E27FC236}">
                  <a16:creationId xmlns:a16="http://schemas.microsoft.com/office/drawing/2014/main" id="{ACB9BD80-F1AE-1A3A-4628-B8B19615BEE5}"/>
                </a:ext>
              </a:extLst>
            </p:cNvPr>
            <p:cNvSpPr>
              <a:spLocks noGrp="1"/>
            </p:cNvSpPr>
            <p:nvPr/>
          </p:nvSpPr>
          <p:spPr>
            <a:xfrm>
              <a:off x="79581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6" name="U-Net flow refined 6">
              <a:extLst>
                <a:ext uri="{FF2B5EF4-FFF2-40B4-BE49-F238E27FC236}">
                  <a16:creationId xmlns:a16="http://schemas.microsoft.com/office/drawing/2014/main" id="{836E5F63-559E-03B0-3A67-CEE15A6BBE1F}"/>
                </a:ext>
              </a:extLst>
            </p:cNvPr>
            <p:cNvSpPr>
              <a:spLocks noGrp="1"/>
            </p:cNvSpPr>
            <p:nvPr/>
          </p:nvSpPr>
          <p:spPr>
            <a:xfrm>
              <a:off x="8351520" y="1943100"/>
              <a:ext cx="90440" cy="191"/>
            </a:xfrm>
            <a:custGeom>
              <a:avLst/>
              <a:gdLst/>
              <a:ahLst/>
              <a:cxnLst/>
              <a:rect l="0" t="0" r="0" b="0"/>
              <a:pathLst>
                <a:path w="90440" h="191">
                  <a:moveTo>
                    <a:pt x="0" y="0"/>
                  </a:moveTo>
                  <a:lnTo>
                    <a:pt x="904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7" name="U-Net flow refined 6 head">
              <a:extLst>
                <a:ext uri="{FF2B5EF4-FFF2-40B4-BE49-F238E27FC236}">
                  <a16:creationId xmlns:a16="http://schemas.microsoft.com/office/drawing/2014/main" id="{10CC3E4B-90F2-2B07-9CC7-A87304771375}"/>
                </a:ext>
              </a:extLst>
            </p:cNvPr>
            <p:cNvSpPr>
              <a:spLocks noGrp="1"/>
            </p:cNvSpPr>
            <p:nvPr/>
          </p:nvSpPr>
          <p:spPr>
            <a:xfrm>
              <a:off x="84153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8" name="Skip outer refined">
              <a:extLst>
                <a:ext uri="{FF2B5EF4-FFF2-40B4-BE49-F238E27FC236}">
                  <a16:creationId xmlns:a16="http://schemas.microsoft.com/office/drawing/2014/main" id="{14865DBF-28C2-9909-AA1F-17A6C16AD033}"/>
                </a:ext>
              </a:extLst>
            </p:cNvPr>
            <p:cNvSpPr>
              <a:spLocks noGrp="1"/>
            </p:cNvSpPr>
            <p:nvPr/>
          </p:nvSpPr>
          <p:spPr>
            <a:xfrm>
              <a:off x="4474845" y="1209675"/>
              <a:ext cx="4333875" cy="219075"/>
            </a:xfrm>
            <a:custGeom>
              <a:avLst/>
              <a:gdLst/>
              <a:ahLst/>
              <a:cxnLst/>
              <a:rect l="0" t="0" r="0" b="0"/>
              <a:pathLst>
                <a:path w="4333875" h="219075">
                  <a:moveTo>
                    <a:pt x="0" y="219075"/>
                  </a:moveTo>
                  <a:lnTo>
                    <a:pt x="0" y="0"/>
                  </a:lnTo>
                  <a:lnTo>
                    <a:pt x="4333875" y="0"/>
                  </a:lnTo>
                  <a:lnTo>
                    <a:pt x="4333875" y="204073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49" name="Skip outer refined head">
              <a:extLst>
                <a:ext uri="{FF2B5EF4-FFF2-40B4-BE49-F238E27FC236}">
                  <a16:creationId xmlns:a16="http://schemas.microsoft.com/office/drawing/2014/main" id="{18977193-D924-526A-8E97-B86A152CB1E7}"/>
                </a:ext>
              </a:extLst>
            </p:cNvPr>
            <p:cNvSpPr>
              <a:spLocks noGrp="1"/>
            </p:cNvSpPr>
            <p:nvPr/>
          </p:nvSpPr>
          <p:spPr>
            <a:xfrm>
              <a:off x="8790289" y="138588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0" name="Skip middle refined">
              <a:extLst>
                <a:ext uri="{FF2B5EF4-FFF2-40B4-BE49-F238E27FC236}">
                  <a16:creationId xmlns:a16="http://schemas.microsoft.com/office/drawing/2014/main" id="{A99F401D-8FD7-0FE0-F4F1-25C2BC3F32F3}"/>
                </a:ext>
              </a:extLst>
            </p:cNvPr>
            <p:cNvSpPr>
              <a:spLocks noGrp="1"/>
            </p:cNvSpPr>
            <p:nvPr/>
          </p:nvSpPr>
          <p:spPr>
            <a:xfrm>
              <a:off x="5113020" y="1295400"/>
              <a:ext cx="3067050" cy="266700"/>
            </a:xfrm>
            <a:custGeom>
              <a:avLst/>
              <a:gdLst/>
              <a:ahLst/>
              <a:cxnLst/>
              <a:rect l="0" t="0" r="0" b="0"/>
              <a:pathLst>
                <a:path w="3067050" h="266700">
                  <a:moveTo>
                    <a:pt x="0" y="266700"/>
                  </a:moveTo>
                  <a:lnTo>
                    <a:pt x="0" y="0"/>
                  </a:lnTo>
                  <a:lnTo>
                    <a:pt x="3067050" y="0"/>
                  </a:lnTo>
                  <a:lnTo>
                    <a:pt x="3067050" y="25169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1" name="Skip middle refined head">
              <a:extLst>
                <a:ext uri="{FF2B5EF4-FFF2-40B4-BE49-F238E27FC236}">
                  <a16:creationId xmlns:a16="http://schemas.microsoft.com/office/drawing/2014/main" id="{9BA43996-BA68-61EE-F301-9353C0C350C3}"/>
                </a:ext>
              </a:extLst>
            </p:cNvPr>
            <p:cNvSpPr>
              <a:spLocks noGrp="1"/>
            </p:cNvSpPr>
            <p:nvPr/>
          </p:nvSpPr>
          <p:spPr>
            <a:xfrm>
              <a:off x="8161639" y="151923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2" name="Skip inner refined">
              <a:extLst>
                <a:ext uri="{FF2B5EF4-FFF2-40B4-BE49-F238E27FC236}">
                  <a16:creationId xmlns:a16="http://schemas.microsoft.com/office/drawing/2014/main" id="{846E97B0-A854-4449-EB60-0A4DE0C4C292}"/>
                </a:ext>
              </a:extLst>
            </p:cNvPr>
            <p:cNvSpPr>
              <a:spLocks noGrp="1"/>
            </p:cNvSpPr>
            <p:nvPr/>
          </p:nvSpPr>
          <p:spPr>
            <a:xfrm>
              <a:off x="5636895" y="1381125"/>
              <a:ext cx="2000250" cy="323850"/>
            </a:xfrm>
            <a:custGeom>
              <a:avLst/>
              <a:gdLst/>
              <a:ahLst/>
              <a:cxnLst/>
              <a:rect l="0" t="0" r="0" b="0"/>
              <a:pathLst>
                <a:path w="2000250" h="323850">
                  <a:moveTo>
                    <a:pt x="0" y="323850"/>
                  </a:moveTo>
                  <a:lnTo>
                    <a:pt x="0" y="0"/>
                  </a:lnTo>
                  <a:lnTo>
                    <a:pt x="2000250" y="0"/>
                  </a:lnTo>
                  <a:lnTo>
                    <a:pt x="2000250" y="30884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3" name="Skip inner refined head">
              <a:extLst>
                <a:ext uri="{FF2B5EF4-FFF2-40B4-BE49-F238E27FC236}">
                  <a16:creationId xmlns:a16="http://schemas.microsoft.com/office/drawing/2014/main" id="{65201D58-996C-F828-C154-A21621BABDB6}"/>
                </a:ext>
              </a:extLst>
            </p:cNvPr>
            <p:cNvSpPr>
              <a:spLocks noGrp="1"/>
            </p:cNvSpPr>
            <p:nvPr/>
          </p:nvSpPr>
          <p:spPr>
            <a:xfrm>
              <a:off x="7618714" y="1662113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4" name="PTV3 forward refined 1">
              <a:extLst>
                <a:ext uri="{FF2B5EF4-FFF2-40B4-BE49-F238E27FC236}">
                  <a16:creationId xmlns:a16="http://schemas.microsoft.com/office/drawing/2014/main" id="{03DB872D-C78B-3E9E-A074-5CF93FB836D2}"/>
                </a:ext>
              </a:extLst>
            </p:cNvPr>
            <p:cNvSpPr>
              <a:spLocks noGrp="1"/>
            </p:cNvSpPr>
            <p:nvPr/>
          </p:nvSpPr>
          <p:spPr>
            <a:xfrm>
              <a:off x="5002911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5" name="PTV3 forward refined 1 head">
              <a:extLst>
                <a:ext uri="{FF2B5EF4-FFF2-40B4-BE49-F238E27FC236}">
                  <a16:creationId xmlns:a16="http://schemas.microsoft.com/office/drawing/2014/main" id="{C32670BC-C2AD-63ED-5937-6377710FB06D}"/>
                </a:ext>
              </a:extLst>
            </p:cNvPr>
            <p:cNvSpPr>
              <a:spLocks noGrp="1"/>
            </p:cNvSpPr>
            <p:nvPr/>
          </p:nvSpPr>
          <p:spPr>
            <a:xfrm>
              <a:off x="5215319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6" name="PTV3 forward refined 2">
              <a:extLst>
                <a:ext uri="{FF2B5EF4-FFF2-40B4-BE49-F238E27FC236}">
                  <a16:creationId xmlns:a16="http://schemas.microsoft.com/office/drawing/2014/main" id="{DCF3C958-CDDE-8D3D-28A7-DE9FCBBCC1AE}"/>
                </a:ext>
              </a:extLst>
            </p:cNvPr>
            <p:cNvSpPr>
              <a:spLocks noGrp="1"/>
            </p:cNvSpPr>
            <p:nvPr/>
          </p:nvSpPr>
          <p:spPr>
            <a:xfrm>
              <a:off x="6007513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7" name="PTV3 forward refined 2 head">
              <a:extLst>
                <a:ext uri="{FF2B5EF4-FFF2-40B4-BE49-F238E27FC236}">
                  <a16:creationId xmlns:a16="http://schemas.microsoft.com/office/drawing/2014/main" id="{186DDA80-D05A-54D2-E8E8-756FBBE6E507}"/>
                </a:ext>
              </a:extLst>
            </p:cNvPr>
            <p:cNvSpPr>
              <a:spLocks noGrp="1"/>
            </p:cNvSpPr>
            <p:nvPr/>
          </p:nvSpPr>
          <p:spPr>
            <a:xfrm>
              <a:off x="6275737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8" name="PTV3 forward refined 3">
              <a:extLst>
                <a:ext uri="{FF2B5EF4-FFF2-40B4-BE49-F238E27FC236}">
                  <a16:creationId xmlns:a16="http://schemas.microsoft.com/office/drawing/2014/main" id="{4621A2DA-C6A8-A1DA-3038-0B9D581C0E4E}"/>
                </a:ext>
              </a:extLst>
            </p:cNvPr>
            <p:cNvSpPr>
              <a:spLocks noGrp="1"/>
            </p:cNvSpPr>
            <p:nvPr/>
          </p:nvSpPr>
          <p:spPr>
            <a:xfrm>
              <a:off x="6993541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9" name="PTV3 forward refined 3 head">
              <a:extLst>
                <a:ext uri="{FF2B5EF4-FFF2-40B4-BE49-F238E27FC236}">
                  <a16:creationId xmlns:a16="http://schemas.microsoft.com/office/drawing/2014/main" id="{2DBA74C8-E766-A9DE-4B35-7268966EDB76}"/>
                </a:ext>
              </a:extLst>
            </p:cNvPr>
            <p:cNvSpPr>
              <a:spLocks noGrp="1"/>
            </p:cNvSpPr>
            <p:nvPr/>
          </p:nvSpPr>
          <p:spPr>
            <a:xfrm>
              <a:off x="7261765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0" name="PTV3 forward refined 4">
              <a:extLst>
                <a:ext uri="{FF2B5EF4-FFF2-40B4-BE49-F238E27FC236}">
                  <a16:creationId xmlns:a16="http://schemas.microsoft.com/office/drawing/2014/main" id="{2F510E31-10FA-559B-4194-957E6B36230B}"/>
                </a:ext>
              </a:extLst>
            </p:cNvPr>
            <p:cNvSpPr>
              <a:spLocks noGrp="1"/>
            </p:cNvSpPr>
            <p:nvPr/>
          </p:nvSpPr>
          <p:spPr>
            <a:xfrm>
              <a:off x="8053864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61" name="PTV3 forward refined 4 head">
              <a:extLst>
                <a:ext uri="{FF2B5EF4-FFF2-40B4-BE49-F238E27FC236}">
                  <a16:creationId xmlns:a16="http://schemas.microsoft.com/office/drawing/2014/main" id="{0C974B1A-594F-17FC-E8DB-D1AB86CEA4D7}"/>
                </a:ext>
              </a:extLst>
            </p:cNvPr>
            <p:cNvSpPr>
              <a:spLocks noGrp="1"/>
            </p:cNvSpPr>
            <p:nvPr/>
          </p:nvSpPr>
          <p:spPr>
            <a:xfrm>
              <a:off x="8266271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2" name="Fusion refined 487.16">
              <a:extLst>
                <a:ext uri="{FF2B5EF4-FFF2-40B4-BE49-F238E27FC236}">
                  <a16:creationId xmlns:a16="http://schemas.microsoft.com/office/drawing/2014/main" id="{A8D95B48-0A72-DE03-F5FB-7C4C7F41405E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3" name="Fusion refined 487.16 head">
              <a:extLst>
                <a:ext uri="{FF2B5EF4-FFF2-40B4-BE49-F238E27FC236}">
                  <a16:creationId xmlns:a16="http://schemas.microsoft.com/office/drawing/2014/main" id="{6E57FCFF-C306-F0C9-FF97-FA352F0AE98A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4" name="Fusion refined 700.05">
              <a:extLst>
                <a:ext uri="{FF2B5EF4-FFF2-40B4-BE49-F238E27FC236}">
                  <a16:creationId xmlns:a16="http://schemas.microsoft.com/office/drawing/2014/main" id="{E632C8E2-BBE5-096D-87DC-8D96F6A68DB2}"/>
                </a:ext>
              </a:extLst>
            </p:cNvPr>
            <p:cNvSpPr>
              <a:spLocks noGrp="1"/>
            </p:cNvSpPr>
            <p:nvPr/>
          </p:nvSpPr>
          <p:spPr>
            <a:xfrm>
              <a:off x="6667976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5" name="Fusion refined 700.05 head">
              <a:extLst>
                <a:ext uri="{FF2B5EF4-FFF2-40B4-BE49-F238E27FC236}">
                  <a16:creationId xmlns:a16="http://schemas.microsoft.com/office/drawing/2014/main" id="{066E616F-FB82-5E8C-F808-96E82A42636C}"/>
                </a:ext>
              </a:extLst>
            </p:cNvPr>
            <p:cNvSpPr>
              <a:spLocks noGrp="1"/>
            </p:cNvSpPr>
            <p:nvPr/>
          </p:nvSpPr>
          <p:spPr>
            <a:xfrm>
              <a:off x="6639306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6" name="Fusion refined 912.94">
              <a:extLst>
                <a:ext uri="{FF2B5EF4-FFF2-40B4-BE49-F238E27FC236}">
                  <a16:creationId xmlns:a16="http://schemas.microsoft.com/office/drawing/2014/main" id="{2E651D9A-1901-B3A5-95D9-97CCE7923E97}"/>
                </a:ext>
              </a:extLst>
            </p:cNvPr>
            <p:cNvSpPr>
              <a:spLocks noGrp="1"/>
            </p:cNvSpPr>
            <p:nvPr/>
          </p:nvSpPr>
          <p:spPr>
            <a:xfrm>
              <a:off x="8695754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7" name="Fusion refined 912.94 head">
              <a:extLst>
                <a:ext uri="{FF2B5EF4-FFF2-40B4-BE49-F238E27FC236}">
                  <a16:creationId xmlns:a16="http://schemas.microsoft.com/office/drawing/2014/main" id="{87900F69-C2F9-DD90-D9E9-2B176FF7E4E1}"/>
                </a:ext>
              </a:extLst>
            </p:cNvPr>
            <p:cNvSpPr>
              <a:spLocks noGrp="1"/>
            </p:cNvSpPr>
            <p:nvPr/>
          </p:nvSpPr>
          <p:spPr>
            <a:xfrm>
              <a:off x="8667083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8" name="Recycle right refined">
              <a:extLst>
                <a:ext uri="{FF2B5EF4-FFF2-40B4-BE49-F238E27FC236}">
                  <a16:creationId xmlns:a16="http://schemas.microsoft.com/office/drawing/2014/main" id="{E907E3E2-9608-DEE8-5543-4DAB75B1846E}"/>
                </a:ext>
              </a:extLst>
            </p:cNvPr>
            <p:cNvSpPr>
              <a:spLocks noGrp="1"/>
            </p:cNvSpPr>
            <p:nvPr/>
          </p:nvSpPr>
          <p:spPr>
            <a:xfrm>
              <a:off x="7151656" y="3385852"/>
              <a:ext cx="1544098" cy="241840"/>
            </a:xfrm>
            <a:custGeom>
              <a:avLst/>
              <a:gdLst/>
              <a:ahLst/>
              <a:cxnLst/>
              <a:rect l="0" t="0" r="0" b="0"/>
              <a:pathLst>
                <a:path w="1544098" h="241840">
                  <a:moveTo>
                    <a:pt x="1544098" y="0"/>
                  </a:moveTo>
                  <a:lnTo>
                    <a:pt x="1544098" y="241840"/>
                  </a:lnTo>
                  <a:lnTo>
                    <a:pt x="0" y="24184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9" name="Recycle left refined">
              <a:extLst>
                <a:ext uri="{FF2B5EF4-FFF2-40B4-BE49-F238E27FC236}">
                  <a16:creationId xmlns:a16="http://schemas.microsoft.com/office/drawing/2014/main" id="{BDFF5C20-8951-4FC7-DA48-28906F810FFB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3409188"/>
              <a:ext cx="1544098" cy="218503"/>
            </a:xfrm>
            <a:custGeom>
              <a:avLst/>
              <a:gdLst/>
              <a:ahLst/>
              <a:cxnLst/>
              <a:rect l="0" t="0" r="0" b="0"/>
              <a:pathLst>
                <a:path w="1544098" h="218503">
                  <a:moveTo>
                    <a:pt x="1544098" y="218503"/>
                  </a:moveTo>
                  <a:lnTo>
                    <a:pt x="0" y="218503"/>
                  </a:ln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0" name="Recycle left refined head">
              <a:extLst>
                <a:ext uri="{FF2B5EF4-FFF2-40B4-BE49-F238E27FC236}">
                  <a16:creationId xmlns:a16="http://schemas.microsoft.com/office/drawing/2014/main" id="{6B446F7A-995D-26D3-9A57-0D3B22786C9C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338585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0"/>
                  </a:moveTo>
                  <a:lnTo>
                    <a:pt x="0" y="66675"/>
                  </a:lnTo>
                  <a:lnTo>
                    <a:pt x="57340" y="66675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1" name="Crop to summary refined">
              <a:extLst>
                <a:ext uri="{FF2B5EF4-FFF2-40B4-BE49-F238E27FC236}">
                  <a16:creationId xmlns:a16="http://schemas.microsoft.com/office/drawing/2014/main" id="{0782C0A9-C549-5FAC-04EF-5DF54FF93B6F}"/>
                </a:ext>
              </a:extLst>
            </p:cNvPr>
            <p:cNvSpPr>
              <a:spLocks noGrp="1"/>
            </p:cNvSpPr>
            <p:nvPr/>
          </p:nvSpPr>
          <p:spPr>
            <a:xfrm>
              <a:off x="3471767" y="6064758"/>
              <a:ext cx="1148715" cy="191"/>
            </a:xfrm>
            <a:custGeom>
              <a:avLst/>
              <a:gdLst/>
              <a:ahLst/>
              <a:cxnLst/>
              <a:rect l="0" t="0" r="0" b="0"/>
              <a:pathLst>
                <a:path w="1148715" h="191">
                  <a:moveTo>
                    <a:pt x="0" y="0"/>
                  </a:moveTo>
                  <a:lnTo>
                    <a:pt x="1148715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2" name="Crop to summary refined head">
              <a:extLst>
                <a:ext uri="{FF2B5EF4-FFF2-40B4-BE49-F238E27FC236}">
                  <a16:creationId xmlns:a16="http://schemas.microsoft.com/office/drawing/2014/main" id="{89FED7E1-F613-7C24-5ACA-72254BA673C6}"/>
                </a:ext>
              </a:extLst>
            </p:cNvPr>
            <p:cNvSpPr>
              <a:spLocks noGrp="1"/>
            </p:cNvSpPr>
            <p:nvPr/>
          </p:nvSpPr>
          <p:spPr>
            <a:xfrm>
              <a:off x="4577144" y="6036088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3" name="Input split refined">
              <a:extLst>
                <a:ext uri="{FF2B5EF4-FFF2-40B4-BE49-F238E27FC236}">
                  <a16:creationId xmlns:a16="http://schemas.microsoft.com/office/drawing/2014/main" id="{99C3EB37-0412-EF05-19CA-BE0A37E94B36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793355"/>
              <a:ext cx="846772" cy="160020"/>
            </a:xfrm>
            <a:custGeom>
              <a:avLst/>
              <a:gdLst/>
              <a:ahLst/>
              <a:cxnLst/>
              <a:rect l="0" t="0" r="0" b="0"/>
              <a:pathLst>
                <a:path w="846772" h="160020">
                  <a:moveTo>
                    <a:pt x="846772" y="0"/>
                  </a:moveTo>
                  <a:lnTo>
                    <a:pt x="846772" y="160020"/>
                  </a:lnTo>
                  <a:lnTo>
                    <a:pt x="0" y="1600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4" name="Input split right refined">
              <a:extLst>
                <a:ext uri="{FF2B5EF4-FFF2-40B4-BE49-F238E27FC236}">
                  <a16:creationId xmlns:a16="http://schemas.microsoft.com/office/drawing/2014/main" id="{84632AA5-E282-7CB9-FC37-4466FC612D3E}"/>
                </a:ext>
              </a:extLst>
            </p:cNvPr>
            <p:cNvSpPr>
              <a:spLocks noGrp="1"/>
            </p:cNvSpPr>
            <p:nvPr/>
          </p:nvSpPr>
          <p:spPr>
            <a:xfrm>
              <a:off x="2811780" y="7953375"/>
              <a:ext cx="827723" cy="191"/>
            </a:xfrm>
            <a:custGeom>
              <a:avLst/>
              <a:gdLst/>
              <a:ahLst/>
              <a:cxnLst/>
              <a:rect l="0" t="0" r="0" b="0"/>
              <a:pathLst>
                <a:path w="827723" h="191">
                  <a:moveTo>
                    <a:pt x="0" y="0"/>
                  </a:moveTo>
                  <a:lnTo>
                    <a:pt x="827723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5" name="Inputs to pool refined">
              <a:extLst>
                <a:ext uri="{FF2B5EF4-FFF2-40B4-BE49-F238E27FC236}">
                  <a16:creationId xmlns:a16="http://schemas.microsoft.com/office/drawing/2014/main" id="{8280AFA9-997D-8C0F-9799-889B5192ED9D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6" name="Inputs to pool refined head">
              <a:extLst>
                <a:ext uri="{FF2B5EF4-FFF2-40B4-BE49-F238E27FC236}">
                  <a16:creationId xmlns:a16="http://schemas.microsoft.com/office/drawing/2014/main" id="{E9E714A3-DB71-9205-13D3-20D35CD82D5B}"/>
                </a:ext>
              </a:extLst>
            </p:cNvPr>
            <p:cNvSpPr>
              <a:spLocks noGrp="1"/>
            </p:cNvSpPr>
            <p:nvPr/>
          </p:nvSpPr>
          <p:spPr>
            <a:xfrm>
              <a:off x="1936337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77" name="Inputs to attention refined">
              <a:extLst>
                <a:ext uri="{FF2B5EF4-FFF2-40B4-BE49-F238E27FC236}">
                  <a16:creationId xmlns:a16="http://schemas.microsoft.com/office/drawing/2014/main" id="{B54BBDD3-F1F3-8205-04CA-315B6EF30A73}"/>
                </a:ext>
              </a:extLst>
            </p:cNvPr>
            <p:cNvSpPr>
              <a:spLocks noGrp="1"/>
            </p:cNvSpPr>
            <p:nvPr/>
          </p:nvSpPr>
          <p:spPr>
            <a:xfrm>
              <a:off x="3639503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8" name="Inputs to attention refined head">
              <a:extLst>
                <a:ext uri="{FF2B5EF4-FFF2-40B4-BE49-F238E27FC236}">
                  <a16:creationId xmlns:a16="http://schemas.microsoft.com/office/drawing/2014/main" id="{5D042792-8F06-9FC4-20DE-72B4A999084A}"/>
                </a:ext>
              </a:extLst>
            </p:cNvPr>
            <p:cNvSpPr>
              <a:spLocks noGrp="1"/>
            </p:cNvSpPr>
            <p:nvPr/>
          </p:nvSpPr>
          <p:spPr>
            <a:xfrm>
              <a:off x="3610832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3" name="MLP to FiLM refined">
              <a:extLst>
                <a:ext uri="{FF2B5EF4-FFF2-40B4-BE49-F238E27FC236}">
                  <a16:creationId xmlns:a16="http://schemas.microsoft.com/office/drawing/2014/main" id="{7A0A9F55-032B-E69D-6424-2F855686FC5F}"/>
                </a:ext>
              </a:extLst>
            </p:cNvPr>
            <p:cNvSpPr>
              <a:spLocks noGrp="1"/>
            </p:cNvSpPr>
            <p:nvPr/>
          </p:nvSpPr>
          <p:spPr>
            <a:xfrm>
              <a:off x="3210878" y="8968264"/>
              <a:ext cx="1502569" cy="191"/>
            </a:xfrm>
            <a:custGeom>
              <a:avLst/>
              <a:gdLst/>
              <a:ahLst/>
              <a:cxnLst/>
              <a:rect l="0" t="0" r="0" b="0"/>
              <a:pathLst>
                <a:path w="1502569" h="191">
                  <a:moveTo>
                    <a:pt x="0" y="0"/>
                  </a:moveTo>
                  <a:lnTo>
                    <a:pt x="1502569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4" name="MLP to FiLM refined head">
              <a:extLst>
                <a:ext uri="{FF2B5EF4-FFF2-40B4-BE49-F238E27FC236}">
                  <a16:creationId xmlns:a16="http://schemas.microsoft.com/office/drawing/2014/main" id="{9B301075-FA1E-791A-2BF4-6110E317808C}"/>
                </a:ext>
              </a:extLst>
            </p:cNvPr>
            <p:cNvSpPr>
              <a:spLocks noGrp="1"/>
            </p:cNvSpPr>
            <p:nvPr/>
          </p:nvSpPr>
          <p:spPr>
            <a:xfrm>
              <a:off x="4670108" y="8939594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5" name="Summary to FiLM refined">
              <a:extLst>
                <a:ext uri="{FF2B5EF4-FFF2-40B4-BE49-F238E27FC236}">
                  <a16:creationId xmlns:a16="http://schemas.microsoft.com/office/drawing/2014/main" id="{D1C400AA-2E1E-85F1-FE47-CF95D33E5EFF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6400800"/>
              <a:ext cx="191" cy="2367439"/>
            </a:xfrm>
            <a:custGeom>
              <a:avLst/>
              <a:gdLst/>
              <a:ahLst/>
              <a:cxnLst/>
              <a:rect l="0" t="0" r="0" b="0"/>
              <a:pathLst>
                <a:path w="191" h="2367439">
                  <a:moveTo>
                    <a:pt x="0" y="0"/>
                  </a:moveTo>
                  <a:lnTo>
                    <a:pt x="0" y="2367439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6" name="Summary to FiLM refined head">
              <a:extLst>
                <a:ext uri="{FF2B5EF4-FFF2-40B4-BE49-F238E27FC236}">
                  <a16:creationId xmlns:a16="http://schemas.microsoft.com/office/drawing/2014/main" id="{47C95EBB-5ED8-EF2B-9D44-31F439A97275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872490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7" name="Summary to cross attention refined">
              <a:extLst>
                <a:ext uri="{FF2B5EF4-FFF2-40B4-BE49-F238E27FC236}">
                  <a16:creationId xmlns:a16="http://schemas.microsoft.com/office/drawing/2014/main" id="{02284902-C248-08E3-9F1A-4037AE8866C1}"/>
                </a:ext>
              </a:extLst>
            </p:cNvPr>
            <p:cNvSpPr>
              <a:spLocks noGrp="1"/>
            </p:cNvSpPr>
            <p:nvPr/>
          </p:nvSpPr>
          <p:spPr>
            <a:xfrm>
              <a:off x="4425315" y="8297132"/>
              <a:ext cx="664845" cy="191"/>
            </a:xfrm>
            <a:custGeom>
              <a:avLst/>
              <a:gdLst/>
              <a:ahLst/>
              <a:cxnLst/>
              <a:rect l="0" t="0" r="0" b="0"/>
              <a:pathLst>
                <a:path w="664845" h="191">
                  <a:moveTo>
                    <a:pt x="664845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8" name="Summary to cross attention refined head">
              <a:extLst>
                <a:ext uri="{FF2B5EF4-FFF2-40B4-BE49-F238E27FC236}">
                  <a16:creationId xmlns:a16="http://schemas.microsoft.com/office/drawing/2014/main" id="{B23782A0-A926-22FD-D241-7BBADBB1E65D}"/>
                </a:ext>
              </a:extLst>
            </p:cNvPr>
            <p:cNvSpPr>
              <a:spLocks noGrp="1"/>
            </p:cNvSpPr>
            <p:nvPr/>
          </p:nvSpPr>
          <p:spPr>
            <a:xfrm>
              <a:off x="4401979" y="82684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9" name="FiLM to candidate refined">
              <a:extLst>
                <a:ext uri="{FF2B5EF4-FFF2-40B4-BE49-F238E27FC236}">
                  <a16:creationId xmlns:a16="http://schemas.microsoft.com/office/drawing/2014/main" id="{6A185475-775F-3B8B-6D70-27B58C3FC192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144953"/>
              <a:ext cx="191" cy="215360"/>
            </a:xfrm>
            <a:custGeom>
              <a:avLst/>
              <a:gdLst/>
              <a:ahLst/>
              <a:cxnLst/>
              <a:rect l="0" t="0" r="0" b="0"/>
              <a:pathLst>
                <a:path w="191" h="215360">
                  <a:moveTo>
                    <a:pt x="0" y="0"/>
                  </a:moveTo>
                  <a:lnTo>
                    <a:pt x="0" y="21536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0" name="FiLM to candidate refined head">
              <a:extLst>
                <a:ext uri="{FF2B5EF4-FFF2-40B4-BE49-F238E27FC236}">
                  <a16:creationId xmlns:a16="http://schemas.microsoft.com/office/drawing/2014/main" id="{992821E0-ACA8-8D63-D620-6FD8209E59CA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1" name="Candidate to foreground refined">
              <a:extLst>
                <a:ext uri="{FF2B5EF4-FFF2-40B4-BE49-F238E27FC236}">
                  <a16:creationId xmlns:a16="http://schemas.microsoft.com/office/drawing/2014/main" id="{AE4E8F48-6314-15BB-8412-7B0584531AE5}"/>
                </a:ext>
              </a:extLst>
            </p:cNvPr>
            <p:cNvSpPr>
              <a:spLocks noGrp="1"/>
            </p:cNvSpPr>
            <p:nvPr/>
          </p:nvSpPr>
          <p:spPr>
            <a:xfrm>
              <a:off x="2281142" y="9525000"/>
              <a:ext cx="2809018" cy="286702"/>
            </a:xfrm>
            <a:custGeom>
              <a:avLst/>
              <a:gdLst/>
              <a:ahLst/>
              <a:cxnLst/>
              <a:rect l="0" t="0" r="0" b="0"/>
              <a:pathLst>
                <a:path w="2809018" h="286702">
                  <a:moveTo>
                    <a:pt x="2809018" y="0"/>
                  </a:moveTo>
                  <a:lnTo>
                    <a:pt x="2809018" y="95250"/>
                  </a:lnTo>
                  <a:lnTo>
                    <a:pt x="0" y="95250"/>
                  </a:lnTo>
                  <a:lnTo>
                    <a:pt x="0" y="28670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2" name="Candidate to foreground refined head">
              <a:extLst>
                <a:ext uri="{FF2B5EF4-FFF2-40B4-BE49-F238E27FC236}">
                  <a16:creationId xmlns:a16="http://schemas.microsoft.com/office/drawing/2014/main" id="{0677E7DC-0FF1-DBAA-C094-41EB2D42A315}"/>
                </a:ext>
              </a:extLst>
            </p:cNvPr>
            <p:cNvSpPr>
              <a:spLocks noGrp="1"/>
            </p:cNvSpPr>
            <p:nvPr/>
          </p:nvSpPr>
          <p:spPr>
            <a:xfrm>
              <a:off x="2252472" y="976836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3" name="Foreground to probability refined">
              <a:extLst>
                <a:ext uri="{FF2B5EF4-FFF2-40B4-BE49-F238E27FC236}">
                  <a16:creationId xmlns:a16="http://schemas.microsoft.com/office/drawing/2014/main" id="{E4CD58ED-0A1F-B0AA-EF97-3808219BE949}"/>
                </a:ext>
              </a:extLst>
            </p:cNvPr>
            <p:cNvSpPr>
              <a:spLocks noGrp="1"/>
            </p:cNvSpPr>
            <p:nvPr/>
          </p:nvSpPr>
          <p:spPr>
            <a:xfrm>
              <a:off x="3081147" y="9971532"/>
              <a:ext cx="600742" cy="191"/>
            </a:xfrm>
            <a:custGeom>
              <a:avLst/>
              <a:gdLst/>
              <a:ahLst/>
              <a:cxnLst/>
              <a:rect l="0" t="0" r="0" b="0"/>
              <a:pathLst>
                <a:path w="600742" h="191">
                  <a:moveTo>
                    <a:pt x="0" y="0"/>
                  </a:moveTo>
                  <a:lnTo>
                    <a:pt x="600742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4" name="Foreground to probability refined head">
              <a:extLst>
                <a:ext uri="{FF2B5EF4-FFF2-40B4-BE49-F238E27FC236}">
                  <a16:creationId xmlns:a16="http://schemas.microsoft.com/office/drawing/2014/main" id="{A1DAB095-F195-4C3B-CBC9-7E2F408D3D78}"/>
                </a:ext>
              </a:extLst>
            </p:cNvPr>
            <p:cNvSpPr>
              <a:spLocks noGrp="1"/>
            </p:cNvSpPr>
            <p:nvPr/>
          </p:nvSpPr>
          <p:spPr>
            <a:xfrm>
              <a:off x="3638550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5" name="Candidate to cosine refined">
              <a:extLst>
                <a:ext uri="{FF2B5EF4-FFF2-40B4-BE49-F238E27FC236}">
                  <a16:creationId xmlns:a16="http://schemas.microsoft.com/office/drawing/2014/main" id="{E2D8110D-56AF-2596-CE07-2CC48DFF6903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525000"/>
              <a:ext cx="2143887" cy="446532"/>
            </a:xfrm>
            <a:custGeom>
              <a:avLst/>
              <a:gdLst/>
              <a:ahLst/>
              <a:cxnLst/>
              <a:rect l="0" t="0" r="0" b="0"/>
              <a:pathLst>
                <a:path w="2143887" h="446532">
                  <a:moveTo>
                    <a:pt x="0" y="0"/>
                  </a:moveTo>
                  <a:lnTo>
                    <a:pt x="0" y="446532"/>
                  </a:lnTo>
                  <a:lnTo>
                    <a:pt x="2143887" y="4465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6" name="Candidate to cosine refined head">
              <a:extLst>
                <a:ext uri="{FF2B5EF4-FFF2-40B4-BE49-F238E27FC236}">
                  <a16:creationId xmlns:a16="http://schemas.microsoft.com/office/drawing/2014/main" id="{A2816171-1FF5-C944-4B25-C3AC2856076C}"/>
                </a:ext>
              </a:extLst>
            </p:cNvPr>
            <p:cNvSpPr>
              <a:spLocks noGrp="1"/>
            </p:cNvSpPr>
            <p:nvPr/>
          </p:nvSpPr>
          <p:spPr>
            <a:xfrm>
              <a:off x="7190708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7" name="Selected identity to graph refined">
              <a:extLst>
                <a:ext uri="{FF2B5EF4-FFF2-40B4-BE49-F238E27FC236}">
                  <a16:creationId xmlns:a16="http://schemas.microsoft.com/office/drawing/2014/main" id="{A86456D4-EE27-6AB6-298A-C1C395CD0F3D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6134481"/>
              <a:ext cx="651129" cy="595217"/>
            </a:xfrm>
            <a:custGeom>
              <a:avLst/>
              <a:gdLst/>
              <a:ahLst/>
              <a:cxnLst/>
              <a:rect l="0" t="0" r="0" b="0"/>
              <a:pathLst>
                <a:path w="651129" h="595217">
                  <a:moveTo>
                    <a:pt x="651129" y="0"/>
                  </a:moveTo>
                  <a:lnTo>
                    <a:pt x="0" y="0"/>
                  </a:lnTo>
                  <a:lnTo>
                    <a:pt x="0" y="59521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8" name="Selected identity to graph refined head">
              <a:extLst>
                <a:ext uri="{FF2B5EF4-FFF2-40B4-BE49-F238E27FC236}">
                  <a16:creationId xmlns:a16="http://schemas.microsoft.com/office/drawing/2014/main" id="{553F7CE9-3802-4777-7306-069FAC4BF2FC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668636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9" name="Graph to GNN refined">
              <a:extLst>
                <a:ext uri="{FF2B5EF4-FFF2-40B4-BE49-F238E27FC236}">
                  <a16:creationId xmlns:a16="http://schemas.microsoft.com/office/drawing/2014/main" id="{776112CC-AAB5-95B8-1BBD-DD6212DAB3D0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441406"/>
              <a:ext cx="191" cy="153448"/>
            </a:xfrm>
            <a:custGeom>
              <a:avLst/>
              <a:gdLst/>
              <a:ahLst/>
              <a:cxnLst/>
              <a:rect l="0" t="0" r="0" b="0"/>
              <a:pathLst>
                <a:path w="191" h="153448">
                  <a:moveTo>
                    <a:pt x="0" y="0"/>
                  </a:moveTo>
                  <a:lnTo>
                    <a:pt x="0" y="15344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0" name="Graph to GNN refined head">
              <a:extLst>
                <a:ext uri="{FF2B5EF4-FFF2-40B4-BE49-F238E27FC236}">
                  <a16:creationId xmlns:a16="http://schemas.microsoft.com/office/drawing/2014/main" id="{EA4A3783-CA2A-255E-E05F-46DD3D1D62D9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755151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1" name="GNN to graph attention refined">
              <a:extLst>
                <a:ext uri="{FF2B5EF4-FFF2-40B4-BE49-F238E27FC236}">
                  <a16:creationId xmlns:a16="http://schemas.microsoft.com/office/drawing/2014/main" id="{4BB4E5E3-162E-7BBC-A0F3-D5E9E4F50A66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934420"/>
              <a:ext cx="191" cy="274320"/>
            </a:xfrm>
            <a:custGeom>
              <a:avLst/>
              <a:gdLst/>
              <a:ahLst/>
              <a:cxnLst/>
              <a:rect l="0" t="0" r="0" b="0"/>
              <a:pathLst>
                <a:path w="191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2" name="GNN to graph attention refined head">
              <a:extLst>
                <a:ext uri="{FF2B5EF4-FFF2-40B4-BE49-F238E27FC236}">
                  <a16:creationId xmlns:a16="http://schemas.microsoft.com/office/drawing/2014/main" id="{DD549152-5E28-AF15-9DF8-AFDD17DE462C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3" name="Identity to SMI-TED refined">
              <a:extLst>
                <a:ext uri="{FF2B5EF4-FFF2-40B4-BE49-F238E27FC236}">
                  <a16:creationId xmlns:a16="http://schemas.microsoft.com/office/drawing/2014/main" id="{CBA56F8A-ABA8-B5FE-307E-F31E77D2A217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6638068"/>
              <a:ext cx="191" cy="326993"/>
            </a:xfrm>
            <a:custGeom>
              <a:avLst/>
              <a:gdLst/>
              <a:ahLst/>
              <a:cxnLst/>
              <a:rect l="0" t="0" r="0" b="0"/>
              <a:pathLst>
                <a:path w="191" h="326993">
                  <a:moveTo>
                    <a:pt x="0" y="0"/>
                  </a:moveTo>
                  <a:lnTo>
                    <a:pt x="0" y="326993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4" name="Identity to SMI-TED refined head">
              <a:extLst>
                <a:ext uri="{FF2B5EF4-FFF2-40B4-BE49-F238E27FC236}">
                  <a16:creationId xmlns:a16="http://schemas.microsoft.com/office/drawing/2014/main" id="{3B5C2330-7901-31F5-ED44-E76DAA1EDBF8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692172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5" name="SMI-TED to language refined">
              <a:extLst>
                <a:ext uri="{FF2B5EF4-FFF2-40B4-BE49-F238E27FC236}">
                  <a16:creationId xmlns:a16="http://schemas.microsoft.com/office/drawing/2014/main" id="{88CCFB55-EF25-7EDB-C39C-81522F4CDC18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7304627"/>
              <a:ext cx="191" cy="1013841"/>
            </a:xfrm>
            <a:custGeom>
              <a:avLst/>
              <a:gdLst/>
              <a:ahLst/>
              <a:cxnLst/>
              <a:rect l="0" t="0" r="0" b="0"/>
              <a:pathLst>
                <a:path w="191" h="1013841">
                  <a:moveTo>
                    <a:pt x="0" y="0"/>
                  </a:moveTo>
                  <a:lnTo>
                    <a:pt x="0" y="101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6" name="SMI-TED to language refined head">
              <a:extLst>
                <a:ext uri="{FF2B5EF4-FFF2-40B4-BE49-F238E27FC236}">
                  <a16:creationId xmlns:a16="http://schemas.microsoft.com/office/drawing/2014/main" id="{0B9A769D-BF92-4BFE-BB6B-B64FD8B4C236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827513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7" name="Other identities refined">
              <a:extLst>
                <a:ext uri="{FF2B5EF4-FFF2-40B4-BE49-F238E27FC236}">
                  <a16:creationId xmlns:a16="http://schemas.microsoft.com/office/drawing/2014/main" id="{8536F3A0-29A0-E383-6462-0A3D9E67675B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581174"/>
              <a:ext cx="613886" cy="1373695"/>
            </a:xfrm>
            <a:custGeom>
              <a:avLst/>
              <a:gdLst/>
              <a:ahLst/>
              <a:cxnLst/>
              <a:rect l="0" t="0" r="0" b="0"/>
              <a:pathLst>
                <a:path w="613886" h="1373695">
                  <a:moveTo>
                    <a:pt x="0" y="0"/>
                  </a:moveTo>
                  <a:lnTo>
                    <a:pt x="613886" y="0"/>
                  </a:lnTo>
                  <a:lnTo>
                    <a:pt x="613886" y="137369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8" name="Other identities refined head">
              <a:extLst>
                <a:ext uri="{FF2B5EF4-FFF2-40B4-BE49-F238E27FC236}">
                  <a16:creationId xmlns:a16="http://schemas.microsoft.com/office/drawing/2014/main" id="{771CC774-5445-1EAF-E8B1-8C0E70AB2B80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691153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9" name="Other identities middle refined">
              <a:extLst>
                <a:ext uri="{FF2B5EF4-FFF2-40B4-BE49-F238E27FC236}">
                  <a16:creationId xmlns:a16="http://schemas.microsoft.com/office/drawing/2014/main" id="{3A6829D1-1CC0-FB8D-B846-F13ABF154EBD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851112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0" name="Other identities lower refined">
              <a:extLst>
                <a:ext uri="{FF2B5EF4-FFF2-40B4-BE49-F238E27FC236}">
                  <a16:creationId xmlns:a16="http://schemas.microsoft.com/office/drawing/2014/main" id="{AEF056DC-5AD1-EE46-3B0B-1D76AFD09AB2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6533293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1" name="Context SMI-TED to matrix refined">
              <a:extLst>
                <a:ext uri="{FF2B5EF4-FFF2-40B4-BE49-F238E27FC236}">
                  <a16:creationId xmlns:a16="http://schemas.microsoft.com/office/drawing/2014/main" id="{C1AAFB30-41AE-8093-95AA-9566965F692F}"/>
                </a:ext>
              </a:extLst>
            </p:cNvPr>
            <p:cNvSpPr>
              <a:spLocks noGrp="1"/>
            </p:cNvSpPr>
            <p:nvPr/>
          </p:nvSpPr>
          <p:spPr>
            <a:xfrm>
              <a:off x="9797891" y="7294436"/>
              <a:ext cx="191" cy="264128"/>
            </a:xfrm>
            <a:custGeom>
              <a:avLst/>
              <a:gdLst/>
              <a:ahLst/>
              <a:cxnLst/>
              <a:rect l="0" t="0" r="0" b="0"/>
              <a:pathLst>
                <a:path w="191" h="264128">
                  <a:moveTo>
                    <a:pt x="0" y="0"/>
                  </a:moveTo>
                  <a:lnTo>
                    <a:pt x="0" y="26412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2" name="Context SMI-TED to matrix refined head">
              <a:extLst>
                <a:ext uri="{FF2B5EF4-FFF2-40B4-BE49-F238E27FC236}">
                  <a16:creationId xmlns:a16="http://schemas.microsoft.com/office/drawing/2014/main" id="{9EECBFBB-57F7-442C-6D26-140D10B912EE}"/>
                </a:ext>
              </a:extLst>
            </p:cNvPr>
            <p:cNvSpPr>
              <a:spLocks noGrp="1"/>
            </p:cNvSpPr>
            <p:nvPr/>
          </p:nvSpPr>
          <p:spPr>
            <a:xfrm>
              <a:off x="9769221" y="751522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3" name="Context matrix to attention refined">
              <a:extLst>
                <a:ext uri="{FF2B5EF4-FFF2-40B4-BE49-F238E27FC236}">
                  <a16:creationId xmlns:a16="http://schemas.microsoft.com/office/drawing/2014/main" id="{D096CBE9-E7F6-AF5D-E966-CC012BA4FBEB}"/>
                </a:ext>
              </a:extLst>
            </p:cNvPr>
            <p:cNvSpPr>
              <a:spLocks noGrp="1"/>
            </p:cNvSpPr>
            <p:nvPr/>
          </p:nvSpPr>
          <p:spPr>
            <a:xfrm>
              <a:off x="9787414" y="7958995"/>
              <a:ext cx="191" cy="249745"/>
            </a:xfrm>
            <a:custGeom>
              <a:avLst/>
              <a:gdLst/>
              <a:ahLst/>
              <a:cxnLst/>
              <a:rect l="0" t="0" r="0" b="0"/>
              <a:pathLst>
                <a:path w="191" h="249745">
                  <a:moveTo>
                    <a:pt x="0" y="0"/>
                  </a:moveTo>
                  <a:lnTo>
                    <a:pt x="0" y="2497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4" name="Context matrix to attention refined head">
              <a:extLst>
                <a:ext uri="{FF2B5EF4-FFF2-40B4-BE49-F238E27FC236}">
                  <a16:creationId xmlns:a16="http://schemas.microsoft.com/office/drawing/2014/main" id="{690EC056-EB62-7224-0FA6-3D31987B1BA4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5" name="Language query left refined">
              <a:extLst>
                <a:ext uri="{FF2B5EF4-FFF2-40B4-BE49-F238E27FC236}">
                  <a16:creationId xmlns:a16="http://schemas.microsoft.com/office/drawing/2014/main" id="{A30E78FE-C259-B157-B21F-055905283BB5}"/>
                </a:ext>
              </a:extLst>
            </p:cNvPr>
            <p:cNvSpPr>
              <a:spLocks noGrp="1"/>
            </p:cNvSpPr>
            <p:nvPr/>
          </p:nvSpPr>
          <p:spPr>
            <a:xfrm>
              <a:off x="7373684" y="8408765"/>
              <a:ext cx="479012" cy="191"/>
            </a:xfrm>
            <a:custGeom>
              <a:avLst/>
              <a:gdLst/>
              <a:ahLst/>
              <a:cxnLst/>
              <a:rect l="0" t="0" r="0" b="0"/>
              <a:pathLst>
                <a:path w="479012" h="191">
                  <a:moveTo>
                    <a:pt x="479012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6" name="Language query left refined head">
              <a:extLst>
                <a:ext uri="{FF2B5EF4-FFF2-40B4-BE49-F238E27FC236}">
                  <a16:creationId xmlns:a16="http://schemas.microsoft.com/office/drawing/2014/main" id="{FE5DE1AD-1E5B-8D08-60A7-F5DABA7BC560}"/>
                </a:ext>
              </a:extLst>
            </p:cNvPr>
            <p:cNvSpPr>
              <a:spLocks noGrp="1"/>
            </p:cNvSpPr>
            <p:nvPr/>
          </p:nvSpPr>
          <p:spPr>
            <a:xfrm>
              <a:off x="735034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7" name="Language query right refined">
              <a:extLst>
                <a:ext uri="{FF2B5EF4-FFF2-40B4-BE49-F238E27FC236}">
                  <a16:creationId xmlns:a16="http://schemas.microsoft.com/office/drawing/2014/main" id="{ABD8772C-0594-9A63-B4F1-52882ECC12F6}"/>
                </a:ext>
              </a:extLst>
            </p:cNvPr>
            <p:cNvSpPr>
              <a:spLocks noGrp="1"/>
            </p:cNvSpPr>
            <p:nvPr/>
          </p:nvSpPr>
          <p:spPr>
            <a:xfrm>
              <a:off x="8522399" y="8408765"/>
              <a:ext cx="478917" cy="191"/>
            </a:xfrm>
            <a:custGeom>
              <a:avLst/>
              <a:gdLst/>
              <a:ahLst/>
              <a:cxnLst/>
              <a:rect l="0" t="0" r="0" b="0"/>
              <a:pathLst>
                <a:path w="478917" h="191">
                  <a:moveTo>
                    <a:pt x="0" y="0"/>
                  </a:moveTo>
                  <a:lnTo>
                    <a:pt x="478917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8" name="Language query right refined head">
              <a:extLst>
                <a:ext uri="{FF2B5EF4-FFF2-40B4-BE49-F238E27FC236}">
                  <a16:creationId xmlns:a16="http://schemas.microsoft.com/office/drawing/2014/main" id="{D2649B87-D3EE-094F-70CF-27FD3BA45466}"/>
                </a:ext>
              </a:extLst>
            </p:cNvPr>
            <p:cNvSpPr>
              <a:spLocks noGrp="1"/>
            </p:cNvSpPr>
            <p:nvPr/>
          </p:nvSpPr>
          <p:spPr>
            <a:xfrm>
              <a:off x="895797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9" name="Language to fusion refined">
              <a:extLst>
                <a:ext uri="{FF2B5EF4-FFF2-40B4-BE49-F238E27FC236}">
                  <a16:creationId xmlns:a16="http://schemas.microsoft.com/office/drawing/2014/main" id="{4E24FAEB-8215-5E2A-B9CD-3E87CEE1FEE1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8475726"/>
              <a:ext cx="191" cy="281845"/>
            </a:xfrm>
            <a:custGeom>
              <a:avLst/>
              <a:gdLst/>
              <a:ahLst/>
              <a:cxnLst/>
              <a:rect l="0" t="0" r="0" b="0"/>
              <a:pathLst>
                <a:path w="191" h="281845">
                  <a:moveTo>
                    <a:pt x="0" y="0"/>
                  </a:moveTo>
                  <a:lnTo>
                    <a:pt x="0" y="2818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0" name="Language to fusion refined head">
              <a:extLst>
                <a:ext uri="{FF2B5EF4-FFF2-40B4-BE49-F238E27FC236}">
                  <a16:creationId xmlns:a16="http://schemas.microsoft.com/office/drawing/2014/main" id="{085C8DAF-1B87-795B-B97A-AB6758F7C06F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871423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1" name="Graph attention to fusion refined">
              <a:extLst>
                <a:ext uri="{FF2B5EF4-FFF2-40B4-BE49-F238E27FC236}">
                  <a16:creationId xmlns:a16="http://schemas.microsoft.com/office/drawing/2014/main" id="{C1DA1E59-02B7-D372-ECF1-5F36BA6E8655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8585549"/>
              <a:ext cx="1092899" cy="362807"/>
            </a:xfrm>
            <a:custGeom>
              <a:avLst/>
              <a:gdLst/>
              <a:ahLst/>
              <a:cxnLst/>
              <a:rect l="0" t="0" r="0" b="0"/>
              <a:pathLst>
                <a:path w="1092899" h="362807">
                  <a:moveTo>
                    <a:pt x="0" y="0"/>
                  </a:moveTo>
                  <a:lnTo>
                    <a:pt x="0" y="362807"/>
                  </a:lnTo>
                  <a:lnTo>
                    <a:pt x="1092899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2" name="Graph attention to fusion refined head">
              <a:extLst>
                <a:ext uri="{FF2B5EF4-FFF2-40B4-BE49-F238E27FC236}">
                  <a16:creationId xmlns:a16="http://schemas.microsoft.com/office/drawing/2014/main" id="{9A522498-4122-B781-F26F-A74A872C9591}"/>
                </a:ext>
              </a:extLst>
            </p:cNvPr>
            <p:cNvSpPr>
              <a:spLocks noGrp="1"/>
            </p:cNvSpPr>
            <p:nvPr/>
          </p:nvSpPr>
          <p:spPr>
            <a:xfrm>
              <a:off x="7674388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3" name="Context attention to fusion refined">
              <a:extLst>
                <a:ext uri="{FF2B5EF4-FFF2-40B4-BE49-F238E27FC236}">
                  <a16:creationId xmlns:a16="http://schemas.microsoft.com/office/drawing/2014/main" id="{73BB77C2-562A-9B77-6817-6CDD3B5B7E97}"/>
                </a:ext>
              </a:extLst>
            </p:cNvPr>
            <p:cNvSpPr>
              <a:spLocks noGrp="1"/>
            </p:cNvSpPr>
            <p:nvPr/>
          </p:nvSpPr>
          <p:spPr>
            <a:xfrm>
              <a:off x="8657368" y="8585549"/>
              <a:ext cx="1130046" cy="362807"/>
            </a:xfrm>
            <a:custGeom>
              <a:avLst/>
              <a:gdLst/>
              <a:ahLst/>
              <a:cxnLst/>
              <a:rect l="0" t="0" r="0" b="0"/>
              <a:pathLst>
                <a:path w="1130046" h="362807">
                  <a:moveTo>
                    <a:pt x="1130046" y="0"/>
                  </a:moveTo>
                  <a:lnTo>
                    <a:pt x="1130046" y="362807"/>
                  </a:lnTo>
                  <a:lnTo>
                    <a:pt x="0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4" name="Context attention to fusion refined head">
              <a:extLst>
                <a:ext uri="{FF2B5EF4-FFF2-40B4-BE49-F238E27FC236}">
                  <a16:creationId xmlns:a16="http://schemas.microsoft.com/office/drawing/2014/main" id="{DDD46BFF-DED4-7AB5-C1C4-B58B2E44137C}"/>
                </a:ext>
              </a:extLst>
            </p:cNvPr>
            <p:cNvSpPr>
              <a:spLocks noGrp="1"/>
            </p:cNvSpPr>
            <p:nvPr/>
          </p:nvSpPr>
          <p:spPr>
            <a:xfrm>
              <a:off x="8634032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5" name="Fusion to identity vector refined">
              <a:extLst>
                <a:ext uri="{FF2B5EF4-FFF2-40B4-BE49-F238E27FC236}">
                  <a16:creationId xmlns:a16="http://schemas.microsoft.com/office/drawing/2014/main" id="{9F13DA3E-FDFB-7843-C331-25235D412197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115806"/>
              <a:ext cx="191" cy="244507"/>
            </a:xfrm>
            <a:custGeom>
              <a:avLst/>
              <a:gdLst/>
              <a:ahLst/>
              <a:cxnLst/>
              <a:rect l="0" t="0" r="0" b="0"/>
              <a:pathLst>
                <a:path w="191" h="244507">
                  <a:moveTo>
                    <a:pt x="0" y="0"/>
                  </a:moveTo>
                  <a:lnTo>
                    <a:pt x="0" y="2445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6" name="Fusion to identity vector refined head">
              <a:extLst>
                <a:ext uri="{FF2B5EF4-FFF2-40B4-BE49-F238E27FC236}">
                  <a16:creationId xmlns:a16="http://schemas.microsoft.com/office/drawing/2014/main" id="{6C12F012-3045-E74A-9EB9-985744FA57A0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7" name="Identity vector to cosine refined">
              <a:extLst>
                <a:ext uri="{FF2B5EF4-FFF2-40B4-BE49-F238E27FC236}">
                  <a16:creationId xmlns:a16="http://schemas.microsoft.com/office/drawing/2014/main" id="{F0802B08-A73B-3846-5294-13EC0E95380D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517571"/>
              <a:ext cx="191" cy="253841"/>
            </a:xfrm>
            <a:custGeom>
              <a:avLst/>
              <a:gdLst/>
              <a:ahLst/>
              <a:cxnLst/>
              <a:rect l="0" t="0" r="0" b="0"/>
              <a:pathLst>
                <a:path w="191" h="253841">
                  <a:moveTo>
                    <a:pt x="0" y="0"/>
                  </a:moveTo>
                  <a:lnTo>
                    <a:pt x="0" y="25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8" name="Identity vector to cosine refined head">
              <a:extLst>
                <a:ext uri="{FF2B5EF4-FFF2-40B4-BE49-F238E27FC236}">
                  <a16:creationId xmlns:a16="http://schemas.microsoft.com/office/drawing/2014/main" id="{6DB7F570-B2D2-FD34-518C-6E5ACAB5556E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728073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9" name="Cosine to score matrix refined">
              <a:extLst>
                <a:ext uri="{FF2B5EF4-FFF2-40B4-BE49-F238E27FC236}">
                  <a16:creationId xmlns:a16="http://schemas.microsoft.com/office/drawing/2014/main" id="{EA256513-23A6-04D1-EA62-188533F226E6}"/>
                </a:ext>
              </a:extLst>
            </p:cNvPr>
            <p:cNvSpPr>
              <a:spLocks noGrp="1"/>
            </p:cNvSpPr>
            <p:nvPr/>
          </p:nvSpPr>
          <p:spPr>
            <a:xfrm>
              <a:off x="8596884" y="9971532"/>
              <a:ext cx="619030" cy="191"/>
            </a:xfrm>
            <a:custGeom>
              <a:avLst/>
              <a:gdLst/>
              <a:ahLst/>
              <a:cxnLst/>
              <a:rect l="0" t="0" r="0" b="0"/>
              <a:pathLst>
                <a:path w="619030" h="191">
                  <a:moveTo>
                    <a:pt x="0" y="0"/>
                  </a:moveTo>
                  <a:lnTo>
                    <a:pt x="61903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30" name="Cosine to score matrix refined head">
              <a:extLst>
                <a:ext uri="{FF2B5EF4-FFF2-40B4-BE49-F238E27FC236}">
                  <a16:creationId xmlns:a16="http://schemas.microsoft.com/office/drawing/2014/main" id="{A8D51F7E-6DB8-6843-D4B3-827B9430AB8D}"/>
                </a:ext>
              </a:extLst>
            </p:cNvPr>
            <p:cNvSpPr>
              <a:spLocks noGrp="1"/>
            </p:cNvSpPr>
            <p:nvPr/>
          </p:nvSpPr>
          <p:spPr>
            <a:xfrm>
              <a:off x="9172575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</p:grpSp>
      <p:pic>
        <p:nvPicPr>
          <p:cNvPr id="1435" name="Find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CA67D3B5-1CFB-17BC-6374-1635E52DEA1C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606854" y="1209339"/>
            <a:ext cx="477913" cy="456900"/>
          </a:xfrm>
          <a:prstGeom prst="rect">
            <a:avLst/>
          </a:prstGeom>
        </p:spPr>
      </p:pic>
      <p:pic>
        <p:nvPicPr>
          <p:cNvPr id="1436" name="Match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7370C999-C9EE-2E1C-EA37-60D30FD30D00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582406" y="2388765"/>
            <a:ext cx="332109" cy="317507"/>
          </a:xfrm>
          <a:prstGeom prst="rect">
            <a:avLst/>
          </a:prstGeom>
        </p:spPr>
      </p:pic>
      <p:pic>
        <p:nvPicPr>
          <p:cNvPr id="1437" name="a | 56-channel tensor stack" descr="Synthetic voxel-grid density schematic">
            <a:extLst>
              <a:ext uri="{FF2B5EF4-FFF2-40B4-BE49-F238E27FC236}">
                <a16:creationId xmlns:a16="http://schemas.microsoft.com/office/drawing/2014/main" id="{3F9E1182-2C6A-039D-2D64-3723B91CA00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48575" y="566797"/>
            <a:ext cx="343801" cy="237886"/>
          </a:xfrm>
          <a:prstGeom prst="rect">
            <a:avLst/>
          </a:prstGeom>
        </p:spPr>
      </p:pic>
      <p:sp>
        <p:nvSpPr>
          <p:cNvPr id="1442" name="文本框 1441">
            <a:extLst>
              <a:ext uri="{FF2B5EF4-FFF2-40B4-BE49-F238E27FC236}">
                <a16:creationId xmlns:a16="http://schemas.microsoft.com/office/drawing/2014/main" id="{5A6B474E-BC0D-1A68-F0D2-B5ACCB35446D}"/>
              </a:ext>
            </a:extLst>
          </p:cNvPr>
          <p:cNvSpPr txBox="1"/>
          <p:nvPr/>
        </p:nvSpPr>
        <p:spPr>
          <a:xfrm>
            <a:off x="1137627" y="775016"/>
            <a:ext cx="559769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50" dirty="0">
                <a:solidFill>
                  <a:srgbClr val="71808C"/>
                </a:solidFill>
                <a:latin typeface="Arial"/>
                <a:cs typeface="Arial"/>
              </a:rPr>
              <a:t>56 channels</a:t>
            </a:r>
            <a:endParaRPr lang="zh-CN" altLang="en-US" sz="550" dirty="0">
              <a:solidFill>
                <a:srgbClr val="71808C"/>
              </a:solidFill>
              <a:latin typeface="Arial"/>
              <a:cs typeface="Arial"/>
            </a:endParaRPr>
          </a:p>
        </p:txBody>
      </p:sp>
      <p:sp>
        <p:nvSpPr>
          <p:cNvPr id="1443" name="V8 embedding computation frame"/>
          <p:cNvSpPr/>
          <p:nvPr/>
        </p:nvSpPr>
        <p:spPr>
          <a:xfrm>
            <a:off x="1229360" y="1305560"/>
            <a:ext cx="386080" cy="417830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6096" cap="rnd">
            <a:solidFill>
              <a:srgbClr val="C5BDD5"/>
            </a:solidFill>
            <a:prstDash val="solid"/>
            <a:round/>
          </a:ln>
        </p:spPr>
      </p:sp>
      <p:sp>
        <p:nvSpPr>
          <p:cNvPr id="1444" name="V8 embedding neighbor 1 to center"/>
          <p:cNvSpPr/>
          <p:nvPr/>
        </p:nvSpPr>
        <p:spPr>
          <a:xfrm>
            <a:off x="1285542" y="1388677"/>
            <a:ext cx="84338" cy="113635"/>
          </a:xfrm>
          <a:custGeom>
            <a:avLst/>
            <a:gdLst/>
            <a:ahLst/>
            <a:cxnLst/>
            <a:rect l="l" t="t" r="r" b="b"/>
            <a:pathLst>
              <a:path w="84338" h="113635">
                <a:moveTo>
                  <a:pt x="0" y="0"/>
                </a:moveTo>
                <a:lnTo>
                  <a:pt x="84338" y="11363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5" name="V8 embedding neighbor 1 to center head"/>
          <p:cNvSpPr/>
          <p:nvPr/>
        </p:nvSpPr>
        <p:spPr>
          <a:xfrm>
            <a:off x="1356289" y="1488319"/>
            <a:ext cx="18870" cy="21105"/>
          </a:xfrm>
          <a:custGeom>
            <a:avLst/>
            <a:gdLst/>
            <a:ahLst/>
            <a:cxnLst/>
            <a:rect l="l" t="t" r="r" b="b"/>
            <a:pathLst>
              <a:path w="18870" h="21105">
                <a:moveTo>
                  <a:pt x="18870" y="21105"/>
                </a:moveTo>
                <a:lnTo>
                  <a:pt x="14277" y="0"/>
                </a:lnTo>
                <a:lnTo>
                  <a:pt x="0" y="10596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6" name="V8 embedding neighbor 1"/>
          <p:cNvSpPr/>
          <p:nvPr/>
        </p:nvSpPr>
        <p:spPr>
          <a:xfrm>
            <a:off x="1259522" y="1358582"/>
            <a:ext cx="28575" cy="2857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47" name="V8 embedding neighbor 2 to center"/>
          <p:cNvSpPr/>
          <p:nvPr/>
        </p:nvSpPr>
        <p:spPr>
          <a:xfrm>
            <a:off x="1415442" y="1384737"/>
            <a:ext cx="68064" cy="115185"/>
          </a:xfrm>
          <a:custGeom>
            <a:avLst/>
            <a:gdLst/>
            <a:ahLst/>
            <a:cxnLst/>
            <a:rect l="l" t="t" r="r" b="b"/>
            <a:pathLst>
              <a:path w="68064" h="115185">
                <a:moveTo>
                  <a:pt x="68064" y="0"/>
                </a:moveTo>
                <a:lnTo>
                  <a:pt x="0" y="11518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8" name="V8 embedding neighbor 2 to center head"/>
          <p:cNvSpPr/>
          <p:nvPr/>
        </p:nvSpPr>
        <p:spPr>
          <a:xfrm>
            <a:off x="1410935" y="1486079"/>
            <a:ext cx="17668" cy="21470"/>
          </a:xfrm>
          <a:custGeom>
            <a:avLst/>
            <a:gdLst/>
            <a:ahLst/>
            <a:cxnLst/>
            <a:rect l="l" t="t" r="r" b="b"/>
            <a:pathLst>
              <a:path w="17668" h="21470">
                <a:moveTo>
                  <a:pt x="0" y="21470"/>
                </a:moveTo>
                <a:lnTo>
                  <a:pt x="17668" y="9045"/>
                </a:lnTo>
                <a:lnTo>
                  <a:pt x="2361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9" name="V8 embedding neighbor 2"/>
          <p:cNvSpPr/>
          <p:nvPr/>
        </p:nvSpPr>
        <p:spPr>
          <a:xfrm>
            <a:off x="1477962" y="1352232"/>
            <a:ext cx="31115" cy="3111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0" name="V8 embedding upper curved aggregation"/>
          <p:cNvSpPr/>
          <p:nvPr/>
        </p:nvSpPr>
        <p:spPr>
          <a:xfrm>
            <a:off x="1428750" y="1449794"/>
            <a:ext cx="120650" cy="48806"/>
          </a:xfrm>
          <a:custGeom>
            <a:avLst/>
            <a:gdLst/>
            <a:ahLst/>
            <a:cxnLst/>
            <a:rect l="l" t="t" r="r" b="b"/>
            <a:pathLst>
              <a:path w="120650" h="48806">
                <a:moveTo>
                  <a:pt x="118713" y="0"/>
                </a:moveTo>
                <a:cubicBezTo>
                  <a:pt x="120650" y="36106"/>
                  <a:pt x="44450" y="29756"/>
                  <a:pt x="0" y="48806"/>
                </a:cubicBez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1" name="V8 embedding upper curved aggregation tip"/>
          <p:cNvSpPr/>
          <p:nvPr/>
        </p:nvSpPr>
        <p:spPr>
          <a:xfrm>
            <a:off x="1420039" y="1498600"/>
            <a:ext cx="8711" cy="4690"/>
          </a:xfrm>
          <a:custGeom>
            <a:avLst/>
            <a:gdLst/>
            <a:ahLst/>
            <a:cxnLst/>
            <a:rect l="l" t="t" r="r" b="b"/>
            <a:pathLst>
              <a:path w="8711" h="4690">
                <a:moveTo>
                  <a:pt x="8711" y="0"/>
                </a:moveTo>
                <a:lnTo>
                  <a:pt x="0" y="469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2" name="V8 embedding upper curved aggregation tip head"/>
          <p:cNvSpPr/>
          <p:nvPr/>
        </p:nvSpPr>
        <p:spPr>
          <a:xfrm>
            <a:off x="1412240" y="1490330"/>
            <a:ext cx="21547" cy="17160"/>
          </a:xfrm>
          <a:custGeom>
            <a:avLst/>
            <a:gdLst/>
            <a:ahLst/>
            <a:cxnLst/>
            <a:rect l="l" t="t" r="r" b="b"/>
            <a:pathLst>
              <a:path w="21547" h="17160">
                <a:moveTo>
                  <a:pt x="0" y="17160"/>
                </a:moveTo>
                <a:lnTo>
                  <a:pt x="21547" y="15655"/>
                </a:lnTo>
                <a:lnTo>
                  <a:pt x="13117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3" name="V8 embedding neighbor 3"/>
          <p:cNvSpPr/>
          <p:nvPr/>
        </p:nvSpPr>
        <p:spPr>
          <a:xfrm>
            <a:off x="1550670" y="1426210"/>
            <a:ext cx="27940" cy="2794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4" name="V8 embedding curved aggregation"/>
          <p:cNvSpPr/>
          <p:nvPr/>
        </p:nvSpPr>
        <p:spPr>
          <a:xfrm>
            <a:off x="1270000" y="1503680"/>
            <a:ext cx="77470" cy="107970"/>
          </a:xfrm>
          <a:custGeom>
            <a:avLst/>
            <a:gdLst/>
            <a:ahLst/>
            <a:cxnLst/>
            <a:rect l="l" t="t" r="r" b="b"/>
            <a:pathLst>
              <a:path w="77470" h="107970">
                <a:moveTo>
                  <a:pt x="17311" y="107970"/>
                </a:moveTo>
                <a:cubicBezTo>
                  <a:pt x="0" y="29210"/>
                  <a:pt x="35560" y="0"/>
                  <a:pt x="77470" y="12700"/>
                </a:cubicBez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5" name="V8 embedding curved aggregation tip"/>
          <p:cNvSpPr/>
          <p:nvPr/>
        </p:nvSpPr>
        <p:spPr>
          <a:xfrm>
            <a:off x="1347470" y="1516380"/>
            <a:ext cx="6039" cy="3020"/>
          </a:xfrm>
          <a:custGeom>
            <a:avLst/>
            <a:gdLst/>
            <a:ahLst/>
            <a:cxnLst/>
            <a:rect l="l" t="t" r="r" b="b"/>
            <a:pathLst>
              <a:path w="6039" h="3020">
                <a:moveTo>
                  <a:pt x="0" y="0"/>
                </a:moveTo>
                <a:lnTo>
                  <a:pt x="6039" y="3020"/>
                </a:ln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6" name="V8 embedding curved aggregation tip head"/>
          <p:cNvSpPr/>
          <p:nvPr/>
        </p:nvSpPr>
        <p:spPr>
          <a:xfrm>
            <a:off x="1337578" y="1504405"/>
            <a:ext cx="25132" cy="19595"/>
          </a:xfrm>
          <a:custGeom>
            <a:avLst/>
            <a:gdLst/>
            <a:ahLst/>
            <a:cxnLst/>
            <a:rect l="l" t="t" r="r" b="b"/>
            <a:pathLst>
              <a:path w="25132" h="19595">
                <a:moveTo>
                  <a:pt x="25132" y="19595"/>
                </a:moveTo>
                <a:lnTo>
                  <a:pt x="9371" y="0"/>
                </a:lnTo>
                <a:lnTo>
                  <a:pt x="0" y="18743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7" name="V8 embedding neighbor 4"/>
          <p:cNvSpPr/>
          <p:nvPr/>
        </p:nvSpPr>
        <p:spPr>
          <a:xfrm>
            <a:off x="1255395" y="1607185"/>
            <a:ext cx="31750" cy="3175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8" name="V8 embedding neighbor 5 to center"/>
          <p:cNvSpPr/>
          <p:nvPr/>
        </p:nvSpPr>
        <p:spPr>
          <a:xfrm>
            <a:off x="1385690" y="1576570"/>
            <a:ext cx="5857" cy="82734"/>
          </a:xfrm>
          <a:custGeom>
            <a:avLst/>
            <a:gdLst/>
            <a:ahLst/>
            <a:cxnLst/>
            <a:rect l="l" t="t" r="r" b="b"/>
            <a:pathLst>
              <a:path w="5857" h="82734">
                <a:moveTo>
                  <a:pt x="0" y="82734"/>
                </a:moveTo>
                <a:lnTo>
                  <a:pt x="5857" y="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9" name="V8 embedding neighbor 5 to center head"/>
          <p:cNvSpPr/>
          <p:nvPr/>
        </p:nvSpPr>
        <p:spPr>
          <a:xfrm>
            <a:off x="1381915" y="1567734"/>
            <a:ext cx="17736" cy="20264"/>
          </a:xfrm>
          <a:custGeom>
            <a:avLst/>
            <a:gdLst/>
            <a:ahLst/>
            <a:cxnLst/>
            <a:rect l="l" t="t" r="r" b="b"/>
            <a:pathLst>
              <a:path w="17736" h="20264">
                <a:moveTo>
                  <a:pt x="10258" y="0"/>
                </a:moveTo>
                <a:lnTo>
                  <a:pt x="0" y="19008"/>
                </a:lnTo>
                <a:lnTo>
                  <a:pt x="17736" y="2026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60" name="V8 embedding neighbor 5"/>
          <p:cNvSpPr/>
          <p:nvPr/>
        </p:nvSpPr>
        <p:spPr>
          <a:xfrm>
            <a:off x="1369695" y="1664335"/>
            <a:ext cx="29210" cy="2921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61" name="V8 embedding center"/>
          <p:cNvSpPr/>
          <p:nvPr/>
        </p:nvSpPr>
        <p:spPr>
          <a:xfrm>
            <a:off x="1372235" y="1513205"/>
            <a:ext cx="44450" cy="44450"/>
          </a:xfrm>
          <a:prstGeom prst="ellipse">
            <a:avLst/>
          </a:prstGeom>
          <a:noFill/>
          <a:ln w="9906" cap="rnd">
            <a:solidFill>
              <a:srgbClr val="3B8C80"/>
            </a:solidFill>
            <a:prstDash val="solid"/>
            <a:round/>
          </a:ln>
        </p:spPr>
      </p:sp>
      <p:sp>
        <p:nvSpPr>
          <p:cNvPr id="1462" name="V8 embedding feature 1"/>
          <p:cNvSpPr/>
          <p:nvPr/>
        </p:nvSpPr>
        <p:spPr>
          <a:xfrm>
            <a:off x="1426210" y="1518285"/>
            <a:ext cx="18415" cy="34290"/>
          </a:xfrm>
          <a:prstGeom prst="rect">
            <a:avLst/>
          </a:prstGeom>
          <a:solidFill>
            <a:srgbClr val="3E8F9A"/>
          </a:solidFill>
          <a:ln w="0" cap="rnd">
            <a:noFill/>
          </a:ln>
        </p:spPr>
      </p:sp>
      <p:sp>
        <p:nvSpPr>
          <p:cNvPr id="1463" name="V8 embedding feature 2"/>
          <p:cNvSpPr/>
          <p:nvPr/>
        </p:nvSpPr>
        <p:spPr>
          <a:xfrm>
            <a:off x="1445895" y="1518285"/>
            <a:ext cx="18415" cy="34290"/>
          </a:xfrm>
          <a:prstGeom prst="rect">
            <a:avLst/>
          </a:prstGeom>
          <a:solidFill>
            <a:srgbClr val="88BEC3"/>
          </a:solidFill>
          <a:ln w="0" cap="rnd">
            <a:noFill/>
          </a:ln>
        </p:spPr>
      </p:sp>
      <p:sp>
        <p:nvSpPr>
          <p:cNvPr id="1464" name="V8 embedding feature 3"/>
          <p:cNvSpPr/>
          <p:nvPr/>
        </p:nvSpPr>
        <p:spPr>
          <a:xfrm>
            <a:off x="1465580" y="1518285"/>
            <a:ext cx="18415" cy="34290"/>
          </a:xfrm>
          <a:prstGeom prst="rect">
            <a:avLst/>
          </a:prstGeom>
          <a:solidFill>
            <a:srgbClr val="67AD9F"/>
          </a:solidFill>
          <a:ln w="0" cap="rnd">
            <a:noFill/>
          </a:ln>
        </p:spPr>
      </p:sp>
      <p:sp>
        <p:nvSpPr>
          <p:cNvPr id="1465" name="V8 embedding feature 4"/>
          <p:cNvSpPr/>
          <p:nvPr/>
        </p:nvSpPr>
        <p:spPr>
          <a:xfrm>
            <a:off x="1485265" y="1518285"/>
            <a:ext cx="18415" cy="34290"/>
          </a:xfrm>
          <a:prstGeom prst="rect">
            <a:avLst/>
          </a:prstGeom>
          <a:solidFill>
            <a:srgbClr val="B6D8CC"/>
          </a:solidFill>
          <a:ln w="0" cap="rnd">
            <a:noFill/>
          </a:ln>
        </p:spPr>
      </p:sp>
      <p:sp>
        <p:nvSpPr>
          <p:cNvPr id="1466" name="V8 embedding feature 5"/>
          <p:cNvSpPr/>
          <p:nvPr/>
        </p:nvSpPr>
        <p:spPr>
          <a:xfrm>
            <a:off x="1504950" y="1518285"/>
            <a:ext cx="18415" cy="34290"/>
          </a:xfrm>
          <a:prstGeom prst="rect">
            <a:avLst/>
          </a:prstGeom>
          <a:solidFill>
            <a:srgbClr val="3B8C80"/>
          </a:solidFill>
          <a:ln w="0" cap="rnd">
            <a:noFill/>
          </a:ln>
        </p:spPr>
      </p:sp>
      <p:sp>
        <p:nvSpPr>
          <p:cNvPr id="1467" name="V8 embedding feature 6"/>
          <p:cNvSpPr/>
          <p:nvPr/>
        </p:nvSpPr>
        <p:spPr>
          <a:xfrm>
            <a:off x="1524635" y="1518285"/>
            <a:ext cx="18415" cy="34290"/>
          </a:xfrm>
          <a:prstGeom prst="rect">
            <a:avLst/>
          </a:prstGeom>
          <a:solidFill>
            <a:srgbClr val="A3CDDA"/>
          </a:solidFill>
          <a:ln w="0" cap="rnd">
            <a:noFill/>
          </a:ln>
        </p:spPr>
      </p:sp>
      <p:sp>
        <p:nvSpPr>
          <p:cNvPr id="1468" name="V8 embedding feature 7"/>
          <p:cNvSpPr/>
          <p:nvPr/>
        </p:nvSpPr>
        <p:spPr>
          <a:xfrm>
            <a:off x="1544320" y="1518285"/>
            <a:ext cx="18415" cy="34290"/>
          </a:xfrm>
          <a:prstGeom prst="rect">
            <a:avLst/>
          </a:prstGeom>
          <a:solidFill>
            <a:srgbClr val="6CAFA4"/>
          </a:solidFill>
          <a:ln w="0" cap="rnd">
            <a:noFill/>
          </a:ln>
        </p:spPr>
      </p:sp>
      <p:sp>
        <p:nvSpPr>
          <p:cNvPr id="1469" name="V8 embedding feature 8"/>
          <p:cNvSpPr/>
          <p:nvPr/>
        </p:nvSpPr>
        <p:spPr>
          <a:xfrm>
            <a:off x="1564005" y="1518285"/>
            <a:ext cx="18415" cy="34290"/>
          </a:xfrm>
          <a:prstGeom prst="rect">
            <a:avLst/>
          </a:prstGeom>
          <a:solidFill>
            <a:srgbClr val="C4DDE0"/>
          </a:solidFill>
          <a:ln w="0" cap="rnd">
            <a:noFill/>
          </a:ln>
        </p:spPr>
      </p:sp>
      <p:sp>
        <p:nvSpPr>
          <p:cNvPr id="1471" name="V8 embedding to point branch"/>
          <p:cNvSpPr/>
          <p:nvPr/>
        </p:nvSpPr>
        <p:spPr>
          <a:xfrm flipV="1">
            <a:off x="1639889" y="1489896"/>
            <a:ext cx="95532" cy="45719"/>
          </a:xfrm>
          <a:custGeom>
            <a:avLst/>
            <a:gdLst/>
            <a:ahLst/>
            <a:cxnLst/>
            <a:rect l="l" t="t" r="r" b="b"/>
            <a:pathLst>
              <a:path w="63379" h="1">
                <a:moveTo>
                  <a:pt x="0" y="0"/>
                </a:moveTo>
                <a:lnTo>
                  <a:pt x="63379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2" name="V8 embedding to point branch head"/>
          <p:cNvSpPr/>
          <p:nvPr/>
        </p:nvSpPr>
        <p:spPr>
          <a:xfrm>
            <a:off x="1719844" y="1523745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3" name="V8 embedding to voxel branch"/>
          <p:cNvSpPr/>
          <p:nvPr/>
        </p:nvSpPr>
        <p:spPr>
          <a:xfrm>
            <a:off x="1667510" y="669271"/>
            <a:ext cx="1" cy="866159"/>
          </a:xfrm>
          <a:custGeom>
            <a:avLst/>
            <a:gdLst/>
            <a:ahLst/>
            <a:cxnLst/>
            <a:rect l="l" t="t" r="r" b="b"/>
            <a:pathLst>
              <a:path w="1" h="866159">
                <a:moveTo>
                  <a:pt x="0" y="866159"/>
                </a:moveTo>
                <a:lnTo>
                  <a:pt x="0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4" name="V8 embedding to voxel branch head"/>
          <p:cNvSpPr/>
          <p:nvPr/>
        </p:nvSpPr>
        <p:spPr>
          <a:xfrm>
            <a:off x="1655318" y="656526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0"/>
                </a:moveTo>
                <a:lnTo>
                  <a:pt x="0" y="28321"/>
                </a:lnTo>
                <a:lnTo>
                  <a:pt x="24384" y="28321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5" name="V8 density and receptor to voxel"/>
          <p:cNvSpPr/>
          <p:nvPr/>
        </p:nvSpPr>
        <p:spPr>
          <a:xfrm>
            <a:off x="1634160" y="656526"/>
            <a:ext cx="96730" cy="1"/>
          </a:xfrm>
          <a:custGeom>
            <a:avLst/>
            <a:gdLst/>
            <a:ahLst/>
            <a:cxnLst/>
            <a:rect l="l" t="t" r="r" b="b"/>
            <a:pathLst>
              <a:path w="96730" h="1">
                <a:moveTo>
                  <a:pt x="0" y="0"/>
                </a:moveTo>
                <a:lnTo>
                  <a:pt x="96730" y="0"/>
                </a:lnTo>
              </a:path>
            </a:pathLst>
          </a:custGeom>
          <a:noFill/>
          <a:ln w="8509" cap="rnd">
            <a:solidFill>
              <a:srgbClr val="4083B4"/>
            </a:solidFill>
            <a:prstDash val="solid"/>
            <a:round/>
          </a:ln>
        </p:spPr>
      </p:sp>
      <p:sp>
        <p:nvSpPr>
          <p:cNvPr id="1476" name="V8 density and receptor to voxel head"/>
          <p:cNvSpPr/>
          <p:nvPr/>
        </p:nvSpPr>
        <p:spPr>
          <a:xfrm>
            <a:off x="1715313" y="644334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4083B4"/>
          </a:solidFill>
          <a:ln w="0" cap="rnd">
            <a:noFill/>
          </a:ln>
        </p:spPr>
      </p:sp>
      <p:sp>
        <p:nvSpPr>
          <p:cNvPr id="1477" name="V8 voxel input junction"/>
          <p:cNvSpPr/>
          <p:nvPr/>
        </p:nvSpPr>
        <p:spPr>
          <a:xfrm>
            <a:off x="1659573" y="648589"/>
            <a:ext cx="15875" cy="15875"/>
          </a:xfrm>
          <a:prstGeom prst="ellipse">
            <a:avLst/>
          </a:prstGeom>
          <a:solidFill>
            <a:srgbClr val="4083B4"/>
          </a:solidFill>
          <a:ln w="0" cap="rnd">
            <a:noFill/>
          </a:ln>
        </p:spPr>
      </p:sp>
      <p:sp>
        <p:nvSpPr>
          <p:cNvPr id="1479" name="V8 Match input divider"/>
          <p:cNvSpPr/>
          <p:nvPr/>
        </p:nvSpPr>
        <p:spPr>
          <a:xfrm>
            <a:off x="530162" y="2767063"/>
            <a:ext cx="957199" cy="1"/>
          </a:xfrm>
          <a:custGeom>
            <a:avLst/>
            <a:gdLst/>
            <a:ahLst/>
            <a:cxnLst/>
            <a:rect l="l" t="t" r="r" b="b"/>
            <a:pathLst>
              <a:path w="957199" h="1">
                <a:moveTo>
                  <a:pt x="0" y="0"/>
                </a:moveTo>
                <a:lnTo>
                  <a:pt x="957199" y="0"/>
                </a:lnTo>
              </a:path>
            </a:pathLst>
          </a:custGeom>
          <a:noFill/>
          <a:ln w="7290" cap="rnd">
            <a:solidFill>
              <a:srgbClr val="B6CEC5"/>
            </a:solidFill>
            <a:prstDash val="solid"/>
            <a:round/>
          </a:ln>
        </p:spPr>
      </p:sp>
      <p:sp>
        <p:nvSpPr>
          <p:cNvPr id="1480" name="V8 pool to concat"/>
          <p:cNvSpPr/>
          <p:nvPr/>
        </p:nvSpPr>
        <p:spPr>
          <a:xfrm>
            <a:off x="835463" y="3603168"/>
            <a:ext cx="355873" cy="100152"/>
          </a:xfrm>
          <a:custGeom>
            <a:avLst/>
            <a:gdLst/>
            <a:ahLst/>
            <a:cxnLst/>
            <a:rect l="l" t="t" r="r" b="b"/>
            <a:pathLst>
              <a:path w="355873" h="100152">
                <a:moveTo>
                  <a:pt x="0" y="0"/>
                </a:moveTo>
                <a:lnTo>
                  <a:pt x="0" y="100152"/>
                </a:lnTo>
                <a:lnTo>
                  <a:pt x="355873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1" name="V8 attention to concat"/>
          <p:cNvSpPr/>
          <p:nvPr/>
        </p:nvSpPr>
        <p:spPr>
          <a:xfrm>
            <a:off x="1191336" y="3603168"/>
            <a:ext cx="356064" cy="100152"/>
          </a:xfrm>
          <a:custGeom>
            <a:avLst/>
            <a:gdLst/>
            <a:ahLst/>
            <a:cxnLst/>
            <a:rect l="l" t="t" r="r" b="b"/>
            <a:pathLst>
              <a:path w="356064" h="100152">
                <a:moveTo>
                  <a:pt x="356064" y="0"/>
                </a:moveTo>
                <a:lnTo>
                  <a:pt x="356064" y="100152"/>
                </a:lnTo>
                <a:lnTo>
                  <a:pt x="0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2" name="V8 concat to MLP"/>
          <p:cNvSpPr/>
          <p:nvPr/>
        </p:nvSpPr>
        <p:spPr>
          <a:xfrm>
            <a:off x="1191336" y="3703320"/>
            <a:ext cx="1" cy="22181"/>
          </a:xfrm>
          <a:custGeom>
            <a:avLst/>
            <a:gdLst/>
            <a:ahLst/>
            <a:cxnLst/>
            <a:rect l="l" t="t" r="r" b="b"/>
            <a:pathLst>
              <a:path w="1" h="22181">
                <a:moveTo>
                  <a:pt x="0" y="0"/>
                </a:moveTo>
                <a:lnTo>
                  <a:pt x="0" y="22181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3" name="V8 concat to MLP head"/>
          <p:cNvSpPr/>
          <p:nvPr/>
        </p:nvSpPr>
        <p:spPr>
          <a:xfrm>
            <a:off x="1179144" y="3709924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28321"/>
                </a:moveTo>
                <a:lnTo>
                  <a:pt x="24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3B8C80"/>
          </a:solidFill>
          <a:ln w="0" cap="rnd">
            <a:noFill/>
          </a:ln>
        </p:spPr>
      </p:sp>
      <p:sp>
        <p:nvSpPr>
          <p:cNvPr id="1484" name="V8 Build site and identity frame"/>
          <p:cNvSpPr/>
          <p:nvPr/>
        </p:nvSpPr>
        <p:spPr>
          <a:xfrm>
            <a:off x="4712652" y="452120"/>
            <a:ext cx="519754" cy="1170940"/>
          </a:xfrm>
          <a:prstGeom prst="roundRect">
            <a:avLst>
              <a:gd name="adj" fmla="val 5556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5" name="V8 Build pocket and density frame"/>
          <p:cNvSpPr/>
          <p:nvPr/>
        </p:nvSpPr>
        <p:spPr>
          <a:xfrm>
            <a:off x="5278437" y="452120"/>
            <a:ext cx="527685" cy="1170940"/>
          </a:xfrm>
          <a:prstGeom prst="roundRect">
            <a:avLst>
              <a:gd name="adj" fmla="val 6477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6" name="V8 Build inputs to docking"/>
          <p:cNvSpPr/>
          <p:nvPr/>
        </p:nvSpPr>
        <p:spPr>
          <a:xfrm>
            <a:off x="5260340" y="1708155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7" name="V8 Build inputs to docking head"/>
          <p:cNvSpPr/>
          <p:nvPr/>
        </p:nvSpPr>
        <p:spPr>
          <a:xfrm>
            <a:off x="5238432" y="1800230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  <p:sp>
        <p:nvSpPr>
          <p:cNvPr id="1488" name="V8 Build docking to pose"/>
          <p:cNvSpPr/>
          <p:nvPr/>
        </p:nvSpPr>
        <p:spPr>
          <a:xfrm>
            <a:off x="5260340" y="3237230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9" name="V8 Build docking to pose head"/>
          <p:cNvSpPr/>
          <p:nvPr/>
        </p:nvSpPr>
        <p:spPr>
          <a:xfrm>
            <a:off x="5238432" y="3329305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</p:spTree>
    <p:extLst>
      <p:ext uri="{BB962C8B-B14F-4D97-AF65-F5344CB8AC3E}">
        <p14:creationId xmlns:p14="http://schemas.microsoft.com/office/powerpoint/2010/main" val="8551789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A6E18-01F8-B0BA-F43F-91B3A30C3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| Find background">
            <a:extLst>
              <a:ext uri="{FF2B5EF4-FFF2-40B4-BE49-F238E27FC236}">
                <a16:creationId xmlns:a16="http://schemas.microsoft.com/office/drawing/2014/main" id="{A9090686-8929-C0A0-CCD3-B88878102309}"/>
              </a:ext>
            </a:extLst>
          </p:cNvPr>
          <p:cNvSpPr/>
          <p:nvPr/>
        </p:nvSpPr>
        <p:spPr>
          <a:xfrm>
            <a:off x="450985" y="85589"/>
            <a:ext cx="4096180" cy="1756103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 w="9720">
            <a:solidFill>
              <a:srgbClr val="CF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3" name="Panel | Match background">
            <a:extLst>
              <a:ext uri="{FF2B5EF4-FFF2-40B4-BE49-F238E27FC236}">
                <a16:creationId xmlns:a16="http://schemas.microsoft.com/office/drawing/2014/main" id="{28703D02-0EE9-C5A6-609C-08019DDE7E4E}"/>
              </a:ext>
            </a:extLst>
          </p:cNvPr>
          <p:cNvSpPr/>
          <p:nvPr/>
        </p:nvSpPr>
        <p:spPr>
          <a:xfrm>
            <a:off x="450985" y="1885270"/>
            <a:ext cx="4096180" cy="2532204"/>
          </a:xfrm>
          <a:prstGeom prst="roundRect">
            <a:avLst>
              <a:gd name="adj" fmla="val 2000"/>
            </a:avLst>
          </a:prstGeom>
          <a:solidFill>
            <a:srgbClr val="F2F9F6"/>
          </a:solidFill>
          <a:ln w="9720">
            <a:solidFill>
              <a:srgbClr val="C8E2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4" name="Panel | Build background">
            <a:extLst>
              <a:ext uri="{FF2B5EF4-FFF2-40B4-BE49-F238E27FC236}">
                <a16:creationId xmlns:a16="http://schemas.microsoft.com/office/drawing/2014/main" id="{ED204BA4-647E-6284-03F8-632FC35FBD82}"/>
              </a:ext>
            </a:extLst>
          </p:cNvPr>
          <p:cNvSpPr/>
          <p:nvPr/>
        </p:nvSpPr>
        <p:spPr>
          <a:xfrm>
            <a:off x="4583047" y="81744"/>
            <a:ext cx="1354615" cy="4335730"/>
          </a:xfrm>
          <a:prstGeom prst="roundRect">
            <a:avLst>
              <a:gd name="adj" fmla="val 2000"/>
            </a:avLst>
          </a:prstGeom>
          <a:solidFill>
            <a:srgbClr val="FAF6EE"/>
          </a:solidFill>
          <a:ln w="9720">
            <a:solidFill>
              <a:srgbClr val="E3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grpSp>
        <p:nvGrpSpPr>
          <p:cNvPr id="5" name="Input boundary layer">
            <a:extLst>
              <a:ext uri="{FF2B5EF4-FFF2-40B4-BE49-F238E27FC236}">
                <a16:creationId xmlns:a16="http://schemas.microsoft.com/office/drawing/2014/main" id="{DDB8823C-1C5D-EC2B-D97C-140C79222FB0}"/>
              </a:ext>
            </a:extLst>
          </p:cNvPr>
          <p:cNvGrpSpPr/>
          <p:nvPr/>
        </p:nvGrpSpPr>
        <p:grpSpPr>
          <a:xfrm>
            <a:off x="0" y="0"/>
            <a:ext cx="6480175" cy="4468813"/>
            <a:chOff x="0" y="0"/>
            <a:chExt cx="15240000" cy="10509702"/>
          </a:xfrm>
        </p:grpSpPr>
        <p:sp>
          <p:nvSpPr>
            <p:cNvPr id="1478" name="V8 Match input boundary">
              <a:extLst>
                <a:ext uri="{FF2B5EF4-FFF2-40B4-BE49-F238E27FC236}">
                  <a16:creationId xmlns:a16="http://schemas.microsoft.com/office/drawing/2014/main" id="{7D0554F4-AE1C-63F1-A885-352F5424EDA9}"/>
                </a:ext>
              </a:extLst>
            </p:cNvPr>
            <p:cNvSpPr/>
            <p:nvPr/>
          </p:nvSpPr>
          <p:spPr>
            <a:xfrm>
              <a:off x="1246829" y="5281627"/>
              <a:ext cx="3163259" cy="2511755"/>
            </a:xfrm>
            <a:custGeom>
              <a:avLst/>
              <a:gdLst/>
              <a:ahLst/>
              <a:cxnLst/>
              <a:rect l="l" t="t" r="r" b="b"/>
              <a:pathLst>
                <a:path w="1345044" h="1068019">
                  <a:moveTo>
                    <a:pt x="31750" y="0"/>
                  </a:moveTo>
                  <a:lnTo>
                    <a:pt x="893699" y="0"/>
                  </a:lnTo>
                  <a:cubicBezTo>
                    <a:pt x="911162" y="0"/>
                    <a:pt x="925449" y="14288"/>
                    <a:pt x="925449" y="31750"/>
                  </a:cubicBezTo>
                  <a:lnTo>
                    <a:pt x="925449" y="489521"/>
                  </a:lnTo>
                  <a:cubicBezTo>
                    <a:pt x="925449" y="506984"/>
                    <a:pt x="939736" y="521271"/>
                    <a:pt x="957199" y="521271"/>
                  </a:cubicBezTo>
                  <a:lnTo>
                    <a:pt x="1313294" y="521271"/>
                  </a:lnTo>
                  <a:cubicBezTo>
                    <a:pt x="1330757" y="521271"/>
                    <a:pt x="1345044" y="535559"/>
                    <a:pt x="1345044" y="553021"/>
                  </a:cubicBezTo>
                  <a:lnTo>
                    <a:pt x="1345044" y="1036269"/>
                  </a:lnTo>
                  <a:cubicBezTo>
                    <a:pt x="1345044" y="1053732"/>
                    <a:pt x="1330757" y="1068019"/>
                    <a:pt x="1313294" y="1068019"/>
                  </a:cubicBezTo>
                  <a:lnTo>
                    <a:pt x="31750" y="1068019"/>
                  </a:lnTo>
                  <a:cubicBezTo>
                    <a:pt x="14288" y="1068019"/>
                    <a:pt x="0" y="1053732"/>
                    <a:pt x="0" y="1036269"/>
                  </a:cubicBezTo>
                  <a:lnTo>
                    <a:pt x="0" y="31750"/>
                  </a:lnTo>
                  <a:cubicBezTo>
                    <a:pt x="0" y="14288"/>
                    <a:pt x="14288" y="0"/>
                    <a:pt x="31750" y="0"/>
                  </a:cubicBezTo>
                  <a:close/>
                </a:path>
              </a:pathLst>
            </a:custGeom>
            <a:solidFill>
              <a:srgbClr val="FFFFFF"/>
            </a:solidFill>
            <a:ln w="7290" cap="rnd">
              <a:solidFill>
                <a:srgbClr val="B6CEC5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ADBC3EDA-5434-B072-0369-64F7979021C5}"/>
              </a:ext>
            </a:extLst>
          </p:cNvPr>
          <p:cNvSpPr txBox="1"/>
          <p:nvPr/>
        </p:nvSpPr>
        <p:spPr>
          <a:xfrm>
            <a:off x="519056" y="107111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a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BDE65E3A-EB06-F9D8-4F70-55D863BF89FB}"/>
              </a:ext>
            </a:extLst>
          </p:cNvPr>
          <p:cNvSpPr txBox="1"/>
          <p:nvPr/>
        </p:nvSpPr>
        <p:spPr>
          <a:xfrm>
            <a:off x="677263" y="120127"/>
            <a:ext cx="2531320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>
                <a:solidFill>
                  <a:srgbClr val="1E293B"/>
                </a:solidFill>
                <a:latin typeface="Arial"/>
              </a:rPr>
              <a:t>Find: locate ligand regions</a:t>
            </a: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3FF857A-DE19-FC06-9455-89983F39C003}"/>
              </a:ext>
            </a:extLst>
          </p:cNvPr>
          <p:cNvSpPr txBox="1"/>
          <p:nvPr/>
        </p:nvSpPr>
        <p:spPr>
          <a:xfrm>
            <a:off x="519056" y="1909702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b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70ECA487-21BB-6209-C18F-3026009B4E59}"/>
              </a:ext>
            </a:extLst>
          </p:cNvPr>
          <p:cNvSpPr txBox="1"/>
          <p:nvPr/>
        </p:nvSpPr>
        <p:spPr>
          <a:xfrm>
            <a:off x="667104" y="1931954"/>
            <a:ext cx="2847735" cy="123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822" dirty="0">
                <a:solidFill>
                  <a:srgbClr val="1E293B"/>
                </a:solidFill>
                <a:latin typeface="Arial"/>
              </a:rPr>
              <a:t>Match: candidate-to-identity assignment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C99C17F0-6544-6BC0-1417-555389742DB7}"/>
              </a:ext>
            </a:extLst>
          </p:cNvPr>
          <p:cNvSpPr txBox="1"/>
          <p:nvPr/>
        </p:nvSpPr>
        <p:spPr>
          <a:xfrm>
            <a:off x="4616630" y="107125"/>
            <a:ext cx="174028" cy="149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95" b="1" dirty="0">
                <a:solidFill>
                  <a:srgbClr val="1E293B"/>
                </a:solidFill>
                <a:latin typeface="Arial"/>
              </a:rPr>
              <a:t>c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7A43A7E7-A060-03F0-5B05-9A1425584A88}"/>
              </a:ext>
            </a:extLst>
          </p:cNvPr>
          <p:cNvSpPr txBox="1"/>
          <p:nvPr/>
        </p:nvSpPr>
        <p:spPr>
          <a:xfrm>
            <a:off x="4774837" y="120126"/>
            <a:ext cx="1202377" cy="2398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Build: downstream</a:t>
            </a:r>
          </a:p>
          <a:p>
            <a:pPr algn="l">
              <a:lnSpc>
                <a:spcPct val="98000"/>
              </a:lnSpc>
            </a:pPr>
            <a:r>
              <a:rPr sz="795" dirty="0">
                <a:solidFill>
                  <a:srgbClr val="1E293B"/>
                </a:solidFill>
                <a:latin typeface="Arial"/>
              </a:rPr>
              <a:t>pose reconstruction</a:t>
            </a:r>
          </a:p>
        </p:txBody>
      </p:sp>
      <p:sp>
        <p:nvSpPr>
          <p:cNvPr id="13" name="Find | Density card">
            <a:extLst>
              <a:ext uri="{FF2B5EF4-FFF2-40B4-BE49-F238E27FC236}">
                <a16:creationId xmlns:a16="http://schemas.microsoft.com/office/drawing/2014/main" id="{CAB7453E-57E4-6069-E17B-BEBD584DE9C5}"/>
              </a:ext>
            </a:extLst>
          </p:cNvPr>
          <p:cNvSpPr/>
          <p:nvPr/>
        </p:nvSpPr>
        <p:spPr>
          <a:xfrm>
            <a:off x="526967" y="284774"/>
            <a:ext cx="488504" cy="6802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E13F9DB9-2915-4D37-1A15-4DD879957FE6}"/>
              </a:ext>
            </a:extLst>
          </p:cNvPr>
          <p:cNvSpPr txBox="1"/>
          <p:nvPr/>
        </p:nvSpPr>
        <p:spPr>
          <a:xfrm>
            <a:off x="459742" y="318294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15" name="Fin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8CF1199C-6488-C5B6-B489-1131732B4FBF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96351" y="440507"/>
            <a:ext cx="501650" cy="479011"/>
          </a:xfrm>
          <a:prstGeom prst="rect">
            <a:avLst/>
          </a:prstGeom>
        </p:spPr>
      </p:pic>
      <p:sp>
        <p:nvSpPr>
          <p:cNvPr id="235" name="Find | Receptor card">
            <a:extLst>
              <a:ext uri="{FF2B5EF4-FFF2-40B4-BE49-F238E27FC236}">
                <a16:creationId xmlns:a16="http://schemas.microsoft.com/office/drawing/2014/main" id="{C39711EA-1578-1FDC-F7E5-415822DEC84F}"/>
              </a:ext>
            </a:extLst>
          </p:cNvPr>
          <p:cNvSpPr/>
          <p:nvPr/>
        </p:nvSpPr>
        <p:spPr>
          <a:xfrm>
            <a:off x="526966" y="1028349"/>
            <a:ext cx="489611" cy="72775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6" name="TextBox 6212">
            <a:extLst>
              <a:ext uri="{FF2B5EF4-FFF2-40B4-BE49-F238E27FC236}">
                <a16:creationId xmlns:a16="http://schemas.microsoft.com/office/drawing/2014/main" id="{4566817F-CA11-3CA5-4ED5-534E4B65A1C1}"/>
              </a:ext>
            </a:extLst>
          </p:cNvPr>
          <p:cNvSpPr txBox="1"/>
          <p:nvPr/>
        </p:nvSpPr>
        <p:spPr>
          <a:xfrm>
            <a:off x="433516" y="1053973"/>
            <a:ext cx="664471" cy="101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75" dirty="0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237" name="Find | 3D voxel U-Net box">
            <a:extLst>
              <a:ext uri="{FF2B5EF4-FFF2-40B4-BE49-F238E27FC236}">
                <a16:creationId xmlns:a16="http://schemas.microsoft.com/office/drawing/2014/main" id="{84C31B5C-DB46-3102-A094-A625CBC3795B}"/>
              </a:ext>
            </a:extLst>
          </p:cNvPr>
          <p:cNvSpPr/>
          <p:nvPr/>
        </p:nvSpPr>
        <p:spPr>
          <a:xfrm>
            <a:off x="1743636" y="284774"/>
            <a:ext cx="2183263" cy="743575"/>
          </a:xfrm>
          <a:prstGeom prst="roundRect">
            <a:avLst>
              <a:gd name="adj" fmla="val 5000"/>
            </a:avLst>
          </a:prstGeom>
          <a:solidFill>
            <a:srgbClr val="EDF3FA"/>
          </a:solidFill>
          <a:ln w="7290">
            <a:solidFill>
              <a:srgbClr val="C3D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38" name="TextBox 6223">
            <a:extLst>
              <a:ext uri="{FF2B5EF4-FFF2-40B4-BE49-F238E27FC236}">
                <a16:creationId xmlns:a16="http://schemas.microsoft.com/office/drawing/2014/main" id="{D0BEE622-6A06-FAEC-A1B9-E12DAFA59B95}"/>
              </a:ext>
            </a:extLst>
          </p:cNvPr>
          <p:cNvSpPr txBox="1"/>
          <p:nvPr/>
        </p:nvSpPr>
        <p:spPr>
          <a:xfrm>
            <a:off x="1743636" y="310561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3D voxel U-Net</a:t>
            </a:r>
          </a:p>
        </p:txBody>
      </p:sp>
      <p:sp>
        <p:nvSpPr>
          <p:cNvPr id="239" name="TextBox 6224">
            <a:extLst>
              <a:ext uri="{FF2B5EF4-FFF2-40B4-BE49-F238E27FC236}">
                <a16:creationId xmlns:a16="http://schemas.microsoft.com/office/drawing/2014/main" id="{6162AD09-868A-9802-DD3F-493AE18E658B}"/>
              </a:ext>
            </a:extLst>
          </p:cNvPr>
          <p:cNvSpPr txBox="1"/>
          <p:nvPr/>
        </p:nvSpPr>
        <p:spPr>
          <a:xfrm>
            <a:off x="1743491" y="415407"/>
            <a:ext cx="2183414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 dirty="0">
                <a:solidFill>
                  <a:srgbClr val="5A6B7C"/>
                </a:solidFill>
                <a:latin typeface="Arial"/>
              </a:rPr>
              <a:t>Skip connections</a:t>
            </a:r>
          </a:p>
        </p:txBody>
      </p:sp>
      <p:sp>
        <p:nvSpPr>
          <p:cNvPr id="240" name="TextBox 10003">
            <a:extLst>
              <a:ext uri="{FF2B5EF4-FFF2-40B4-BE49-F238E27FC236}">
                <a16:creationId xmlns:a16="http://schemas.microsoft.com/office/drawing/2014/main" id="{09C48FDC-7786-8263-4A08-E75021FC8287}"/>
              </a:ext>
            </a:extLst>
          </p:cNvPr>
          <p:cNvSpPr txBox="1"/>
          <p:nvPr/>
        </p:nvSpPr>
        <p:spPr>
          <a:xfrm>
            <a:off x="1909753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B78A8"/>
                </a:solidFill>
                <a:latin typeface="Arial"/>
              </a:rPr>
              <a:t>Encoder</a:t>
            </a:r>
          </a:p>
        </p:txBody>
      </p:sp>
      <p:sp>
        <p:nvSpPr>
          <p:cNvPr id="241" name="TextBox 10004">
            <a:extLst>
              <a:ext uri="{FF2B5EF4-FFF2-40B4-BE49-F238E27FC236}">
                <a16:creationId xmlns:a16="http://schemas.microsoft.com/office/drawing/2014/main" id="{5D7C6AF6-28C5-C78C-2A6D-53148E9C5409}"/>
              </a:ext>
            </a:extLst>
          </p:cNvPr>
          <p:cNvSpPr txBox="1"/>
          <p:nvPr/>
        </p:nvSpPr>
        <p:spPr>
          <a:xfrm>
            <a:off x="2558404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7E63A8"/>
                </a:solidFill>
                <a:latin typeface="Arial"/>
              </a:rPr>
              <a:t>Bottleneck</a:t>
            </a:r>
          </a:p>
        </p:txBody>
      </p:sp>
      <p:sp>
        <p:nvSpPr>
          <p:cNvPr id="242" name="TextBox 10005">
            <a:extLst>
              <a:ext uri="{FF2B5EF4-FFF2-40B4-BE49-F238E27FC236}">
                <a16:creationId xmlns:a16="http://schemas.microsoft.com/office/drawing/2014/main" id="{7CC49EB1-DBD1-A7E7-516D-CECCC1D041F1}"/>
              </a:ext>
            </a:extLst>
          </p:cNvPr>
          <p:cNvSpPr txBox="1"/>
          <p:nvPr/>
        </p:nvSpPr>
        <p:spPr>
          <a:xfrm>
            <a:off x="3207055" y="905035"/>
            <a:ext cx="55372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368274"/>
                </a:solidFill>
                <a:latin typeface="Arial"/>
              </a:rPr>
              <a:t>Decoder</a:t>
            </a:r>
          </a:p>
        </p:txBody>
      </p:sp>
      <p:sp>
        <p:nvSpPr>
          <p:cNvPr id="243" name="Find | Point Transformer V3 box">
            <a:extLst>
              <a:ext uri="{FF2B5EF4-FFF2-40B4-BE49-F238E27FC236}">
                <a16:creationId xmlns:a16="http://schemas.microsoft.com/office/drawing/2014/main" id="{E6BB0EBE-E97F-0460-89AE-378626BAD4D7}"/>
              </a:ext>
            </a:extLst>
          </p:cNvPr>
          <p:cNvSpPr/>
          <p:nvPr/>
        </p:nvSpPr>
        <p:spPr>
          <a:xfrm>
            <a:off x="1743636" y="1170736"/>
            <a:ext cx="2183263" cy="585368"/>
          </a:xfrm>
          <a:prstGeom prst="roundRect">
            <a:avLst>
              <a:gd name="adj" fmla="val 5000"/>
            </a:avLst>
          </a:prstGeom>
          <a:solidFill>
            <a:srgbClr val="F2EEF8"/>
          </a:solidFill>
          <a:ln w="7290">
            <a:solidFill>
              <a:srgbClr val="D3C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244" name="Find | PTV3 stage 1 (no pseudo)">
            <a:extLst>
              <a:ext uri="{FF2B5EF4-FFF2-40B4-BE49-F238E27FC236}">
                <a16:creationId xmlns:a16="http://schemas.microsoft.com/office/drawing/2014/main" id="{B4F71929-AC06-8CA3-B3DD-0D60585A9033}"/>
              </a:ext>
            </a:extLst>
          </p:cNvPr>
          <p:cNvGrpSpPr/>
          <p:nvPr/>
        </p:nvGrpSpPr>
        <p:grpSpPr>
          <a:xfrm>
            <a:off x="1834605" y="1222153"/>
            <a:ext cx="276863" cy="197759"/>
            <a:chOff x="1837958" y="1438830"/>
            <a:chExt cx="279225" cy="243090"/>
          </a:xfrm>
        </p:grpSpPr>
        <p:sp>
          <p:nvSpPr>
            <p:cNvPr id="245" name="rect_1844">
              <a:extLst>
                <a:ext uri="{FF2B5EF4-FFF2-40B4-BE49-F238E27FC236}">
                  <a16:creationId xmlns:a16="http://schemas.microsoft.com/office/drawing/2014/main" id="{660AA888-4092-6DA6-78D3-4B888E2B2DA3}"/>
                </a:ext>
              </a:extLst>
            </p:cNvPr>
            <p:cNvSpPr/>
            <p:nvPr/>
          </p:nvSpPr>
          <p:spPr>
            <a:xfrm>
              <a:off x="183795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6" name="ellipse_1845">
              <a:extLst>
                <a:ext uri="{FF2B5EF4-FFF2-40B4-BE49-F238E27FC236}">
                  <a16:creationId xmlns:a16="http://schemas.microsoft.com/office/drawing/2014/main" id="{8ED69D04-8A29-A5B5-FEDE-87DBF5A86A21}"/>
                </a:ext>
              </a:extLst>
            </p:cNvPr>
            <p:cNvSpPr/>
            <p:nvPr/>
          </p:nvSpPr>
          <p:spPr>
            <a:xfrm>
              <a:off x="1911179" y="154988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7" name="ellipse_1846">
              <a:extLst>
                <a:ext uri="{FF2B5EF4-FFF2-40B4-BE49-F238E27FC236}">
                  <a16:creationId xmlns:a16="http://schemas.microsoft.com/office/drawing/2014/main" id="{2F757B70-05BB-1D52-EAD7-99F943EE0786}"/>
                </a:ext>
              </a:extLst>
            </p:cNvPr>
            <p:cNvSpPr/>
            <p:nvPr/>
          </p:nvSpPr>
          <p:spPr>
            <a:xfrm>
              <a:off x="2016057" y="15691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8" name="ellipse_1847">
              <a:extLst>
                <a:ext uri="{FF2B5EF4-FFF2-40B4-BE49-F238E27FC236}">
                  <a16:creationId xmlns:a16="http://schemas.microsoft.com/office/drawing/2014/main" id="{33900347-5FB5-F6C0-81F6-93C079B537C5}"/>
                </a:ext>
              </a:extLst>
            </p:cNvPr>
            <p:cNvSpPr/>
            <p:nvPr/>
          </p:nvSpPr>
          <p:spPr>
            <a:xfrm>
              <a:off x="1901005" y="1463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9" name="ellipse_1848">
              <a:extLst>
                <a:ext uri="{FF2B5EF4-FFF2-40B4-BE49-F238E27FC236}">
                  <a16:creationId xmlns:a16="http://schemas.microsoft.com/office/drawing/2014/main" id="{D9E3B372-BB0F-C9A4-3974-A8E7AF7737B7}"/>
                </a:ext>
              </a:extLst>
            </p:cNvPr>
            <p:cNvSpPr/>
            <p:nvPr/>
          </p:nvSpPr>
          <p:spPr>
            <a:xfrm>
              <a:off x="1966917" y="149122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0" name="ellipse_1849">
              <a:extLst>
                <a:ext uri="{FF2B5EF4-FFF2-40B4-BE49-F238E27FC236}">
                  <a16:creationId xmlns:a16="http://schemas.microsoft.com/office/drawing/2014/main" id="{65731899-DB97-2E91-5665-E8C978110F71}"/>
                </a:ext>
              </a:extLst>
            </p:cNvPr>
            <p:cNvSpPr/>
            <p:nvPr/>
          </p:nvSpPr>
          <p:spPr>
            <a:xfrm>
              <a:off x="1981202" y="14619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1" name="ellipse_1850">
              <a:extLst>
                <a:ext uri="{FF2B5EF4-FFF2-40B4-BE49-F238E27FC236}">
                  <a16:creationId xmlns:a16="http://schemas.microsoft.com/office/drawing/2014/main" id="{FB870BF7-7DC4-B374-8AD0-46EC506BB29E}"/>
                </a:ext>
              </a:extLst>
            </p:cNvPr>
            <p:cNvSpPr/>
            <p:nvPr/>
          </p:nvSpPr>
          <p:spPr>
            <a:xfrm>
              <a:off x="2025801" y="15227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2" name="ellipse_1851">
              <a:extLst>
                <a:ext uri="{FF2B5EF4-FFF2-40B4-BE49-F238E27FC236}">
                  <a16:creationId xmlns:a16="http://schemas.microsoft.com/office/drawing/2014/main" id="{FB5210B2-4DAF-5841-3925-445BB6BA8E65}"/>
                </a:ext>
              </a:extLst>
            </p:cNvPr>
            <p:cNvSpPr/>
            <p:nvPr/>
          </p:nvSpPr>
          <p:spPr>
            <a:xfrm>
              <a:off x="1923657" y="157409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3" name="ellipse_1852">
              <a:extLst>
                <a:ext uri="{FF2B5EF4-FFF2-40B4-BE49-F238E27FC236}">
                  <a16:creationId xmlns:a16="http://schemas.microsoft.com/office/drawing/2014/main" id="{5E297BB0-4B0B-7393-6335-0A8D413997FE}"/>
                </a:ext>
              </a:extLst>
            </p:cNvPr>
            <p:cNvSpPr/>
            <p:nvPr/>
          </p:nvSpPr>
          <p:spPr>
            <a:xfrm>
              <a:off x="2046951" y="149268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4" name="ellipse_1853">
              <a:extLst>
                <a:ext uri="{FF2B5EF4-FFF2-40B4-BE49-F238E27FC236}">
                  <a16:creationId xmlns:a16="http://schemas.microsoft.com/office/drawing/2014/main" id="{3460EDB7-F270-4A51-230E-76F07C518E5B}"/>
                </a:ext>
              </a:extLst>
            </p:cNvPr>
            <p:cNvSpPr/>
            <p:nvPr/>
          </p:nvSpPr>
          <p:spPr>
            <a:xfrm>
              <a:off x="1971403" y="162122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5" name="ellipse_1854">
              <a:extLst>
                <a:ext uri="{FF2B5EF4-FFF2-40B4-BE49-F238E27FC236}">
                  <a16:creationId xmlns:a16="http://schemas.microsoft.com/office/drawing/2014/main" id="{D7F22E2B-29AF-AAFC-9390-4763B76AC824}"/>
                </a:ext>
              </a:extLst>
            </p:cNvPr>
            <p:cNvSpPr/>
            <p:nvPr/>
          </p:nvSpPr>
          <p:spPr>
            <a:xfrm>
              <a:off x="1916632" y="1483703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56" name="Find | PTV3 stage 2 (no pseudo)">
            <a:extLst>
              <a:ext uri="{FF2B5EF4-FFF2-40B4-BE49-F238E27FC236}">
                <a16:creationId xmlns:a16="http://schemas.microsoft.com/office/drawing/2014/main" id="{F4A044B8-F6CD-9A28-3075-23E9F1427BD6}"/>
              </a:ext>
            </a:extLst>
          </p:cNvPr>
          <p:cNvGrpSpPr/>
          <p:nvPr/>
        </p:nvGrpSpPr>
        <p:grpSpPr>
          <a:xfrm>
            <a:off x="2265368" y="1218198"/>
            <a:ext cx="269656" cy="205670"/>
            <a:chOff x="2276505" y="1465110"/>
            <a:chExt cx="243090" cy="190530"/>
          </a:xfrm>
        </p:grpSpPr>
        <p:sp>
          <p:nvSpPr>
            <p:cNvPr id="257" name="rect_1860">
              <a:extLst>
                <a:ext uri="{FF2B5EF4-FFF2-40B4-BE49-F238E27FC236}">
                  <a16:creationId xmlns:a16="http://schemas.microsoft.com/office/drawing/2014/main" id="{2A2BC9FE-9931-3C68-E213-012D2334D100}"/>
                </a:ext>
              </a:extLst>
            </p:cNvPr>
            <p:cNvSpPr/>
            <p:nvPr/>
          </p:nvSpPr>
          <p:spPr>
            <a:xfrm>
              <a:off x="227650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8" name="ellipse_1861">
              <a:extLst>
                <a:ext uri="{FF2B5EF4-FFF2-40B4-BE49-F238E27FC236}">
                  <a16:creationId xmlns:a16="http://schemas.microsoft.com/office/drawing/2014/main" id="{0D3FC1DA-E4D9-46A0-549F-86D3BA55D6FD}"/>
                </a:ext>
              </a:extLst>
            </p:cNvPr>
            <p:cNvSpPr/>
            <p:nvPr/>
          </p:nvSpPr>
          <p:spPr>
            <a:xfrm>
              <a:off x="2443383" y="147538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59" name="ellipse_1862">
              <a:extLst>
                <a:ext uri="{FF2B5EF4-FFF2-40B4-BE49-F238E27FC236}">
                  <a16:creationId xmlns:a16="http://schemas.microsoft.com/office/drawing/2014/main" id="{2E76A36E-124A-FF28-5F0C-9D8A556CAB6E}"/>
                </a:ext>
              </a:extLst>
            </p:cNvPr>
            <p:cNvSpPr/>
            <p:nvPr/>
          </p:nvSpPr>
          <p:spPr>
            <a:xfrm>
              <a:off x="2334302" y="149054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0" name="ellipse_1863">
              <a:extLst>
                <a:ext uri="{FF2B5EF4-FFF2-40B4-BE49-F238E27FC236}">
                  <a16:creationId xmlns:a16="http://schemas.microsoft.com/office/drawing/2014/main" id="{D535EE24-6485-F339-2CB7-F9EF085CB943}"/>
                </a:ext>
              </a:extLst>
            </p:cNvPr>
            <p:cNvSpPr/>
            <p:nvPr/>
          </p:nvSpPr>
          <p:spPr>
            <a:xfrm>
              <a:off x="2421391" y="151821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1" name="ellipse_1864">
              <a:extLst>
                <a:ext uri="{FF2B5EF4-FFF2-40B4-BE49-F238E27FC236}">
                  <a16:creationId xmlns:a16="http://schemas.microsoft.com/office/drawing/2014/main" id="{3E3B8E8E-0D51-B463-1AC5-8ABBD0D94E5F}"/>
                </a:ext>
              </a:extLst>
            </p:cNvPr>
            <p:cNvSpPr/>
            <p:nvPr/>
          </p:nvSpPr>
          <p:spPr>
            <a:xfrm>
              <a:off x="2395798" y="148175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2" name="ellipse_1865">
              <a:extLst>
                <a:ext uri="{FF2B5EF4-FFF2-40B4-BE49-F238E27FC236}">
                  <a16:creationId xmlns:a16="http://schemas.microsoft.com/office/drawing/2014/main" id="{A78CC97C-CF00-B4B4-232A-6540F415567F}"/>
                </a:ext>
              </a:extLst>
            </p:cNvPr>
            <p:cNvSpPr/>
            <p:nvPr/>
          </p:nvSpPr>
          <p:spPr>
            <a:xfrm>
              <a:off x="2345071" y="160888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3" name="ellipse_1866">
              <a:extLst>
                <a:ext uri="{FF2B5EF4-FFF2-40B4-BE49-F238E27FC236}">
                  <a16:creationId xmlns:a16="http://schemas.microsoft.com/office/drawing/2014/main" id="{1C7DD56E-5535-8B2E-615C-21EEB3FC0B60}"/>
                </a:ext>
              </a:extLst>
            </p:cNvPr>
            <p:cNvSpPr/>
            <p:nvPr/>
          </p:nvSpPr>
          <p:spPr>
            <a:xfrm>
              <a:off x="2455927" y="15235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4" name="ellipse_1867">
              <a:extLst>
                <a:ext uri="{FF2B5EF4-FFF2-40B4-BE49-F238E27FC236}">
                  <a16:creationId xmlns:a16="http://schemas.microsoft.com/office/drawing/2014/main" id="{53E5DFEF-A738-E1E2-6D82-562898867479}"/>
                </a:ext>
              </a:extLst>
            </p:cNvPr>
            <p:cNvSpPr/>
            <p:nvPr/>
          </p:nvSpPr>
          <p:spPr>
            <a:xfrm>
              <a:off x="2415612" y="15382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5" name="ellipse_1868">
              <a:extLst>
                <a:ext uri="{FF2B5EF4-FFF2-40B4-BE49-F238E27FC236}">
                  <a16:creationId xmlns:a16="http://schemas.microsoft.com/office/drawing/2014/main" id="{9F15DB89-4578-E9D4-B66C-9772D337DE92}"/>
                </a:ext>
              </a:extLst>
            </p:cNvPr>
            <p:cNvSpPr/>
            <p:nvPr/>
          </p:nvSpPr>
          <p:spPr>
            <a:xfrm>
              <a:off x="2384162" y="155385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66" name="Find | PTV3 stage 3 (no pseudo)">
            <a:extLst>
              <a:ext uri="{FF2B5EF4-FFF2-40B4-BE49-F238E27FC236}">
                <a16:creationId xmlns:a16="http://schemas.microsoft.com/office/drawing/2014/main" id="{8E5AF76E-A5D2-A1C4-1196-A1FB989CBECC}"/>
              </a:ext>
            </a:extLst>
          </p:cNvPr>
          <p:cNvGrpSpPr/>
          <p:nvPr/>
        </p:nvGrpSpPr>
        <p:grpSpPr>
          <a:xfrm>
            <a:off x="2713208" y="1230063"/>
            <a:ext cx="244120" cy="181939"/>
            <a:chOff x="2703555" y="1491390"/>
            <a:chExt cx="190530" cy="137970"/>
          </a:xfrm>
        </p:grpSpPr>
        <p:sp>
          <p:nvSpPr>
            <p:cNvPr id="267" name="rect_1874">
              <a:extLst>
                <a:ext uri="{FF2B5EF4-FFF2-40B4-BE49-F238E27FC236}">
                  <a16:creationId xmlns:a16="http://schemas.microsoft.com/office/drawing/2014/main" id="{75101B77-5988-FEB7-22BD-46F0384ADBC8}"/>
                </a:ext>
              </a:extLst>
            </p:cNvPr>
            <p:cNvSpPr/>
            <p:nvPr/>
          </p:nvSpPr>
          <p:spPr>
            <a:xfrm>
              <a:off x="2703555" y="1491390"/>
              <a:ext cx="190530" cy="137970"/>
            </a:xfrm>
            <a:prstGeom prst="roundRect">
              <a:avLst>
                <a:gd name="adj" fmla="val 11905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8" name="ellipse_1875">
              <a:extLst>
                <a:ext uri="{FF2B5EF4-FFF2-40B4-BE49-F238E27FC236}">
                  <a16:creationId xmlns:a16="http://schemas.microsoft.com/office/drawing/2014/main" id="{0F3768B9-45DC-D239-6ECE-6B199905A0E6}"/>
                </a:ext>
              </a:extLst>
            </p:cNvPr>
            <p:cNvSpPr/>
            <p:nvPr/>
          </p:nvSpPr>
          <p:spPr>
            <a:xfrm>
              <a:off x="2782342" y="152486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9" name="ellipse_1876">
              <a:extLst>
                <a:ext uri="{FF2B5EF4-FFF2-40B4-BE49-F238E27FC236}">
                  <a16:creationId xmlns:a16="http://schemas.microsoft.com/office/drawing/2014/main" id="{9AC2E9D9-EA81-CB60-9668-376E55C3B65A}"/>
                </a:ext>
              </a:extLst>
            </p:cNvPr>
            <p:cNvSpPr/>
            <p:nvPr/>
          </p:nvSpPr>
          <p:spPr>
            <a:xfrm>
              <a:off x="2750750" y="159446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0" name="ellipse_1877">
              <a:extLst>
                <a:ext uri="{FF2B5EF4-FFF2-40B4-BE49-F238E27FC236}">
                  <a16:creationId xmlns:a16="http://schemas.microsoft.com/office/drawing/2014/main" id="{193512C0-B984-BF26-53B2-A4C133832B19}"/>
                </a:ext>
              </a:extLst>
            </p:cNvPr>
            <p:cNvSpPr/>
            <p:nvPr/>
          </p:nvSpPr>
          <p:spPr>
            <a:xfrm>
              <a:off x="2743887" y="14971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1" name="ellipse_1878">
              <a:extLst>
                <a:ext uri="{FF2B5EF4-FFF2-40B4-BE49-F238E27FC236}">
                  <a16:creationId xmlns:a16="http://schemas.microsoft.com/office/drawing/2014/main" id="{010957FC-182F-1FF9-1554-385555C7E5BB}"/>
                </a:ext>
              </a:extLst>
            </p:cNvPr>
            <p:cNvSpPr/>
            <p:nvPr/>
          </p:nvSpPr>
          <p:spPr>
            <a:xfrm>
              <a:off x="2833390" y="151132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2" name="ellipse_1879">
              <a:extLst>
                <a:ext uri="{FF2B5EF4-FFF2-40B4-BE49-F238E27FC236}">
                  <a16:creationId xmlns:a16="http://schemas.microsoft.com/office/drawing/2014/main" id="{D3BED3D3-6945-FBFB-0ADC-29AB3D61D264}"/>
                </a:ext>
              </a:extLst>
            </p:cNvPr>
            <p:cNvSpPr/>
            <p:nvPr/>
          </p:nvSpPr>
          <p:spPr>
            <a:xfrm>
              <a:off x="2831792" y="156772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73" name="Find | PTV3 stage 4 (no pseudo)">
            <a:extLst>
              <a:ext uri="{FF2B5EF4-FFF2-40B4-BE49-F238E27FC236}">
                <a16:creationId xmlns:a16="http://schemas.microsoft.com/office/drawing/2014/main" id="{6152C243-7C11-72B4-655A-F6C20103F058}"/>
              </a:ext>
            </a:extLst>
          </p:cNvPr>
          <p:cNvGrpSpPr/>
          <p:nvPr/>
        </p:nvGrpSpPr>
        <p:grpSpPr>
          <a:xfrm>
            <a:off x="3135511" y="1218198"/>
            <a:ext cx="269656" cy="205670"/>
            <a:chOff x="3097755" y="1465110"/>
            <a:chExt cx="243090" cy="190530"/>
          </a:xfrm>
        </p:grpSpPr>
        <p:sp>
          <p:nvSpPr>
            <p:cNvPr id="274" name="rect_1885">
              <a:extLst>
                <a:ext uri="{FF2B5EF4-FFF2-40B4-BE49-F238E27FC236}">
                  <a16:creationId xmlns:a16="http://schemas.microsoft.com/office/drawing/2014/main" id="{02A84936-E0C4-22EE-AB39-B8147866C1E6}"/>
                </a:ext>
              </a:extLst>
            </p:cNvPr>
            <p:cNvSpPr/>
            <p:nvPr/>
          </p:nvSpPr>
          <p:spPr>
            <a:xfrm>
              <a:off x="3097755" y="1465110"/>
              <a:ext cx="243090" cy="190530"/>
            </a:xfrm>
            <a:prstGeom prst="roundRect">
              <a:avLst>
                <a:gd name="adj" fmla="val 8621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5" name="ellipse_1886">
              <a:extLst>
                <a:ext uri="{FF2B5EF4-FFF2-40B4-BE49-F238E27FC236}">
                  <a16:creationId xmlns:a16="http://schemas.microsoft.com/office/drawing/2014/main" id="{28C5B77C-D4DA-25CA-7F5E-FFB406D4948B}"/>
                </a:ext>
              </a:extLst>
            </p:cNvPr>
            <p:cNvSpPr/>
            <p:nvPr/>
          </p:nvSpPr>
          <p:spPr>
            <a:xfrm>
              <a:off x="3274804" y="154785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" name="ellipse_1887">
              <a:extLst>
                <a:ext uri="{FF2B5EF4-FFF2-40B4-BE49-F238E27FC236}">
                  <a16:creationId xmlns:a16="http://schemas.microsoft.com/office/drawing/2014/main" id="{4B9C2CC8-3618-CEA6-223F-481DE7645A74}"/>
                </a:ext>
              </a:extLst>
            </p:cNvPr>
            <p:cNvSpPr/>
            <p:nvPr/>
          </p:nvSpPr>
          <p:spPr>
            <a:xfrm>
              <a:off x="3235593" y="1568791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" name="ellipse_1888">
              <a:extLst>
                <a:ext uri="{FF2B5EF4-FFF2-40B4-BE49-F238E27FC236}">
                  <a16:creationId xmlns:a16="http://schemas.microsoft.com/office/drawing/2014/main" id="{116AA07D-1658-6583-2048-22DAA979C713}"/>
                </a:ext>
              </a:extLst>
            </p:cNvPr>
            <p:cNvSpPr/>
            <p:nvPr/>
          </p:nvSpPr>
          <p:spPr>
            <a:xfrm>
              <a:off x="3215524" y="154839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" name="ellipse_1889">
              <a:extLst>
                <a:ext uri="{FF2B5EF4-FFF2-40B4-BE49-F238E27FC236}">
                  <a16:creationId xmlns:a16="http://schemas.microsoft.com/office/drawing/2014/main" id="{B9996B1C-4365-A5B2-A0FA-BEEE1AE3580D}"/>
                </a:ext>
              </a:extLst>
            </p:cNvPr>
            <p:cNvSpPr/>
            <p:nvPr/>
          </p:nvSpPr>
          <p:spPr>
            <a:xfrm>
              <a:off x="3114632" y="157995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9" name="ellipse_1890">
              <a:extLst>
                <a:ext uri="{FF2B5EF4-FFF2-40B4-BE49-F238E27FC236}">
                  <a16:creationId xmlns:a16="http://schemas.microsoft.com/office/drawing/2014/main" id="{B24EA66B-C475-FD74-3653-99240EA2FC7D}"/>
                </a:ext>
              </a:extLst>
            </p:cNvPr>
            <p:cNvSpPr/>
            <p:nvPr/>
          </p:nvSpPr>
          <p:spPr>
            <a:xfrm>
              <a:off x="3288227" y="158414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0" name="ellipse_1891">
              <a:extLst>
                <a:ext uri="{FF2B5EF4-FFF2-40B4-BE49-F238E27FC236}">
                  <a16:creationId xmlns:a16="http://schemas.microsoft.com/office/drawing/2014/main" id="{7C05A257-A858-E4EC-CE72-2E262BB52B07}"/>
                </a:ext>
              </a:extLst>
            </p:cNvPr>
            <p:cNvSpPr/>
            <p:nvPr/>
          </p:nvSpPr>
          <p:spPr>
            <a:xfrm>
              <a:off x="3206468" y="161007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1" name="ellipse_1892">
              <a:extLst>
                <a:ext uri="{FF2B5EF4-FFF2-40B4-BE49-F238E27FC236}">
                  <a16:creationId xmlns:a16="http://schemas.microsoft.com/office/drawing/2014/main" id="{5029BF78-C694-94BA-2390-D6FC0A6BFD81}"/>
                </a:ext>
              </a:extLst>
            </p:cNvPr>
            <p:cNvSpPr/>
            <p:nvPr/>
          </p:nvSpPr>
          <p:spPr>
            <a:xfrm>
              <a:off x="3224851" y="161218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" name="ellipse_1893">
              <a:extLst>
                <a:ext uri="{FF2B5EF4-FFF2-40B4-BE49-F238E27FC236}">
                  <a16:creationId xmlns:a16="http://schemas.microsoft.com/office/drawing/2014/main" id="{B400169A-5E49-FEE5-1915-FCB9E751F312}"/>
                </a:ext>
              </a:extLst>
            </p:cNvPr>
            <p:cNvSpPr/>
            <p:nvPr/>
          </p:nvSpPr>
          <p:spPr>
            <a:xfrm>
              <a:off x="3255857" y="1477242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283" name="Find | PTV3 stage 5 (no pseudo)">
            <a:extLst>
              <a:ext uri="{FF2B5EF4-FFF2-40B4-BE49-F238E27FC236}">
                <a16:creationId xmlns:a16="http://schemas.microsoft.com/office/drawing/2014/main" id="{FE5D4BB8-AE08-CFDC-14F9-58D62B643799}"/>
              </a:ext>
            </a:extLst>
          </p:cNvPr>
          <p:cNvGrpSpPr/>
          <p:nvPr/>
        </p:nvGrpSpPr>
        <p:grpSpPr>
          <a:xfrm>
            <a:off x="3559066" y="1222153"/>
            <a:ext cx="276863" cy="197759"/>
            <a:chOff x="3473888" y="1438830"/>
            <a:chExt cx="279225" cy="243090"/>
          </a:xfrm>
        </p:grpSpPr>
        <p:sp>
          <p:nvSpPr>
            <p:cNvPr id="284" name="rect_1899">
              <a:extLst>
                <a:ext uri="{FF2B5EF4-FFF2-40B4-BE49-F238E27FC236}">
                  <a16:creationId xmlns:a16="http://schemas.microsoft.com/office/drawing/2014/main" id="{3C966A44-931E-3C61-C3E2-9910BF785D0E}"/>
                </a:ext>
              </a:extLst>
            </p:cNvPr>
            <p:cNvSpPr/>
            <p:nvPr/>
          </p:nvSpPr>
          <p:spPr>
            <a:xfrm>
              <a:off x="3473888" y="1438830"/>
              <a:ext cx="279225" cy="243090"/>
            </a:xfrm>
            <a:prstGeom prst="roundRect">
              <a:avLst>
                <a:gd name="adj" fmla="val 6757"/>
              </a:avLst>
            </a:prstGeom>
            <a:solidFill>
              <a:srgbClr val="F8F5FC"/>
            </a:solidFill>
            <a:ln w="2540" cap="rnd" cmpd="sng" algn="ctr">
              <a:solidFill>
                <a:srgbClr val="BEAED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" name="ellipse_1900">
              <a:extLst>
                <a:ext uri="{FF2B5EF4-FFF2-40B4-BE49-F238E27FC236}">
                  <a16:creationId xmlns:a16="http://schemas.microsoft.com/office/drawing/2014/main" id="{0734BB70-ADDB-68EE-E4C9-F1E9F19AF6E7}"/>
                </a:ext>
              </a:extLst>
            </p:cNvPr>
            <p:cNvSpPr/>
            <p:nvPr/>
          </p:nvSpPr>
          <p:spPr>
            <a:xfrm>
              <a:off x="3538819" y="1482538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6" name="ellipse_1901">
              <a:extLst>
                <a:ext uri="{FF2B5EF4-FFF2-40B4-BE49-F238E27FC236}">
                  <a16:creationId xmlns:a16="http://schemas.microsoft.com/office/drawing/2014/main" id="{50CDA3FC-9E47-A0FF-54FE-0B291B80C55E}"/>
                </a:ext>
              </a:extLst>
            </p:cNvPr>
            <p:cNvSpPr/>
            <p:nvPr/>
          </p:nvSpPr>
          <p:spPr>
            <a:xfrm>
              <a:off x="3631999" y="157809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7" name="ellipse_1902">
              <a:extLst>
                <a:ext uri="{FF2B5EF4-FFF2-40B4-BE49-F238E27FC236}">
                  <a16:creationId xmlns:a16="http://schemas.microsoft.com/office/drawing/2014/main" id="{FDEE2D57-7D4E-037C-452C-66A797AB07C9}"/>
                </a:ext>
              </a:extLst>
            </p:cNvPr>
            <p:cNvSpPr/>
            <p:nvPr/>
          </p:nvSpPr>
          <p:spPr>
            <a:xfrm>
              <a:off x="3687564" y="1590175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" name="ellipse_1903">
              <a:extLst>
                <a:ext uri="{FF2B5EF4-FFF2-40B4-BE49-F238E27FC236}">
                  <a16:creationId xmlns:a16="http://schemas.microsoft.com/office/drawing/2014/main" id="{B2C7060E-B2BB-F02D-5B6F-B7D323B087B4}"/>
                </a:ext>
              </a:extLst>
            </p:cNvPr>
            <p:cNvSpPr/>
            <p:nvPr/>
          </p:nvSpPr>
          <p:spPr>
            <a:xfrm>
              <a:off x="3686262" y="1625396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9" name="ellipse_1904">
              <a:extLst>
                <a:ext uri="{FF2B5EF4-FFF2-40B4-BE49-F238E27FC236}">
                  <a16:creationId xmlns:a16="http://schemas.microsoft.com/office/drawing/2014/main" id="{7DE1C447-AFD4-DD7C-5DE0-0E96E8153D12}"/>
                </a:ext>
              </a:extLst>
            </p:cNvPr>
            <p:cNvSpPr/>
            <p:nvPr/>
          </p:nvSpPr>
          <p:spPr>
            <a:xfrm>
              <a:off x="3673847" y="145725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0" name="ellipse_1905">
              <a:extLst>
                <a:ext uri="{FF2B5EF4-FFF2-40B4-BE49-F238E27FC236}">
                  <a16:creationId xmlns:a16="http://schemas.microsoft.com/office/drawing/2014/main" id="{536BBD44-5D8E-E642-7EFE-DC301B9D3F7F}"/>
                </a:ext>
              </a:extLst>
            </p:cNvPr>
            <p:cNvSpPr/>
            <p:nvPr/>
          </p:nvSpPr>
          <p:spPr>
            <a:xfrm>
              <a:off x="3580150" y="160304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1" name="ellipse_1906">
              <a:extLst>
                <a:ext uri="{FF2B5EF4-FFF2-40B4-BE49-F238E27FC236}">
                  <a16:creationId xmlns:a16="http://schemas.microsoft.com/office/drawing/2014/main" id="{2D018CC6-8BB4-0573-830A-62F9771BB455}"/>
                </a:ext>
              </a:extLst>
            </p:cNvPr>
            <p:cNvSpPr/>
            <p:nvPr/>
          </p:nvSpPr>
          <p:spPr>
            <a:xfrm>
              <a:off x="3499431" y="1479999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2" name="ellipse_1907">
              <a:extLst>
                <a:ext uri="{FF2B5EF4-FFF2-40B4-BE49-F238E27FC236}">
                  <a16:creationId xmlns:a16="http://schemas.microsoft.com/office/drawing/2014/main" id="{3D9BABC9-7179-80DF-931B-76C5D153BFA2}"/>
                </a:ext>
              </a:extLst>
            </p:cNvPr>
            <p:cNvSpPr/>
            <p:nvPr/>
          </p:nvSpPr>
          <p:spPr>
            <a:xfrm>
              <a:off x="3698498" y="1633754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" name="ellipse_1908">
              <a:extLst>
                <a:ext uri="{FF2B5EF4-FFF2-40B4-BE49-F238E27FC236}">
                  <a16:creationId xmlns:a16="http://schemas.microsoft.com/office/drawing/2014/main" id="{BF41BEF8-8F67-637A-F426-1015DD3C37FC}"/>
                </a:ext>
              </a:extLst>
            </p:cNvPr>
            <p:cNvSpPr/>
            <p:nvPr/>
          </p:nvSpPr>
          <p:spPr>
            <a:xfrm>
              <a:off x="3664475" y="1606687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4" name="ellipse_1909">
              <a:extLst>
                <a:ext uri="{FF2B5EF4-FFF2-40B4-BE49-F238E27FC236}">
                  <a16:creationId xmlns:a16="http://schemas.microsoft.com/office/drawing/2014/main" id="{E57407DB-12F2-A10B-73ED-904E74E89684}"/>
                </a:ext>
              </a:extLst>
            </p:cNvPr>
            <p:cNvSpPr/>
            <p:nvPr/>
          </p:nvSpPr>
          <p:spPr>
            <a:xfrm>
              <a:off x="3577670" y="1575000"/>
              <a:ext cx="30879" cy="30879"/>
            </a:xfrm>
            <a:prstGeom prst="ellipse">
              <a:avLst/>
            </a:prstGeom>
            <a:gradFill flip="none" rotWithShape="1">
              <a:gsLst>
                <a:gs pos="0">
                  <a:srgbClr val="F2F2F5"/>
                </a:gs>
                <a:gs pos="43000">
                  <a:srgbClr val="C0C1CF"/>
                </a:gs>
                <a:gs pos="100000">
                  <a:srgbClr val="9599AC"/>
                </a:gs>
              </a:gsLst>
              <a:lin ang="2700000" scaled="1"/>
              <a:tileRect/>
            </a:gradFill>
            <a:ln w="254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95" name="Rectangle 12150">
            <a:extLst>
              <a:ext uri="{FF2B5EF4-FFF2-40B4-BE49-F238E27FC236}">
                <a16:creationId xmlns:a16="http://schemas.microsoft.com/office/drawing/2014/main" id="{8BB2EAEF-8D89-55B5-F883-4E54E99BD78E}"/>
              </a:ext>
            </a:extLst>
          </p:cNvPr>
          <p:cNvSpPr/>
          <p:nvPr/>
        </p:nvSpPr>
        <p:spPr>
          <a:xfrm>
            <a:off x="2629598" y="1487151"/>
            <a:ext cx="411339" cy="102835"/>
          </a:xfrm>
          <a:prstGeom prst="rect">
            <a:avLst/>
          </a:prstGeom>
          <a:solidFill>
            <a:srgbClr val="F2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296" name="TextBox 12151">
            <a:extLst>
              <a:ext uri="{FF2B5EF4-FFF2-40B4-BE49-F238E27FC236}">
                <a16:creationId xmlns:a16="http://schemas.microsoft.com/office/drawing/2014/main" id="{EF55ECE2-C6C0-8216-6F8B-11F814326338}"/>
              </a:ext>
            </a:extLst>
          </p:cNvPr>
          <p:cNvSpPr txBox="1"/>
          <p:nvPr/>
        </p:nvSpPr>
        <p:spPr>
          <a:xfrm>
            <a:off x="2613777" y="1495608"/>
            <a:ext cx="442981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i="1">
                <a:solidFill>
                  <a:srgbClr val="3B7DB5"/>
                </a:solidFill>
                <a:latin typeface="Arial"/>
              </a:rPr>
              <a:t>Recycle</a:t>
            </a:r>
          </a:p>
        </p:txBody>
      </p:sp>
      <p:sp>
        <p:nvSpPr>
          <p:cNvPr id="297" name="TextBox 12152">
            <a:extLst>
              <a:ext uri="{FF2B5EF4-FFF2-40B4-BE49-F238E27FC236}">
                <a16:creationId xmlns:a16="http://schemas.microsoft.com/office/drawing/2014/main" id="{DA95DC65-9861-CC7E-7EFC-4B9E07722C91}"/>
              </a:ext>
            </a:extLst>
          </p:cNvPr>
          <p:cNvSpPr txBox="1"/>
          <p:nvPr/>
        </p:nvSpPr>
        <p:spPr>
          <a:xfrm>
            <a:off x="1743636" y="1615773"/>
            <a:ext cx="2183263" cy="106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09">
                <a:solidFill>
                  <a:srgbClr val="1E293B"/>
                </a:solidFill>
                <a:latin typeface="Arial"/>
              </a:rPr>
              <a:t>Point Transformer V3</a:t>
            </a:r>
          </a:p>
        </p:txBody>
      </p:sp>
      <p:sp>
        <p:nvSpPr>
          <p:cNvPr id="298" name="TextBox 12153">
            <a:extLst>
              <a:ext uri="{FF2B5EF4-FFF2-40B4-BE49-F238E27FC236}">
                <a16:creationId xmlns:a16="http://schemas.microsoft.com/office/drawing/2014/main" id="{522E41DD-5F6E-76BD-E92F-5CBA886A651B}"/>
              </a:ext>
            </a:extLst>
          </p:cNvPr>
          <p:cNvSpPr txBox="1"/>
          <p:nvPr/>
        </p:nvSpPr>
        <p:spPr>
          <a:xfrm>
            <a:off x="2590045" y="1058360"/>
            <a:ext cx="767306" cy="88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588" dirty="0">
                <a:solidFill>
                  <a:srgbClr val="2B6CB0"/>
                </a:solidFill>
                <a:latin typeface="Arial"/>
              </a:rPr>
              <a:t>F</a:t>
            </a:r>
            <a:r>
              <a:rPr sz="588" dirty="0">
                <a:solidFill>
                  <a:srgbClr val="2B6CB0"/>
                </a:solidFill>
                <a:latin typeface="Arial"/>
              </a:rPr>
              <a:t>usion</a:t>
            </a:r>
          </a:p>
        </p:txBody>
      </p:sp>
      <p:sp>
        <p:nvSpPr>
          <p:cNvPr id="299" name="Find | Blobs output card">
            <a:extLst>
              <a:ext uri="{FF2B5EF4-FFF2-40B4-BE49-F238E27FC236}">
                <a16:creationId xmlns:a16="http://schemas.microsoft.com/office/drawing/2014/main" id="{6A602B9B-DE58-7AA0-FDBA-741F60C78A9B}"/>
              </a:ext>
            </a:extLst>
          </p:cNvPr>
          <p:cNvSpPr/>
          <p:nvPr/>
        </p:nvSpPr>
        <p:spPr>
          <a:xfrm>
            <a:off x="4044180" y="284775"/>
            <a:ext cx="442980" cy="147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300" name="TextBox 12155">
            <a:extLst>
              <a:ext uri="{FF2B5EF4-FFF2-40B4-BE49-F238E27FC236}">
                <a16:creationId xmlns:a16="http://schemas.microsoft.com/office/drawing/2014/main" id="{1F7C0F6F-D082-C8AA-DE11-4286EF42AADB}"/>
              </a:ext>
            </a:extLst>
          </p:cNvPr>
          <p:cNvSpPr txBox="1"/>
          <p:nvPr/>
        </p:nvSpPr>
        <p:spPr>
          <a:xfrm>
            <a:off x="3920517" y="307007"/>
            <a:ext cx="696113" cy="111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744" dirty="0">
                <a:solidFill>
                  <a:srgbClr val="1E293B"/>
                </a:solidFill>
                <a:latin typeface="Arial"/>
              </a:rPr>
              <a:t>Blobs</a:t>
            </a:r>
          </a:p>
        </p:txBody>
      </p:sp>
      <p:sp>
        <p:nvSpPr>
          <p:cNvPr id="301" name="TextBox 12160">
            <a:extLst>
              <a:ext uri="{FF2B5EF4-FFF2-40B4-BE49-F238E27FC236}">
                <a16:creationId xmlns:a16="http://schemas.microsoft.com/office/drawing/2014/main" id="{EBF2AA16-9B52-B84F-43EE-03BA82B2D4CA}"/>
              </a:ext>
            </a:extLst>
          </p:cNvPr>
          <p:cNvSpPr txBox="1"/>
          <p:nvPr/>
        </p:nvSpPr>
        <p:spPr>
          <a:xfrm>
            <a:off x="534876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Candidate encoder</a:t>
            </a:r>
          </a:p>
        </p:txBody>
      </p:sp>
      <p:sp>
        <p:nvSpPr>
          <p:cNvPr id="302" name="TextBox 12161">
            <a:extLst>
              <a:ext uri="{FF2B5EF4-FFF2-40B4-BE49-F238E27FC236}">
                <a16:creationId xmlns:a16="http://schemas.microsoft.com/office/drawing/2014/main" id="{1FD101AA-9130-CD96-6414-B193E6D36851}"/>
              </a:ext>
            </a:extLst>
          </p:cNvPr>
          <p:cNvSpPr txBox="1"/>
          <p:nvPr/>
        </p:nvSpPr>
        <p:spPr>
          <a:xfrm>
            <a:off x="2563797" y="2090304"/>
            <a:ext cx="1186556" cy="1079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718" dirty="0">
                <a:solidFill>
                  <a:srgbClr val="1E293B"/>
                </a:solidFill>
                <a:latin typeface="Arial"/>
              </a:rPr>
              <a:t>Identity encoder</a:t>
            </a:r>
          </a:p>
        </p:txBody>
      </p:sp>
      <p:sp>
        <p:nvSpPr>
          <p:cNvPr id="303" name="Match | Center divider">
            <a:extLst>
              <a:ext uri="{FF2B5EF4-FFF2-40B4-BE49-F238E27FC236}">
                <a16:creationId xmlns:a16="http://schemas.microsoft.com/office/drawing/2014/main" id="{5A593D05-94F5-C55B-C8C6-B8F9E86B08C6}"/>
              </a:ext>
            </a:extLst>
          </p:cNvPr>
          <p:cNvSpPr/>
          <p:nvPr/>
        </p:nvSpPr>
        <p:spPr>
          <a:xfrm>
            <a:off x="2474533" y="2119981"/>
            <a:ext cx="1" cy="1945952"/>
          </a:xfrm>
          <a:custGeom>
            <a:avLst/>
            <a:gdLst/>
            <a:ahLst/>
            <a:cxnLst/>
            <a:rect l="0" t="0" r="w" b="h"/>
            <a:pathLst>
              <a:path w="1" h="2249424">
                <a:moveTo>
                  <a:pt x="0" y="0"/>
                </a:moveTo>
                <a:lnTo>
                  <a:pt x="0" y="2249424"/>
                </a:lnTo>
              </a:path>
            </a:pathLst>
          </a:custGeom>
          <a:noFill/>
          <a:ln w="9525" cap="rnd" cmpd="sng" algn="ctr">
            <a:solidFill>
              <a:srgbClr val="D0E2DA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4" name="TextBox 12164">
            <a:extLst>
              <a:ext uri="{FF2B5EF4-FFF2-40B4-BE49-F238E27FC236}">
                <a16:creationId xmlns:a16="http://schemas.microsoft.com/office/drawing/2014/main" id="{DA6D9C81-D325-B373-1580-DEE13789E3EE}"/>
              </a:ext>
            </a:extLst>
          </p:cNvPr>
          <p:cNvSpPr txBox="1"/>
          <p:nvPr/>
        </p:nvSpPr>
        <p:spPr>
          <a:xfrm>
            <a:off x="526966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Receptor</a:t>
            </a:r>
          </a:p>
        </p:txBody>
      </p:sp>
      <p:sp>
        <p:nvSpPr>
          <p:cNvPr id="305" name="TextBox 12166">
            <a:extLst>
              <a:ext uri="{FF2B5EF4-FFF2-40B4-BE49-F238E27FC236}">
                <a16:creationId xmlns:a16="http://schemas.microsoft.com/office/drawing/2014/main" id="{6E830D7E-FC74-3019-18B2-DDE04B6E60D0}"/>
              </a:ext>
            </a:extLst>
          </p:cNvPr>
          <p:cNvSpPr txBox="1"/>
          <p:nvPr/>
        </p:nvSpPr>
        <p:spPr>
          <a:xfrm>
            <a:off x="1009499" y="2270869"/>
            <a:ext cx="442981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 dirty="0">
                <a:solidFill>
                  <a:srgbClr val="1E293B"/>
                </a:solidFill>
                <a:latin typeface="Arial"/>
              </a:rPr>
              <a:t>Density</a:t>
            </a:r>
          </a:p>
        </p:txBody>
      </p:sp>
      <p:pic>
        <p:nvPicPr>
          <p:cNvPr id="306" name="Match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7A47CBDC-2732-4D0F-C4FF-972DA2F1AA3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56983" y="2380847"/>
            <a:ext cx="347980" cy="332276"/>
          </a:xfrm>
          <a:prstGeom prst="rect">
            <a:avLst/>
          </a:prstGeom>
        </p:spPr>
      </p:pic>
      <p:sp>
        <p:nvSpPr>
          <p:cNvPr id="526" name="TextBox 12168">
            <a:extLst>
              <a:ext uri="{FF2B5EF4-FFF2-40B4-BE49-F238E27FC236}">
                <a16:creationId xmlns:a16="http://schemas.microsoft.com/office/drawing/2014/main" id="{50BD09F1-2D4A-FA0A-7AF2-981DD7585F3A}"/>
              </a:ext>
            </a:extLst>
          </p:cNvPr>
          <p:cNvSpPr txBox="1"/>
          <p:nvPr/>
        </p:nvSpPr>
        <p:spPr>
          <a:xfrm>
            <a:off x="567015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Pocket</a:t>
            </a:r>
          </a:p>
        </p:txBody>
      </p:sp>
      <p:sp>
        <p:nvSpPr>
          <p:cNvPr id="613" name="TextBox 12177">
            <a:extLst>
              <a:ext uri="{FF2B5EF4-FFF2-40B4-BE49-F238E27FC236}">
                <a16:creationId xmlns:a16="http://schemas.microsoft.com/office/drawing/2014/main" id="{086F717F-C0B1-CD04-AFB8-166092CD717F}"/>
              </a:ext>
            </a:extLst>
          </p:cNvPr>
          <p:cNvSpPr txBox="1"/>
          <p:nvPr/>
        </p:nvSpPr>
        <p:spPr>
          <a:xfrm>
            <a:off x="1016577" y="2851277"/>
            <a:ext cx="340209" cy="972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23">
                <a:solidFill>
                  <a:srgbClr val="1E293B"/>
                </a:solidFill>
                <a:latin typeface="Arial"/>
              </a:rPr>
              <a:t>Blob</a:t>
            </a:r>
          </a:p>
        </p:txBody>
      </p:sp>
      <p:grpSp>
        <p:nvGrpSpPr>
          <p:cNvPr id="614" name="Match | Blob contour">
            <a:extLst>
              <a:ext uri="{FF2B5EF4-FFF2-40B4-BE49-F238E27FC236}">
                <a16:creationId xmlns:a16="http://schemas.microsoft.com/office/drawing/2014/main" id="{ECF83E2A-3199-B09F-F90E-31DC9848C382}"/>
              </a:ext>
            </a:extLst>
          </p:cNvPr>
          <p:cNvGrpSpPr/>
          <p:nvPr/>
        </p:nvGrpSpPr>
        <p:grpSpPr>
          <a:xfrm>
            <a:off x="1044928" y="3041632"/>
            <a:ext cx="291608" cy="199265"/>
            <a:chOff x="1928706" y="3559489"/>
            <a:chExt cx="227897" cy="155682"/>
          </a:xfrm>
        </p:grpSpPr>
        <p:sp>
          <p:nvSpPr>
            <p:cNvPr id="615" name="Candidate blob | editable contour">
              <a:extLst>
                <a:ext uri="{FF2B5EF4-FFF2-40B4-BE49-F238E27FC236}">
                  <a16:creationId xmlns:a16="http://schemas.microsoft.com/office/drawing/2014/main" id="{513F782E-E1DE-1B64-68A9-FB54BE71715F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16" name="ellipse_2612">
              <a:extLst>
                <a:ext uri="{FF2B5EF4-FFF2-40B4-BE49-F238E27FC236}">
                  <a16:creationId xmlns:a16="http://schemas.microsoft.com/office/drawing/2014/main" id="{12A4650A-7359-9456-1843-A3C9E08B2497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18" name="TextBox 12186">
            <a:extLst>
              <a:ext uri="{FF2B5EF4-FFF2-40B4-BE49-F238E27FC236}">
                <a16:creationId xmlns:a16="http://schemas.microsoft.com/office/drawing/2014/main" id="{88505915-A113-7FAA-6C15-3F2B10F6D7CB}"/>
              </a:ext>
            </a:extLst>
          </p:cNvPr>
          <p:cNvSpPr txBox="1"/>
          <p:nvPr/>
        </p:nvSpPr>
        <p:spPr>
          <a:xfrm>
            <a:off x="1558387" y="2259965"/>
            <a:ext cx="286938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>
                <a:solidFill>
                  <a:srgbClr val="27364B"/>
                </a:solidFill>
                <a:latin typeface="Arial"/>
              </a:rPr>
              <a:t>48³ crop</a:t>
            </a:r>
          </a:p>
        </p:txBody>
      </p:sp>
      <p:grpSp>
        <p:nvGrpSpPr>
          <p:cNvPr id="619" name="48^3 crop 3D cube">
            <a:extLst>
              <a:ext uri="{FF2B5EF4-FFF2-40B4-BE49-F238E27FC236}">
                <a16:creationId xmlns:a16="http://schemas.microsoft.com/office/drawing/2014/main" id="{50441A72-5112-E010-1BBD-72FFF87A8B6E}"/>
              </a:ext>
            </a:extLst>
          </p:cNvPr>
          <p:cNvGrpSpPr/>
          <p:nvPr/>
        </p:nvGrpSpPr>
        <p:grpSpPr>
          <a:xfrm>
            <a:off x="1575493" y="2353114"/>
            <a:ext cx="251107" cy="197645"/>
            <a:chOff x="4043880" y="489960"/>
            <a:chExt cx="571680" cy="450000"/>
          </a:xfrm>
        </p:grpSpPr>
        <p:sp>
          <p:nvSpPr>
            <p:cNvPr id="620" name="asset_2027_0">
              <a:extLst>
                <a:ext uri="{FF2B5EF4-FFF2-40B4-BE49-F238E27FC236}">
                  <a16:creationId xmlns:a16="http://schemas.microsoft.com/office/drawing/2014/main" id="{2C26482F-D7D7-E3F6-FBCD-22AC82315E6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489960"/>
              <a:ext cx="571680" cy="76500"/>
            </a:xfrm>
            <a:custGeom>
              <a:avLst/>
              <a:gdLst/>
              <a:ahLst/>
              <a:cxnLst/>
              <a:rect l="0" t="0" r="0" b="0"/>
              <a:pathLst>
                <a:path w="571680" h="76500">
                  <a:moveTo>
                    <a:pt x="0" y="76500"/>
                  </a:moveTo>
                  <a:lnTo>
                    <a:pt x="108619" y="0"/>
                  </a:lnTo>
                  <a:lnTo>
                    <a:pt x="571680" y="0"/>
                  </a:lnTo>
                  <a:lnTo>
                    <a:pt x="463061" y="76500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621" name="asset_2027_1">
              <a:extLst>
                <a:ext uri="{FF2B5EF4-FFF2-40B4-BE49-F238E27FC236}">
                  <a16:creationId xmlns:a16="http://schemas.microsoft.com/office/drawing/2014/main" id="{F28AFBA7-0A71-99DE-9FF9-EBD0ADC1144C}"/>
                </a:ext>
              </a:extLst>
            </p:cNvPr>
            <p:cNvSpPr>
              <a:spLocks noGrp="1"/>
            </p:cNvSpPr>
            <p:nvPr/>
          </p:nvSpPr>
          <p:spPr>
            <a:xfrm>
              <a:off x="4506941" y="489960"/>
              <a:ext cx="108619" cy="450000"/>
            </a:xfrm>
            <a:custGeom>
              <a:avLst/>
              <a:gdLst/>
              <a:ahLst/>
              <a:cxnLst/>
              <a:rect l="0" t="0" r="0" b="0"/>
              <a:pathLst>
                <a:path w="108619" h="450000">
                  <a:moveTo>
                    <a:pt x="0" y="76500"/>
                  </a:moveTo>
                  <a:lnTo>
                    <a:pt x="108619" y="0"/>
                  </a:lnTo>
                  <a:lnTo>
                    <a:pt x="108619" y="373500"/>
                  </a:lnTo>
                  <a:lnTo>
                    <a:pt x="0" y="4500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622" name="asset_2027_2">
              <a:extLst>
                <a:ext uri="{FF2B5EF4-FFF2-40B4-BE49-F238E27FC236}">
                  <a16:creationId xmlns:a16="http://schemas.microsoft.com/office/drawing/2014/main" id="{97E064B3-0050-239C-C963-C5E4E31B84D2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623" name="asset_2027_3">
              <a:extLst>
                <a:ext uri="{FF2B5EF4-FFF2-40B4-BE49-F238E27FC236}">
                  <a16:creationId xmlns:a16="http://schemas.microsoft.com/office/drawing/2014/main" id="{A2C54284-938E-B40D-7CE6-20A987BE1447}"/>
                </a:ext>
              </a:extLst>
            </p:cNvPr>
            <p:cNvSpPr>
              <a:spLocks noGrp="1"/>
            </p:cNvSpPr>
            <p:nvPr/>
          </p:nvSpPr>
          <p:spPr>
            <a:xfrm>
              <a:off x="4159645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4" name="asset_2027_4">
              <a:extLst>
                <a:ext uri="{FF2B5EF4-FFF2-40B4-BE49-F238E27FC236}">
                  <a16:creationId xmlns:a16="http://schemas.microsoft.com/office/drawing/2014/main" id="{0F8960CE-A059-8D07-91FB-C97F3078BCD9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65983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5" name="asset_2027_5">
              <a:extLst>
                <a:ext uri="{FF2B5EF4-FFF2-40B4-BE49-F238E27FC236}">
                  <a16:creationId xmlns:a16="http://schemas.microsoft.com/office/drawing/2014/main" id="{A5646F3B-E3B0-7C1C-2E27-F9E967647A65}"/>
                </a:ext>
              </a:extLst>
            </p:cNvPr>
            <p:cNvSpPr>
              <a:spLocks noGrp="1"/>
            </p:cNvSpPr>
            <p:nvPr/>
          </p:nvSpPr>
          <p:spPr>
            <a:xfrm>
              <a:off x="4275410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6" name="asset_2027_6">
              <a:extLst>
                <a:ext uri="{FF2B5EF4-FFF2-40B4-BE49-F238E27FC236}">
                  <a16:creationId xmlns:a16="http://schemas.microsoft.com/office/drawing/2014/main" id="{49CF1756-587C-D73A-CFD0-CE93821E4BC5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753210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7" name="asset_2027_7">
              <a:extLst>
                <a:ext uri="{FF2B5EF4-FFF2-40B4-BE49-F238E27FC236}">
                  <a16:creationId xmlns:a16="http://schemas.microsoft.com/office/drawing/2014/main" id="{617A40D8-F985-CF5E-C184-9CEE010688B0}"/>
                </a:ext>
              </a:extLst>
            </p:cNvPr>
            <p:cNvSpPr>
              <a:spLocks noGrp="1"/>
            </p:cNvSpPr>
            <p:nvPr/>
          </p:nvSpPr>
          <p:spPr>
            <a:xfrm>
              <a:off x="4391176" y="566460"/>
              <a:ext cx="4" cy="373500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8" name="asset_2027_8">
              <a:extLst>
                <a:ext uri="{FF2B5EF4-FFF2-40B4-BE49-F238E27FC236}">
                  <a16:creationId xmlns:a16="http://schemas.microsoft.com/office/drawing/2014/main" id="{D74C2F96-9830-4E45-47CF-280DBDF3BBA6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846585"/>
              <a:ext cx="463061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629" name="asset_2027_53">
              <a:extLst>
                <a:ext uri="{FF2B5EF4-FFF2-40B4-BE49-F238E27FC236}">
                  <a16:creationId xmlns:a16="http://schemas.microsoft.com/office/drawing/2014/main" id="{B57D82E4-2BD4-33AA-2164-941D5F47EC2E}"/>
                </a:ext>
              </a:extLst>
            </p:cNvPr>
            <p:cNvSpPr>
              <a:spLocks noGrp="1"/>
            </p:cNvSpPr>
            <p:nvPr/>
          </p:nvSpPr>
          <p:spPr>
            <a:xfrm>
              <a:off x="4043880" y="566460"/>
              <a:ext cx="463061" cy="373500"/>
            </a:xfrm>
            <a:custGeom>
              <a:avLst/>
              <a:gdLst/>
              <a:ahLst/>
              <a:cxnLst/>
              <a:rect l="0" t="0" r="0" b="0"/>
              <a:pathLst>
                <a:path w="463061" h="373500">
                  <a:moveTo>
                    <a:pt x="0" y="0"/>
                  </a:moveTo>
                  <a:lnTo>
                    <a:pt x="463061" y="0"/>
                  </a:lnTo>
                  <a:lnTo>
                    <a:pt x="463061" y="373500"/>
                  </a:lnTo>
                  <a:lnTo>
                    <a:pt x="0" y="373500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630" name="48^3 crop centered blob">
            <a:extLst>
              <a:ext uri="{FF2B5EF4-FFF2-40B4-BE49-F238E27FC236}">
                <a16:creationId xmlns:a16="http://schemas.microsoft.com/office/drawing/2014/main" id="{05F07842-8C1D-D758-5B6A-3324A46B243F}"/>
              </a:ext>
            </a:extLst>
          </p:cNvPr>
          <p:cNvGrpSpPr/>
          <p:nvPr/>
        </p:nvGrpSpPr>
        <p:grpSpPr>
          <a:xfrm>
            <a:off x="1638269" y="2424395"/>
            <a:ext cx="110568" cy="75332"/>
            <a:chOff x="1928706" y="3559489"/>
            <a:chExt cx="227897" cy="155682"/>
          </a:xfrm>
        </p:grpSpPr>
        <p:sp>
          <p:nvSpPr>
            <p:cNvPr id="631" name="Candidate blob | editable contour">
              <a:extLst>
                <a:ext uri="{FF2B5EF4-FFF2-40B4-BE49-F238E27FC236}">
                  <a16:creationId xmlns:a16="http://schemas.microsoft.com/office/drawing/2014/main" id="{9098312C-2F0E-B28B-B660-F9C51272B948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32" name="ellipse_2612">
              <a:extLst>
                <a:ext uri="{FF2B5EF4-FFF2-40B4-BE49-F238E27FC236}">
                  <a16:creationId xmlns:a16="http://schemas.microsoft.com/office/drawing/2014/main" id="{ACF53CE3-1C37-025F-02A8-70EEA8DCFD7B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33" name="Blob centroid marker">
            <a:extLst>
              <a:ext uri="{FF2B5EF4-FFF2-40B4-BE49-F238E27FC236}">
                <a16:creationId xmlns:a16="http://schemas.microsoft.com/office/drawing/2014/main" id="{EDD959CF-D4D3-5624-F7B2-BF9345634585}"/>
              </a:ext>
            </a:extLst>
          </p:cNvPr>
          <p:cNvSpPr/>
          <p:nvPr/>
        </p:nvSpPr>
        <p:spPr>
          <a:xfrm>
            <a:off x="1681200" y="2450316"/>
            <a:ext cx="24301" cy="24301"/>
          </a:xfrm>
          <a:prstGeom prst="ellipse">
            <a:avLst/>
          </a:prstGeom>
          <a:solidFill>
            <a:srgbClr val="1D4ED8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4" name="TextBox 12188">
            <a:extLst>
              <a:ext uri="{FF2B5EF4-FFF2-40B4-BE49-F238E27FC236}">
                <a16:creationId xmlns:a16="http://schemas.microsoft.com/office/drawing/2014/main" id="{2C0C5B7E-EB59-C12C-034A-66725ABF262F}"/>
              </a:ext>
            </a:extLst>
          </p:cNvPr>
          <p:cNvSpPr txBox="1"/>
          <p:nvPr/>
        </p:nvSpPr>
        <p:spPr>
          <a:xfrm>
            <a:off x="1517029" y="2614551"/>
            <a:ext cx="328616" cy="923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614" dirty="0">
                <a:solidFill>
                  <a:srgbClr val="2B6CB0"/>
                </a:solidFill>
                <a:latin typeface="Arial"/>
              </a:rPr>
              <a:t>3D U-Net</a:t>
            </a:r>
          </a:p>
        </p:txBody>
      </p:sp>
      <p:sp>
        <p:nvSpPr>
          <p:cNvPr id="635" name="TextBox 12189">
            <a:extLst>
              <a:ext uri="{FF2B5EF4-FFF2-40B4-BE49-F238E27FC236}">
                <a16:creationId xmlns:a16="http://schemas.microsoft.com/office/drawing/2014/main" id="{8153BF98-6A0C-0786-710E-3D0EE8987AAA}"/>
              </a:ext>
            </a:extLst>
          </p:cNvPr>
          <p:cNvSpPr txBox="1"/>
          <p:nvPr/>
        </p:nvSpPr>
        <p:spPr>
          <a:xfrm>
            <a:off x="1934248" y="2623546"/>
            <a:ext cx="514564" cy="9021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lang="en-US" sz="600" dirty="0">
                <a:solidFill>
                  <a:srgbClr val="1E293B"/>
                </a:solidFill>
                <a:latin typeface="Arial"/>
              </a:rPr>
              <a:t>B</a:t>
            </a:r>
            <a:r>
              <a:rPr lang="en-US" altLang="zh-CN" sz="600" dirty="0">
                <a:solidFill>
                  <a:srgbClr val="1E293B"/>
                </a:solidFill>
                <a:latin typeface="Arial"/>
              </a:rPr>
              <a:t>ase s</a:t>
            </a:r>
            <a:r>
              <a:rPr sz="600" dirty="0">
                <a:solidFill>
                  <a:srgbClr val="1E293B"/>
                </a:solidFill>
                <a:latin typeface="Arial"/>
              </a:rPr>
              <a:t>ummary</a:t>
            </a:r>
          </a:p>
        </p:txBody>
      </p:sp>
      <p:sp>
        <p:nvSpPr>
          <p:cNvPr id="636" name="Math | h_j^vox">
            <a:extLst>
              <a:ext uri="{FF2B5EF4-FFF2-40B4-BE49-F238E27FC236}">
                <a16:creationId xmlns:a16="http://schemas.microsoft.com/office/drawing/2014/main" id="{93EC2205-1821-C3E9-E08B-23B27F07452E}"/>
              </a:ext>
            </a:extLst>
          </p:cNvPr>
          <p:cNvSpPr txBox="1"/>
          <p:nvPr/>
        </p:nvSpPr>
        <p:spPr>
          <a:xfrm>
            <a:off x="2110006" y="2371206"/>
            <a:ext cx="169918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>
                <a:solidFill>
                  <a:srgbClr val="1E293B"/>
                </a:solidFill>
                <a:latin typeface="Arial"/>
              </a:rPr>
              <a:t>vox</a:t>
            </a:r>
          </a:p>
        </p:txBody>
      </p:sp>
      <p:sp>
        <p:nvSpPr>
          <p:cNvPr id="637" name="Base summary bar_1">
            <a:extLst>
              <a:ext uri="{FF2B5EF4-FFF2-40B4-BE49-F238E27FC236}">
                <a16:creationId xmlns:a16="http://schemas.microsoft.com/office/drawing/2014/main" id="{99E9D3C4-A8BD-9C93-615E-C771AE07C8E3}"/>
              </a:ext>
            </a:extLst>
          </p:cNvPr>
          <p:cNvSpPr/>
          <p:nvPr/>
        </p:nvSpPr>
        <p:spPr>
          <a:xfrm>
            <a:off x="2013536" y="2549118"/>
            <a:ext cx="44072" cy="59328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8" name="Base summary bar_2">
            <a:extLst>
              <a:ext uri="{FF2B5EF4-FFF2-40B4-BE49-F238E27FC236}">
                <a16:creationId xmlns:a16="http://schemas.microsoft.com/office/drawing/2014/main" id="{6BC787CE-AF83-7509-7C88-9AB58DB6F66F}"/>
              </a:ext>
            </a:extLst>
          </p:cNvPr>
          <p:cNvSpPr/>
          <p:nvPr/>
        </p:nvSpPr>
        <p:spPr>
          <a:xfrm>
            <a:off x="2061563" y="2549118"/>
            <a:ext cx="44072" cy="59328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39" name="Base summary bar_3">
            <a:extLst>
              <a:ext uri="{FF2B5EF4-FFF2-40B4-BE49-F238E27FC236}">
                <a16:creationId xmlns:a16="http://schemas.microsoft.com/office/drawing/2014/main" id="{269240CC-07F6-8569-D6D0-2E898FDFE671}"/>
              </a:ext>
            </a:extLst>
          </p:cNvPr>
          <p:cNvSpPr/>
          <p:nvPr/>
        </p:nvSpPr>
        <p:spPr>
          <a:xfrm>
            <a:off x="2109590" y="2549118"/>
            <a:ext cx="44072" cy="59328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0" name="Base summary bar_4">
            <a:extLst>
              <a:ext uri="{FF2B5EF4-FFF2-40B4-BE49-F238E27FC236}">
                <a16:creationId xmlns:a16="http://schemas.microsoft.com/office/drawing/2014/main" id="{D027E165-A9E7-E339-F192-6FC69D94CA5E}"/>
              </a:ext>
            </a:extLst>
          </p:cNvPr>
          <p:cNvSpPr/>
          <p:nvPr/>
        </p:nvSpPr>
        <p:spPr>
          <a:xfrm>
            <a:off x="2157618" y="2549118"/>
            <a:ext cx="44072" cy="59328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1" name="Base summary bar_5">
            <a:extLst>
              <a:ext uri="{FF2B5EF4-FFF2-40B4-BE49-F238E27FC236}">
                <a16:creationId xmlns:a16="http://schemas.microsoft.com/office/drawing/2014/main" id="{AF544338-D23E-CE3C-A6B8-4FA37DCAD82E}"/>
              </a:ext>
            </a:extLst>
          </p:cNvPr>
          <p:cNvSpPr/>
          <p:nvPr/>
        </p:nvSpPr>
        <p:spPr>
          <a:xfrm>
            <a:off x="2205646" y="2549118"/>
            <a:ext cx="44072" cy="59328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2" name="Base summary bar_6">
            <a:extLst>
              <a:ext uri="{FF2B5EF4-FFF2-40B4-BE49-F238E27FC236}">
                <a16:creationId xmlns:a16="http://schemas.microsoft.com/office/drawing/2014/main" id="{9F80EB35-B4A7-2FA2-7A0C-B02A9915E4EB}"/>
              </a:ext>
            </a:extLst>
          </p:cNvPr>
          <p:cNvSpPr/>
          <p:nvPr/>
        </p:nvSpPr>
        <p:spPr>
          <a:xfrm>
            <a:off x="2253673" y="2549118"/>
            <a:ext cx="44072" cy="59328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3" name="Base summary bar_7">
            <a:extLst>
              <a:ext uri="{FF2B5EF4-FFF2-40B4-BE49-F238E27FC236}">
                <a16:creationId xmlns:a16="http://schemas.microsoft.com/office/drawing/2014/main" id="{763E1301-00D0-44E1-3425-288C0321EC85}"/>
              </a:ext>
            </a:extLst>
          </p:cNvPr>
          <p:cNvSpPr/>
          <p:nvPr/>
        </p:nvSpPr>
        <p:spPr>
          <a:xfrm>
            <a:off x="2301700" y="2549118"/>
            <a:ext cx="44072" cy="59328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44" name="Op | Mean/max pool">
            <a:extLst>
              <a:ext uri="{FF2B5EF4-FFF2-40B4-BE49-F238E27FC236}">
                <a16:creationId xmlns:a16="http://schemas.microsoft.com/office/drawing/2014/main" id="{C4850A78-C957-EF45-0669-F1FA2501E311}"/>
              </a:ext>
            </a:extLst>
          </p:cNvPr>
          <p:cNvSpPr/>
          <p:nvPr/>
        </p:nvSpPr>
        <p:spPr>
          <a:xfrm>
            <a:off x="526966" y="3452879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Mean/max pool</a:t>
            </a:r>
          </a:p>
        </p:txBody>
      </p:sp>
      <p:sp>
        <p:nvSpPr>
          <p:cNvPr id="645" name="Op | Cross-attention">
            <a:extLst>
              <a:ext uri="{FF2B5EF4-FFF2-40B4-BE49-F238E27FC236}">
                <a16:creationId xmlns:a16="http://schemas.microsoft.com/office/drawing/2014/main" id="{11FEE5AE-99F9-B083-0D93-CFC8DBD07D63}"/>
              </a:ext>
            </a:extLst>
          </p:cNvPr>
          <p:cNvSpPr/>
          <p:nvPr/>
        </p:nvSpPr>
        <p:spPr>
          <a:xfrm>
            <a:off x="1223079" y="3452879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Cross-attention</a:t>
            </a:r>
          </a:p>
        </p:txBody>
      </p:sp>
      <p:sp>
        <p:nvSpPr>
          <p:cNvPr id="646" name="TextBox 12200">
            <a:extLst>
              <a:ext uri="{FF2B5EF4-FFF2-40B4-BE49-F238E27FC236}">
                <a16:creationId xmlns:a16="http://schemas.microsoft.com/office/drawing/2014/main" id="{884D8F93-171F-A6AB-A603-7E1006874447}"/>
              </a:ext>
            </a:extLst>
          </p:cNvPr>
          <p:cNvSpPr txBox="1"/>
          <p:nvPr/>
        </p:nvSpPr>
        <p:spPr>
          <a:xfrm>
            <a:off x="1592376" y="3370950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47" name="Op | FiLM">
            <a:extLst>
              <a:ext uri="{FF2B5EF4-FFF2-40B4-BE49-F238E27FC236}">
                <a16:creationId xmlns:a16="http://schemas.microsoft.com/office/drawing/2014/main" id="{59F3449A-984C-C7E7-FC02-0C47B43E0DFD}"/>
              </a:ext>
            </a:extLst>
          </p:cNvPr>
          <p:cNvSpPr/>
          <p:nvPr/>
        </p:nvSpPr>
        <p:spPr>
          <a:xfrm>
            <a:off x="2014119" y="3738251"/>
            <a:ext cx="300518" cy="150259"/>
          </a:xfrm>
          <a:prstGeom prst="roundRect">
            <a:avLst>
              <a:gd name="adj" fmla="val 25000"/>
            </a:avLst>
          </a:prstGeom>
          <a:solidFill>
            <a:srgbClr val="EDE7F5"/>
          </a:solidFill>
          <a:ln w="7290">
            <a:solidFill>
              <a:srgbClr val="B8A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623">
                <a:solidFill>
                  <a:srgbClr val="4E3D73"/>
                </a:solidFill>
                <a:latin typeface="Arial"/>
              </a:rPr>
              <a:t>FiLM</a:t>
            </a:r>
          </a:p>
        </p:txBody>
      </p:sp>
      <p:sp>
        <p:nvSpPr>
          <p:cNvPr id="648" name="TextBox 12202">
            <a:extLst>
              <a:ext uri="{FF2B5EF4-FFF2-40B4-BE49-F238E27FC236}">
                <a16:creationId xmlns:a16="http://schemas.microsoft.com/office/drawing/2014/main" id="{6F9F40E0-7819-CEA2-6131-C4ABBC19B945}"/>
              </a:ext>
            </a:extLst>
          </p:cNvPr>
          <p:cNvSpPr txBox="1"/>
          <p:nvPr/>
        </p:nvSpPr>
        <p:spPr>
          <a:xfrm>
            <a:off x="1954789" y="3430400"/>
            <a:ext cx="126566" cy="845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62">
                <a:solidFill>
                  <a:srgbClr val="3B7DB5"/>
                </a:solidFill>
                <a:latin typeface="Arial"/>
              </a:rPr>
              <a:t>Q</a:t>
            </a:r>
          </a:p>
        </p:txBody>
      </p:sp>
      <p:sp>
        <p:nvSpPr>
          <p:cNvPr id="649" name="Op | MLP">
            <a:extLst>
              <a:ext uri="{FF2B5EF4-FFF2-40B4-BE49-F238E27FC236}">
                <a16:creationId xmlns:a16="http://schemas.microsoft.com/office/drawing/2014/main" id="{554F5441-96D3-CFD3-6A6E-CA8C906F4B29}"/>
              </a:ext>
            </a:extLst>
          </p:cNvPr>
          <p:cNvSpPr/>
          <p:nvPr/>
        </p:nvSpPr>
        <p:spPr>
          <a:xfrm>
            <a:off x="1017387" y="3738251"/>
            <a:ext cx="347904" cy="150259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MLP</a:t>
            </a:r>
          </a:p>
        </p:txBody>
      </p:sp>
      <p:sp>
        <p:nvSpPr>
          <p:cNvPr id="650" name="h_j bar_1">
            <a:extLst>
              <a:ext uri="{FF2B5EF4-FFF2-40B4-BE49-F238E27FC236}">
                <a16:creationId xmlns:a16="http://schemas.microsoft.com/office/drawing/2014/main" id="{99BF7016-0AEC-5CA1-43D0-0CC405933ADD}"/>
              </a:ext>
            </a:extLst>
          </p:cNvPr>
          <p:cNvSpPr/>
          <p:nvPr/>
        </p:nvSpPr>
        <p:spPr>
          <a:xfrm>
            <a:off x="1998296" y="3989994"/>
            <a:ext cx="44072" cy="56955"/>
          </a:xfrm>
          <a:prstGeom prst="rect">
            <a:avLst/>
          </a:prstGeom>
          <a:solidFill>
            <a:srgbClr val="367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1" name="h_j bar_2">
            <a:extLst>
              <a:ext uri="{FF2B5EF4-FFF2-40B4-BE49-F238E27FC236}">
                <a16:creationId xmlns:a16="http://schemas.microsoft.com/office/drawing/2014/main" id="{71708831-906F-DB31-D516-DA6520DB6B6E}"/>
              </a:ext>
            </a:extLst>
          </p:cNvPr>
          <p:cNvSpPr/>
          <p:nvPr/>
        </p:nvSpPr>
        <p:spPr>
          <a:xfrm>
            <a:off x="2046323" y="3989994"/>
            <a:ext cx="44072" cy="56955"/>
          </a:xfrm>
          <a:prstGeom prst="rect">
            <a:avLst/>
          </a:prstGeom>
          <a:solidFill>
            <a:srgbClr val="7EAE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2" name="h_j bar_3">
            <a:extLst>
              <a:ext uri="{FF2B5EF4-FFF2-40B4-BE49-F238E27FC236}">
                <a16:creationId xmlns:a16="http://schemas.microsoft.com/office/drawing/2014/main" id="{E1CF9CE6-644D-2199-D558-FB2748AF4CA8}"/>
              </a:ext>
            </a:extLst>
          </p:cNvPr>
          <p:cNvSpPr/>
          <p:nvPr/>
        </p:nvSpPr>
        <p:spPr>
          <a:xfrm>
            <a:off x="2094350" y="3989994"/>
            <a:ext cx="44072" cy="56955"/>
          </a:xfrm>
          <a:prstGeom prst="rect">
            <a:avLst/>
          </a:prstGeom>
          <a:solidFill>
            <a:srgbClr val="BCD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3" name="h_j bar_4">
            <a:extLst>
              <a:ext uri="{FF2B5EF4-FFF2-40B4-BE49-F238E27FC236}">
                <a16:creationId xmlns:a16="http://schemas.microsoft.com/office/drawing/2014/main" id="{0B1E11C4-B6B0-8410-69CA-ECA06B016C11}"/>
              </a:ext>
            </a:extLst>
          </p:cNvPr>
          <p:cNvSpPr/>
          <p:nvPr/>
        </p:nvSpPr>
        <p:spPr>
          <a:xfrm>
            <a:off x="2142378" y="3989994"/>
            <a:ext cx="44072" cy="56955"/>
          </a:xfrm>
          <a:prstGeom prst="rect">
            <a:avLst/>
          </a:prstGeom>
          <a:solidFill>
            <a:srgbClr val="88C3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4" name="h_j bar_5">
            <a:extLst>
              <a:ext uri="{FF2B5EF4-FFF2-40B4-BE49-F238E27FC236}">
                <a16:creationId xmlns:a16="http://schemas.microsoft.com/office/drawing/2014/main" id="{2A27D763-25D4-1A48-A9AB-8AE10B5867F3}"/>
              </a:ext>
            </a:extLst>
          </p:cNvPr>
          <p:cNvSpPr/>
          <p:nvPr/>
        </p:nvSpPr>
        <p:spPr>
          <a:xfrm>
            <a:off x="2190406" y="3989994"/>
            <a:ext cx="44072" cy="56955"/>
          </a:xfrm>
          <a:prstGeom prst="rect">
            <a:avLst/>
          </a:prstGeom>
          <a:solidFill>
            <a:srgbClr val="238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5" name="h_j bar_6">
            <a:extLst>
              <a:ext uri="{FF2B5EF4-FFF2-40B4-BE49-F238E27FC236}">
                <a16:creationId xmlns:a16="http://schemas.microsoft.com/office/drawing/2014/main" id="{CC2DBA64-D0DF-1160-5FEF-C265BF4EAB35}"/>
              </a:ext>
            </a:extLst>
          </p:cNvPr>
          <p:cNvSpPr/>
          <p:nvPr/>
        </p:nvSpPr>
        <p:spPr>
          <a:xfrm>
            <a:off x="2238433" y="3989994"/>
            <a:ext cx="44072" cy="56955"/>
          </a:xfrm>
          <a:prstGeom prst="rect">
            <a:avLst/>
          </a:prstGeom>
          <a:solidFill>
            <a:srgbClr val="B1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6" name="h_j bar_7">
            <a:extLst>
              <a:ext uri="{FF2B5EF4-FFF2-40B4-BE49-F238E27FC236}">
                <a16:creationId xmlns:a16="http://schemas.microsoft.com/office/drawing/2014/main" id="{3E031F7D-E2D9-9D11-0526-4D352C453584}"/>
              </a:ext>
            </a:extLst>
          </p:cNvPr>
          <p:cNvSpPr/>
          <p:nvPr/>
        </p:nvSpPr>
        <p:spPr>
          <a:xfrm>
            <a:off x="2286460" y="3989994"/>
            <a:ext cx="44072" cy="56955"/>
          </a:xfrm>
          <a:prstGeom prst="rect">
            <a:avLst/>
          </a:prstGeom>
          <a:solidFill>
            <a:srgbClr val="D4C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57" name="Math | h_j^">
            <a:extLst>
              <a:ext uri="{FF2B5EF4-FFF2-40B4-BE49-F238E27FC236}">
                <a16:creationId xmlns:a16="http://schemas.microsoft.com/office/drawing/2014/main" id="{9AC920D3-16D2-273E-04D3-53357E82FB0E}"/>
              </a:ext>
            </a:extLst>
          </p:cNvPr>
          <p:cNvSpPr txBox="1"/>
          <p:nvPr/>
        </p:nvSpPr>
        <p:spPr>
          <a:xfrm>
            <a:off x="1883926" y="3947306"/>
            <a:ext cx="70532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h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j</a:t>
            </a:r>
          </a:p>
        </p:txBody>
      </p:sp>
      <p:sp>
        <p:nvSpPr>
          <p:cNvPr id="658" name="Op | Foreground head">
            <a:extLst>
              <a:ext uri="{FF2B5EF4-FFF2-40B4-BE49-F238E27FC236}">
                <a16:creationId xmlns:a16="http://schemas.microsoft.com/office/drawing/2014/main" id="{772C4BD8-070D-6A2C-3C5B-CCE55BD09041}"/>
              </a:ext>
            </a:extLst>
          </p:cNvPr>
          <p:cNvSpPr/>
          <p:nvPr/>
        </p:nvSpPr>
        <p:spPr>
          <a:xfrm>
            <a:off x="613980" y="4181937"/>
            <a:ext cx="696113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Foreground head</a:t>
            </a:r>
          </a:p>
        </p:txBody>
      </p:sp>
      <p:sp>
        <p:nvSpPr>
          <p:cNvPr id="659" name="Math | p_j^fg">
            <a:extLst>
              <a:ext uri="{FF2B5EF4-FFF2-40B4-BE49-F238E27FC236}">
                <a16:creationId xmlns:a16="http://schemas.microsoft.com/office/drawing/2014/main" id="{04752E8A-9FFA-1739-18D7-365FF5D9A529}"/>
              </a:ext>
            </a:extLst>
          </p:cNvPr>
          <p:cNvSpPr txBox="1"/>
          <p:nvPr/>
        </p:nvSpPr>
        <p:spPr>
          <a:xfrm>
            <a:off x="1615425" y="4176444"/>
            <a:ext cx="121828" cy="12234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95" i="1" dirty="0" err="1">
                <a:solidFill>
                  <a:srgbClr val="1E293B"/>
                </a:solidFill>
                <a:latin typeface="Times New Roman"/>
              </a:rPr>
              <a:t>p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</a:t>
            </a:r>
            <a:r>
              <a:rPr sz="750" baseline="32000" dirty="0" err="1">
                <a:solidFill>
                  <a:srgbClr val="1E293B"/>
                </a:solidFill>
                <a:latin typeface="Arial"/>
              </a:rPr>
              <a:t>fg</a:t>
            </a:r>
            <a:endParaRPr sz="750" baseline="32000" dirty="0">
              <a:solidFill>
                <a:srgbClr val="1E293B"/>
              </a:solidFill>
              <a:latin typeface="Arial"/>
            </a:endParaRPr>
          </a:p>
        </p:txBody>
      </p:sp>
      <p:sp>
        <p:nvSpPr>
          <p:cNvPr id="660" name="TextBox 12215">
            <a:extLst>
              <a:ext uri="{FF2B5EF4-FFF2-40B4-BE49-F238E27FC236}">
                <a16:creationId xmlns:a16="http://schemas.microsoft.com/office/drawing/2014/main" id="{C45D4B31-EE62-7047-2BD0-7D7B985DADC4}"/>
              </a:ext>
            </a:extLst>
          </p:cNvPr>
          <p:cNvSpPr txBox="1"/>
          <p:nvPr/>
        </p:nvSpPr>
        <p:spPr>
          <a:xfrm>
            <a:off x="1346687" y="4310121"/>
            <a:ext cx="666849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Foreground probability</a:t>
            </a:r>
          </a:p>
        </p:txBody>
      </p:sp>
      <p:sp>
        <p:nvSpPr>
          <p:cNvPr id="661" name="TextBox 12216">
            <a:extLst>
              <a:ext uri="{FF2B5EF4-FFF2-40B4-BE49-F238E27FC236}">
                <a16:creationId xmlns:a16="http://schemas.microsoft.com/office/drawing/2014/main" id="{978E7CF5-ACF2-460D-26F2-9B198BAAC63B}"/>
              </a:ext>
            </a:extLst>
          </p:cNvPr>
          <p:cNvSpPr txBox="1"/>
          <p:nvPr/>
        </p:nvSpPr>
        <p:spPr>
          <a:xfrm>
            <a:off x="2883480" y="2206291"/>
            <a:ext cx="1195840" cy="884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8">
                <a:solidFill>
                  <a:srgbClr val="5A6B7C"/>
                </a:solidFill>
                <a:latin typeface="Arial"/>
              </a:rPr>
              <a:t>User-provided SMILES · same PDB</a:t>
            </a:r>
          </a:p>
        </p:txBody>
      </p:sp>
      <p:sp>
        <p:nvSpPr>
          <p:cNvPr id="662" name="Identity | SMILES list card">
            <a:extLst>
              <a:ext uri="{FF2B5EF4-FFF2-40B4-BE49-F238E27FC236}">
                <a16:creationId xmlns:a16="http://schemas.microsoft.com/office/drawing/2014/main" id="{7DA7890B-AB79-9717-CAA6-1EEE08F32188}"/>
              </a:ext>
            </a:extLst>
          </p:cNvPr>
          <p:cNvSpPr/>
          <p:nvPr/>
        </p:nvSpPr>
        <p:spPr>
          <a:xfrm>
            <a:off x="3062150" y="2309830"/>
            <a:ext cx="838500" cy="51274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290">
            <a:solidFill>
              <a:srgbClr val="CBD6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3" name="TextBox 12218">
            <a:extLst>
              <a:ext uri="{FF2B5EF4-FFF2-40B4-BE49-F238E27FC236}">
                <a16:creationId xmlns:a16="http://schemas.microsoft.com/office/drawing/2014/main" id="{86BB59AD-D134-C7C6-AEC0-14F6157A5F0B}"/>
              </a:ext>
            </a:extLst>
          </p:cNvPr>
          <p:cNvSpPr txBox="1"/>
          <p:nvPr/>
        </p:nvSpPr>
        <p:spPr>
          <a:xfrm>
            <a:off x="3117523" y="2338063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4E739E"/>
                </a:solidFill>
                <a:latin typeface="Arial"/>
              </a:rPr>
              <a:t>1   CCO</a:t>
            </a:r>
          </a:p>
        </p:txBody>
      </p:sp>
      <p:sp>
        <p:nvSpPr>
          <p:cNvPr id="664" name="TextBox 12219">
            <a:extLst>
              <a:ext uri="{FF2B5EF4-FFF2-40B4-BE49-F238E27FC236}">
                <a16:creationId xmlns:a16="http://schemas.microsoft.com/office/drawing/2014/main" id="{D5CEF1E2-0003-83A9-6C8B-869DF460C92C}"/>
              </a:ext>
            </a:extLst>
          </p:cNvPr>
          <p:cNvSpPr txBox="1"/>
          <p:nvPr/>
        </p:nvSpPr>
        <p:spPr>
          <a:xfrm>
            <a:off x="3117523" y="2440897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8E6B3E"/>
                </a:solidFill>
                <a:latin typeface="Arial"/>
              </a:rPr>
              <a:t>2   CC(=O)O</a:t>
            </a:r>
          </a:p>
        </p:txBody>
      </p:sp>
      <p:sp>
        <p:nvSpPr>
          <p:cNvPr id="665" name="Identity | Selected k pill">
            <a:extLst>
              <a:ext uri="{FF2B5EF4-FFF2-40B4-BE49-F238E27FC236}">
                <a16:creationId xmlns:a16="http://schemas.microsoft.com/office/drawing/2014/main" id="{484884C0-9180-67EB-D183-0D32CB2F3899}"/>
              </a:ext>
            </a:extLst>
          </p:cNvPr>
          <p:cNvSpPr/>
          <p:nvPr/>
        </p:nvSpPr>
        <p:spPr>
          <a:xfrm>
            <a:off x="3093792" y="2562853"/>
            <a:ext cx="775217" cy="118656"/>
          </a:xfrm>
          <a:prstGeom prst="roundRect">
            <a:avLst>
              <a:gd name="adj" fmla="val 18000"/>
            </a:avLst>
          </a:prstGeom>
          <a:solidFill>
            <a:srgbClr val="DCFCE7"/>
          </a:solidFill>
          <a:ln w="8890">
            <a:solidFill>
              <a:srgbClr val="3E9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66" name="TextBox 12222">
            <a:extLst>
              <a:ext uri="{FF2B5EF4-FFF2-40B4-BE49-F238E27FC236}">
                <a16:creationId xmlns:a16="http://schemas.microsoft.com/office/drawing/2014/main" id="{AF18D027-6125-FBDF-9BCD-9060B5C5E099}"/>
              </a:ext>
            </a:extLst>
          </p:cNvPr>
          <p:cNvSpPr txBox="1"/>
          <p:nvPr/>
        </p:nvSpPr>
        <p:spPr>
          <a:xfrm>
            <a:off x="3125433" y="2585570"/>
            <a:ext cx="71193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14532D"/>
                </a:solidFill>
                <a:latin typeface="Arial"/>
              </a:rPr>
              <a:t>k   Cc1ccccc1</a:t>
            </a:r>
          </a:p>
        </p:txBody>
      </p:sp>
      <p:sp>
        <p:nvSpPr>
          <p:cNvPr id="667" name="TextBox 12224">
            <a:extLst>
              <a:ext uri="{FF2B5EF4-FFF2-40B4-BE49-F238E27FC236}">
                <a16:creationId xmlns:a16="http://schemas.microsoft.com/office/drawing/2014/main" id="{4F02AD2D-3369-26A3-6D2F-44659C880CB7}"/>
              </a:ext>
            </a:extLst>
          </p:cNvPr>
          <p:cNvSpPr txBox="1"/>
          <p:nvPr/>
        </p:nvSpPr>
        <p:spPr>
          <a:xfrm>
            <a:off x="3117523" y="2714369"/>
            <a:ext cx="72775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71" dirty="0">
                <a:solidFill>
                  <a:srgbClr val="6D5B97"/>
                </a:solidFill>
                <a:latin typeface="Arial"/>
              </a:rPr>
              <a:t>K   CC(N)=O</a:t>
            </a:r>
          </a:p>
        </p:txBody>
      </p:sp>
      <p:sp>
        <p:nvSpPr>
          <p:cNvPr id="668" name="TextBox 12225">
            <a:extLst>
              <a:ext uri="{FF2B5EF4-FFF2-40B4-BE49-F238E27FC236}">
                <a16:creationId xmlns:a16="http://schemas.microsoft.com/office/drawing/2014/main" id="{3E613D72-90CB-62FD-E861-8FE6E2F065B8}"/>
              </a:ext>
            </a:extLst>
          </p:cNvPr>
          <p:cNvSpPr txBox="1"/>
          <p:nvPr/>
        </p:nvSpPr>
        <p:spPr>
          <a:xfrm>
            <a:off x="2598297" y="2643822"/>
            <a:ext cx="181140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 err="1">
                <a:solidFill>
                  <a:srgbClr val="5A6B7C"/>
                </a:solidFill>
                <a:latin typeface="Arial"/>
              </a:rPr>
              <a:t>RDKit</a:t>
            </a:r>
            <a:endParaRPr sz="536" dirty="0">
              <a:solidFill>
                <a:srgbClr val="5A6B7C"/>
              </a:solidFill>
              <a:latin typeface="Arial"/>
            </a:endParaRPr>
          </a:p>
        </p:txBody>
      </p:sp>
      <p:grpSp>
        <p:nvGrpSpPr>
          <p:cNvPr id="669" name="Identity | Own molecular graph">
            <a:extLst>
              <a:ext uri="{FF2B5EF4-FFF2-40B4-BE49-F238E27FC236}">
                <a16:creationId xmlns:a16="http://schemas.microsoft.com/office/drawing/2014/main" id="{683652C7-CC94-2A9C-935C-36CF7B7EB5E8}"/>
              </a:ext>
            </a:extLst>
          </p:cNvPr>
          <p:cNvGrpSpPr/>
          <p:nvPr/>
        </p:nvGrpSpPr>
        <p:grpSpPr>
          <a:xfrm>
            <a:off x="2674542" y="2888431"/>
            <a:ext cx="284773" cy="171742"/>
            <a:chOff x="3366271" y="3721905"/>
            <a:chExt cx="311024" cy="187573"/>
          </a:xfrm>
        </p:grpSpPr>
        <p:cxnSp>
          <p:nvCxnSpPr>
            <p:cNvPr id="670" name="path_2698">
              <a:extLst>
                <a:ext uri="{FF2B5EF4-FFF2-40B4-BE49-F238E27FC236}">
                  <a16:creationId xmlns:a16="http://schemas.microsoft.com/office/drawing/2014/main" id="{08C9C74A-0B12-2E3C-023F-C3DCDEFB7AF1}"/>
                </a:ext>
              </a:extLst>
            </p:cNvPr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1" name="path_2699">
              <a:extLst>
                <a:ext uri="{FF2B5EF4-FFF2-40B4-BE49-F238E27FC236}">
                  <a16:creationId xmlns:a16="http://schemas.microsoft.com/office/drawing/2014/main" id="{1CF65ECB-9AC9-C310-5460-0B86FF6B2BC5}"/>
                </a:ext>
              </a:extLst>
            </p:cNvPr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2" name="path_2700">
              <a:extLst>
                <a:ext uri="{FF2B5EF4-FFF2-40B4-BE49-F238E27FC236}">
                  <a16:creationId xmlns:a16="http://schemas.microsoft.com/office/drawing/2014/main" id="{47F0AAAA-D782-D4D4-41E7-7304CCE8D568}"/>
                </a:ext>
              </a:extLst>
            </p:cNvPr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3" name="path_2701">
              <a:extLst>
                <a:ext uri="{FF2B5EF4-FFF2-40B4-BE49-F238E27FC236}">
                  <a16:creationId xmlns:a16="http://schemas.microsoft.com/office/drawing/2014/main" id="{672DEF92-FEF6-A8B8-A079-671D6D70071E}"/>
                </a:ext>
              </a:extLst>
            </p:cNvPr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4" name="path_2702">
              <a:extLst>
                <a:ext uri="{FF2B5EF4-FFF2-40B4-BE49-F238E27FC236}">
                  <a16:creationId xmlns:a16="http://schemas.microsoft.com/office/drawing/2014/main" id="{B02A38E3-8AB1-C1CA-A784-7A02E63B2D09}"/>
                </a:ext>
              </a:extLst>
            </p:cNvPr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5" name="path_2703">
              <a:extLst>
                <a:ext uri="{FF2B5EF4-FFF2-40B4-BE49-F238E27FC236}">
                  <a16:creationId xmlns:a16="http://schemas.microsoft.com/office/drawing/2014/main" id="{5EB27651-D3BE-22CD-39D8-D428781F5F97}"/>
                </a:ext>
              </a:extLst>
            </p:cNvPr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76" name="path_2704">
              <a:extLst>
                <a:ext uri="{FF2B5EF4-FFF2-40B4-BE49-F238E27FC236}">
                  <a16:creationId xmlns:a16="http://schemas.microsoft.com/office/drawing/2014/main" id="{A3592B63-1411-3F57-5878-96E17C30AD75}"/>
                </a:ext>
              </a:extLst>
            </p:cNvPr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77" name="ellipse_2705">
              <a:extLst>
                <a:ext uri="{FF2B5EF4-FFF2-40B4-BE49-F238E27FC236}">
                  <a16:creationId xmlns:a16="http://schemas.microsoft.com/office/drawing/2014/main" id="{C3D36D22-8CEB-B663-A605-02E9CFFED0C1}"/>
                </a:ext>
              </a:extLst>
            </p:cNvPr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8" name="ellipse_2706">
              <a:extLst>
                <a:ext uri="{FF2B5EF4-FFF2-40B4-BE49-F238E27FC236}">
                  <a16:creationId xmlns:a16="http://schemas.microsoft.com/office/drawing/2014/main" id="{1F86BCBC-B96E-6EC5-AC9B-22A20629DF0F}"/>
                </a:ext>
              </a:extLst>
            </p:cNvPr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79" name="ellipse_2707">
              <a:extLst>
                <a:ext uri="{FF2B5EF4-FFF2-40B4-BE49-F238E27FC236}">
                  <a16:creationId xmlns:a16="http://schemas.microsoft.com/office/drawing/2014/main" id="{0D7ED534-2755-74EA-6149-4A7E3A7E8992}"/>
                </a:ext>
              </a:extLst>
            </p:cNvPr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0" name="ellipse_2708">
              <a:extLst>
                <a:ext uri="{FF2B5EF4-FFF2-40B4-BE49-F238E27FC236}">
                  <a16:creationId xmlns:a16="http://schemas.microsoft.com/office/drawing/2014/main" id="{01CC7294-C7B5-D1A4-A138-902105284B89}"/>
                </a:ext>
              </a:extLst>
            </p:cNvPr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1" name="ellipse_2709">
              <a:extLst>
                <a:ext uri="{FF2B5EF4-FFF2-40B4-BE49-F238E27FC236}">
                  <a16:creationId xmlns:a16="http://schemas.microsoft.com/office/drawing/2014/main" id="{80734E48-9DE8-B4FD-D0D4-D53693BBEADF}"/>
                </a:ext>
              </a:extLst>
            </p:cNvPr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2" name="ellipse_2710">
              <a:extLst>
                <a:ext uri="{FF2B5EF4-FFF2-40B4-BE49-F238E27FC236}">
                  <a16:creationId xmlns:a16="http://schemas.microsoft.com/office/drawing/2014/main" id="{3DB6F677-E1A0-2C7D-CADD-FB389865F633}"/>
                </a:ext>
              </a:extLst>
            </p:cNvPr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683" name="ellipse_2711">
              <a:extLst>
                <a:ext uri="{FF2B5EF4-FFF2-40B4-BE49-F238E27FC236}">
                  <a16:creationId xmlns:a16="http://schemas.microsoft.com/office/drawing/2014/main" id="{D105DBC9-3C6D-0576-1E95-E04BFA9EB1EF}"/>
                </a:ext>
              </a:extLst>
            </p:cNvPr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684" name="TextBox 12226">
            <a:extLst>
              <a:ext uri="{FF2B5EF4-FFF2-40B4-BE49-F238E27FC236}">
                <a16:creationId xmlns:a16="http://schemas.microsoft.com/office/drawing/2014/main" id="{43DBD103-E22F-DA52-F0ED-122A5CA41D61}"/>
              </a:ext>
            </a:extLst>
          </p:cNvPr>
          <p:cNvSpPr txBox="1"/>
          <p:nvPr/>
        </p:nvSpPr>
        <p:spPr>
          <a:xfrm>
            <a:off x="2648613" y="3080344"/>
            <a:ext cx="336631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Own graph</a:t>
            </a:r>
          </a:p>
        </p:txBody>
      </p:sp>
      <p:sp>
        <p:nvSpPr>
          <p:cNvPr id="685" name="Op | GNN">
            <a:extLst>
              <a:ext uri="{FF2B5EF4-FFF2-40B4-BE49-F238E27FC236}">
                <a16:creationId xmlns:a16="http://schemas.microsoft.com/office/drawing/2014/main" id="{98330FF3-2E5A-32C3-D33C-D78225E1943D}"/>
              </a:ext>
            </a:extLst>
          </p:cNvPr>
          <p:cNvSpPr/>
          <p:nvPr/>
        </p:nvSpPr>
        <p:spPr>
          <a:xfrm>
            <a:off x="2634990" y="3239299"/>
            <a:ext cx="363877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GNN</a:t>
            </a:r>
          </a:p>
        </p:txBody>
      </p:sp>
      <p:sp>
        <p:nvSpPr>
          <p:cNvPr id="686" name="TextBox 12228">
            <a:extLst>
              <a:ext uri="{FF2B5EF4-FFF2-40B4-BE49-F238E27FC236}">
                <a16:creationId xmlns:a16="http://schemas.microsoft.com/office/drawing/2014/main" id="{26538413-3AE9-9872-D0A6-0AEA9E6FF809}"/>
              </a:ext>
            </a:extLst>
          </p:cNvPr>
          <p:cNvSpPr txBox="1"/>
          <p:nvPr/>
        </p:nvSpPr>
        <p:spPr>
          <a:xfrm>
            <a:off x="2848570" y="3388848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687" name="Op | Graph attention">
            <a:extLst>
              <a:ext uri="{FF2B5EF4-FFF2-40B4-BE49-F238E27FC236}">
                <a16:creationId xmlns:a16="http://schemas.microsoft.com/office/drawing/2014/main" id="{5F3701CD-DCA3-D9CA-7FA3-D737E8718A60}"/>
              </a:ext>
            </a:extLst>
          </p:cNvPr>
          <p:cNvSpPr/>
          <p:nvPr/>
        </p:nvSpPr>
        <p:spPr>
          <a:xfrm>
            <a:off x="2508424" y="3500341"/>
            <a:ext cx="617009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Graph</a:t>
            </a:r>
            <a:r>
              <a:rPr sz="580" dirty="0">
                <a:solidFill>
                  <a:srgbClr val="1D6D5E"/>
                </a:solidFill>
                <a:latin typeface="Arial"/>
              </a:rPr>
              <a:t> </a:t>
            </a:r>
            <a:r>
              <a:rPr sz="588" dirty="0">
                <a:solidFill>
                  <a:srgbClr val="1D6D5E"/>
                </a:solidFill>
                <a:latin typeface="Arial"/>
              </a:rPr>
              <a:t>attention</a:t>
            </a:r>
          </a:p>
        </p:txBody>
      </p:sp>
      <p:sp>
        <p:nvSpPr>
          <p:cNvPr id="688" name="Op | SMI-TED">
            <a:extLst>
              <a:ext uri="{FF2B5EF4-FFF2-40B4-BE49-F238E27FC236}">
                <a16:creationId xmlns:a16="http://schemas.microsoft.com/office/drawing/2014/main" id="{9F250B16-9768-CC2C-86AF-59769C8EEC4C}"/>
              </a:ext>
            </a:extLst>
          </p:cNvPr>
          <p:cNvSpPr/>
          <p:nvPr/>
        </p:nvSpPr>
        <p:spPr>
          <a:xfrm>
            <a:off x="3270973" y="2971538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689" name="Language vector v_k_1">
            <a:extLst>
              <a:ext uri="{FF2B5EF4-FFF2-40B4-BE49-F238E27FC236}">
                <a16:creationId xmlns:a16="http://schemas.microsoft.com/office/drawing/2014/main" id="{E695888D-D925-5392-2451-D7757F2B6BC7}"/>
              </a:ext>
            </a:extLst>
          </p:cNvPr>
          <p:cNvSpPr/>
          <p:nvPr/>
        </p:nvSpPr>
        <p:spPr>
          <a:xfrm>
            <a:off x="3339014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0" name="Language vector v_k_2">
            <a:extLst>
              <a:ext uri="{FF2B5EF4-FFF2-40B4-BE49-F238E27FC236}">
                <a16:creationId xmlns:a16="http://schemas.microsoft.com/office/drawing/2014/main" id="{914284BD-BAB8-4AEA-A1F1-E7FC853BC87F}"/>
              </a:ext>
            </a:extLst>
          </p:cNvPr>
          <p:cNvSpPr/>
          <p:nvPr/>
        </p:nvSpPr>
        <p:spPr>
          <a:xfrm>
            <a:off x="3380261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1" name="Language vector v_k_3">
            <a:extLst>
              <a:ext uri="{FF2B5EF4-FFF2-40B4-BE49-F238E27FC236}">
                <a16:creationId xmlns:a16="http://schemas.microsoft.com/office/drawing/2014/main" id="{A224CED9-3025-4474-CF80-E118B0ACA7AB}"/>
              </a:ext>
            </a:extLst>
          </p:cNvPr>
          <p:cNvSpPr/>
          <p:nvPr/>
        </p:nvSpPr>
        <p:spPr>
          <a:xfrm>
            <a:off x="3421508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2" name="Language vector v_k_4">
            <a:extLst>
              <a:ext uri="{FF2B5EF4-FFF2-40B4-BE49-F238E27FC236}">
                <a16:creationId xmlns:a16="http://schemas.microsoft.com/office/drawing/2014/main" id="{3641CBF3-C5A5-2DC2-88CA-B3F2C816508D}"/>
              </a:ext>
            </a:extLst>
          </p:cNvPr>
          <p:cNvSpPr/>
          <p:nvPr/>
        </p:nvSpPr>
        <p:spPr>
          <a:xfrm>
            <a:off x="3462755" y="3547013"/>
            <a:ext cx="37291" cy="56955"/>
          </a:xfrm>
          <a:prstGeom prst="rect">
            <a:avLst/>
          </a:prstGeom>
          <a:solidFill>
            <a:srgbClr val="CBE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3" name="Language vector v_k_5">
            <a:extLst>
              <a:ext uri="{FF2B5EF4-FFF2-40B4-BE49-F238E27FC236}">
                <a16:creationId xmlns:a16="http://schemas.microsoft.com/office/drawing/2014/main" id="{B6BA4357-39F7-598C-72FA-2FC00B25A10F}"/>
              </a:ext>
            </a:extLst>
          </p:cNvPr>
          <p:cNvSpPr/>
          <p:nvPr/>
        </p:nvSpPr>
        <p:spPr>
          <a:xfrm>
            <a:off x="3504002" y="3547013"/>
            <a:ext cx="37291" cy="56955"/>
          </a:xfrm>
          <a:prstGeom prst="rect">
            <a:avLst/>
          </a:prstGeom>
          <a:solidFill>
            <a:srgbClr val="3C9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4" name="Language vector v_k_6">
            <a:extLst>
              <a:ext uri="{FF2B5EF4-FFF2-40B4-BE49-F238E27FC236}">
                <a16:creationId xmlns:a16="http://schemas.microsoft.com/office/drawing/2014/main" id="{14F9C08B-08C8-5CC8-21F6-EC42430BFA81}"/>
              </a:ext>
            </a:extLst>
          </p:cNvPr>
          <p:cNvSpPr/>
          <p:nvPr/>
        </p:nvSpPr>
        <p:spPr>
          <a:xfrm>
            <a:off x="3545249" y="3547013"/>
            <a:ext cx="37291" cy="56955"/>
          </a:xfrm>
          <a:prstGeom prst="rect">
            <a:avLst/>
          </a:prstGeom>
          <a:solidFill>
            <a:srgbClr val="6FB9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5" name="Language vector v_k_7">
            <a:extLst>
              <a:ext uri="{FF2B5EF4-FFF2-40B4-BE49-F238E27FC236}">
                <a16:creationId xmlns:a16="http://schemas.microsoft.com/office/drawing/2014/main" id="{52E0E1B7-31F4-244C-BA32-494F415D5F2F}"/>
              </a:ext>
            </a:extLst>
          </p:cNvPr>
          <p:cNvSpPr/>
          <p:nvPr/>
        </p:nvSpPr>
        <p:spPr>
          <a:xfrm>
            <a:off x="3586496" y="3547013"/>
            <a:ext cx="37291" cy="56955"/>
          </a:xfrm>
          <a:prstGeom prst="rect">
            <a:avLst/>
          </a:prstGeom>
          <a:solidFill>
            <a:srgbClr val="ADD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696" name="TextBox 12239">
            <a:extLst>
              <a:ext uri="{FF2B5EF4-FFF2-40B4-BE49-F238E27FC236}">
                <a16:creationId xmlns:a16="http://schemas.microsoft.com/office/drawing/2014/main" id="{DE6BD61F-48C0-C267-E36F-0AC7BC24100D}"/>
              </a:ext>
            </a:extLst>
          </p:cNvPr>
          <p:cNvSpPr txBox="1"/>
          <p:nvPr/>
        </p:nvSpPr>
        <p:spPr>
          <a:xfrm>
            <a:off x="3164985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 dirty="0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7" name="TextBox 12240">
            <a:extLst>
              <a:ext uri="{FF2B5EF4-FFF2-40B4-BE49-F238E27FC236}">
                <a16:creationId xmlns:a16="http://schemas.microsoft.com/office/drawing/2014/main" id="{2ACBC05C-C556-BA36-3DA9-0D37D9382C06}"/>
              </a:ext>
            </a:extLst>
          </p:cNvPr>
          <p:cNvSpPr txBox="1"/>
          <p:nvPr/>
        </p:nvSpPr>
        <p:spPr>
          <a:xfrm>
            <a:off x="3671249" y="3475189"/>
            <a:ext cx="126566" cy="819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5">
                <a:solidFill>
                  <a:srgbClr val="1D6D5E"/>
                </a:solidFill>
                <a:latin typeface="Arial"/>
              </a:rPr>
              <a:t>Q</a:t>
            </a:r>
          </a:p>
        </p:txBody>
      </p:sp>
      <p:sp>
        <p:nvSpPr>
          <p:cNvPr id="698" name="TextBox 12241">
            <a:extLst>
              <a:ext uri="{FF2B5EF4-FFF2-40B4-BE49-F238E27FC236}">
                <a16:creationId xmlns:a16="http://schemas.microsoft.com/office/drawing/2014/main" id="{0B3A68EF-7CF9-A2EB-24B2-085C5BF1F71F}"/>
              </a:ext>
            </a:extLst>
          </p:cNvPr>
          <p:cNvSpPr txBox="1"/>
          <p:nvPr/>
        </p:nvSpPr>
        <p:spPr>
          <a:xfrm>
            <a:off x="4185423" y="2542416"/>
            <a:ext cx="379698" cy="1518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519" dirty="0">
                <a:solidFill>
                  <a:srgbClr val="5A6B7C"/>
                </a:solidFill>
                <a:latin typeface="Arial"/>
              </a:rPr>
              <a:t>  </a:t>
            </a:r>
            <a:r>
              <a:rPr sz="519" dirty="0">
                <a:solidFill>
                  <a:srgbClr val="5A6B7C"/>
                </a:solidFill>
                <a:latin typeface="Arial"/>
              </a:rPr>
              <a:t>Other</a:t>
            </a:r>
          </a:p>
          <a:p>
            <a:pPr algn="l">
              <a:lnSpc>
                <a:spcPct val="95000"/>
              </a:lnSpc>
            </a:pPr>
            <a:r>
              <a:rPr sz="519" dirty="0">
                <a:solidFill>
                  <a:srgbClr val="5A6B7C"/>
                </a:solidFill>
                <a:latin typeface="Arial"/>
              </a:rPr>
              <a:t>identities</a:t>
            </a:r>
          </a:p>
        </p:txBody>
      </p:sp>
      <p:sp>
        <p:nvSpPr>
          <p:cNvPr id="699" name="Op | SMI-TED">
            <a:extLst>
              <a:ext uri="{FF2B5EF4-FFF2-40B4-BE49-F238E27FC236}">
                <a16:creationId xmlns:a16="http://schemas.microsoft.com/office/drawing/2014/main" id="{6691CF15-5DAD-F305-5973-B1ACEFFF5CBF}"/>
              </a:ext>
            </a:extLst>
          </p:cNvPr>
          <p:cNvSpPr/>
          <p:nvPr/>
        </p:nvSpPr>
        <p:spPr>
          <a:xfrm>
            <a:off x="3952538" y="2967199"/>
            <a:ext cx="427160" cy="134476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SMI-TED</a:t>
            </a:r>
          </a:p>
        </p:txBody>
      </p:sp>
      <p:sp>
        <p:nvSpPr>
          <p:cNvPr id="700" name="TextBox 12244">
            <a:extLst>
              <a:ext uri="{FF2B5EF4-FFF2-40B4-BE49-F238E27FC236}">
                <a16:creationId xmlns:a16="http://schemas.microsoft.com/office/drawing/2014/main" id="{13C55E5C-99C8-F46D-3353-FED4827206EC}"/>
              </a:ext>
            </a:extLst>
          </p:cNvPr>
          <p:cNvSpPr txBox="1"/>
          <p:nvPr/>
        </p:nvSpPr>
        <p:spPr>
          <a:xfrm>
            <a:off x="3940202" y="3207444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4E739E"/>
                </a:solidFill>
                <a:latin typeface="Arial"/>
              </a:rPr>
              <a:t>1</a:t>
            </a:r>
          </a:p>
        </p:txBody>
      </p:sp>
      <p:sp>
        <p:nvSpPr>
          <p:cNvPr id="701" name="Context bar 1_1">
            <a:extLst>
              <a:ext uri="{FF2B5EF4-FFF2-40B4-BE49-F238E27FC236}">
                <a16:creationId xmlns:a16="http://schemas.microsoft.com/office/drawing/2014/main" id="{F675EB2C-E3F4-CF25-F2F9-B217A0C64998}"/>
              </a:ext>
            </a:extLst>
          </p:cNvPr>
          <p:cNvSpPr/>
          <p:nvPr/>
        </p:nvSpPr>
        <p:spPr>
          <a:xfrm>
            <a:off x="4035126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2" name="Context bar 1_2">
            <a:extLst>
              <a:ext uri="{FF2B5EF4-FFF2-40B4-BE49-F238E27FC236}">
                <a16:creationId xmlns:a16="http://schemas.microsoft.com/office/drawing/2014/main" id="{7015B7C2-EE7A-8CD3-BF9A-C8F6C295F2D3}"/>
              </a:ext>
            </a:extLst>
          </p:cNvPr>
          <p:cNvSpPr/>
          <p:nvPr/>
        </p:nvSpPr>
        <p:spPr>
          <a:xfrm>
            <a:off x="4083248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3" name="Context bar 1_3">
            <a:extLst>
              <a:ext uri="{FF2B5EF4-FFF2-40B4-BE49-F238E27FC236}">
                <a16:creationId xmlns:a16="http://schemas.microsoft.com/office/drawing/2014/main" id="{0283D963-CC89-9552-BBFA-44417F9A5810}"/>
              </a:ext>
            </a:extLst>
          </p:cNvPr>
          <p:cNvSpPr/>
          <p:nvPr/>
        </p:nvSpPr>
        <p:spPr>
          <a:xfrm>
            <a:off x="4131369" y="3223887"/>
            <a:ext cx="44166" cy="34806"/>
          </a:xfrm>
          <a:prstGeom prst="rect">
            <a:avLst/>
          </a:prstGeom>
          <a:solidFill>
            <a:srgbClr val="BFD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4" name="Context bar 1_4">
            <a:extLst>
              <a:ext uri="{FF2B5EF4-FFF2-40B4-BE49-F238E27FC236}">
                <a16:creationId xmlns:a16="http://schemas.microsoft.com/office/drawing/2014/main" id="{DFE762FA-D62F-609E-23C6-B16577CF789A}"/>
              </a:ext>
            </a:extLst>
          </p:cNvPr>
          <p:cNvSpPr/>
          <p:nvPr/>
        </p:nvSpPr>
        <p:spPr>
          <a:xfrm>
            <a:off x="4179491" y="3223887"/>
            <a:ext cx="44166" cy="34806"/>
          </a:xfrm>
          <a:prstGeom prst="rect">
            <a:avLst/>
          </a:prstGeom>
          <a:solidFill>
            <a:srgbClr val="739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5" name="Context bar 1_5">
            <a:extLst>
              <a:ext uri="{FF2B5EF4-FFF2-40B4-BE49-F238E27FC236}">
                <a16:creationId xmlns:a16="http://schemas.microsoft.com/office/drawing/2014/main" id="{8A2B1ECE-222F-713D-5115-87805A38C6E9}"/>
              </a:ext>
            </a:extLst>
          </p:cNvPr>
          <p:cNvSpPr/>
          <p:nvPr/>
        </p:nvSpPr>
        <p:spPr>
          <a:xfrm>
            <a:off x="4227612" y="3223887"/>
            <a:ext cx="44166" cy="34806"/>
          </a:xfrm>
          <a:prstGeom prst="rect">
            <a:avLst/>
          </a:prstGeom>
          <a:solidFill>
            <a:srgbClr val="5A8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6" name="Context bar 1_6">
            <a:extLst>
              <a:ext uri="{FF2B5EF4-FFF2-40B4-BE49-F238E27FC236}">
                <a16:creationId xmlns:a16="http://schemas.microsoft.com/office/drawing/2014/main" id="{F9202696-646F-1763-9139-E44B52B50C5F}"/>
              </a:ext>
            </a:extLst>
          </p:cNvPr>
          <p:cNvSpPr/>
          <p:nvPr/>
        </p:nvSpPr>
        <p:spPr>
          <a:xfrm>
            <a:off x="4275734" y="3223887"/>
            <a:ext cx="44166" cy="34806"/>
          </a:xfrm>
          <a:prstGeom prst="rect">
            <a:avLst/>
          </a:prstGeom>
          <a:solidFill>
            <a:srgbClr val="8B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7" name="TextBox 12251">
            <a:extLst>
              <a:ext uri="{FF2B5EF4-FFF2-40B4-BE49-F238E27FC236}">
                <a16:creationId xmlns:a16="http://schemas.microsoft.com/office/drawing/2014/main" id="{7BC06DFD-B767-BA41-2B05-2B0A38358B92}"/>
              </a:ext>
            </a:extLst>
          </p:cNvPr>
          <p:cNvSpPr txBox="1"/>
          <p:nvPr/>
        </p:nvSpPr>
        <p:spPr>
          <a:xfrm>
            <a:off x="3940202" y="3270220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8E6B3E"/>
                </a:solidFill>
                <a:latin typeface="Arial"/>
              </a:rPr>
              <a:t>2</a:t>
            </a:r>
          </a:p>
        </p:txBody>
      </p:sp>
      <p:sp>
        <p:nvSpPr>
          <p:cNvPr id="708" name="Context bar 2_1">
            <a:extLst>
              <a:ext uri="{FF2B5EF4-FFF2-40B4-BE49-F238E27FC236}">
                <a16:creationId xmlns:a16="http://schemas.microsoft.com/office/drawing/2014/main" id="{520858ED-2877-9676-9DDD-53EAA8E37558}"/>
              </a:ext>
            </a:extLst>
          </p:cNvPr>
          <p:cNvSpPr/>
          <p:nvPr/>
        </p:nvSpPr>
        <p:spPr>
          <a:xfrm>
            <a:off x="4035126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09" name="Context bar 2_2">
            <a:extLst>
              <a:ext uri="{FF2B5EF4-FFF2-40B4-BE49-F238E27FC236}">
                <a16:creationId xmlns:a16="http://schemas.microsoft.com/office/drawing/2014/main" id="{50A3D4F9-D9FE-CC8B-21E7-D32E326D8875}"/>
              </a:ext>
            </a:extLst>
          </p:cNvPr>
          <p:cNvSpPr/>
          <p:nvPr/>
        </p:nvSpPr>
        <p:spPr>
          <a:xfrm>
            <a:off x="4083248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0" name="Context bar 2_3">
            <a:extLst>
              <a:ext uri="{FF2B5EF4-FFF2-40B4-BE49-F238E27FC236}">
                <a16:creationId xmlns:a16="http://schemas.microsoft.com/office/drawing/2014/main" id="{4471AA3C-5A9C-CEE5-0418-953EC2227441}"/>
              </a:ext>
            </a:extLst>
          </p:cNvPr>
          <p:cNvSpPr/>
          <p:nvPr/>
        </p:nvSpPr>
        <p:spPr>
          <a:xfrm>
            <a:off x="4131369" y="3286664"/>
            <a:ext cx="44166" cy="34806"/>
          </a:xfrm>
          <a:prstGeom prst="rect">
            <a:avLst/>
          </a:prstGeom>
          <a:solidFill>
            <a:srgbClr val="E0C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1" name="Context bar 2_4">
            <a:extLst>
              <a:ext uri="{FF2B5EF4-FFF2-40B4-BE49-F238E27FC236}">
                <a16:creationId xmlns:a16="http://schemas.microsoft.com/office/drawing/2014/main" id="{B321BB44-18FA-E7F3-2924-BC94493FEA4A}"/>
              </a:ext>
            </a:extLst>
          </p:cNvPr>
          <p:cNvSpPr/>
          <p:nvPr/>
        </p:nvSpPr>
        <p:spPr>
          <a:xfrm>
            <a:off x="4179491" y="3286664"/>
            <a:ext cx="44166" cy="34806"/>
          </a:xfrm>
          <a:prstGeom prst="rect">
            <a:avLst/>
          </a:prstGeom>
          <a:solidFill>
            <a:srgbClr val="B5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2" name="Context bar 2_5">
            <a:extLst>
              <a:ext uri="{FF2B5EF4-FFF2-40B4-BE49-F238E27FC236}">
                <a16:creationId xmlns:a16="http://schemas.microsoft.com/office/drawing/2014/main" id="{BF58521A-8C41-BE24-9704-AEAF70385316}"/>
              </a:ext>
            </a:extLst>
          </p:cNvPr>
          <p:cNvSpPr/>
          <p:nvPr/>
        </p:nvSpPr>
        <p:spPr>
          <a:xfrm>
            <a:off x="4227612" y="3286664"/>
            <a:ext cx="44166" cy="34806"/>
          </a:xfrm>
          <a:prstGeom prst="rect">
            <a:avLst/>
          </a:prstGeom>
          <a:solidFill>
            <a:srgbClr val="A67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3" name="Context bar 2_6">
            <a:extLst>
              <a:ext uri="{FF2B5EF4-FFF2-40B4-BE49-F238E27FC236}">
                <a16:creationId xmlns:a16="http://schemas.microsoft.com/office/drawing/2014/main" id="{4283B810-9FFF-25F8-1960-4F272603052B}"/>
              </a:ext>
            </a:extLst>
          </p:cNvPr>
          <p:cNvSpPr/>
          <p:nvPr/>
        </p:nvSpPr>
        <p:spPr>
          <a:xfrm>
            <a:off x="4275734" y="3286664"/>
            <a:ext cx="44166" cy="34806"/>
          </a:xfrm>
          <a:prstGeom prst="rect">
            <a:avLst/>
          </a:prstGeom>
          <a:solidFill>
            <a:srgbClr val="C6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4" name="TextBox 12258">
            <a:extLst>
              <a:ext uri="{FF2B5EF4-FFF2-40B4-BE49-F238E27FC236}">
                <a16:creationId xmlns:a16="http://schemas.microsoft.com/office/drawing/2014/main" id="{D4C78125-5C89-7F13-017C-2E1C11AE7FDD}"/>
              </a:ext>
            </a:extLst>
          </p:cNvPr>
          <p:cNvSpPr txBox="1"/>
          <p:nvPr/>
        </p:nvSpPr>
        <p:spPr>
          <a:xfrm>
            <a:off x="3940202" y="3332997"/>
            <a:ext cx="79104" cy="677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" dirty="0">
                <a:solidFill>
                  <a:srgbClr val="6D5B97"/>
                </a:solidFill>
                <a:latin typeface="Arial"/>
              </a:rPr>
              <a:t>K</a:t>
            </a:r>
          </a:p>
        </p:txBody>
      </p:sp>
      <p:sp>
        <p:nvSpPr>
          <p:cNvPr id="715" name="Context bar K_1">
            <a:extLst>
              <a:ext uri="{FF2B5EF4-FFF2-40B4-BE49-F238E27FC236}">
                <a16:creationId xmlns:a16="http://schemas.microsoft.com/office/drawing/2014/main" id="{6C63634F-2307-320B-8E95-2B6ADA84F565}"/>
              </a:ext>
            </a:extLst>
          </p:cNvPr>
          <p:cNvSpPr/>
          <p:nvPr/>
        </p:nvSpPr>
        <p:spPr>
          <a:xfrm>
            <a:off x="4035126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6" name="Context bar K_2">
            <a:extLst>
              <a:ext uri="{FF2B5EF4-FFF2-40B4-BE49-F238E27FC236}">
                <a16:creationId xmlns:a16="http://schemas.microsoft.com/office/drawing/2014/main" id="{582A4CF2-1B99-BCF5-A8D3-EE93D5F5B81F}"/>
              </a:ext>
            </a:extLst>
          </p:cNvPr>
          <p:cNvSpPr/>
          <p:nvPr/>
        </p:nvSpPr>
        <p:spPr>
          <a:xfrm>
            <a:off x="4083248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7" name="Context bar K_3">
            <a:extLst>
              <a:ext uri="{FF2B5EF4-FFF2-40B4-BE49-F238E27FC236}">
                <a16:creationId xmlns:a16="http://schemas.microsoft.com/office/drawing/2014/main" id="{607B41B1-A111-8D93-E207-5DF6221B54D2}"/>
              </a:ext>
            </a:extLst>
          </p:cNvPr>
          <p:cNvSpPr/>
          <p:nvPr/>
        </p:nvSpPr>
        <p:spPr>
          <a:xfrm>
            <a:off x="4131369" y="3349440"/>
            <a:ext cx="44166" cy="34806"/>
          </a:xfrm>
          <a:prstGeom prst="rect">
            <a:avLst/>
          </a:prstGeom>
          <a:solidFill>
            <a:srgbClr val="CB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8" name="Context bar K_4">
            <a:extLst>
              <a:ext uri="{FF2B5EF4-FFF2-40B4-BE49-F238E27FC236}">
                <a16:creationId xmlns:a16="http://schemas.microsoft.com/office/drawing/2014/main" id="{9539C2E7-004F-E86E-852E-98E80C399402}"/>
              </a:ext>
            </a:extLst>
          </p:cNvPr>
          <p:cNvSpPr/>
          <p:nvPr/>
        </p:nvSpPr>
        <p:spPr>
          <a:xfrm>
            <a:off x="4179491" y="3349440"/>
            <a:ext cx="44166" cy="34806"/>
          </a:xfrm>
          <a:prstGeom prst="rect">
            <a:avLst/>
          </a:prstGeom>
          <a:solidFill>
            <a:srgbClr val="8E7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19" name="Context bar K_5">
            <a:extLst>
              <a:ext uri="{FF2B5EF4-FFF2-40B4-BE49-F238E27FC236}">
                <a16:creationId xmlns:a16="http://schemas.microsoft.com/office/drawing/2014/main" id="{2DE0B959-537B-893B-9987-81BBF3647FFD}"/>
              </a:ext>
            </a:extLst>
          </p:cNvPr>
          <p:cNvSpPr/>
          <p:nvPr/>
        </p:nvSpPr>
        <p:spPr>
          <a:xfrm>
            <a:off x="4227612" y="3349440"/>
            <a:ext cx="44166" cy="34806"/>
          </a:xfrm>
          <a:prstGeom prst="rect">
            <a:avLst/>
          </a:prstGeom>
          <a:solidFill>
            <a:srgbClr val="7A6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0" name="Context bar K_6">
            <a:extLst>
              <a:ext uri="{FF2B5EF4-FFF2-40B4-BE49-F238E27FC236}">
                <a16:creationId xmlns:a16="http://schemas.microsoft.com/office/drawing/2014/main" id="{147CE38B-269C-4BBA-77C6-2810C1D11F1C}"/>
              </a:ext>
            </a:extLst>
          </p:cNvPr>
          <p:cNvSpPr/>
          <p:nvPr/>
        </p:nvSpPr>
        <p:spPr>
          <a:xfrm>
            <a:off x="4275734" y="3349440"/>
            <a:ext cx="44166" cy="34806"/>
          </a:xfrm>
          <a:prstGeom prst="rect">
            <a:avLst/>
          </a:prstGeom>
          <a:solidFill>
            <a:srgbClr val="A19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1" name="TextBox 12265">
            <a:extLst>
              <a:ext uri="{FF2B5EF4-FFF2-40B4-BE49-F238E27FC236}">
                <a16:creationId xmlns:a16="http://schemas.microsoft.com/office/drawing/2014/main" id="{979CEBC9-AC70-1276-123A-637171F58084}"/>
              </a:ext>
            </a:extLst>
          </p:cNvPr>
          <p:cNvSpPr txBox="1"/>
          <p:nvPr/>
        </p:nvSpPr>
        <p:spPr>
          <a:xfrm>
            <a:off x="4193334" y="3400472"/>
            <a:ext cx="134652" cy="805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536" dirty="0">
                <a:solidFill>
                  <a:srgbClr val="1D6D5E"/>
                </a:solidFill>
                <a:latin typeface="Arial"/>
              </a:rPr>
              <a:t>K, V</a:t>
            </a:r>
          </a:p>
        </p:txBody>
      </p:sp>
      <p:sp>
        <p:nvSpPr>
          <p:cNvPr id="722" name="Op | Context attention">
            <a:extLst>
              <a:ext uri="{FF2B5EF4-FFF2-40B4-BE49-F238E27FC236}">
                <a16:creationId xmlns:a16="http://schemas.microsoft.com/office/drawing/2014/main" id="{640CE564-549E-0D15-B50A-E392C9DB6304}"/>
              </a:ext>
            </a:extLst>
          </p:cNvPr>
          <p:cNvSpPr/>
          <p:nvPr/>
        </p:nvSpPr>
        <p:spPr>
          <a:xfrm>
            <a:off x="3837367" y="3500341"/>
            <a:ext cx="648651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Context</a:t>
            </a:r>
            <a:r>
              <a:rPr sz="580" dirty="0">
                <a:solidFill>
                  <a:srgbClr val="1D6D5E"/>
                </a:solidFill>
                <a:latin typeface="Arial"/>
              </a:rPr>
              <a:t> attention</a:t>
            </a:r>
          </a:p>
        </p:txBody>
      </p:sp>
      <p:sp>
        <p:nvSpPr>
          <p:cNvPr id="723" name="Op | Fusion">
            <a:extLst>
              <a:ext uri="{FF2B5EF4-FFF2-40B4-BE49-F238E27FC236}">
                <a16:creationId xmlns:a16="http://schemas.microsoft.com/office/drawing/2014/main" id="{FF74A918-BF09-C9F6-6A9B-D421CF97BC33}"/>
              </a:ext>
            </a:extLst>
          </p:cNvPr>
          <p:cNvSpPr/>
          <p:nvPr/>
        </p:nvSpPr>
        <p:spPr>
          <a:xfrm>
            <a:off x="3291551" y="3733697"/>
            <a:ext cx="379698" cy="14238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 dirty="0">
                <a:solidFill>
                  <a:srgbClr val="1D6D5E"/>
                </a:solidFill>
                <a:latin typeface="Arial"/>
              </a:rPr>
              <a:t>Fusion</a:t>
            </a:r>
          </a:p>
        </p:txBody>
      </p:sp>
      <p:sp>
        <p:nvSpPr>
          <p:cNvPr id="724" name="g_k bar_1">
            <a:extLst>
              <a:ext uri="{FF2B5EF4-FFF2-40B4-BE49-F238E27FC236}">
                <a16:creationId xmlns:a16="http://schemas.microsoft.com/office/drawing/2014/main" id="{CB9A6A2F-14EE-2004-CB53-FCE391ACED69}"/>
              </a:ext>
            </a:extLst>
          </p:cNvPr>
          <p:cNvSpPr/>
          <p:nvPr/>
        </p:nvSpPr>
        <p:spPr>
          <a:xfrm>
            <a:off x="3315283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5" name="g_k bar_2">
            <a:extLst>
              <a:ext uri="{FF2B5EF4-FFF2-40B4-BE49-F238E27FC236}">
                <a16:creationId xmlns:a16="http://schemas.microsoft.com/office/drawing/2014/main" id="{E39FC69E-11ED-3FA2-32B9-5945059F2213}"/>
              </a:ext>
            </a:extLst>
          </p:cNvPr>
          <p:cNvSpPr/>
          <p:nvPr/>
        </p:nvSpPr>
        <p:spPr>
          <a:xfrm>
            <a:off x="3363310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6" name="g_k bar_3">
            <a:extLst>
              <a:ext uri="{FF2B5EF4-FFF2-40B4-BE49-F238E27FC236}">
                <a16:creationId xmlns:a16="http://schemas.microsoft.com/office/drawing/2014/main" id="{543C1079-397B-91D4-0D56-9824953F1A51}"/>
              </a:ext>
            </a:extLst>
          </p:cNvPr>
          <p:cNvSpPr/>
          <p:nvPr/>
        </p:nvSpPr>
        <p:spPr>
          <a:xfrm>
            <a:off x="3411337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7" name="g_k bar_4">
            <a:extLst>
              <a:ext uri="{FF2B5EF4-FFF2-40B4-BE49-F238E27FC236}">
                <a16:creationId xmlns:a16="http://schemas.microsoft.com/office/drawing/2014/main" id="{72768CF4-9EFB-DF24-7C89-6D351C730BA5}"/>
              </a:ext>
            </a:extLst>
          </p:cNvPr>
          <p:cNvSpPr/>
          <p:nvPr/>
        </p:nvSpPr>
        <p:spPr>
          <a:xfrm>
            <a:off x="3459364" y="3989994"/>
            <a:ext cx="44072" cy="56955"/>
          </a:xfrm>
          <a:prstGeom prst="rect">
            <a:avLst/>
          </a:prstGeom>
          <a:solidFill>
            <a:srgbClr val="68AB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8" name="g_k bar_5">
            <a:extLst>
              <a:ext uri="{FF2B5EF4-FFF2-40B4-BE49-F238E27FC236}">
                <a16:creationId xmlns:a16="http://schemas.microsoft.com/office/drawing/2014/main" id="{4025AE17-AFDD-1F7D-9368-8E976FBC9D73}"/>
              </a:ext>
            </a:extLst>
          </p:cNvPr>
          <p:cNvSpPr/>
          <p:nvPr/>
        </p:nvSpPr>
        <p:spPr>
          <a:xfrm>
            <a:off x="3507392" y="3989994"/>
            <a:ext cx="44072" cy="56955"/>
          </a:xfrm>
          <a:prstGeom prst="rect">
            <a:avLst/>
          </a:prstGeom>
          <a:solidFill>
            <a:srgbClr val="3E9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29" name="g_k bar_6">
            <a:extLst>
              <a:ext uri="{FF2B5EF4-FFF2-40B4-BE49-F238E27FC236}">
                <a16:creationId xmlns:a16="http://schemas.microsoft.com/office/drawing/2014/main" id="{894C2CFF-A654-8C7B-2480-AC98400CE487}"/>
              </a:ext>
            </a:extLst>
          </p:cNvPr>
          <p:cNvSpPr/>
          <p:nvPr/>
        </p:nvSpPr>
        <p:spPr>
          <a:xfrm>
            <a:off x="3555419" y="3989994"/>
            <a:ext cx="44072" cy="56955"/>
          </a:xfrm>
          <a:prstGeom prst="rect">
            <a:avLst/>
          </a:prstGeom>
          <a:solidFill>
            <a:srgbClr val="83C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0" name="g_k bar_7">
            <a:extLst>
              <a:ext uri="{FF2B5EF4-FFF2-40B4-BE49-F238E27FC236}">
                <a16:creationId xmlns:a16="http://schemas.microsoft.com/office/drawing/2014/main" id="{DC10EA75-05BB-E415-682D-FAFCD65B7377}"/>
              </a:ext>
            </a:extLst>
          </p:cNvPr>
          <p:cNvSpPr/>
          <p:nvPr/>
        </p:nvSpPr>
        <p:spPr>
          <a:xfrm>
            <a:off x="3603446" y="3989994"/>
            <a:ext cx="44072" cy="56955"/>
          </a:xfrm>
          <a:prstGeom prst="rect">
            <a:avLst/>
          </a:prstGeom>
          <a:solidFill>
            <a:srgbClr val="BCDD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1" name="Math | g_k^">
            <a:extLst>
              <a:ext uri="{FF2B5EF4-FFF2-40B4-BE49-F238E27FC236}">
                <a16:creationId xmlns:a16="http://schemas.microsoft.com/office/drawing/2014/main" id="{45321F2B-F3FA-58E1-92FE-B69A1AB20949}"/>
              </a:ext>
            </a:extLst>
          </p:cNvPr>
          <p:cNvSpPr txBox="1"/>
          <p:nvPr/>
        </p:nvSpPr>
        <p:spPr>
          <a:xfrm>
            <a:off x="3684143" y="3947306"/>
            <a:ext cx="84960" cy="12650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22" i="1">
                <a:solidFill>
                  <a:srgbClr val="1E293B"/>
                </a:solidFill>
                <a:latin typeface="Times New Roman"/>
              </a:rPr>
              <a:t>g</a:t>
            </a:r>
            <a:r>
              <a:rPr sz="750" i="1" baseline="-28000">
                <a:solidFill>
                  <a:srgbClr val="1E293B"/>
                </a:solidFill>
                <a:latin typeface="Times New Roman"/>
              </a:rPr>
              <a:t>k</a:t>
            </a:r>
          </a:p>
        </p:txBody>
      </p:sp>
      <p:sp>
        <p:nvSpPr>
          <p:cNvPr id="732" name="Op | Cosine score">
            <a:extLst>
              <a:ext uri="{FF2B5EF4-FFF2-40B4-BE49-F238E27FC236}">
                <a16:creationId xmlns:a16="http://schemas.microsoft.com/office/drawing/2014/main" id="{9B88858F-88C1-DA3F-1992-E9C76D0D80AF}"/>
              </a:ext>
            </a:extLst>
          </p:cNvPr>
          <p:cNvSpPr/>
          <p:nvPr/>
        </p:nvSpPr>
        <p:spPr>
          <a:xfrm>
            <a:off x="3085881" y="4164813"/>
            <a:ext cx="569547" cy="150297"/>
          </a:xfrm>
          <a:prstGeom prst="roundRect">
            <a:avLst>
              <a:gd name="adj" fmla="val 18000"/>
            </a:avLst>
          </a:prstGeom>
          <a:solidFill>
            <a:srgbClr val="E9F3EE"/>
          </a:solidFill>
          <a:ln w="7290">
            <a:solidFill>
              <a:srgbClr val="68AC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588">
                <a:solidFill>
                  <a:srgbClr val="1D6D5E"/>
                </a:solidFill>
                <a:latin typeface="Arial"/>
              </a:rPr>
              <a:t>Cosine score</a:t>
            </a:r>
          </a:p>
        </p:txBody>
      </p:sp>
      <p:sp>
        <p:nvSpPr>
          <p:cNvPr id="733" name="TextBox 12277">
            <a:extLst>
              <a:ext uri="{FF2B5EF4-FFF2-40B4-BE49-F238E27FC236}">
                <a16:creationId xmlns:a16="http://schemas.microsoft.com/office/drawing/2014/main" id="{7D6970C3-E7E9-652B-644D-A057CB503545}"/>
              </a:ext>
            </a:extLst>
          </p:cNvPr>
          <p:cNvSpPr txBox="1"/>
          <p:nvPr/>
        </p:nvSpPr>
        <p:spPr>
          <a:xfrm>
            <a:off x="3087003" y="4326634"/>
            <a:ext cx="585097" cy="794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8" dirty="0">
                <a:solidFill>
                  <a:srgbClr val="5A6B7C"/>
                </a:solidFill>
                <a:latin typeface="Arial"/>
              </a:rPr>
              <a:t>Learned projections</a:t>
            </a:r>
          </a:p>
        </p:txBody>
      </p:sp>
      <p:sp>
        <p:nvSpPr>
          <p:cNvPr id="734" name="Math | s_j,k^">
            <a:extLst>
              <a:ext uri="{FF2B5EF4-FFF2-40B4-BE49-F238E27FC236}">
                <a16:creationId xmlns:a16="http://schemas.microsoft.com/office/drawing/2014/main" id="{BD0A37AE-0CF6-77DD-8048-3FF0945F4158}"/>
              </a:ext>
            </a:extLst>
          </p:cNvPr>
          <p:cNvSpPr txBox="1"/>
          <p:nvPr/>
        </p:nvSpPr>
        <p:spPr>
          <a:xfrm>
            <a:off x="3741774" y="4086560"/>
            <a:ext cx="104196" cy="1170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61" i="1" dirty="0" err="1">
                <a:solidFill>
                  <a:srgbClr val="1E293B"/>
                </a:solidFill>
                <a:latin typeface="Times New Roman"/>
              </a:rPr>
              <a:t>s</a:t>
            </a:r>
            <a:r>
              <a:rPr sz="750" i="1" baseline="-28000" dirty="0" err="1">
                <a:solidFill>
                  <a:srgbClr val="1E293B"/>
                </a:solidFill>
                <a:latin typeface="Times New Roman"/>
              </a:rPr>
              <a:t>j,k</a:t>
            </a:r>
            <a:endParaRPr sz="750" i="1" baseline="-28000" dirty="0">
              <a:solidFill>
                <a:srgbClr val="1E293B"/>
              </a:solidFill>
              <a:latin typeface="Times New Roman"/>
            </a:endParaRPr>
          </a:p>
        </p:txBody>
      </p:sp>
      <p:sp>
        <p:nvSpPr>
          <p:cNvPr id="735" name="TextBox 12279">
            <a:extLst>
              <a:ext uri="{FF2B5EF4-FFF2-40B4-BE49-F238E27FC236}">
                <a16:creationId xmlns:a16="http://schemas.microsoft.com/office/drawing/2014/main" id="{C56E8311-ADDA-7C63-9110-2C3006BDD08E}"/>
              </a:ext>
            </a:extLst>
          </p:cNvPr>
          <p:cNvSpPr txBox="1"/>
          <p:nvPr/>
        </p:nvSpPr>
        <p:spPr>
          <a:xfrm>
            <a:off x="4001148" y="3931330"/>
            <a:ext cx="479297" cy="872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80">
                <a:solidFill>
                  <a:srgbClr val="1E293B"/>
                </a:solidFill>
                <a:latin typeface="Arial"/>
              </a:rPr>
              <a:t>Identity scores</a:t>
            </a:r>
          </a:p>
        </p:txBody>
      </p:sp>
      <p:sp>
        <p:nvSpPr>
          <p:cNvPr id="736" name="TextBox 12280">
            <a:extLst>
              <a:ext uri="{FF2B5EF4-FFF2-40B4-BE49-F238E27FC236}">
                <a16:creationId xmlns:a16="http://schemas.microsoft.com/office/drawing/2014/main" id="{C640A1D5-D4D1-3FBF-0F27-45AD836A7FCE}"/>
              </a:ext>
            </a:extLst>
          </p:cNvPr>
          <p:cNvSpPr txBox="1"/>
          <p:nvPr/>
        </p:nvSpPr>
        <p:spPr>
          <a:xfrm>
            <a:off x="4239652" y="4018471"/>
            <a:ext cx="102835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 dirty="0">
                <a:solidFill>
                  <a:srgbClr val="1D6D5E"/>
                </a:solidFill>
                <a:latin typeface="Arial"/>
              </a:rPr>
              <a:t>k</a:t>
            </a:r>
          </a:p>
        </p:txBody>
      </p:sp>
      <p:sp>
        <p:nvSpPr>
          <p:cNvPr id="737" name="TextBox 12281">
            <a:extLst>
              <a:ext uri="{FF2B5EF4-FFF2-40B4-BE49-F238E27FC236}">
                <a16:creationId xmlns:a16="http://schemas.microsoft.com/office/drawing/2014/main" id="{F472392A-4724-5EDA-C6D8-557EF063B52F}"/>
              </a:ext>
            </a:extLst>
          </p:cNvPr>
          <p:cNvSpPr txBox="1"/>
          <p:nvPr/>
        </p:nvSpPr>
        <p:spPr>
          <a:xfrm>
            <a:off x="3940202" y="4169314"/>
            <a:ext cx="87014" cy="859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71">
                <a:solidFill>
                  <a:srgbClr val="1D6D5E"/>
                </a:solidFill>
                <a:latin typeface="Arial"/>
              </a:rPr>
              <a:t>j</a:t>
            </a:r>
          </a:p>
        </p:txBody>
      </p:sp>
      <p:sp>
        <p:nvSpPr>
          <p:cNvPr id="738" name="Matrix cell (0,0)">
            <a:extLst>
              <a:ext uri="{FF2B5EF4-FFF2-40B4-BE49-F238E27FC236}">
                <a16:creationId xmlns:a16="http://schemas.microsoft.com/office/drawing/2014/main" id="{1FAFF817-C1CE-5F45-E950-98E19AE452CF}"/>
              </a:ext>
            </a:extLst>
          </p:cNvPr>
          <p:cNvSpPr/>
          <p:nvPr/>
        </p:nvSpPr>
        <p:spPr>
          <a:xfrm>
            <a:off x="403512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39" name="Matrix cell (0,1)">
            <a:extLst>
              <a:ext uri="{FF2B5EF4-FFF2-40B4-BE49-F238E27FC236}">
                <a16:creationId xmlns:a16="http://schemas.microsoft.com/office/drawing/2014/main" id="{ED9FACB8-4D6A-044F-997F-E09503AC15AA}"/>
              </a:ext>
            </a:extLst>
          </p:cNvPr>
          <p:cNvSpPr/>
          <p:nvPr/>
        </p:nvSpPr>
        <p:spPr>
          <a:xfrm>
            <a:off x="413796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0" name="Matrix cell (0,2)">
            <a:extLst>
              <a:ext uri="{FF2B5EF4-FFF2-40B4-BE49-F238E27FC236}">
                <a16:creationId xmlns:a16="http://schemas.microsoft.com/office/drawing/2014/main" id="{DE25E670-FAB3-667C-5777-C71ED9075845}"/>
              </a:ext>
            </a:extLst>
          </p:cNvPr>
          <p:cNvSpPr/>
          <p:nvPr/>
        </p:nvSpPr>
        <p:spPr>
          <a:xfrm>
            <a:off x="4240796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1" name="Matrix cell (0,3)">
            <a:extLst>
              <a:ext uri="{FF2B5EF4-FFF2-40B4-BE49-F238E27FC236}">
                <a16:creationId xmlns:a16="http://schemas.microsoft.com/office/drawing/2014/main" id="{D15A0AB1-9BF7-4E76-6CED-C525DFBAA5F7}"/>
              </a:ext>
            </a:extLst>
          </p:cNvPr>
          <p:cNvSpPr/>
          <p:nvPr/>
        </p:nvSpPr>
        <p:spPr>
          <a:xfrm>
            <a:off x="4343631" y="4105485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2" name="Matrix cell (1,0)">
            <a:extLst>
              <a:ext uri="{FF2B5EF4-FFF2-40B4-BE49-F238E27FC236}">
                <a16:creationId xmlns:a16="http://schemas.microsoft.com/office/drawing/2014/main" id="{5C20FC23-8B30-D896-36CC-91D73273996F}"/>
              </a:ext>
            </a:extLst>
          </p:cNvPr>
          <p:cNvSpPr/>
          <p:nvPr/>
        </p:nvSpPr>
        <p:spPr>
          <a:xfrm>
            <a:off x="4035126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3" name="Matrix cell (1,1)">
            <a:extLst>
              <a:ext uri="{FF2B5EF4-FFF2-40B4-BE49-F238E27FC236}">
                <a16:creationId xmlns:a16="http://schemas.microsoft.com/office/drawing/2014/main" id="{023C0380-7EA8-B629-5738-AD00698F49B6}"/>
              </a:ext>
            </a:extLst>
          </p:cNvPr>
          <p:cNvSpPr/>
          <p:nvPr/>
        </p:nvSpPr>
        <p:spPr>
          <a:xfrm>
            <a:off x="413796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4" name="Matrix cell (1,2)">
            <a:extLst>
              <a:ext uri="{FF2B5EF4-FFF2-40B4-BE49-F238E27FC236}">
                <a16:creationId xmlns:a16="http://schemas.microsoft.com/office/drawing/2014/main" id="{12FBEABC-63F9-0304-4A97-80811BFE2B66}"/>
              </a:ext>
            </a:extLst>
          </p:cNvPr>
          <p:cNvSpPr/>
          <p:nvPr/>
        </p:nvSpPr>
        <p:spPr>
          <a:xfrm>
            <a:off x="4240796" y="4176678"/>
            <a:ext cx="102835" cy="71193"/>
          </a:xfrm>
          <a:prstGeom prst="rect">
            <a:avLst/>
          </a:prstGeom>
          <a:solidFill>
            <a:srgbClr val="3C9486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5" name="Matrix cell (1,3)">
            <a:extLst>
              <a:ext uri="{FF2B5EF4-FFF2-40B4-BE49-F238E27FC236}">
                <a16:creationId xmlns:a16="http://schemas.microsoft.com/office/drawing/2014/main" id="{90D1E1D0-D1D8-F490-5B4D-27F3093D1ECE}"/>
              </a:ext>
            </a:extLst>
          </p:cNvPr>
          <p:cNvSpPr/>
          <p:nvPr/>
        </p:nvSpPr>
        <p:spPr>
          <a:xfrm>
            <a:off x="4343631" y="4176678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6" name="Matrix cell (2,0)">
            <a:extLst>
              <a:ext uri="{FF2B5EF4-FFF2-40B4-BE49-F238E27FC236}">
                <a16:creationId xmlns:a16="http://schemas.microsoft.com/office/drawing/2014/main" id="{158A66BE-E7B7-0506-657E-0BF13A0E4F5E}"/>
              </a:ext>
            </a:extLst>
          </p:cNvPr>
          <p:cNvSpPr/>
          <p:nvPr/>
        </p:nvSpPr>
        <p:spPr>
          <a:xfrm>
            <a:off x="403512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7" name="Matrix cell (2,1)">
            <a:extLst>
              <a:ext uri="{FF2B5EF4-FFF2-40B4-BE49-F238E27FC236}">
                <a16:creationId xmlns:a16="http://schemas.microsoft.com/office/drawing/2014/main" id="{3B18D166-F88A-573E-0225-1ACB99CB2512}"/>
              </a:ext>
            </a:extLst>
          </p:cNvPr>
          <p:cNvSpPr/>
          <p:nvPr/>
        </p:nvSpPr>
        <p:spPr>
          <a:xfrm>
            <a:off x="413796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8" name="Matrix cell (2,2)">
            <a:extLst>
              <a:ext uri="{FF2B5EF4-FFF2-40B4-BE49-F238E27FC236}">
                <a16:creationId xmlns:a16="http://schemas.microsoft.com/office/drawing/2014/main" id="{FC858539-3EA9-E4FE-E803-0C8FFAD3870F}"/>
              </a:ext>
            </a:extLst>
          </p:cNvPr>
          <p:cNvSpPr/>
          <p:nvPr/>
        </p:nvSpPr>
        <p:spPr>
          <a:xfrm>
            <a:off x="4240796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49" name="Matrix cell (2,3)">
            <a:extLst>
              <a:ext uri="{FF2B5EF4-FFF2-40B4-BE49-F238E27FC236}">
                <a16:creationId xmlns:a16="http://schemas.microsoft.com/office/drawing/2014/main" id="{3713326C-75C4-31D8-12F4-1CA18BF652D7}"/>
              </a:ext>
            </a:extLst>
          </p:cNvPr>
          <p:cNvSpPr/>
          <p:nvPr/>
        </p:nvSpPr>
        <p:spPr>
          <a:xfrm>
            <a:off x="4343631" y="4247872"/>
            <a:ext cx="102835" cy="71193"/>
          </a:xfrm>
          <a:prstGeom prst="rect">
            <a:avLst/>
          </a:prstGeom>
          <a:solidFill>
            <a:srgbClr val="FFFFFF"/>
          </a:solidFill>
          <a:ln w="4455">
            <a:solidFill>
              <a:srgbClr val="B6CE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750" name="TextBox 12294">
            <a:extLst>
              <a:ext uri="{FF2B5EF4-FFF2-40B4-BE49-F238E27FC236}">
                <a16:creationId xmlns:a16="http://schemas.microsoft.com/office/drawing/2014/main" id="{E992C05A-634A-6CF2-2936-1480C4EA17F1}"/>
              </a:ext>
            </a:extLst>
          </p:cNvPr>
          <p:cNvSpPr txBox="1"/>
          <p:nvPr/>
        </p:nvSpPr>
        <p:spPr>
          <a:xfrm>
            <a:off x="4035127" y="4312989"/>
            <a:ext cx="411339" cy="825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36">
                <a:solidFill>
                  <a:srgbClr val="5A6B7C"/>
                </a:solidFill>
                <a:latin typeface="Arial"/>
              </a:rPr>
              <a:t>J × K</a:t>
            </a:r>
          </a:p>
        </p:txBody>
      </p:sp>
      <p:grpSp>
        <p:nvGrpSpPr>
          <p:cNvPr id="751" name="组合 13795">
            <a:extLst>
              <a:ext uri="{FF2B5EF4-FFF2-40B4-BE49-F238E27FC236}">
                <a16:creationId xmlns:a16="http://schemas.microsoft.com/office/drawing/2014/main" id="{7EA912CF-516A-2745-A5D0-8704116A4D72}"/>
              </a:ext>
            </a:extLst>
          </p:cNvPr>
          <p:cNvGrpSpPr/>
          <p:nvPr/>
        </p:nvGrpSpPr>
        <p:grpSpPr>
          <a:xfrm>
            <a:off x="1848794" y="554865"/>
            <a:ext cx="1978883" cy="340209"/>
            <a:chOff x="6312668" y="2448732"/>
            <a:chExt cx="1215499" cy="343631"/>
          </a:xfrm>
        </p:grpSpPr>
        <p:pic>
          <p:nvPicPr>
            <p:cNvPr id="752" name="图片 12">
              <a:extLst>
                <a:ext uri="{FF2B5EF4-FFF2-40B4-BE49-F238E27FC236}">
                  <a16:creationId xmlns:a16="http://schemas.microsoft.com/office/drawing/2014/main" id="{521CB8EA-9697-F11D-7107-B4A42B988070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l="70243" t="-18171" b="-1"/>
            <a:stretch>
              <a:fillRect/>
            </a:stretch>
          </p:blipFill>
          <p:spPr>
            <a:xfrm>
              <a:off x="7112075" y="2448732"/>
              <a:ext cx="416092" cy="323855"/>
            </a:xfrm>
            <a:prstGeom prst="rect">
              <a:avLst/>
            </a:prstGeom>
          </p:spPr>
        </p:pic>
        <p:pic>
          <p:nvPicPr>
            <p:cNvPr id="753" name="图片 12">
              <a:extLst>
                <a:ext uri="{FF2B5EF4-FFF2-40B4-BE49-F238E27FC236}">
                  <a16:creationId xmlns:a16="http://schemas.microsoft.com/office/drawing/2014/main" id="{546466D8-C7C6-7C8A-3307-95F68FB4F610}"/>
                </a:ext>
              </a:extLst>
            </p:cNvPr>
            <p:cNvPicPr>
              <a:picLocks/>
            </p:cNvPicPr>
            <p:nvPr/>
          </p:nvPicPr>
          <p:blipFill>
            <a:blip r:embed="rId5"/>
            <a:srcRect r="70534" b="-8235"/>
            <a:stretch>
              <a:fillRect/>
            </a:stretch>
          </p:blipFill>
          <p:spPr>
            <a:xfrm>
              <a:off x="6312668" y="2495741"/>
              <a:ext cx="412024" cy="296622"/>
            </a:xfrm>
            <a:prstGeom prst="rect">
              <a:avLst/>
            </a:prstGeom>
          </p:spPr>
        </p:pic>
        <p:pic>
          <p:nvPicPr>
            <p:cNvPr id="754" name="Picture 10000" descr="unet_block_18.png">
              <a:extLst>
                <a:ext uri="{FF2B5EF4-FFF2-40B4-BE49-F238E27FC236}">
                  <a16:creationId xmlns:a16="http://schemas.microsoft.com/office/drawing/2014/main" id="{75A7694C-DEA5-AFE8-E284-0A0D89F845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76851" y="2645026"/>
              <a:ext cx="276863" cy="126566"/>
            </a:xfrm>
            <a:prstGeom prst="rect">
              <a:avLst/>
            </a:prstGeom>
          </p:spPr>
        </p:pic>
      </p:grpSp>
      <p:grpSp>
        <p:nvGrpSpPr>
          <p:cNvPr id="755" name="Find candidate blob 1">
            <a:extLst>
              <a:ext uri="{FF2B5EF4-FFF2-40B4-BE49-F238E27FC236}">
                <a16:creationId xmlns:a16="http://schemas.microsoft.com/office/drawing/2014/main" id="{3B821B97-56A6-DCED-E85F-DBF945F3EA13}"/>
              </a:ext>
            </a:extLst>
          </p:cNvPr>
          <p:cNvGrpSpPr/>
          <p:nvPr/>
        </p:nvGrpSpPr>
        <p:grpSpPr>
          <a:xfrm>
            <a:off x="4284988" y="1142791"/>
            <a:ext cx="187969" cy="128401"/>
            <a:chOff x="1928706" y="3559489"/>
            <a:chExt cx="227897" cy="155682"/>
          </a:xfrm>
        </p:grpSpPr>
        <p:sp>
          <p:nvSpPr>
            <p:cNvPr id="756" name="Candidate blob | editable contour">
              <a:extLst>
                <a:ext uri="{FF2B5EF4-FFF2-40B4-BE49-F238E27FC236}">
                  <a16:creationId xmlns:a16="http://schemas.microsoft.com/office/drawing/2014/main" id="{B3B117DA-D182-38E6-AD16-B4776AD2C7B7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57" name="ellipse_2612">
              <a:extLst>
                <a:ext uri="{FF2B5EF4-FFF2-40B4-BE49-F238E27FC236}">
                  <a16:creationId xmlns:a16="http://schemas.microsoft.com/office/drawing/2014/main" id="{901C6437-E94C-AFDE-D242-E688A89ABBDB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58" name="Find candidate blob 2">
            <a:extLst>
              <a:ext uri="{FF2B5EF4-FFF2-40B4-BE49-F238E27FC236}">
                <a16:creationId xmlns:a16="http://schemas.microsoft.com/office/drawing/2014/main" id="{00C0C92B-D4C8-0994-E860-1581EB873D86}"/>
              </a:ext>
            </a:extLst>
          </p:cNvPr>
          <p:cNvGrpSpPr/>
          <p:nvPr/>
        </p:nvGrpSpPr>
        <p:grpSpPr>
          <a:xfrm>
            <a:off x="4059561" y="1012468"/>
            <a:ext cx="210752" cy="119242"/>
            <a:chOff x="1928706" y="3559489"/>
            <a:chExt cx="227897" cy="155682"/>
          </a:xfrm>
        </p:grpSpPr>
        <p:sp>
          <p:nvSpPr>
            <p:cNvPr id="759" name="Candidate blob | editable contour">
              <a:extLst>
                <a:ext uri="{FF2B5EF4-FFF2-40B4-BE49-F238E27FC236}">
                  <a16:creationId xmlns:a16="http://schemas.microsoft.com/office/drawing/2014/main" id="{A172A8B3-EFA3-33C9-CD2B-307B24D7293D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0" name="ellipse_2612">
              <a:extLst>
                <a:ext uri="{FF2B5EF4-FFF2-40B4-BE49-F238E27FC236}">
                  <a16:creationId xmlns:a16="http://schemas.microsoft.com/office/drawing/2014/main" id="{CF37E813-914E-4383-9CE9-1C5F4095124F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761" name="Find candidate blob 3">
            <a:extLst>
              <a:ext uri="{FF2B5EF4-FFF2-40B4-BE49-F238E27FC236}">
                <a16:creationId xmlns:a16="http://schemas.microsoft.com/office/drawing/2014/main" id="{D7299A48-8BF0-7050-EF56-14DA3F495CB7}"/>
              </a:ext>
            </a:extLst>
          </p:cNvPr>
          <p:cNvGrpSpPr/>
          <p:nvPr/>
        </p:nvGrpSpPr>
        <p:grpSpPr>
          <a:xfrm>
            <a:off x="4069342" y="1154249"/>
            <a:ext cx="190188" cy="103739"/>
            <a:chOff x="1928706" y="3559489"/>
            <a:chExt cx="227897" cy="155682"/>
          </a:xfrm>
        </p:grpSpPr>
        <p:sp>
          <p:nvSpPr>
            <p:cNvPr id="762" name="Candidate blob | editable contour">
              <a:extLst>
                <a:ext uri="{FF2B5EF4-FFF2-40B4-BE49-F238E27FC236}">
                  <a16:creationId xmlns:a16="http://schemas.microsoft.com/office/drawing/2014/main" id="{8902F596-0D84-3C56-EB93-D63FC7E9041E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4633" y="103508"/>
                  </a:moveTo>
                  <a:cubicBezTo>
                    <a:pt x="0" y="80701"/>
                    <a:pt x="17781" y="72087"/>
                    <a:pt x="35225" y="64107"/>
                  </a:cubicBezTo>
                  <a:cubicBezTo>
                    <a:pt x="54476" y="49917"/>
                    <a:pt x="72264" y="52549"/>
                    <a:pt x="92778" y="35736"/>
                  </a:cubicBezTo>
                  <a:cubicBezTo>
                    <a:pt x="110195" y="21040"/>
                    <a:pt x="104326" y="5059"/>
                    <a:pt x="115221" y="1753"/>
                  </a:cubicBezTo>
                  <a:cubicBezTo>
                    <a:pt x="125241" y="0"/>
                    <a:pt x="159037" y="3786"/>
                    <a:pt x="180838" y="12966"/>
                  </a:cubicBezTo>
                  <a:cubicBezTo>
                    <a:pt x="198427" y="23372"/>
                    <a:pt x="209170" y="39484"/>
                    <a:pt x="212983" y="52913"/>
                  </a:cubicBezTo>
                  <a:cubicBezTo>
                    <a:pt x="216818" y="61184"/>
                    <a:pt x="227897" y="67151"/>
                    <a:pt x="223406" y="85389"/>
                  </a:cubicBezTo>
                  <a:cubicBezTo>
                    <a:pt x="220211" y="103077"/>
                    <a:pt x="208185" y="131257"/>
                    <a:pt x="201464" y="141174"/>
                  </a:cubicBezTo>
                  <a:cubicBezTo>
                    <a:pt x="189414" y="144450"/>
                    <a:pt x="161966" y="148455"/>
                    <a:pt x="136762" y="150513"/>
                  </a:cubicBezTo>
                  <a:cubicBezTo>
                    <a:pt x="110048" y="155682"/>
                    <a:pt x="82946" y="155682"/>
                    <a:pt x="72733" y="149421"/>
                  </a:cubicBezTo>
                  <a:cubicBezTo>
                    <a:pt x="54091" y="147525"/>
                    <a:pt x="13199" y="123788"/>
                    <a:pt x="4633" y="103508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763" name="ellipse_2612">
              <a:extLst>
                <a:ext uri="{FF2B5EF4-FFF2-40B4-BE49-F238E27FC236}">
                  <a16:creationId xmlns:a16="http://schemas.microsoft.com/office/drawing/2014/main" id="{85D74281-2FE6-E2D2-EFBA-AF54A45686E3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65" name="Find auxiliary label">
            <a:extLst>
              <a:ext uri="{FF2B5EF4-FFF2-40B4-BE49-F238E27FC236}">
                <a16:creationId xmlns:a16="http://schemas.microsoft.com/office/drawing/2014/main" id="{CAD88599-B783-720B-B6BD-9F787FCB6CF4}"/>
              </a:ext>
            </a:extLst>
          </p:cNvPr>
          <p:cNvSpPr>
            <a:spLocks noGrp="1"/>
          </p:cNvSpPr>
          <p:nvPr/>
        </p:nvSpPr>
        <p:spPr>
          <a:xfrm>
            <a:off x="4060074" y="1518303"/>
            <a:ext cx="433362" cy="157954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Auxiliary</a:t>
            </a:r>
          </a:p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66" name="Match auxiliary label">
            <a:extLst>
              <a:ext uri="{FF2B5EF4-FFF2-40B4-BE49-F238E27FC236}">
                <a16:creationId xmlns:a16="http://schemas.microsoft.com/office/drawing/2014/main" id="{C154BF4F-4214-59BC-DCE1-F9C23194AC63}"/>
              </a:ext>
            </a:extLst>
          </p:cNvPr>
          <p:cNvSpPr>
            <a:spLocks noGrp="1"/>
          </p:cNvSpPr>
          <p:nvPr/>
        </p:nvSpPr>
        <p:spPr>
          <a:xfrm>
            <a:off x="1457164" y="2843177"/>
            <a:ext cx="405011" cy="174155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590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Auxiliary</a:t>
            </a:r>
          </a:p>
          <a:p>
            <a:pPr algn="ctr">
              <a:defRPr sz="590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590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features</a:t>
            </a:r>
          </a:p>
        </p:txBody>
      </p:sp>
      <p:sp>
        <p:nvSpPr>
          <p:cNvPr id="767" name="Concat label">
            <a:extLst>
              <a:ext uri="{FF2B5EF4-FFF2-40B4-BE49-F238E27FC236}">
                <a16:creationId xmlns:a16="http://schemas.microsoft.com/office/drawing/2014/main" id="{9D20C35C-694E-CDD5-F90A-040BE36EEE21}"/>
              </a:ext>
            </a:extLst>
          </p:cNvPr>
          <p:cNvSpPr>
            <a:spLocks noGrp="1"/>
          </p:cNvSpPr>
          <p:nvPr/>
        </p:nvSpPr>
        <p:spPr>
          <a:xfrm>
            <a:off x="1060070" y="3608830"/>
            <a:ext cx="259207" cy="8100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68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68" dirty="0" err="1">
                <a:solidFill>
                  <a:srgbClr val="71808C"/>
                </a:solidFill>
                <a:latin typeface="Arial"/>
                <a:ea typeface="Arial"/>
                <a:cs typeface="Arial"/>
              </a:rPr>
              <a:t>Concat</a:t>
            </a:r>
            <a:endParaRPr sz="568" dirty="0">
              <a:solidFill>
                <a:srgbClr val="7180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8" name="Build four inputs">
            <a:extLst>
              <a:ext uri="{FF2B5EF4-FFF2-40B4-BE49-F238E27FC236}">
                <a16:creationId xmlns:a16="http://schemas.microsoft.com/office/drawing/2014/main" id="{2C9F1979-7AE8-613B-79C6-EE0F3BBB1431}"/>
              </a:ext>
            </a:extLst>
          </p:cNvPr>
          <p:cNvSpPr>
            <a:spLocks noGrp="1"/>
          </p:cNvSpPr>
          <p:nvPr/>
        </p:nvSpPr>
        <p:spPr>
          <a:xfrm>
            <a:off x="4678223" y="415407"/>
            <a:ext cx="1158792" cy="1245003"/>
          </a:xfrm>
          <a:prstGeom prst="roundRect">
            <a:avLst>
              <a:gd name="adj" fmla="val 4554"/>
            </a:avLst>
          </a:prstGeom>
          <a:solidFill>
            <a:srgbClr val="FFFFFF"/>
          </a:solidFill>
          <a:ln w="7290">
            <a:solidFill>
              <a:srgbClr val="DFD6C3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69" name="Site label">
            <a:extLst>
              <a:ext uri="{FF2B5EF4-FFF2-40B4-BE49-F238E27FC236}">
                <a16:creationId xmlns:a16="http://schemas.microsoft.com/office/drawing/2014/main" id="{73F4F6C8-22C1-E29B-D64D-362A1F82C0D7}"/>
              </a:ext>
            </a:extLst>
          </p:cNvPr>
          <p:cNvSpPr>
            <a:spLocks noGrp="1"/>
          </p:cNvSpPr>
          <p:nvPr/>
        </p:nvSpPr>
        <p:spPr>
          <a:xfrm>
            <a:off x="4706888" y="834972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770" name="Site provenance">
            <a:extLst>
              <a:ext uri="{FF2B5EF4-FFF2-40B4-BE49-F238E27FC236}">
                <a16:creationId xmlns:a16="http://schemas.microsoft.com/office/drawing/2014/main" id="{216E0115-FC9F-C0B3-73C6-B6C82BB2F0A8}"/>
              </a:ext>
            </a:extLst>
          </p:cNvPr>
          <p:cNvSpPr>
            <a:spLocks noGrp="1"/>
          </p:cNvSpPr>
          <p:nvPr/>
        </p:nvSpPr>
        <p:spPr>
          <a:xfrm>
            <a:off x="4713282" y="935387"/>
            <a:ext cx="514364" cy="8505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from Find</a:t>
            </a:r>
          </a:p>
        </p:txBody>
      </p:sp>
      <p:sp>
        <p:nvSpPr>
          <p:cNvPr id="771" name="Pocket label">
            <a:extLst>
              <a:ext uri="{FF2B5EF4-FFF2-40B4-BE49-F238E27FC236}">
                <a16:creationId xmlns:a16="http://schemas.microsoft.com/office/drawing/2014/main" id="{198C300B-4031-D0E7-49A9-F255C1B29665}"/>
              </a:ext>
            </a:extLst>
          </p:cNvPr>
          <p:cNvSpPr>
            <a:spLocks noGrp="1"/>
          </p:cNvSpPr>
          <p:nvPr/>
        </p:nvSpPr>
        <p:spPr>
          <a:xfrm>
            <a:off x="5295510" y="854408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Pocket</a:t>
            </a:r>
          </a:p>
        </p:txBody>
      </p:sp>
      <p:sp>
        <p:nvSpPr>
          <p:cNvPr id="773" name="SMILES label">
            <a:extLst>
              <a:ext uri="{FF2B5EF4-FFF2-40B4-BE49-F238E27FC236}">
                <a16:creationId xmlns:a16="http://schemas.microsoft.com/office/drawing/2014/main" id="{B948AB68-3B7B-785F-B6BB-80D92D824C67}"/>
              </a:ext>
            </a:extLst>
          </p:cNvPr>
          <p:cNvSpPr>
            <a:spLocks noGrp="1"/>
          </p:cNvSpPr>
          <p:nvPr/>
        </p:nvSpPr>
        <p:spPr>
          <a:xfrm>
            <a:off x="4713914" y="1433338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SMILES</a:t>
            </a:r>
          </a:p>
        </p:txBody>
      </p:sp>
      <p:sp>
        <p:nvSpPr>
          <p:cNvPr id="774" name="SMILES provenance">
            <a:extLst>
              <a:ext uri="{FF2B5EF4-FFF2-40B4-BE49-F238E27FC236}">
                <a16:creationId xmlns:a16="http://schemas.microsoft.com/office/drawing/2014/main" id="{56FEBA1E-DDE0-4487-53DB-DA17479C3D9B}"/>
              </a:ext>
            </a:extLst>
          </p:cNvPr>
          <p:cNvSpPr>
            <a:spLocks noGrp="1"/>
          </p:cNvSpPr>
          <p:nvPr/>
        </p:nvSpPr>
        <p:spPr>
          <a:xfrm>
            <a:off x="4719630" y="1530721"/>
            <a:ext cx="514364" cy="85052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defPPr>
            <a:lvl1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1pPr>
            <a:lvl2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2pPr>
            <a:lvl3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3pPr>
            <a:lvl4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4pPr>
            <a:lvl5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5pPr>
            <a:lvl6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6pPr>
            <a:lvl7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7pPr>
            <a:lvl8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8pPr>
            <a:lvl9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590" b="0">
                <a:solidFill>
                  <a:srgbClr val="71808C"/>
                </a:solidFill>
                <a:latin typeface="Arial"/>
                <a:ea typeface="Arial"/>
                <a:cs typeface="Arial"/>
              </a:defRPr>
            </a:pPr>
            <a:r>
              <a:rPr sz="590" dirty="0">
                <a:solidFill>
                  <a:srgbClr val="71808C"/>
                </a:solidFill>
                <a:latin typeface="Arial"/>
                <a:ea typeface="Arial"/>
                <a:cs typeface="Arial"/>
              </a:rPr>
              <a:t>from Match</a:t>
            </a:r>
          </a:p>
        </p:txBody>
      </p:sp>
      <p:sp>
        <p:nvSpPr>
          <p:cNvPr id="775" name="Density input label">
            <a:extLst>
              <a:ext uri="{FF2B5EF4-FFF2-40B4-BE49-F238E27FC236}">
                <a16:creationId xmlns:a16="http://schemas.microsoft.com/office/drawing/2014/main" id="{E5A68BBB-3BB4-4F45-D8ED-99022E728E69}"/>
              </a:ext>
            </a:extLst>
          </p:cNvPr>
          <p:cNvSpPr>
            <a:spLocks noGrp="1"/>
          </p:cNvSpPr>
          <p:nvPr/>
        </p:nvSpPr>
        <p:spPr>
          <a:xfrm>
            <a:off x="5289168" y="1447545"/>
            <a:ext cx="514364" cy="1012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Density</a:t>
            </a:r>
          </a:p>
        </p:txBody>
      </p:sp>
      <p:sp>
        <p:nvSpPr>
          <p:cNvPr id="776" name="Docking tools title">
            <a:extLst>
              <a:ext uri="{FF2B5EF4-FFF2-40B4-BE49-F238E27FC236}">
                <a16:creationId xmlns:a16="http://schemas.microsoft.com/office/drawing/2014/main" id="{27E4029E-E39E-E596-2ECC-8620239CB25F}"/>
              </a:ext>
            </a:extLst>
          </p:cNvPr>
          <p:cNvSpPr>
            <a:spLocks noGrp="1"/>
          </p:cNvSpPr>
          <p:nvPr/>
        </p:nvSpPr>
        <p:spPr>
          <a:xfrm>
            <a:off x="4762010" y="1867770"/>
            <a:ext cx="1101630" cy="1174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702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lang="en-US" sz="702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Downstream </a:t>
            </a:r>
            <a:r>
              <a:rPr lang="en-US" b="0" dirty="0"/>
              <a:t>d</a:t>
            </a:r>
            <a:r>
              <a:rPr sz="702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ocking tools</a:t>
            </a:r>
          </a:p>
        </p:txBody>
      </p:sp>
      <p:sp>
        <p:nvSpPr>
          <p:cNvPr id="777" name="Build pose output">
            <a:extLst>
              <a:ext uri="{FF2B5EF4-FFF2-40B4-BE49-F238E27FC236}">
                <a16:creationId xmlns:a16="http://schemas.microsoft.com/office/drawing/2014/main" id="{0B218F6B-7A76-F3B6-A0A5-E42AE4C10B80}"/>
              </a:ext>
            </a:extLst>
          </p:cNvPr>
          <p:cNvSpPr>
            <a:spLocks noGrp="1"/>
          </p:cNvSpPr>
          <p:nvPr/>
        </p:nvSpPr>
        <p:spPr>
          <a:xfrm>
            <a:off x="4707061" y="3400604"/>
            <a:ext cx="1106489" cy="941449"/>
          </a:xfrm>
          <a:prstGeom prst="roundRect">
            <a:avLst>
              <a:gd name="adj" fmla="val 5395"/>
            </a:avLst>
          </a:prstGeom>
          <a:solidFill>
            <a:srgbClr val="FFFFFF"/>
          </a:solidFill>
          <a:ln w="7290">
            <a:solidFill>
              <a:srgbClr val="DFD6C3"/>
            </a:solidFill>
            <a:prstDash val="solid"/>
          </a:ln>
        </p:spPr>
      </p:sp>
      <p:sp>
        <p:nvSpPr>
          <p:cNvPr id="778" name="All atom pose label">
            <a:extLst>
              <a:ext uri="{FF2B5EF4-FFF2-40B4-BE49-F238E27FC236}">
                <a16:creationId xmlns:a16="http://schemas.microsoft.com/office/drawing/2014/main" id="{8FE77D82-0F62-5049-84A0-FD0D56FCE044}"/>
              </a:ext>
            </a:extLst>
          </p:cNvPr>
          <p:cNvSpPr>
            <a:spLocks noGrp="1"/>
          </p:cNvSpPr>
          <p:nvPr/>
        </p:nvSpPr>
        <p:spPr>
          <a:xfrm>
            <a:off x="4694034" y="4176444"/>
            <a:ext cx="1231233" cy="117453"/>
          </a:xfrm>
          <a:prstGeom prst="rect">
            <a:avLst/>
          </a:prstGeom>
          <a:noFill/>
          <a:ln w="6885">
            <a:noFill/>
            <a:prstDash val="solid"/>
          </a:ln>
        </p:spPr>
        <p:txBody>
          <a:bodyPr lIns="0" tIns="0" rIns="0" bIns="0" anchor="ctr"/>
          <a:lstStyle>
            <a:def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defPPr>
            <a:lvl1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1pPr>
            <a:lvl2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2pPr>
            <a:lvl3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3pPr>
            <a:lvl4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4pPr>
            <a:lvl5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5pPr>
            <a:lvl6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6pPr>
            <a:lvl7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7pPr>
            <a:lvl8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8pPr>
            <a:lvl9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695" b="1">
                <a:solidFill>
                  <a:srgbClr val="1E293B"/>
                </a:solidFill>
                <a:latin typeface="Arial"/>
                <a:ea typeface="Arial"/>
                <a:cs typeface="Arial"/>
              </a:defRPr>
            </a:pPr>
            <a:r>
              <a:rPr sz="695" b="0" dirty="0">
                <a:solidFill>
                  <a:srgbClr val="1E293B"/>
                </a:solidFill>
                <a:latin typeface="Arial"/>
                <a:ea typeface="Arial"/>
                <a:cs typeface="Arial"/>
              </a:rPr>
              <a:t>All-atom ligand pose</a:t>
            </a:r>
          </a:p>
        </p:txBody>
      </p:sp>
      <p:pic>
        <p:nvPicPr>
          <p:cNvPr id="967" name="Buil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59E3DA4F-BD1F-6AD8-81F5-856ECED6006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5371792" y="1104265"/>
            <a:ext cx="361766" cy="345440"/>
          </a:xfrm>
          <a:prstGeom prst="rect">
            <a:avLst/>
          </a:prstGeom>
        </p:spPr>
      </p:pic>
      <p:sp>
        <p:nvSpPr>
          <p:cNvPr id="1187" name="Build | Engines frame">
            <a:extLst>
              <a:ext uri="{FF2B5EF4-FFF2-40B4-BE49-F238E27FC236}">
                <a16:creationId xmlns:a16="http://schemas.microsoft.com/office/drawing/2014/main" id="{79AD4C70-DD41-BB84-7331-69D7E3080E11}"/>
              </a:ext>
            </a:extLst>
          </p:cNvPr>
          <p:cNvSpPr/>
          <p:nvPr/>
        </p:nvSpPr>
        <p:spPr>
          <a:xfrm>
            <a:off x="4653071" y="2032000"/>
            <a:ext cx="1202377" cy="1172634"/>
          </a:xfrm>
          <a:prstGeom prst="roundRect">
            <a:avLst>
              <a:gd name="adj" fmla="val 5000"/>
            </a:avLst>
          </a:prstGeom>
          <a:solidFill>
            <a:srgbClr val="FFFFFF">
              <a:alpha val="50000"/>
            </a:srgbClr>
          </a:solidFill>
          <a:ln w="7290">
            <a:solidFill>
              <a:srgbClr val="D5CC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 dirty="0"/>
          </a:p>
        </p:txBody>
      </p:sp>
      <p:sp>
        <p:nvSpPr>
          <p:cNvPr id="1188" name="Build | Default PocketXMol card">
            <a:extLst>
              <a:ext uri="{FF2B5EF4-FFF2-40B4-BE49-F238E27FC236}">
                <a16:creationId xmlns:a16="http://schemas.microsoft.com/office/drawing/2014/main" id="{65696164-FF6C-2E64-A27D-E0452D5A76E9}"/>
              </a:ext>
            </a:extLst>
          </p:cNvPr>
          <p:cNvSpPr/>
          <p:nvPr/>
        </p:nvSpPr>
        <p:spPr>
          <a:xfrm>
            <a:off x="4707061" y="2089570"/>
            <a:ext cx="1106490" cy="456341"/>
          </a:xfrm>
          <a:prstGeom prst="roundRect">
            <a:avLst>
              <a:gd name="adj" fmla="val 8000"/>
            </a:avLst>
          </a:prstGeom>
          <a:solidFill>
            <a:srgbClr val="FAF1DE"/>
          </a:solidFill>
          <a:ln w="7290">
            <a:solidFill>
              <a:srgbClr val="D8A9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grpSp>
        <p:nvGrpSpPr>
          <p:cNvPr id="1189" name="Build | Density cube icon">
            <a:extLst>
              <a:ext uri="{FF2B5EF4-FFF2-40B4-BE49-F238E27FC236}">
                <a16:creationId xmlns:a16="http://schemas.microsoft.com/office/drawing/2014/main" id="{68B5FCE4-2F36-CAD0-B100-A4A97D0F3451}"/>
              </a:ext>
            </a:extLst>
          </p:cNvPr>
          <p:cNvGrpSpPr/>
          <p:nvPr/>
        </p:nvGrpSpPr>
        <p:grpSpPr>
          <a:xfrm>
            <a:off x="4739193" y="2171534"/>
            <a:ext cx="213580" cy="227238"/>
            <a:chOff x="2187720" y="5635440"/>
            <a:chExt cx="154440" cy="131400"/>
          </a:xfrm>
        </p:grpSpPr>
        <p:sp>
          <p:nvSpPr>
            <p:cNvPr id="1190" name="asset_3169_0">
              <a:extLst>
                <a:ext uri="{FF2B5EF4-FFF2-40B4-BE49-F238E27FC236}">
                  <a16:creationId xmlns:a16="http://schemas.microsoft.com/office/drawing/2014/main" id="{5FFB8783-18B8-9E3F-DF3D-D39890A83D04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35440"/>
              <a:ext cx="154440" cy="22338"/>
            </a:xfrm>
            <a:custGeom>
              <a:avLst/>
              <a:gdLst/>
              <a:ahLst/>
              <a:cxnLst/>
              <a:rect l="0" t="0" r="0" b="0"/>
              <a:pathLst>
                <a:path w="154440" h="22338">
                  <a:moveTo>
                    <a:pt x="0" y="22338"/>
                  </a:moveTo>
                  <a:lnTo>
                    <a:pt x="29344" y="0"/>
                  </a:lnTo>
                  <a:lnTo>
                    <a:pt x="154440" y="0"/>
                  </a:lnTo>
                  <a:lnTo>
                    <a:pt x="125096" y="22338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1191" name="asset_3169_1">
              <a:extLst>
                <a:ext uri="{FF2B5EF4-FFF2-40B4-BE49-F238E27FC236}">
                  <a16:creationId xmlns:a16="http://schemas.microsoft.com/office/drawing/2014/main" id="{1EA12B72-72E8-2312-8F32-52AE6B165E9D}"/>
                </a:ext>
              </a:extLst>
            </p:cNvPr>
            <p:cNvSpPr>
              <a:spLocks noGrp="1"/>
            </p:cNvSpPr>
            <p:nvPr/>
          </p:nvSpPr>
          <p:spPr>
            <a:xfrm>
              <a:off x="2312816" y="5635440"/>
              <a:ext cx="29344" cy="131400"/>
            </a:xfrm>
            <a:custGeom>
              <a:avLst/>
              <a:gdLst/>
              <a:ahLst/>
              <a:cxnLst/>
              <a:rect l="0" t="0" r="0" b="0"/>
              <a:pathLst>
                <a:path w="29344" h="131400">
                  <a:moveTo>
                    <a:pt x="0" y="22338"/>
                  </a:moveTo>
                  <a:lnTo>
                    <a:pt x="29344" y="0"/>
                  </a:lnTo>
                  <a:lnTo>
                    <a:pt x="29344" y="109062"/>
                  </a:lnTo>
                  <a:lnTo>
                    <a:pt x="0" y="13140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1192" name="asset_3169_2">
              <a:extLst>
                <a:ext uri="{FF2B5EF4-FFF2-40B4-BE49-F238E27FC236}">
                  <a16:creationId xmlns:a16="http://schemas.microsoft.com/office/drawing/2014/main" id="{EDE3B5A8-D8FA-9133-41C2-DB6E1E75A6F9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1193" name="asset_3169_3">
              <a:extLst>
                <a:ext uri="{FF2B5EF4-FFF2-40B4-BE49-F238E27FC236}">
                  <a16:creationId xmlns:a16="http://schemas.microsoft.com/office/drawing/2014/main" id="{120BF363-735F-F584-10A8-02A0DD55EE7B}"/>
                </a:ext>
              </a:extLst>
            </p:cNvPr>
            <p:cNvSpPr>
              <a:spLocks noGrp="1"/>
            </p:cNvSpPr>
            <p:nvPr/>
          </p:nvSpPr>
          <p:spPr>
            <a:xfrm>
              <a:off x="2218994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4" name="asset_3169_4">
              <a:extLst>
                <a:ext uri="{FF2B5EF4-FFF2-40B4-BE49-F238E27FC236}">
                  <a16:creationId xmlns:a16="http://schemas.microsoft.com/office/drawing/2014/main" id="{E2829B7F-C588-BE5B-8D54-FBE1EBF2B8E5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8504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5" name="asset_3169_5">
              <a:extLst>
                <a:ext uri="{FF2B5EF4-FFF2-40B4-BE49-F238E27FC236}">
                  <a16:creationId xmlns:a16="http://schemas.microsoft.com/office/drawing/2014/main" id="{3DBA365A-AC44-C9B3-7E08-985ECB6E5232}"/>
                </a:ext>
              </a:extLst>
            </p:cNvPr>
            <p:cNvSpPr>
              <a:spLocks noGrp="1"/>
            </p:cNvSpPr>
            <p:nvPr/>
          </p:nvSpPr>
          <p:spPr>
            <a:xfrm>
              <a:off x="2250268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6" name="asset_3169_6">
              <a:extLst>
                <a:ext uri="{FF2B5EF4-FFF2-40B4-BE49-F238E27FC236}">
                  <a16:creationId xmlns:a16="http://schemas.microsoft.com/office/drawing/2014/main" id="{9F12D1AD-2ED4-77AF-F2EC-E76A62AE9C53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12309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7" name="asset_3169_7">
              <a:extLst>
                <a:ext uri="{FF2B5EF4-FFF2-40B4-BE49-F238E27FC236}">
                  <a16:creationId xmlns:a16="http://schemas.microsoft.com/office/drawing/2014/main" id="{530FF9D0-E22B-4C58-F523-2AC53D327A6E}"/>
                </a:ext>
              </a:extLst>
            </p:cNvPr>
            <p:cNvSpPr>
              <a:spLocks noGrp="1"/>
            </p:cNvSpPr>
            <p:nvPr/>
          </p:nvSpPr>
          <p:spPr>
            <a:xfrm>
              <a:off x="2281542" y="5657778"/>
              <a:ext cx="4" cy="109062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8" name="asset_3169_8">
              <a:extLst>
                <a:ext uri="{FF2B5EF4-FFF2-40B4-BE49-F238E27FC236}">
                  <a16:creationId xmlns:a16="http://schemas.microsoft.com/office/drawing/2014/main" id="{1E307AA0-A6C4-946A-18FD-30858587578A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739574"/>
              <a:ext cx="125096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1199" name="asset_3169_9">
              <a:extLst>
                <a:ext uri="{FF2B5EF4-FFF2-40B4-BE49-F238E27FC236}">
                  <a16:creationId xmlns:a16="http://schemas.microsoft.com/office/drawing/2014/main" id="{2C70D4C3-CC8E-18A5-188C-FB73FB31079A}"/>
                </a:ext>
              </a:extLst>
            </p:cNvPr>
            <p:cNvSpPr>
              <a:spLocks noGrp="1"/>
            </p:cNvSpPr>
            <p:nvPr/>
          </p:nvSpPr>
          <p:spPr>
            <a:xfrm>
              <a:off x="2198791" y="5672574"/>
              <a:ext cx="58245" cy="5025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0" name="asset_3169_10">
              <a:extLst>
                <a:ext uri="{FF2B5EF4-FFF2-40B4-BE49-F238E27FC236}">
                  <a16:creationId xmlns:a16="http://schemas.microsoft.com/office/drawing/2014/main" id="{9530488D-317A-3063-82AF-05EB1F0CA8B9}"/>
                </a:ext>
              </a:extLst>
            </p:cNvPr>
            <p:cNvSpPr>
              <a:spLocks noGrp="1"/>
            </p:cNvSpPr>
            <p:nvPr/>
          </p:nvSpPr>
          <p:spPr>
            <a:xfrm>
              <a:off x="2225487" y="5687232"/>
              <a:ext cx="63099" cy="544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1" name="asset_3169_11">
              <a:extLst>
                <a:ext uri="{FF2B5EF4-FFF2-40B4-BE49-F238E27FC236}">
                  <a16:creationId xmlns:a16="http://schemas.microsoft.com/office/drawing/2014/main" id="{48323ECB-3BE3-307E-E823-C51C380A8650}"/>
                </a:ext>
              </a:extLst>
            </p:cNvPr>
            <p:cNvSpPr>
              <a:spLocks noGrp="1"/>
            </p:cNvSpPr>
            <p:nvPr/>
          </p:nvSpPr>
          <p:spPr>
            <a:xfrm>
              <a:off x="2248542" y="5660010"/>
              <a:ext cx="55818" cy="481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2" name="asset_3169_12">
              <a:extLst>
                <a:ext uri="{FF2B5EF4-FFF2-40B4-BE49-F238E27FC236}">
                  <a16:creationId xmlns:a16="http://schemas.microsoft.com/office/drawing/2014/main" id="{C0C8C16B-9DED-677C-6432-EE50B45E7418}"/>
                </a:ext>
              </a:extLst>
            </p:cNvPr>
            <p:cNvSpPr>
              <a:spLocks noGrp="1"/>
            </p:cNvSpPr>
            <p:nvPr/>
          </p:nvSpPr>
          <p:spPr>
            <a:xfrm>
              <a:off x="2223060" y="5652681"/>
              <a:ext cx="53391" cy="4606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DA9DB">
                    <a:alpha val="60000"/>
                  </a:srgbClr>
                </a:gs>
                <a:gs pos="100000">
                  <a:srgbClr val="7DA9D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3" name="asset_3169_13">
              <a:extLst>
                <a:ext uri="{FF2B5EF4-FFF2-40B4-BE49-F238E27FC236}">
                  <a16:creationId xmlns:a16="http://schemas.microsoft.com/office/drawing/2014/main" id="{060B66F2-4388-65F4-6206-749CACAB0290}"/>
                </a:ext>
              </a:extLst>
            </p:cNvPr>
            <p:cNvSpPr>
              <a:spLocks noGrp="1"/>
            </p:cNvSpPr>
            <p:nvPr/>
          </p:nvSpPr>
          <p:spPr>
            <a:xfrm>
              <a:off x="2207281" y="5693871"/>
              <a:ext cx="30911" cy="26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4" name="asset_3169_14">
              <a:extLst>
                <a:ext uri="{FF2B5EF4-FFF2-40B4-BE49-F238E27FC236}">
                  <a16:creationId xmlns:a16="http://schemas.microsoft.com/office/drawing/2014/main" id="{13E2CBA3-7C02-4027-03E6-A698CD2EB714}"/>
                </a:ext>
              </a:extLst>
            </p:cNvPr>
            <p:cNvSpPr>
              <a:spLocks noGrp="1"/>
            </p:cNvSpPr>
            <p:nvPr/>
          </p:nvSpPr>
          <p:spPr>
            <a:xfrm>
              <a:off x="2253557" y="5697302"/>
              <a:ext cx="21556" cy="1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5" name="asset_3169_15">
              <a:extLst>
                <a:ext uri="{FF2B5EF4-FFF2-40B4-BE49-F238E27FC236}">
                  <a16:creationId xmlns:a16="http://schemas.microsoft.com/office/drawing/2014/main" id="{D52AE182-CED9-F191-684F-C02E656634F9}"/>
                </a:ext>
              </a:extLst>
            </p:cNvPr>
            <p:cNvSpPr>
              <a:spLocks noGrp="1"/>
            </p:cNvSpPr>
            <p:nvPr/>
          </p:nvSpPr>
          <p:spPr>
            <a:xfrm>
              <a:off x="2278359" y="5672317"/>
              <a:ext cx="20931" cy="180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6" name="asset_3169_16">
              <a:extLst>
                <a:ext uri="{FF2B5EF4-FFF2-40B4-BE49-F238E27FC236}">
                  <a16:creationId xmlns:a16="http://schemas.microsoft.com/office/drawing/2014/main" id="{89F2F434-5A13-55C5-50E0-3A863DFD674D}"/>
                </a:ext>
              </a:extLst>
            </p:cNvPr>
            <p:cNvSpPr>
              <a:spLocks noGrp="1"/>
            </p:cNvSpPr>
            <p:nvPr/>
          </p:nvSpPr>
          <p:spPr>
            <a:xfrm>
              <a:off x="2235959" y="5649092"/>
              <a:ext cx="26179" cy="2258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7" name="asset_3169_17">
              <a:extLst>
                <a:ext uri="{FF2B5EF4-FFF2-40B4-BE49-F238E27FC236}">
                  <a16:creationId xmlns:a16="http://schemas.microsoft.com/office/drawing/2014/main" id="{6F30CB2F-3FFE-E2E6-12A8-0C6F6E9862D8}"/>
                </a:ext>
              </a:extLst>
            </p:cNvPr>
            <p:cNvSpPr>
              <a:spLocks noGrp="1"/>
            </p:cNvSpPr>
            <p:nvPr/>
          </p:nvSpPr>
          <p:spPr>
            <a:xfrm>
              <a:off x="2230057" y="5690206"/>
              <a:ext cx="17158" cy="148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8" name="asset_3169_18">
              <a:extLst>
                <a:ext uri="{FF2B5EF4-FFF2-40B4-BE49-F238E27FC236}">
                  <a16:creationId xmlns:a16="http://schemas.microsoft.com/office/drawing/2014/main" id="{688E0702-ABAA-1F53-2FEE-C044E75816FE}"/>
                </a:ext>
              </a:extLst>
            </p:cNvPr>
            <p:cNvSpPr>
              <a:spLocks noGrp="1"/>
            </p:cNvSpPr>
            <p:nvPr/>
          </p:nvSpPr>
          <p:spPr>
            <a:xfrm>
              <a:off x="2228799" y="5700798"/>
              <a:ext cx="17470" cy="150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09" name="asset_3169_19">
              <a:extLst>
                <a:ext uri="{FF2B5EF4-FFF2-40B4-BE49-F238E27FC236}">
                  <a16:creationId xmlns:a16="http://schemas.microsoft.com/office/drawing/2014/main" id="{872FD139-9635-FDD4-0722-4E5EEB72AC26}"/>
                </a:ext>
              </a:extLst>
            </p:cNvPr>
            <p:cNvSpPr>
              <a:spLocks noGrp="1"/>
            </p:cNvSpPr>
            <p:nvPr/>
          </p:nvSpPr>
          <p:spPr>
            <a:xfrm>
              <a:off x="2264745" y="5672793"/>
              <a:ext cx="22335" cy="19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0" name="asset_3169_20">
              <a:extLst>
                <a:ext uri="{FF2B5EF4-FFF2-40B4-BE49-F238E27FC236}">
                  <a16:creationId xmlns:a16="http://schemas.microsoft.com/office/drawing/2014/main" id="{2F589805-2015-0C9E-B861-49E63A36CA16}"/>
                </a:ext>
              </a:extLst>
            </p:cNvPr>
            <p:cNvSpPr>
              <a:spLocks noGrp="1"/>
            </p:cNvSpPr>
            <p:nvPr/>
          </p:nvSpPr>
          <p:spPr>
            <a:xfrm>
              <a:off x="2247802" y="5671816"/>
              <a:ext cx="29288" cy="252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1" name="asset_3169_21">
              <a:extLst>
                <a:ext uri="{FF2B5EF4-FFF2-40B4-BE49-F238E27FC236}">
                  <a16:creationId xmlns:a16="http://schemas.microsoft.com/office/drawing/2014/main" id="{0ACA986A-AF7E-C441-DA61-138FBBAA71F8}"/>
                </a:ext>
              </a:extLst>
            </p:cNvPr>
            <p:cNvSpPr>
              <a:spLocks noGrp="1"/>
            </p:cNvSpPr>
            <p:nvPr/>
          </p:nvSpPr>
          <p:spPr>
            <a:xfrm>
              <a:off x="2221472" y="5673188"/>
              <a:ext cx="24803" cy="21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2" name="asset_3169_22">
              <a:extLst>
                <a:ext uri="{FF2B5EF4-FFF2-40B4-BE49-F238E27FC236}">
                  <a16:creationId xmlns:a16="http://schemas.microsoft.com/office/drawing/2014/main" id="{2D9591FC-2B85-F680-E4CA-E6BD7F3D89C9}"/>
                </a:ext>
              </a:extLst>
            </p:cNvPr>
            <p:cNvSpPr>
              <a:spLocks noGrp="1"/>
            </p:cNvSpPr>
            <p:nvPr/>
          </p:nvSpPr>
          <p:spPr>
            <a:xfrm>
              <a:off x="2231057" y="5701581"/>
              <a:ext cx="27548" cy="23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3" name="asset_3169_23">
              <a:extLst>
                <a:ext uri="{FF2B5EF4-FFF2-40B4-BE49-F238E27FC236}">
                  <a16:creationId xmlns:a16="http://schemas.microsoft.com/office/drawing/2014/main" id="{891DB7BF-9124-5E80-DEA3-AF8496902287}"/>
                </a:ext>
              </a:extLst>
            </p:cNvPr>
            <p:cNvSpPr>
              <a:spLocks noGrp="1"/>
            </p:cNvSpPr>
            <p:nvPr/>
          </p:nvSpPr>
          <p:spPr>
            <a:xfrm>
              <a:off x="2264932" y="5667506"/>
              <a:ext cx="28421" cy="245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4" name="asset_3169_24">
              <a:extLst>
                <a:ext uri="{FF2B5EF4-FFF2-40B4-BE49-F238E27FC236}">
                  <a16:creationId xmlns:a16="http://schemas.microsoft.com/office/drawing/2014/main" id="{DE52E28A-6354-BE95-3C9A-A2C66025A871}"/>
                </a:ext>
              </a:extLst>
            </p:cNvPr>
            <p:cNvSpPr>
              <a:spLocks noGrp="1"/>
            </p:cNvSpPr>
            <p:nvPr/>
          </p:nvSpPr>
          <p:spPr>
            <a:xfrm>
              <a:off x="2231286" y="5661727"/>
              <a:ext cx="25293" cy="218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5" name="asset_3169_25">
              <a:extLst>
                <a:ext uri="{FF2B5EF4-FFF2-40B4-BE49-F238E27FC236}">
                  <a16:creationId xmlns:a16="http://schemas.microsoft.com/office/drawing/2014/main" id="{7988D7F5-9FD3-DE02-AC43-2C9102A603D8}"/>
                </a:ext>
              </a:extLst>
            </p:cNvPr>
            <p:cNvSpPr>
              <a:spLocks noGrp="1"/>
            </p:cNvSpPr>
            <p:nvPr/>
          </p:nvSpPr>
          <p:spPr>
            <a:xfrm>
              <a:off x="2203520" y="5678934"/>
              <a:ext cx="26056" cy="22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6" name="asset_3169_26">
              <a:extLst>
                <a:ext uri="{FF2B5EF4-FFF2-40B4-BE49-F238E27FC236}">
                  <a16:creationId xmlns:a16="http://schemas.microsoft.com/office/drawing/2014/main" id="{C7CB8EF7-313A-8E8C-6DD1-7BDC7D92CCB0}"/>
                </a:ext>
              </a:extLst>
            </p:cNvPr>
            <p:cNvSpPr>
              <a:spLocks noGrp="1"/>
            </p:cNvSpPr>
            <p:nvPr/>
          </p:nvSpPr>
          <p:spPr>
            <a:xfrm>
              <a:off x="2258761" y="5717055"/>
              <a:ext cx="20939" cy="18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7" name="asset_3169_27">
              <a:extLst>
                <a:ext uri="{FF2B5EF4-FFF2-40B4-BE49-F238E27FC236}">
                  <a16:creationId xmlns:a16="http://schemas.microsoft.com/office/drawing/2014/main" id="{73BCC20B-1FDA-F412-4DD8-A25B3302BB21}"/>
                </a:ext>
              </a:extLst>
            </p:cNvPr>
            <p:cNvSpPr>
              <a:spLocks noGrp="1"/>
            </p:cNvSpPr>
            <p:nvPr/>
          </p:nvSpPr>
          <p:spPr>
            <a:xfrm>
              <a:off x="2262469" y="5681666"/>
              <a:ext cx="24125" cy="208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8" name="asset_3169_28">
              <a:extLst>
                <a:ext uri="{FF2B5EF4-FFF2-40B4-BE49-F238E27FC236}">
                  <a16:creationId xmlns:a16="http://schemas.microsoft.com/office/drawing/2014/main" id="{AF33B019-3B06-5B18-D90B-E00C3F3EDB2C}"/>
                </a:ext>
              </a:extLst>
            </p:cNvPr>
            <p:cNvSpPr>
              <a:spLocks noGrp="1"/>
            </p:cNvSpPr>
            <p:nvPr/>
          </p:nvSpPr>
          <p:spPr>
            <a:xfrm>
              <a:off x="2238082" y="5671347"/>
              <a:ext cx="27389" cy="23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19" name="asset_3169_29">
              <a:extLst>
                <a:ext uri="{FF2B5EF4-FFF2-40B4-BE49-F238E27FC236}">
                  <a16:creationId xmlns:a16="http://schemas.microsoft.com/office/drawing/2014/main" id="{0FB4133A-9D97-E251-1B43-C62FA8130666}"/>
                </a:ext>
              </a:extLst>
            </p:cNvPr>
            <p:cNvSpPr>
              <a:spLocks noGrp="1"/>
            </p:cNvSpPr>
            <p:nvPr/>
          </p:nvSpPr>
          <p:spPr>
            <a:xfrm>
              <a:off x="2220795" y="5698579"/>
              <a:ext cx="25648" cy="221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0" name="asset_3169_30">
              <a:extLst>
                <a:ext uri="{FF2B5EF4-FFF2-40B4-BE49-F238E27FC236}">
                  <a16:creationId xmlns:a16="http://schemas.microsoft.com/office/drawing/2014/main" id="{69D50226-8CEE-09CA-92F4-EA747B547FF4}"/>
                </a:ext>
              </a:extLst>
            </p:cNvPr>
            <p:cNvSpPr>
              <a:spLocks noGrp="1"/>
            </p:cNvSpPr>
            <p:nvPr/>
          </p:nvSpPr>
          <p:spPr>
            <a:xfrm>
              <a:off x="2243067" y="5723084"/>
              <a:ext cx="17688" cy="1526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1" name="asset_3169_31">
              <a:extLst>
                <a:ext uri="{FF2B5EF4-FFF2-40B4-BE49-F238E27FC236}">
                  <a16:creationId xmlns:a16="http://schemas.microsoft.com/office/drawing/2014/main" id="{8D9ECD96-25F9-4FC6-1C5E-5B500507A23C}"/>
                </a:ext>
              </a:extLst>
            </p:cNvPr>
            <p:cNvSpPr>
              <a:spLocks noGrp="1"/>
            </p:cNvSpPr>
            <p:nvPr/>
          </p:nvSpPr>
          <p:spPr>
            <a:xfrm>
              <a:off x="2257337" y="5659622"/>
              <a:ext cx="26336" cy="227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2" name="asset_3169_32">
              <a:extLst>
                <a:ext uri="{FF2B5EF4-FFF2-40B4-BE49-F238E27FC236}">
                  <a16:creationId xmlns:a16="http://schemas.microsoft.com/office/drawing/2014/main" id="{791FDFAC-6025-C51A-7F75-7437ACC6E354}"/>
                </a:ext>
              </a:extLst>
            </p:cNvPr>
            <p:cNvSpPr>
              <a:spLocks noGrp="1"/>
            </p:cNvSpPr>
            <p:nvPr/>
          </p:nvSpPr>
          <p:spPr>
            <a:xfrm>
              <a:off x="2256492" y="5666095"/>
              <a:ext cx="23460" cy="202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3" name="asset_3169_33">
              <a:extLst>
                <a:ext uri="{FF2B5EF4-FFF2-40B4-BE49-F238E27FC236}">
                  <a16:creationId xmlns:a16="http://schemas.microsoft.com/office/drawing/2014/main" id="{DA973672-CCD0-6C59-1B34-7C6CC5E48F20}"/>
                </a:ext>
              </a:extLst>
            </p:cNvPr>
            <p:cNvSpPr>
              <a:spLocks noGrp="1"/>
            </p:cNvSpPr>
            <p:nvPr/>
          </p:nvSpPr>
          <p:spPr>
            <a:xfrm>
              <a:off x="2210503" y="5688799"/>
              <a:ext cx="30840" cy="266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4" name="asset_3169_34">
              <a:extLst>
                <a:ext uri="{FF2B5EF4-FFF2-40B4-BE49-F238E27FC236}">
                  <a16:creationId xmlns:a16="http://schemas.microsoft.com/office/drawing/2014/main" id="{43DD86C8-6E09-99CE-6266-42DC4FA64456}"/>
                </a:ext>
              </a:extLst>
            </p:cNvPr>
            <p:cNvSpPr>
              <a:spLocks noGrp="1"/>
            </p:cNvSpPr>
            <p:nvPr/>
          </p:nvSpPr>
          <p:spPr>
            <a:xfrm>
              <a:off x="2236186" y="5705144"/>
              <a:ext cx="22611" cy="195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5" name="asset_3169_35">
              <a:extLst>
                <a:ext uri="{FF2B5EF4-FFF2-40B4-BE49-F238E27FC236}">
                  <a16:creationId xmlns:a16="http://schemas.microsoft.com/office/drawing/2014/main" id="{D769467D-EEAF-B1AF-7AC6-68CC2D0F1288}"/>
                </a:ext>
              </a:extLst>
            </p:cNvPr>
            <p:cNvSpPr>
              <a:spLocks noGrp="1"/>
            </p:cNvSpPr>
            <p:nvPr/>
          </p:nvSpPr>
          <p:spPr>
            <a:xfrm>
              <a:off x="2260671" y="5685042"/>
              <a:ext cx="19267" cy="166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6" name="asset_3169_36">
              <a:extLst>
                <a:ext uri="{FF2B5EF4-FFF2-40B4-BE49-F238E27FC236}">
                  <a16:creationId xmlns:a16="http://schemas.microsoft.com/office/drawing/2014/main" id="{445AF884-4EC3-E477-DB0C-E7BACF22251A}"/>
                </a:ext>
              </a:extLst>
            </p:cNvPr>
            <p:cNvSpPr>
              <a:spLocks noGrp="1"/>
            </p:cNvSpPr>
            <p:nvPr/>
          </p:nvSpPr>
          <p:spPr>
            <a:xfrm>
              <a:off x="2255827" y="5658297"/>
              <a:ext cx="24486" cy="211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7" name="asset_3169_37">
              <a:extLst>
                <a:ext uri="{FF2B5EF4-FFF2-40B4-BE49-F238E27FC236}">
                  <a16:creationId xmlns:a16="http://schemas.microsoft.com/office/drawing/2014/main" id="{8548860C-336A-E8E6-C08F-A2EC53A5F6C5}"/>
                </a:ext>
              </a:extLst>
            </p:cNvPr>
            <p:cNvSpPr>
              <a:spLocks noGrp="1"/>
            </p:cNvSpPr>
            <p:nvPr/>
          </p:nvSpPr>
          <p:spPr>
            <a:xfrm>
              <a:off x="2212444" y="5679829"/>
              <a:ext cx="19456" cy="167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8" name="asset_3169_38">
              <a:extLst>
                <a:ext uri="{FF2B5EF4-FFF2-40B4-BE49-F238E27FC236}">
                  <a16:creationId xmlns:a16="http://schemas.microsoft.com/office/drawing/2014/main" id="{648DC38E-0310-9E0E-37D3-5E74B6EF35F1}"/>
                </a:ext>
              </a:extLst>
            </p:cNvPr>
            <p:cNvSpPr>
              <a:spLocks noGrp="1"/>
            </p:cNvSpPr>
            <p:nvPr/>
          </p:nvSpPr>
          <p:spPr>
            <a:xfrm>
              <a:off x="2240936" y="5686210"/>
              <a:ext cx="21405" cy="1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29" name="asset_3169_39">
              <a:extLst>
                <a:ext uri="{FF2B5EF4-FFF2-40B4-BE49-F238E27FC236}">
                  <a16:creationId xmlns:a16="http://schemas.microsoft.com/office/drawing/2014/main" id="{ACB0B137-A9B7-8555-0594-4839D4EE1AF5}"/>
                </a:ext>
              </a:extLst>
            </p:cNvPr>
            <p:cNvSpPr>
              <a:spLocks noGrp="1"/>
            </p:cNvSpPr>
            <p:nvPr/>
          </p:nvSpPr>
          <p:spPr>
            <a:xfrm>
              <a:off x="2265093" y="5678881"/>
              <a:ext cx="26532" cy="22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0" name="asset_3169_40">
              <a:extLst>
                <a:ext uri="{FF2B5EF4-FFF2-40B4-BE49-F238E27FC236}">
                  <a16:creationId xmlns:a16="http://schemas.microsoft.com/office/drawing/2014/main" id="{CB82A286-4EA7-C723-174F-A005964CF56B}"/>
                </a:ext>
              </a:extLst>
            </p:cNvPr>
            <p:cNvSpPr>
              <a:spLocks noGrp="1"/>
            </p:cNvSpPr>
            <p:nvPr/>
          </p:nvSpPr>
          <p:spPr>
            <a:xfrm>
              <a:off x="2229701" y="5665168"/>
              <a:ext cx="29465" cy="254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1" name="asset_3169_41">
              <a:extLst>
                <a:ext uri="{FF2B5EF4-FFF2-40B4-BE49-F238E27FC236}">
                  <a16:creationId xmlns:a16="http://schemas.microsoft.com/office/drawing/2014/main" id="{1E67FB97-244C-14BD-73A9-CA2F9B1E24BA}"/>
                </a:ext>
              </a:extLst>
            </p:cNvPr>
            <p:cNvSpPr>
              <a:spLocks noGrp="1"/>
            </p:cNvSpPr>
            <p:nvPr/>
          </p:nvSpPr>
          <p:spPr>
            <a:xfrm>
              <a:off x="2222658" y="5680582"/>
              <a:ext cx="27660" cy="23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2" name="asset_3169_42">
              <a:extLst>
                <a:ext uri="{FF2B5EF4-FFF2-40B4-BE49-F238E27FC236}">
                  <a16:creationId xmlns:a16="http://schemas.microsoft.com/office/drawing/2014/main" id="{417A6C45-6CB7-5380-B441-87E54399F7F7}"/>
                </a:ext>
              </a:extLst>
            </p:cNvPr>
            <p:cNvSpPr>
              <a:spLocks noGrp="1"/>
            </p:cNvSpPr>
            <p:nvPr/>
          </p:nvSpPr>
          <p:spPr>
            <a:xfrm>
              <a:off x="2243804" y="5697201"/>
              <a:ext cx="17846" cy="153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3" name="asset_3169_43">
              <a:extLst>
                <a:ext uri="{FF2B5EF4-FFF2-40B4-BE49-F238E27FC236}">
                  <a16:creationId xmlns:a16="http://schemas.microsoft.com/office/drawing/2014/main" id="{5A16B6AC-2250-FE07-B0D3-1B193E4DFACB}"/>
                </a:ext>
              </a:extLst>
            </p:cNvPr>
            <p:cNvSpPr>
              <a:spLocks noGrp="1"/>
            </p:cNvSpPr>
            <p:nvPr/>
          </p:nvSpPr>
          <p:spPr>
            <a:xfrm>
              <a:off x="2262800" y="5690235"/>
              <a:ext cx="21180" cy="182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4" name="asset_3169_44">
              <a:extLst>
                <a:ext uri="{FF2B5EF4-FFF2-40B4-BE49-F238E27FC236}">
                  <a16:creationId xmlns:a16="http://schemas.microsoft.com/office/drawing/2014/main" id="{081C5E26-7488-869A-618E-1092033F59C2}"/>
                </a:ext>
              </a:extLst>
            </p:cNvPr>
            <p:cNvSpPr>
              <a:spLocks noGrp="1"/>
            </p:cNvSpPr>
            <p:nvPr/>
          </p:nvSpPr>
          <p:spPr>
            <a:xfrm>
              <a:off x="2235058" y="5658630"/>
              <a:ext cx="25840" cy="222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5" name="asset_3169_45">
              <a:extLst>
                <a:ext uri="{FF2B5EF4-FFF2-40B4-BE49-F238E27FC236}">
                  <a16:creationId xmlns:a16="http://schemas.microsoft.com/office/drawing/2014/main" id="{41A170EA-8B41-0DF1-E7EA-2AB990478A77}"/>
                </a:ext>
              </a:extLst>
            </p:cNvPr>
            <p:cNvSpPr>
              <a:spLocks noGrp="1"/>
            </p:cNvSpPr>
            <p:nvPr/>
          </p:nvSpPr>
          <p:spPr>
            <a:xfrm>
              <a:off x="2211228" y="5681493"/>
              <a:ext cx="31451" cy="271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6" name="asset_3169_46">
              <a:extLst>
                <a:ext uri="{FF2B5EF4-FFF2-40B4-BE49-F238E27FC236}">
                  <a16:creationId xmlns:a16="http://schemas.microsoft.com/office/drawing/2014/main" id="{32D1B9BF-5325-26AF-BAA9-BBD6B30B328F}"/>
                </a:ext>
              </a:extLst>
            </p:cNvPr>
            <p:cNvSpPr>
              <a:spLocks noGrp="1"/>
            </p:cNvSpPr>
            <p:nvPr/>
          </p:nvSpPr>
          <p:spPr>
            <a:xfrm>
              <a:off x="2234524" y="5703451"/>
              <a:ext cx="21739" cy="18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7" name="asset_3169_47">
              <a:extLst>
                <a:ext uri="{FF2B5EF4-FFF2-40B4-BE49-F238E27FC236}">
                  <a16:creationId xmlns:a16="http://schemas.microsoft.com/office/drawing/2014/main" id="{19954402-7CDC-A852-CA61-629A3E0C394F}"/>
                </a:ext>
              </a:extLst>
            </p:cNvPr>
            <p:cNvSpPr>
              <a:spLocks noGrp="1"/>
            </p:cNvSpPr>
            <p:nvPr/>
          </p:nvSpPr>
          <p:spPr>
            <a:xfrm>
              <a:off x="2269639" y="5693556"/>
              <a:ext cx="19299" cy="16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8" name="asset_3169_48">
              <a:extLst>
                <a:ext uri="{FF2B5EF4-FFF2-40B4-BE49-F238E27FC236}">
                  <a16:creationId xmlns:a16="http://schemas.microsoft.com/office/drawing/2014/main" id="{41D1840A-7225-0A6F-EB5F-EF20E870D9CF}"/>
                </a:ext>
              </a:extLst>
            </p:cNvPr>
            <p:cNvSpPr>
              <a:spLocks noGrp="1"/>
            </p:cNvSpPr>
            <p:nvPr/>
          </p:nvSpPr>
          <p:spPr>
            <a:xfrm>
              <a:off x="2221813" y="5667367"/>
              <a:ext cx="17021" cy="146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39" name="asset_3169_49">
              <a:extLst>
                <a:ext uri="{FF2B5EF4-FFF2-40B4-BE49-F238E27FC236}">
                  <a16:creationId xmlns:a16="http://schemas.microsoft.com/office/drawing/2014/main" id="{FB9EBEA7-2F90-78C6-B9FF-085239FF7530}"/>
                </a:ext>
              </a:extLst>
            </p:cNvPr>
            <p:cNvSpPr>
              <a:spLocks noGrp="1"/>
            </p:cNvSpPr>
            <p:nvPr/>
          </p:nvSpPr>
          <p:spPr>
            <a:xfrm>
              <a:off x="2208530" y="5668919"/>
              <a:ext cx="27524" cy="237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0" name="asset_3169_50">
              <a:extLst>
                <a:ext uri="{FF2B5EF4-FFF2-40B4-BE49-F238E27FC236}">
                  <a16:creationId xmlns:a16="http://schemas.microsoft.com/office/drawing/2014/main" id="{7ED9E287-6110-2BD8-91C3-3424DDB48479}"/>
                </a:ext>
              </a:extLst>
            </p:cNvPr>
            <p:cNvSpPr>
              <a:spLocks noGrp="1"/>
            </p:cNvSpPr>
            <p:nvPr/>
          </p:nvSpPr>
          <p:spPr>
            <a:xfrm>
              <a:off x="2251433" y="5689815"/>
              <a:ext cx="17431" cy="15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DA9DB">
                    <a:alpha val="73000"/>
                  </a:srgbClr>
                </a:gs>
                <a:gs pos="100000">
                  <a:srgbClr val="7DA9D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1241" name="asset_3169_51">
              <a:extLst>
                <a:ext uri="{FF2B5EF4-FFF2-40B4-BE49-F238E27FC236}">
                  <a16:creationId xmlns:a16="http://schemas.microsoft.com/office/drawing/2014/main" id="{0A5D16C0-E9EB-7A6D-D123-3915E88A78A9}"/>
                </a:ext>
              </a:extLst>
            </p:cNvPr>
            <p:cNvSpPr>
              <a:spLocks noGrp="1"/>
            </p:cNvSpPr>
            <p:nvPr/>
          </p:nvSpPr>
          <p:spPr>
            <a:xfrm>
              <a:off x="2187720" y="5657778"/>
              <a:ext cx="125096" cy="109062"/>
            </a:xfrm>
            <a:custGeom>
              <a:avLst/>
              <a:gdLst/>
              <a:ahLst/>
              <a:cxnLst/>
              <a:rect l="0" t="0" r="0" b="0"/>
              <a:pathLst>
                <a:path w="125096" h="109062">
                  <a:moveTo>
                    <a:pt x="0" y="0"/>
                  </a:moveTo>
                  <a:lnTo>
                    <a:pt x="125096" y="0"/>
                  </a:lnTo>
                  <a:lnTo>
                    <a:pt x="125096" y="109062"/>
                  </a:lnTo>
                  <a:lnTo>
                    <a:pt x="0" y="109062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sp>
        <p:nvSpPr>
          <p:cNvPr id="1242" name="TextBox 12306">
            <a:extLst>
              <a:ext uri="{FF2B5EF4-FFF2-40B4-BE49-F238E27FC236}">
                <a16:creationId xmlns:a16="http://schemas.microsoft.com/office/drawing/2014/main" id="{B61D0A30-984F-5F1D-C0E3-4ED5D4539DF2}"/>
              </a:ext>
            </a:extLst>
          </p:cNvPr>
          <p:cNvSpPr txBox="1"/>
          <p:nvPr/>
        </p:nvSpPr>
        <p:spPr>
          <a:xfrm>
            <a:off x="4984740" y="2150246"/>
            <a:ext cx="996707" cy="93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623" b="1" dirty="0" err="1">
                <a:solidFill>
                  <a:srgbClr val="8C5818"/>
                </a:solidFill>
                <a:latin typeface="Arial"/>
              </a:rPr>
              <a:t>PocketXMol</a:t>
            </a:r>
            <a:r>
              <a:rPr lang="en-US" sz="623" b="1" dirty="0">
                <a:solidFill>
                  <a:srgbClr val="8C5818"/>
                </a:solidFill>
                <a:latin typeface="Arial"/>
              </a:rPr>
              <a:t>-</a:t>
            </a:r>
            <a:r>
              <a:rPr lang="en-US" altLang="zh-CN" sz="623" b="1" dirty="0">
                <a:solidFill>
                  <a:srgbClr val="8C5818"/>
                </a:solidFill>
                <a:latin typeface="Arial"/>
              </a:rPr>
              <a:t>tuned</a:t>
            </a:r>
            <a:endParaRPr sz="623" b="1" dirty="0">
              <a:solidFill>
                <a:srgbClr val="8C5818"/>
              </a:solidFill>
              <a:latin typeface="Arial"/>
            </a:endParaRPr>
          </a:p>
        </p:txBody>
      </p:sp>
      <p:sp>
        <p:nvSpPr>
          <p:cNvPr id="1243" name="TextBox 12307">
            <a:extLst>
              <a:ext uri="{FF2B5EF4-FFF2-40B4-BE49-F238E27FC236}">
                <a16:creationId xmlns:a16="http://schemas.microsoft.com/office/drawing/2014/main" id="{50E4F9BE-39D5-3572-2B27-7015D0FE756B}"/>
              </a:ext>
            </a:extLst>
          </p:cNvPr>
          <p:cNvSpPr txBox="1"/>
          <p:nvPr/>
        </p:nvSpPr>
        <p:spPr>
          <a:xfrm>
            <a:off x="4985233" y="2305119"/>
            <a:ext cx="1205196" cy="1637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Density-conditioned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 algn="l">
              <a:lnSpc>
                <a:spcPct val="96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fine-tuning</a:t>
            </a:r>
          </a:p>
        </p:txBody>
      </p:sp>
      <p:sp>
        <p:nvSpPr>
          <p:cNvPr id="1244" name="Build | Docking tools card">
            <a:extLst>
              <a:ext uri="{FF2B5EF4-FFF2-40B4-BE49-F238E27FC236}">
                <a16:creationId xmlns:a16="http://schemas.microsoft.com/office/drawing/2014/main" id="{D8820DAD-C856-C828-BB1A-D380253AF157}"/>
              </a:ext>
            </a:extLst>
          </p:cNvPr>
          <p:cNvSpPr/>
          <p:nvPr/>
        </p:nvSpPr>
        <p:spPr>
          <a:xfrm>
            <a:off x="4707061" y="2608447"/>
            <a:ext cx="1106489" cy="516618"/>
          </a:xfrm>
          <a:prstGeom prst="roundRect">
            <a:avLst>
              <a:gd name="adj" fmla="val 8000"/>
            </a:avLst>
          </a:prstGeom>
          <a:solidFill>
            <a:srgbClr val="EFF2F8"/>
          </a:solidFill>
          <a:ln w="7290">
            <a:solidFill>
              <a:srgbClr val="B8C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  <p:sp>
        <p:nvSpPr>
          <p:cNvPr id="1245" name="TextBox 12309">
            <a:extLst>
              <a:ext uri="{FF2B5EF4-FFF2-40B4-BE49-F238E27FC236}">
                <a16:creationId xmlns:a16="http://schemas.microsoft.com/office/drawing/2014/main" id="{E61A4066-788B-5B12-50A8-1419E47F2E66}"/>
              </a:ext>
            </a:extLst>
          </p:cNvPr>
          <p:cNvSpPr txBox="1"/>
          <p:nvPr/>
        </p:nvSpPr>
        <p:spPr>
          <a:xfrm>
            <a:off x="4758703" y="2647450"/>
            <a:ext cx="1186556" cy="1019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40" b="1" dirty="0">
                <a:solidFill>
                  <a:srgbClr val="1E293B"/>
                </a:solidFill>
                <a:latin typeface="Arial"/>
              </a:rPr>
              <a:t>O</a:t>
            </a:r>
            <a:r>
              <a:rPr lang="en-US" altLang="zh-CN" sz="640" b="1" dirty="0">
                <a:solidFill>
                  <a:srgbClr val="1E293B"/>
                </a:solidFill>
                <a:latin typeface="Arial"/>
              </a:rPr>
              <a:t>ther d</a:t>
            </a:r>
            <a:r>
              <a:rPr sz="640" b="1" dirty="0">
                <a:solidFill>
                  <a:srgbClr val="1E293B"/>
                </a:solidFill>
                <a:latin typeface="Arial"/>
              </a:rPr>
              <a:t>ocking tools</a:t>
            </a:r>
          </a:p>
        </p:txBody>
      </p:sp>
      <p:sp>
        <p:nvSpPr>
          <p:cNvPr id="1246" name="TextBox 12310">
            <a:extLst>
              <a:ext uri="{FF2B5EF4-FFF2-40B4-BE49-F238E27FC236}">
                <a16:creationId xmlns:a16="http://schemas.microsoft.com/office/drawing/2014/main" id="{C9F46158-59CF-34E8-D872-FBF180C8ECC1}"/>
              </a:ext>
            </a:extLst>
          </p:cNvPr>
          <p:cNvSpPr txBox="1"/>
          <p:nvPr/>
        </p:nvSpPr>
        <p:spPr>
          <a:xfrm>
            <a:off x="4755579" y="2752162"/>
            <a:ext cx="389530" cy="3729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>
                <a:solidFill>
                  <a:srgbClr val="5A6B7C"/>
                </a:solidFill>
                <a:latin typeface="Arial"/>
              </a:rPr>
              <a:t>Vina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</a:t>
            </a:r>
            <a:r>
              <a:rPr sz="554" dirty="0" err="1">
                <a:solidFill>
                  <a:srgbClr val="5A6B7C"/>
                </a:solidFill>
                <a:latin typeface="Arial"/>
              </a:rPr>
              <a:t>DiffDock</a:t>
            </a:r>
            <a:r>
              <a:rPr sz="554" dirty="0">
                <a:solidFill>
                  <a:srgbClr val="5A6B7C"/>
                </a:solidFill>
                <a:latin typeface="Arial"/>
              </a:rPr>
              <a:t> 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sz="554" dirty="0">
                <a:solidFill>
                  <a:srgbClr val="5A6B7C"/>
                </a:solidFill>
                <a:latin typeface="Arial"/>
              </a:rPr>
              <a:t>· EMERALD</a:t>
            </a:r>
            <a:endParaRPr lang="en-US" sz="554" dirty="0">
              <a:solidFill>
                <a:srgbClr val="5A6B7C"/>
              </a:solidFill>
              <a:latin typeface="Arial"/>
            </a:endParaRPr>
          </a:p>
          <a:p>
            <a:pPr>
              <a:lnSpc>
                <a:spcPct val="105000"/>
              </a:lnSpc>
            </a:pP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r>
              <a:rPr lang="zh-CN" altLang="en-US" sz="554" dirty="0">
                <a:solidFill>
                  <a:srgbClr val="5A6B7C"/>
                </a:solidFill>
                <a:latin typeface="Arial"/>
              </a:rPr>
              <a:t> </a:t>
            </a:r>
            <a:r>
              <a:rPr lang="en-US" altLang="zh-CN" sz="554" dirty="0">
                <a:solidFill>
                  <a:srgbClr val="5A6B7C"/>
                </a:solidFill>
                <a:latin typeface="Arial"/>
              </a:rPr>
              <a:t>·</a:t>
            </a:r>
            <a:endParaRPr sz="554" dirty="0">
              <a:solidFill>
                <a:srgbClr val="5A6B7C"/>
              </a:solidFill>
              <a:latin typeface="Arial"/>
            </a:endParaRPr>
          </a:p>
        </p:txBody>
      </p:sp>
      <p:pic>
        <p:nvPicPr>
          <p:cNvPr id="1247" name="图片 4899" descr="已检查的图像">
            <a:extLst>
              <a:ext uri="{FF2B5EF4-FFF2-40B4-BE49-F238E27FC236}">
                <a16:creationId xmlns:a16="http://schemas.microsoft.com/office/drawing/2014/main" id="{C81AEC01-9879-5247-5292-925FF171378F}"/>
              </a:ext>
            </a:extLst>
          </p:cNvPr>
          <p:cNvPicPr>
            <a:picLocks/>
          </p:cNvPicPr>
          <p:nvPr/>
        </p:nvPicPr>
        <p:blipFill>
          <a:blip r:embed="rId7"/>
          <a:srcRect l="22277" t="11600" r="20320" b="13721"/>
          <a:stretch>
            <a:fillRect/>
          </a:stretch>
        </p:blipFill>
        <p:spPr>
          <a:xfrm rot="1047317">
            <a:off x="4857383" y="3459221"/>
            <a:ext cx="862283" cy="761214"/>
          </a:xfrm>
          <a:prstGeom prst="rect">
            <a:avLst/>
          </a:prstGeom>
        </p:spPr>
      </p:pic>
      <p:grpSp>
        <p:nvGrpSpPr>
          <p:cNvPr id="1248" name="Unified flow and feature elements">
            <a:extLst>
              <a:ext uri="{FF2B5EF4-FFF2-40B4-BE49-F238E27FC236}">
                <a16:creationId xmlns:a16="http://schemas.microsoft.com/office/drawing/2014/main" id="{DA74696D-FF4F-021F-A459-9CD0851351CF}"/>
              </a:ext>
            </a:extLst>
          </p:cNvPr>
          <p:cNvGrpSpPr/>
          <p:nvPr/>
        </p:nvGrpSpPr>
        <p:grpSpPr>
          <a:xfrm>
            <a:off x="823347" y="284723"/>
            <a:ext cx="3605650" cy="3967446"/>
            <a:chOff x="1936337" y="669608"/>
            <a:chExt cx="8479727" cy="9330594"/>
          </a:xfrm>
        </p:grpSpPr>
        <p:sp>
          <p:nvSpPr>
            <p:cNvPr id="1249" name="Preprocessing refined">
              <a:extLst>
                <a:ext uri="{FF2B5EF4-FFF2-40B4-BE49-F238E27FC236}">
                  <a16:creationId xmlns:a16="http://schemas.microsoft.com/office/drawing/2014/main" id="{A3A31885-181B-CF24-BE30-3ED8DAACE460}"/>
                </a:ext>
              </a:extLst>
            </p:cNvPr>
            <p:cNvSpPr>
              <a:spLocks noGrp="1"/>
            </p:cNvSpPr>
            <p:nvPr/>
          </p:nvSpPr>
          <p:spPr>
            <a:xfrm>
              <a:off x="2814488" y="669608"/>
              <a:ext cx="1028700" cy="3460433"/>
            </a:xfrm>
            <a:prstGeom prst="roundRect">
              <a:avLst>
                <a:gd name="adj" fmla="val 6481"/>
              </a:avLst>
            </a:prstGeom>
            <a:solidFill>
              <a:srgbClr val="E8EFF7"/>
            </a:solidFill>
            <a:ln w="7290">
              <a:solidFill>
                <a:srgbClr val="C4D1E1"/>
              </a:solidFill>
            </a:ln>
          </p:spPr>
        </p:sp>
        <p:sp>
          <p:nvSpPr>
            <p:cNvPr id="1250" name="Preprocessing divider refined">
              <a:extLst>
                <a:ext uri="{FF2B5EF4-FFF2-40B4-BE49-F238E27FC236}">
                  <a16:creationId xmlns:a16="http://schemas.microsoft.com/office/drawing/2014/main" id="{E21BD2F9-92DD-96F0-3AAF-0957638A49FB}"/>
                </a:ext>
              </a:extLst>
            </p:cNvPr>
            <p:cNvSpPr>
              <a:spLocks noGrp="1"/>
            </p:cNvSpPr>
            <p:nvPr/>
          </p:nvSpPr>
          <p:spPr>
            <a:xfrm>
              <a:off x="2911036" y="2418363"/>
              <a:ext cx="800100" cy="190"/>
            </a:xfrm>
            <a:custGeom>
              <a:avLst/>
              <a:gdLst/>
              <a:ahLst/>
              <a:cxnLst/>
              <a:rect l="0" t="0" r="0" b="0"/>
              <a:pathLst>
                <a:path w="800100" h="191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6075">
              <a:solidFill>
                <a:srgbClr val="C4D1E1"/>
              </a:solidFill>
              <a:prstDash val="solid"/>
            </a:ln>
          </p:spPr>
        </p:sp>
        <p:sp>
          <p:nvSpPr>
            <p:cNvPr id="1251" name="Density bank refined">
              <a:extLst>
                <a:ext uri="{FF2B5EF4-FFF2-40B4-BE49-F238E27FC236}">
                  <a16:creationId xmlns:a16="http://schemas.microsoft.com/office/drawing/2014/main" id="{1E51E71A-A2BC-0776-E4CA-D30FBB1BE241}"/>
                </a:ext>
              </a:extLst>
            </p:cNvPr>
            <p:cNvSpPr>
              <a:spLocks noGrp="1"/>
            </p:cNvSpPr>
            <p:nvPr/>
          </p:nvSpPr>
          <p:spPr>
            <a:xfrm>
              <a:off x="2823460" y="760105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Density</a:t>
              </a:r>
            </a:p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ank</a:t>
              </a:r>
            </a:p>
          </p:txBody>
        </p:sp>
        <p:sp>
          <p:nvSpPr>
            <p:cNvPr id="1252" name="Embedding head refined">
              <a:extLst>
                <a:ext uri="{FF2B5EF4-FFF2-40B4-BE49-F238E27FC236}">
                  <a16:creationId xmlns:a16="http://schemas.microsoft.com/office/drawing/2014/main" id="{58C61B38-F8DB-1F98-DEE4-C9D7130E2730}"/>
                </a:ext>
              </a:extLst>
            </p:cNvPr>
            <p:cNvSpPr>
              <a:spLocks noGrp="1"/>
            </p:cNvSpPr>
            <p:nvPr/>
          </p:nvSpPr>
          <p:spPr>
            <a:xfrm>
              <a:off x="2834250" y="2542570"/>
              <a:ext cx="990599" cy="457199"/>
            </a:xfrm>
            <a:prstGeom prst="rect">
              <a:avLst/>
            </a:prstGeom>
            <a:noFill/>
            <a:ln w="7290">
              <a:noFill/>
            </a:ln>
          </p:spPr>
          <p:txBody>
            <a:bodyPr lIns="0" tIns="0" rIns="0" bIns="0" anchor="ctr"/>
            <a:lstStyle>
              <a:def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defPPr>
              <a:lvl1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1pPr>
              <a:lvl2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2pPr>
              <a:lvl3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3pPr>
              <a:lvl4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4pPr>
              <a:lvl5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5pPr>
              <a:lvl6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6pPr>
              <a:lvl7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7pPr>
              <a:lvl8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8pPr>
              <a:lvl9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lvl9pPr>
            </a:lstStyle>
            <a:p>
              <a:pPr algn="ctr">
                <a:defRPr sz="612">
                  <a:solidFill>
                    <a:srgbClr val="1E293B"/>
                  </a:solidFill>
                  <a:latin typeface="Arial"/>
                  <a:ea typeface="Arial"/>
                  <a:cs typeface="Arial"/>
                </a:defRPr>
              </a:pPr>
              <a:r>
                <a:rPr lang="en-US" sz="550" dirty="0">
                  <a:solidFill>
                    <a:srgbClr val="1E293B"/>
                  </a:solidFill>
                  <a:latin typeface="Arial"/>
                  <a:ea typeface="Arial"/>
                  <a:cs typeface="Arial"/>
                </a:rPr>
                <a:t>Atom embeddings</a:t>
              </a:r>
              <a:endParaRPr sz="550" dirty="0">
                <a:solidFill>
                  <a:srgbClr val="1E293B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1253" name="Find matrix 0-0">
              <a:extLst>
                <a:ext uri="{FF2B5EF4-FFF2-40B4-BE49-F238E27FC236}">
                  <a16:creationId xmlns:a16="http://schemas.microsoft.com/office/drawing/2014/main" id="{BBF0C328-3AF9-A068-FA92-FBF890856A66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0040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54" name="Find matrix 0-1">
              <a:extLst>
                <a:ext uri="{FF2B5EF4-FFF2-40B4-BE49-F238E27FC236}">
                  <a16:creationId xmlns:a16="http://schemas.microsoft.com/office/drawing/2014/main" id="{3474DD36-B24E-DC42-848D-72CE3DEC2274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0040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55" name="Find matrix 0-2">
              <a:extLst>
                <a:ext uri="{FF2B5EF4-FFF2-40B4-BE49-F238E27FC236}">
                  <a16:creationId xmlns:a16="http://schemas.microsoft.com/office/drawing/2014/main" id="{F807BDD1-EE13-F00C-2E77-C8910F6ACC73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0040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56" name="Find matrix 0-3">
              <a:extLst>
                <a:ext uri="{FF2B5EF4-FFF2-40B4-BE49-F238E27FC236}">
                  <a16:creationId xmlns:a16="http://schemas.microsoft.com/office/drawing/2014/main" id="{DB1A890F-778A-35C9-7AE1-C0AE618D52CF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0040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57" name="Find matrix 0-4">
              <a:extLst>
                <a:ext uri="{FF2B5EF4-FFF2-40B4-BE49-F238E27FC236}">
                  <a16:creationId xmlns:a16="http://schemas.microsoft.com/office/drawing/2014/main" id="{B445D6B3-6FC7-4615-5975-85730846D82F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0040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58" name="Find matrix 0-5">
              <a:extLst>
                <a:ext uri="{FF2B5EF4-FFF2-40B4-BE49-F238E27FC236}">
                  <a16:creationId xmlns:a16="http://schemas.microsoft.com/office/drawing/2014/main" id="{EDF77049-6933-CA1B-21BD-2D261FB460F5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0040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59" name="Find matrix 0-6">
              <a:extLst>
                <a:ext uri="{FF2B5EF4-FFF2-40B4-BE49-F238E27FC236}">
                  <a16:creationId xmlns:a16="http://schemas.microsoft.com/office/drawing/2014/main" id="{F24780FB-09E3-AE39-557B-018C817CABA7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0040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0" name="Find matrix 0-7">
              <a:extLst>
                <a:ext uri="{FF2B5EF4-FFF2-40B4-BE49-F238E27FC236}">
                  <a16:creationId xmlns:a16="http://schemas.microsoft.com/office/drawing/2014/main" id="{69791062-44B8-8426-AAD4-DD68B1FF31BA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0040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1" name="Find matrix 1-0">
              <a:extLst>
                <a:ext uri="{FF2B5EF4-FFF2-40B4-BE49-F238E27FC236}">
                  <a16:creationId xmlns:a16="http://schemas.microsoft.com/office/drawing/2014/main" id="{DAD773D5-9108-C0B7-81D5-AC1CF98B49B0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27469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62" name="Find matrix 1-1">
              <a:extLst>
                <a:ext uri="{FF2B5EF4-FFF2-40B4-BE49-F238E27FC236}">
                  <a16:creationId xmlns:a16="http://schemas.microsoft.com/office/drawing/2014/main" id="{FD6D65E0-3CD4-81C9-A7EC-EE4D1EA03DA1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27469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63" name="Find matrix 1-2">
              <a:extLst>
                <a:ext uri="{FF2B5EF4-FFF2-40B4-BE49-F238E27FC236}">
                  <a16:creationId xmlns:a16="http://schemas.microsoft.com/office/drawing/2014/main" id="{C06E5EF8-D1B9-1DB5-4010-25CDECE16DF3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27469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64" name="Find matrix 1-3">
              <a:extLst>
                <a:ext uri="{FF2B5EF4-FFF2-40B4-BE49-F238E27FC236}">
                  <a16:creationId xmlns:a16="http://schemas.microsoft.com/office/drawing/2014/main" id="{9AD5706A-D366-481E-242D-C3727EE68292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27469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65" name="Find matrix 1-4">
              <a:extLst>
                <a:ext uri="{FF2B5EF4-FFF2-40B4-BE49-F238E27FC236}">
                  <a16:creationId xmlns:a16="http://schemas.microsoft.com/office/drawing/2014/main" id="{6454B603-2435-1F3E-EFE1-9F3ED69FE183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27469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66" name="Find matrix 1-5">
              <a:extLst>
                <a:ext uri="{FF2B5EF4-FFF2-40B4-BE49-F238E27FC236}">
                  <a16:creationId xmlns:a16="http://schemas.microsoft.com/office/drawing/2014/main" id="{BDC3058F-5BB6-EF0A-C0E4-8FFF478A86C2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27469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67" name="Find matrix 1-6">
              <a:extLst>
                <a:ext uri="{FF2B5EF4-FFF2-40B4-BE49-F238E27FC236}">
                  <a16:creationId xmlns:a16="http://schemas.microsoft.com/office/drawing/2014/main" id="{7A6FD57F-2D4A-E860-6015-70841E18A307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27469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68" name="Find matrix 1-7">
              <a:extLst>
                <a:ext uri="{FF2B5EF4-FFF2-40B4-BE49-F238E27FC236}">
                  <a16:creationId xmlns:a16="http://schemas.microsoft.com/office/drawing/2014/main" id="{289EF4F7-DDB6-5545-39F7-5D1B3F86D2D3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27469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69" name="Find matrix 2-0">
              <a:extLst>
                <a:ext uri="{FF2B5EF4-FFF2-40B4-BE49-F238E27FC236}">
                  <a16:creationId xmlns:a16="http://schemas.microsoft.com/office/drawing/2014/main" id="{B1282592-D5D6-9C68-2D42-3D2A0FA6458C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348990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70" name="Find matrix 2-1">
              <a:extLst>
                <a:ext uri="{FF2B5EF4-FFF2-40B4-BE49-F238E27FC236}">
                  <a16:creationId xmlns:a16="http://schemas.microsoft.com/office/drawing/2014/main" id="{390A8337-4744-F454-87FF-4E9BDE799C1D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348990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71" name="Find matrix 2-2">
              <a:extLst>
                <a:ext uri="{FF2B5EF4-FFF2-40B4-BE49-F238E27FC236}">
                  <a16:creationId xmlns:a16="http://schemas.microsoft.com/office/drawing/2014/main" id="{F2F7291B-E14D-7E55-CC39-0366DDE36AB6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348990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72" name="Find matrix 2-3">
              <a:extLst>
                <a:ext uri="{FF2B5EF4-FFF2-40B4-BE49-F238E27FC236}">
                  <a16:creationId xmlns:a16="http://schemas.microsoft.com/office/drawing/2014/main" id="{7DDB5DDB-AA90-B36F-ECCA-B3D87BDEF49C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348990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73" name="Find matrix 2-4">
              <a:extLst>
                <a:ext uri="{FF2B5EF4-FFF2-40B4-BE49-F238E27FC236}">
                  <a16:creationId xmlns:a16="http://schemas.microsoft.com/office/drawing/2014/main" id="{FBF483EB-0895-E2F9-E946-2CE7B0273010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348990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74" name="Find matrix 2-5">
              <a:extLst>
                <a:ext uri="{FF2B5EF4-FFF2-40B4-BE49-F238E27FC236}">
                  <a16:creationId xmlns:a16="http://schemas.microsoft.com/office/drawing/2014/main" id="{235264C0-29EF-D9B8-F0D1-9BEBBAD9D6E8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348990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5" name="Find matrix 2-6">
              <a:extLst>
                <a:ext uri="{FF2B5EF4-FFF2-40B4-BE49-F238E27FC236}">
                  <a16:creationId xmlns:a16="http://schemas.microsoft.com/office/drawing/2014/main" id="{89BB4142-622C-474C-899B-E7C760EA5054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348990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6" name="Find matrix 2-7">
              <a:extLst>
                <a:ext uri="{FF2B5EF4-FFF2-40B4-BE49-F238E27FC236}">
                  <a16:creationId xmlns:a16="http://schemas.microsoft.com/office/drawing/2014/main" id="{6D2284D9-4AE6-02DD-AA99-C88ED825A8F4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348990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77" name="Find matrix 3-0">
              <a:extLst>
                <a:ext uri="{FF2B5EF4-FFF2-40B4-BE49-F238E27FC236}">
                  <a16:creationId xmlns:a16="http://schemas.microsoft.com/office/drawing/2014/main" id="{A354350A-00E7-4344-FF84-5BBF2165CEDA}"/>
                </a:ext>
              </a:extLst>
            </p:cNvPr>
            <p:cNvSpPr>
              <a:spLocks noGrp="1"/>
            </p:cNvSpPr>
            <p:nvPr/>
          </p:nvSpPr>
          <p:spPr>
            <a:xfrm>
              <a:off x="9653588" y="3423285"/>
              <a:ext cx="91559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78" name="Find matrix 3-1">
              <a:extLst>
                <a:ext uri="{FF2B5EF4-FFF2-40B4-BE49-F238E27FC236}">
                  <a16:creationId xmlns:a16="http://schemas.microsoft.com/office/drawing/2014/main" id="{E2EDFAC2-C5CD-2DF8-165C-4DBC9D98B449}"/>
                </a:ext>
              </a:extLst>
            </p:cNvPr>
            <p:cNvSpPr>
              <a:spLocks noGrp="1"/>
            </p:cNvSpPr>
            <p:nvPr/>
          </p:nvSpPr>
          <p:spPr>
            <a:xfrm>
              <a:off x="9749433" y="3423285"/>
              <a:ext cx="91559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79" name="Find matrix 3-2">
              <a:extLst>
                <a:ext uri="{FF2B5EF4-FFF2-40B4-BE49-F238E27FC236}">
                  <a16:creationId xmlns:a16="http://schemas.microsoft.com/office/drawing/2014/main" id="{4D088869-EB59-E1B3-59B4-C3C92C8170BA}"/>
                </a:ext>
              </a:extLst>
            </p:cNvPr>
            <p:cNvSpPr>
              <a:spLocks noGrp="1"/>
            </p:cNvSpPr>
            <p:nvPr/>
          </p:nvSpPr>
          <p:spPr>
            <a:xfrm>
              <a:off x="9845278" y="3423285"/>
              <a:ext cx="91559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80" name="Find matrix 3-3">
              <a:extLst>
                <a:ext uri="{FF2B5EF4-FFF2-40B4-BE49-F238E27FC236}">
                  <a16:creationId xmlns:a16="http://schemas.microsoft.com/office/drawing/2014/main" id="{119CBCB9-6860-7DCC-AF73-C422647EEF23}"/>
                </a:ext>
              </a:extLst>
            </p:cNvPr>
            <p:cNvSpPr>
              <a:spLocks noGrp="1"/>
            </p:cNvSpPr>
            <p:nvPr/>
          </p:nvSpPr>
          <p:spPr>
            <a:xfrm>
              <a:off x="9941123" y="3423285"/>
              <a:ext cx="91559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1" name="Find matrix 3-4">
              <a:extLst>
                <a:ext uri="{FF2B5EF4-FFF2-40B4-BE49-F238E27FC236}">
                  <a16:creationId xmlns:a16="http://schemas.microsoft.com/office/drawing/2014/main" id="{F0ED964A-EDEB-7D43-69F8-BEFE576D1277}"/>
                </a:ext>
              </a:extLst>
            </p:cNvPr>
            <p:cNvSpPr>
              <a:spLocks noGrp="1"/>
            </p:cNvSpPr>
            <p:nvPr/>
          </p:nvSpPr>
          <p:spPr>
            <a:xfrm>
              <a:off x="10036969" y="3423285"/>
              <a:ext cx="91559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82" name="Find matrix 3-5">
              <a:extLst>
                <a:ext uri="{FF2B5EF4-FFF2-40B4-BE49-F238E27FC236}">
                  <a16:creationId xmlns:a16="http://schemas.microsoft.com/office/drawing/2014/main" id="{A0A2A64A-E67D-3395-0409-F2703179F7EC}"/>
                </a:ext>
              </a:extLst>
            </p:cNvPr>
            <p:cNvSpPr>
              <a:spLocks noGrp="1"/>
            </p:cNvSpPr>
            <p:nvPr/>
          </p:nvSpPr>
          <p:spPr>
            <a:xfrm>
              <a:off x="10132814" y="3423285"/>
              <a:ext cx="91559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3" name="Find matrix 3-6">
              <a:extLst>
                <a:ext uri="{FF2B5EF4-FFF2-40B4-BE49-F238E27FC236}">
                  <a16:creationId xmlns:a16="http://schemas.microsoft.com/office/drawing/2014/main" id="{EA7CE8E7-C1AC-E261-A970-8EC80886D558}"/>
                </a:ext>
              </a:extLst>
            </p:cNvPr>
            <p:cNvSpPr>
              <a:spLocks noGrp="1"/>
            </p:cNvSpPr>
            <p:nvPr/>
          </p:nvSpPr>
          <p:spPr>
            <a:xfrm>
              <a:off x="10228659" y="3423285"/>
              <a:ext cx="91559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84" name="Find matrix 3-7">
              <a:extLst>
                <a:ext uri="{FF2B5EF4-FFF2-40B4-BE49-F238E27FC236}">
                  <a16:creationId xmlns:a16="http://schemas.microsoft.com/office/drawing/2014/main" id="{3CC5802F-96A8-F327-8DCD-5C642BB94DCE}"/>
                </a:ext>
              </a:extLst>
            </p:cNvPr>
            <p:cNvSpPr>
              <a:spLocks noGrp="1"/>
            </p:cNvSpPr>
            <p:nvPr/>
          </p:nvSpPr>
          <p:spPr>
            <a:xfrm>
              <a:off x="10324505" y="3423285"/>
              <a:ext cx="91559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5" name="Match matrix 0-0">
              <a:extLst>
                <a:ext uri="{FF2B5EF4-FFF2-40B4-BE49-F238E27FC236}">
                  <a16:creationId xmlns:a16="http://schemas.microsoft.com/office/drawing/2014/main" id="{1E148E3C-F1D3-F47F-36C6-42E1C579FB78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25203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86" name="Match matrix 0-1">
              <a:extLst>
                <a:ext uri="{FF2B5EF4-FFF2-40B4-BE49-F238E27FC236}">
                  <a16:creationId xmlns:a16="http://schemas.microsoft.com/office/drawing/2014/main" id="{6CE95E95-35B4-AAA3-E629-B7804854BFD1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25203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87" name="Match matrix 0-2">
              <a:extLst>
                <a:ext uri="{FF2B5EF4-FFF2-40B4-BE49-F238E27FC236}">
                  <a16:creationId xmlns:a16="http://schemas.microsoft.com/office/drawing/2014/main" id="{7AA444A0-2B6A-4C23-EFFA-BB0D0814FEA4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25203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88" name="Match matrix 0-3">
              <a:extLst>
                <a:ext uri="{FF2B5EF4-FFF2-40B4-BE49-F238E27FC236}">
                  <a16:creationId xmlns:a16="http://schemas.microsoft.com/office/drawing/2014/main" id="{FA614244-906C-CFFC-1294-6D233D01CB35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25203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89" name="Match matrix 0-4">
              <a:extLst>
                <a:ext uri="{FF2B5EF4-FFF2-40B4-BE49-F238E27FC236}">
                  <a16:creationId xmlns:a16="http://schemas.microsoft.com/office/drawing/2014/main" id="{EE4A1296-1DD3-454F-610D-2BDEB1D0EFA9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25203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290" name="Match matrix 0-5">
              <a:extLst>
                <a:ext uri="{FF2B5EF4-FFF2-40B4-BE49-F238E27FC236}">
                  <a16:creationId xmlns:a16="http://schemas.microsoft.com/office/drawing/2014/main" id="{A27DCA6A-D9A0-89D2-300F-145A0353541B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25203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291" name="Match matrix 0-6">
              <a:extLst>
                <a:ext uri="{FF2B5EF4-FFF2-40B4-BE49-F238E27FC236}">
                  <a16:creationId xmlns:a16="http://schemas.microsoft.com/office/drawing/2014/main" id="{110481AC-0BB3-A98A-15F4-6DA00B6462E6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25203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2" name="Match matrix 0-7">
              <a:extLst>
                <a:ext uri="{FF2B5EF4-FFF2-40B4-BE49-F238E27FC236}">
                  <a16:creationId xmlns:a16="http://schemas.microsoft.com/office/drawing/2014/main" id="{CA0FE5FF-20F8-A515-1575-D2B579C6A384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25203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3" name="Match matrix 1-0">
              <a:extLst>
                <a:ext uri="{FF2B5EF4-FFF2-40B4-BE49-F238E27FC236}">
                  <a16:creationId xmlns:a16="http://schemas.microsoft.com/office/drawing/2014/main" id="{62DD97DC-E1EF-3AC8-77C6-31E750CF1688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32633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294" name="Match matrix 1-1">
              <a:extLst>
                <a:ext uri="{FF2B5EF4-FFF2-40B4-BE49-F238E27FC236}">
                  <a16:creationId xmlns:a16="http://schemas.microsoft.com/office/drawing/2014/main" id="{B545DCC8-F9BD-6322-3BD3-A195D0A92FFB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32633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295" name="Match matrix 1-2">
              <a:extLst>
                <a:ext uri="{FF2B5EF4-FFF2-40B4-BE49-F238E27FC236}">
                  <a16:creationId xmlns:a16="http://schemas.microsoft.com/office/drawing/2014/main" id="{CA362456-65E1-995A-0618-99CCC4184C1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32633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296" name="Match matrix 1-3">
              <a:extLst>
                <a:ext uri="{FF2B5EF4-FFF2-40B4-BE49-F238E27FC236}">
                  <a16:creationId xmlns:a16="http://schemas.microsoft.com/office/drawing/2014/main" id="{A2C35F9E-7361-3F63-4B0D-A98BA11C6FD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32633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297" name="Match matrix 1-4">
              <a:extLst>
                <a:ext uri="{FF2B5EF4-FFF2-40B4-BE49-F238E27FC236}">
                  <a16:creationId xmlns:a16="http://schemas.microsoft.com/office/drawing/2014/main" id="{FAAA67D0-1522-17CF-8376-8D76753F582D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32633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298" name="Match matrix 1-5">
              <a:extLst>
                <a:ext uri="{FF2B5EF4-FFF2-40B4-BE49-F238E27FC236}">
                  <a16:creationId xmlns:a16="http://schemas.microsoft.com/office/drawing/2014/main" id="{8EFA4585-A006-C810-377D-DBA6C87576CE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32633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299" name="Match matrix 1-6">
              <a:extLst>
                <a:ext uri="{FF2B5EF4-FFF2-40B4-BE49-F238E27FC236}">
                  <a16:creationId xmlns:a16="http://schemas.microsoft.com/office/drawing/2014/main" id="{64D11889-0CF0-CA9A-1917-2BF4C8C70236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32633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0" name="Match matrix 1-7">
              <a:extLst>
                <a:ext uri="{FF2B5EF4-FFF2-40B4-BE49-F238E27FC236}">
                  <a16:creationId xmlns:a16="http://schemas.microsoft.com/office/drawing/2014/main" id="{188B5773-F5C9-7D4C-8152-FA7D9B627789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32633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1" name="Match matrix 2-0">
              <a:extLst>
                <a:ext uri="{FF2B5EF4-FFF2-40B4-BE49-F238E27FC236}">
                  <a16:creationId xmlns:a16="http://schemas.microsoft.com/office/drawing/2014/main" id="{BBF02AFB-8489-0057-17C0-1186E4D7244F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00629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02" name="Match matrix 2-1">
              <a:extLst>
                <a:ext uri="{FF2B5EF4-FFF2-40B4-BE49-F238E27FC236}">
                  <a16:creationId xmlns:a16="http://schemas.microsoft.com/office/drawing/2014/main" id="{4D1F1E41-46E5-997B-A9A2-D4A7E86A821C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00629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03" name="Match matrix 2-2">
              <a:extLst>
                <a:ext uri="{FF2B5EF4-FFF2-40B4-BE49-F238E27FC236}">
                  <a16:creationId xmlns:a16="http://schemas.microsoft.com/office/drawing/2014/main" id="{BDC0B5DB-1FDB-9192-A8A8-9F9E9FC2CF4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00629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04" name="Match matrix 2-3">
              <a:extLst>
                <a:ext uri="{FF2B5EF4-FFF2-40B4-BE49-F238E27FC236}">
                  <a16:creationId xmlns:a16="http://schemas.microsoft.com/office/drawing/2014/main" id="{9C663294-FCA2-F8DE-2AEC-EEF54C48921A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00629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05" name="Match matrix 2-4">
              <a:extLst>
                <a:ext uri="{FF2B5EF4-FFF2-40B4-BE49-F238E27FC236}">
                  <a16:creationId xmlns:a16="http://schemas.microsoft.com/office/drawing/2014/main" id="{28E76182-0A60-4A72-9586-C12459BE0B58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00629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06" name="Match matrix 2-5">
              <a:extLst>
                <a:ext uri="{FF2B5EF4-FFF2-40B4-BE49-F238E27FC236}">
                  <a16:creationId xmlns:a16="http://schemas.microsoft.com/office/drawing/2014/main" id="{29FC68A5-EB54-9596-85EC-EDC1175B056F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00629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07" name="Match matrix 2-6">
              <a:extLst>
                <a:ext uri="{FF2B5EF4-FFF2-40B4-BE49-F238E27FC236}">
                  <a16:creationId xmlns:a16="http://schemas.microsoft.com/office/drawing/2014/main" id="{59C9C8C5-D90A-7A02-93D3-957FE3AE7DC3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00629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08" name="Match matrix 2-7">
              <a:extLst>
                <a:ext uri="{FF2B5EF4-FFF2-40B4-BE49-F238E27FC236}">
                  <a16:creationId xmlns:a16="http://schemas.microsoft.com/office/drawing/2014/main" id="{83DFB888-0521-0863-270C-DBAF169C149A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00629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09" name="Match matrix 3-0">
              <a:extLst>
                <a:ext uri="{FF2B5EF4-FFF2-40B4-BE49-F238E27FC236}">
                  <a16:creationId xmlns:a16="http://schemas.microsoft.com/office/drawing/2014/main" id="{CDAE8F1E-742C-7BA1-EB00-87CA9B9E40A2}"/>
                </a:ext>
              </a:extLst>
            </p:cNvPr>
            <p:cNvSpPr>
              <a:spLocks noGrp="1"/>
            </p:cNvSpPr>
            <p:nvPr/>
          </p:nvSpPr>
          <p:spPr>
            <a:xfrm>
              <a:off x="3524250" y="7474924"/>
              <a:ext cx="88583" cy="70009"/>
            </a:xfrm>
            <a:prstGeom prst="rect">
              <a:avLst/>
            </a:prstGeom>
            <a:solidFill>
              <a:srgbClr val="88BEC3"/>
            </a:solidFill>
            <a:ln w="7290">
              <a:noFill/>
            </a:ln>
          </p:spPr>
        </p:sp>
        <p:sp>
          <p:nvSpPr>
            <p:cNvPr id="1310" name="Match matrix 3-1">
              <a:extLst>
                <a:ext uri="{FF2B5EF4-FFF2-40B4-BE49-F238E27FC236}">
                  <a16:creationId xmlns:a16="http://schemas.microsoft.com/office/drawing/2014/main" id="{74117986-6240-D77F-909C-522F6146D289}"/>
                </a:ext>
              </a:extLst>
            </p:cNvPr>
            <p:cNvSpPr>
              <a:spLocks noGrp="1"/>
            </p:cNvSpPr>
            <p:nvPr/>
          </p:nvSpPr>
          <p:spPr>
            <a:xfrm>
              <a:off x="3617119" y="7474924"/>
              <a:ext cx="88583" cy="70009"/>
            </a:xfrm>
            <a:prstGeom prst="rect">
              <a:avLst/>
            </a:prstGeom>
            <a:solidFill>
              <a:srgbClr val="D6E5ED"/>
            </a:solidFill>
            <a:ln w="7290">
              <a:noFill/>
            </a:ln>
          </p:spPr>
        </p:sp>
        <p:sp>
          <p:nvSpPr>
            <p:cNvPr id="1311" name="Match matrix 3-2">
              <a:extLst>
                <a:ext uri="{FF2B5EF4-FFF2-40B4-BE49-F238E27FC236}">
                  <a16:creationId xmlns:a16="http://schemas.microsoft.com/office/drawing/2014/main" id="{68BD8A38-75EC-BA37-589D-F9C3EBE804E8}"/>
                </a:ext>
              </a:extLst>
            </p:cNvPr>
            <p:cNvSpPr>
              <a:spLocks noGrp="1"/>
            </p:cNvSpPr>
            <p:nvPr/>
          </p:nvSpPr>
          <p:spPr>
            <a:xfrm>
              <a:off x="3709988" y="7474924"/>
              <a:ext cx="88583" cy="70009"/>
            </a:xfrm>
            <a:prstGeom prst="rect">
              <a:avLst/>
            </a:prstGeom>
            <a:solidFill>
              <a:srgbClr val="67AD9F"/>
            </a:solidFill>
            <a:ln w="7290">
              <a:noFill/>
            </a:ln>
          </p:spPr>
        </p:sp>
        <p:sp>
          <p:nvSpPr>
            <p:cNvPr id="1312" name="Match matrix 3-3">
              <a:extLst>
                <a:ext uri="{FF2B5EF4-FFF2-40B4-BE49-F238E27FC236}">
                  <a16:creationId xmlns:a16="http://schemas.microsoft.com/office/drawing/2014/main" id="{BA2E6B5A-7074-DCD3-8646-836425ECA4E6}"/>
                </a:ext>
              </a:extLst>
            </p:cNvPr>
            <p:cNvSpPr>
              <a:spLocks noGrp="1"/>
            </p:cNvSpPr>
            <p:nvPr/>
          </p:nvSpPr>
          <p:spPr>
            <a:xfrm>
              <a:off x="3802856" y="7474924"/>
              <a:ext cx="88583" cy="70009"/>
            </a:xfrm>
            <a:prstGeom prst="rect">
              <a:avLst/>
            </a:prstGeom>
            <a:solidFill>
              <a:srgbClr val="3E8F9A"/>
            </a:solidFill>
            <a:ln w="7290">
              <a:noFill/>
            </a:ln>
          </p:spPr>
        </p:sp>
        <p:sp>
          <p:nvSpPr>
            <p:cNvPr id="1313" name="Match matrix 3-4">
              <a:extLst>
                <a:ext uri="{FF2B5EF4-FFF2-40B4-BE49-F238E27FC236}">
                  <a16:creationId xmlns:a16="http://schemas.microsoft.com/office/drawing/2014/main" id="{E2B9FFDB-87E6-991D-6FE1-3A8ED7934F53}"/>
                </a:ext>
              </a:extLst>
            </p:cNvPr>
            <p:cNvSpPr>
              <a:spLocks noGrp="1"/>
            </p:cNvSpPr>
            <p:nvPr/>
          </p:nvSpPr>
          <p:spPr>
            <a:xfrm>
              <a:off x="3895725" y="7474924"/>
              <a:ext cx="88583" cy="70009"/>
            </a:xfrm>
            <a:prstGeom prst="rect">
              <a:avLst/>
            </a:prstGeom>
            <a:solidFill>
              <a:srgbClr val="C4DDE0"/>
            </a:solidFill>
            <a:ln w="7290">
              <a:noFill/>
            </a:ln>
          </p:spPr>
        </p:sp>
        <p:sp>
          <p:nvSpPr>
            <p:cNvPr id="1314" name="Match matrix 3-5">
              <a:extLst>
                <a:ext uri="{FF2B5EF4-FFF2-40B4-BE49-F238E27FC236}">
                  <a16:creationId xmlns:a16="http://schemas.microsoft.com/office/drawing/2014/main" id="{93BBAAA9-24B8-1E29-A6DC-8B4D096073B5}"/>
                </a:ext>
              </a:extLst>
            </p:cNvPr>
            <p:cNvSpPr>
              <a:spLocks noGrp="1"/>
            </p:cNvSpPr>
            <p:nvPr/>
          </p:nvSpPr>
          <p:spPr>
            <a:xfrm>
              <a:off x="3988594" y="7474924"/>
              <a:ext cx="88583" cy="70009"/>
            </a:xfrm>
            <a:prstGeom prst="rect">
              <a:avLst/>
            </a:prstGeom>
            <a:solidFill>
              <a:srgbClr val="A3CDDA"/>
            </a:solidFill>
            <a:ln w="7290">
              <a:noFill/>
            </a:ln>
          </p:spPr>
        </p:sp>
        <p:sp>
          <p:nvSpPr>
            <p:cNvPr id="1315" name="Match matrix 3-6">
              <a:extLst>
                <a:ext uri="{FF2B5EF4-FFF2-40B4-BE49-F238E27FC236}">
                  <a16:creationId xmlns:a16="http://schemas.microsoft.com/office/drawing/2014/main" id="{68A528E6-65EA-9C73-7412-55AD6CD16CE8}"/>
                </a:ext>
              </a:extLst>
            </p:cNvPr>
            <p:cNvSpPr>
              <a:spLocks noGrp="1"/>
            </p:cNvSpPr>
            <p:nvPr/>
          </p:nvSpPr>
          <p:spPr>
            <a:xfrm>
              <a:off x="4081463" y="7474924"/>
              <a:ext cx="88583" cy="70009"/>
            </a:xfrm>
            <a:prstGeom prst="rect">
              <a:avLst/>
            </a:prstGeom>
            <a:solidFill>
              <a:srgbClr val="B6D8CC"/>
            </a:solidFill>
            <a:ln w="7290">
              <a:noFill/>
            </a:ln>
          </p:spPr>
        </p:sp>
        <p:sp>
          <p:nvSpPr>
            <p:cNvPr id="1316" name="Match matrix 3-7">
              <a:extLst>
                <a:ext uri="{FF2B5EF4-FFF2-40B4-BE49-F238E27FC236}">
                  <a16:creationId xmlns:a16="http://schemas.microsoft.com/office/drawing/2014/main" id="{2EEE91B3-D81D-6257-AECC-400C8A929123}"/>
                </a:ext>
              </a:extLst>
            </p:cNvPr>
            <p:cNvSpPr>
              <a:spLocks noGrp="1"/>
            </p:cNvSpPr>
            <p:nvPr/>
          </p:nvSpPr>
          <p:spPr>
            <a:xfrm>
              <a:off x="4174331" y="7474924"/>
              <a:ext cx="88583" cy="70009"/>
            </a:xfrm>
            <a:prstGeom prst="rect">
              <a:avLst/>
            </a:prstGeom>
            <a:solidFill>
              <a:srgbClr val="5B9FB6"/>
            </a:solidFill>
            <a:ln w="7290">
              <a:noFill/>
            </a:ln>
          </p:spPr>
        </p:sp>
        <p:sp>
          <p:nvSpPr>
            <p:cNvPr id="1318" name="SMILES continuation 806-628.2">
              <a:extLst>
                <a:ext uri="{FF2B5EF4-FFF2-40B4-BE49-F238E27FC236}">
                  <a16:creationId xmlns:a16="http://schemas.microsoft.com/office/drawing/2014/main" id="{F23A2C65-E88A-BB4F-DB2B-F6BDFE0A90A0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19" name="SMILES continuation 812-628.2">
              <a:extLst>
                <a:ext uri="{FF2B5EF4-FFF2-40B4-BE49-F238E27FC236}">
                  <a16:creationId xmlns:a16="http://schemas.microsoft.com/office/drawing/2014/main" id="{3B989565-3BAD-D4AD-9254-F92A9CA55F5F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0" name="SMILES continuation 818-628.2">
              <a:extLst>
                <a:ext uri="{FF2B5EF4-FFF2-40B4-BE49-F238E27FC236}">
                  <a16:creationId xmlns:a16="http://schemas.microsoft.com/office/drawing/2014/main" id="{42B8B6C2-B43E-383F-14DE-C418D4494332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597408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1" name="SMILES continuation 806-667">
              <a:extLst>
                <a:ext uri="{FF2B5EF4-FFF2-40B4-BE49-F238E27FC236}">
                  <a16:creationId xmlns:a16="http://schemas.microsoft.com/office/drawing/2014/main" id="{39894408-4EFC-1123-4D43-5E7226F5F0C0}"/>
                </a:ext>
              </a:extLst>
            </p:cNvPr>
            <p:cNvSpPr>
              <a:spLocks noGrp="1"/>
            </p:cNvSpPr>
            <p:nvPr/>
          </p:nvSpPr>
          <p:spPr>
            <a:xfrm>
              <a:off x="76676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2" name="SMILES continuation 812-667">
              <a:extLst>
                <a:ext uri="{FF2B5EF4-FFF2-40B4-BE49-F238E27FC236}">
                  <a16:creationId xmlns:a16="http://schemas.microsoft.com/office/drawing/2014/main" id="{B15788D5-8154-0220-0ADD-B84E221B0B6F}"/>
                </a:ext>
              </a:extLst>
            </p:cNvPr>
            <p:cNvSpPr>
              <a:spLocks noGrp="1"/>
            </p:cNvSpPr>
            <p:nvPr/>
          </p:nvSpPr>
          <p:spPr>
            <a:xfrm>
              <a:off x="772477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3" name="SMILES continuation 818-667">
              <a:extLst>
                <a:ext uri="{FF2B5EF4-FFF2-40B4-BE49-F238E27FC236}">
                  <a16:creationId xmlns:a16="http://schemas.microsoft.com/office/drawing/2014/main" id="{06FB727B-1C36-BDAC-BF90-119F79F57919}"/>
                </a:ext>
              </a:extLst>
            </p:cNvPr>
            <p:cNvSpPr>
              <a:spLocks noGrp="1"/>
            </p:cNvSpPr>
            <p:nvPr/>
          </p:nvSpPr>
          <p:spPr>
            <a:xfrm>
              <a:off x="7781925" y="6343650"/>
              <a:ext cx="19050" cy="19050"/>
            </a:xfrm>
            <a:prstGeom prst="ellipse">
              <a:avLst/>
            </a:prstGeom>
            <a:solidFill>
              <a:srgbClr val="71808C"/>
            </a:solidFill>
            <a:ln w="0">
              <a:noFill/>
            </a:ln>
          </p:spPr>
        </p:sp>
        <p:sp>
          <p:nvSpPr>
            <p:cNvPr id="1324" name="Find density input">
              <a:extLst>
                <a:ext uri="{FF2B5EF4-FFF2-40B4-BE49-F238E27FC236}">
                  <a16:creationId xmlns:a16="http://schemas.microsoft.com/office/drawing/2014/main" id="{3BB3F16C-BBC6-CEA5-1D5F-BADEC13D0E07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1518479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25" name="Find density input head">
              <a:extLst>
                <a:ext uri="{FF2B5EF4-FFF2-40B4-BE49-F238E27FC236}">
                  <a16:creationId xmlns:a16="http://schemas.microsoft.com/office/drawing/2014/main" id="{DD01582E-D72F-DC2A-ED51-209065AB4BE2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1489808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28" name="Find receptor input">
              <a:extLst>
                <a:ext uri="{FF2B5EF4-FFF2-40B4-BE49-F238E27FC236}">
                  <a16:creationId xmlns:a16="http://schemas.microsoft.com/office/drawing/2014/main" id="{8835B13D-A150-D32A-EA5F-DF6B94803636}"/>
                </a:ext>
              </a:extLst>
            </p:cNvPr>
            <p:cNvSpPr>
              <a:spLocks noGrp="1"/>
            </p:cNvSpPr>
            <p:nvPr/>
          </p:nvSpPr>
          <p:spPr>
            <a:xfrm>
              <a:off x="2692432" y="3260557"/>
              <a:ext cx="125541" cy="190"/>
            </a:xfrm>
            <a:custGeom>
              <a:avLst/>
              <a:gdLst/>
              <a:ahLst/>
              <a:cxnLst/>
              <a:rect l="0" t="0" r="0" b="0"/>
              <a:pathLst>
                <a:path w="125540" h="191">
                  <a:moveTo>
                    <a:pt x="0" y="0"/>
                  </a:moveTo>
                  <a:lnTo>
                    <a:pt x="125540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29" name="Find receptor input head">
              <a:extLst>
                <a:ext uri="{FF2B5EF4-FFF2-40B4-BE49-F238E27FC236}">
                  <a16:creationId xmlns:a16="http://schemas.microsoft.com/office/drawing/2014/main" id="{A5463DF5-F357-C133-4537-3687854104BD}"/>
                </a:ext>
              </a:extLst>
            </p:cNvPr>
            <p:cNvSpPr>
              <a:spLocks noGrp="1"/>
            </p:cNvSpPr>
            <p:nvPr/>
          </p:nvSpPr>
          <p:spPr>
            <a:xfrm>
              <a:off x="2764675" y="3231886"/>
              <a:ext cx="66676" cy="57339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2" name="Find voxel output">
              <a:extLst>
                <a:ext uri="{FF2B5EF4-FFF2-40B4-BE49-F238E27FC236}">
                  <a16:creationId xmlns:a16="http://schemas.microsoft.com/office/drawing/2014/main" id="{A7A050F5-4BBD-83D0-3E56-868138C02A2E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1544003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33" name="Find voxel output head">
              <a:extLst>
                <a:ext uri="{FF2B5EF4-FFF2-40B4-BE49-F238E27FC236}">
                  <a16:creationId xmlns:a16="http://schemas.microsoft.com/office/drawing/2014/main" id="{375132D2-B1BA-3819-E6E4-408E45D3577A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151533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4" name="Find point output">
              <a:extLst>
                <a:ext uri="{FF2B5EF4-FFF2-40B4-BE49-F238E27FC236}">
                  <a16:creationId xmlns:a16="http://schemas.microsoft.com/office/drawing/2014/main" id="{E2AB92F8-FB1A-DF4D-C056-6A909BEA2DE1}"/>
                </a:ext>
              </a:extLst>
            </p:cNvPr>
            <p:cNvSpPr>
              <a:spLocks noGrp="1"/>
            </p:cNvSpPr>
            <p:nvPr/>
          </p:nvSpPr>
          <p:spPr>
            <a:xfrm>
              <a:off x="9235250" y="3107055"/>
              <a:ext cx="252508" cy="191"/>
            </a:xfrm>
            <a:custGeom>
              <a:avLst/>
              <a:gdLst/>
              <a:ahLst/>
              <a:cxnLst/>
              <a:rect l="0" t="0" r="0" b="0"/>
              <a:pathLst>
                <a:path w="252508" h="191">
                  <a:moveTo>
                    <a:pt x="0" y="0"/>
                  </a:moveTo>
                  <a:lnTo>
                    <a:pt x="252508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35" name="Find point output head">
              <a:extLst>
                <a:ext uri="{FF2B5EF4-FFF2-40B4-BE49-F238E27FC236}">
                  <a16:creationId xmlns:a16="http://schemas.microsoft.com/office/drawing/2014/main" id="{28B06725-C3FB-3373-8A56-A66D9CE3ECA7}"/>
                </a:ext>
              </a:extLst>
            </p:cNvPr>
            <p:cNvSpPr>
              <a:spLocks noGrp="1"/>
            </p:cNvSpPr>
            <p:nvPr/>
          </p:nvSpPr>
          <p:spPr>
            <a:xfrm>
              <a:off x="9444419" y="307838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36" name="U-Net flow refined 1">
              <a:extLst>
                <a:ext uri="{FF2B5EF4-FFF2-40B4-BE49-F238E27FC236}">
                  <a16:creationId xmlns:a16="http://schemas.microsoft.com/office/drawing/2014/main" id="{5BDE2ECB-1CBA-ACB1-3426-F3E9F144A8A7}"/>
                </a:ext>
              </a:extLst>
            </p:cNvPr>
            <p:cNvSpPr>
              <a:spLocks noGrp="1"/>
            </p:cNvSpPr>
            <p:nvPr/>
          </p:nvSpPr>
          <p:spPr>
            <a:xfrm>
              <a:off x="488442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7" name="U-Net flow refined 1 head">
              <a:extLst>
                <a:ext uri="{FF2B5EF4-FFF2-40B4-BE49-F238E27FC236}">
                  <a16:creationId xmlns:a16="http://schemas.microsoft.com/office/drawing/2014/main" id="{94C963B0-6292-D96E-8000-E5176CACF1B1}"/>
                </a:ext>
              </a:extLst>
            </p:cNvPr>
            <p:cNvSpPr>
              <a:spLocks noGrp="1"/>
            </p:cNvSpPr>
            <p:nvPr/>
          </p:nvSpPr>
          <p:spPr>
            <a:xfrm>
              <a:off x="4929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38" name="U-Net flow refined 2">
              <a:extLst>
                <a:ext uri="{FF2B5EF4-FFF2-40B4-BE49-F238E27FC236}">
                  <a16:creationId xmlns:a16="http://schemas.microsoft.com/office/drawing/2014/main" id="{6EDFECDB-834F-45E8-C447-187E68499D36}"/>
                </a:ext>
              </a:extLst>
            </p:cNvPr>
            <p:cNvSpPr>
              <a:spLocks noGrp="1"/>
            </p:cNvSpPr>
            <p:nvPr/>
          </p:nvSpPr>
          <p:spPr>
            <a:xfrm>
              <a:off x="5341620" y="1943100"/>
              <a:ext cx="61865" cy="191"/>
            </a:xfrm>
            <a:custGeom>
              <a:avLst/>
              <a:gdLst/>
              <a:ahLst/>
              <a:cxnLst/>
              <a:rect l="0" t="0" r="0" b="0"/>
              <a:pathLst>
                <a:path w="61865" h="191">
                  <a:moveTo>
                    <a:pt x="0" y="0"/>
                  </a:moveTo>
                  <a:lnTo>
                    <a:pt x="61865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39" name="U-Net flow refined 2 head">
              <a:extLst>
                <a:ext uri="{FF2B5EF4-FFF2-40B4-BE49-F238E27FC236}">
                  <a16:creationId xmlns:a16="http://schemas.microsoft.com/office/drawing/2014/main" id="{147D1FA6-05BE-3A5D-C1FE-78DB516DA9EB}"/>
                </a:ext>
              </a:extLst>
            </p:cNvPr>
            <p:cNvSpPr>
              <a:spLocks noGrp="1"/>
            </p:cNvSpPr>
            <p:nvPr/>
          </p:nvSpPr>
          <p:spPr>
            <a:xfrm>
              <a:off x="5376863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0" name="U-Net flow refined 3">
              <a:extLst>
                <a:ext uri="{FF2B5EF4-FFF2-40B4-BE49-F238E27FC236}">
                  <a16:creationId xmlns:a16="http://schemas.microsoft.com/office/drawing/2014/main" id="{7AF7CF23-54DF-A29D-2F07-D36A3F45EDD2}"/>
                </a:ext>
              </a:extLst>
            </p:cNvPr>
            <p:cNvSpPr>
              <a:spLocks noGrp="1"/>
            </p:cNvSpPr>
            <p:nvPr/>
          </p:nvSpPr>
          <p:spPr>
            <a:xfrm>
              <a:off x="5913120" y="1943100"/>
              <a:ext cx="185690" cy="191"/>
            </a:xfrm>
            <a:custGeom>
              <a:avLst/>
              <a:gdLst/>
              <a:ahLst/>
              <a:cxnLst/>
              <a:rect l="0" t="0" r="0" b="0"/>
              <a:pathLst>
                <a:path w="185690" h="191">
                  <a:moveTo>
                    <a:pt x="0" y="0"/>
                  </a:moveTo>
                  <a:lnTo>
                    <a:pt x="1856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1" name="U-Net flow refined 3 head">
              <a:extLst>
                <a:ext uri="{FF2B5EF4-FFF2-40B4-BE49-F238E27FC236}">
                  <a16:creationId xmlns:a16="http://schemas.microsoft.com/office/drawing/2014/main" id="{99F4C0B1-883D-15E1-DE1D-B9D0B602A47D}"/>
                </a:ext>
              </a:extLst>
            </p:cNvPr>
            <p:cNvSpPr>
              <a:spLocks noGrp="1"/>
            </p:cNvSpPr>
            <p:nvPr/>
          </p:nvSpPr>
          <p:spPr>
            <a:xfrm>
              <a:off x="60721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2" name="U-Net flow refined 4">
              <a:extLst>
                <a:ext uri="{FF2B5EF4-FFF2-40B4-BE49-F238E27FC236}">
                  <a16:creationId xmlns:a16="http://schemas.microsoft.com/office/drawing/2014/main" id="{1AB9AC41-CF99-6B25-72AE-CA5759E07BBC}"/>
                </a:ext>
              </a:extLst>
            </p:cNvPr>
            <p:cNvSpPr>
              <a:spLocks noGrp="1"/>
            </p:cNvSpPr>
            <p:nvPr/>
          </p:nvSpPr>
          <p:spPr>
            <a:xfrm>
              <a:off x="7189470" y="1943100"/>
              <a:ext cx="204740" cy="191"/>
            </a:xfrm>
            <a:custGeom>
              <a:avLst/>
              <a:gdLst/>
              <a:ahLst/>
              <a:cxnLst/>
              <a:rect l="0" t="0" r="0" b="0"/>
              <a:pathLst>
                <a:path w="204740" h="191">
                  <a:moveTo>
                    <a:pt x="0" y="0"/>
                  </a:moveTo>
                  <a:lnTo>
                    <a:pt x="2047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3" name="U-Net flow refined 4 head">
              <a:extLst>
                <a:ext uri="{FF2B5EF4-FFF2-40B4-BE49-F238E27FC236}">
                  <a16:creationId xmlns:a16="http://schemas.microsoft.com/office/drawing/2014/main" id="{8B74AF9E-166C-456E-8C30-81819473FD65}"/>
                </a:ext>
              </a:extLst>
            </p:cNvPr>
            <p:cNvSpPr>
              <a:spLocks noGrp="1"/>
            </p:cNvSpPr>
            <p:nvPr/>
          </p:nvSpPr>
          <p:spPr>
            <a:xfrm>
              <a:off x="736758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4" name="U-Net flow refined 5">
              <a:extLst>
                <a:ext uri="{FF2B5EF4-FFF2-40B4-BE49-F238E27FC236}">
                  <a16:creationId xmlns:a16="http://schemas.microsoft.com/office/drawing/2014/main" id="{1DF9FEC8-127A-C6BF-A242-5459B8B47514}"/>
                </a:ext>
              </a:extLst>
            </p:cNvPr>
            <p:cNvSpPr>
              <a:spLocks noGrp="1"/>
            </p:cNvSpPr>
            <p:nvPr/>
          </p:nvSpPr>
          <p:spPr>
            <a:xfrm>
              <a:off x="7913370" y="1943100"/>
              <a:ext cx="71390" cy="191"/>
            </a:xfrm>
            <a:custGeom>
              <a:avLst/>
              <a:gdLst/>
              <a:ahLst/>
              <a:cxnLst/>
              <a:rect l="0" t="0" r="0" b="0"/>
              <a:pathLst>
                <a:path w="71390" h="191">
                  <a:moveTo>
                    <a:pt x="0" y="0"/>
                  </a:moveTo>
                  <a:lnTo>
                    <a:pt x="7139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5" name="U-Net flow refined 5 head">
              <a:extLst>
                <a:ext uri="{FF2B5EF4-FFF2-40B4-BE49-F238E27FC236}">
                  <a16:creationId xmlns:a16="http://schemas.microsoft.com/office/drawing/2014/main" id="{235A2EBC-75E8-8D72-4A9D-B691D888DD1B}"/>
                </a:ext>
              </a:extLst>
            </p:cNvPr>
            <p:cNvSpPr>
              <a:spLocks noGrp="1"/>
            </p:cNvSpPr>
            <p:nvPr/>
          </p:nvSpPr>
          <p:spPr>
            <a:xfrm>
              <a:off x="79581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6" name="U-Net flow refined 6">
              <a:extLst>
                <a:ext uri="{FF2B5EF4-FFF2-40B4-BE49-F238E27FC236}">
                  <a16:creationId xmlns:a16="http://schemas.microsoft.com/office/drawing/2014/main" id="{E16F5364-FA67-8E77-55DD-31048ACFB369}"/>
                </a:ext>
              </a:extLst>
            </p:cNvPr>
            <p:cNvSpPr>
              <a:spLocks noGrp="1"/>
            </p:cNvSpPr>
            <p:nvPr/>
          </p:nvSpPr>
          <p:spPr>
            <a:xfrm>
              <a:off x="8351520" y="1943100"/>
              <a:ext cx="90440" cy="191"/>
            </a:xfrm>
            <a:custGeom>
              <a:avLst/>
              <a:gdLst/>
              <a:ahLst/>
              <a:cxnLst/>
              <a:rect l="0" t="0" r="0" b="0"/>
              <a:pathLst>
                <a:path w="90440" h="191">
                  <a:moveTo>
                    <a:pt x="0" y="0"/>
                  </a:moveTo>
                  <a:lnTo>
                    <a:pt x="90440" y="0"/>
                  </a:lnTo>
                </a:path>
              </a:pathLst>
            </a:custGeom>
            <a:noFill/>
            <a:ln w="6480">
              <a:solidFill>
                <a:srgbClr val="4083B4"/>
              </a:solidFill>
              <a:prstDash val="solid"/>
            </a:ln>
          </p:spPr>
        </p:sp>
        <p:sp>
          <p:nvSpPr>
            <p:cNvPr id="1347" name="U-Net flow refined 6 head">
              <a:extLst>
                <a:ext uri="{FF2B5EF4-FFF2-40B4-BE49-F238E27FC236}">
                  <a16:creationId xmlns:a16="http://schemas.microsoft.com/office/drawing/2014/main" id="{CAB8405E-639F-441D-4076-97C5C8079141}"/>
                </a:ext>
              </a:extLst>
            </p:cNvPr>
            <p:cNvSpPr>
              <a:spLocks noGrp="1"/>
            </p:cNvSpPr>
            <p:nvPr/>
          </p:nvSpPr>
          <p:spPr>
            <a:xfrm>
              <a:off x="8415338" y="1925488"/>
              <a:ext cx="40957" cy="35223"/>
            </a:xfrm>
            <a:custGeom>
              <a:avLst/>
              <a:gdLst/>
              <a:ahLst/>
              <a:cxnLst/>
              <a:rect l="0" t="0" r="0" b="0"/>
              <a:pathLst>
                <a:path w="40957" h="35223">
                  <a:moveTo>
                    <a:pt x="40957" y="17612"/>
                  </a:moveTo>
                  <a:lnTo>
                    <a:pt x="0" y="0"/>
                  </a:lnTo>
                  <a:lnTo>
                    <a:pt x="0" y="35223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48" name="Skip outer refined">
              <a:extLst>
                <a:ext uri="{FF2B5EF4-FFF2-40B4-BE49-F238E27FC236}">
                  <a16:creationId xmlns:a16="http://schemas.microsoft.com/office/drawing/2014/main" id="{FCEC7BC5-9C91-5A2D-286F-54CED1B58658}"/>
                </a:ext>
              </a:extLst>
            </p:cNvPr>
            <p:cNvSpPr>
              <a:spLocks noGrp="1"/>
            </p:cNvSpPr>
            <p:nvPr/>
          </p:nvSpPr>
          <p:spPr>
            <a:xfrm>
              <a:off x="4474845" y="1209675"/>
              <a:ext cx="4333875" cy="219075"/>
            </a:xfrm>
            <a:custGeom>
              <a:avLst/>
              <a:gdLst/>
              <a:ahLst/>
              <a:cxnLst/>
              <a:rect l="0" t="0" r="0" b="0"/>
              <a:pathLst>
                <a:path w="4333875" h="219075">
                  <a:moveTo>
                    <a:pt x="0" y="219075"/>
                  </a:moveTo>
                  <a:lnTo>
                    <a:pt x="0" y="0"/>
                  </a:lnTo>
                  <a:lnTo>
                    <a:pt x="4333875" y="0"/>
                  </a:lnTo>
                  <a:lnTo>
                    <a:pt x="4333875" y="204073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49" name="Skip outer refined head">
              <a:extLst>
                <a:ext uri="{FF2B5EF4-FFF2-40B4-BE49-F238E27FC236}">
                  <a16:creationId xmlns:a16="http://schemas.microsoft.com/office/drawing/2014/main" id="{D6AAD354-1253-F73A-1F09-0D42951F0AD2}"/>
                </a:ext>
              </a:extLst>
            </p:cNvPr>
            <p:cNvSpPr>
              <a:spLocks noGrp="1"/>
            </p:cNvSpPr>
            <p:nvPr/>
          </p:nvSpPr>
          <p:spPr>
            <a:xfrm>
              <a:off x="8790289" y="138588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0" name="Skip middle refined">
              <a:extLst>
                <a:ext uri="{FF2B5EF4-FFF2-40B4-BE49-F238E27FC236}">
                  <a16:creationId xmlns:a16="http://schemas.microsoft.com/office/drawing/2014/main" id="{E944DD48-0E77-62B4-4E66-FC482D648DB0}"/>
                </a:ext>
              </a:extLst>
            </p:cNvPr>
            <p:cNvSpPr>
              <a:spLocks noGrp="1"/>
            </p:cNvSpPr>
            <p:nvPr/>
          </p:nvSpPr>
          <p:spPr>
            <a:xfrm>
              <a:off x="5113020" y="1295400"/>
              <a:ext cx="3067050" cy="266700"/>
            </a:xfrm>
            <a:custGeom>
              <a:avLst/>
              <a:gdLst/>
              <a:ahLst/>
              <a:cxnLst/>
              <a:rect l="0" t="0" r="0" b="0"/>
              <a:pathLst>
                <a:path w="3067050" h="266700">
                  <a:moveTo>
                    <a:pt x="0" y="266700"/>
                  </a:moveTo>
                  <a:lnTo>
                    <a:pt x="0" y="0"/>
                  </a:lnTo>
                  <a:lnTo>
                    <a:pt x="3067050" y="0"/>
                  </a:lnTo>
                  <a:lnTo>
                    <a:pt x="3067050" y="25169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1" name="Skip middle refined head">
              <a:extLst>
                <a:ext uri="{FF2B5EF4-FFF2-40B4-BE49-F238E27FC236}">
                  <a16:creationId xmlns:a16="http://schemas.microsoft.com/office/drawing/2014/main" id="{5D984C66-44F4-6C0C-29FA-C26BCC014DA5}"/>
                </a:ext>
              </a:extLst>
            </p:cNvPr>
            <p:cNvSpPr>
              <a:spLocks noGrp="1"/>
            </p:cNvSpPr>
            <p:nvPr/>
          </p:nvSpPr>
          <p:spPr>
            <a:xfrm>
              <a:off x="8161639" y="1519238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2" name="Skip inner refined">
              <a:extLst>
                <a:ext uri="{FF2B5EF4-FFF2-40B4-BE49-F238E27FC236}">
                  <a16:creationId xmlns:a16="http://schemas.microsoft.com/office/drawing/2014/main" id="{796339B7-CA5C-9A6F-F626-7D7B76227D0E}"/>
                </a:ext>
              </a:extLst>
            </p:cNvPr>
            <p:cNvSpPr>
              <a:spLocks noGrp="1"/>
            </p:cNvSpPr>
            <p:nvPr/>
          </p:nvSpPr>
          <p:spPr>
            <a:xfrm>
              <a:off x="5636895" y="1381125"/>
              <a:ext cx="2000250" cy="323850"/>
            </a:xfrm>
            <a:custGeom>
              <a:avLst/>
              <a:gdLst/>
              <a:ahLst/>
              <a:cxnLst/>
              <a:rect l="0" t="0" r="0" b="0"/>
              <a:pathLst>
                <a:path w="2000250" h="323850">
                  <a:moveTo>
                    <a:pt x="0" y="323850"/>
                  </a:moveTo>
                  <a:lnTo>
                    <a:pt x="0" y="0"/>
                  </a:lnTo>
                  <a:lnTo>
                    <a:pt x="2000250" y="0"/>
                  </a:lnTo>
                  <a:lnTo>
                    <a:pt x="2000250" y="308848"/>
                  </a:lnTo>
                </a:path>
              </a:pathLst>
            </a:custGeom>
            <a:noFill/>
            <a:ln w="5468">
              <a:solidFill>
                <a:srgbClr val="85AFCB"/>
              </a:solidFill>
              <a:prstDash val="dash"/>
            </a:ln>
          </p:spPr>
        </p:sp>
        <p:sp>
          <p:nvSpPr>
            <p:cNvPr id="1353" name="Skip inner refined head">
              <a:extLst>
                <a:ext uri="{FF2B5EF4-FFF2-40B4-BE49-F238E27FC236}">
                  <a16:creationId xmlns:a16="http://schemas.microsoft.com/office/drawing/2014/main" id="{5389494F-4196-1B0C-C069-F40391B0419B}"/>
                </a:ext>
              </a:extLst>
            </p:cNvPr>
            <p:cNvSpPr>
              <a:spLocks noGrp="1"/>
            </p:cNvSpPr>
            <p:nvPr/>
          </p:nvSpPr>
          <p:spPr>
            <a:xfrm>
              <a:off x="7618714" y="1662113"/>
              <a:ext cx="36862" cy="42863"/>
            </a:xfrm>
            <a:custGeom>
              <a:avLst/>
              <a:gdLst/>
              <a:ahLst/>
              <a:cxnLst/>
              <a:rect l="0" t="0" r="0" b="0"/>
              <a:pathLst>
                <a:path w="36862" h="42863">
                  <a:moveTo>
                    <a:pt x="18431" y="42863"/>
                  </a:moveTo>
                  <a:lnTo>
                    <a:pt x="368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AFCB"/>
            </a:solidFill>
            <a:ln w="0">
              <a:noFill/>
              <a:prstDash val="solid"/>
            </a:ln>
          </p:spPr>
        </p:sp>
        <p:sp>
          <p:nvSpPr>
            <p:cNvPr id="1354" name="PTV3 forward refined 1">
              <a:extLst>
                <a:ext uri="{FF2B5EF4-FFF2-40B4-BE49-F238E27FC236}">
                  <a16:creationId xmlns:a16="http://schemas.microsoft.com/office/drawing/2014/main" id="{B0492619-D665-D0F6-7061-EDCBCE3DDA3A}"/>
                </a:ext>
              </a:extLst>
            </p:cNvPr>
            <p:cNvSpPr>
              <a:spLocks noGrp="1"/>
            </p:cNvSpPr>
            <p:nvPr/>
          </p:nvSpPr>
          <p:spPr>
            <a:xfrm>
              <a:off x="5002911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5" name="PTV3 forward refined 1 head">
              <a:extLst>
                <a:ext uri="{FF2B5EF4-FFF2-40B4-BE49-F238E27FC236}">
                  <a16:creationId xmlns:a16="http://schemas.microsoft.com/office/drawing/2014/main" id="{B7BCE76F-C831-1ABC-ADA2-90D7588CB987}"/>
                </a:ext>
              </a:extLst>
            </p:cNvPr>
            <p:cNvSpPr>
              <a:spLocks noGrp="1"/>
            </p:cNvSpPr>
            <p:nvPr/>
          </p:nvSpPr>
          <p:spPr>
            <a:xfrm>
              <a:off x="5215319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6" name="PTV3 forward refined 2">
              <a:extLst>
                <a:ext uri="{FF2B5EF4-FFF2-40B4-BE49-F238E27FC236}">
                  <a16:creationId xmlns:a16="http://schemas.microsoft.com/office/drawing/2014/main" id="{24AE15E3-3B2D-CC4A-618E-E9BB13DA2E16}"/>
                </a:ext>
              </a:extLst>
            </p:cNvPr>
            <p:cNvSpPr>
              <a:spLocks noGrp="1"/>
            </p:cNvSpPr>
            <p:nvPr/>
          </p:nvSpPr>
          <p:spPr>
            <a:xfrm>
              <a:off x="6007513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7" name="PTV3 forward refined 2 head">
              <a:extLst>
                <a:ext uri="{FF2B5EF4-FFF2-40B4-BE49-F238E27FC236}">
                  <a16:creationId xmlns:a16="http://schemas.microsoft.com/office/drawing/2014/main" id="{8007E90B-E49B-BC36-45F6-E1B46BA41A6C}"/>
                </a:ext>
              </a:extLst>
            </p:cNvPr>
            <p:cNvSpPr>
              <a:spLocks noGrp="1"/>
            </p:cNvSpPr>
            <p:nvPr/>
          </p:nvSpPr>
          <p:spPr>
            <a:xfrm>
              <a:off x="6275737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58" name="PTV3 forward refined 3">
              <a:extLst>
                <a:ext uri="{FF2B5EF4-FFF2-40B4-BE49-F238E27FC236}">
                  <a16:creationId xmlns:a16="http://schemas.microsoft.com/office/drawing/2014/main" id="{2D087525-2ABD-3A01-10DA-7F65FB2DD09A}"/>
                </a:ext>
              </a:extLst>
            </p:cNvPr>
            <p:cNvSpPr>
              <a:spLocks noGrp="1"/>
            </p:cNvSpPr>
            <p:nvPr/>
          </p:nvSpPr>
          <p:spPr>
            <a:xfrm>
              <a:off x="6993541" y="3106769"/>
              <a:ext cx="311563" cy="191"/>
            </a:xfrm>
            <a:custGeom>
              <a:avLst/>
              <a:gdLst/>
              <a:ahLst/>
              <a:cxnLst/>
              <a:rect l="0" t="0" r="0" b="0"/>
              <a:pathLst>
                <a:path w="311563" h="191">
                  <a:moveTo>
                    <a:pt x="0" y="0"/>
                  </a:moveTo>
                  <a:lnTo>
                    <a:pt x="311563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59" name="PTV3 forward refined 3 head">
              <a:extLst>
                <a:ext uri="{FF2B5EF4-FFF2-40B4-BE49-F238E27FC236}">
                  <a16:creationId xmlns:a16="http://schemas.microsoft.com/office/drawing/2014/main" id="{417DAC3E-DE7D-4EBD-83BF-06F7FB2A8085}"/>
                </a:ext>
              </a:extLst>
            </p:cNvPr>
            <p:cNvSpPr>
              <a:spLocks noGrp="1"/>
            </p:cNvSpPr>
            <p:nvPr/>
          </p:nvSpPr>
          <p:spPr>
            <a:xfrm>
              <a:off x="7261765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0" name="PTV3 forward refined 4">
              <a:extLst>
                <a:ext uri="{FF2B5EF4-FFF2-40B4-BE49-F238E27FC236}">
                  <a16:creationId xmlns:a16="http://schemas.microsoft.com/office/drawing/2014/main" id="{3F66A9B7-F35C-EB4C-B102-3F29A4296978}"/>
                </a:ext>
              </a:extLst>
            </p:cNvPr>
            <p:cNvSpPr>
              <a:spLocks noGrp="1"/>
            </p:cNvSpPr>
            <p:nvPr/>
          </p:nvSpPr>
          <p:spPr>
            <a:xfrm>
              <a:off x="8053864" y="3106769"/>
              <a:ext cx="255746" cy="191"/>
            </a:xfrm>
            <a:custGeom>
              <a:avLst/>
              <a:gdLst/>
              <a:ahLst/>
              <a:cxnLst/>
              <a:rect l="0" t="0" r="0" b="0"/>
              <a:pathLst>
                <a:path w="255746" h="191">
                  <a:moveTo>
                    <a:pt x="0" y="0"/>
                  </a:moveTo>
                  <a:lnTo>
                    <a:pt x="255746" y="0"/>
                  </a:lnTo>
                </a:path>
              </a:pathLst>
            </a:custGeom>
            <a:noFill/>
            <a:ln w="8505">
              <a:solidFill>
                <a:srgbClr val="9481B1"/>
              </a:solidFill>
              <a:prstDash val="solid"/>
            </a:ln>
          </p:spPr>
        </p:sp>
        <p:sp>
          <p:nvSpPr>
            <p:cNvPr id="1361" name="PTV3 forward refined 4 head">
              <a:extLst>
                <a:ext uri="{FF2B5EF4-FFF2-40B4-BE49-F238E27FC236}">
                  <a16:creationId xmlns:a16="http://schemas.microsoft.com/office/drawing/2014/main" id="{4634E7DB-F8E3-B989-4F8D-785672F195B4}"/>
                </a:ext>
              </a:extLst>
            </p:cNvPr>
            <p:cNvSpPr>
              <a:spLocks noGrp="1"/>
            </p:cNvSpPr>
            <p:nvPr/>
          </p:nvSpPr>
          <p:spPr>
            <a:xfrm>
              <a:off x="8266271" y="3078099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9481B1"/>
            </a:solidFill>
            <a:ln w="0">
              <a:noFill/>
              <a:prstDash val="solid"/>
            </a:ln>
          </p:spPr>
        </p:sp>
        <p:sp>
          <p:nvSpPr>
            <p:cNvPr id="1362" name="Fusion refined 487.16">
              <a:extLst>
                <a:ext uri="{FF2B5EF4-FFF2-40B4-BE49-F238E27FC236}">
                  <a16:creationId xmlns:a16="http://schemas.microsoft.com/office/drawing/2014/main" id="{0FF19FA3-F74F-0EF3-2637-6AA25406EF88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3" name="Fusion refined 487.16 head">
              <a:extLst>
                <a:ext uri="{FF2B5EF4-FFF2-40B4-BE49-F238E27FC236}">
                  <a16:creationId xmlns:a16="http://schemas.microsoft.com/office/drawing/2014/main" id="{3D13397A-1EED-4CCF-C88D-62A5EFCF622C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4" name="Fusion refined 700.05">
              <a:extLst>
                <a:ext uri="{FF2B5EF4-FFF2-40B4-BE49-F238E27FC236}">
                  <a16:creationId xmlns:a16="http://schemas.microsoft.com/office/drawing/2014/main" id="{F3328C85-8D10-5BAE-F06A-A042F88B4457}"/>
                </a:ext>
              </a:extLst>
            </p:cNvPr>
            <p:cNvSpPr>
              <a:spLocks noGrp="1"/>
            </p:cNvSpPr>
            <p:nvPr/>
          </p:nvSpPr>
          <p:spPr>
            <a:xfrm>
              <a:off x="6667976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5" name="Fusion refined 700.05 head">
              <a:extLst>
                <a:ext uri="{FF2B5EF4-FFF2-40B4-BE49-F238E27FC236}">
                  <a16:creationId xmlns:a16="http://schemas.microsoft.com/office/drawing/2014/main" id="{615DF42F-7A96-D005-2B04-2E5B83AF189A}"/>
                </a:ext>
              </a:extLst>
            </p:cNvPr>
            <p:cNvSpPr>
              <a:spLocks noGrp="1"/>
            </p:cNvSpPr>
            <p:nvPr/>
          </p:nvSpPr>
          <p:spPr>
            <a:xfrm>
              <a:off x="6639306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6" name="Fusion refined 912.94">
              <a:extLst>
                <a:ext uri="{FF2B5EF4-FFF2-40B4-BE49-F238E27FC236}">
                  <a16:creationId xmlns:a16="http://schemas.microsoft.com/office/drawing/2014/main" id="{8F954EB4-FAB9-9DC0-DCA1-6E84B625ECD7}"/>
                </a:ext>
              </a:extLst>
            </p:cNvPr>
            <p:cNvSpPr>
              <a:spLocks noGrp="1"/>
            </p:cNvSpPr>
            <p:nvPr/>
          </p:nvSpPr>
          <p:spPr>
            <a:xfrm>
              <a:off x="8695754" y="2418493"/>
              <a:ext cx="191" cy="404527"/>
            </a:xfrm>
            <a:custGeom>
              <a:avLst/>
              <a:gdLst/>
              <a:ahLst/>
              <a:cxnLst/>
              <a:rect l="0" t="0" r="0" b="0"/>
              <a:pathLst>
                <a:path w="191" h="404527">
                  <a:moveTo>
                    <a:pt x="0" y="0"/>
                  </a:moveTo>
                  <a:lnTo>
                    <a:pt x="0" y="404527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7" name="Fusion refined 912.94 head">
              <a:extLst>
                <a:ext uri="{FF2B5EF4-FFF2-40B4-BE49-F238E27FC236}">
                  <a16:creationId xmlns:a16="http://schemas.microsoft.com/office/drawing/2014/main" id="{DDC6F6E8-2600-F9F0-8C4C-DF220F079064}"/>
                </a:ext>
              </a:extLst>
            </p:cNvPr>
            <p:cNvSpPr>
              <a:spLocks noGrp="1"/>
            </p:cNvSpPr>
            <p:nvPr/>
          </p:nvSpPr>
          <p:spPr>
            <a:xfrm>
              <a:off x="8667083" y="277968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68" name="Recycle right refined">
              <a:extLst>
                <a:ext uri="{FF2B5EF4-FFF2-40B4-BE49-F238E27FC236}">
                  <a16:creationId xmlns:a16="http://schemas.microsoft.com/office/drawing/2014/main" id="{D9AFE2A4-7629-8D55-72A2-74513ED16554}"/>
                </a:ext>
              </a:extLst>
            </p:cNvPr>
            <p:cNvSpPr>
              <a:spLocks noGrp="1"/>
            </p:cNvSpPr>
            <p:nvPr/>
          </p:nvSpPr>
          <p:spPr>
            <a:xfrm>
              <a:off x="7151656" y="3385852"/>
              <a:ext cx="1544098" cy="241840"/>
            </a:xfrm>
            <a:custGeom>
              <a:avLst/>
              <a:gdLst/>
              <a:ahLst/>
              <a:cxnLst/>
              <a:rect l="0" t="0" r="0" b="0"/>
              <a:pathLst>
                <a:path w="1544098" h="241840">
                  <a:moveTo>
                    <a:pt x="1544098" y="0"/>
                  </a:moveTo>
                  <a:lnTo>
                    <a:pt x="1544098" y="241840"/>
                  </a:lnTo>
                  <a:lnTo>
                    <a:pt x="0" y="24184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69" name="Recycle left refined">
              <a:extLst>
                <a:ext uri="{FF2B5EF4-FFF2-40B4-BE49-F238E27FC236}">
                  <a16:creationId xmlns:a16="http://schemas.microsoft.com/office/drawing/2014/main" id="{9E9F6AF5-6C88-4D6A-4EB6-AE11098D540D}"/>
                </a:ext>
              </a:extLst>
            </p:cNvPr>
            <p:cNvSpPr>
              <a:spLocks noGrp="1"/>
            </p:cNvSpPr>
            <p:nvPr/>
          </p:nvSpPr>
          <p:spPr>
            <a:xfrm>
              <a:off x="4640199" y="3409188"/>
              <a:ext cx="1544098" cy="218503"/>
            </a:xfrm>
            <a:custGeom>
              <a:avLst/>
              <a:gdLst/>
              <a:ahLst/>
              <a:cxnLst/>
              <a:rect l="0" t="0" r="0" b="0"/>
              <a:pathLst>
                <a:path w="1544098" h="218503">
                  <a:moveTo>
                    <a:pt x="1544098" y="218503"/>
                  </a:moveTo>
                  <a:lnTo>
                    <a:pt x="0" y="218503"/>
                  </a:ln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0" name="Recycle left refined head">
              <a:extLst>
                <a:ext uri="{FF2B5EF4-FFF2-40B4-BE49-F238E27FC236}">
                  <a16:creationId xmlns:a16="http://schemas.microsoft.com/office/drawing/2014/main" id="{FC70626C-9297-3774-289D-8C74BAB81591}"/>
                </a:ext>
              </a:extLst>
            </p:cNvPr>
            <p:cNvSpPr>
              <a:spLocks noGrp="1"/>
            </p:cNvSpPr>
            <p:nvPr/>
          </p:nvSpPr>
          <p:spPr>
            <a:xfrm>
              <a:off x="4611529" y="338585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0"/>
                  </a:moveTo>
                  <a:lnTo>
                    <a:pt x="0" y="66675"/>
                  </a:lnTo>
                  <a:lnTo>
                    <a:pt x="57340" y="66675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1" name="Crop to summary refined">
              <a:extLst>
                <a:ext uri="{FF2B5EF4-FFF2-40B4-BE49-F238E27FC236}">
                  <a16:creationId xmlns:a16="http://schemas.microsoft.com/office/drawing/2014/main" id="{23964A60-5300-B32A-CC8C-9F9A10909522}"/>
                </a:ext>
              </a:extLst>
            </p:cNvPr>
            <p:cNvSpPr>
              <a:spLocks noGrp="1"/>
            </p:cNvSpPr>
            <p:nvPr/>
          </p:nvSpPr>
          <p:spPr>
            <a:xfrm>
              <a:off x="3471767" y="6064758"/>
              <a:ext cx="1148715" cy="191"/>
            </a:xfrm>
            <a:custGeom>
              <a:avLst/>
              <a:gdLst/>
              <a:ahLst/>
              <a:cxnLst/>
              <a:rect l="0" t="0" r="0" b="0"/>
              <a:pathLst>
                <a:path w="1148715" h="191">
                  <a:moveTo>
                    <a:pt x="0" y="0"/>
                  </a:moveTo>
                  <a:lnTo>
                    <a:pt x="1148715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72" name="Crop to summary refined head">
              <a:extLst>
                <a:ext uri="{FF2B5EF4-FFF2-40B4-BE49-F238E27FC236}">
                  <a16:creationId xmlns:a16="http://schemas.microsoft.com/office/drawing/2014/main" id="{864E15CB-81EF-2FAC-14F2-E25D89F29346}"/>
                </a:ext>
              </a:extLst>
            </p:cNvPr>
            <p:cNvSpPr>
              <a:spLocks noGrp="1"/>
            </p:cNvSpPr>
            <p:nvPr/>
          </p:nvSpPr>
          <p:spPr>
            <a:xfrm>
              <a:off x="4577144" y="6036088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73" name="Input split refined">
              <a:extLst>
                <a:ext uri="{FF2B5EF4-FFF2-40B4-BE49-F238E27FC236}">
                  <a16:creationId xmlns:a16="http://schemas.microsoft.com/office/drawing/2014/main" id="{B4BBBDF4-6774-1D2C-95B2-F3B88AB1C869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793355"/>
              <a:ext cx="846772" cy="160020"/>
            </a:xfrm>
            <a:custGeom>
              <a:avLst/>
              <a:gdLst/>
              <a:ahLst/>
              <a:cxnLst/>
              <a:rect l="0" t="0" r="0" b="0"/>
              <a:pathLst>
                <a:path w="846772" h="160020">
                  <a:moveTo>
                    <a:pt x="846772" y="0"/>
                  </a:moveTo>
                  <a:lnTo>
                    <a:pt x="846772" y="160020"/>
                  </a:lnTo>
                  <a:lnTo>
                    <a:pt x="0" y="1600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4" name="Input split right refined">
              <a:extLst>
                <a:ext uri="{FF2B5EF4-FFF2-40B4-BE49-F238E27FC236}">
                  <a16:creationId xmlns:a16="http://schemas.microsoft.com/office/drawing/2014/main" id="{950F0CCA-2F88-9AFF-22D8-DAA7ACB6176C}"/>
                </a:ext>
              </a:extLst>
            </p:cNvPr>
            <p:cNvSpPr>
              <a:spLocks noGrp="1"/>
            </p:cNvSpPr>
            <p:nvPr/>
          </p:nvSpPr>
          <p:spPr>
            <a:xfrm>
              <a:off x="2811780" y="7953375"/>
              <a:ext cx="827723" cy="191"/>
            </a:xfrm>
            <a:custGeom>
              <a:avLst/>
              <a:gdLst/>
              <a:ahLst/>
              <a:cxnLst/>
              <a:rect l="0" t="0" r="0" b="0"/>
              <a:pathLst>
                <a:path w="827723" h="191">
                  <a:moveTo>
                    <a:pt x="0" y="0"/>
                  </a:moveTo>
                  <a:lnTo>
                    <a:pt x="827723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5" name="Inputs to pool refined">
              <a:extLst>
                <a:ext uri="{FF2B5EF4-FFF2-40B4-BE49-F238E27FC236}">
                  <a16:creationId xmlns:a16="http://schemas.microsoft.com/office/drawing/2014/main" id="{B22E0EF3-FD19-0826-1822-07182CC69FC5}"/>
                </a:ext>
              </a:extLst>
            </p:cNvPr>
            <p:cNvSpPr>
              <a:spLocks noGrp="1"/>
            </p:cNvSpPr>
            <p:nvPr/>
          </p:nvSpPr>
          <p:spPr>
            <a:xfrm>
              <a:off x="1965008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6" name="Inputs to pool refined head">
              <a:extLst>
                <a:ext uri="{FF2B5EF4-FFF2-40B4-BE49-F238E27FC236}">
                  <a16:creationId xmlns:a16="http://schemas.microsoft.com/office/drawing/2014/main" id="{CA70B1F6-4A00-BABC-2972-012866989961}"/>
                </a:ext>
              </a:extLst>
            </p:cNvPr>
            <p:cNvSpPr>
              <a:spLocks noGrp="1"/>
            </p:cNvSpPr>
            <p:nvPr/>
          </p:nvSpPr>
          <p:spPr>
            <a:xfrm>
              <a:off x="1936337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77" name="Inputs to attention refined">
              <a:extLst>
                <a:ext uri="{FF2B5EF4-FFF2-40B4-BE49-F238E27FC236}">
                  <a16:creationId xmlns:a16="http://schemas.microsoft.com/office/drawing/2014/main" id="{08F1A61E-3B0E-8BF6-7F27-5CCE4D22C59A}"/>
                </a:ext>
              </a:extLst>
            </p:cNvPr>
            <p:cNvSpPr>
              <a:spLocks noGrp="1"/>
            </p:cNvSpPr>
            <p:nvPr/>
          </p:nvSpPr>
          <p:spPr>
            <a:xfrm>
              <a:off x="3639503" y="7953375"/>
              <a:ext cx="191" cy="143732"/>
            </a:xfrm>
            <a:custGeom>
              <a:avLst/>
              <a:gdLst/>
              <a:ahLst/>
              <a:cxnLst/>
              <a:rect l="0" t="0" r="0" b="0"/>
              <a:pathLst>
                <a:path w="191" h="143732">
                  <a:moveTo>
                    <a:pt x="0" y="0"/>
                  </a:moveTo>
                  <a:lnTo>
                    <a:pt x="0" y="1437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78" name="Inputs to attention refined head">
              <a:extLst>
                <a:ext uri="{FF2B5EF4-FFF2-40B4-BE49-F238E27FC236}">
                  <a16:creationId xmlns:a16="http://schemas.microsoft.com/office/drawing/2014/main" id="{4A8E2717-7DBF-7A20-898F-8A4B8D99C916}"/>
                </a:ext>
              </a:extLst>
            </p:cNvPr>
            <p:cNvSpPr>
              <a:spLocks noGrp="1"/>
            </p:cNvSpPr>
            <p:nvPr/>
          </p:nvSpPr>
          <p:spPr>
            <a:xfrm>
              <a:off x="3610832" y="8053769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3" name="MLP to FiLM refined">
              <a:extLst>
                <a:ext uri="{FF2B5EF4-FFF2-40B4-BE49-F238E27FC236}">
                  <a16:creationId xmlns:a16="http://schemas.microsoft.com/office/drawing/2014/main" id="{2C7C678A-F3D0-E51D-2CD6-B41E5CBA7774}"/>
                </a:ext>
              </a:extLst>
            </p:cNvPr>
            <p:cNvSpPr>
              <a:spLocks noGrp="1"/>
            </p:cNvSpPr>
            <p:nvPr/>
          </p:nvSpPr>
          <p:spPr>
            <a:xfrm>
              <a:off x="3210878" y="8968264"/>
              <a:ext cx="1502569" cy="191"/>
            </a:xfrm>
            <a:custGeom>
              <a:avLst/>
              <a:gdLst/>
              <a:ahLst/>
              <a:cxnLst/>
              <a:rect l="0" t="0" r="0" b="0"/>
              <a:pathLst>
                <a:path w="1502569" h="191">
                  <a:moveTo>
                    <a:pt x="0" y="0"/>
                  </a:moveTo>
                  <a:lnTo>
                    <a:pt x="1502569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84" name="MLP to FiLM refined head">
              <a:extLst>
                <a:ext uri="{FF2B5EF4-FFF2-40B4-BE49-F238E27FC236}">
                  <a16:creationId xmlns:a16="http://schemas.microsoft.com/office/drawing/2014/main" id="{E62BF4CB-2DFB-E34F-0A43-259454CA6416}"/>
                </a:ext>
              </a:extLst>
            </p:cNvPr>
            <p:cNvSpPr>
              <a:spLocks noGrp="1"/>
            </p:cNvSpPr>
            <p:nvPr/>
          </p:nvSpPr>
          <p:spPr>
            <a:xfrm>
              <a:off x="4670108" y="8939594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85" name="Summary to FiLM refined">
              <a:extLst>
                <a:ext uri="{FF2B5EF4-FFF2-40B4-BE49-F238E27FC236}">
                  <a16:creationId xmlns:a16="http://schemas.microsoft.com/office/drawing/2014/main" id="{4AD6C56A-E9C3-F934-64AC-D936F1D8505E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6400800"/>
              <a:ext cx="191" cy="2367439"/>
            </a:xfrm>
            <a:custGeom>
              <a:avLst/>
              <a:gdLst/>
              <a:ahLst/>
              <a:cxnLst/>
              <a:rect l="0" t="0" r="0" b="0"/>
              <a:pathLst>
                <a:path w="191" h="2367439">
                  <a:moveTo>
                    <a:pt x="0" y="0"/>
                  </a:moveTo>
                  <a:lnTo>
                    <a:pt x="0" y="2367439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6" name="Summary to FiLM refined head">
              <a:extLst>
                <a:ext uri="{FF2B5EF4-FFF2-40B4-BE49-F238E27FC236}">
                  <a16:creationId xmlns:a16="http://schemas.microsoft.com/office/drawing/2014/main" id="{EEAEF4BF-5039-6C23-B675-9771749FE17A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872490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7" name="Summary to cross attention refined">
              <a:extLst>
                <a:ext uri="{FF2B5EF4-FFF2-40B4-BE49-F238E27FC236}">
                  <a16:creationId xmlns:a16="http://schemas.microsoft.com/office/drawing/2014/main" id="{EFD90DBF-A222-410E-15F3-D541CA16A8AE}"/>
                </a:ext>
              </a:extLst>
            </p:cNvPr>
            <p:cNvSpPr>
              <a:spLocks noGrp="1"/>
            </p:cNvSpPr>
            <p:nvPr/>
          </p:nvSpPr>
          <p:spPr>
            <a:xfrm>
              <a:off x="4425315" y="8297132"/>
              <a:ext cx="664845" cy="191"/>
            </a:xfrm>
            <a:custGeom>
              <a:avLst/>
              <a:gdLst/>
              <a:ahLst/>
              <a:cxnLst/>
              <a:rect l="0" t="0" r="0" b="0"/>
              <a:pathLst>
                <a:path w="664845" h="191">
                  <a:moveTo>
                    <a:pt x="664845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4083B4"/>
              </a:solidFill>
              <a:prstDash val="solid"/>
            </a:ln>
          </p:spPr>
        </p:sp>
        <p:sp>
          <p:nvSpPr>
            <p:cNvPr id="1388" name="Summary to cross attention refined head">
              <a:extLst>
                <a:ext uri="{FF2B5EF4-FFF2-40B4-BE49-F238E27FC236}">
                  <a16:creationId xmlns:a16="http://schemas.microsoft.com/office/drawing/2014/main" id="{91B08F31-0339-9716-3395-2B3F8970BA82}"/>
                </a:ext>
              </a:extLst>
            </p:cNvPr>
            <p:cNvSpPr>
              <a:spLocks noGrp="1"/>
            </p:cNvSpPr>
            <p:nvPr/>
          </p:nvSpPr>
          <p:spPr>
            <a:xfrm>
              <a:off x="4401979" y="82684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4083B4"/>
            </a:solidFill>
            <a:ln w="0">
              <a:noFill/>
              <a:prstDash val="solid"/>
            </a:ln>
          </p:spPr>
        </p:sp>
        <p:sp>
          <p:nvSpPr>
            <p:cNvPr id="1389" name="FiLM to candidate refined">
              <a:extLst>
                <a:ext uri="{FF2B5EF4-FFF2-40B4-BE49-F238E27FC236}">
                  <a16:creationId xmlns:a16="http://schemas.microsoft.com/office/drawing/2014/main" id="{25FC3F76-C3DD-1537-7837-64B9361AE243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144953"/>
              <a:ext cx="191" cy="215360"/>
            </a:xfrm>
            <a:custGeom>
              <a:avLst/>
              <a:gdLst/>
              <a:ahLst/>
              <a:cxnLst/>
              <a:rect l="0" t="0" r="0" b="0"/>
              <a:pathLst>
                <a:path w="191" h="215360">
                  <a:moveTo>
                    <a:pt x="0" y="0"/>
                  </a:moveTo>
                  <a:lnTo>
                    <a:pt x="0" y="21536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0" name="FiLM to candidate refined head">
              <a:extLst>
                <a:ext uri="{FF2B5EF4-FFF2-40B4-BE49-F238E27FC236}">
                  <a16:creationId xmlns:a16="http://schemas.microsoft.com/office/drawing/2014/main" id="{7A05C2E3-B0E7-7DA8-4847-EC91C004D35D}"/>
                </a:ext>
              </a:extLst>
            </p:cNvPr>
            <p:cNvSpPr>
              <a:spLocks noGrp="1"/>
            </p:cNvSpPr>
            <p:nvPr/>
          </p:nvSpPr>
          <p:spPr>
            <a:xfrm>
              <a:off x="5061490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1" name="Candidate to foreground refined">
              <a:extLst>
                <a:ext uri="{FF2B5EF4-FFF2-40B4-BE49-F238E27FC236}">
                  <a16:creationId xmlns:a16="http://schemas.microsoft.com/office/drawing/2014/main" id="{FE203BD6-3778-87C2-8526-E332B5B380C4}"/>
                </a:ext>
              </a:extLst>
            </p:cNvPr>
            <p:cNvSpPr>
              <a:spLocks noGrp="1"/>
            </p:cNvSpPr>
            <p:nvPr/>
          </p:nvSpPr>
          <p:spPr>
            <a:xfrm>
              <a:off x="2281142" y="9525000"/>
              <a:ext cx="2809018" cy="286702"/>
            </a:xfrm>
            <a:custGeom>
              <a:avLst/>
              <a:gdLst/>
              <a:ahLst/>
              <a:cxnLst/>
              <a:rect l="0" t="0" r="0" b="0"/>
              <a:pathLst>
                <a:path w="2809018" h="286702">
                  <a:moveTo>
                    <a:pt x="2809018" y="0"/>
                  </a:moveTo>
                  <a:lnTo>
                    <a:pt x="2809018" y="95250"/>
                  </a:lnTo>
                  <a:lnTo>
                    <a:pt x="0" y="95250"/>
                  </a:lnTo>
                  <a:lnTo>
                    <a:pt x="0" y="28670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2" name="Candidate to foreground refined head">
              <a:extLst>
                <a:ext uri="{FF2B5EF4-FFF2-40B4-BE49-F238E27FC236}">
                  <a16:creationId xmlns:a16="http://schemas.microsoft.com/office/drawing/2014/main" id="{D2B7433A-243E-C206-1CB1-3F191E6AD029}"/>
                </a:ext>
              </a:extLst>
            </p:cNvPr>
            <p:cNvSpPr>
              <a:spLocks noGrp="1"/>
            </p:cNvSpPr>
            <p:nvPr/>
          </p:nvSpPr>
          <p:spPr>
            <a:xfrm>
              <a:off x="2252472" y="976836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3" name="Foreground to probability refined">
              <a:extLst>
                <a:ext uri="{FF2B5EF4-FFF2-40B4-BE49-F238E27FC236}">
                  <a16:creationId xmlns:a16="http://schemas.microsoft.com/office/drawing/2014/main" id="{D5A6B998-ADFA-E982-8C35-E6D90114C21C}"/>
                </a:ext>
              </a:extLst>
            </p:cNvPr>
            <p:cNvSpPr>
              <a:spLocks noGrp="1"/>
            </p:cNvSpPr>
            <p:nvPr/>
          </p:nvSpPr>
          <p:spPr>
            <a:xfrm>
              <a:off x="3081147" y="9971532"/>
              <a:ext cx="600742" cy="191"/>
            </a:xfrm>
            <a:custGeom>
              <a:avLst/>
              <a:gdLst/>
              <a:ahLst/>
              <a:cxnLst/>
              <a:rect l="0" t="0" r="0" b="0"/>
              <a:pathLst>
                <a:path w="600742" h="191">
                  <a:moveTo>
                    <a:pt x="0" y="0"/>
                  </a:moveTo>
                  <a:lnTo>
                    <a:pt x="600742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4" name="Foreground to probability refined head">
              <a:extLst>
                <a:ext uri="{FF2B5EF4-FFF2-40B4-BE49-F238E27FC236}">
                  <a16:creationId xmlns:a16="http://schemas.microsoft.com/office/drawing/2014/main" id="{660BE4D6-2608-6E09-7FF4-AD7C50994699}"/>
                </a:ext>
              </a:extLst>
            </p:cNvPr>
            <p:cNvSpPr>
              <a:spLocks noGrp="1"/>
            </p:cNvSpPr>
            <p:nvPr/>
          </p:nvSpPr>
          <p:spPr>
            <a:xfrm>
              <a:off x="3638550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5" name="Candidate to cosine refined">
              <a:extLst>
                <a:ext uri="{FF2B5EF4-FFF2-40B4-BE49-F238E27FC236}">
                  <a16:creationId xmlns:a16="http://schemas.microsoft.com/office/drawing/2014/main" id="{22A5040B-9402-AB7D-9094-F4BF5F10ADD2}"/>
                </a:ext>
              </a:extLst>
            </p:cNvPr>
            <p:cNvSpPr>
              <a:spLocks noGrp="1"/>
            </p:cNvSpPr>
            <p:nvPr/>
          </p:nvSpPr>
          <p:spPr>
            <a:xfrm>
              <a:off x="5090160" y="9525000"/>
              <a:ext cx="2143887" cy="446532"/>
            </a:xfrm>
            <a:custGeom>
              <a:avLst/>
              <a:gdLst/>
              <a:ahLst/>
              <a:cxnLst/>
              <a:rect l="0" t="0" r="0" b="0"/>
              <a:pathLst>
                <a:path w="2143887" h="446532">
                  <a:moveTo>
                    <a:pt x="0" y="0"/>
                  </a:moveTo>
                  <a:lnTo>
                    <a:pt x="0" y="446532"/>
                  </a:lnTo>
                  <a:lnTo>
                    <a:pt x="2143887" y="446532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6" name="Candidate to cosine refined head">
              <a:extLst>
                <a:ext uri="{FF2B5EF4-FFF2-40B4-BE49-F238E27FC236}">
                  <a16:creationId xmlns:a16="http://schemas.microsoft.com/office/drawing/2014/main" id="{D0F3AAE9-EBC0-FC07-AF0A-FBDAD938D93E}"/>
                </a:ext>
              </a:extLst>
            </p:cNvPr>
            <p:cNvSpPr>
              <a:spLocks noGrp="1"/>
            </p:cNvSpPr>
            <p:nvPr/>
          </p:nvSpPr>
          <p:spPr>
            <a:xfrm>
              <a:off x="7190708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7" name="Selected identity to graph refined">
              <a:extLst>
                <a:ext uri="{FF2B5EF4-FFF2-40B4-BE49-F238E27FC236}">
                  <a16:creationId xmlns:a16="http://schemas.microsoft.com/office/drawing/2014/main" id="{2545D43E-9B8D-BA3E-80CD-880BD63B35AE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6134481"/>
              <a:ext cx="651129" cy="595217"/>
            </a:xfrm>
            <a:custGeom>
              <a:avLst/>
              <a:gdLst/>
              <a:ahLst/>
              <a:cxnLst/>
              <a:rect l="0" t="0" r="0" b="0"/>
              <a:pathLst>
                <a:path w="651129" h="595217">
                  <a:moveTo>
                    <a:pt x="651129" y="0"/>
                  </a:moveTo>
                  <a:lnTo>
                    <a:pt x="0" y="0"/>
                  </a:lnTo>
                  <a:lnTo>
                    <a:pt x="0" y="59521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398" name="Selected identity to graph refined head">
              <a:extLst>
                <a:ext uri="{FF2B5EF4-FFF2-40B4-BE49-F238E27FC236}">
                  <a16:creationId xmlns:a16="http://schemas.microsoft.com/office/drawing/2014/main" id="{2F033F6F-AC85-37DE-479C-D063C3DB8E25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668636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399" name="Graph to GNN refined">
              <a:extLst>
                <a:ext uri="{FF2B5EF4-FFF2-40B4-BE49-F238E27FC236}">
                  <a16:creationId xmlns:a16="http://schemas.microsoft.com/office/drawing/2014/main" id="{7EF864D3-D6E3-5180-82C2-0A0AE886C150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441406"/>
              <a:ext cx="191" cy="153448"/>
            </a:xfrm>
            <a:custGeom>
              <a:avLst/>
              <a:gdLst/>
              <a:ahLst/>
              <a:cxnLst/>
              <a:rect l="0" t="0" r="0" b="0"/>
              <a:pathLst>
                <a:path w="191" h="153448">
                  <a:moveTo>
                    <a:pt x="0" y="0"/>
                  </a:moveTo>
                  <a:lnTo>
                    <a:pt x="0" y="15344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0" name="Graph to GNN refined head">
              <a:extLst>
                <a:ext uri="{FF2B5EF4-FFF2-40B4-BE49-F238E27FC236}">
                  <a16:creationId xmlns:a16="http://schemas.microsoft.com/office/drawing/2014/main" id="{B23BD653-4893-2671-9B86-7F888A6E5617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755151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1" name="GNN to graph attention refined">
              <a:extLst>
                <a:ext uri="{FF2B5EF4-FFF2-40B4-BE49-F238E27FC236}">
                  <a16:creationId xmlns:a16="http://schemas.microsoft.com/office/drawing/2014/main" id="{B0DCC1B2-7C1A-332C-0127-08382278DBC6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7934420"/>
              <a:ext cx="191" cy="274320"/>
            </a:xfrm>
            <a:custGeom>
              <a:avLst/>
              <a:gdLst/>
              <a:ahLst/>
              <a:cxnLst/>
              <a:rect l="0" t="0" r="0" b="0"/>
              <a:pathLst>
                <a:path w="191" h="274320">
                  <a:moveTo>
                    <a:pt x="0" y="0"/>
                  </a:moveTo>
                  <a:lnTo>
                    <a:pt x="0" y="27432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2" name="GNN to graph attention refined head">
              <a:extLst>
                <a:ext uri="{FF2B5EF4-FFF2-40B4-BE49-F238E27FC236}">
                  <a16:creationId xmlns:a16="http://schemas.microsoft.com/office/drawing/2014/main" id="{F5D1A0D2-1869-EB89-61A3-D3ABFE580C35}"/>
                </a:ext>
              </a:extLst>
            </p:cNvPr>
            <p:cNvSpPr>
              <a:spLocks noGrp="1"/>
            </p:cNvSpPr>
            <p:nvPr/>
          </p:nvSpPr>
          <p:spPr>
            <a:xfrm>
              <a:off x="6596158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3" name="Identity to SMI-TED refined">
              <a:extLst>
                <a:ext uri="{FF2B5EF4-FFF2-40B4-BE49-F238E27FC236}">
                  <a16:creationId xmlns:a16="http://schemas.microsoft.com/office/drawing/2014/main" id="{416B661C-118E-CA99-59DC-DA4857A74E2E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6638068"/>
              <a:ext cx="191" cy="326993"/>
            </a:xfrm>
            <a:custGeom>
              <a:avLst/>
              <a:gdLst/>
              <a:ahLst/>
              <a:cxnLst/>
              <a:rect l="0" t="0" r="0" b="0"/>
              <a:pathLst>
                <a:path w="191" h="326993">
                  <a:moveTo>
                    <a:pt x="0" y="0"/>
                  </a:moveTo>
                  <a:lnTo>
                    <a:pt x="0" y="326993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4" name="Identity to SMI-TED refined head">
              <a:extLst>
                <a:ext uri="{FF2B5EF4-FFF2-40B4-BE49-F238E27FC236}">
                  <a16:creationId xmlns:a16="http://schemas.microsoft.com/office/drawing/2014/main" id="{0BA2F96A-2AFB-7C00-99C8-78C9DC78B848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692172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5" name="SMI-TED to language refined">
              <a:extLst>
                <a:ext uri="{FF2B5EF4-FFF2-40B4-BE49-F238E27FC236}">
                  <a16:creationId xmlns:a16="http://schemas.microsoft.com/office/drawing/2014/main" id="{688B9630-847C-74A2-04EF-D75E08D7E423}"/>
                </a:ext>
              </a:extLst>
            </p:cNvPr>
            <p:cNvSpPr>
              <a:spLocks noGrp="1"/>
            </p:cNvSpPr>
            <p:nvPr/>
          </p:nvSpPr>
          <p:spPr>
            <a:xfrm>
              <a:off x="8194929" y="7304627"/>
              <a:ext cx="191" cy="1013841"/>
            </a:xfrm>
            <a:custGeom>
              <a:avLst/>
              <a:gdLst/>
              <a:ahLst/>
              <a:cxnLst/>
              <a:rect l="0" t="0" r="0" b="0"/>
              <a:pathLst>
                <a:path w="191" h="1013841">
                  <a:moveTo>
                    <a:pt x="0" y="0"/>
                  </a:moveTo>
                  <a:lnTo>
                    <a:pt x="0" y="101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6" name="SMI-TED to language refined head">
              <a:extLst>
                <a:ext uri="{FF2B5EF4-FFF2-40B4-BE49-F238E27FC236}">
                  <a16:creationId xmlns:a16="http://schemas.microsoft.com/office/drawing/2014/main" id="{7251A2B8-D12B-A433-6B0D-10AA76953AAB}"/>
                </a:ext>
              </a:extLst>
            </p:cNvPr>
            <p:cNvSpPr>
              <a:spLocks noGrp="1"/>
            </p:cNvSpPr>
            <p:nvPr/>
          </p:nvSpPr>
          <p:spPr>
            <a:xfrm>
              <a:off x="8166259" y="8275130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7" name="Other identities refined">
              <a:extLst>
                <a:ext uri="{FF2B5EF4-FFF2-40B4-BE49-F238E27FC236}">
                  <a16:creationId xmlns:a16="http://schemas.microsoft.com/office/drawing/2014/main" id="{A4787BA6-E950-16B8-B01A-9B4C92E13C7A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581174"/>
              <a:ext cx="613886" cy="1373695"/>
            </a:xfrm>
            <a:custGeom>
              <a:avLst/>
              <a:gdLst/>
              <a:ahLst/>
              <a:cxnLst/>
              <a:rect l="0" t="0" r="0" b="0"/>
              <a:pathLst>
                <a:path w="613886" h="1373695">
                  <a:moveTo>
                    <a:pt x="0" y="0"/>
                  </a:moveTo>
                  <a:lnTo>
                    <a:pt x="613886" y="0"/>
                  </a:lnTo>
                  <a:lnTo>
                    <a:pt x="613886" y="137369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08" name="Other identities refined head">
              <a:extLst>
                <a:ext uri="{FF2B5EF4-FFF2-40B4-BE49-F238E27FC236}">
                  <a16:creationId xmlns:a16="http://schemas.microsoft.com/office/drawing/2014/main" id="{9D094DDB-3471-ECAC-BCA5-E9612E620328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6911531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09" name="Other identities middle refined">
              <a:extLst>
                <a:ext uri="{FF2B5EF4-FFF2-40B4-BE49-F238E27FC236}">
                  <a16:creationId xmlns:a16="http://schemas.microsoft.com/office/drawing/2014/main" id="{43A875F1-64CC-3AE0-16D0-832B017C6CB3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5851112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0" name="Other identities lower refined">
              <a:extLst>
                <a:ext uri="{FF2B5EF4-FFF2-40B4-BE49-F238E27FC236}">
                  <a16:creationId xmlns:a16="http://schemas.microsoft.com/office/drawing/2014/main" id="{D83A070A-E1D1-4067-2310-74DC30F9F921}"/>
                </a:ext>
              </a:extLst>
            </p:cNvPr>
            <p:cNvSpPr>
              <a:spLocks noGrp="1"/>
            </p:cNvSpPr>
            <p:nvPr/>
          </p:nvSpPr>
          <p:spPr>
            <a:xfrm>
              <a:off x="9173528" y="6533293"/>
              <a:ext cx="613886" cy="191"/>
            </a:xfrm>
            <a:custGeom>
              <a:avLst/>
              <a:gdLst/>
              <a:ahLst/>
              <a:cxnLst/>
              <a:rect l="0" t="0" r="0" b="0"/>
              <a:pathLst>
                <a:path w="613886" h="191">
                  <a:moveTo>
                    <a:pt x="0" y="0"/>
                  </a:moveTo>
                  <a:lnTo>
                    <a:pt x="613886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1" name="Context SMI-TED to matrix refined">
              <a:extLst>
                <a:ext uri="{FF2B5EF4-FFF2-40B4-BE49-F238E27FC236}">
                  <a16:creationId xmlns:a16="http://schemas.microsoft.com/office/drawing/2014/main" id="{3BA39657-BA55-8B03-4B42-2E8CA0F2402A}"/>
                </a:ext>
              </a:extLst>
            </p:cNvPr>
            <p:cNvSpPr>
              <a:spLocks noGrp="1"/>
            </p:cNvSpPr>
            <p:nvPr/>
          </p:nvSpPr>
          <p:spPr>
            <a:xfrm>
              <a:off x="9797891" y="7294436"/>
              <a:ext cx="191" cy="264128"/>
            </a:xfrm>
            <a:custGeom>
              <a:avLst/>
              <a:gdLst/>
              <a:ahLst/>
              <a:cxnLst/>
              <a:rect l="0" t="0" r="0" b="0"/>
              <a:pathLst>
                <a:path w="191" h="264128">
                  <a:moveTo>
                    <a:pt x="0" y="0"/>
                  </a:moveTo>
                  <a:lnTo>
                    <a:pt x="0" y="264128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2" name="Context SMI-TED to matrix refined head">
              <a:extLst>
                <a:ext uri="{FF2B5EF4-FFF2-40B4-BE49-F238E27FC236}">
                  <a16:creationId xmlns:a16="http://schemas.microsoft.com/office/drawing/2014/main" id="{46BBCF7E-77B7-430B-5E68-8D5D4D07C9BA}"/>
                </a:ext>
              </a:extLst>
            </p:cNvPr>
            <p:cNvSpPr>
              <a:spLocks noGrp="1"/>
            </p:cNvSpPr>
            <p:nvPr/>
          </p:nvSpPr>
          <p:spPr>
            <a:xfrm>
              <a:off x="9769221" y="7515225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3" name="Context matrix to attention refined">
              <a:extLst>
                <a:ext uri="{FF2B5EF4-FFF2-40B4-BE49-F238E27FC236}">
                  <a16:creationId xmlns:a16="http://schemas.microsoft.com/office/drawing/2014/main" id="{19123C2B-08C0-5942-5974-56E3DB290164}"/>
                </a:ext>
              </a:extLst>
            </p:cNvPr>
            <p:cNvSpPr>
              <a:spLocks noGrp="1"/>
            </p:cNvSpPr>
            <p:nvPr/>
          </p:nvSpPr>
          <p:spPr>
            <a:xfrm>
              <a:off x="9787414" y="7958995"/>
              <a:ext cx="191" cy="249745"/>
            </a:xfrm>
            <a:custGeom>
              <a:avLst/>
              <a:gdLst/>
              <a:ahLst/>
              <a:cxnLst/>
              <a:rect l="0" t="0" r="0" b="0"/>
              <a:pathLst>
                <a:path w="191" h="249745">
                  <a:moveTo>
                    <a:pt x="0" y="0"/>
                  </a:moveTo>
                  <a:lnTo>
                    <a:pt x="0" y="2497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4" name="Context matrix to attention refined head">
              <a:extLst>
                <a:ext uri="{FF2B5EF4-FFF2-40B4-BE49-F238E27FC236}">
                  <a16:creationId xmlns:a16="http://schemas.microsoft.com/office/drawing/2014/main" id="{F6D726DD-707A-38A3-9C89-49061435E2BF}"/>
                </a:ext>
              </a:extLst>
            </p:cNvPr>
            <p:cNvSpPr>
              <a:spLocks noGrp="1"/>
            </p:cNvSpPr>
            <p:nvPr/>
          </p:nvSpPr>
          <p:spPr>
            <a:xfrm>
              <a:off x="9758744" y="816540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5" name="Language query left refined">
              <a:extLst>
                <a:ext uri="{FF2B5EF4-FFF2-40B4-BE49-F238E27FC236}">
                  <a16:creationId xmlns:a16="http://schemas.microsoft.com/office/drawing/2014/main" id="{739AFAAD-E669-E2AC-687E-E59FC6E7FAD2}"/>
                </a:ext>
              </a:extLst>
            </p:cNvPr>
            <p:cNvSpPr>
              <a:spLocks noGrp="1"/>
            </p:cNvSpPr>
            <p:nvPr/>
          </p:nvSpPr>
          <p:spPr>
            <a:xfrm>
              <a:off x="7373684" y="8408765"/>
              <a:ext cx="479012" cy="191"/>
            </a:xfrm>
            <a:custGeom>
              <a:avLst/>
              <a:gdLst/>
              <a:ahLst/>
              <a:cxnLst/>
              <a:rect l="0" t="0" r="0" b="0"/>
              <a:pathLst>
                <a:path w="479012" h="191">
                  <a:moveTo>
                    <a:pt x="479012" y="0"/>
                  </a:moveTo>
                  <a:lnTo>
                    <a:pt x="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6" name="Language query left refined head">
              <a:extLst>
                <a:ext uri="{FF2B5EF4-FFF2-40B4-BE49-F238E27FC236}">
                  <a16:creationId xmlns:a16="http://schemas.microsoft.com/office/drawing/2014/main" id="{98D92A42-D662-B44C-CD57-583BDD75174C}"/>
                </a:ext>
              </a:extLst>
            </p:cNvPr>
            <p:cNvSpPr>
              <a:spLocks noGrp="1"/>
            </p:cNvSpPr>
            <p:nvPr/>
          </p:nvSpPr>
          <p:spPr>
            <a:xfrm>
              <a:off x="735034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7" name="Language query right refined">
              <a:extLst>
                <a:ext uri="{FF2B5EF4-FFF2-40B4-BE49-F238E27FC236}">
                  <a16:creationId xmlns:a16="http://schemas.microsoft.com/office/drawing/2014/main" id="{97C332FD-B4F7-4A69-7F24-BE35ED3CC233}"/>
                </a:ext>
              </a:extLst>
            </p:cNvPr>
            <p:cNvSpPr>
              <a:spLocks noGrp="1"/>
            </p:cNvSpPr>
            <p:nvPr/>
          </p:nvSpPr>
          <p:spPr>
            <a:xfrm>
              <a:off x="8522399" y="8408765"/>
              <a:ext cx="478917" cy="191"/>
            </a:xfrm>
            <a:custGeom>
              <a:avLst/>
              <a:gdLst/>
              <a:ahLst/>
              <a:cxnLst/>
              <a:rect l="0" t="0" r="0" b="0"/>
              <a:pathLst>
                <a:path w="478917" h="191">
                  <a:moveTo>
                    <a:pt x="0" y="0"/>
                  </a:moveTo>
                  <a:lnTo>
                    <a:pt x="478917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18" name="Language query right refined head">
              <a:extLst>
                <a:ext uri="{FF2B5EF4-FFF2-40B4-BE49-F238E27FC236}">
                  <a16:creationId xmlns:a16="http://schemas.microsoft.com/office/drawing/2014/main" id="{4B6A3B32-B3D1-5F9B-FDB9-6517BE3635C2}"/>
                </a:ext>
              </a:extLst>
            </p:cNvPr>
            <p:cNvSpPr>
              <a:spLocks noGrp="1"/>
            </p:cNvSpPr>
            <p:nvPr/>
          </p:nvSpPr>
          <p:spPr>
            <a:xfrm>
              <a:off x="8957977" y="8380095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19" name="Language to fusion refined">
              <a:extLst>
                <a:ext uri="{FF2B5EF4-FFF2-40B4-BE49-F238E27FC236}">
                  <a16:creationId xmlns:a16="http://schemas.microsoft.com/office/drawing/2014/main" id="{CC1BD470-88ED-E459-BC64-3926AF1B81FC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8475726"/>
              <a:ext cx="191" cy="281845"/>
            </a:xfrm>
            <a:custGeom>
              <a:avLst/>
              <a:gdLst/>
              <a:ahLst/>
              <a:cxnLst/>
              <a:rect l="0" t="0" r="0" b="0"/>
              <a:pathLst>
                <a:path w="191" h="281845">
                  <a:moveTo>
                    <a:pt x="0" y="0"/>
                  </a:moveTo>
                  <a:lnTo>
                    <a:pt x="0" y="281845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0" name="Language to fusion refined head">
              <a:extLst>
                <a:ext uri="{FF2B5EF4-FFF2-40B4-BE49-F238E27FC236}">
                  <a16:creationId xmlns:a16="http://schemas.microsoft.com/office/drawing/2014/main" id="{7DE28A53-D82C-C158-A00E-484E630E57C6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8714232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1" name="Graph attention to fusion refined">
              <a:extLst>
                <a:ext uri="{FF2B5EF4-FFF2-40B4-BE49-F238E27FC236}">
                  <a16:creationId xmlns:a16="http://schemas.microsoft.com/office/drawing/2014/main" id="{9DE07E88-6455-6397-3B15-5E2794D66EC1}"/>
                </a:ext>
              </a:extLst>
            </p:cNvPr>
            <p:cNvSpPr>
              <a:spLocks noGrp="1"/>
            </p:cNvSpPr>
            <p:nvPr/>
          </p:nvSpPr>
          <p:spPr>
            <a:xfrm>
              <a:off x="6624828" y="8585549"/>
              <a:ext cx="1092899" cy="362807"/>
            </a:xfrm>
            <a:custGeom>
              <a:avLst/>
              <a:gdLst/>
              <a:ahLst/>
              <a:cxnLst/>
              <a:rect l="0" t="0" r="0" b="0"/>
              <a:pathLst>
                <a:path w="1092899" h="362807">
                  <a:moveTo>
                    <a:pt x="0" y="0"/>
                  </a:moveTo>
                  <a:lnTo>
                    <a:pt x="0" y="362807"/>
                  </a:lnTo>
                  <a:lnTo>
                    <a:pt x="1092899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2" name="Graph attention to fusion refined head">
              <a:extLst>
                <a:ext uri="{FF2B5EF4-FFF2-40B4-BE49-F238E27FC236}">
                  <a16:creationId xmlns:a16="http://schemas.microsoft.com/office/drawing/2014/main" id="{80249588-4991-7EA9-C183-E31DFF970425}"/>
                </a:ext>
              </a:extLst>
            </p:cNvPr>
            <p:cNvSpPr>
              <a:spLocks noGrp="1"/>
            </p:cNvSpPr>
            <p:nvPr/>
          </p:nvSpPr>
          <p:spPr>
            <a:xfrm>
              <a:off x="7674388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3" name="Context attention to fusion refined">
              <a:extLst>
                <a:ext uri="{FF2B5EF4-FFF2-40B4-BE49-F238E27FC236}">
                  <a16:creationId xmlns:a16="http://schemas.microsoft.com/office/drawing/2014/main" id="{EB1CDE84-2AAC-05C7-2AC2-7F0CD69C4010}"/>
                </a:ext>
              </a:extLst>
            </p:cNvPr>
            <p:cNvSpPr>
              <a:spLocks noGrp="1"/>
            </p:cNvSpPr>
            <p:nvPr/>
          </p:nvSpPr>
          <p:spPr>
            <a:xfrm>
              <a:off x="8657368" y="8585549"/>
              <a:ext cx="1130046" cy="362807"/>
            </a:xfrm>
            <a:custGeom>
              <a:avLst/>
              <a:gdLst/>
              <a:ahLst/>
              <a:cxnLst/>
              <a:rect l="0" t="0" r="0" b="0"/>
              <a:pathLst>
                <a:path w="1130046" h="362807">
                  <a:moveTo>
                    <a:pt x="1130046" y="0"/>
                  </a:moveTo>
                  <a:lnTo>
                    <a:pt x="1130046" y="362807"/>
                  </a:lnTo>
                  <a:lnTo>
                    <a:pt x="0" y="3628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4" name="Context attention to fusion refined head">
              <a:extLst>
                <a:ext uri="{FF2B5EF4-FFF2-40B4-BE49-F238E27FC236}">
                  <a16:creationId xmlns:a16="http://schemas.microsoft.com/office/drawing/2014/main" id="{2AAA0335-3D51-EA88-2522-F717A483BF32}"/>
                </a:ext>
              </a:extLst>
            </p:cNvPr>
            <p:cNvSpPr>
              <a:spLocks noGrp="1"/>
            </p:cNvSpPr>
            <p:nvPr/>
          </p:nvSpPr>
          <p:spPr>
            <a:xfrm>
              <a:off x="8634032" y="8919686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0" y="28670"/>
                  </a:moveTo>
                  <a:lnTo>
                    <a:pt x="66675" y="5734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5" name="Fusion to identity vector refined">
              <a:extLst>
                <a:ext uri="{FF2B5EF4-FFF2-40B4-BE49-F238E27FC236}">
                  <a16:creationId xmlns:a16="http://schemas.microsoft.com/office/drawing/2014/main" id="{67958AAC-3FC5-4E94-249E-68F363396C6E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115806"/>
              <a:ext cx="191" cy="244507"/>
            </a:xfrm>
            <a:custGeom>
              <a:avLst/>
              <a:gdLst/>
              <a:ahLst/>
              <a:cxnLst/>
              <a:rect l="0" t="0" r="0" b="0"/>
              <a:pathLst>
                <a:path w="191" h="244507">
                  <a:moveTo>
                    <a:pt x="0" y="0"/>
                  </a:moveTo>
                  <a:lnTo>
                    <a:pt x="0" y="244507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6" name="Fusion to identity vector refined head">
              <a:extLst>
                <a:ext uri="{FF2B5EF4-FFF2-40B4-BE49-F238E27FC236}">
                  <a16:creationId xmlns:a16="http://schemas.microsoft.com/office/drawing/2014/main" id="{5B85A195-1A68-48DC-E553-B1E99915D03B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316974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7" name="Identity vector to cosine refined">
              <a:extLst>
                <a:ext uri="{FF2B5EF4-FFF2-40B4-BE49-F238E27FC236}">
                  <a16:creationId xmlns:a16="http://schemas.microsoft.com/office/drawing/2014/main" id="{DDE80B97-A909-A736-F258-523B74319AC3}"/>
                </a:ext>
              </a:extLst>
            </p:cNvPr>
            <p:cNvSpPr>
              <a:spLocks noGrp="1"/>
            </p:cNvSpPr>
            <p:nvPr/>
          </p:nvSpPr>
          <p:spPr>
            <a:xfrm>
              <a:off x="8187500" y="9517571"/>
              <a:ext cx="191" cy="253841"/>
            </a:xfrm>
            <a:custGeom>
              <a:avLst/>
              <a:gdLst/>
              <a:ahLst/>
              <a:cxnLst/>
              <a:rect l="0" t="0" r="0" b="0"/>
              <a:pathLst>
                <a:path w="191" h="253841">
                  <a:moveTo>
                    <a:pt x="0" y="0"/>
                  </a:moveTo>
                  <a:lnTo>
                    <a:pt x="0" y="253841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28" name="Identity vector to cosine refined head">
              <a:extLst>
                <a:ext uri="{FF2B5EF4-FFF2-40B4-BE49-F238E27FC236}">
                  <a16:creationId xmlns:a16="http://schemas.microsoft.com/office/drawing/2014/main" id="{E490B029-346A-A57E-7B15-889C23CE6281}"/>
                </a:ext>
              </a:extLst>
            </p:cNvPr>
            <p:cNvSpPr>
              <a:spLocks noGrp="1"/>
            </p:cNvSpPr>
            <p:nvPr/>
          </p:nvSpPr>
          <p:spPr>
            <a:xfrm>
              <a:off x="8158829" y="9728073"/>
              <a:ext cx="57340" cy="66675"/>
            </a:xfrm>
            <a:custGeom>
              <a:avLst/>
              <a:gdLst/>
              <a:ahLst/>
              <a:cxnLst/>
              <a:rect l="0" t="0" r="0" b="0"/>
              <a:pathLst>
                <a:path w="57340" h="66675">
                  <a:moveTo>
                    <a:pt x="28670" y="66675"/>
                  </a:moveTo>
                  <a:lnTo>
                    <a:pt x="5734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  <p:sp>
          <p:nvSpPr>
            <p:cNvPr id="1429" name="Cosine to score matrix refined">
              <a:extLst>
                <a:ext uri="{FF2B5EF4-FFF2-40B4-BE49-F238E27FC236}">
                  <a16:creationId xmlns:a16="http://schemas.microsoft.com/office/drawing/2014/main" id="{B53F289C-77E1-6513-62C8-F939A23BF1B2}"/>
                </a:ext>
              </a:extLst>
            </p:cNvPr>
            <p:cNvSpPr>
              <a:spLocks noGrp="1"/>
            </p:cNvSpPr>
            <p:nvPr/>
          </p:nvSpPr>
          <p:spPr>
            <a:xfrm>
              <a:off x="8596884" y="9971532"/>
              <a:ext cx="619030" cy="191"/>
            </a:xfrm>
            <a:custGeom>
              <a:avLst/>
              <a:gdLst/>
              <a:ahLst/>
              <a:cxnLst/>
              <a:rect l="0" t="0" r="0" b="0"/>
              <a:pathLst>
                <a:path w="619030" h="191">
                  <a:moveTo>
                    <a:pt x="0" y="0"/>
                  </a:moveTo>
                  <a:lnTo>
                    <a:pt x="619030" y="0"/>
                  </a:lnTo>
                </a:path>
              </a:pathLst>
            </a:custGeom>
            <a:noFill/>
            <a:ln w="8505">
              <a:solidFill>
                <a:srgbClr val="3B8C80"/>
              </a:solidFill>
              <a:prstDash val="solid"/>
            </a:ln>
          </p:spPr>
        </p:sp>
        <p:sp>
          <p:nvSpPr>
            <p:cNvPr id="1430" name="Cosine to score matrix refined head">
              <a:extLst>
                <a:ext uri="{FF2B5EF4-FFF2-40B4-BE49-F238E27FC236}">
                  <a16:creationId xmlns:a16="http://schemas.microsoft.com/office/drawing/2014/main" id="{7D1ABF5A-29C9-76A4-1903-E132A41C0C6D}"/>
                </a:ext>
              </a:extLst>
            </p:cNvPr>
            <p:cNvSpPr>
              <a:spLocks noGrp="1"/>
            </p:cNvSpPr>
            <p:nvPr/>
          </p:nvSpPr>
          <p:spPr>
            <a:xfrm>
              <a:off x="9172575" y="9942862"/>
              <a:ext cx="66675" cy="57340"/>
            </a:xfrm>
            <a:custGeom>
              <a:avLst/>
              <a:gdLst/>
              <a:ahLst/>
              <a:cxnLst/>
              <a:rect l="0" t="0" r="0" b="0"/>
              <a:pathLst>
                <a:path w="66675" h="57340">
                  <a:moveTo>
                    <a:pt x="66675" y="28670"/>
                  </a:moveTo>
                  <a:lnTo>
                    <a:pt x="0" y="0"/>
                  </a:lnTo>
                  <a:lnTo>
                    <a:pt x="0" y="57340"/>
                  </a:lnTo>
                  <a:close/>
                </a:path>
              </a:pathLst>
            </a:custGeom>
            <a:solidFill>
              <a:srgbClr val="3B8C80"/>
            </a:solidFill>
            <a:ln w="0">
              <a:noFill/>
              <a:prstDash val="solid"/>
            </a:ln>
          </p:spPr>
        </p:sp>
      </p:grpSp>
      <p:pic>
        <p:nvPicPr>
          <p:cNvPr id="1435" name="Find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24C88AB2-5918-0F4D-EDE6-0D89FC02F100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546207" y="1226607"/>
            <a:ext cx="477913" cy="456900"/>
          </a:xfrm>
          <a:prstGeom prst="rect">
            <a:avLst/>
          </a:prstGeom>
        </p:spPr>
      </p:pic>
      <p:pic>
        <p:nvPicPr>
          <p:cNvPr id="1436" name="Match clear receptor" descr="Receptor cartoon rendered from unchanged local coordinates, chain C1 of the 9LLG CA2 model.">
            <a:extLst>
              <a:ext uri="{FF2B5EF4-FFF2-40B4-BE49-F238E27FC236}">
                <a16:creationId xmlns:a16="http://schemas.microsoft.com/office/drawing/2014/main" id="{515E1CE9-4EFA-F96B-A08A-C6C2EC64DC6F}"/>
              </a:ext>
            </a:extLst>
          </p:cNvPr>
          <p:cNvPicPr/>
          <p:nvPr/>
        </p:nvPicPr>
        <p:blipFill>
          <a:blip r:embed="rId8"/>
          <a:srcRect l="16857" t="30389" r="19786" b="22500"/>
          <a:stretch>
            <a:fillRect/>
          </a:stretch>
        </p:blipFill>
        <p:spPr>
          <a:xfrm>
            <a:off x="582406" y="2388765"/>
            <a:ext cx="332109" cy="317507"/>
          </a:xfrm>
          <a:prstGeom prst="rect">
            <a:avLst/>
          </a:prstGeom>
        </p:spPr>
      </p:pic>
      <p:pic>
        <p:nvPicPr>
          <p:cNvPr id="1437" name="a | 56-channel tensor stack" descr="Synthetic voxel-grid density schematic">
            <a:extLst>
              <a:ext uri="{FF2B5EF4-FFF2-40B4-BE49-F238E27FC236}">
                <a16:creationId xmlns:a16="http://schemas.microsoft.com/office/drawing/2014/main" id="{64B2259B-4593-C74C-1994-5CCAF189A8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248575" y="566797"/>
            <a:ext cx="343801" cy="237886"/>
          </a:xfrm>
          <a:prstGeom prst="rect">
            <a:avLst/>
          </a:prstGeom>
        </p:spPr>
      </p:pic>
      <p:sp>
        <p:nvSpPr>
          <p:cNvPr id="1442" name="文本框 1441">
            <a:extLst>
              <a:ext uri="{FF2B5EF4-FFF2-40B4-BE49-F238E27FC236}">
                <a16:creationId xmlns:a16="http://schemas.microsoft.com/office/drawing/2014/main" id="{814431DA-F1EE-CFB8-E7E0-CF4D130ECF44}"/>
              </a:ext>
            </a:extLst>
          </p:cNvPr>
          <p:cNvSpPr txBox="1"/>
          <p:nvPr/>
        </p:nvSpPr>
        <p:spPr>
          <a:xfrm>
            <a:off x="1137627" y="775016"/>
            <a:ext cx="559769" cy="1769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50" dirty="0">
                <a:solidFill>
                  <a:srgbClr val="71808C"/>
                </a:solidFill>
                <a:latin typeface="Arial"/>
                <a:cs typeface="Arial"/>
              </a:rPr>
              <a:t>56 channels</a:t>
            </a:r>
            <a:endParaRPr lang="zh-CN" altLang="en-US" sz="550" dirty="0">
              <a:solidFill>
                <a:srgbClr val="71808C"/>
              </a:solidFill>
              <a:latin typeface="Arial"/>
              <a:cs typeface="Arial"/>
            </a:endParaRPr>
          </a:p>
        </p:txBody>
      </p:sp>
      <p:sp>
        <p:nvSpPr>
          <p:cNvPr id="1443" name="V8 embedding computation frame">
            <a:extLst>
              <a:ext uri="{FF2B5EF4-FFF2-40B4-BE49-F238E27FC236}">
                <a16:creationId xmlns:a16="http://schemas.microsoft.com/office/drawing/2014/main" id="{FB41A424-8C9A-2DA8-76B2-57C0C54ECB10}"/>
              </a:ext>
            </a:extLst>
          </p:cNvPr>
          <p:cNvSpPr/>
          <p:nvPr/>
        </p:nvSpPr>
        <p:spPr>
          <a:xfrm>
            <a:off x="1229360" y="1305560"/>
            <a:ext cx="386080" cy="417830"/>
          </a:xfrm>
          <a:prstGeom prst="roundRect">
            <a:avLst>
              <a:gd name="adj" fmla="val 6579"/>
            </a:avLst>
          </a:prstGeom>
          <a:solidFill>
            <a:srgbClr val="F8FAFC"/>
          </a:solidFill>
          <a:ln w="6096" cap="rnd">
            <a:solidFill>
              <a:srgbClr val="C5BDD5"/>
            </a:solidFill>
            <a:prstDash val="solid"/>
            <a:round/>
          </a:ln>
        </p:spPr>
      </p:sp>
      <p:sp>
        <p:nvSpPr>
          <p:cNvPr id="1444" name="V8 embedding neighbor 1 to center">
            <a:extLst>
              <a:ext uri="{FF2B5EF4-FFF2-40B4-BE49-F238E27FC236}">
                <a16:creationId xmlns:a16="http://schemas.microsoft.com/office/drawing/2014/main" id="{3355B015-AF42-20CF-CA69-CEE14894D5E1}"/>
              </a:ext>
            </a:extLst>
          </p:cNvPr>
          <p:cNvSpPr/>
          <p:nvPr/>
        </p:nvSpPr>
        <p:spPr>
          <a:xfrm>
            <a:off x="1285542" y="1388677"/>
            <a:ext cx="84338" cy="113635"/>
          </a:xfrm>
          <a:custGeom>
            <a:avLst/>
            <a:gdLst/>
            <a:ahLst/>
            <a:cxnLst/>
            <a:rect l="l" t="t" r="r" b="b"/>
            <a:pathLst>
              <a:path w="84338" h="113635">
                <a:moveTo>
                  <a:pt x="0" y="0"/>
                </a:moveTo>
                <a:lnTo>
                  <a:pt x="84338" y="11363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5" name="V8 embedding neighbor 1 to center head">
            <a:extLst>
              <a:ext uri="{FF2B5EF4-FFF2-40B4-BE49-F238E27FC236}">
                <a16:creationId xmlns:a16="http://schemas.microsoft.com/office/drawing/2014/main" id="{27615381-2E0E-2FB6-4DD6-10A8B1F481AB}"/>
              </a:ext>
            </a:extLst>
          </p:cNvPr>
          <p:cNvSpPr/>
          <p:nvPr/>
        </p:nvSpPr>
        <p:spPr>
          <a:xfrm>
            <a:off x="1356289" y="1488319"/>
            <a:ext cx="18870" cy="21105"/>
          </a:xfrm>
          <a:custGeom>
            <a:avLst/>
            <a:gdLst/>
            <a:ahLst/>
            <a:cxnLst/>
            <a:rect l="l" t="t" r="r" b="b"/>
            <a:pathLst>
              <a:path w="18870" h="21105">
                <a:moveTo>
                  <a:pt x="18870" y="21105"/>
                </a:moveTo>
                <a:lnTo>
                  <a:pt x="14277" y="0"/>
                </a:lnTo>
                <a:lnTo>
                  <a:pt x="0" y="10596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6" name="V8 embedding neighbor 1">
            <a:extLst>
              <a:ext uri="{FF2B5EF4-FFF2-40B4-BE49-F238E27FC236}">
                <a16:creationId xmlns:a16="http://schemas.microsoft.com/office/drawing/2014/main" id="{B5E8A971-284C-84D2-C0DB-7EB12E4B5902}"/>
              </a:ext>
            </a:extLst>
          </p:cNvPr>
          <p:cNvSpPr/>
          <p:nvPr/>
        </p:nvSpPr>
        <p:spPr>
          <a:xfrm>
            <a:off x="1259522" y="1358582"/>
            <a:ext cx="28575" cy="2857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47" name="V8 embedding neighbor 2 to center">
            <a:extLst>
              <a:ext uri="{FF2B5EF4-FFF2-40B4-BE49-F238E27FC236}">
                <a16:creationId xmlns:a16="http://schemas.microsoft.com/office/drawing/2014/main" id="{410E19AF-558D-0BA4-4F56-8A43CC949018}"/>
              </a:ext>
            </a:extLst>
          </p:cNvPr>
          <p:cNvSpPr/>
          <p:nvPr/>
        </p:nvSpPr>
        <p:spPr>
          <a:xfrm>
            <a:off x="1415442" y="1384737"/>
            <a:ext cx="68064" cy="115185"/>
          </a:xfrm>
          <a:custGeom>
            <a:avLst/>
            <a:gdLst/>
            <a:ahLst/>
            <a:cxnLst/>
            <a:rect l="l" t="t" r="r" b="b"/>
            <a:pathLst>
              <a:path w="68064" h="115185">
                <a:moveTo>
                  <a:pt x="68064" y="0"/>
                </a:moveTo>
                <a:lnTo>
                  <a:pt x="0" y="115185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48" name="V8 embedding neighbor 2 to center head">
            <a:extLst>
              <a:ext uri="{FF2B5EF4-FFF2-40B4-BE49-F238E27FC236}">
                <a16:creationId xmlns:a16="http://schemas.microsoft.com/office/drawing/2014/main" id="{50A61875-DCE0-421C-1735-CFE0432F2E90}"/>
              </a:ext>
            </a:extLst>
          </p:cNvPr>
          <p:cNvSpPr/>
          <p:nvPr/>
        </p:nvSpPr>
        <p:spPr>
          <a:xfrm>
            <a:off x="1410935" y="1486079"/>
            <a:ext cx="17668" cy="21470"/>
          </a:xfrm>
          <a:custGeom>
            <a:avLst/>
            <a:gdLst/>
            <a:ahLst/>
            <a:cxnLst/>
            <a:rect l="l" t="t" r="r" b="b"/>
            <a:pathLst>
              <a:path w="17668" h="21470">
                <a:moveTo>
                  <a:pt x="0" y="21470"/>
                </a:moveTo>
                <a:lnTo>
                  <a:pt x="17668" y="9045"/>
                </a:lnTo>
                <a:lnTo>
                  <a:pt x="2361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49" name="V8 embedding neighbor 2">
            <a:extLst>
              <a:ext uri="{FF2B5EF4-FFF2-40B4-BE49-F238E27FC236}">
                <a16:creationId xmlns:a16="http://schemas.microsoft.com/office/drawing/2014/main" id="{7AEBAFCB-8ED1-BA01-F100-82AD32FAB4F6}"/>
              </a:ext>
            </a:extLst>
          </p:cNvPr>
          <p:cNvSpPr/>
          <p:nvPr/>
        </p:nvSpPr>
        <p:spPr>
          <a:xfrm>
            <a:off x="1477962" y="1352232"/>
            <a:ext cx="31115" cy="31115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0" name="V8 embedding upper curved aggregation">
            <a:extLst>
              <a:ext uri="{FF2B5EF4-FFF2-40B4-BE49-F238E27FC236}">
                <a16:creationId xmlns:a16="http://schemas.microsoft.com/office/drawing/2014/main" id="{1726AB57-DCD6-4DAB-768F-79635F178651}"/>
              </a:ext>
            </a:extLst>
          </p:cNvPr>
          <p:cNvSpPr/>
          <p:nvPr/>
        </p:nvSpPr>
        <p:spPr>
          <a:xfrm>
            <a:off x="1428750" y="1449794"/>
            <a:ext cx="120650" cy="48806"/>
          </a:xfrm>
          <a:custGeom>
            <a:avLst/>
            <a:gdLst/>
            <a:ahLst/>
            <a:cxnLst/>
            <a:rect l="l" t="t" r="r" b="b"/>
            <a:pathLst>
              <a:path w="120650" h="48806">
                <a:moveTo>
                  <a:pt x="118713" y="0"/>
                </a:moveTo>
                <a:cubicBezTo>
                  <a:pt x="120650" y="36106"/>
                  <a:pt x="44450" y="29756"/>
                  <a:pt x="0" y="48806"/>
                </a:cubicBez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1" name="V8 embedding upper curved aggregation tip">
            <a:extLst>
              <a:ext uri="{FF2B5EF4-FFF2-40B4-BE49-F238E27FC236}">
                <a16:creationId xmlns:a16="http://schemas.microsoft.com/office/drawing/2014/main" id="{2B3CEBDA-0E2D-671A-9B26-76F746F7D64B}"/>
              </a:ext>
            </a:extLst>
          </p:cNvPr>
          <p:cNvSpPr/>
          <p:nvPr/>
        </p:nvSpPr>
        <p:spPr>
          <a:xfrm>
            <a:off x="1420039" y="1498600"/>
            <a:ext cx="8711" cy="4690"/>
          </a:xfrm>
          <a:custGeom>
            <a:avLst/>
            <a:gdLst/>
            <a:ahLst/>
            <a:cxnLst/>
            <a:rect l="l" t="t" r="r" b="b"/>
            <a:pathLst>
              <a:path w="8711" h="4690">
                <a:moveTo>
                  <a:pt x="8711" y="0"/>
                </a:moveTo>
                <a:lnTo>
                  <a:pt x="0" y="469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2" name="V8 embedding upper curved aggregation tip head">
            <a:extLst>
              <a:ext uri="{FF2B5EF4-FFF2-40B4-BE49-F238E27FC236}">
                <a16:creationId xmlns:a16="http://schemas.microsoft.com/office/drawing/2014/main" id="{EA8590B6-001E-E7FA-C91E-6684CAB2CE42}"/>
              </a:ext>
            </a:extLst>
          </p:cNvPr>
          <p:cNvSpPr/>
          <p:nvPr/>
        </p:nvSpPr>
        <p:spPr>
          <a:xfrm>
            <a:off x="1412240" y="1490330"/>
            <a:ext cx="21547" cy="17160"/>
          </a:xfrm>
          <a:custGeom>
            <a:avLst/>
            <a:gdLst/>
            <a:ahLst/>
            <a:cxnLst/>
            <a:rect l="l" t="t" r="r" b="b"/>
            <a:pathLst>
              <a:path w="21547" h="17160">
                <a:moveTo>
                  <a:pt x="0" y="17160"/>
                </a:moveTo>
                <a:lnTo>
                  <a:pt x="21547" y="15655"/>
                </a:lnTo>
                <a:lnTo>
                  <a:pt x="13117" y="0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3" name="V8 embedding neighbor 3">
            <a:extLst>
              <a:ext uri="{FF2B5EF4-FFF2-40B4-BE49-F238E27FC236}">
                <a16:creationId xmlns:a16="http://schemas.microsoft.com/office/drawing/2014/main" id="{122DFBAE-E742-85F4-F8BE-661BC7410AFC}"/>
              </a:ext>
            </a:extLst>
          </p:cNvPr>
          <p:cNvSpPr/>
          <p:nvPr/>
        </p:nvSpPr>
        <p:spPr>
          <a:xfrm>
            <a:off x="1550670" y="1426210"/>
            <a:ext cx="27940" cy="2794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4" name="V8 embedding curved aggregation">
            <a:extLst>
              <a:ext uri="{FF2B5EF4-FFF2-40B4-BE49-F238E27FC236}">
                <a16:creationId xmlns:a16="http://schemas.microsoft.com/office/drawing/2014/main" id="{90CEAB6E-EBCA-9F13-36DE-C928BA671D5A}"/>
              </a:ext>
            </a:extLst>
          </p:cNvPr>
          <p:cNvSpPr/>
          <p:nvPr/>
        </p:nvSpPr>
        <p:spPr>
          <a:xfrm>
            <a:off x="1270000" y="1503680"/>
            <a:ext cx="77470" cy="107970"/>
          </a:xfrm>
          <a:custGeom>
            <a:avLst/>
            <a:gdLst/>
            <a:ahLst/>
            <a:cxnLst/>
            <a:rect l="l" t="t" r="r" b="b"/>
            <a:pathLst>
              <a:path w="77470" h="107970">
                <a:moveTo>
                  <a:pt x="17311" y="107970"/>
                </a:moveTo>
                <a:cubicBezTo>
                  <a:pt x="0" y="29210"/>
                  <a:pt x="35560" y="0"/>
                  <a:pt x="77470" y="12700"/>
                </a:cubicBez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5" name="V8 embedding curved aggregation tip">
            <a:extLst>
              <a:ext uri="{FF2B5EF4-FFF2-40B4-BE49-F238E27FC236}">
                <a16:creationId xmlns:a16="http://schemas.microsoft.com/office/drawing/2014/main" id="{4871021E-0B37-6092-4FB6-FB482931253B}"/>
              </a:ext>
            </a:extLst>
          </p:cNvPr>
          <p:cNvSpPr/>
          <p:nvPr/>
        </p:nvSpPr>
        <p:spPr>
          <a:xfrm>
            <a:off x="1347470" y="1516380"/>
            <a:ext cx="6039" cy="3020"/>
          </a:xfrm>
          <a:custGeom>
            <a:avLst/>
            <a:gdLst/>
            <a:ahLst/>
            <a:cxnLst/>
            <a:rect l="l" t="t" r="r" b="b"/>
            <a:pathLst>
              <a:path w="6039" h="3020">
                <a:moveTo>
                  <a:pt x="0" y="0"/>
                </a:moveTo>
                <a:lnTo>
                  <a:pt x="6039" y="3020"/>
                </a:lnTo>
              </a:path>
            </a:pathLst>
          </a:custGeom>
          <a:noFill/>
          <a:ln w="8890" cap="rnd">
            <a:solidFill>
              <a:srgbClr val="9481B1"/>
            </a:solidFill>
            <a:prstDash val="solid"/>
            <a:round/>
          </a:ln>
        </p:spPr>
      </p:sp>
      <p:sp>
        <p:nvSpPr>
          <p:cNvPr id="1456" name="V8 embedding curved aggregation tip head">
            <a:extLst>
              <a:ext uri="{FF2B5EF4-FFF2-40B4-BE49-F238E27FC236}">
                <a16:creationId xmlns:a16="http://schemas.microsoft.com/office/drawing/2014/main" id="{86BC3798-BFD4-0C2D-6F96-1C5CADB6D7BE}"/>
              </a:ext>
            </a:extLst>
          </p:cNvPr>
          <p:cNvSpPr/>
          <p:nvPr/>
        </p:nvSpPr>
        <p:spPr>
          <a:xfrm>
            <a:off x="1337578" y="1504405"/>
            <a:ext cx="25132" cy="19595"/>
          </a:xfrm>
          <a:custGeom>
            <a:avLst/>
            <a:gdLst/>
            <a:ahLst/>
            <a:cxnLst/>
            <a:rect l="l" t="t" r="r" b="b"/>
            <a:pathLst>
              <a:path w="25132" h="19595">
                <a:moveTo>
                  <a:pt x="25132" y="19595"/>
                </a:moveTo>
                <a:lnTo>
                  <a:pt x="9371" y="0"/>
                </a:lnTo>
                <a:lnTo>
                  <a:pt x="0" y="18743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57" name="V8 embedding neighbor 4">
            <a:extLst>
              <a:ext uri="{FF2B5EF4-FFF2-40B4-BE49-F238E27FC236}">
                <a16:creationId xmlns:a16="http://schemas.microsoft.com/office/drawing/2014/main" id="{AEADE014-9292-2360-C2CE-F8C845E8BCFD}"/>
              </a:ext>
            </a:extLst>
          </p:cNvPr>
          <p:cNvSpPr/>
          <p:nvPr/>
        </p:nvSpPr>
        <p:spPr>
          <a:xfrm>
            <a:off x="1255395" y="1607185"/>
            <a:ext cx="31750" cy="3175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58" name="V8 embedding neighbor 5 to center">
            <a:extLst>
              <a:ext uri="{FF2B5EF4-FFF2-40B4-BE49-F238E27FC236}">
                <a16:creationId xmlns:a16="http://schemas.microsoft.com/office/drawing/2014/main" id="{88F2ECE0-BE4E-6B10-0F14-901F5AD31AE6}"/>
              </a:ext>
            </a:extLst>
          </p:cNvPr>
          <p:cNvSpPr/>
          <p:nvPr/>
        </p:nvSpPr>
        <p:spPr>
          <a:xfrm>
            <a:off x="1385690" y="1576570"/>
            <a:ext cx="5857" cy="82734"/>
          </a:xfrm>
          <a:custGeom>
            <a:avLst/>
            <a:gdLst/>
            <a:ahLst/>
            <a:cxnLst/>
            <a:rect l="l" t="t" r="r" b="b"/>
            <a:pathLst>
              <a:path w="5857" h="82734">
                <a:moveTo>
                  <a:pt x="0" y="82734"/>
                </a:moveTo>
                <a:lnTo>
                  <a:pt x="5857" y="0"/>
                </a:lnTo>
              </a:path>
            </a:pathLst>
          </a:custGeom>
          <a:noFill/>
          <a:ln w="5842" cap="rnd">
            <a:solidFill>
              <a:srgbClr val="9481B1"/>
            </a:solidFill>
            <a:prstDash val="solid"/>
            <a:round/>
          </a:ln>
        </p:spPr>
      </p:sp>
      <p:sp>
        <p:nvSpPr>
          <p:cNvPr id="1459" name="V8 embedding neighbor 5 to center head">
            <a:extLst>
              <a:ext uri="{FF2B5EF4-FFF2-40B4-BE49-F238E27FC236}">
                <a16:creationId xmlns:a16="http://schemas.microsoft.com/office/drawing/2014/main" id="{4E579011-FEC4-00D3-7546-C5CB388C9A0A}"/>
              </a:ext>
            </a:extLst>
          </p:cNvPr>
          <p:cNvSpPr/>
          <p:nvPr/>
        </p:nvSpPr>
        <p:spPr>
          <a:xfrm>
            <a:off x="1381915" y="1567734"/>
            <a:ext cx="17736" cy="20264"/>
          </a:xfrm>
          <a:custGeom>
            <a:avLst/>
            <a:gdLst/>
            <a:ahLst/>
            <a:cxnLst/>
            <a:rect l="l" t="t" r="r" b="b"/>
            <a:pathLst>
              <a:path w="17736" h="20264">
                <a:moveTo>
                  <a:pt x="10258" y="0"/>
                </a:moveTo>
                <a:lnTo>
                  <a:pt x="0" y="19008"/>
                </a:lnTo>
                <a:lnTo>
                  <a:pt x="17736" y="2026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60" name="V8 embedding neighbor 5">
            <a:extLst>
              <a:ext uri="{FF2B5EF4-FFF2-40B4-BE49-F238E27FC236}">
                <a16:creationId xmlns:a16="http://schemas.microsoft.com/office/drawing/2014/main" id="{80A6CA00-4D1C-000D-C0AF-7F59BA21FF45}"/>
              </a:ext>
            </a:extLst>
          </p:cNvPr>
          <p:cNvSpPr/>
          <p:nvPr/>
        </p:nvSpPr>
        <p:spPr>
          <a:xfrm>
            <a:off x="1369695" y="1664335"/>
            <a:ext cx="29210" cy="29210"/>
          </a:xfrm>
          <a:prstGeom prst="ellipse">
            <a:avLst/>
          </a:prstGeom>
          <a:noFill/>
          <a:ln w="7112" cap="rnd">
            <a:solidFill>
              <a:srgbClr val="9481B1"/>
            </a:solidFill>
            <a:prstDash val="solid"/>
            <a:round/>
          </a:ln>
        </p:spPr>
      </p:sp>
      <p:sp>
        <p:nvSpPr>
          <p:cNvPr id="1461" name="V8 embedding center">
            <a:extLst>
              <a:ext uri="{FF2B5EF4-FFF2-40B4-BE49-F238E27FC236}">
                <a16:creationId xmlns:a16="http://schemas.microsoft.com/office/drawing/2014/main" id="{0973F1A0-63C8-796C-8269-8DC9810E39E1}"/>
              </a:ext>
            </a:extLst>
          </p:cNvPr>
          <p:cNvSpPr/>
          <p:nvPr/>
        </p:nvSpPr>
        <p:spPr>
          <a:xfrm>
            <a:off x="1372235" y="1513205"/>
            <a:ext cx="44450" cy="44450"/>
          </a:xfrm>
          <a:prstGeom prst="ellipse">
            <a:avLst/>
          </a:prstGeom>
          <a:noFill/>
          <a:ln w="9906" cap="rnd">
            <a:solidFill>
              <a:srgbClr val="3B8C80"/>
            </a:solidFill>
            <a:prstDash val="solid"/>
            <a:round/>
          </a:ln>
        </p:spPr>
      </p:sp>
      <p:sp>
        <p:nvSpPr>
          <p:cNvPr id="1462" name="V8 embedding feature 1">
            <a:extLst>
              <a:ext uri="{FF2B5EF4-FFF2-40B4-BE49-F238E27FC236}">
                <a16:creationId xmlns:a16="http://schemas.microsoft.com/office/drawing/2014/main" id="{FE0417EE-6828-F09F-AACE-DE1F76BE3EB6}"/>
              </a:ext>
            </a:extLst>
          </p:cNvPr>
          <p:cNvSpPr/>
          <p:nvPr/>
        </p:nvSpPr>
        <p:spPr>
          <a:xfrm>
            <a:off x="1426210" y="1518285"/>
            <a:ext cx="18415" cy="34290"/>
          </a:xfrm>
          <a:prstGeom prst="rect">
            <a:avLst/>
          </a:prstGeom>
          <a:solidFill>
            <a:srgbClr val="3E8F9A"/>
          </a:solidFill>
          <a:ln w="0" cap="rnd">
            <a:noFill/>
          </a:ln>
        </p:spPr>
      </p:sp>
      <p:sp>
        <p:nvSpPr>
          <p:cNvPr id="1463" name="V8 embedding feature 2">
            <a:extLst>
              <a:ext uri="{FF2B5EF4-FFF2-40B4-BE49-F238E27FC236}">
                <a16:creationId xmlns:a16="http://schemas.microsoft.com/office/drawing/2014/main" id="{28DF18A8-B7D6-40CC-F8D0-1CE005F88971}"/>
              </a:ext>
            </a:extLst>
          </p:cNvPr>
          <p:cNvSpPr/>
          <p:nvPr/>
        </p:nvSpPr>
        <p:spPr>
          <a:xfrm>
            <a:off x="1445895" y="1518285"/>
            <a:ext cx="18415" cy="34290"/>
          </a:xfrm>
          <a:prstGeom prst="rect">
            <a:avLst/>
          </a:prstGeom>
          <a:solidFill>
            <a:srgbClr val="88BEC3"/>
          </a:solidFill>
          <a:ln w="0" cap="rnd">
            <a:noFill/>
          </a:ln>
        </p:spPr>
      </p:sp>
      <p:sp>
        <p:nvSpPr>
          <p:cNvPr id="1464" name="V8 embedding feature 3">
            <a:extLst>
              <a:ext uri="{FF2B5EF4-FFF2-40B4-BE49-F238E27FC236}">
                <a16:creationId xmlns:a16="http://schemas.microsoft.com/office/drawing/2014/main" id="{D8B2548F-FDCB-962F-D116-8194E608D854}"/>
              </a:ext>
            </a:extLst>
          </p:cNvPr>
          <p:cNvSpPr/>
          <p:nvPr/>
        </p:nvSpPr>
        <p:spPr>
          <a:xfrm>
            <a:off x="1465580" y="1518285"/>
            <a:ext cx="18415" cy="34290"/>
          </a:xfrm>
          <a:prstGeom prst="rect">
            <a:avLst/>
          </a:prstGeom>
          <a:solidFill>
            <a:srgbClr val="67AD9F"/>
          </a:solidFill>
          <a:ln w="0" cap="rnd">
            <a:noFill/>
          </a:ln>
        </p:spPr>
      </p:sp>
      <p:sp>
        <p:nvSpPr>
          <p:cNvPr id="1465" name="V8 embedding feature 4">
            <a:extLst>
              <a:ext uri="{FF2B5EF4-FFF2-40B4-BE49-F238E27FC236}">
                <a16:creationId xmlns:a16="http://schemas.microsoft.com/office/drawing/2014/main" id="{4DB56FF7-AE6A-29C2-0D4E-A50B4A01B329}"/>
              </a:ext>
            </a:extLst>
          </p:cNvPr>
          <p:cNvSpPr/>
          <p:nvPr/>
        </p:nvSpPr>
        <p:spPr>
          <a:xfrm>
            <a:off x="1485265" y="1518285"/>
            <a:ext cx="18415" cy="34290"/>
          </a:xfrm>
          <a:prstGeom prst="rect">
            <a:avLst/>
          </a:prstGeom>
          <a:solidFill>
            <a:srgbClr val="B6D8CC"/>
          </a:solidFill>
          <a:ln w="0" cap="rnd">
            <a:noFill/>
          </a:ln>
        </p:spPr>
      </p:sp>
      <p:sp>
        <p:nvSpPr>
          <p:cNvPr id="1466" name="V8 embedding feature 5">
            <a:extLst>
              <a:ext uri="{FF2B5EF4-FFF2-40B4-BE49-F238E27FC236}">
                <a16:creationId xmlns:a16="http://schemas.microsoft.com/office/drawing/2014/main" id="{0834D08B-BC25-2ADC-AF12-5492513577F8}"/>
              </a:ext>
            </a:extLst>
          </p:cNvPr>
          <p:cNvSpPr/>
          <p:nvPr/>
        </p:nvSpPr>
        <p:spPr>
          <a:xfrm>
            <a:off x="1504950" y="1518285"/>
            <a:ext cx="18415" cy="34290"/>
          </a:xfrm>
          <a:prstGeom prst="rect">
            <a:avLst/>
          </a:prstGeom>
          <a:solidFill>
            <a:srgbClr val="3B8C80"/>
          </a:solidFill>
          <a:ln w="0" cap="rnd">
            <a:noFill/>
          </a:ln>
        </p:spPr>
      </p:sp>
      <p:sp>
        <p:nvSpPr>
          <p:cNvPr id="1467" name="V8 embedding feature 6">
            <a:extLst>
              <a:ext uri="{FF2B5EF4-FFF2-40B4-BE49-F238E27FC236}">
                <a16:creationId xmlns:a16="http://schemas.microsoft.com/office/drawing/2014/main" id="{7EDE9E92-6EF0-3023-2F22-6E7EFD9706C6}"/>
              </a:ext>
            </a:extLst>
          </p:cNvPr>
          <p:cNvSpPr/>
          <p:nvPr/>
        </p:nvSpPr>
        <p:spPr>
          <a:xfrm>
            <a:off x="1524635" y="1518285"/>
            <a:ext cx="18415" cy="34290"/>
          </a:xfrm>
          <a:prstGeom prst="rect">
            <a:avLst/>
          </a:prstGeom>
          <a:solidFill>
            <a:srgbClr val="A3CDDA"/>
          </a:solidFill>
          <a:ln w="0" cap="rnd">
            <a:noFill/>
          </a:ln>
        </p:spPr>
      </p:sp>
      <p:sp>
        <p:nvSpPr>
          <p:cNvPr id="1468" name="V8 embedding feature 7">
            <a:extLst>
              <a:ext uri="{FF2B5EF4-FFF2-40B4-BE49-F238E27FC236}">
                <a16:creationId xmlns:a16="http://schemas.microsoft.com/office/drawing/2014/main" id="{3791BD29-2650-00D8-2639-94010AF8036F}"/>
              </a:ext>
            </a:extLst>
          </p:cNvPr>
          <p:cNvSpPr/>
          <p:nvPr/>
        </p:nvSpPr>
        <p:spPr>
          <a:xfrm>
            <a:off x="1544320" y="1518285"/>
            <a:ext cx="18415" cy="34290"/>
          </a:xfrm>
          <a:prstGeom prst="rect">
            <a:avLst/>
          </a:prstGeom>
          <a:solidFill>
            <a:srgbClr val="6CAFA4"/>
          </a:solidFill>
          <a:ln w="0" cap="rnd">
            <a:noFill/>
          </a:ln>
        </p:spPr>
      </p:sp>
      <p:sp>
        <p:nvSpPr>
          <p:cNvPr id="1469" name="V8 embedding feature 8">
            <a:extLst>
              <a:ext uri="{FF2B5EF4-FFF2-40B4-BE49-F238E27FC236}">
                <a16:creationId xmlns:a16="http://schemas.microsoft.com/office/drawing/2014/main" id="{78D40256-09DE-A393-64FC-199BB5DEB767}"/>
              </a:ext>
            </a:extLst>
          </p:cNvPr>
          <p:cNvSpPr/>
          <p:nvPr/>
        </p:nvSpPr>
        <p:spPr>
          <a:xfrm>
            <a:off x="1564005" y="1518285"/>
            <a:ext cx="18415" cy="34290"/>
          </a:xfrm>
          <a:prstGeom prst="rect">
            <a:avLst/>
          </a:prstGeom>
          <a:solidFill>
            <a:srgbClr val="C4DDE0"/>
          </a:solidFill>
          <a:ln w="0" cap="rnd">
            <a:noFill/>
          </a:ln>
        </p:spPr>
      </p:sp>
      <p:sp>
        <p:nvSpPr>
          <p:cNvPr id="1471" name="V8 embedding to point branch">
            <a:extLst>
              <a:ext uri="{FF2B5EF4-FFF2-40B4-BE49-F238E27FC236}">
                <a16:creationId xmlns:a16="http://schemas.microsoft.com/office/drawing/2014/main" id="{CD0EF799-B1E4-C26B-BB25-441BB97890BE}"/>
              </a:ext>
            </a:extLst>
          </p:cNvPr>
          <p:cNvSpPr/>
          <p:nvPr/>
        </p:nvSpPr>
        <p:spPr>
          <a:xfrm flipV="1">
            <a:off x="1639889" y="1489896"/>
            <a:ext cx="95532" cy="45719"/>
          </a:xfrm>
          <a:custGeom>
            <a:avLst/>
            <a:gdLst/>
            <a:ahLst/>
            <a:cxnLst/>
            <a:rect l="l" t="t" r="r" b="b"/>
            <a:pathLst>
              <a:path w="63379" h="1">
                <a:moveTo>
                  <a:pt x="0" y="0"/>
                </a:moveTo>
                <a:lnTo>
                  <a:pt x="63379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2" name="V8 embedding to point branch head">
            <a:extLst>
              <a:ext uri="{FF2B5EF4-FFF2-40B4-BE49-F238E27FC236}">
                <a16:creationId xmlns:a16="http://schemas.microsoft.com/office/drawing/2014/main" id="{EE5B1593-BB31-DCD1-99C7-141C7B857AF7}"/>
              </a:ext>
            </a:extLst>
          </p:cNvPr>
          <p:cNvSpPr/>
          <p:nvPr/>
        </p:nvSpPr>
        <p:spPr>
          <a:xfrm>
            <a:off x="1719844" y="1523745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3" name="V8 embedding to voxel branch">
            <a:extLst>
              <a:ext uri="{FF2B5EF4-FFF2-40B4-BE49-F238E27FC236}">
                <a16:creationId xmlns:a16="http://schemas.microsoft.com/office/drawing/2014/main" id="{A9E148F4-6BCA-77FF-AE43-549D2AE883D5}"/>
              </a:ext>
            </a:extLst>
          </p:cNvPr>
          <p:cNvSpPr/>
          <p:nvPr/>
        </p:nvSpPr>
        <p:spPr>
          <a:xfrm>
            <a:off x="1667510" y="669271"/>
            <a:ext cx="1" cy="866159"/>
          </a:xfrm>
          <a:custGeom>
            <a:avLst/>
            <a:gdLst/>
            <a:ahLst/>
            <a:cxnLst/>
            <a:rect l="l" t="t" r="r" b="b"/>
            <a:pathLst>
              <a:path w="1" h="866159">
                <a:moveTo>
                  <a:pt x="0" y="866159"/>
                </a:moveTo>
                <a:lnTo>
                  <a:pt x="0" y="0"/>
                </a:lnTo>
              </a:path>
            </a:pathLst>
          </a:custGeom>
          <a:noFill/>
          <a:ln w="8509" cap="rnd">
            <a:solidFill>
              <a:srgbClr val="9481B1"/>
            </a:solidFill>
            <a:prstDash val="solid"/>
            <a:round/>
          </a:ln>
        </p:spPr>
      </p:sp>
      <p:sp>
        <p:nvSpPr>
          <p:cNvPr id="1474" name="V8 embedding to voxel branch head">
            <a:extLst>
              <a:ext uri="{FF2B5EF4-FFF2-40B4-BE49-F238E27FC236}">
                <a16:creationId xmlns:a16="http://schemas.microsoft.com/office/drawing/2014/main" id="{BAE99500-F0C6-FF9E-5ADA-696300A3926E}"/>
              </a:ext>
            </a:extLst>
          </p:cNvPr>
          <p:cNvSpPr/>
          <p:nvPr/>
        </p:nvSpPr>
        <p:spPr>
          <a:xfrm>
            <a:off x="1655318" y="656526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0"/>
                </a:moveTo>
                <a:lnTo>
                  <a:pt x="0" y="28321"/>
                </a:lnTo>
                <a:lnTo>
                  <a:pt x="24384" y="28321"/>
                </a:lnTo>
                <a:close/>
              </a:path>
            </a:pathLst>
          </a:custGeom>
          <a:solidFill>
            <a:srgbClr val="9481B1"/>
          </a:solidFill>
          <a:ln w="0" cap="rnd">
            <a:noFill/>
          </a:ln>
        </p:spPr>
      </p:sp>
      <p:sp>
        <p:nvSpPr>
          <p:cNvPr id="1475" name="V8 density and receptor to voxel">
            <a:extLst>
              <a:ext uri="{FF2B5EF4-FFF2-40B4-BE49-F238E27FC236}">
                <a16:creationId xmlns:a16="http://schemas.microsoft.com/office/drawing/2014/main" id="{61ECA984-FF9D-A5D0-F819-33661D001ABE}"/>
              </a:ext>
            </a:extLst>
          </p:cNvPr>
          <p:cNvSpPr/>
          <p:nvPr/>
        </p:nvSpPr>
        <p:spPr>
          <a:xfrm>
            <a:off x="1634160" y="656526"/>
            <a:ext cx="96730" cy="1"/>
          </a:xfrm>
          <a:custGeom>
            <a:avLst/>
            <a:gdLst/>
            <a:ahLst/>
            <a:cxnLst/>
            <a:rect l="l" t="t" r="r" b="b"/>
            <a:pathLst>
              <a:path w="96730" h="1">
                <a:moveTo>
                  <a:pt x="0" y="0"/>
                </a:moveTo>
                <a:lnTo>
                  <a:pt x="96730" y="0"/>
                </a:lnTo>
              </a:path>
            </a:pathLst>
          </a:custGeom>
          <a:noFill/>
          <a:ln w="8509" cap="rnd">
            <a:solidFill>
              <a:srgbClr val="4083B4"/>
            </a:solidFill>
            <a:prstDash val="solid"/>
            <a:round/>
          </a:ln>
        </p:spPr>
      </p:sp>
      <p:sp>
        <p:nvSpPr>
          <p:cNvPr id="1476" name="V8 density and receptor to voxel head">
            <a:extLst>
              <a:ext uri="{FF2B5EF4-FFF2-40B4-BE49-F238E27FC236}">
                <a16:creationId xmlns:a16="http://schemas.microsoft.com/office/drawing/2014/main" id="{D6CAD338-44F5-8993-3618-9A1839CB2DBC}"/>
              </a:ext>
            </a:extLst>
          </p:cNvPr>
          <p:cNvSpPr/>
          <p:nvPr/>
        </p:nvSpPr>
        <p:spPr>
          <a:xfrm>
            <a:off x="1715313" y="644334"/>
            <a:ext cx="28321" cy="24384"/>
          </a:xfrm>
          <a:custGeom>
            <a:avLst/>
            <a:gdLst/>
            <a:ahLst/>
            <a:cxnLst/>
            <a:rect l="l" t="t" r="r" b="b"/>
            <a:pathLst>
              <a:path w="28321" h="24384">
                <a:moveTo>
                  <a:pt x="28321" y="12192"/>
                </a:moveTo>
                <a:lnTo>
                  <a:pt x="0" y="0"/>
                </a:lnTo>
                <a:lnTo>
                  <a:pt x="0" y="24384"/>
                </a:lnTo>
                <a:close/>
              </a:path>
            </a:pathLst>
          </a:custGeom>
          <a:solidFill>
            <a:srgbClr val="4083B4"/>
          </a:solidFill>
          <a:ln w="0" cap="rnd">
            <a:noFill/>
          </a:ln>
        </p:spPr>
      </p:sp>
      <p:sp>
        <p:nvSpPr>
          <p:cNvPr id="1477" name="V8 voxel input junction">
            <a:extLst>
              <a:ext uri="{FF2B5EF4-FFF2-40B4-BE49-F238E27FC236}">
                <a16:creationId xmlns:a16="http://schemas.microsoft.com/office/drawing/2014/main" id="{93F36DE0-10B5-E2A2-60B2-341BCDB28517}"/>
              </a:ext>
            </a:extLst>
          </p:cNvPr>
          <p:cNvSpPr/>
          <p:nvPr/>
        </p:nvSpPr>
        <p:spPr>
          <a:xfrm>
            <a:off x="1659573" y="648589"/>
            <a:ext cx="15875" cy="15875"/>
          </a:xfrm>
          <a:prstGeom prst="ellipse">
            <a:avLst/>
          </a:prstGeom>
          <a:solidFill>
            <a:srgbClr val="4083B4"/>
          </a:solidFill>
          <a:ln w="0" cap="rnd">
            <a:noFill/>
          </a:ln>
        </p:spPr>
      </p:sp>
      <p:sp>
        <p:nvSpPr>
          <p:cNvPr id="1479" name="V8 Match input divider">
            <a:extLst>
              <a:ext uri="{FF2B5EF4-FFF2-40B4-BE49-F238E27FC236}">
                <a16:creationId xmlns:a16="http://schemas.microsoft.com/office/drawing/2014/main" id="{2EDC4EC7-D903-3262-650D-444D37299D28}"/>
              </a:ext>
            </a:extLst>
          </p:cNvPr>
          <p:cNvSpPr/>
          <p:nvPr/>
        </p:nvSpPr>
        <p:spPr>
          <a:xfrm>
            <a:off x="530162" y="2767063"/>
            <a:ext cx="957199" cy="1"/>
          </a:xfrm>
          <a:custGeom>
            <a:avLst/>
            <a:gdLst/>
            <a:ahLst/>
            <a:cxnLst/>
            <a:rect l="l" t="t" r="r" b="b"/>
            <a:pathLst>
              <a:path w="957199" h="1">
                <a:moveTo>
                  <a:pt x="0" y="0"/>
                </a:moveTo>
                <a:lnTo>
                  <a:pt x="957199" y="0"/>
                </a:lnTo>
              </a:path>
            </a:pathLst>
          </a:custGeom>
          <a:noFill/>
          <a:ln w="7290" cap="rnd">
            <a:solidFill>
              <a:srgbClr val="B6CEC5"/>
            </a:solidFill>
            <a:prstDash val="solid"/>
            <a:round/>
          </a:ln>
        </p:spPr>
      </p:sp>
      <p:sp>
        <p:nvSpPr>
          <p:cNvPr id="1480" name="V8 pool to concat">
            <a:extLst>
              <a:ext uri="{FF2B5EF4-FFF2-40B4-BE49-F238E27FC236}">
                <a16:creationId xmlns:a16="http://schemas.microsoft.com/office/drawing/2014/main" id="{3702663D-F294-9B06-B213-0076F82464A6}"/>
              </a:ext>
            </a:extLst>
          </p:cNvPr>
          <p:cNvSpPr/>
          <p:nvPr/>
        </p:nvSpPr>
        <p:spPr>
          <a:xfrm>
            <a:off x="835463" y="3603168"/>
            <a:ext cx="355873" cy="100152"/>
          </a:xfrm>
          <a:custGeom>
            <a:avLst/>
            <a:gdLst/>
            <a:ahLst/>
            <a:cxnLst/>
            <a:rect l="l" t="t" r="r" b="b"/>
            <a:pathLst>
              <a:path w="355873" h="100152">
                <a:moveTo>
                  <a:pt x="0" y="0"/>
                </a:moveTo>
                <a:lnTo>
                  <a:pt x="0" y="100152"/>
                </a:lnTo>
                <a:lnTo>
                  <a:pt x="355873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1" name="V8 attention to concat">
            <a:extLst>
              <a:ext uri="{FF2B5EF4-FFF2-40B4-BE49-F238E27FC236}">
                <a16:creationId xmlns:a16="http://schemas.microsoft.com/office/drawing/2014/main" id="{45C4FCB5-3380-E3A8-B0B1-54A427F52361}"/>
              </a:ext>
            </a:extLst>
          </p:cNvPr>
          <p:cNvSpPr/>
          <p:nvPr/>
        </p:nvSpPr>
        <p:spPr>
          <a:xfrm>
            <a:off x="1191336" y="3603168"/>
            <a:ext cx="356064" cy="100152"/>
          </a:xfrm>
          <a:custGeom>
            <a:avLst/>
            <a:gdLst/>
            <a:ahLst/>
            <a:cxnLst/>
            <a:rect l="l" t="t" r="r" b="b"/>
            <a:pathLst>
              <a:path w="356064" h="100152">
                <a:moveTo>
                  <a:pt x="356064" y="0"/>
                </a:moveTo>
                <a:lnTo>
                  <a:pt x="356064" y="100152"/>
                </a:lnTo>
                <a:lnTo>
                  <a:pt x="0" y="100152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2" name="V8 concat to MLP">
            <a:extLst>
              <a:ext uri="{FF2B5EF4-FFF2-40B4-BE49-F238E27FC236}">
                <a16:creationId xmlns:a16="http://schemas.microsoft.com/office/drawing/2014/main" id="{366946BB-F669-FC2F-4DBA-809EA592E5E1}"/>
              </a:ext>
            </a:extLst>
          </p:cNvPr>
          <p:cNvSpPr/>
          <p:nvPr/>
        </p:nvSpPr>
        <p:spPr>
          <a:xfrm>
            <a:off x="1191336" y="3703320"/>
            <a:ext cx="1" cy="22181"/>
          </a:xfrm>
          <a:custGeom>
            <a:avLst/>
            <a:gdLst/>
            <a:ahLst/>
            <a:cxnLst/>
            <a:rect l="l" t="t" r="r" b="b"/>
            <a:pathLst>
              <a:path w="1" h="22181">
                <a:moveTo>
                  <a:pt x="0" y="0"/>
                </a:moveTo>
                <a:lnTo>
                  <a:pt x="0" y="22181"/>
                </a:lnTo>
              </a:path>
            </a:pathLst>
          </a:custGeom>
          <a:noFill/>
          <a:ln w="8509" cap="rnd">
            <a:solidFill>
              <a:srgbClr val="3B8C80"/>
            </a:solidFill>
            <a:prstDash val="solid"/>
            <a:round/>
          </a:ln>
        </p:spPr>
      </p:sp>
      <p:sp>
        <p:nvSpPr>
          <p:cNvPr id="1483" name="V8 concat to MLP head">
            <a:extLst>
              <a:ext uri="{FF2B5EF4-FFF2-40B4-BE49-F238E27FC236}">
                <a16:creationId xmlns:a16="http://schemas.microsoft.com/office/drawing/2014/main" id="{234835D4-EF31-832C-586B-712FBD8CEB61}"/>
              </a:ext>
            </a:extLst>
          </p:cNvPr>
          <p:cNvSpPr/>
          <p:nvPr/>
        </p:nvSpPr>
        <p:spPr>
          <a:xfrm>
            <a:off x="1179144" y="3709924"/>
            <a:ext cx="24384" cy="28321"/>
          </a:xfrm>
          <a:custGeom>
            <a:avLst/>
            <a:gdLst/>
            <a:ahLst/>
            <a:cxnLst/>
            <a:rect l="l" t="t" r="r" b="b"/>
            <a:pathLst>
              <a:path w="24384" h="28321">
                <a:moveTo>
                  <a:pt x="12192" y="28321"/>
                </a:moveTo>
                <a:lnTo>
                  <a:pt x="24384" y="0"/>
                </a:lnTo>
                <a:lnTo>
                  <a:pt x="0" y="0"/>
                </a:lnTo>
                <a:close/>
              </a:path>
            </a:pathLst>
          </a:custGeom>
          <a:solidFill>
            <a:srgbClr val="3B8C80"/>
          </a:solidFill>
          <a:ln w="0" cap="rnd">
            <a:noFill/>
          </a:ln>
        </p:spPr>
      </p:sp>
      <p:sp>
        <p:nvSpPr>
          <p:cNvPr id="1484" name="V8 Build site and identity frame">
            <a:extLst>
              <a:ext uri="{FF2B5EF4-FFF2-40B4-BE49-F238E27FC236}">
                <a16:creationId xmlns:a16="http://schemas.microsoft.com/office/drawing/2014/main" id="{B0159410-81AF-A0CB-FD15-D731C54E54D4}"/>
              </a:ext>
            </a:extLst>
          </p:cNvPr>
          <p:cNvSpPr/>
          <p:nvPr/>
        </p:nvSpPr>
        <p:spPr>
          <a:xfrm>
            <a:off x="4712652" y="452120"/>
            <a:ext cx="519754" cy="1170940"/>
          </a:xfrm>
          <a:prstGeom prst="roundRect">
            <a:avLst>
              <a:gd name="adj" fmla="val 5556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5" name="V8 Build pocket and density frame">
            <a:extLst>
              <a:ext uri="{FF2B5EF4-FFF2-40B4-BE49-F238E27FC236}">
                <a16:creationId xmlns:a16="http://schemas.microsoft.com/office/drawing/2014/main" id="{FF6F6920-E776-E473-D444-477FCB823104}"/>
              </a:ext>
            </a:extLst>
          </p:cNvPr>
          <p:cNvSpPr/>
          <p:nvPr/>
        </p:nvSpPr>
        <p:spPr>
          <a:xfrm>
            <a:off x="5278437" y="452120"/>
            <a:ext cx="527685" cy="1170940"/>
          </a:xfrm>
          <a:prstGeom prst="roundRect">
            <a:avLst>
              <a:gd name="adj" fmla="val 6477"/>
            </a:avLst>
          </a:prstGeom>
          <a:noFill/>
          <a:ln w="6985" cap="rnd">
            <a:solidFill>
              <a:srgbClr val="9BB4C8"/>
            </a:solidFill>
            <a:prstDash val="dash"/>
            <a:round/>
          </a:ln>
        </p:spPr>
      </p:sp>
      <p:sp>
        <p:nvSpPr>
          <p:cNvPr id="1486" name="V8 Build inputs to docking">
            <a:extLst>
              <a:ext uri="{FF2B5EF4-FFF2-40B4-BE49-F238E27FC236}">
                <a16:creationId xmlns:a16="http://schemas.microsoft.com/office/drawing/2014/main" id="{25F81FEB-7923-B705-D48C-4F1FE2423027}"/>
              </a:ext>
            </a:extLst>
          </p:cNvPr>
          <p:cNvSpPr/>
          <p:nvPr/>
        </p:nvSpPr>
        <p:spPr>
          <a:xfrm>
            <a:off x="5260340" y="1708155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7" name="V8 Build inputs to docking head">
            <a:extLst>
              <a:ext uri="{FF2B5EF4-FFF2-40B4-BE49-F238E27FC236}">
                <a16:creationId xmlns:a16="http://schemas.microsoft.com/office/drawing/2014/main" id="{B51CEB37-F359-D8DB-EED0-BF0289DBA9C3}"/>
              </a:ext>
            </a:extLst>
          </p:cNvPr>
          <p:cNvSpPr/>
          <p:nvPr/>
        </p:nvSpPr>
        <p:spPr>
          <a:xfrm>
            <a:off x="5238432" y="1800230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  <p:sp>
        <p:nvSpPr>
          <p:cNvPr id="1488" name="V8 Build docking to pose">
            <a:extLst>
              <a:ext uri="{FF2B5EF4-FFF2-40B4-BE49-F238E27FC236}">
                <a16:creationId xmlns:a16="http://schemas.microsoft.com/office/drawing/2014/main" id="{A8390C7D-F4E0-5D67-9352-7A11942FB4C0}"/>
              </a:ext>
            </a:extLst>
          </p:cNvPr>
          <p:cNvSpPr/>
          <p:nvPr/>
        </p:nvSpPr>
        <p:spPr>
          <a:xfrm>
            <a:off x="5260340" y="3237230"/>
            <a:ext cx="1" cy="113379"/>
          </a:xfrm>
          <a:custGeom>
            <a:avLst/>
            <a:gdLst/>
            <a:ahLst/>
            <a:cxnLst/>
            <a:rect l="l" t="t" r="r" b="b"/>
            <a:pathLst>
              <a:path w="1" h="113379">
                <a:moveTo>
                  <a:pt x="0" y="0"/>
                </a:moveTo>
                <a:lnTo>
                  <a:pt x="0" y="113379"/>
                </a:lnTo>
              </a:path>
            </a:pathLst>
          </a:custGeom>
          <a:noFill/>
          <a:ln w="13208" cap="rnd">
            <a:solidFill>
              <a:srgbClr val="71808C"/>
            </a:solidFill>
            <a:prstDash val="solid"/>
            <a:round/>
          </a:ln>
        </p:spPr>
      </p:sp>
      <p:sp>
        <p:nvSpPr>
          <p:cNvPr id="1489" name="V8 Build docking to pose head">
            <a:extLst>
              <a:ext uri="{FF2B5EF4-FFF2-40B4-BE49-F238E27FC236}">
                <a16:creationId xmlns:a16="http://schemas.microsoft.com/office/drawing/2014/main" id="{CB9E0D49-EB6F-EF7F-8A0E-43482900F10A}"/>
              </a:ext>
            </a:extLst>
          </p:cNvPr>
          <p:cNvSpPr/>
          <p:nvPr/>
        </p:nvSpPr>
        <p:spPr>
          <a:xfrm>
            <a:off x="5238432" y="3329305"/>
            <a:ext cx="43815" cy="38735"/>
          </a:xfrm>
          <a:custGeom>
            <a:avLst/>
            <a:gdLst/>
            <a:ahLst/>
            <a:cxnLst/>
            <a:rect l="l" t="t" r="r" b="b"/>
            <a:pathLst>
              <a:path w="43815" h="38735">
                <a:moveTo>
                  <a:pt x="21908" y="38735"/>
                </a:moveTo>
                <a:lnTo>
                  <a:pt x="43815" y="0"/>
                </a:lnTo>
                <a:lnTo>
                  <a:pt x="0" y="0"/>
                </a:lnTo>
                <a:close/>
              </a:path>
            </a:pathLst>
          </a:custGeom>
          <a:solidFill>
            <a:srgbClr val="71808C"/>
          </a:solidFill>
          <a:ln w="0" cap="rnd">
            <a:noFill/>
          </a:ln>
        </p:spPr>
      </p:sp>
      <p:grpSp>
        <p:nvGrpSpPr>
          <p:cNvPr id="6" name="Find candidate blob 2">
            <a:extLst>
              <a:ext uri="{FF2B5EF4-FFF2-40B4-BE49-F238E27FC236}">
                <a16:creationId xmlns:a16="http://schemas.microsoft.com/office/drawing/2014/main" id="{52582F41-8562-EDCF-D547-FEE06D78B091}"/>
              </a:ext>
            </a:extLst>
          </p:cNvPr>
          <p:cNvGrpSpPr/>
          <p:nvPr/>
        </p:nvGrpSpPr>
        <p:grpSpPr>
          <a:xfrm rot="3197729">
            <a:off x="4289700" y="1017496"/>
            <a:ext cx="210752" cy="119242"/>
            <a:chOff x="1928706" y="3559489"/>
            <a:chExt cx="227897" cy="155682"/>
          </a:xfrm>
        </p:grpSpPr>
        <p:sp>
          <p:nvSpPr>
            <p:cNvPr id="16" name="Candidate blob | editable contour">
              <a:extLst>
                <a:ext uri="{FF2B5EF4-FFF2-40B4-BE49-F238E27FC236}">
                  <a16:creationId xmlns:a16="http://schemas.microsoft.com/office/drawing/2014/main" id="{AC599FE5-B7C8-2310-361D-307EF409B159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7" name="ellipse_2612">
              <a:extLst>
                <a:ext uri="{FF2B5EF4-FFF2-40B4-BE49-F238E27FC236}">
                  <a16:creationId xmlns:a16="http://schemas.microsoft.com/office/drawing/2014/main" id="{899D545A-9188-B8A5-5122-F55763321954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grpSp>
        <p:nvGrpSpPr>
          <p:cNvPr id="18" name="Find candidate blob 2">
            <a:extLst>
              <a:ext uri="{FF2B5EF4-FFF2-40B4-BE49-F238E27FC236}">
                <a16:creationId xmlns:a16="http://schemas.microsoft.com/office/drawing/2014/main" id="{F546CADE-F799-FF54-D901-B1872437A4FD}"/>
              </a:ext>
            </a:extLst>
          </p:cNvPr>
          <p:cNvGrpSpPr/>
          <p:nvPr/>
        </p:nvGrpSpPr>
        <p:grpSpPr>
          <a:xfrm>
            <a:off x="4044174" y="980397"/>
            <a:ext cx="210752" cy="119242"/>
            <a:chOff x="1928706" y="3559489"/>
            <a:chExt cx="227897" cy="155682"/>
          </a:xfrm>
        </p:grpSpPr>
        <p:sp>
          <p:nvSpPr>
            <p:cNvPr id="19" name="Candidate blob | editable contour">
              <a:extLst>
                <a:ext uri="{FF2B5EF4-FFF2-40B4-BE49-F238E27FC236}">
                  <a16:creationId xmlns:a16="http://schemas.microsoft.com/office/drawing/2014/main" id="{D503CF1F-EC12-B63E-8F02-58032E7F13E3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3521" y="100385"/>
                  </a:moveTo>
                  <a:cubicBezTo>
                    <a:pt x="0" y="80701"/>
                    <a:pt x="26006" y="62787"/>
                    <a:pt x="43453" y="54263"/>
                  </a:cubicBezTo>
                  <a:cubicBezTo>
                    <a:pt x="58843" y="43224"/>
                    <a:pt x="83460" y="52781"/>
                    <a:pt x="99588" y="43358"/>
                  </a:cubicBezTo>
                  <a:cubicBezTo>
                    <a:pt x="112436" y="32945"/>
                    <a:pt x="102548" y="9475"/>
                    <a:pt x="114181" y="4123"/>
                  </a:cubicBezTo>
                  <a:cubicBezTo>
                    <a:pt x="125241" y="0"/>
                    <a:pt x="158214" y="2398"/>
                    <a:pt x="179365" y="5837"/>
                  </a:cubicBezTo>
                  <a:cubicBezTo>
                    <a:pt x="197301" y="9996"/>
                    <a:pt x="210134" y="19340"/>
                    <a:pt x="216909" y="31256"/>
                  </a:cubicBezTo>
                  <a:cubicBezTo>
                    <a:pt x="221237" y="45342"/>
                    <a:pt x="227897" y="67151"/>
                    <a:pt x="224378" y="79920"/>
                  </a:cubicBezTo>
                  <a:cubicBezTo>
                    <a:pt x="219253" y="92918"/>
                    <a:pt x="191986" y="104353"/>
                    <a:pt x="170629" y="115250"/>
                  </a:cubicBezTo>
                  <a:cubicBezTo>
                    <a:pt x="155563" y="129736"/>
                    <a:pt x="143418" y="146104"/>
                    <a:pt x="126157" y="151452"/>
                  </a:cubicBezTo>
                  <a:cubicBezTo>
                    <a:pt x="110048" y="155682"/>
                    <a:pt x="82946" y="155682"/>
                    <a:pt x="52808" y="150002"/>
                  </a:cubicBezTo>
                  <a:cubicBezTo>
                    <a:pt x="28847" y="143645"/>
                    <a:pt x="5675" y="118994"/>
                    <a:pt x="3521" y="10038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0" name="ellipse_2612">
              <a:extLst>
                <a:ext uri="{FF2B5EF4-FFF2-40B4-BE49-F238E27FC236}">
                  <a16:creationId xmlns:a16="http://schemas.microsoft.com/office/drawing/2014/main" id="{1A86510C-0316-73F3-76D0-D29503AE7080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pic>
        <p:nvPicPr>
          <p:cNvPr id="25" name="Find corresponding experimental density" descr="Experimental 9LLG density around chain C1 of the displayed CryoAtom2 receptor, at the original contour level and the identical camera orientation.">
            <a:extLst>
              <a:ext uri="{FF2B5EF4-FFF2-40B4-BE49-F238E27FC236}">
                <a16:creationId xmlns:a16="http://schemas.microsoft.com/office/drawing/2014/main" id="{E01FAF0F-7383-AEC3-8192-CE781D4C8B97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014845" y="470235"/>
            <a:ext cx="501650" cy="479011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A6B0F837-8383-9660-CCC5-75B454A335E6}"/>
              </a:ext>
            </a:extLst>
          </p:cNvPr>
          <p:cNvSpPr txBox="1"/>
          <p:nvPr/>
        </p:nvSpPr>
        <p:spPr>
          <a:xfrm>
            <a:off x="874946" y="473312"/>
            <a:ext cx="712054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" dirty="0"/>
              <a:t>Space transform(..?)</a:t>
            </a:r>
            <a:endParaRPr lang="zh-CN" altLang="en-US" sz="5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EB13465-5D7F-1961-8F05-CAD7F94CB2EF}"/>
              </a:ext>
            </a:extLst>
          </p:cNvPr>
          <p:cNvSpPr txBox="1"/>
          <p:nvPr/>
        </p:nvSpPr>
        <p:spPr>
          <a:xfrm>
            <a:off x="843436" y="1207504"/>
            <a:ext cx="3240086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500" dirty="0"/>
              <a:t>Embedding head(..?)</a:t>
            </a:r>
            <a:endParaRPr lang="zh-CN" altLang="en-US" sz="500" dirty="0"/>
          </a:p>
        </p:txBody>
      </p:sp>
      <p:grpSp>
        <p:nvGrpSpPr>
          <p:cNvPr id="22" name="Match | Blob contour">
            <a:extLst>
              <a:ext uri="{FF2B5EF4-FFF2-40B4-BE49-F238E27FC236}">
                <a16:creationId xmlns:a16="http://schemas.microsoft.com/office/drawing/2014/main" id="{014BB78B-D7B6-7233-4454-F31E0FFFF761}"/>
              </a:ext>
            </a:extLst>
          </p:cNvPr>
          <p:cNvGrpSpPr/>
          <p:nvPr/>
        </p:nvGrpSpPr>
        <p:grpSpPr>
          <a:xfrm>
            <a:off x="4809748" y="565131"/>
            <a:ext cx="291608" cy="199265"/>
            <a:chOff x="1928706" y="3559489"/>
            <a:chExt cx="227897" cy="155682"/>
          </a:xfrm>
        </p:grpSpPr>
        <p:sp>
          <p:nvSpPr>
            <p:cNvPr id="24" name="Candidate blob | editable contour">
              <a:extLst>
                <a:ext uri="{FF2B5EF4-FFF2-40B4-BE49-F238E27FC236}">
                  <a16:creationId xmlns:a16="http://schemas.microsoft.com/office/drawing/2014/main" id="{A11312CB-4342-9A48-D209-5BB49581DECC}"/>
                </a:ext>
              </a:extLst>
            </p:cNvPr>
            <p:cNvSpPr/>
            <p:nvPr/>
          </p:nvSpPr>
          <p:spPr>
            <a:xfrm>
              <a:off x="1928706" y="3559489"/>
              <a:ext cx="227897" cy="155682"/>
            </a:xfrm>
            <a:custGeom>
              <a:avLst/>
              <a:gdLst/>
              <a:ahLst/>
              <a:cxnLst/>
              <a:rect l="0" t="0" r="w" b="h"/>
              <a:pathLst>
                <a:path w="227897" h="155682" extrusionOk="0">
                  <a:moveTo>
                    <a:pt x="5338" y="97866"/>
                  </a:moveTo>
                  <a:cubicBezTo>
                    <a:pt x="0" y="80701"/>
                    <a:pt x="18889" y="54504"/>
                    <a:pt x="29976" y="43663"/>
                  </a:cubicBezTo>
                  <a:cubicBezTo>
                    <a:pt x="41062" y="32823"/>
                    <a:pt x="58719" y="39447"/>
                    <a:pt x="71859" y="32823"/>
                  </a:cubicBezTo>
                  <a:cubicBezTo>
                    <a:pt x="84999" y="26198"/>
                    <a:pt x="92391" y="7829"/>
                    <a:pt x="108816" y="3915"/>
                  </a:cubicBezTo>
                  <a:cubicBezTo>
                    <a:pt x="125241" y="0"/>
                    <a:pt x="153984" y="3613"/>
                    <a:pt x="170409" y="9335"/>
                  </a:cubicBezTo>
                  <a:cubicBezTo>
                    <a:pt x="186834" y="15056"/>
                    <a:pt x="198332" y="26198"/>
                    <a:pt x="207366" y="38243"/>
                  </a:cubicBezTo>
                  <a:cubicBezTo>
                    <a:pt x="216399" y="50288"/>
                    <a:pt x="227897" y="67151"/>
                    <a:pt x="224612" y="81605"/>
                  </a:cubicBezTo>
                  <a:cubicBezTo>
                    <a:pt x="221327" y="96059"/>
                    <a:pt x="203259" y="113223"/>
                    <a:pt x="187656" y="124967"/>
                  </a:cubicBezTo>
                  <a:cubicBezTo>
                    <a:pt x="172052" y="136711"/>
                    <a:pt x="151931" y="148455"/>
                    <a:pt x="130989" y="152068"/>
                  </a:cubicBezTo>
                  <a:cubicBezTo>
                    <a:pt x="110048" y="155682"/>
                    <a:pt x="82946" y="155682"/>
                    <a:pt x="62004" y="146648"/>
                  </a:cubicBezTo>
                  <a:cubicBezTo>
                    <a:pt x="41062" y="137614"/>
                    <a:pt x="10676" y="115030"/>
                    <a:pt x="5338" y="978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6" name="ellipse_2612">
              <a:extLst>
                <a:ext uri="{FF2B5EF4-FFF2-40B4-BE49-F238E27FC236}">
                  <a16:creationId xmlns:a16="http://schemas.microsoft.com/office/drawing/2014/main" id="{A5E3448F-A32E-D77A-4110-EC1F991AAB0A}"/>
                </a:ext>
              </a:extLst>
            </p:cNvPr>
            <p:cNvSpPr/>
            <p:nvPr/>
          </p:nvSpPr>
          <p:spPr>
            <a:xfrm>
              <a:off x="1980855" y="3603152"/>
              <a:ext cx="56666" cy="19874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27" name="Oval 12178">
            <a:extLst>
              <a:ext uri="{FF2B5EF4-FFF2-40B4-BE49-F238E27FC236}">
                <a16:creationId xmlns:a16="http://schemas.microsoft.com/office/drawing/2014/main" id="{FDC707AA-314A-7AA2-186D-A8D0C4B2CC82}"/>
              </a:ext>
            </a:extLst>
          </p:cNvPr>
          <p:cNvSpPr/>
          <p:nvPr/>
        </p:nvSpPr>
        <p:spPr>
          <a:xfrm>
            <a:off x="4938542" y="648563"/>
            <a:ext cx="34426" cy="34426"/>
          </a:xfrm>
          <a:prstGeom prst="ellipse">
            <a:avLst/>
          </a:prstGeom>
          <a:solidFill>
            <a:srgbClr val="1D4ED8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57"/>
          </a:p>
        </p:txBody>
      </p:sp>
    </p:spTree>
    <p:extLst>
      <p:ext uri="{BB962C8B-B14F-4D97-AF65-F5344CB8AC3E}">
        <p14:creationId xmlns:p14="http://schemas.microsoft.com/office/powerpoint/2010/main" val="28997995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3613</Words>
  <Application>Microsoft Office PowerPoint</Application>
  <DocSecurity>0</DocSecurity>
  <PresentationFormat>自定义</PresentationFormat>
  <Paragraphs>450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Arial</vt:lpstr>
      <vt:lpstr>Calibri</vt:lpstr>
      <vt:lpstr>Cambria Math</vt:lpstr>
      <vt:lpstr>Segoe UI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140</cp:revision>
  <dcterms:created xsi:type="dcterms:W3CDTF">2026-10-01T15:00:20Z</dcterms:created>
  <dcterms:modified xsi:type="dcterms:W3CDTF">2026-10-25T14:32:19Z</dcterms:modified>
</cp:coreProperties>
</file>